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529541" y="4386689"/>
              <a:ext cx="477827" cy="422044"/>
            </a:xfrm>
            <a:custGeom>
              <a:avLst/>
              <a:pathLst>
                <a:path w="477827" h="422044">
                  <a:moveTo>
                    <a:pt x="0" y="422044"/>
                  </a:moveTo>
                  <a:lnTo>
                    <a:pt x="477827" y="42204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29541" y="4630022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68455" y="4808734"/>
              <a:ext cx="0" cy="384740"/>
            </a:xfrm>
            <a:custGeom>
              <a:avLst/>
              <a:pathLst>
                <a:path w="0" h="384740">
                  <a:moveTo>
                    <a:pt x="0" y="38474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68455" y="3756145"/>
              <a:ext cx="0" cy="630544"/>
            </a:xfrm>
            <a:custGeom>
              <a:avLst/>
              <a:pathLst>
                <a:path w="0" h="630544">
                  <a:moveTo>
                    <a:pt x="0" y="0"/>
                  </a:moveTo>
                  <a:lnTo>
                    <a:pt x="0" y="6305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648998" y="375614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1529541" y="4386689"/>
              <a:ext cx="477827" cy="422044"/>
            </a:xfrm>
            <a:custGeom>
              <a:avLst/>
              <a:pathLst>
                <a:path w="477827" h="422044">
                  <a:moveTo>
                    <a:pt x="0" y="422044"/>
                  </a:moveTo>
                  <a:lnTo>
                    <a:pt x="477827" y="42204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2126826" y="3987889"/>
              <a:ext cx="477827" cy="577214"/>
            </a:xfrm>
            <a:custGeom>
              <a:avLst/>
              <a:pathLst>
                <a:path w="477827" h="577214">
                  <a:moveTo>
                    <a:pt x="0" y="577214"/>
                  </a:moveTo>
                  <a:lnTo>
                    <a:pt x="477827" y="57721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26826" y="429922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365740" y="4565103"/>
              <a:ext cx="0" cy="628371"/>
            </a:xfrm>
            <a:custGeom>
              <a:avLst/>
              <a:pathLst>
                <a:path w="0" h="628371">
                  <a:moveTo>
                    <a:pt x="0" y="62837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65740" y="3125932"/>
              <a:ext cx="0" cy="861956"/>
            </a:xfrm>
            <a:custGeom>
              <a:avLst/>
              <a:pathLst>
                <a:path w="0" h="861956">
                  <a:moveTo>
                    <a:pt x="0" y="0"/>
                  </a:moveTo>
                  <a:lnTo>
                    <a:pt x="0" y="8619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246283" y="3125932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2126826" y="3987889"/>
              <a:ext cx="477827" cy="577214"/>
            </a:xfrm>
            <a:custGeom>
              <a:avLst/>
              <a:pathLst>
                <a:path w="477827" h="577214">
                  <a:moveTo>
                    <a:pt x="0" y="577214"/>
                  </a:moveTo>
                  <a:lnTo>
                    <a:pt x="477827" y="57721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2724111" y="3531452"/>
              <a:ext cx="477827" cy="664220"/>
            </a:xfrm>
            <a:custGeom>
              <a:avLst/>
              <a:pathLst>
                <a:path w="477827" h="664220">
                  <a:moveTo>
                    <a:pt x="0" y="664220"/>
                  </a:moveTo>
                  <a:lnTo>
                    <a:pt x="477827" y="66422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724111" y="383547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963025" y="4195673"/>
              <a:ext cx="0" cy="981207"/>
            </a:xfrm>
            <a:custGeom>
              <a:avLst/>
              <a:pathLst>
                <a:path w="0" h="981207">
                  <a:moveTo>
                    <a:pt x="0" y="98120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963025" y="2542937"/>
              <a:ext cx="0" cy="988515"/>
            </a:xfrm>
            <a:custGeom>
              <a:avLst/>
              <a:pathLst>
                <a:path w="0" h="988515">
                  <a:moveTo>
                    <a:pt x="0" y="0"/>
                  </a:moveTo>
                  <a:lnTo>
                    <a:pt x="0" y="9885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843568" y="517688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843568" y="2542937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724111" y="3531452"/>
              <a:ext cx="477827" cy="664220"/>
            </a:xfrm>
            <a:custGeom>
              <a:avLst/>
              <a:pathLst>
                <a:path w="477827" h="664220">
                  <a:moveTo>
                    <a:pt x="0" y="664220"/>
                  </a:moveTo>
                  <a:lnTo>
                    <a:pt x="477827" y="66422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3321396" y="3308297"/>
              <a:ext cx="477827" cy="685010"/>
            </a:xfrm>
            <a:custGeom>
              <a:avLst/>
              <a:pathLst>
                <a:path w="477827" h="685010">
                  <a:moveTo>
                    <a:pt x="0" y="685010"/>
                  </a:moveTo>
                  <a:lnTo>
                    <a:pt x="477827" y="68501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321396" y="3619164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560310" y="3993308"/>
              <a:ext cx="0" cy="1000020"/>
            </a:xfrm>
            <a:custGeom>
              <a:avLst/>
              <a:pathLst>
                <a:path w="0" h="1000020">
                  <a:moveTo>
                    <a:pt x="0" y="100002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560310" y="2350008"/>
              <a:ext cx="0" cy="958289"/>
            </a:xfrm>
            <a:custGeom>
              <a:avLst/>
              <a:pathLst>
                <a:path w="0" h="958289">
                  <a:moveTo>
                    <a:pt x="0" y="0"/>
                  </a:moveTo>
                  <a:lnTo>
                    <a:pt x="0" y="9582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440853" y="4993328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3321396" y="3308297"/>
              <a:ext cx="477827" cy="685010"/>
            </a:xfrm>
            <a:custGeom>
              <a:avLst/>
              <a:pathLst>
                <a:path w="477827" h="685010">
                  <a:moveTo>
                    <a:pt x="0" y="685010"/>
                  </a:moveTo>
                  <a:lnTo>
                    <a:pt x="477827" y="68501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3918681" y="3174680"/>
              <a:ext cx="477827" cy="670843"/>
            </a:xfrm>
            <a:custGeom>
              <a:avLst/>
              <a:pathLst>
                <a:path w="477827" h="670843">
                  <a:moveTo>
                    <a:pt x="0" y="670843"/>
                  </a:moveTo>
                  <a:lnTo>
                    <a:pt x="477827" y="670843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918681" y="3489366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157595" y="3845524"/>
              <a:ext cx="0" cy="990000"/>
            </a:xfrm>
            <a:custGeom>
              <a:avLst/>
              <a:pathLst>
                <a:path w="0" h="990000">
                  <a:moveTo>
                    <a:pt x="0" y="99000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157595" y="2350008"/>
              <a:ext cx="0" cy="824672"/>
            </a:xfrm>
            <a:custGeom>
              <a:avLst/>
              <a:pathLst>
                <a:path w="0" h="824672">
                  <a:moveTo>
                    <a:pt x="0" y="0"/>
                  </a:moveTo>
                  <a:lnTo>
                    <a:pt x="0" y="8246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038138" y="483552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3918681" y="3174680"/>
              <a:ext cx="477827" cy="670843"/>
            </a:xfrm>
            <a:custGeom>
              <a:avLst/>
              <a:pathLst>
                <a:path w="477827" h="670843">
                  <a:moveTo>
                    <a:pt x="0" y="670843"/>
                  </a:moveTo>
                  <a:lnTo>
                    <a:pt x="477827" y="670843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4515966" y="3086755"/>
              <a:ext cx="477827" cy="644038"/>
            </a:xfrm>
            <a:custGeom>
              <a:avLst/>
              <a:pathLst>
                <a:path w="477827" h="644038">
                  <a:moveTo>
                    <a:pt x="0" y="644038"/>
                  </a:moveTo>
                  <a:lnTo>
                    <a:pt x="477827" y="64403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515966" y="3379637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754880" y="3730794"/>
              <a:ext cx="0" cy="952391"/>
            </a:xfrm>
            <a:custGeom>
              <a:avLst/>
              <a:pathLst>
                <a:path w="0" h="952391">
                  <a:moveTo>
                    <a:pt x="0" y="95239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4754880" y="2350008"/>
              <a:ext cx="0" cy="736747"/>
            </a:xfrm>
            <a:custGeom>
              <a:avLst/>
              <a:pathLst>
                <a:path w="0" h="736747">
                  <a:moveTo>
                    <a:pt x="0" y="0"/>
                  </a:moveTo>
                  <a:lnTo>
                    <a:pt x="0" y="7367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4635423" y="468318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4515966" y="3086755"/>
              <a:ext cx="477827" cy="644038"/>
            </a:xfrm>
            <a:custGeom>
              <a:avLst/>
              <a:pathLst>
                <a:path w="477827" h="644038">
                  <a:moveTo>
                    <a:pt x="0" y="644038"/>
                  </a:moveTo>
                  <a:lnTo>
                    <a:pt x="477827" y="64403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5113250" y="3025743"/>
              <a:ext cx="477827" cy="609672"/>
            </a:xfrm>
            <a:custGeom>
              <a:avLst/>
              <a:pathLst>
                <a:path w="477827" h="609672">
                  <a:moveTo>
                    <a:pt x="0" y="609672"/>
                  </a:moveTo>
                  <a:lnTo>
                    <a:pt x="477827" y="60967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5113250" y="3315272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352164" y="3635415"/>
              <a:ext cx="0" cy="904614"/>
            </a:xfrm>
            <a:custGeom>
              <a:avLst/>
              <a:pathLst>
                <a:path w="0" h="904614">
                  <a:moveTo>
                    <a:pt x="0" y="90461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352164" y="2350008"/>
              <a:ext cx="0" cy="675735"/>
            </a:xfrm>
            <a:custGeom>
              <a:avLst/>
              <a:pathLst>
                <a:path w="0" h="675735">
                  <a:moveTo>
                    <a:pt x="0" y="0"/>
                  </a:moveTo>
                  <a:lnTo>
                    <a:pt x="0" y="6757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232707" y="454003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5113250" y="3025743"/>
              <a:ext cx="477827" cy="609672"/>
            </a:xfrm>
            <a:custGeom>
              <a:avLst/>
              <a:pathLst>
                <a:path w="477827" h="609672">
                  <a:moveTo>
                    <a:pt x="0" y="609672"/>
                  </a:moveTo>
                  <a:lnTo>
                    <a:pt x="477827" y="60967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5710535" y="3025422"/>
              <a:ext cx="477827" cy="591967"/>
            </a:xfrm>
            <a:custGeom>
              <a:avLst/>
              <a:pathLst>
                <a:path w="477827" h="591967">
                  <a:moveTo>
                    <a:pt x="0" y="591967"/>
                  </a:moveTo>
                  <a:lnTo>
                    <a:pt x="477827" y="59196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710535" y="3310176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949449" y="3617389"/>
              <a:ext cx="0" cy="872202"/>
            </a:xfrm>
            <a:custGeom>
              <a:avLst/>
              <a:pathLst>
                <a:path w="0" h="872202">
                  <a:moveTo>
                    <a:pt x="0" y="87220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949449" y="2350008"/>
              <a:ext cx="0" cy="675414"/>
            </a:xfrm>
            <a:custGeom>
              <a:avLst/>
              <a:pathLst>
                <a:path w="0" h="675414">
                  <a:moveTo>
                    <a:pt x="0" y="0"/>
                  </a:moveTo>
                  <a:lnTo>
                    <a:pt x="0" y="6754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829992" y="448959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5710535" y="3025422"/>
              <a:ext cx="477827" cy="591967"/>
            </a:xfrm>
            <a:custGeom>
              <a:avLst/>
              <a:pathLst>
                <a:path w="477827" h="591967">
                  <a:moveTo>
                    <a:pt x="0" y="591967"/>
                  </a:moveTo>
                  <a:lnTo>
                    <a:pt x="477827" y="59196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6307820" y="2994055"/>
              <a:ext cx="477827" cy="578606"/>
            </a:xfrm>
            <a:custGeom>
              <a:avLst/>
              <a:pathLst>
                <a:path w="477827" h="578606">
                  <a:moveTo>
                    <a:pt x="0" y="578606"/>
                  </a:moveTo>
                  <a:lnTo>
                    <a:pt x="477827" y="57860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6307820" y="3255834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6546734" y="3572662"/>
              <a:ext cx="0" cy="867505"/>
            </a:xfrm>
            <a:custGeom>
              <a:avLst/>
              <a:pathLst>
                <a:path w="0" h="867505">
                  <a:moveTo>
                    <a:pt x="0" y="8675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6546734" y="2350008"/>
              <a:ext cx="0" cy="644047"/>
            </a:xfrm>
            <a:custGeom>
              <a:avLst/>
              <a:pathLst>
                <a:path w="0" h="644047">
                  <a:moveTo>
                    <a:pt x="0" y="0"/>
                  </a:moveTo>
                  <a:lnTo>
                    <a:pt x="0" y="6440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6427277" y="4440167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6307820" y="2994055"/>
              <a:ext cx="477827" cy="578606"/>
            </a:xfrm>
            <a:custGeom>
              <a:avLst/>
              <a:pathLst>
                <a:path w="477827" h="578606">
                  <a:moveTo>
                    <a:pt x="0" y="578606"/>
                  </a:moveTo>
                  <a:lnTo>
                    <a:pt x="477827" y="57860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6905105" y="2941807"/>
              <a:ext cx="477827" cy="551193"/>
            </a:xfrm>
            <a:custGeom>
              <a:avLst/>
              <a:pathLst>
                <a:path w="477827" h="551193">
                  <a:moveTo>
                    <a:pt x="0" y="551193"/>
                  </a:moveTo>
                  <a:lnTo>
                    <a:pt x="477827" y="551193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6905105" y="3198122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7144019" y="3493001"/>
              <a:ext cx="0" cy="820306"/>
            </a:xfrm>
            <a:custGeom>
              <a:avLst/>
              <a:pathLst>
                <a:path w="0" h="820306">
                  <a:moveTo>
                    <a:pt x="0" y="8203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7144019" y="2350008"/>
              <a:ext cx="0" cy="591799"/>
            </a:xfrm>
            <a:custGeom>
              <a:avLst/>
              <a:pathLst>
                <a:path w="0" h="591799">
                  <a:moveTo>
                    <a:pt x="0" y="0"/>
                  </a:moveTo>
                  <a:lnTo>
                    <a:pt x="0" y="5917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7024562" y="4313308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6905105" y="2941807"/>
              <a:ext cx="477827" cy="551193"/>
            </a:xfrm>
            <a:custGeom>
              <a:avLst/>
              <a:pathLst>
                <a:path w="477827" h="551193">
                  <a:moveTo>
                    <a:pt x="0" y="551193"/>
                  </a:moveTo>
                  <a:lnTo>
                    <a:pt x="477827" y="551193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7502390" y="2945892"/>
              <a:ext cx="477827" cy="549377"/>
            </a:xfrm>
            <a:custGeom>
              <a:avLst/>
              <a:pathLst>
                <a:path w="477827" h="549377">
                  <a:moveTo>
                    <a:pt x="0" y="549377"/>
                  </a:moveTo>
                  <a:lnTo>
                    <a:pt x="477827" y="54937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7502390" y="3163628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741304" y="3495270"/>
              <a:ext cx="0" cy="814995"/>
            </a:xfrm>
            <a:custGeom>
              <a:avLst/>
              <a:pathLst>
                <a:path w="0" h="814995">
                  <a:moveTo>
                    <a:pt x="0" y="8149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741304" y="2350008"/>
              <a:ext cx="0" cy="595884"/>
            </a:xfrm>
            <a:custGeom>
              <a:avLst/>
              <a:pathLst>
                <a:path w="0" h="595884">
                  <a:moveTo>
                    <a:pt x="0" y="0"/>
                  </a:moveTo>
                  <a:lnTo>
                    <a:pt x="0" y="5958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7621847" y="431026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7502390" y="2945892"/>
              <a:ext cx="477827" cy="549377"/>
            </a:xfrm>
            <a:custGeom>
              <a:avLst/>
              <a:pathLst>
                <a:path w="477827" h="549377">
                  <a:moveTo>
                    <a:pt x="0" y="549377"/>
                  </a:moveTo>
                  <a:lnTo>
                    <a:pt x="477827" y="54937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768455" y="5193474"/>
              <a:ext cx="5972848" cy="0"/>
            </a:xfrm>
            <a:custGeom>
              <a:avLst/>
              <a:pathLst>
                <a:path w="5972848" h="0">
                  <a:moveTo>
                    <a:pt x="0" y="0"/>
                  </a:moveTo>
                  <a:lnTo>
                    <a:pt x="597284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76845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236574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96302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356031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415759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535216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594944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654673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71440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774130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3"/>
            <p:cNvSpPr/>
            <p:nvPr/>
          </p:nvSpPr>
          <p:spPr>
            <a:xfrm>
              <a:off x="1719974" y="540954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231725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2914544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3511829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410911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4706399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530368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5900968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644977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7047057" y="5411558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7644342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95" name="pl94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115567" y="47120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115567" y="43359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1115567" y="395980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1115567" y="358368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115567" y="32075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115567" y="28314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3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05" name="tx104"/>
            <p:cNvSpPr/>
            <p:nvPr/>
          </p:nvSpPr>
          <p:spPr>
            <a:xfrm rot="-5400000">
              <a:off x="808735" y="42782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06" name="tx105"/>
            <p:cNvSpPr/>
            <p:nvPr/>
          </p:nvSpPr>
          <p:spPr>
            <a:xfrm rot="-5400000">
              <a:off x="808735" y="352604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07" name="tx106"/>
            <p:cNvSpPr/>
            <p:nvPr/>
          </p:nvSpPr>
          <p:spPr>
            <a:xfrm rot="-5400000">
              <a:off x="808735" y="277380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08" name="pg10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2026-03-08T12:12:52Z</dcterms:modified>
  <cp:category/>
</cp:coreProperties>
</file>