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51565" y="145504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57336" y="3204813"/>
              <a:ext cx="75628" cy="57663"/>
            </a:xfrm>
            <a:custGeom>
              <a:avLst/>
              <a:pathLst>
                <a:path w="75628" h="57663">
                  <a:moveTo>
                    <a:pt x="0" y="57663"/>
                  </a:moveTo>
                  <a:lnTo>
                    <a:pt x="493" y="55882"/>
                  </a:lnTo>
                  <a:lnTo>
                    <a:pt x="28744" y="0"/>
                  </a:lnTo>
                  <a:lnTo>
                    <a:pt x="56994" y="19356"/>
                  </a:lnTo>
                  <a:lnTo>
                    <a:pt x="75628" y="576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96516" y="3210149"/>
              <a:ext cx="44891" cy="52328"/>
            </a:xfrm>
            <a:custGeom>
              <a:avLst/>
              <a:pathLst>
                <a:path w="44891" h="52328">
                  <a:moveTo>
                    <a:pt x="0" y="52328"/>
                  </a:moveTo>
                  <a:lnTo>
                    <a:pt x="13323" y="0"/>
                  </a:lnTo>
                  <a:lnTo>
                    <a:pt x="41573" y="44875"/>
                  </a:lnTo>
                  <a:lnTo>
                    <a:pt x="44891" y="523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19877" y="3074105"/>
              <a:ext cx="248228" cy="188371"/>
            </a:xfrm>
            <a:custGeom>
              <a:avLst/>
              <a:pathLst>
                <a:path w="248228" h="188371">
                  <a:moveTo>
                    <a:pt x="0" y="188371"/>
                  </a:moveTo>
                  <a:lnTo>
                    <a:pt x="19513" y="178720"/>
                  </a:lnTo>
                  <a:lnTo>
                    <a:pt x="47764" y="76065"/>
                  </a:lnTo>
                  <a:lnTo>
                    <a:pt x="76014" y="9479"/>
                  </a:lnTo>
                  <a:lnTo>
                    <a:pt x="104265" y="8905"/>
                  </a:lnTo>
                  <a:lnTo>
                    <a:pt x="132516" y="22110"/>
                  </a:lnTo>
                  <a:lnTo>
                    <a:pt x="160766" y="0"/>
                  </a:lnTo>
                  <a:lnTo>
                    <a:pt x="189017" y="18160"/>
                  </a:lnTo>
                  <a:lnTo>
                    <a:pt x="217267" y="79995"/>
                  </a:lnTo>
                  <a:lnTo>
                    <a:pt x="245518" y="181222"/>
                  </a:lnTo>
                  <a:lnTo>
                    <a:pt x="248228" y="1883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7688" y="830879"/>
              <a:ext cx="4240806" cy="2431597"/>
            </a:xfrm>
            <a:custGeom>
              <a:avLst/>
              <a:pathLst>
                <a:path w="4240806" h="2431597">
                  <a:moveTo>
                    <a:pt x="0" y="2431597"/>
                  </a:moveTo>
                  <a:lnTo>
                    <a:pt x="3216" y="2422966"/>
                  </a:lnTo>
                  <a:lnTo>
                    <a:pt x="31466" y="2230150"/>
                  </a:lnTo>
                  <a:lnTo>
                    <a:pt x="59717" y="2054931"/>
                  </a:lnTo>
                  <a:lnTo>
                    <a:pt x="87968" y="1861737"/>
                  </a:lnTo>
                  <a:lnTo>
                    <a:pt x="116218" y="1612748"/>
                  </a:lnTo>
                  <a:lnTo>
                    <a:pt x="144469" y="1322686"/>
                  </a:lnTo>
                  <a:lnTo>
                    <a:pt x="172719" y="1054860"/>
                  </a:lnTo>
                  <a:lnTo>
                    <a:pt x="200970" y="796116"/>
                  </a:lnTo>
                  <a:lnTo>
                    <a:pt x="229221" y="717930"/>
                  </a:lnTo>
                  <a:lnTo>
                    <a:pt x="257471" y="759681"/>
                  </a:lnTo>
                  <a:lnTo>
                    <a:pt x="285722" y="893675"/>
                  </a:lnTo>
                  <a:lnTo>
                    <a:pt x="313973" y="1107350"/>
                  </a:lnTo>
                  <a:lnTo>
                    <a:pt x="342223" y="1287304"/>
                  </a:lnTo>
                  <a:lnTo>
                    <a:pt x="370474" y="1306290"/>
                  </a:lnTo>
                  <a:lnTo>
                    <a:pt x="398724" y="1324143"/>
                  </a:lnTo>
                  <a:lnTo>
                    <a:pt x="426975" y="1284534"/>
                  </a:lnTo>
                  <a:lnTo>
                    <a:pt x="455226" y="1177052"/>
                  </a:lnTo>
                  <a:lnTo>
                    <a:pt x="483476" y="912888"/>
                  </a:lnTo>
                  <a:lnTo>
                    <a:pt x="511727" y="627438"/>
                  </a:lnTo>
                  <a:lnTo>
                    <a:pt x="539977" y="524955"/>
                  </a:lnTo>
                  <a:lnTo>
                    <a:pt x="568228" y="349918"/>
                  </a:lnTo>
                  <a:lnTo>
                    <a:pt x="596479" y="195328"/>
                  </a:lnTo>
                  <a:lnTo>
                    <a:pt x="624729" y="84394"/>
                  </a:lnTo>
                  <a:lnTo>
                    <a:pt x="652980" y="0"/>
                  </a:lnTo>
                  <a:lnTo>
                    <a:pt x="681230" y="11743"/>
                  </a:lnTo>
                  <a:lnTo>
                    <a:pt x="709481" y="114916"/>
                  </a:lnTo>
                  <a:lnTo>
                    <a:pt x="737732" y="176355"/>
                  </a:lnTo>
                  <a:lnTo>
                    <a:pt x="765982" y="268945"/>
                  </a:lnTo>
                  <a:lnTo>
                    <a:pt x="794233" y="508249"/>
                  </a:lnTo>
                  <a:lnTo>
                    <a:pt x="822483" y="761506"/>
                  </a:lnTo>
                  <a:lnTo>
                    <a:pt x="850734" y="902187"/>
                  </a:lnTo>
                  <a:lnTo>
                    <a:pt x="878985" y="1007263"/>
                  </a:lnTo>
                  <a:lnTo>
                    <a:pt x="907235" y="1065620"/>
                  </a:lnTo>
                  <a:lnTo>
                    <a:pt x="935486" y="1084890"/>
                  </a:lnTo>
                  <a:lnTo>
                    <a:pt x="963736" y="1111745"/>
                  </a:lnTo>
                  <a:lnTo>
                    <a:pt x="991987" y="1192256"/>
                  </a:lnTo>
                  <a:lnTo>
                    <a:pt x="1020238" y="1095749"/>
                  </a:lnTo>
                  <a:lnTo>
                    <a:pt x="1048488" y="906785"/>
                  </a:lnTo>
                  <a:lnTo>
                    <a:pt x="1076739" y="994062"/>
                  </a:lnTo>
                  <a:lnTo>
                    <a:pt x="1104989" y="1130051"/>
                  </a:lnTo>
                  <a:lnTo>
                    <a:pt x="1133240" y="1239944"/>
                  </a:lnTo>
                  <a:lnTo>
                    <a:pt x="1161491" y="1283813"/>
                  </a:lnTo>
                  <a:lnTo>
                    <a:pt x="1189741" y="1422682"/>
                  </a:lnTo>
                  <a:lnTo>
                    <a:pt x="1217992" y="1662081"/>
                  </a:lnTo>
                  <a:lnTo>
                    <a:pt x="1246242" y="1787452"/>
                  </a:lnTo>
                  <a:lnTo>
                    <a:pt x="1274493" y="1817794"/>
                  </a:lnTo>
                  <a:lnTo>
                    <a:pt x="1302744" y="1699175"/>
                  </a:lnTo>
                  <a:lnTo>
                    <a:pt x="1330994" y="1543509"/>
                  </a:lnTo>
                  <a:lnTo>
                    <a:pt x="1359245" y="1436347"/>
                  </a:lnTo>
                  <a:lnTo>
                    <a:pt x="1387495" y="1349526"/>
                  </a:lnTo>
                  <a:lnTo>
                    <a:pt x="1415746" y="1270686"/>
                  </a:lnTo>
                  <a:lnTo>
                    <a:pt x="1443997" y="1239576"/>
                  </a:lnTo>
                  <a:lnTo>
                    <a:pt x="1472247" y="1103523"/>
                  </a:lnTo>
                  <a:lnTo>
                    <a:pt x="1500498" y="968383"/>
                  </a:lnTo>
                  <a:lnTo>
                    <a:pt x="1528748" y="818009"/>
                  </a:lnTo>
                  <a:lnTo>
                    <a:pt x="1556999" y="574634"/>
                  </a:lnTo>
                  <a:lnTo>
                    <a:pt x="1585250" y="293903"/>
                  </a:lnTo>
                  <a:lnTo>
                    <a:pt x="1613500" y="111673"/>
                  </a:lnTo>
                  <a:lnTo>
                    <a:pt x="1641751" y="53159"/>
                  </a:lnTo>
                  <a:lnTo>
                    <a:pt x="1670002" y="106936"/>
                  </a:lnTo>
                  <a:lnTo>
                    <a:pt x="1698252" y="318541"/>
                  </a:lnTo>
                  <a:lnTo>
                    <a:pt x="1726503" y="624636"/>
                  </a:lnTo>
                  <a:lnTo>
                    <a:pt x="1754753" y="803563"/>
                  </a:lnTo>
                  <a:lnTo>
                    <a:pt x="1783004" y="754759"/>
                  </a:lnTo>
                  <a:lnTo>
                    <a:pt x="1811255" y="663426"/>
                  </a:lnTo>
                  <a:lnTo>
                    <a:pt x="1839505" y="502416"/>
                  </a:lnTo>
                  <a:lnTo>
                    <a:pt x="1867756" y="381333"/>
                  </a:lnTo>
                  <a:lnTo>
                    <a:pt x="1896006" y="442613"/>
                  </a:lnTo>
                  <a:lnTo>
                    <a:pt x="1924257" y="556262"/>
                  </a:lnTo>
                  <a:lnTo>
                    <a:pt x="1952508" y="763292"/>
                  </a:lnTo>
                  <a:lnTo>
                    <a:pt x="1980758" y="1083776"/>
                  </a:lnTo>
                  <a:lnTo>
                    <a:pt x="2009009" y="1461082"/>
                  </a:lnTo>
                  <a:lnTo>
                    <a:pt x="2037259" y="1727541"/>
                  </a:lnTo>
                  <a:lnTo>
                    <a:pt x="2065510" y="1736819"/>
                  </a:lnTo>
                  <a:lnTo>
                    <a:pt x="2093761" y="1702472"/>
                  </a:lnTo>
                  <a:lnTo>
                    <a:pt x="2122011" y="1700255"/>
                  </a:lnTo>
                  <a:lnTo>
                    <a:pt x="2150262" y="1638161"/>
                  </a:lnTo>
                  <a:lnTo>
                    <a:pt x="2178512" y="1522901"/>
                  </a:lnTo>
                  <a:lnTo>
                    <a:pt x="2206763" y="1451389"/>
                  </a:lnTo>
                  <a:lnTo>
                    <a:pt x="2235014" y="1458845"/>
                  </a:lnTo>
                  <a:lnTo>
                    <a:pt x="2263264" y="1554989"/>
                  </a:lnTo>
                  <a:lnTo>
                    <a:pt x="2291515" y="1510118"/>
                  </a:lnTo>
                  <a:lnTo>
                    <a:pt x="2319765" y="1413497"/>
                  </a:lnTo>
                  <a:lnTo>
                    <a:pt x="2348016" y="1331973"/>
                  </a:lnTo>
                  <a:lnTo>
                    <a:pt x="2376267" y="1276065"/>
                  </a:lnTo>
                  <a:lnTo>
                    <a:pt x="2404517" y="1264285"/>
                  </a:lnTo>
                  <a:lnTo>
                    <a:pt x="2432768" y="1250067"/>
                  </a:lnTo>
                  <a:lnTo>
                    <a:pt x="2461018" y="1362034"/>
                  </a:lnTo>
                  <a:lnTo>
                    <a:pt x="2489269" y="1503334"/>
                  </a:lnTo>
                  <a:lnTo>
                    <a:pt x="2517520" y="1595780"/>
                  </a:lnTo>
                  <a:lnTo>
                    <a:pt x="2545770" y="1711095"/>
                  </a:lnTo>
                  <a:lnTo>
                    <a:pt x="2574021" y="1584519"/>
                  </a:lnTo>
                  <a:lnTo>
                    <a:pt x="2602271" y="1471093"/>
                  </a:lnTo>
                  <a:lnTo>
                    <a:pt x="2630522" y="1466406"/>
                  </a:lnTo>
                  <a:lnTo>
                    <a:pt x="2658773" y="1599232"/>
                  </a:lnTo>
                  <a:lnTo>
                    <a:pt x="2687023" y="1757725"/>
                  </a:lnTo>
                  <a:lnTo>
                    <a:pt x="2715274" y="1730216"/>
                  </a:lnTo>
                  <a:lnTo>
                    <a:pt x="2743524" y="1810993"/>
                  </a:lnTo>
                  <a:lnTo>
                    <a:pt x="2771775" y="1800115"/>
                  </a:lnTo>
                  <a:lnTo>
                    <a:pt x="2800026" y="1814680"/>
                  </a:lnTo>
                  <a:lnTo>
                    <a:pt x="2828276" y="1806691"/>
                  </a:lnTo>
                  <a:lnTo>
                    <a:pt x="2856527" y="1817417"/>
                  </a:lnTo>
                  <a:lnTo>
                    <a:pt x="2884777" y="1860852"/>
                  </a:lnTo>
                  <a:lnTo>
                    <a:pt x="2913028" y="1731520"/>
                  </a:lnTo>
                  <a:lnTo>
                    <a:pt x="2941279" y="1567165"/>
                  </a:lnTo>
                  <a:lnTo>
                    <a:pt x="2969529" y="1403351"/>
                  </a:lnTo>
                  <a:lnTo>
                    <a:pt x="2997780" y="1243953"/>
                  </a:lnTo>
                  <a:lnTo>
                    <a:pt x="3026030" y="1082240"/>
                  </a:lnTo>
                  <a:lnTo>
                    <a:pt x="3054281" y="879400"/>
                  </a:lnTo>
                  <a:lnTo>
                    <a:pt x="3082532" y="824901"/>
                  </a:lnTo>
                  <a:lnTo>
                    <a:pt x="3110782" y="966613"/>
                  </a:lnTo>
                  <a:lnTo>
                    <a:pt x="3139033" y="1047680"/>
                  </a:lnTo>
                  <a:lnTo>
                    <a:pt x="3167284" y="998477"/>
                  </a:lnTo>
                  <a:lnTo>
                    <a:pt x="3195534" y="928239"/>
                  </a:lnTo>
                  <a:lnTo>
                    <a:pt x="3223785" y="1024221"/>
                  </a:lnTo>
                  <a:lnTo>
                    <a:pt x="3252035" y="1110822"/>
                  </a:lnTo>
                  <a:lnTo>
                    <a:pt x="3280286" y="1211031"/>
                  </a:lnTo>
                  <a:lnTo>
                    <a:pt x="3308537" y="1279454"/>
                  </a:lnTo>
                  <a:lnTo>
                    <a:pt x="3336787" y="1386430"/>
                  </a:lnTo>
                  <a:lnTo>
                    <a:pt x="3365038" y="1511628"/>
                  </a:lnTo>
                  <a:lnTo>
                    <a:pt x="3393288" y="1548418"/>
                  </a:lnTo>
                  <a:lnTo>
                    <a:pt x="3421539" y="1720221"/>
                  </a:lnTo>
                  <a:lnTo>
                    <a:pt x="3449790" y="1818686"/>
                  </a:lnTo>
                  <a:lnTo>
                    <a:pt x="3478040" y="1949446"/>
                  </a:lnTo>
                  <a:lnTo>
                    <a:pt x="3506291" y="2045842"/>
                  </a:lnTo>
                  <a:lnTo>
                    <a:pt x="3534541" y="2109941"/>
                  </a:lnTo>
                  <a:lnTo>
                    <a:pt x="3562792" y="2152808"/>
                  </a:lnTo>
                  <a:lnTo>
                    <a:pt x="3591043" y="2057066"/>
                  </a:lnTo>
                  <a:lnTo>
                    <a:pt x="3619293" y="2010554"/>
                  </a:lnTo>
                  <a:lnTo>
                    <a:pt x="3647544" y="1983585"/>
                  </a:lnTo>
                  <a:lnTo>
                    <a:pt x="3675794" y="1996808"/>
                  </a:lnTo>
                  <a:lnTo>
                    <a:pt x="3704045" y="2012357"/>
                  </a:lnTo>
                  <a:lnTo>
                    <a:pt x="3732296" y="2005441"/>
                  </a:lnTo>
                  <a:lnTo>
                    <a:pt x="3760546" y="2039583"/>
                  </a:lnTo>
                  <a:lnTo>
                    <a:pt x="3788797" y="2045138"/>
                  </a:lnTo>
                  <a:lnTo>
                    <a:pt x="3817047" y="1892325"/>
                  </a:lnTo>
                  <a:lnTo>
                    <a:pt x="3845298" y="1641985"/>
                  </a:lnTo>
                  <a:lnTo>
                    <a:pt x="3873549" y="1463245"/>
                  </a:lnTo>
                  <a:lnTo>
                    <a:pt x="3901799" y="1487462"/>
                  </a:lnTo>
                  <a:lnTo>
                    <a:pt x="3930050" y="1596860"/>
                  </a:lnTo>
                  <a:lnTo>
                    <a:pt x="3958300" y="1566512"/>
                  </a:lnTo>
                  <a:lnTo>
                    <a:pt x="3986551" y="1654954"/>
                  </a:lnTo>
                  <a:lnTo>
                    <a:pt x="4014802" y="1818985"/>
                  </a:lnTo>
                  <a:lnTo>
                    <a:pt x="4043052" y="1791547"/>
                  </a:lnTo>
                  <a:lnTo>
                    <a:pt x="4071303" y="1587039"/>
                  </a:lnTo>
                  <a:lnTo>
                    <a:pt x="4099553" y="1341705"/>
                  </a:lnTo>
                  <a:lnTo>
                    <a:pt x="4127804" y="1298181"/>
                  </a:lnTo>
                  <a:lnTo>
                    <a:pt x="4156055" y="1286997"/>
                  </a:lnTo>
                  <a:lnTo>
                    <a:pt x="4184305" y="1185670"/>
                  </a:lnTo>
                  <a:lnTo>
                    <a:pt x="4212556" y="1268863"/>
                  </a:lnTo>
                  <a:lnTo>
                    <a:pt x="4240806" y="1365862"/>
                  </a:lnTo>
                  <a:lnTo>
                    <a:pt x="4240806" y="13658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551565" y="830879"/>
              <a:ext cx="8446930" cy="2431597"/>
            </a:xfrm>
            <a:custGeom>
              <a:avLst/>
              <a:pathLst>
                <a:path w="8446930" h="2431597">
                  <a:moveTo>
                    <a:pt x="0" y="2431597"/>
                  </a:moveTo>
                  <a:lnTo>
                    <a:pt x="28250" y="2431597"/>
                  </a:lnTo>
                  <a:lnTo>
                    <a:pt x="56501" y="2431597"/>
                  </a:lnTo>
                  <a:lnTo>
                    <a:pt x="84751" y="2431597"/>
                  </a:lnTo>
                  <a:lnTo>
                    <a:pt x="113002" y="2431597"/>
                  </a:lnTo>
                  <a:lnTo>
                    <a:pt x="141253" y="2431597"/>
                  </a:lnTo>
                  <a:lnTo>
                    <a:pt x="169503" y="2431597"/>
                  </a:lnTo>
                  <a:lnTo>
                    <a:pt x="197754" y="2431597"/>
                  </a:lnTo>
                  <a:lnTo>
                    <a:pt x="226004" y="2431597"/>
                  </a:lnTo>
                  <a:lnTo>
                    <a:pt x="254255" y="2431597"/>
                  </a:lnTo>
                  <a:lnTo>
                    <a:pt x="282506" y="2431597"/>
                  </a:lnTo>
                  <a:lnTo>
                    <a:pt x="310756" y="2431597"/>
                  </a:lnTo>
                  <a:lnTo>
                    <a:pt x="339007" y="2431597"/>
                  </a:lnTo>
                  <a:lnTo>
                    <a:pt x="367257" y="2431597"/>
                  </a:lnTo>
                  <a:lnTo>
                    <a:pt x="395508" y="2431597"/>
                  </a:lnTo>
                  <a:lnTo>
                    <a:pt x="423759" y="2431597"/>
                  </a:lnTo>
                  <a:lnTo>
                    <a:pt x="452009" y="2431597"/>
                  </a:lnTo>
                  <a:lnTo>
                    <a:pt x="480260" y="2431597"/>
                  </a:lnTo>
                  <a:lnTo>
                    <a:pt x="508510" y="2431597"/>
                  </a:lnTo>
                  <a:lnTo>
                    <a:pt x="536761" y="2431597"/>
                  </a:lnTo>
                  <a:lnTo>
                    <a:pt x="565012" y="2431597"/>
                  </a:lnTo>
                  <a:lnTo>
                    <a:pt x="593262" y="2431597"/>
                  </a:lnTo>
                  <a:lnTo>
                    <a:pt x="621513" y="2431597"/>
                  </a:lnTo>
                  <a:lnTo>
                    <a:pt x="649763" y="2431597"/>
                  </a:lnTo>
                  <a:lnTo>
                    <a:pt x="678014" y="2431597"/>
                  </a:lnTo>
                  <a:lnTo>
                    <a:pt x="706265" y="2429816"/>
                  </a:lnTo>
                  <a:lnTo>
                    <a:pt x="734515" y="2373933"/>
                  </a:lnTo>
                  <a:lnTo>
                    <a:pt x="762766" y="2393290"/>
                  </a:lnTo>
                  <a:lnTo>
                    <a:pt x="791016" y="2431597"/>
                  </a:lnTo>
                  <a:lnTo>
                    <a:pt x="819267" y="2431597"/>
                  </a:lnTo>
                  <a:lnTo>
                    <a:pt x="847518" y="2431597"/>
                  </a:lnTo>
                  <a:lnTo>
                    <a:pt x="875768" y="2431597"/>
                  </a:lnTo>
                  <a:lnTo>
                    <a:pt x="904019" y="2431597"/>
                  </a:lnTo>
                  <a:lnTo>
                    <a:pt x="932269" y="2431597"/>
                  </a:lnTo>
                  <a:lnTo>
                    <a:pt x="960520" y="2431597"/>
                  </a:lnTo>
                  <a:lnTo>
                    <a:pt x="988771" y="2431597"/>
                  </a:lnTo>
                  <a:lnTo>
                    <a:pt x="1017021" y="2431597"/>
                  </a:lnTo>
                  <a:lnTo>
                    <a:pt x="1045272" y="2431597"/>
                  </a:lnTo>
                  <a:lnTo>
                    <a:pt x="1073522" y="2431597"/>
                  </a:lnTo>
                  <a:lnTo>
                    <a:pt x="1101773" y="2431597"/>
                  </a:lnTo>
                  <a:lnTo>
                    <a:pt x="1130024" y="2431597"/>
                  </a:lnTo>
                  <a:lnTo>
                    <a:pt x="1158274" y="2379269"/>
                  </a:lnTo>
                  <a:lnTo>
                    <a:pt x="1186525" y="2424145"/>
                  </a:lnTo>
                  <a:lnTo>
                    <a:pt x="1214775" y="2431597"/>
                  </a:lnTo>
                  <a:lnTo>
                    <a:pt x="1243026" y="2431597"/>
                  </a:lnTo>
                  <a:lnTo>
                    <a:pt x="1271277" y="2431597"/>
                  </a:lnTo>
                  <a:lnTo>
                    <a:pt x="1299527" y="2431597"/>
                  </a:lnTo>
                  <a:lnTo>
                    <a:pt x="1327778" y="2431597"/>
                  </a:lnTo>
                  <a:lnTo>
                    <a:pt x="1356028" y="2431597"/>
                  </a:lnTo>
                  <a:lnTo>
                    <a:pt x="1384279" y="2431597"/>
                  </a:lnTo>
                  <a:lnTo>
                    <a:pt x="1412530" y="2431597"/>
                  </a:lnTo>
                  <a:lnTo>
                    <a:pt x="1440780" y="2431597"/>
                  </a:lnTo>
                  <a:lnTo>
                    <a:pt x="1469031" y="2431597"/>
                  </a:lnTo>
                  <a:lnTo>
                    <a:pt x="1497282" y="2431597"/>
                  </a:lnTo>
                  <a:lnTo>
                    <a:pt x="1525532" y="2431597"/>
                  </a:lnTo>
                  <a:lnTo>
                    <a:pt x="1553783" y="2431597"/>
                  </a:lnTo>
                  <a:lnTo>
                    <a:pt x="1582033" y="2431597"/>
                  </a:lnTo>
                  <a:lnTo>
                    <a:pt x="1610284" y="2431597"/>
                  </a:lnTo>
                  <a:lnTo>
                    <a:pt x="1638535" y="2431597"/>
                  </a:lnTo>
                  <a:lnTo>
                    <a:pt x="1666785" y="2431597"/>
                  </a:lnTo>
                  <a:lnTo>
                    <a:pt x="1695036" y="2431597"/>
                  </a:lnTo>
                  <a:lnTo>
                    <a:pt x="1723286" y="2431597"/>
                  </a:lnTo>
                  <a:lnTo>
                    <a:pt x="1751537" y="2431597"/>
                  </a:lnTo>
                  <a:lnTo>
                    <a:pt x="1779788" y="2431597"/>
                  </a:lnTo>
                  <a:lnTo>
                    <a:pt x="1808038" y="2431597"/>
                  </a:lnTo>
                  <a:lnTo>
                    <a:pt x="1836289" y="2431597"/>
                  </a:lnTo>
                  <a:lnTo>
                    <a:pt x="1864539" y="2431597"/>
                  </a:lnTo>
                  <a:lnTo>
                    <a:pt x="1892790" y="2431597"/>
                  </a:lnTo>
                  <a:lnTo>
                    <a:pt x="1921041" y="2431597"/>
                  </a:lnTo>
                  <a:lnTo>
                    <a:pt x="1949291" y="2431597"/>
                  </a:lnTo>
                  <a:lnTo>
                    <a:pt x="1977542" y="2431597"/>
                  </a:lnTo>
                  <a:lnTo>
                    <a:pt x="2005792" y="2431597"/>
                  </a:lnTo>
                  <a:lnTo>
                    <a:pt x="2034043" y="2431597"/>
                  </a:lnTo>
                  <a:lnTo>
                    <a:pt x="2062294" y="2431597"/>
                  </a:lnTo>
                  <a:lnTo>
                    <a:pt x="2090544" y="2431597"/>
                  </a:lnTo>
                  <a:lnTo>
                    <a:pt x="2118795" y="2431597"/>
                  </a:lnTo>
                  <a:lnTo>
                    <a:pt x="2147045" y="2431597"/>
                  </a:lnTo>
                  <a:lnTo>
                    <a:pt x="2175296" y="2431597"/>
                  </a:lnTo>
                  <a:lnTo>
                    <a:pt x="2203547" y="2431597"/>
                  </a:lnTo>
                  <a:lnTo>
                    <a:pt x="2231797" y="2431597"/>
                  </a:lnTo>
                  <a:lnTo>
                    <a:pt x="2260048" y="2431597"/>
                  </a:lnTo>
                  <a:lnTo>
                    <a:pt x="2288298" y="2431597"/>
                  </a:lnTo>
                  <a:lnTo>
                    <a:pt x="2316549" y="2431597"/>
                  </a:lnTo>
                  <a:lnTo>
                    <a:pt x="2344800" y="2431597"/>
                  </a:lnTo>
                  <a:lnTo>
                    <a:pt x="2373050" y="2431597"/>
                  </a:lnTo>
                  <a:lnTo>
                    <a:pt x="2401301" y="2431597"/>
                  </a:lnTo>
                  <a:lnTo>
                    <a:pt x="2429551" y="2431597"/>
                  </a:lnTo>
                  <a:lnTo>
                    <a:pt x="2457802" y="2431597"/>
                  </a:lnTo>
                  <a:lnTo>
                    <a:pt x="2486053" y="2431597"/>
                  </a:lnTo>
                  <a:lnTo>
                    <a:pt x="2514303" y="2431597"/>
                  </a:lnTo>
                  <a:lnTo>
                    <a:pt x="2542554" y="2431597"/>
                  </a:lnTo>
                  <a:lnTo>
                    <a:pt x="2570804" y="2431597"/>
                  </a:lnTo>
                  <a:lnTo>
                    <a:pt x="2599055" y="2431597"/>
                  </a:lnTo>
                  <a:lnTo>
                    <a:pt x="2627306" y="2431597"/>
                  </a:lnTo>
                  <a:lnTo>
                    <a:pt x="2655556" y="2431597"/>
                  </a:lnTo>
                  <a:lnTo>
                    <a:pt x="2683807" y="2431597"/>
                  </a:lnTo>
                  <a:lnTo>
                    <a:pt x="2712057" y="2431597"/>
                  </a:lnTo>
                  <a:lnTo>
                    <a:pt x="2740308" y="2431597"/>
                  </a:lnTo>
                  <a:lnTo>
                    <a:pt x="2768559" y="2431597"/>
                  </a:lnTo>
                  <a:lnTo>
                    <a:pt x="2796809" y="2431597"/>
                  </a:lnTo>
                  <a:lnTo>
                    <a:pt x="2825060" y="2431597"/>
                  </a:lnTo>
                  <a:lnTo>
                    <a:pt x="2853310" y="2431597"/>
                  </a:lnTo>
                  <a:lnTo>
                    <a:pt x="2881561" y="2431597"/>
                  </a:lnTo>
                  <a:lnTo>
                    <a:pt x="2909812" y="2431597"/>
                  </a:lnTo>
                  <a:lnTo>
                    <a:pt x="2938062" y="2431597"/>
                  </a:lnTo>
                  <a:lnTo>
                    <a:pt x="2966313" y="2431597"/>
                  </a:lnTo>
                  <a:lnTo>
                    <a:pt x="2994564" y="2431597"/>
                  </a:lnTo>
                  <a:lnTo>
                    <a:pt x="3022814" y="2431597"/>
                  </a:lnTo>
                  <a:lnTo>
                    <a:pt x="3051065" y="2431597"/>
                  </a:lnTo>
                  <a:lnTo>
                    <a:pt x="3079315" y="2431597"/>
                  </a:lnTo>
                  <a:lnTo>
                    <a:pt x="3107566" y="2431597"/>
                  </a:lnTo>
                  <a:lnTo>
                    <a:pt x="3135817" y="2431597"/>
                  </a:lnTo>
                  <a:lnTo>
                    <a:pt x="3164067" y="2431597"/>
                  </a:lnTo>
                  <a:lnTo>
                    <a:pt x="3192318" y="2431597"/>
                  </a:lnTo>
                  <a:lnTo>
                    <a:pt x="3220568" y="2431597"/>
                  </a:lnTo>
                  <a:lnTo>
                    <a:pt x="3248819" y="2431597"/>
                  </a:lnTo>
                  <a:lnTo>
                    <a:pt x="3277070" y="2431597"/>
                  </a:lnTo>
                  <a:lnTo>
                    <a:pt x="3305320" y="2431597"/>
                  </a:lnTo>
                  <a:lnTo>
                    <a:pt x="3333571" y="2431597"/>
                  </a:lnTo>
                  <a:lnTo>
                    <a:pt x="3361821" y="2431597"/>
                  </a:lnTo>
                  <a:lnTo>
                    <a:pt x="3390072" y="2431597"/>
                  </a:lnTo>
                  <a:lnTo>
                    <a:pt x="3418323" y="2431597"/>
                  </a:lnTo>
                  <a:lnTo>
                    <a:pt x="3446573" y="2431597"/>
                  </a:lnTo>
                  <a:lnTo>
                    <a:pt x="3474824" y="2431597"/>
                  </a:lnTo>
                  <a:lnTo>
                    <a:pt x="3503074" y="2431597"/>
                  </a:lnTo>
                  <a:lnTo>
                    <a:pt x="3531325" y="2431597"/>
                  </a:lnTo>
                  <a:lnTo>
                    <a:pt x="3559576" y="2431597"/>
                  </a:lnTo>
                  <a:lnTo>
                    <a:pt x="3587826" y="2421946"/>
                  </a:lnTo>
                  <a:lnTo>
                    <a:pt x="3616077" y="2319291"/>
                  </a:lnTo>
                  <a:lnTo>
                    <a:pt x="3644327" y="2252706"/>
                  </a:lnTo>
                  <a:lnTo>
                    <a:pt x="3672578" y="2252131"/>
                  </a:lnTo>
                  <a:lnTo>
                    <a:pt x="3700829" y="2265336"/>
                  </a:lnTo>
                  <a:lnTo>
                    <a:pt x="3729079" y="2243226"/>
                  </a:lnTo>
                  <a:lnTo>
                    <a:pt x="3757330" y="2261386"/>
                  </a:lnTo>
                  <a:lnTo>
                    <a:pt x="3785580" y="2323221"/>
                  </a:lnTo>
                  <a:lnTo>
                    <a:pt x="3813831" y="2424448"/>
                  </a:lnTo>
                  <a:lnTo>
                    <a:pt x="3842082" y="2431597"/>
                  </a:lnTo>
                  <a:lnTo>
                    <a:pt x="3870332" y="2431597"/>
                  </a:lnTo>
                  <a:lnTo>
                    <a:pt x="3898583" y="2431597"/>
                  </a:lnTo>
                  <a:lnTo>
                    <a:pt x="3926833" y="2431597"/>
                  </a:lnTo>
                  <a:lnTo>
                    <a:pt x="3955084" y="2431597"/>
                  </a:lnTo>
                  <a:lnTo>
                    <a:pt x="3983335" y="2431597"/>
                  </a:lnTo>
                  <a:lnTo>
                    <a:pt x="4011585" y="2431597"/>
                  </a:lnTo>
                  <a:lnTo>
                    <a:pt x="4039836" y="2431597"/>
                  </a:lnTo>
                  <a:lnTo>
                    <a:pt x="4068086" y="2431597"/>
                  </a:lnTo>
                  <a:lnTo>
                    <a:pt x="4096337" y="2431597"/>
                  </a:lnTo>
                  <a:lnTo>
                    <a:pt x="4124588" y="2431597"/>
                  </a:lnTo>
                  <a:lnTo>
                    <a:pt x="4152838" y="2431597"/>
                  </a:lnTo>
                  <a:lnTo>
                    <a:pt x="4181089" y="2431597"/>
                  </a:lnTo>
                  <a:lnTo>
                    <a:pt x="4209339" y="2422966"/>
                  </a:lnTo>
                  <a:lnTo>
                    <a:pt x="4237590" y="2230150"/>
                  </a:lnTo>
                  <a:lnTo>
                    <a:pt x="4265841" y="2054931"/>
                  </a:lnTo>
                  <a:lnTo>
                    <a:pt x="4294091" y="1861737"/>
                  </a:lnTo>
                  <a:lnTo>
                    <a:pt x="4322342" y="1612748"/>
                  </a:lnTo>
                  <a:lnTo>
                    <a:pt x="4350593" y="1322686"/>
                  </a:lnTo>
                  <a:lnTo>
                    <a:pt x="4378843" y="1054860"/>
                  </a:lnTo>
                  <a:lnTo>
                    <a:pt x="4407094" y="796116"/>
                  </a:lnTo>
                  <a:lnTo>
                    <a:pt x="4435344" y="717930"/>
                  </a:lnTo>
                  <a:lnTo>
                    <a:pt x="4463595" y="759681"/>
                  </a:lnTo>
                  <a:lnTo>
                    <a:pt x="4491846" y="893675"/>
                  </a:lnTo>
                  <a:lnTo>
                    <a:pt x="4520096" y="1107350"/>
                  </a:lnTo>
                  <a:lnTo>
                    <a:pt x="4548347" y="1287304"/>
                  </a:lnTo>
                  <a:lnTo>
                    <a:pt x="4576597" y="1306290"/>
                  </a:lnTo>
                  <a:lnTo>
                    <a:pt x="4604848" y="1324143"/>
                  </a:lnTo>
                  <a:lnTo>
                    <a:pt x="4633099" y="1284534"/>
                  </a:lnTo>
                  <a:lnTo>
                    <a:pt x="4661349" y="1177052"/>
                  </a:lnTo>
                  <a:lnTo>
                    <a:pt x="4689600" y="912888"/>
                  </a:lnTo>
                  <a:lnTo>
                    <a:pt x="4717850" y="627438"/>
                  </a:lnTo>
                  <a:lnTo>
                    <a:pt x="4746101" y="524955"/>
                  </a:lnTo>
                  <a:lnTo>
                    <a:pt x="4774352" y="349918"/>
                  </a:lnTo>
                  <a:lnTo>
                    <a:pt x="4802602" y="195328"/>
                  </a:lnTo>
                  <a:lnTo>
                    <a:pt x="4830853" y="84394"/>
                  </a:lnTo>
                  <a:lnTo>
                    <a:pt x="4859103" y="0"/>
                  </a:lnTo>
                  <a:lnTo>
                    <a:pt x="4887354" y="11743"/>
                  </a:lnTo>
                  <a:lnTo>
                    <a:pt x="4915605" y="114916"/>
                  </a:lnTo>
                  <a:lnTo>
                    <a:pt x="4943855" y="176355"/>
                  </a:lnTo>
                  <a:lnTo>
                    <a:pt x="4972106" y="268945"/>
                  </a:lnTo>
                  <a:lnTo>
                    <a:pt x="5000356" y="508249"/>
                  </a:lnTo>
                  <a:lnTo>
                    <a:pt x="5028607" y="761506"/>
                  </a:lnTo>
                  <a:lnTo>
                    <a:pt x="5056858" y="902187"/>
                  </a:lnTo>
                  <a:lnTo>
                    <a:pt x="5085108" y="1007263"/>
                  </a:lnTo>
                  <a:lnTo>
                    <a:pt x="5113359" y="1065620"/>
                  </a:lnTo>
                  <a:lnTo>
                    <a:pt x="5141609" y="1084890"/>
                  </a:lnTo>
                  <a:lnTo>
                    <a:pt x="5169860" y="1111745"/>
                  </a:lnTo>
                  <a:lnTo>
                    <a:pt x="5198111" y="1192256"/>
                  </a:lnTo>
                  <a:lnTo>
                    <a:pt x="5226361" y="1095749"/>
                  </a:lnTo>
                  <a:lnTo>
                    <a:pt x="5254612" y="906785"/>
                  </a:lnTo>
                  <a:lnTo>
                    <a:pt x="5282862" y="994062"/>
                  </a:lnTo>
                  <a:lnTo>
                    <a:pt x="5311113" y="1130051"/>
                  </a:lnTo>
                  <a:lnTo>
                    <a:pt x="5339364" y="1239944"/>
                  </a:lnTo>
                  <a:lnTo>
                    <a:pt x="5367614" y="1283813"/>
                  </a:lnTo>
                  <a:lnTo>
                    <a:pt x="5395865" y="1422682"/>
                  </a:lnTo>
                  <a:lnTo>
                    <a:pt x="5424115" y="1662081"/>
                  </a:lnTo>
                  <a:lnTo>
                    <a:pt x="5452366" y="1787452"/>
                  </a:lnTo>
                  <a:lnTo>
                    <a:pt x="5480617" y="1817794"/>
                  </a:lnTo>
                  <a:lnTo>
                    <a:pt x="5508867" y="1699175"/>
                  </a:lnTo>
                  <a:lnTo>
                    <a:pt x="5537118" y="1543509"/>
                  </a:lnTo>
                  <a:lnTo>
                    <a:pt x="5565368" y="1436347"/>
                  </a:lnTo>
                  <a:lnTo>
                    <a:pt x="5593619" y="1349526"/>
                  </a:lnTo>
                  <a:lnTo>
                    <a:pt x="5621870" y="1270686"/>
                  </a:lnTo>
                  <a:lnTo>
                    <a:pt x="5650120" y="1239576"/>
                  </a:lnTo>
                  <a:lnTo>
                    <a:pt x="5678371" y="1103523"/>
                  </a:lnTo>
                  <a:lnTo>
                    <a:pt x="5706621" y="968383"/>
                  </a:lnTo>
                  <a:lnTo>
                    <a:pt x="5734872" y="818009"/>
                  </a:lnTo>
                  <a:lnTo>
                    <a:pt x="5763123" y="574634"/>
                  </a:lnTo>
                  <a:lnTo>
                    <a:pt x="5791373" y="293903"/>
                  </a:lnTo>
                  <a:lnTo>
                    <a:pt x="5819624" y="111673"/>
                  </a:lnTo>
                  <a:lnTo>
                    <a:pt x="5847875" y="53159"/>
                  </a:lnTo>
                  <a:lnTo>
                    <a:pt x="5876125" y="106936"/>
                  </a:lnTo>
                  <a:lnTo>
                    <a:pt x="5904376" y="318541"/>
                  </a:lnTo>
                  <a:lnTo>
                    <a:pt x="5932626" y="624636"/>
                  </a:lnTo>
                  <a:lnTo>
                    <a:pt x="5960877" y="803563"/>
                  </a:lnTo>
                  <a:lnTo>
                    <a:pt x="5989128" y="754759"/>
                  </a:lnTo>
                  <a:lnTo>
                    <a:pt x="6017378" y="663426"/>
                  </a:lnTo>
                  <a:lnTo>
                    <a:pt x="6045629" y="502416"/>
                  </a:lnTo>
                  <a:lnTo>
                    <a:pt x="6073879" y="381333"/>
                  </a:lnTo>
                  <a:lnTo>
                    <a:pt x="6102130" y="442613"/>
                  </a:lnTo>
                  <a:lnTo>
                    <a:pt x="6130381" y="556262"/>
                  </a:lnTo>
                  <a:lnTo>
                    <a:pt x="6158631" y="763292"/>
                  </a:lnTo>
                  <a:lnTo>
                    <a:pt x="6186882" y="1083776"/>
                  </a:lnTo>
                  <a:lnTo>
                    <a:pt x="6215132" y="1461082"/>
                  </a:lnTo>
                  <a:lnTo>
                    <a:pt x="6243383" y="1727541"/>
                  </a:lnTo>
                  <a:lnTo>
                    <a:pt x="6271634" y="1736819"/>
                  </a:lnTo>
                  <a:lnTo>
                    <a:pt x="6299884" y="1702472"/>
                  </a:lnTo>
                  <a:lnTo>
                    <a:pt x="6328135" y="1700255"/>
                  </a:lnTo>
                  <a:lnTo>
                    <a:pt x="6356385" y="1638161"/>
                  </a:lnTo>
                  <a:lnTo>
                    <a:pt x="6384636" y="1522901"/>
                  </a:lnTo>
                  <a:lnTo>
                    <a:pt x="6412887" y="1451389"/>
                  </a:lnTo>
                  <a:lnTo>
                    <a:pt x="6441137" y="1458845"/>
                  </a:lnTo>
                  <a:lnTo>
                    <a:pt x="6469388" y="1554989"/>
                  </a:lnTo>
                  <a:lnTo>
                    <a:pt x="6497638" y="1510118"/>
                  </a:lnTo>
                  <a:lnTo>
                    <a:pt x="6525889" y="1413497"/>
                  </a:lnTo>
                  <a:lnTo>
                    <a:pt x="6554140" y="1331973"/>
                  </a:lnTo>
                  <a:lnTo>
                    <a:pt x="6582390" y="1276065"/>
                  </a:lnTo>
                  <a:lnTo>
                    <a:pt x="6610641" y="1264285"/>
                  </a:lnTo>
                  <a:lnTo>
                    <a:pt x="6638891" y="1250067"/>
                  </a:lnTo>
                  <a:lnTo>
                    <a:pt x="6667142" y="1362034"/>
                  </a:lnTo>
                  <a:lnTo>
                    <a:pt x="6695393" y="1503334"/>
                  </a:lnTo>
                  <a:lnTo>
                    <a:pt x="6723643" y="1595780"/>
                  </a:lnTo>
                  <a:lnTo>
                    <a:pt x="6751894" y="1711095"/>
                  </a:lnTo>
                  <a:lnTo>
                    <a:pt x="6780144" y="1584519"/>
                  </a:lnTo>
                  <a:lnTo>
                    <a:pt x="6808395" y="1471093"/>
                  </a:lnTo>
                  <a:lnTo>
                    <a:pt x="6836646" y="1466406"/>
                  </a:lnTo>
                  <a:lnTo>
                    <a:pt x="6864896" y="1599232"/>
                  </a:lnTo>
                  <a:lnTo>
                    <a:pt x="6893147" y="1757725"/>
                  </a:lnTo>
                  <a:lnTo>
                    <a:pt x="6921397" y="1730216"/>
                  </a:lnTo>
                  <a:lnTo>
                    <a:pt x="6949648" y="1810993"/>
                  </a:lnTo>
                  <a:lnTo>
                    <a:pt x="6977899" y="1800115"/>
                  </a:lnTo>
                  <a:lnTo>
                    <a:pt x="7006149" y="1814680"/>
                  </a:lnTo>
                  <a:lnTo>
                    <a:pt x="7034400" y="1806691"/>
                  </a:lnTo>
                  <a:lnTo>
                    <a:pt x="7062650" y="1817417"/>
                  </a:lnTo>
                  <a:lnTo>
                    <a:pt x="7090901" y="1860852"/>
                  </a:lnTo>
                  <a:lnTo>
                    <a:pt x="7119152" y="1731520"/>
                  </a:lnTo>
                  <a:lnTo>
                    <a:pt x="7147402" y="1567165"/>
                  </a:lnTo>
                  <a:lnTo>
                    <a:pt x="7175653" y="1403351"/>
                  </a:lnTo>
                  <a:lnTo>
                    <a:pt x="7203904" y="1243953"/>
                  </a:lnTo>
                  <a:lnTo>
                    <a:pt x="7232154" y="1082240"/>
                  </a:lnTo>
                  <a:lnTo>
                    <a:pt x="7260405" y="879400"/>
                  </a:lnTo>
                  <a:lnTo>
                    <a:pt x="7288655" y="824901"/>
                  </a:lnTo>
                  <a:lnTo>
                    <a:pt x="7316906" y="966613"/>
                  </a:lnTo>
                  <a:lnTo>
                    <a:pt x="7345157" y="1047680"/>
                  </a:lnTo>
                  <a:lnTo>
                    <a:pt x="7373407" y="998477"/>
                  </a:lnTo>
                  <a:lnTo>
                    <a:pt x="7401658" y="928239"/>
                  </a:lnTo>
                  <a:lnTo>
                    <a:pt x="7429908" y="1024221"/>
                  </a:lnTo>
                  <a:lnTo>
                    <a:pt x="7458159" y="1110822"/>
                  </a:lnTo>
                  <a:lnTo>
                    <a:pt x="7486410" y="1211031"/>
                  </a:lnTo>
                  <a:lnTo>
                    <a:pt x="7514660" y="1279454"/>
                  </a:lnTo>
                  <a:lnTo>
                    <a:pt x="7542911" y="1386430"/>
                  </a:lnTo>
                  <a:lnTo>
                    <a:pt x="7571161" y="1511628"/>
                  </a:lnTo>
                  <a:lnTo>
                    <a:pt x="7599412" y="1548418"/>
                  </a:lnTo>
                  <a:lnTo>
                    <a:pt x="7627663" y="1720221"/>
                  </a:lnTo>
                  <a:lnTo>
                    <a:pt x="7655913" y="1818686"/>
                  </a:lnTo>
                  <a:lnTo>
                    <a:pt x="7684164" y="1949446"/>
                  </a:lnTo>
                  <a:lnTo>
                    <a:pt x="7712414" y="2045842"/>
                  </a:lnTo>
                  <a:lnTo>
                    <a:pt x="7740665" y="2109941"/>
                  </a:lnTo>
                  <a:lnTo>
                    <a:pt x="7768916" y="2152808"/>
                  </a:lnTo>
                  <a:lnTo>
                    <a:pt x="7797166" y="2057066"/>
                  </a:lnTo>
                  <a:lnTo>
                    <a:pt x="7825417" y="2010554"/>
                  </a:lnTo>
                  <a:lnTo>
                    <a:pt x="7853667" y="1983585"/>
                  </a:lnTo>
                  <a:lnTo>
                    <a:pt x="7881918" y="1996808"/>
                  </a:lnTo>
                  <a:lnTo>
                    <a:pt x="7910169" y="2012357"/>
                  </a:lnTo>
                  <a:lnTo>
                    <a:pt x="7938419" y="2005441"/>
                  </a:lnTo>
                  <a:lnTo>
                    <a:pt x="7966670" y="2039583"/>
                  </a:lnTo>
                  <a:lnTo>
                    <a:pt x="7994920" y="2045138"/>
                  </a:lnTo>
                  <a:lnTo>
                    <a:pt x="8023171" y="1892325"/>
                  </a:lnTo>
                  <a:lnTo>
                    <a:pt x="8051422" y="1641985"/>
                  </a:lnTo>
                  <a:lnTo>
                    <a:pt x="8079672" y="1463245"/>
                  </a:lnTo>
                  <a:lnTo>
                    <a:pt x="8107923" y="1487462"/>
                  </a:lnTo>
                  <a:lnTo>
                    <a:pt x="8136173" y="1596860"/>
                  </a:lnTo>
                  <a:lnTo>
                    <a:pt x="8164424" y="1566512"/>
                  </a:lnTo>
                  <a:lnTo>
                    <a:pt x="8192675" y="1654954"/>
                  </a:lnTo>
                  <a:lnTo>
                    <a:pt x="8220925" y="1818985"/>
                  </a:lnTo>
                  <a:lnTo>
                    <a:pt x="8249176" y="1791547"/>
                  </a:lnTo>
                  <a:lnTo>
                    <a:pt x="8277426" y="1587039"/>
                  </a:lnTo>
                  <a:lnTo>
                    <a:pt x="8305677" y="1341705"/>
                  </a:lnTo>
                  <a:lnTo>
                    <a:pt x="8333928" y="1298181"/>
                  </a:lnTo>
                  <a:lnTo>
                    <a:pt x="8362178" y="1286997"/>
                  </a:lnTo>
                  <a:lnTo>
                    <a:pt x="8390429" y="1185670"/>
                  </a:lnTo>
                  <a:lnTo>
                    <a:pt x="8418679" y="1268863"/>
                  </a:lnTo>
                  <a:lnTo>
                    <a:pt x="8446930" y="1365862"/>
                  </a:lnTo>
                  <a:lnTo>
                    <a:pt x="8446930" y="2431597"/>
                  </a:lnTo>
                  <a:lnTo>
                    <a:pt x="8418679" y="2431597"/>
                  </a:lnTo>
                  <a:lnTo>
                    <a:pt x="8390429" y="2431597"/>
                  </a:lnTo>
                  <a:lnTo>
                    <a:pt x="8362178" y="2431597"/>
                  </a:lnTo>
                  <a:lnTo>
                    <a:pt x="8333928" y="2431597"/>
                  </a:lnTo>
                  <a:lnTo>
                    <a:pt x="8305677" y="2431597"/>
                  </a:lnTo>
                  <a:lnTo>
                    <a:pt x="8277426" y="2431597"/>
                  </a:lnTo>
                  <a:lnTo>
                    <a:pt x="8249176" y="2431597"/>
                  </a:lnTo>
                  <a:lnTo>
                    <a:pt x="8220925" y="2431597"/>
                  </a:lnTo>
                  <a:lnTo>
                    <a:pt x="8192675" y="2431597"/>
                  </a:lnTo>
                  <a:lnTo>
                    <a:pt x="8164424" y="2431597"/>
                  </a:lnTo>
                  <a:lnTo>
                    <a:pt x="8136173" y="2431597"/>
                  </a:lnTo>
                  <a:lnTo>
                    <a:pt x="8107923" y="2431597"/>
                  </a:lnTo>
                  <a:lnTo>
                    <a:pt x="8079672" y="2431597"/>
                  </a:lnTo>
                  <a:lnTo>
                    <a:pt x="8051422" y="2431597"/>
                  </a:lnTo>
                  <a:lnTo>
                    <a:pt x="8023171" y="2431597"/>
                  </a:lnTo>
                  <a:lnTo>
                    <a:pt x="7994920" y="2431597"/>
                  </a:lnTo>
                  <a:lnTo>
                    <a:pt x="7966670" y="2431597"/>
                  </a:lnTo>
                  <a:lnTo>
                    <a:pt x="7938419" y="2431597"/>
                  </a:lnTo>
                  <a:lnTo>
                    <a:pt x="7910169" y="2431597"/>
                  </a:lnTo>
                  <a:lnTo>
                    <a:pt x="7881918" y="2431597"/>
                  </a:lnTo>
                  <a:lnTo>
                    <a:pt x="7853667" y="2431597"/>
                  </a:lnTo>
                  <a:lnTo>
                    <a:pt x="7825417" y="2431597"/>
                  </a:lnTo>
                  <a:lnTo>
                    <a:pt x="7797166" y="2431597"/>
                  </a:lnTo>
                  <a:lnTo>
                    <a:pt x="7768916" y="2431597"/>
                  </a:lnTo>
                  <a:lnTo>
                    <a:pt x="7740665" y="2431597"/>
                  </a:lnTo>
                  <a:lnTo>
                    <a:pt x="7712414" y="2431597"/>
                  </a:lnTo>
                  <a:lnTo>
                    <a:pt x="7684164" y="2431597"/>
                  </a:lnTo>
                  <a:lnTo>
                    <a:pt x="7655913" y="2431597"/>
                  </a:lnTo>
                  <a:lnTo>
                    <a:pt x="7627663" y="2431597"/>
                  </a:lnTo>
                  <a:lnTo>
                    <a:pt x="7599412" y="2431597"/>
                  </a:lnTo>
                  <a:lnTo>
                    <a:pt x="7571161" y="2431597"/>
                  </a:lnTo>
                  <a:lnTo>
                    <a:pt x="7542911" y="2431597"/>
                  </a:lnTo>
                  <a:lnTo>
                    <a:pt x="7514660" y="2431597"/>
                  </a:lnTo>
                  <a:lnTo>
                    <a:pt x="7486410" y="2431597"/>
                  </a:lnTo>
                  <a:lnTo>
                    <a:pt x="7458159" y="2431597"/>
                  </a:lnTo>
                  <a:lnTo>
                    <a:pt x="7429908" y="2431597"/>
                  </a:lnTo>
                  <a:lnTo>
                    <a:pt x="7401658" y="2431597"/>
                  </a:lnTo>
                  <a:lnTo>
                    <a:pt x="7373407" y="2431597"/>
                  </a:lnTo>
                  <a:lnTo>
                    <a:pt x="7345157" y="2431597"/>
                  </a:lnTo>
                  <a:lnTo>
                    <a:pt x="7316906" y="2431597"/>
                  </a:lnTo>
                  <a:lnTo>
                    <a:pt x="7288655" y="2431597"/>
                  </a:lnTo>
                  <a:lnTo>
                    <a:pt x="7260405" y="2431597"/>
                  </a:lnTo>
                  <a:lnTo>
                    <a:pt x="7232154" y="2431597"/>
                  </a:lnTo>
                  <a:lnTo>
                    <a:pt x="7203904" y="2431597"/>
                  </a:lnTo>
                  <a:lnTo>
                    <a:pt x="7175653" y="2431597"/>
                  </a:lnTo>
                  <a:lnTo>
                    <a:pt x="7147402" y="2431597"/>
                  </a:lnTo>
                  <a:lnTo>
                    <a:pt x="7119152" y="2431597"/>
                  </a:lnTo>
                  <a:lnTo>
                    <a:pt x="7090901" y="2431597"/>
                  </a:lnTo>
                  <a:lnTo>
                    <a:pt x="7062650" y="2431597"/>
                  </a:lnTo>
                  <a:lnTo>
                    <a:pt x="7034400" y="2431597"/>
                  </a:lnTo>
                  <a:lnTo>
                    <a:pt x="7006149" y="2431597"/>
                  </a:lnTo>
                  <a:lnTo>
                    <a:pt x="6977899" y="2431597"/>
                  </a:lnTo>
                  <a:lnTo>
                    <a:pt x="6949648" y="2431597"/>
                  </a:lnTo>
                  <a:lnTo>
                    <a:pt x="6921397" y="2431597"/>
                  </a:lnTo>
                  <a:lnTo>
                    <a:pt x="6893147" y="2431597"/>
                  </a:lnTo>
                  <a:lnTo>
                    <a:pt x="6864896" y="2431597"/>
                  </a:lnTo>
                  <a:lnTo>
                    <a:pt x="6836646" y="2431597"/>
                  </a:lnTo>
                  <a:lnTo>
                    <a:pt x="6808395" y="2431597"/>
                  </a:lnTo>
                  <a:lnTo>
                    <a:pt x="6780144" y="2431597"/>
                  </a:lnTo>
                  <a:lnTo>
                    <a:pt x="6751894" y="2431597"/>
                  </a:lnTo>
                  <a:lnTo>
                    <a:pt x="6723643" y="2431597"/>
                  </a:lnTo>
                  <a:lnTo>
                    <a:pt x="6695393" y="2431597"/>
                  </a:lnTo>
                  <a:lnTo>
                    <a:pt x="6667142" y="2431597"/>
                  </a:lnTo>
                  <a:lnTo>
                    <a:pt x="6638891" y="2431597"/>
                  </a:lnTo>
                  <a:lnTo>
                    <a:pt x="6610641" y="2431597"/>
                  </a:lnTo>
                  <a:lnTo>
                    <a:pt x="6582390" y="2431597"/>
                  </a:lnTo>
                  <a:lnTo>
                    <a:pt x="6554140" y="2431597"/>
                  </a:lnTo>
                  <a:lnTo>
                    <a:pt x="6525889" y="2431597"/>
                  </a:lnTo>
                  <a:lnTo>
                    <a:pt x="6497638" y="2431597"/>
                  </a:lnTo>
                  <a:lnTo>
                    <a:pt x="6469388" y="2431597"/>
                  </a:lnTo>
                  <a:lnTo>
                    <a:pt x="6441137" y="2431597"/>
                  </a:lnTo>
                  <a:lnTo>
                    <a:pt x="6412887" y="2431597"/>
                  </a:lnTo>
                  <a:lnTo>
                    <a:pt x="6384636" y="2431597"/>
                  </a:lnTo>
                  <a:lnTo>
                    <a:pt x="6356385" y="2431597"/>
                  </a:lnTo>
                  <a:lnTo>
                    <a:pt x="6328135" y="2431597"/>
                  </a:lnTo>
                  <a:lnTo>
                    <a:pt x="6299884" y="2431597"/>
                  </a:lnTo>
                  <a:lnTo>
                    <a:pt x="6271634" y="2431597"/>
                  </a:lnTo>
                  <a:lnTo>
                    <a:pt x="6243383" y="2431597"/>
                  </a:lnTo>
                  <a:lnTo>
                    <a:pt x="6215132" y="2431597"/>
                  </a:lnTo>
                  <a:lnTo>
                    <a:pt x="6186882" y="2431597"/>
                  </a:lnTo>
                  <a:lnTo>
                    <a:pt x="6158631" y="2431597"/>
                  </a:lnTo>
                  <a:lnTo>
                    <a:pt x="6130381" y="2431597"/>
                  </a:lnTo>
                  <a:lnTo>
                    <a:pt x="6102130" y="2431597"/>
                  </a:lnTo>
                  <a:lnTo>
                    <a:pt x="6073879" y="2431597"/>
                  </a:lnTo>
                  <a:lnTo>
                    <a:pt x="6045629" y="2431597"/>
                  </a:lnTo>
                  <a:lnTo>
                    <a:pt x="6017378" y="2431597"/>
                  </a:lnTo>
                  <a:lnTo>
                    <a:pt x="5989128" y="2431597"/>
                  </a:lnTo>
                  <a:lnTo>
                    <a:pt x="5960877" y="2431597"/>
                  </a:lnTo>
                  <a:lnTo>
                    <a:pt x="5932626" y="2431597"/>
                  </a:lnTo>
                  <a:lnTo>
                    <a:pt x="5904376" y="2431597"/>
                  </a:lnTo>
                  <a:lnTo>
                    <a:pt x="5876125" y="2431597"/>
                  </a:lnTo>
                  <a:lnTo>
                    <a:pt x="5847875" y="2431597"/>
                  </a:lnTo>
                  <a:lnTo>
                    <a:pt x="5819624" y="2431597"/>
                  </a:lnTo>
                  <a:lnTo>
                    <a:pt x="5791373" y="2431597"/>
                  </a:lnTo>
                  <a:lnTo>
                    <a:pt x="5763123" y="2431597"/>
                  </a:lnTo>
                  <a:lnTo>
                    <a:pt x="5734872" y="2431597"/>
                  </a:lnTo>
                  <a:lnTo>
                    <a:pt x="5706621" y="2431597"/>
                  </a:lnTo>
                  <a:lnTo>
                    <a:pt x="5678371" y="2431597"/>
                  </a:lnTo>
                  <a:lnTo>
                    <a:pt x="5650120" y="2431597"/>
                  </a:lnTo>
                  <a:lnTo>
                    <a:pt x="5621870" y="2431597"/>
                  </a:lnTo>
                  <a:lnTo>
                    <a:pt x="5593619" y="2431597"/>
                  </a:lnTo>
                  <a:lnTo>
                    <a:pt x="5565368" y="2431597"/>
                  </a:lnTo>
                  <a:lnTo>
                    <a:pt x="5537118" y="2431597"/>
                  </a:lnTo>
                  <a:lnTo>
                    <a:pt x="5508867" y="2431597"/>
                  </a:lnTo>
                  <a:lnTo>
                    <a:pt x="5480617" y="2431597"/>
                  </a:lnTo>
                  <a:lnTo>
                    <a:pt x="5452366" y="2431597"/>
                  </a:lnTo>
                  <a:lnTo>
                    <a:pt x="5424115" y="2431597"/>
                  </a:lnTo>
                  <a:lnTo>
                    <a:pt x="5395865" y="2431597"/>
                  </a:lnTo>
                  <a:lnTo>
                    <a:pt x="5367614" y="2431597"/>
                  </a:lnTo>
                  <a:lnTo>
                    <a:pt x="5339364" y="2431597"/>
                  </a:lnTo>
                  <a:lnTo>
                    <a:pt x="5311113" y="2431597"/>
                  </a:lnTo>
                  <a:lnTo>
                    <a:pt x="5282862" y="2431597"/>
                  </a:lnTo>
                  <a:lnTo>
                    <a:pt x="5254612" y="2431597"/>
                  </a:lnTo>
                  <a:lnTo>
                    <a:pt x="5226361" y="2431597"/>
                  </a:lnTo>
                  <a:lnTo>
                    <a:pt x="5198111" y="2431597"/>
                  </a:lnTo>
                  <a:lnTo>
                    <a:pt x="5169860" y="2431597"/>
                  </a:lnTo>
                  <a:lnTo>
                    <a:pt x="5141609" y="2431597"/>
                  </a:lnTo>
                  <a:lnTo>
                    <a:pt x="5113359" y="2431597"/>
                  </a:lnTo>
                  <a:lnTo>
                    <a:pt x="5085108" y="2431597"/>
                  </a:lnTo>
                  <a:lnTo>
                    <a:pt x="5056858" y="2431597"/>
                  </a:lnTo>
                  <a:lnTo>
                    <a:pt x="5028607" y="2431597"/>
                  </a:lnTo>
                  <a:lnTo>
                    <a:pt x="5000356" y="2431597"/>
                  </a:lnTo>
                  <a:lnTo>
                    <a:pt x="4972106" y="2431597"/>
                  </a:lnTo>
                  <a:lnTo>
                    <a:pt x="4943855" y="2431597"/>
                  </a:lnTo>
                  <a:lnTo>
                    <a:pt x="4915605" y="2431597"/>
                  </a:lnTo>
                  <a:lnTo>
                    <a:pt x="4887354" y="2431597"/>
                  </a:lnTo>
                  <a:lnTo>
                    <a:pt x="4859103" y="2431597"/>
                  </a:lnTo>
                  <a:lnTo>
                    <a:pt x="4830853" y="2431597"/>
                  </a:lnTo>
                  <a:lnTo>
                    <a:pt x="4802602" y="2431597"/>
                  </a:lnTo>
                  <a:lnTo>
                    <a:pt x="4774352" y="2431597"/>
                  </a:lnTo>
                  <a:lnTo>
                    <a:pt x="4746101" y="2431597"/>
                  </a:lnTo>
                  <a:lnTo>
                    <a:pt x="4717850" y="2431597"/>
                  </a:lnTo>
                  <a:lnTo>
                    <a:pt x="4689600" y="2431597"/>
                  </a:lnTo>
                  <a:lnTo>
                    <a:pt x="4661349" y="2431597"/>
                  </a:lnTo>
                  <a:lnTo>
                    <a:pt x="4633099" y="2431597"/>
                  </a:lnTo>
                  <a:lnTo>
                    <a:pt x="4604848" y="2431597"/>
                  </a:lnTo>
                  <a:lnTo>
                    <a:pt x="4576597" y="2431597"/>
                  </a:lnTo>
                  <a:lnTo>
                    <a:pt x="4548347" y="2431597"/>
                  </a:lnTo>
                  <a:lnTo>
                    <a:pt x="4520096" y="2431597"/>
                  </a:lnTo>
                  <a:lnTo>
                    <a:pt x="4491846" y="2431597"/>
                  </a:lnTo>
                  <a:lnTo>
                    <a:pt x="4463595" y="2431597"/>
                  </a:lnTo>
                  <a:lnTo>
                    <a:pt x="4435344" y="2431597"/>
                  </a:lnTo>
                  <a:lnTo>
                    <a:pt x="4407094" y="2431597"/>
                  </a:lnTo>
                  <a:lnTo>
                    <a:pt x="4378843" y="2431597"/>
                  </a:lnTo>
                  <a:lnTo>
                    <a:pt x="4350593" y="2431597"/>
                  </a:lnTo>
                  <a:lnTo>
                    <a:pt x="4322342" y="2431597"/>
                  </a:lnTo>
                  <a:lnTo>
                    <a:pt x="4294091" y="2431597"/>
                  </a:lnTo>
                  <a:lnTo>
                    <a:pt x="4265841" y="2431597"/>
                  </a:lnTo>
                  <a:lnTo>
                    <a:pt x="4237590" y="2431597"/>
                  </a:lnTo>
                  <a:lnTo>
                    <a:pt x="4209339" y="2431597"/>
                  </a:lnTo>
                  <a:lnTo>
                    <a:pt x="4181089" y="2431597"/>
                  </a:lnTo>
                  <a:lnTo>
                    <a:pt x="4152838" y="2431597"/>
                  </a:lnTo>
                  <a:lnTo>
                    <a:pt x="4124588" y="2431597"/>
                  </a:lnTo>
                  <a:lnTo>
                    <a:pt x="4096337" y="2431597"/>
                  </a:lnTo>
                  <a:lnTo>
                    <a:pt x="4068086" y="2431597"/>
                  </a:lnTo>
                  <a:lnTo>
                    <a:pt x="4039836" y="2431597"/>
                  </a:lnTo>
                  <a:lnTo>
                    <a:pt x="4011585" y="2431597"/>
                  </a:lnTo>
                  <a:lnTo>
                    <a:pt x="3983335" y="2431597"/>
                  </a:lnTo>
                  <a:lnTo>
                    <a:pt x="3955084" y="2431597"/>
                  </a:lnTo>
                  <a:lnTo>
                    <a:pt x="3926833" y="2431597"/>
                  </a:lnTo>
                  <a:lnTo>
                    <a:pt x="3898583" y="2431597"/>
                  </a:lnTo>
                  <a:lnTo>
                    <a:pt x="3870332" y="2431597"/>
                  </a:lnTo>
                  <a:lnTo>
                    <a:pt x="3842082" y="2431597"/>
                  </a:lnTo>
                  <a:lnTo>
                    <a:pt x="3813831" y="2431597"/>
                  </a:lnTo>
                  <a:lnTo>
                    <a:pt x="3785580" y="2431597"/>
                  </a:lnTo>
                  <a:lnTo>
                    <a:pt x="3757330" y="2431597"/>
                  </a:lnTo>
                  <a:lnTo>
                    <a:pt x="3729079" y="2431597"/>
                  </a:lnTo>
                  <a:lnTo>
                    <a:pt x="3700829" y="2431597"/>
                  </a:lnTo>
                  <a:lnTo>
                    <a:pt x="3672578" y="2431597"/>
                  </a:lnTo>
                  <a:lnTo>
                    <a:pt x="3644327" y="2431597"/>
                  </a:lnTo>
                  <a:lnTo>
                    <a:pt x="3616077" y="2431597"/>
                  </a:lnTo>
                  <a:lnTo>
                    <a:pt x="3587826" y="2431597"/>
                  </a:lnTo>
                  <a:lnTo>
                    <a:pt x="3559576" y="2431597"/>
                  </a:lnTo>
                  <a:lnTo>
                    <a:pt x="3531325" y="2431597"/>
                  </a:lnTo>
                  <a:lnTo>
                    <a:pt x="3503074" y="2431597"/>
                  </a:lnTo>
                  <a:lnTo>
                    <a:pt x="3474824" y="2431597"/>
                  </a:lnTo>
                  <a:lnTo>
                    <a:pt x="3446573" y="2431597"/>
                  </a:lnTo>
                  <a:lnTo>
                    <a:pt x="3418323" y="2431597"/>
                  </a:lnTo>
                  <a:lnTo>
                    <a:pt x="3390072" y="2431597"/>
                  </a:lnTo>
                  <a:lnTo>
                    <a:pt x="3361821" y="2431597"/>
                  </a:lnTo>
                  <a:lnTo>
                    <a:pt x="3333571" y="2431597"/>
                  </a:lnTo>
                  <a:lnTo>
                    <a:pt x="3305320" y="2431597"/>
                  </a:lnTo>
                  <a:lnTo>
                    <a:pt x="3277070" y="2431597"/>
                  </a:lnTo>
                  <a:lnTo>
                    <a:pt x="3248819" y="2431597"/>
                  </a:lnTo>
                  <a:lnTo>
                    <a:pt x="3220568" y="2431597"/>
                  </a:lnTo>
                  <a:lnTo>
                    <a:pt x="3192318" y="2431597"/>
                  </a:lnTo>
                  <a:lnTo>
                    <a:pt x="3164067" y="2431597"/>
                  </a:lnTo>
                  <a:lnTo>
                    <a:pt x="3135817" y="2431597"/>
                  </a:lnTo>
                  <a:lnTo>
                    <a:pt x="3107566" y="2431597"/>
                  </a:lnTo>
                  <a:lnTo>
                    <a:pt x="3079315" y="2431597"/>
                  </a:lnTo>
                  <a:lnTo>
                    <a:pt x="3051065" y="2431597"/>
                  </a:lnTo>
                  <a:lnTo>
                    <a:pt x="3022814" y="2431597"/>
                  </a:lnTo>
                  <a:lnTo>
                    <a:pt x="2994564" y="2431597"/>
                  </a:lnTo>
                  <a:lnTo>
                    <a:pt x="2966313" y="2431597"/>
                  </a:lnTo>
                  <a:lnTo>
                    <a:pt x="2938062" y="2431597"/>
                  </a:lnTo>
                  <a:lnTo>
                    <a:pt x="2909812" y="2431597"/>
                  </a:lnTo>
                  <a:lnTo>
                    <a:pt x="2881561" y="2431597"/>
                  </a:lnTo>
                  <a:lnTo>
                    <a:pt x="2853310" y="2431597"/>
                  </a:lnTo>
                  <a:lnTo>
                    <a:pt x="2825060" y="2431597"/>
                  </a:lnTo>
                  <a:lnTo>
                    <a:pt x="2796809" y="2431597"/>
                  </a:lnTo>
                  <a:lnTo>
                    <a:pt x="2768559" y="2431597"/>
                  </a:lnTo>
                  <a:lnTo>
                    <a:pt x="2740308" y="2431597"/>
                  </a:lnTo>
                  <a:lnTo>
                    <a:pt x="2712057" y="2431597"/>
                  </a:lnTo>
                  <a:lnTo>
                    <a:pt x="2683807" y="2431597"/>
                  </a:lnTo>
                  <a:lnTo>
                    <a:pt x="2655556" y="2431597"/>
                  </a:lnTo>
                  <a:lnTo>
                    <a:pt x="2627306" y="2431597"/>
                  </a:lnTo>
                  <a:lnTo>
                    <a:pt x="2599055" y="2431597"/>
                  </a:lnTo>
                  <a:lnTo>
                    <a:pt x="2570804" y="2431597"/>
                  </a:lnTo>
                  <a:lnTo>
                    <a:pt x="2542554" y="2431597"/>
                  </a:lnTo>
                  <a:lnTo>
                    <a:pt x="2514303" y="2431597"/>
                  </a:lnTo>
                  <a:lnTo>
                    <a:pt x="2486053" y="2431597"/>
                  </a:lnTo>
                  <a:lnTo>
                    <a:pt x="2457802" y="2431597"/>
                  </a:lnTo>
                  <a:lnTo>
                    <a:pt x="2429551" y="2431597"/>
                  </a:lnTo>
                  <a:lnTo>
                    <a:pt x="2401301" y="2431597"/>
                  </a:lnTo>
                  <a:lnTo>
                    <a:pt x="2373050" y="2431597"/>
                  </a:lnTo>
                  <a:lnTo>
                    <a:pt x="2344800" y="2431597"/>
                  </a:lnTo>
                  <a:lnTo>
                    <a:pt x="2316549" y="2431597"/>
                  </a:lnTo>
                  <a:lnTo>
                    <a:pt x="2288298" y="2431597"/>
                  </a:lnTo>
                  <a:lnTo>
                    <a:pt x="2260048" y="2431597"/>
                  </a:lnTo>
                  <a:lnTo>
                    <a:pt x="2231797" y="2431597"/>
                  </a:lnTo>
                  <a:lnTo>
                    <a:pt x="2203547" y="2431597"/>
                  </a:lnTo>
                  <a:lnTo>
                    <a:pt x="2175296" y="2431597"/>
                  </a:lnTo>
                  <a:lnTo>
                    <a:pt x="2147045" y="2431597"/>
                  </a:lnTo>
                  <a:lnTo>
                    <a:pt x="2118795" y="2431597"/>
                  </a:lnTo>
                  <a:lnTo>
                    <a:pt x="2090544" y="2431597"/>
                  </a:lnTo>
                  <a:lnTo>
                    <a:pt x="2062294" y="2431597"/>
                  </a:lnTo>
                  <a:lnTo>
                    <a:pt x="2034043" y="2431597"/>
                  </a:lnTo>
                  <a:lnTo>
                    <a:pt x="2005792" y="2431597"/>
                  </a:lnTo>
                  <a:lnTo>
                    <a:pt x="1977542" y="2431597"/>
                  </a:lnTo>
                  <a:lnTo>
                    <a:pt x="1949291" y="2431597"/>
                  </a:lnTo>
                  <a:lnTo>
                    <a:pt x="1921041" y="2431597"/>
                  </a:lnTo>
                  <a:lnTo>
                    <a:pt x="1892790" y="2431597"/>
                  </a:lnTo>
                  <a:lnTo>
                    <a:pt x="1864539" y="2431597"/>
                  </a:lnTo>
                  <a:lnTo>
                    <a:pt x="1836289" y="2431597"/>
                  </a:lnTo>
                  <a:lnTo>
                    <a:pt x="1808038" y="2431597"/>
                  </a:lnTo>
                  <a:lnTo>
                    <a:pt x="1779788" y="2431597"/>
                  </a:lnTo>
                  <a:lnTo>
                    <a:pt x="1751537" y="2431597"/>
                  </a:lnTo>
                  <a:lnTo>
                    <a:pt x="1723286" y="2431597"/>
                  </a:lnTo>
                  <a:lnTo>
                    <a:pt x="1695036" y="2431597"/>
                  </a:lnTo>
                  <a:lnTo>
                    <a:pt x="1666785" y="2431597"/>
                  </a:lnTo>
                  <a:lnTo>
                    <a:pt x="1638535" y="2431597"/>
                  </a:lnTo>
                  <a:lnTo>
                    <a:pt x="1610284" y="2431597"/>
                  </a:lnTo>
                  <a:lnTo>
                    <a:pt x="1582033" y="2431597"/>
                  </a:lnTo>
                  <a:lnTo>
                    <a:pt x="1553783" y="2431597"/>
                  </a:lnTo>
                  <a:lnTo>
                    <a:pt x="1525532" y="2431597"/>
                  </a:lnTo>
                  <a:lnTo>
                    <a:pt x="1497282" y="2431597"/>
                  </a:lnTo>
                  <a:lnTo>
                    <a:pt x="1469031" y="2431597"/>
                  </a:lnTo>
                  <a:lnTo>
                    <a:pt x="1440780" y="2431597"/>
                  </a:lnTo>
                  <a:lnTo>
                    <a:pt x="1412530" y="2431597"/>
                  </a:lnTo>
                  <a:lnTo>
                    <a:pt x="1384279" y="2431597"/>
                  </a:lnTo>
                  <a:lnTo>
                    <a:pt x="1356028" y="2431597"/>
                  </a:lnTo>
                  <a:lnTo>
                    <a:pt x="1327778" y="2431597"/>
                  </a:lnTo>
                  <a:lnTo>
                    <a:pt x="1299527" y="2431597"/>
                  </a:lnTo>
                  <a:lnTo>
                    <a:pt x="1271277" y="2431597"/>
                  </a:lnTo>
                  <a:lnTo>
                    <a:pt x="1243026" y="2431597"/>
                  </a:lnTo>
                  <a:lnTo>
                    <a:pt x="1214775" y="2431597"/>
                  </a:lnTo>
                  <a:lnTo>
                    <a:pt x="1186525" y="2431597"/>
                  </a:lnTo>
                  <a:lnTo>
                    <a:pt x="1158274" y="2431597"/>
                  </a:lnTo>
                  <a:lnTo>
                    <a:pt x="1130024" y="2431597"/>
                  </a:lnTo>
                  <a:lnTo>
                    <a:pt x="1101773" y="2431597"/>
                  </a:lnTo>
                  <a:lnTo>
                    <a:pt x="1073522" y="2431597"/>
                  </a:lnTo>
                  <a:lnTo>
                    <a:pt x="1045272" y="2431597"/>
                  </a:lnTo>
                  <a:lnTo>
                    <a:pt x="1017021" y="2431597"/>
                  </a:lnTo>
                  <a:lnTo>
                    <a:pt x="988771" y="2431597"/>
                  </a:lnTo>
                  <a:lnTo>
                    <a:pt x="960520" y="2431597"/>
                  </a:lnTo>
                  <a:lnTo>
                    <a:pt x="932269" y="2431597"/>
                  </a:lnTo>
                  <a:lnTo>
                    <a:pt x="904019" y="2431597"/>
                  </a:lnTo>
                  <a:lnTo>
                    <a:pt x="875768" y="2431597"/>
                  </a:lnTo>
                  <a:lnTo>
                    <a:pt x="847518" y="2431597"/>
                  </a:lnTo>
                  <a:lnTo>
                    <a:pt x="819267" y="2431597"/>
                  </a:lnTo>
                  <a:lnTo>
                    <a:pt x="791016" y="2431597"/>
                  </a:lnTo>
                  <a:lnTo>
                    <a:pt x="762766" y="2431597"/>
                  </a:lnTo>
                  <a:lnTo>
                    <a:pt x="734515" y="2431597"/>
                  </a:lnTo>
                  <a:lnTo>
                    <a:pt x="706265" y="2431597"/>
                  </a:lnTo>
                  <a:lnTo>
                    <a:pt x="678014" y="2431597"/>
                  </a:lnTo>
                  <a:lnTo>
                    <a:pt x="649763" y="2431597"/>
                  </a:lnTo>
                  <a:lnTo>
                    <a:pt x="621513" y="2431597"/>
                  </a:lnTo>
                  <a:lnTo>
                    <a:pt x="593262" y="2431597"/>
                  </a:lnTo>
                  <a:lnTo>
                    <a:pt x="565012" y="2431597"/>
                  </a:lnTo>
                  <a:lnTo>
                    <a:pt x="536761" y="2431597"/>
                  </a:lnTo>
                  <a:lnTo>
                    <a:pt x="508510" y="2431597"/>
                  </a:lnTo>
                  <a:lnTo>
                    <a:pt x="480260" y="2431597"/>
                  </a:lnTo>
                  <a:lnTo>
                    <a:pt x="452009" y="2431597"/>
                  </a:lnTo>
                  <a:lnTo>
                    <a:pt x="423759" y="2431597"/>
                  </a:lnTo>
                  <a:lnTo>
                    <a:pt x="395508" y="2431597"/>
                  </a:lnTo>
                  <a:lnTo>
                    <a:pt x="367257" y="2431597"/>
                  </a:lnTo>
                  <a:lnTo>
                    <a:pt x="339007" y="2431597"/>
                  </a:lnTo>
                  <a:lnTo>
                    <a:pt x="310756" y="2431597"/>
                  </a:lnTo>
                  <a:lnTo>
                    <a:pt x="282506" y="2431597"/>
                  </a:lnTo>
                  <a:lnTo>
                    <a:pt x="254255" y="2431597"/>
                  </a:lnTo>
                  <a:lnTo>
                    <a:pt x="226004" y="2431597"/>
                  </a:lnTo>
                  <a:lnTo>
                    <a:pt x="197754" y="2431597"/>
                  </a:lnTo>
                  <a:lnTo>
                    <a:pt x="169503" y="2431597"/>
                  </a:lnTo>
                  <a:lnTo>
                    <a:pt x="141253" y="2431597"/>
                  </a:lnTo>
                  <a:lnTo>
                    <a:pt x="113002" y="2431597"/>
                  </a:lnTo>
                  <a:lnTo>
                    <a:pt x="84751" y="2431597"/>
                  </a:lnTo>
                  <a:lnTo>
                    <a:pt x="56501" y="2431597"/>
                  </a:lnTo>
                  <a:lnTo>
                    <a:pt x="28250" y="243159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565" y="830879"/>
              <a:ext cx="8446930" cy="2431597"/>
            </a:xfrm>
            <a:custGeom>
              <a:avLst/>
              <a:pathLst>
                <a:path w="8446930" h="2431597">
                  <a:moveTo>
                    <a:pt x="0" y="2431597"/>
                  </a:moveTo>
                  <a:lnTo>
                    <a:pt x="28250" y="2431597"/>
                  </a:lnTo>
                  <a:lnTo>
                    <a:pt x="56501" y="2431597"/>
                  </a:lnTo>
                  <a:lnTo>
                    <a:pt x="84751" y="2431597"/>
                  </a:lnTo>
                  <a:lnTo>
                    <a:pt x="113002" y="2431597"/>
                  </a:lnTo>
                  <a:lnTo>
                    <a:pt x="141253" y="2431597"/>
                  </a:lnTo>
                  <a:lnTo>
                    <a:pt x="169503" y="2431597"/>
                  </a:lnTo>
                  <a:lnTo>
                    <a:pt x="197754" y="2431597"/>
                  </a:lnTo>
                  <a:lnTo>
                    <a:pt x="226004" y="2431597"/>
                  </a:lnTo>
                  <a:lnTo>
                    <a:pt x="254255" y="2431597"/>
                  </a:lnTo>
                  <a:lnTo>
                    <a:pt x="282506" y="2431597"/>
                  </a:lnTo>
                  <a:lnTo>
                    <a:pt x="310756" y="2431597"/>
                  </a:lnTo>
                  <a:lnTo>
                    <a:pt x="339007" y="2431597"/>
                  </a:lnTo>
                  <a:lnTo>
                    <a:pt x="367257" y="2431597"/>
                  </a:lnTo>
                  <a:lnTo>
                    <a:pt x="395508" y="2431597"/>
                  </a:lnTo>
                  <a:lnTo>
                    <a:pt x="423759" y="2431597"/>
                  </a:lnTo>
                  <a:lnTo>
                    <a:pt x="452009" y="2431597"/>
                  </a:lnTo>
                  <a:lnTo>
                    <a:pt x="480260" y="2431597"/>
                  </a:lnTo>
                  <a:lnTo>
                    <a:pt x="508510" y="2431597"/>
                  </a:lnTo>
                  <a:lnTo>
                    <a:pt x="536761" y="2431597"/>
                  </a:lnTo>
                  <a:lnTo>
                    <a:pt x="565012" y="2431597"/>
                  </a:lnTo>
                  <a:lnTo>
                    <a:pt x="593262" y="2431597"/>
                  </a:lnTo>
                  <a:lnTo>
                    <a:pt x="621513" y="2431597"/>
                  </a:lnTo>
                  <a:lnTo>
                    <a:pt x="649763" y="2431597"/>
                  </a:lnTo>
                  <a:lnTo>
                    <a:pt x="678014" y="2431597"/>
                  </a:lnTo>
                  <a:lnTo>
                    <a:pt x="706265" y="2429816"/>
                  </a:lnTo>
                  <a:lnTo>
                    <a:pt x="734515" y="2373933"/>
                  </a:lnTo>
                  <a:lnTo>
                    <a:pt x="762766" y="2393290"/>
                  </a:lnTo>
                  <a:lnTo>
                    <a:pt x="791016" y="2431597"/>
                  </a:lnTo>
                  <a:lnTo>
                    <a:pt x="791016" y="2431597"/>
                  </a:lnTo>
                  <a:lnTo>
                    <a:pt x="819267" y="2431597"/>
                  </a:lnTo>
                  <a:lnTo>
                    <a:pt x="847518" y="2431597"/>
                  </a:lnTo>
                  <a:lnTo>
                    <a:pt x="875768" y="2431597"/>
                  </a:lnTo>
                  <a:lnTo>
                    <a:pt x="904019" y="2431597"/>
                  </a:lnTo>
                  <a:lnTo>
                    <a:pt x="932269" y="2431597"/>
                  </a:lnTo>
                  <a:lnTo>
                    <a:pt x="960520" y="2431597"/>
                  </a:lnTo>
                  <a:lnTo>
                    <a:pt x="988771" y="2431597"/>
                  </a:lnTo>
                  <a:lnTo>
                    <a:pt x="1017021" y="2431597"/>
                  </a:lnTo>
                  <a:lnTo>
                    <a:pt x="1045272" y="2431597"/>
                  </a:lnTo>
                  <a:lnTo>
                    <a:pt x="1073522" y="2431597"/>
                  </a:lnTo>
                  <a:lnTo>
                    <a:pt x="1101773" y="2431597"/>
                  </a:lnTo>
                  <a:lnTo>
                    <a:pt x="1130024" y="2431597"/>
                  </a:lnTo>
                  <a:lnTo>
                    <a:pt x="1158274" y="2379269"/>
                  </a:lnTo>
                  <a:lnTo>
                    <a:pt x="1186525" y="2424145"/>
                  </a:lnTo>
                  <a:lnTo>
                    <a:pt x="1214775" y="2431597"/>
                  </a:lnTo>
                  <a:lnTo>
                    <a:pt x="1214775" y="2431597"/>
                  </a:lnTo>
                  <a:lnTo>
                    <a:pt x="1243026" y="2431597"/>
                  </a:lnTo>
                  <a:lnTo>
                    <a:pt x="1271277" y="2431597"/>
                  </a:lnTo>
                  <a:lnTo>
                    <a:pt x="1299527" y="2431597"/>
                  </a:lnTo>
                  <a:lnTo>
                    <a:pt x="1327778" y="2431597"/>
                  </a:lnTo>
                  <a:lnTo>
                    <a:pt x="1356028" y="2431597"/>
                  </a:lnTo>
                  <a:lnTo>
                    <a:pt x="1384279" y="2431597"/>
                  </a:lnTo>
                  <a:lnTo>
                    <a:pt x="1412530" y="2431597"/>
                  </a:lnTo>
                  <a:lnTo>
                    <a:pt x="1440780" y="2431597"/>
                  </a:lnTo>
                  <a:lnTo>
                    <a:pt x="1469031" y="2431597"/>
                  </a:lnTo>
                  <a:lnTo>
                    <a:pt x="1497282" y="2431597"/>
                  </a:lnTo>
                  <a:lnTo>
                    <a:pt x="1525532" y="2431597"/>
                  </a:lnTo>
                  <a:lnTo>
                    <a:pt x="1553783" y="2431597"/>
                  </a:lnTo>
                  <a:lnTo>
                    <a:pt x="1582033" y="2431597"/>
                  </a:lnTo>
                  <a:lnTo>
                    <a:pt x="1610284" y="2431597"/>
                  </a:lnTo>
                  <a:lnTo>
                    <a:pt x="1638535" y="2431597"/>
                  </a:lnTo>
                  <a:lnTo>
                    <a:pt x="1666785" y="2431597"/>
                  </a:lnTo>
                  <a:lnTo>
                    <a:pt x="1695036" y="2431597"/>
                  </a:lnTo>
                  <a:lnTo>
                    <a:pt x="1723286" y="2431597"/>
                  </a:lnTo>
                  <a:lnTo>
                    <a:pt x="1751537" y="2431597"/>
                  </a:lnTo>
                  <a:lnTo>
                    <a:pt x="1779788" y="2431597"/>
                  </a:lnTo>
                  <a:lnTo>
                    <a:pt x="1808038" y="2431597"/>
                  </a:lnTo>
                  <a:lnTo>
                    <a:pt x="1836289" y="2431597"/>
                  </a:lnTo>
                  <a:lnTo>
                    <a:pt x="1864539" y="2431597"/>
                  </a:lnTo>
                  <a:lnTo>
                    <a:pt x="1892790" y="2431597"/>
                  </a:lnTo>
                  <a:lnTo>
                    <a:pt x="1921041" y="2431597"/>
                  </a:lnTo>
                  <a:lnTo>
                    <a:pt x="1949291" y="2431597"/>
                  </a:lnTo>
                  <a:lnTo>
                    <a:pt x="1977542" y="2431597"/>
                  </a:lnTo>
                  <a:lnTo>
                    <a:pt x="2005792" y="2431597"/>
                  </a:lnTo>
                  <a:lnTo>
                    <a:pt x="2034043" y="2431597"/>
                  </a:lnTo>
                  <a:lnTo>
                    <a:pt x="2062294" y="2431597"/>
                  </a:lnTo>
                  <a:lnTo>
                    <a:pt x="2090544" y="2431597"/>
                  </a:lnTo>
                  <a:lnTo>
                    <a:pt x="2118795" y="2431597"/>
                  </a:lnTo>
                  <a:lnTo>
                    <a:pt x="2147045" y="2431597"/>
                  </a:lnTo>
                  <a:lnTo>
                    <a:pt x="2175296" y="2431597"/>
                  </a:lnTo>
                  <a:lnTo>
                    <a:pt x="2203547" y="2431597"/>
                  </a:lnTo>
                  <a:lnTo>
                    <a:pt x="2231797" y="2431597"/>
                  </a:lnTo>
                  <a:lnTo>
                    <a:pt x="2260048" y="2431597"/>
                  </a:lnTo>
                  <a:lnTo>
                    <a:pt x="2288298" y="2431597"/>
                  </a:lnTo>
                  <a:lnTo>
                    <a:pt x="2316549" y="2431597"/>
                  </a:lnTo>
                  <a:lnTo>
                    <a:pt x="2344800" y="2431597"/>
                  </a:lnTo>
                  <a:lnTo>
                    <a:pt x="2373050" y="2431597"/>
                  </a:lnTo>
                  <a:lnTo>
                    <a:pt x="2401301" y="2431597"/>
                  </a:lnTo>
                  <a:lnTo>
                    <a:pt x="2429551" y="2431597"/>
                  </a:lnTo>
                  <a:lnTo>
                    <a:pt x="2457802" y="2431597"/>
                  </a:lnTo>
                  <a:lnTo>
                    <a:pt x="2486053" y="2431597"/>
                  </a:lnTo>
                  <a:lnTo>
                    <a:pt x="2514303" y="2431597"/>
                  </a:lnTo>
                  <a:lnTo>
                    <a:pt x="2542554" y="2431597"/>
                  </a:lnTo>
                  <a:lnTo>
                    <a:pt x="2570804" y="2431597"/>
                  </a:lnTo>
                  <a:lnTo>
                    <a:pt x="2599055" y="2431597"/>
                  </a:lnTo>
                  <a:lnTo>
                    <a:pt x="2627306" y="2431597"/>
                  </a:lnTo>
                  <a:lnTo>
                    <a:pt x="2655556" y="2431597"/>
                  </a:lnTo>
                  <a:lnTo>
                    <a:pt x="2683807" y="2431597"/>
                  </a:lnTo>
                  <a:lnTo>
                    <a:pt x="2712057" y="2431597"/>
                  </a:lnTo>
                  <a:lnTo>
                    <a:pt x="2740308" y="2431597"/>
                  </a:lnTo>
                  <a:lnTo>
                    <a:pt x="2768559" y="2431597"/>
                  </a:lnTo>
                  <a:lnTo>
                    <a:pt x="2796809" y="2431597"/>
                  </a:lnTo>
                  <a:lnTo>
                    <a:pt x="2825060" y="2431597"/>
                  </a:lnTo>
                  <a:lnTo>
                    <a:pt x="2853310" y="2431597"/>
                  </a:lnTo>
                  <a:lnTo>
                    <a:pt x="2881561" y="2431597"/>
                  </a:lnTo>
                  <a:lnTo>
                    <a:pt x="2909812" y="2431597"/>
                  </a:lnTo>
                  <a:lnTo>
                    <a:pt x="2938062" y="2431597"/>
                  </a:lnTo>
                  <a:lnTo>
                    <a:pt x="2966313" y="2431597"/>
                  </a:lnTo>
                  <a:lnTo>
                    <a:pt x="2994564" y="2431597"/>
                  </a:lnTo>
                  <a:lnTo>
                    <a:pt x="3022814" y="2431597"/>
                  </a:lnTo>
                  <a:lnTo>
                    <a:pt x="3051065" y="2431597"/>
                  </a:lnTo>
                  <a:lnTo>
                    <a:pt x="3079315" y="2431597"/>
                  </a:lnTo>
                  <a:lnTo>
                    <a:pt x="3107566" y="2431597"/>
                  </a:lnTo>
                  <a:lnTo>
                    <a:pt x="3135817" y="2431597"/>
                  </a:lnTo>
                  <a:lnTo>
                    <a:pt x="3164067" y="2431597"/>
                  </a:lnTo>
                  <a:lnTo>
                    <a:pt x="3192318" y="2431597"/>
                  </a:lnTo>
                  <a:lnTo>
                    <a:pt x="3220568" y="2431597"/>
                  </a:lnTo>
                  <a:lnTo>
                    <a:pt x="3248819" y="2431597"/>
                  </a:lnTo>
                  <a:lnTo>
                    <a:pt x="3277070" y="2431597"/>
                  </a:lnTo>
                  <a:lnTo>
                    <a:pt x="3305320" y="2431597"/>
                  </a:lnTo>
                  <a:lnTo>
                    <a:pt x="3333571" y="2431597"/>
                  </a:lnTo>
                  <a:lnTo>
                    <a:pt x="3361821" y="2431597"/>
                  </a:lnTo>
                  <a:lnTo>
                    <a:pt x="3390072" y="2431597"/>
                  </a:lnTo>
                  <a:lnTo>
                    <a:pt x="3418323" y="2431597"/>
                  </a:lnTo>
                  <a:lnTo>
                    <a:pt x="3446573" y="2431597"/>
                  </a:lnTo>
                  <a:lnTo>
                    <a:pt x="3474824" y="2431597"/>
                  </a:lnTo>
                  <a:lnTo>
                    <a:pt x="3503074" y="2431597"/>
                  </a:lnTo>
                  <a:lnTo>
                    <a:pt x="3531325" y="2431597"/>
                  </a:lnTo>
                  <a:lnTo>
                    <a:pt x="3559576" y="2431597"/>
                  </a:lnTo>
                  <a:lnTo>
                    <a:pt x="3587826" y="2421946"/>
                  </a:lnTo>
                  <a:lnTo>
                    <a:pt x="3616077" y="2319291"/>
                  </a:lnTo>
                  <a:lnTo>
                    <a:pt x="3644327" y="2252706"/>
                  </a:lnTo>
                  <a:lnTo>
                    <a:pt x="3672578" y="2252131"/>
                  </a:lnTo>
                  <a:lnTo>
                    <a:pt x="3700829" y="2265336"/>
                  </a:lnTo>
                  <a:lnTo>
                    <a:pt x="3729079" y="2243226"/>
                  </a:lnTo>
                  <a:lnTo>
                    <a:pt x="3757330" y="2261386"/>
                  </a:lnTo>
                  <a:lnTo>
                    <a:pt x="3785580" y="2323221"/>
                  </a:lnTo>
                  <a:lnTo>
                    <a:pt x="3813831" y="2424448"/>
                  </a:lnTo>
                  <a:lnTo>
                    <a:pt x="3842082" y="2431597"/>
                  </a:lnTo>
                  <a:lnTo>
                    <a:pt x="3842082" y="2431597"/>
                  </a:lnTo>
                  <a:lnTo>
                    <a:pt x="3870332" y="2431597"/>
                  </a:lnTo>
                  <a:lnTo>
                    <a:pt x="3898583" y="2431597"/>
                  </a:lnTo>
                  <a:lnTo>
                    <a:pt x="3926833" y="2431597"/>
                  </a:lnTo>
                  <a:lnTo>
                    <a:pt x="3955084" y="2431597"/>
                  </a:lnTo>
                  <a:lnTo>
                    <a:pt x="3983335" y="2431597"/>
                  </a:lnTo>
                  <a:lnTo>
                    <a:pt x="4011585" y="2431597"/>
                  </a:lnTo>
                  <a:lnTo>
                    <a:pt x="4039836" y="2431597"/>
                  </a:lnTo>
                  <a:lnTo>
                    <a:pt x="4068086" y="2431597"/>
                  </a:lnTo>
                  <a:lnTo>
                    <a:pt x="4096337" y="2431597"/>
                  </a:lnTo>
                  <a:lnTo>
                    <a:pt x="4124588" y="2431597"/>
                  </a:lnTo>
                  <a:lnTo>
                    <a:pt x="4152838" y="2431597"/>
                  </a:lnTo>
                  <a:lnTo>
                    <a:pt x="4181089" y="2431597"/>
                  </a:lnTo>
                  <a:lnTo>
                    <a:pt x="4209339" y="2422966"/>
                  </a:lnTo>
                  <a:lnTo>
                    <a:pt x="4237590" y="2230150"/>
                  </a:lnTo>
                  <a:lnTo>
                    <a:pt x="4265841" y="2054931"/>
                  </a:lnTo>
                  <a:lnTo>
                    <a:pt x="4294091" y="1861737"/>
                  </a:lnTo>
                  <a:lnTo>
                    <a:pt x="4322342" y="1612748"/>
                  </a:lnTo>
                  <a:lnTo>
                    <a:pt x="4350593" y="1322686"/>
                  </a:lnTo>
                  <a:lnTo>
                    <a:pt x="4378843" y="1054860"/>
                  </a:lnTo>
                  <a:lnTo>
                    <a:pt x="4407094" y="796116"/>
                  </a:lnTo>
                  <a:lnTo>
                    <a:pt x="4435344" y="717930"/>
                  </a:lnTo>
                  <a:lnTo>
                    <a:pt x="4463595" y="759681"/>
                  </a:lnTo>
                  <a:lnTo>
                    <a:pt x="4491846" y="893675"/>
                  </a:lnTo>
                  <a:lnTo>
                    <a:pt x="4520096" y="1107350"/>
                  </a:lnTo>
                  <a:lnTo>
                    <a:pt x="4548347" y="1287304"/>
                  </a:lnTo>
                  <a:lnTo>
                    <a:pt x="4576597" y="1306290"/>
                  </a:lnTo>
                  <a:lnTo>
                    <a:pt x="4604848" y="1324143"/>
                  </a:lnTo>
                  <a:lnTo>
                    <a:pt x="4633099" y="1284534"/>
                  </a:lnTo>
                  <a:lnTo>
                    <a:pt x="4661349" y="1177052"/>
                  </a:lnTo>
                  <a:lnTo>
                    <a:pt x="4689600" y="912888"/>
                  </a:lnTo>
                  <a:lnTo>
                    <a:pt x="4717850" y="627438"/>
                  </a:lnTo>
                  <a:lnTo>
                    <a:pt x="4746101" y="524955"/>
                  </a:lnTo>
                  <a:lnTo>
                    <a:pt x="4774352" y="349918"/>
                  </a:lnTo>
                  <a:lnTo>
                    <a:pt x="4802602" y="195328"/>
                  </a:lnTo>
                  <a:lnTo>
                    <a:pt x="4830853" y="84394"/>
                  </a:lnTo>
                  <a:lnTo>
                    <a:pt x="4859103" y="0"/>
                  </a:lnTo>
                  <a:lnTo>
                    <a:pt x="4887354" y="11743"/>
                  </a:lnTo>
                  <a:lnTo>
                    <a:pt x="4915605" y="114916"/>
                  </a:lnTo>
                  <a:lnTo>
                    <a:pt x="4943855" y="176355"/>
                  </a:lnTo>
                  <a:lnTo>
                    <a:pt x="4972106" y="268945"/>
                  </a:lnTo>
                  <a:lnTo>
                    <a:pt x="5000356" y="508249"/>
                  </a:lnTo>
                  <a:lnTo>
                    <a:pt x="5028607" y="761506"/>
                  </a:lnTo>
                  <a:lnTo>
                    <a:pt x="5056858" y="902187"/>
                  </a:lnTo>
                  <a:lnTo>
                    <a:pt x="5085108" y="1007263"/>
                  </a:lnTo>
                  <a:lnTo>
                    <a:pt x="5113359" y="1065620"/>
                  </a:lnTo>
                  <a:lnTo>
                    <a:pt x="5141609" y="1084890"/>
                  </a:lnTo>
                  <a:lnTo>
                    <a:pt x="5169860" y="1111745"/>
                  </a:lnTo>
                  <a:lnTo>
                    <a:pt x="5198111" y="1192256"/>
                  </a:lnTo>
                  <a:lnTo>
                    <a:pt x="5226361" y="1095749"/>
                  </a:lnTo>
                  <a:lnTo>
                    <a:pt x="5254612" y="906785"/>
                  </a:lnTo>
                  <a:lnTo>
                    <a:pt x="5282862" y="994062"/>
                  </a:lnTo>
                  <a:lnTo>
                    <a:pt x="5311113" y="1130051"/>
                  </a:lnTo>
                  <a:lnTo>
                    <a:pt x="5339364" y="1239944"/>
                  </a:lnTo>
                  <a:lnTo>
                    <a:pt x="5367614" y="1283813"/>
                  </a:lnTo>
                  <a:lnTo>
                    <a:pt x="5395865" y="1422682"/>
                  </a:lnTo>
                  <a:lnTo>
                    <a:pt x="5424115" y="1662081"/>
                  </a:lnTo>
                  <a:lnTo>
                    <a:pt x="5452366" y="1787452"/>
                  </a:lnTo>
                  <a:lnTo>
                    <a:pt x="5480617" y="1817794"/>
                  </a:lnTo>
                  <a:lnTo>
                    <a:pt x="5508867" y="1699175"/>
                  </a:lnTo>
                  <a:lnTo>
                    <a:pt x="5537118" y="1543509"/>
                  </a:lnTo>
                  <a:lnTo>
                    <a:pt x="5565368" y="1436347"/>
                  </a:lnTo>
                  <a:lnTo>
                    <a:pt x="5593619" y="1349526"/>
                  </a:lnTo>
                  <a:lnTo>
                    <a:pt x="5621870" y="1270686"/>
                  </a:lnTo>
                  <a:lnTo>
                    <a:pt x="5650120" y="1239576"/>
                  </a:lnTo>
                  <a:lnTo>
                    <a:pt x="5678371" y="1103523"/>
                  </a:lnTo>
                  <a:lnTo>
                    <a:pt x="5706621" y="968383"/>
                  </a:lnTo>
                  <a:lnTo>
                    <a:pt x="5734872" y="818009"/>
                  </a:lnTo>
                  <a:lnTo>
                    <a:pt x="5763123" y="574634"/>
                  </a:lnTo>
                  <a:lnTo>
                    <a:pt x="5791373" y="293903"/>
                  </a:lnTo>
                  <a:lnTo>
                    <a:pt x="5819624" y="111673"/>
                  </a:lnTo>
                  <a:lnTo>
                    <a:pt x="5847875" y="53159"/>
                  </a:lnTo>
                  <a:lnTo>
                    <a:pt x="5876125" y="106936"/>
                  </a:lnTo>
                  <a:lnTo>
                    <a:pt x="5904376" y="318541"/>
                  </a:lnTo>
                  <a:lnTo>
                    <a:pt x="5932626" y="624636"/>
                  </a:lnTo>
                  <a:lnTo>
                    <a:pt x="5960877" y="803563"/>
                  </a:lnTo>
                  <a:lnTo>
                    <a:pt x="5989128" y="754759"/>
                  </a:lnTo>
                  <a:lnTo>
                    <a:pt x="6017378" y="663426"/>
                  </a:lnTo>
                  <a:lnTo>
                    <a:pt x="6045629" y="502416"/>
                  </a:lnTo>
                  <a:lnTo>
                    <a:pt x="6073879" y="381333"/>
                  </a:lnTo>
                  <a:lnTo>
                    <a:pt x="6102130" y="442613"/>
                  </a:lnTo>
                  <a:lnTo>
                    <a:pt x="6130381" y="556262"/>
                  </a:lnTo>
                  <a:lnTo>
                    <a:pt x="6158631" y="763292"/>
                  </a:lnTo>
                  <a:lnTo>
                    <a:pt x="6186882" y="1083776"/>
                  </a:lnTo>
                  <a:lnTo>
                    <a:pt x="6215132" y="1461082"/>
                  </a:lnTo>
                  <a:lnTo>
                    <a:pt x="6243383" y="1727541"/>
                  </a:lnTo>
                  <a:lnTo>
                    <a:pt x="6271634" y="1736819"/>
                  </a:lnTo>
                  <a:lnTo>
                    <a:pt x="6299884" y="1702472"/>
                  </a:lnTo>
                  <a:lnTo>
                    <a:pt x="6328135" y="1700255"/>
                  </a:lnTo>
                  <a:lnTo>
                    <a:pt x="6356385" y="1638161"/>
                  </a:lnTo>
                  <a:lnTo>
                    <a:pt x="6384636" y="1522901"/>
                  </a:lnTo>
                  <a:lnTo>
                    <a:pt x="6412887" y="1451389"/>
                  </a:lnTo>
                  <a:lnTo>
                    <a:pt x="6441137" y="1458845"/>
                  </a:lnTo>
                  <a:lnTo>
                    <a:pt x="6469388" y="1554989"/>
                  </a:lnTo>
                  <a:lnTo>
                    <a:pt x="6497638" y="1510118"/>
                  </a:lnTo>
                  <a:lnTo>
                    <a:pt x="6525889" y="1413497"/>
                  </a:lnTo>
                  <a:lnTo>
                    <a:pt x="6554140" y="1331973"/>
                  </a:lnTo>
                  <a:lnTo>
                    <a:pt x="6582390" y="1276065"/>
                  </a:lnTo>
                  <a:lnTo>
                    <a:pt x="6610641" y="1264285"/>
                  </a:lnTo>
                  <a:lnTo>
                    <a:pt x="6638891" y="1250067"/>
                  </a:lnTo>
                  <a:lnTo>
                    <a:pt x="6667142" y="1362034"/>
                  </a:lnTo>
                  <a:lnTo>
                    <a:pt x="6695393" y="1503334"/>
                  </a:lnTo>
                  <a:lnTo>
                    <a:pt x="6723643" y="1595780"/>
                  </a:lnTo>
                  <a:lnTo>
                    <a:pt x="6751894" y="1711095"/>
                  </a:lnTo>
                  <a:lnTo>
                    <a:pt x="6780144" y="1584519"/>
                  </a:lnTo>
                  <a:lnTo>
                    <a:pt x="6808395" y="1471093"/>
                  </a:lnTo>
                  <a:lnTo>
                    <a:pt x="6836646" y="1466406"/>
                  </a:lnTo>
                  <a:lnTo>
                    <a:pt x="6864896" y="1599232"/>
                  </a:lnTo>
                  <a:lnTo>
                    <a:pt x="6893147" y="1757725"/>
                  </a:lnTo>
                  <a:lnTo>
                    <a:pt x="6921397" y="1730216"/>
                  </a:lnTo>
                  <a:lnTo>
                    <a:pt x="6949648" y="1810993"/>
                  </a:lnTo>
                  <a:lnTo>
                    <a:pt x="6977899" y="1800115"/>
                  </a:lnTo>
                  <a:lnTo>
                    <a:pt x="7006149" y="1814680"/>
                  </a:lnTo>
                  <a:lnTo>
                    <a:pt x="7034400" y="1806691"/>
                  </a:lnTo>
                  <a:lnTo>
                    <a:pt x="7062650" y="1817417"/>
                  </a:lnTo>
                  <a:lnTo>
                    <a:pt x="7090901" y="1860852"/>
                  </a:lnTo>
                  <a:lnTo>
                    <a:pt x="7119152" y="1731520"/>
                  </a:lnTo>
                  <a:lnTo>
                    <a:pt x="7147402" y="1567165"/>
                  </a:lnTo>
                  <a:lnTo>
                    <a:pt x="7175653" y="1403351"/>
                  </a:lnTo>
                  <a:lnTo>
                    <a:pt x="7203904" y="1243953"/>
                  </a:lnTo>
                  <a:lnTo>
                    <a:pt x="7232154" y="1082240"/>
                  </a:lnTo>
                  <a:lnTo>
                    <a:pt x="7260405" y="879400"/>
                  </a:lnTo>
                  <a:lnTo>
                    <a:pt x="7288655" y="824901"/>
                  </a:lnTo>
                  <a:lnTo>
                    <a:pt x="7316906" y="966613"/>
                  </a:lnTo>
                  <a:lnTo>
                    <a:pt x="7345157" y="1047680"/>
                  </a:lnTo>
                  <a:lnTo>
                    <a:pt x="7373407" y="998477"/>
                  </a:lnTo>
                  <a:lnTo>
                    <a:pt x="7401658" y="928239"/>
                  </a:lnTo>
                  <a:lnTo>
                    <a:pt x="7429908" y="1024221"/>
                  </a:lnTo>
                  <a:lnTo>
                    <a:pt x="7458159" y="1110822"/>
                  </a:lnTo>
                  <a:lnTo>
                    <a:pt x="7486410" y="1211031"/>
                  </a:lnTo>
                  <a:lnTo>
                    <a:pt x="7514660" y="1279454"/>
                  </a:lnTo>
                  <a:lnTo>
                    <a:pt x="7542911" y="1386430"/>
                  </a:lnTo>
                  <a:lnTo>
                    <a:pt x="7571161" y="1511628"/>
                  </a:lnTo>
                  <a:lnTo>
                    <a:pt x="7599412" y="1548418"/>
                  </a:lnTo>
                  <a:lnTo>
                    <a:pt x="7627663" y="1720221"/>
                  </a:lnTo>
                  <a:lnTo>
                    <a:pt x="7655913" y="1818686"/>
                  </a:lnTo>
                  <a:lnTo>
                    <a:pt x="7684164" y="1949446"/>
                  </a:lnTo>
                  <a:lnTo>
                    <a:pt x="7712414" y="2045842"/>
                  </a:lnTo>
                  <a:lnTo>
                    <a:pt x="7740665" y="2109941"/>
                  </a:lnTo>
                  <a:lnTo>
                    <a:pt x="7768916" y="2152808"/>
                  </a:lnTo>
                  <a:lnTo>
                    <a:pt x="7797166" y="2057066"/>
                  </a:lnTo>
                  <a:lnTo>
                    <a:pt x="7825417" y="2010554"/>
                  </a:lnTo>
                  <a:lnTo>
                    <a:pt x="7853667" y="1983585"/>
                  </a:lnTo>
                  <a:lnTo>
                    <a:pt x="7881918" y="1996808"/>
                  </a:lnTo>
                  <a:lnTo>
                    <a:pt x="7910169" y="2012357"/>
                  </a:lnTo>
                  <a:lnTo>
                    <a:pt x="7938419" y="2005441"/>
                  </a:lnTo>
                  <a:lnTo>
                    <a:pt x="7966670" y="2039583"/>
                  </a:lnTo>
                  <a:lnTo>
                    <a:pt x="7994920" y="2045138"/>
                  </a:lnTo>
                  <a:lnTo>
                    <a:pt x="8023171" y="1892325"/>
                  </a:lnTo>
                  <a:lnTo>
                    <a:pt x="8051422" y="1641985"/>
                  </a:lnTo>
                  <a:lnTo>
                    <a:pt x="8079672" y="1463245"/>
                  </a:lnTo>
                  <a:lnTo>
                    <a:pt x="8107923" y="1487462"/>
                  </a:lnTo>
                  <a:lnTo>
                    <a:pt x="8136173" y="1596860"/>
                  </a:lnTo>
                  <a:lnTo>
                    <a:pt x="8164424" y="1566512"/>
                  </a:lnTo>
                  <a:lnTo>
                    <a:pt x="8192675" y="1654954"/>
                  </a:lnTo>
                  <a:lnTo>
                    <a:pt x="8220925" y="1818985"/>
                  </a:lnTo>
                  <a:lnTo>
                    <a:pt x="8249176" y="1791547"/>
                  </a:lnTo>
                  <a:lnTo>
                    <a:pt x="8277426" y="1587039"/>
                  </a:lnTo>
                  <a:lnTo>
                    <a:pt x="8305677" y="1341705"/>
                  </a:lnTo>
                  <a:lnTo>
                    <a:pt x="8333928" y="1298181"/>
                  </a:lnTo>
                  <a:lnTo>
                    <a:pt x="8362178" y="1286997"/>
                  </a:lnTo>
                  <a:lnTo>
                    <a:pt x="8390429" y="1185670"/>
                  </a:lnTo>
                  <a:lnTo>
                    <a:pt x="8418679" y="1268863"/>
                  </a:lnTo>
                  <a:lnTo>
                    <a:pt x="8446930" y="1365862"/>
                  </a:lnTo>
                  <a:lnTo>
                    <a:pt x="8446930" y="13658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418679" y="0"/>
                  </a:lnTo>
                  <a:lnTo>
                    <a:pt x="8390429" y="0"/>
                  </a:lnTo>
                  <a:lnTo>
                    <a:pt x="8362178" y="0"/>
                  </a:lnTo>
                  <a:lnTo>
                    <a:pt x="8333928" y="0"/>
                  </a:lnTo>
                  <a:lnTo>
                    <a:pt x="8305677" y="0"/>
                  </a:lnTo>
                  <a:lnTo>
                    <a:pt x="8277426" y="0"/>
                  </a:lnTo>
                  <a:lnTo>
                    <a:pt x="8249176" y="0"/>
                  </a:lnTo>
                  <a:lnTo>
                    <a:pt x="8220925" y="0"/>
                  </a:lnTo>
                  <a:lnTo>
                    <a:pt x="8192675" y="0"/>
                  </a:lnTo>
                  <a:lnTo>
                    <a:pt x="8164424" y="0"/>
                  </a:lnTo>
                  <a:lnTo>
                    <a:pt x="8136173" y="0"/>
                  </a:lnTo>
                  <a:lnTo>
                    <a:pt x="8107923" y="0"/>
                  </a:lnTo>
                  <a:lnTo>
                    <a:pt x="8079672" y="0"/>
                  </a:lnTo>
                  <a:lnTo>
                    <a:pt x="8051422" y="0"/>
                  </a:lnTo>
                  <a:lnTo>
                    <a:pt x="8023171" y="0"/>
                  </a:lnTo>
                  <a:lnTo>
                    <a:pt x="7994920" y="0"/>
                  </a:lnTo>
                  <a:lnTo>
                    <a:pt x="7966670" y="0"/>
                  </a:lnTo>
                  <a:lnTo>
                    <a:pt x="7938419" y="0"/>
                  </a:lnTo>
                  <a:lnTo>
                    <a:pt x="7910169" y="0"/>
                  </a:lnTo>
                  <a:lnTo>
                    <a:pt x="7881918" y="0"/>
                  </a:lnTo>
                  <a:lnTo>
                    <a:pt x="7853667" y="0"/>
                  </a:lnTo>
                  <a:lnTo>
                    <a:pt x="7825417" y="0"/>
                  </a:lnTo>
                  <a:lnTo>
                    <a:pt x="7797166" y="0"/>
                  </a:lnTo>
                  <a:lnTo>
                    <a:pt x="7768916" y="0"/>
                  </a:lnTo>
                  <a:lnTo>
                    <a:pt x="7740665" y="0"/>
                  </a:lnTo>
                  <a:lnTo>
                    <a:pt x="7712414" y="0"/>
                  </a:lnTo>
                  <a:lnTo>
                    <a:pt x="7684164" y="0"/>
                  </a:lnTo>
                  <a:lnTo>
                    <a:pt x="7655913" y="0"/>
                  </a:lnTo>
                  <a:lnTo>
                    <a:pt x="7627663" y="0"/>
                  </a:lnTo>
                  <a:lnTo>
                    <a:pt x="7599412" y="0"/>
                  </a:lnTo>
                  <a:lnTo>
                    <a:pt x="7571161" y="0"/>
                  </a:lnTo>
                  <a:lnTo>
                    <a:pt x="7542911" y="0"/>
                  </a:lnTo>
                  <a:lnTo>
                    <a:pt x="7514660" y="0"/>
                  </a:lnTo>
                  <a:lnTo>
                    <a:pt x="7486410" y="0"/>
                  </a:lnTo>
                  <a:lnTo>
                    <a:pt x="7458159" y="0"/>
                  </a:lnTo>
                  <a:lnTo>
                    <a:pt x="7429908" y="0"/>
                  </a:lnTo>
                  <a:lnTo>
                    <a:pt x="7401658" y="0"/>
                  </a:lnTo>
                  <a:lnTo>
                    <a:pt x="7373407" y="0"/>
                  </a:lnTo>
                  <a:lnTo>
                    <a:pt x="7345157" y="0"/>
                  </a:lnTo>
                  <a:lnTo>
                    <a:pt x="7316906" y="0"/>
                  </a:lnTo>
                  <a:lnTo>
                    <a:pt x="7288655" y="0"/>
                  </a:lnTo>
                  <a:lnTo>
                    <a:pt x="7260405" y="0"/>
                  </a:lnTo>
                  <a:lnTo>
                    <a:pt x="7232154" y="0"/>
                  </a:lnTo>
                  <a:lnTo>
                    <a:pt x="7203904" y="0"/>
                  </a:lnTo>
                  <a:lnTo>
                    <a:pt x="7175653" y="0"/>
                  </a:lnTo>
                  <a:lnTo>
                    <a:pt x="7147402" y="0"/>
                  </a:lnTo>
                  <a:lnTo>
                    <a:pt x="7119152" y="0"/>
                  </a:lnTo>
                  <a:lnTo>
                    <a:pt x="7090901" y="0"/>
                  </a:lnTo>
                  <a:lnTo>
                    <a:pt x="7062650" y="0"/>
                  </a:lnTo>
                  <a:lnTo>
                    <a:pt x="7034400" y="0"/>
                  </a:lnTo>
                  <a:lnTo>
                    <a:pt x="7006149" y="0"/>
                  </a:lnTo>
                  <a:lnTo>
                    <a:pt x="6977899" y="0"/>
                  </a:lnTo>
                  <a:lnTo>
                    <a:pt x="6949648" y="0"/>
                  </a:lnTo>
                  <a:lnTo>
                    <a:pt x="6921397" y="0"/>
                  </a:lnTo>
                  <a:lnTo>
                    <a:pt x="6893147" y="0"/>
                  </a:lnTo>
                  <a:lnTo>
                    <a:pt x="6864896" y="0"/>
                  </a:lnTo>
                  <a:lnTo>
                    <a:pt x="6836646" y="0"/>
                  </a:lnTo>
                  <a:lnTo>
                    <a:pt x="6808395" y="0"/>
                  </a:lnTo>
                  <a:lnTo>
                    <a:pt x="6780144" y="0"/>
                  </a:lnTo>
                  <a:lnTo>
                    <a:pt x="6751894" y="0"/>
                  </a:lnTo>
                  <a:lnTo>
                    <a:pt x="6723643" y="0"/>
                  </a:lnTo>
                  <a:lnTo>
                    <a:pt x="6695393" y="0"/>
                  </a:lnTo>
                  <a:lnTo>
                    <a:pt x="6667142" y="0"/>
                  </a:lnTo>
                  <a:lnTo>
                    <a:pt x="6638891" y="0"/>
                  </a:lnTo>
                  <a:lnTo>
                    <a:pt x="6610641" y="0"/>
                  </a:lnTo>
                  <a:lnTo>
                    <a:pt x="6582390" y="0"/>
                  </a:lnTo>
                  <a:lnTo>
                    <a:pt x="6554140" y="0"/>
                  </a:lnTo>
                  <a:lnTo>
                    <a:pt x="6525889" y="0"/>
                  </a:lnTo>
                  <a:lnTo>
                    <a:pt x="6497638" y="0"/>
                  </a:lnTo>
                  <a:lnTo>
                    <a:pt x="6469388" y="0"/>
                  </a:lnTo>
                  <a:lnTo>
                    <a:pt x="6441137" y="0"/>
                  </a:lnTo>
                  <a:lnTo>
                    <a:pt x="6412887" y="0"/>
                  </a:lnTo>
                  <a:lnTo>
                    <a:pt x="6384636" y="0"/>
                  </a:lnTo>
                  <a:lnTo>
                    <a:pt x="6356385" y="0"/>
                  </a:lnTo>
                  <a:lnTo>
                    <a:pt x="6328135" y="0"/>
                  </a:lnTo>
                  <a:lnTo>
                    <a:pt x="6299884" y="0"/>
                  </a:lnTo>
                  <a:lnTo>
                    <a:pt x="6271634" y="0"/>
                  </a:lnTo>
                  <a:lnTo>
                    <a:pt x="6243383" y="0"/>
                  </a:lnTo>
                  <a:lnTo>
                    <a:pt x="6215132" y="0"/>
                  </a:lnTo>
                  <a:lnTo>
                    <a:pt x="6186882" y="0"/>
                  </a:lnTo>
                  <a:lnTo>
                    <a:pt x="6158631" y="0"/>
                  </a:lnTo>
                  <a:lnTo>
                    <a:pt x="6130381" y="0"/>
                  </a:lnTo>
                  <a:lnTo>
                    <a:pt x="6102130" y="0"/>
                  </a:lnTo>
                  <a:lnTo>
                    <a:pt x="6073879" y="0"/>
                  </a:lnTo>
                  <a:lnTo>
                    <a:pt x="6045629" y="0"/>
                  </a:lnTo>
                  <a:lnTo>
                    <a:pt x="6017378" y="0"/>
                  </a:lnTo>
                  <a:lnTo>
                    <a:pt x="5989128" y="0"/>
                  </a:lnTo>
                  <a:lnTo>
                    <a:pt x="5960877" y="0"/>
                  </a:lnTo>
                  <a:lnTo>
                    <a:pt x="5932626" y="0"/>
                  </a:lnTo>
                  <a:lnTo>
                    <a:pt x="5904376" y="0"/>
                  </a:lnTo>
                  <a:lnTo>
                    <a:pt x="5876125" y="0"/>
                  </a:lnTo>
                  <a:lnTo>
                    <a:pt x="5847875" y="0"/>
                  </a:lnTo>
                  <a:lnTo>
                    <a:pt x="5819624" y="0"/>
                  </a:lnTo>
                  <a:lnTo>
                    <a:pt x="5791373" y="0"/>
                  </a:lnTo>
                  <a:lnTo>
                    <a:pt x="5763123" y="0"/>
                  </a:lnTo>
                  <a:lnTo>
                    <a:pt x="5734872" y="0"/>
                  </a:lnTo>
                  <a:lnTo>
                    <a:pt x="5706621" y="0"/>
                  </a:lnTo>
                  <a:lnTo>
                    <a:pt x="5678371" y="0"/>
                  </a:lnTo>
                  <a:lnTo>
                    <a:pt x="5650120" y="0"/>
                  </a:lnTo>
                  <a:lnTo>
                    <a:pt x="5621870" y="0"/>
                  </a:lnTo>
                  <a:lnTo>
                    <a:pt x="5593619" y="0"/>
                  </a:lnTo>
                  <a:lnTo>
                    <a:pt x="5565368" y="0"/>
                  </a:lnTo>
                  <a:lnTo>
                    <a:pt x="5537118" y="0"/>
                  </a:lnTo>
                  <a:lnTo>
                    <a:pt x="5508867" y="0"/>
                  </a:lnTo>
                  <a:lnTo>
                    <a:pt x="5480617" y="0"/>
                  </a:lnTo>
                  <a:lnTo>
                    <a:pt x="5452366" y="0"/>
                  </a:lnTo>
                  <a:lnTo>
                    <a:pt x="5424115" y="0"/>
                  </a:lnTo>
                  <a:lnTo>
                    <a:pt x="5395865" y="0"/>
                  </a:lnTo>
                  <a:lnTo>
                    <a:pt x="5367614" y="0"/>
                  </a:lnTo>
                  <a:lnTo>
                    <a:pt x="5339364" y="0"/>
                  </a:lnTo>
                  <a:lnTo>
                    <a:pt x="5311113" y="0"/>
                  </a:lnTo>
                  <a:lnTo>
                    <a:pt x="5282862" y="0"/>
                  </a:lnTo>
                  <a:lnTo>
                    <a:pt x="5254612" y="0"/>
                  </a:lnTo>
                  <a:lnTo>
                    <a:pt x="5226361" y="0"/>
                  </a:lnTo>
                  <a:lnTo>
                    <a:pt x="5198111" y="0"/>
                  </a:lnTo>
                  <a:lnTo>
                    <a:pt x="5169860" y="0"/>
                  </a:lnTo>
                  <a:lnTo>
                    <a:pt x="5141609" y="0"/>
                  </a:lnTo>
                  <a:lnTo>
                    <a:pt x="5113359" y="0"/>
                  </a:lnTo>
                  <a:lnTo>
                    <a:pt x="5085108" y="0"/>
                  </a:lnTo>
                  <a:lnTo>
                    <a:pt x="5056858" y="0"/>
                  </a:lnTo>
                  <a:lnTo>
                    <a:pt x="5028607" y="0"/>
                  </a:lnTo>
                  <a:lnTo>
                    <a:pt x="5000356" y="0"/>
                  </a:lnTo>
                  <a:lnTo>
                    <a:pt x="4972106" y="0"/>
                  </a:lnTo>
                  <a:lnTo>
                    <a:pt x="4943855" y="0"/>
                  </a:lnTo>
                  <a:lnTo>
                    <a:pt x="4915605" y="0"/>
                  </a:lnTo>
                  <a:lnTo>
                    <a:pt x="4887354" y="0"/>
                  </a:lnTo>
                  <a:lnTo>
                    <a:pt x="4859103" y="0"/>
                  </a:lnTo>
                  <a:lnTo>
                    <a:pt x="4830853" y="0"/>
                  </a:lnTo>
                  <a:lnTo>
                    <a:pt x="4802602" y="0"/>
                  </a:lnTo>
                  <a:lnTo>
                    <a:pt x="4774352" y="0"/>
                  </a:lnTo>
                  <a:lnTo>
                    <a:pt x="4746101" y="0"/>
                  </a:lnTo>
                  <a:lnTo>
                    <a:pt x="4717850" y="0"/>
                  </a:lnTo>
                  <a:lnTo>
                    <a:pt x="4689600" y="0"/>
                  </a:lnTo>
                  <a:lnTo>
                    <a:pt x="4661349" y="0"/>
                  </a:lnTo>
                  <a:lnTo>
                    <a:pt x="4633099" y="0"/>
                  </a:lnTo>
                  <a:lnTo>
                    <a:pt x="4604848" y="0"/>
                  </a:lnTo>
                  <a:lnTo>
                    <a:pt x="4576597" y="0"/>
                  </a:lnTo>
                  <a:lnTo>
                    <a:pt x="4548347" y="0"/>
                  </a:lnTo>
                  <a:lnTo>
                    <a:pt x="4520096" y="0"/>
                  </a:lnTo>
                  <a:lnTo>
                    <a:pt x="4491846" y="0"/>
                  </a:lnTo>
                  <a:lnTo>
                    <a:pt x="4463595" y="0"/>
                  </a:lnTo>
                  <a:lnTo>
                    <a:pt x="4435344" y="0"/>
                  </a:lnTo>
                  <a:lnTo>
                    <a:pt x="4407094" y="0"/>
                  </a:lnTo>
                  <a:lnTo>
                    <a:pt x="4378843" y="0"/>
                  </a:lnTo>
                  <a:lnTo>
                    <a:pt x="4350593" y="0"/>
                  </a:lnTo>
                  <a:lnTo>
                    <a:pt x="4322342" y="0"/>
                  </a:lnTo>
                  <a:lnTo>
                    <a:pt x="4294091" y="0"/>
                  </a:lnTo>
                  <a:lnTo>
                    <a:pt x="4265841" y="0"/>
                  </a:lnTo>
                  <a:lnTo>
                    <a:pt x="4237590" y="0"/>
                  </a:lnTo>
                  <a:lnTo>
                    <a:pt x="4209339" y="0"/>
                  </a:lnTo>
                  <a:lnTo>
                    <a:pt x="4181089" y="0"/>
                  </a:lnTo>
                  <a:lnTo>
                    <a:pt x="4152838" y="0"/>
                  </a:lnTo>
                  <a:lnTo>
                    <a:pt x="4124588" y="0"/>
                  </a:lnTo>
                  <a:lnTo>
                    <a:pt x="4096337" y="0"/>
                  </a:lnTo>
                  <a:lnTo>
                    <a:pt x="4068086" y="0"/>
                  </a:lnTo>
                  <a:lnTo>
                    <a:pt x="4039836" y="0"/>
                  </a:lnTo>
                  <a:lnTo>
                    <a:pt x="4011585" y="0"/>
                  </a:lnTo>
                  <a:lnTo>
                    <a:pt x="3983335" y="0"/>
                  </a:lnTo>
                  <a:lnTo>
                    <a:pt x="3955084" y="0"/>
                  </a:lnTo>
                  <a:lnTo>
                    <a:pt x="3926833" y="0"/>
                  </a:lnTo>
                  <a:lnTo>
                    <a:pt x="3898583" y="0"/>
                  </a:lnTo>
                  <a:lnTo>
                    <a:pt x="3870332" y="0"/>
                  </a:lnTo>
                  <a:lnTo>
                    <a:pt x="3842082" y="0"/>
                  </a:lnTo>
                  <a:lnTo>
                    <a:pt x="3813831" y="0"/>
                  </a:lnTo>
                  <a:lnTo>
                    <a:pt x="3785580" y="0"/>
                  </a:lnTo>
                  <a:lnTo>
                    <a:pt x="3757330" y="0"/>
                  </a:lnTo>
                  <a:lnTo>
                    <a:pt x="3729079" y="0"/>
                  </a:lnTo>
                  <a:lnTo>
                    <a:pt x="3700829" y="0"/>
                  </a:lnTo>
                  <a:lnTo>
                    <a:pt x="3672578" y="0"/>
                  </a:lnTo>
                  <a:lnTo>
                    <a:pt x="3644327" y="0"/>
                  </a:lnTo>
                  <a:lnTo>
                    <a:pt x="3616077" y="0"/>
                  </a:lnTo>
                  <a:lnTo>
                    <a:pt x="3587826" y="0"/>
                  </a:lnTo>
                  <a:lnTo>
                    <a:pt x="3559576" y="0"/>
                  </a:lnTo>
                  <a:lnTo>
                    <a:pt x="3531325" y="0"/>
                  </a:lnTo>
                  <a:lnTo>
                    <a:pt x="3503074" y="0"/>
                  </a:lnTo>
                  <a:lnTo>
                    <a:pt x="3474824" y="0"/>
                  </a:lnTo>
                  <a:lnTo>
                    <a:pt x="3446573" y="0"/>
                  </a:lnTo>
                  <a:lnTo>
                    <a:pt x="3418323" y="0"/>
                  </a:lnTo>
                  <a:lnTo>
                    <a:pt x="3390072" y="0"/>
                  </a:lnTo>
                  <a:lnTo>
                    <a:pt x="3361821" y="0"/>
                  </a:lnTo>
                  <a:lnTo>
                    <a:pt x="3333571" y="0"/>
                  </a:lnTo>
                  <a:lnTo>
                    <a:pt x="3305320" y="0"/>
                  </a:lnTo>
                  <a:lnTo>
                    <a:pt x="3277070" y="0"/>
                  </a:lnTo>
                  <a:lnTo>
                    <a:pt x="3248819" y="0"/>
                  </a:lnTo>
                  <a:lnTo>
                    <a:pt x="3220568" y="0"/>
                  </a:lnTo>
                  <a:lnTo>
                    <a:pt x="3192318" y="0"/>
                  </a:lnTo>
                  <a:lnTo>
                    <a:pt x="3164067" y="0"/>
                  </a:lnTo>
                  <a:lnTo>
                    <a:pt x="3135817" y="0"/>
                  </a:lnTo>
                  <a:lnTo>
                    <a:pt x="3107566" y="0"/>
                  </a:lnTo>
                  <a:lnTo>
                    <a:pt x="3079315" y="0"/>
                  </a:lnTo>
                  <a:lnTo>
                    <a:pt x="3051065" y="0"/>
                  </a:lnTo>
                  <a:lnTo>
                    <a:pt x="3022814" y="0"/>
                  </a:lnTo>
                  <a:lnTo>
                    <a:pt x="2994564" y="0"/>
                  </a:lnTo>
                  <a:lnTo>
                    <a:pt x="2966313" y="0"/>
                  </a:lnTo>
                  <a:lnTo>
                    <a:pt x="2938062" y="0"/>
                  </a:lnTo>
                  <a:lnTo>
                    <a:pt x="2909812" y="0"/>
                  </a:lnTo>
                  <a:lnTo>
                    <a:pt x="2881561" y="0"/>
                  </a:lnTo>
                  <a:lnTo>
                    <a:pt x="2853310" y="0"/>
                  </a:lnTo>
                  <a:lnTo>
                    <a:pt x="2825060" y="0"/>
                  </a:lnTo>
                  <a:lnTo>
                    <a:pt x="2796809" y="0"/>
                  </a:lnTo>
                  <a:lnTo>
                    <a:pt x="2768559" y="0"/>
                  </a:lnTo>
                  <a:lnTo>
                    <a:pt x="2740308" y="0"/>
                  </a:lnTo>
                  <a:lnTo>
                    <a:pt x="2712057" y="0"/>
                  </a:lnTo>
                  <a:lnTo>
                    <a:pt x="2683807" y="0"/>
                  </a:lnTo>
                  <a:lnTo>
                    <a:pt x="2655556" y="0"/>
                  </a:lnTo>
                  <a:lnTo>
                    <a:pt x="2627306" y="0"/>
                  </a:lnTo>
                  <a:lnTo>
                    <a:pt x="2599055" y="0"/>
                  </a:lnTo>
                  <a:lnTo>
                    <a:pt x="2570804" y="0"/>
                  </a:lnTo>
                  <a:lnTo>
                    <a:pt x="2542554" y="0"/>
                  </a:lnTo>
                  <a:lnTo>
                    <a:pt x="2514303" y="0"/>
                  </a:lnTo>
                  <a:lnTo>
                    <a:pt x="2486053" y="0"/>
                  </a:lnTo>
                  <a:lnTo>
                    <a:pt x="2457802" y="0"/>
                  </a:lnTo>
                  <a:lnTo>
                    <a:pt x="2429551" y="0"/>
                  </a:lnTo>
                  <a:lnTo>
                    <a:pt x="2401301" y="0"/>
                  </a:lnTo>
                  <a:lnTo>
                    <a:pt x="2373050" y="0"/>
                  </a:lnTo>
                  <a:lnTo>
                    <a:pt x="2344800" y="0"/>
                  </a:lnTo>
                  <a:lnTo>
                    <a:pt x="2316549" y="0"/>
                  </a:lnTo>
                  <a:lnTo>
                    <a:pt x="2288298" y="0"/>
                  </a:lnTo>
                  <a:lnTo>
                    <a:pt x="2260048" y="0"/>
                  </a:lnTo>
                  <a:lnTo>
                    <a:pt x="2231797" y="0"/>
                  </a:lnTo>
                  <a:lnTo>
                    <a:pt x="2203547" y="0"/>
                  </a:lnTo>
                  <a:lnTo>
                    <a:pt x="2175296" y="0"/>
                  </a:lnTo>
                  <a:lnTo>
                    <a:pt x="2147045" y="0"/>
                  </a:lnTo>
                  <a:lnTo>
                    <a:pt x="2118795" y="0"/>
                  </a:lnTo>
                  <a:lnTo>
                    <a:pt x="2090544" y="0"/>
                  </a:lnTo>
                  <a:lnTo>
                    <a:pt x="2062294" y="0"/>
                  </a:lnTo>
                  <a:lnTo>
                    <a:pt x="2034043" y="0"/>
                  </a:lnTo>
                  <a:lnTo>
                    <a:pt x="2005792" y="0"/>
                  </a:lnTo>
                  <a:lnTo>
                    <a:pt x="1977542" y="0"/>
                  </a:lnTo>
                  <a:lnTo>
                    <a:pt x="1949291" y="0"/>
                  </a:lnTo>
                  <a:lnTo>
                    <a:pt x="1921041" y="0"/>
                  </a:lnTo>
                  <a:lnTo>
                    <a:pt x="1892790" y="0"/>
                  </a:lnTo>
                  <a:lnTo>
                    <a:pt x="1864539" y="0"/>
                  </a:lnTo>
                  <a:lnTo>
                    <a:pt x="1836289" y="0"/>
                  </a:lnTo>
                  <a:lnTo>
                    <a:pt x="1808038" y="0"/>
                  </a:lnTo>
                  <a:lnTo>
                    <a:pt x="1779788" y="0"/>
                  </a:lnTo>
                  <a:lnTo>
                    <a:pt x="1751537" y="0"/>
                  </a:lnTo>
                  <a:lnTo>
                    <a:pt x="1723286" y="0"/>
                  </a:lnTo>
                  <a:lnTo>
                    <a:pt x="1695036" y="0"/>
                  </a:lnTo>
                  <a:lnTo>
                    <a:pt x="1666785" y="0"/>
                  </a:lnTo>
                  <a:lnTo>
                    <a:pt x="1638535" y="0"/>
                  </a:lnTo>
                  <a:lnTo>
                    <a:pt x="1610284" y="0"/>
                  </a:lnTo>
                  <a:lnTo>
                    <a:pt x="1582033" y="0"/>
                  </a:lnTo>
                  <a:lnTo>
                    <a:pt x="1553783" y="0"/>
                  </a:lnTo>
                  <a:lnTo>
                    <a:pt x="1525532" y="0"/>
                  </a:lnTo>
                  <a:lnTo>
                    <a:pt x="1497282" y="0"/>
                  </a:lnTo>
                  <a:lnTo>
                    <a:pt x="1469031" y="0"/>
                  </a:lnTo>
                  <a:lnTo>
                    <a:pt x="1440780" y="0"/>
                  </a:lnTo>
                  <a:lnTo>
                    <a:pt x="1412530" y="0"/>
                  </a:lnTo>
                  <a:lnTo>
                    <a:pt x="1384279" y="0"/>
                  </a:lnTo>
                  <a:lnTo>
                    <a:pt x="1356028" y="0"/>
                  </a:lnTo>
                  <a:lnTo>
                    <a:pt x="1327778" y="0"/>
                  </a:lnTo>
                  <a:lnTo>
                    <a:pt x="1299527" y="0"/>
                  </a:lnTo>
                  <a:lnTo>
                    <a:pt x="1271277" y="0"/>
                  </a:lnTo>
                  <a:lnTo>
                    <a:pt x="1243026" y="0"/>
                  </a:lnTo>
                  <a:lnTo>
                    <a:pt x="1214775" y="0"/>
                  </a:lnTo>
                  <a:lnTo>
                    <a:pt x="1186525" y="0"/>
                  </a:lnTo>
                  <a:lnTo>
                    <a:pt x="1158274" y="0"/>
                  </a:lnTo>
                  <a:lnTo>
                    <a:pt x="1130024" y="0"/>
                  </a:lnTo>
                  <a:lnTo>
                    <a:pt x="1101773" y="0"/>
                  </a:lnTo>
                  <a:lnTo>
                    <a:pt x="1073522" y="0"/>
                  </a:lnTo>
                  <a:lnTo>
                    <a:pt x="1045272" y="0"/>
                  </a:lnTo>
                  <a:lnTo>
                    <a:pt x="1017021" y="0"/>
                  </a:lnTo>
                  <a:lnTo>
                    <a:pt x="988771" y="0"/>
                  </a:lnTo>
                  <a:lnTo>
                    <a:pt x="960520" y="0"/>
                  </a:lnTo>
                  <a:lnTo>
                    <a:pt x="932269" y="0"/>
                  </a:lnTo>
                  <a:lnTo>
                    <a:pt x="904019" y="0"/>
                  </a:lnTo>
                  <a:lnTo>
                    <a:pt x="875768" y="0"/>
                  </a:lnTo>
                  <a:lnTo>
                    <a:pt x="847518" y="0"/>
                  </a:lnTo>
                  <a:lnTo>
                    <a:pt x="819267" y="0"/>
                  </a:lnTo>
                  <a:lnTo>
                    <a:pt x="791016" y="0"/>
                  </a:lnTo>
                  <a:lnTo>
                    <a:pt x="762766" y="0"/>
                  </a:lnTo>
                  <a:lnTo>
                    <a:pt x="734515" y="0"/>
                  </a:lnTo>
                  <a:lnTo>
                    <a:pt x="706265" y="0"/>
                  </a:lnTo>
                  <a:lnTo>
                    <a:pt x="678014" y="0"/>
                  </a:lnTo>
                  <a:lnTo>
                    <a:pt x="649763" y="0"/>
                  </a:lnTo>
                  <a:lnTo>
                    <a:pt x="621513" y="0"/>
                  </a:lnTo>
                  <a:lnTo>
                    <a:pt x="593262" y="0"/>
                  </a:lnTo>
                  <a:lnTo>
                    <a:pt x="565012" y="0"/>
                  </a:lnTo>
                  <a:lnTo>
                    <a:pt x="536761" y="0"/>
                  </a:lnTo>
                  <a:lnTo>
                    <a:pt x="508510" y="0"/>
                  </a:lnTo>
                  <a:lnTo>
                    <a:pt x="480260" y="0"/>
                  </a:lnTo>
                  <a:lnTo>
                    <a:pt x="452009" y="0"/>
                  </a:lnTo>
                  <a:lnTo>
                    <a:pt x="423759" y="0"/>
                  </a:lnTo>
                  <a:lnTo>
                    <a:pt x="395508" y="0"/>
                  </a:lnTo>
                  <a:lnTo>
                    <a:pt x="367257" y="0"/>
                  </a:lnTo>
                  <a:lnTo>
                    <a:pt x="339007" y="0"/>
                  </a:lnTo>
                  <a:lnTo>
                    <a:pt x="310756" y="0"/>
                  </a:lnTo>
                  <a:lnTo>
                    <a:pt x="282506" y="0"/>
                  </a:lnTo>
                  <a:lnTo>
                    <a:pt x="254255" y="0"/>
                  </a:lnTo>
                  <a:lnTo>
                    <a:pt x="226004" y="0"/>
                  </a:lnTo>
                  <a:lnTo>
                    <a:pt x="197754" y="0"/>
                  </a:lnTo>
                  <a:lnTo>
                    <a:pt x="169503" y="0"/>
                  </a:lnTo>
                  <a:lnTo>
                    <a:pt x="141253" y="0"/>
                  </a:lnTo>
                  <a:lnTo>
                    <a:pt x="113002" y="0"/>
                  </a:lnTo>
                  <a:lnTo>
                    <a:pt x="84751" y="0"/>
                  </a:lnTo>
                  <a:lnTo>
                    <a:pt x="56501" y="0"/>
                  </a:lnTo>
                  <a:lnTo>
                    <a:pt x="2825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1565" y="684024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  <a:lnTo>
                    <a:pt x="844693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1565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311199" y="290096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11199" y="2291426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11199" y="167894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11199" y="1067937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11199" y="456929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516770" y="29447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6770" y="23337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6770" y="17227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6770" y="11117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770" y="5007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1565" y="3262477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29" name="rc29"/>
            <p:cNvSpPr/>
            <p:nvPr/>
          </p:nvSpPr>
          <p:spPr>
            <a:xfrm>
              <a:off x="551565" y="3262477"/>
              <a:ext cx="844693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1565" y="3262477"/>
              <a:ext cx="8446930" cy="2965267"/>
            </a:xfrm>
            <a:custGeom>
              <a:avLst/>
              <a:pathLst>
                <a:path w="8446930" h="2965267">
                  <a:moveTo>
                    <a:pt x="0" y="2468722"/>
                  </a:moveTo>
                  <a:lnTo>
                    <a:pt x="28250" y="2464645"/>
                  </a:lnTo>
                  <a:lnTo>
                    <a:pt x="56501" y="2660030"/>
                  </a:lnTo>
                  <a:lnTo>
                    <a:pt x="84751" y="2763772"/>
                  </a:lnTo>
                  <a:lnTo>
                    <a:pt x="113002" y="2710457"/>
                  </a:lnTo>
                  <a:lnTo>
                    <a:pt x="141253" y="2770674"/>
                  </a:lnTo>
                  <a:lnTo>
                    <a:pt x="169503" y="2642661"/>
                  </a:lnTo>
                  <a:lnTo>
                    <a:pt x="197754" y="2554969"/>
                  </a:lnTo>
                  <a:lnTo>
                    <a:pt x="226004" y="2536756"/>
                  </a:lnTo>
                  <a:lnTo>
                    <a:pt x="254255" y="2410971"/>
                  </a:lnTo>
                  <a:lnTo>
                    <a:pt x="282506" y="2430626"/>
                  </a:lnTo>
                  <a:lnTo>
                    <a:pt x="310756" y="2428553"/>
                  </a:lnTo>
                  <a:lnTo>
                    <a:pt x="339007" y="2516741"/>
                  </a:lnTo>
                  <a:lnTo>
                    <a:pt x="367257" y="2641334"/>
                  </a:lnTo>
                  <a:lnTo>
                    <a:pt x="395508" y="2404286"/>
                  </a:lnTo>
                  <a:lnTo>
                    <a:pt x="423759" y="2297584"/>
                  </a:lnTo>
                  <a:lnTo>
                    <a:pt x="452009" y="2286929"/>
                  </a:lnTo>
                  <a:lnTo>
                    <a:pt x="480260" y="2234106"/>
                  </a:lnTo>
                  <a:lnTo>
                    <a:pt x="508510" y="2405947"/>
                  </a:lnTo>
                  <a:lnTo>
                    <a:pt x="536761" y="2367409"/>
                  </a:lnTo>
                  <a:lnTo>
                    <a:pt x="565012" y="2244800"/>
                  </a:lnTo>
                  <a:lnTo>
                    <a:pt x="593262" y="2274092"/>
                  </a:lnTo>
                  <a:lnTo>
                    <a:pt x="621513" y="2365878"/>
                  </a:lnTo>
                  <a:lnTo>
                    <a:pt x="649763" y="2492592"/>
                  </a:lnTo>
                  <a:lnTo>
                    <a:pt x="678014" y="2574875"/>
                  </a:lnTo>
                  <a:lnTo>
                    <a:pt x="706265" y="2560982"/>
                  </a:lnTo>
                  <a:lnTo>
                    <a:pt x="734515" y="2617390"/>
                  </a:lnTo>
                  <a:lnTo>
                    <a:pt x="762766" y="2634212"/>
                  </a:lnTo>
                  <a:lnTo>
                    <a:pt x="791016" y="2762267"/>
                  </a:lnTo>
                  <a:lnTo>
                    <a:pt x="819267" y="2748083"/>
                  </a:lnTo>
                  <a:lnTo>
                    <a:pt x="847518" y="2628280"/>
                  </a:lnTo>
                  <a:lnTo>
                    <a:pt x="875768" y="2684755"/>
                  </a:lnTo>
                  <a:lnTo>
                    <a:pt x="904019" y="2541125"/>
                  </a:lnTo>
                  <a:lnTo>
                    <a:pt x="932269" y="2376754"/>
                  </a:lnTo>
                  <a:lnTo>
                    <a:pt x="960520" y="2278031"/>
                  </a:lnTo>
                  <a:lnTo>
                    <a:pt x="988771" y="2308798"/>
                  </a:lnTo>
                  <a:lnTo>
                    <a:pt x="1017021" y="2405903"/>
                  </a:lnTo>
                  <a:lnTo>
                    <a:pt x="1045272" y="2397658"/>
                  </a:lnTo>
                  <a:lnTo>
                    <a:pt x="1073522" y="2517853"/>
                  </a:lnTo>
                  <a:lnTo>
                    <a:pt x="1101773" y="2340358"/>
                  </a:lnTo>
                  <a:lnTo>
                    <a:pt x="1130024" y="2221826"/>
                  </a:lnTo>
                  <a:lnTo>
                    <a:pt x="1158274" y="2317770"/>
                  </a:lnTo>
                  <a:lnTo>
                    <a:pt x="1186525" y="2348196"/>
                  </a:lnTo>
                  <a:lnTo>
                    <a:pt x="1214775" y="2530459"/>
                  </a:lnTo>
                  <a:lnTo>
                    <a:pt x="1243026" y="2565641"/>
                  </a:lnTo>
                  <a:lnTo>
                    <a:pt x="1271277" y="2551824"/>
                  </a:lnTo>
                  <a:lnTo>
                    <a:pt x="1299527" y="2683741"/>
                  </a:lnTo>
                  <a:lnTo>
                    <a:pt x="1327778" y="2613786"/>
                  </a:lnTo>
                  <a:lnTo>
                    <a:pt x="1356028" y="2734375"/>
                  </a:lnTo>
                  <a:lnTo>
                    <a:pt x="1384279" y="2703460"/>
                  </a:lnTo>
                  <a:lnTo>
                    <a:pt x="1412530" y="2460993"/>
                  </a:lnTo>
                  <a:lnTo>
                    <a:pt x="1440780" y="2569129"/>
                  </a:lnTo>
                  <a:lnTo>
                    <a:pt x="1469031" y="2565209"/>
                  </a:lnTo>
                  <a:lnTo>
                    <a:pt x="1497282" y="2721479"/>
                  </a:lnTo>
                  <a:lnTo>
                    <a:pt x="1525532" y="2737627"/>
                  </a:lnTo>
                  <a:lnTo>
                    <a:pt x="1553783" y="2502927"/>
                  </a:lnTo>
                  <a:lnTo>
                    <a:pt x="1582033" y="2560797"/>
                  </a:lnTo>
                  <a:lnTo>
                    <a:pt x="1610284" y="2692212"/>
                  </a:lnTo>
                  <a:lnTo>
                    <a:pt x="1638535" y="2675442"/>
                  </a:lnTo>
                  <a:lnTo>
                    <a:pt x="1666785" y="2622626"/>
                  </a:lnTo>
                  <a:lnTo>
                    <a:pt x="1695036" y="2540378"/>
                  </a:lnTo>
                  <a:lnTo>
                    <a:pt x="1723286" y="2640367"/>
                  </a:lnTo>
                  <a:lnTo>
                    <a:pt x="1751537" y="2640521"/>
                  </a:lnTo>
                  <a:lnTo>
                    <a:pt x="1779788" y="2539884"/>
                  </a:lnTo>
                  <a:lnTo>
                    <a:pt x="1808038" y="2424658"/>
                  </a:lnTo>
                  <a:lnTo>
                    <a:pt x="1836289" y="2341976"/>
                  </a:lnTo>
                  <a:lnTo>
                    <a:pt x="1864539" y="2430859"/>
                  </a:lnTo>
                  <a:lnTo>
                    <a:pt x="1892790" y="2363507"/>
                  </a:lnTo>
                  <a:lnTo>
                    <a:pt x="1921041" y="2395534"/>
                  </a:lnTo>
                  <a:lnTo>
                    <a:pt x="1949291" y="2440091"/>
                  </a:lnTo>
                  <a:lnTo>
                    <a:pt x="1977542" y="2419024"/>
                  </a:lnTo>
                  <a:lnTo>
                    <a:pt x="2005792" y="2407479"/>
                  </a:lnTo>
                  <a:lnTo>
                    <a:pt x="2034043" y="2376950"/>
                  </a:lnTo>
                  <a:lnTo>
                    <a:pt x="2062294" y="2228376"/>
                  </a:lnTo>
                  <a:lnTo>
                    <a:pt x="2090544" y="2181612"/>
                  </a:lnTo>
                  <a:lnTo>
                    <a:pt x="2118795" y="2130882"/>
                  </a:lnTo>
                  <a:lnTo>
                    <a:pt x="2147045" y="2218496"/>
                  </a:lnTo>
                  <a:lnTo>
                    <a:pt x="2175296" y="2129283"/>
                  </a:lnTo>
                  <a:lnTo>
                    <a:pt x="2203547" y="2136219"/>
                  </a:lnTo>
                  <a:lnTo>
                    <a:pt x="2231797" y="2316007"/>
                  </a:lnTo>
                  <a:lnTo>
                    <a:pt x="2260048" y="2390312"/>
                  </a:lnTo>
                  <a:lnTo>
                    <a:pt x="2288298" y="2208079"/>
                  </a:lnTo>
                  <a:lnTo>
                    <a:pt x="2316549" y="2255007"/>
                  </a:lnTo>
                  <a:lnTo>
                    <a:pt x="2344800" y="2461876"/>
                  </a:lnTo>
                  <a:lnTo>
                    <a:pt x="2373050" y="2411804"/>
                  </a:lnTo>
                  <a:lnTo>
                    <a:pt x="2401301" y="2453685"/>
                  </a:lnTo>
                  <a:lnTo>
                    <a:pt x="2429551" y="2292890"/>
                  </a:lnTo>
                  <a:lnTo>
                    <a:pt x="2457802" y="2318724"/>
                  </a:lnTo>
                  <a:lnTo>
                    <a:pt x="2486053" y="2430206"/>
                  </a:lnTo>
                  <a:lnTo>
                    <a:pt x="2514303" y="2486925"/>
                  </a:lnTo>
                  <a:lnTo>
                    <a:pt x="2542554" y="2365724"/>
                  </a:lnTo>
                  <a:lnTo>
                    <a:pt x="2570804" y="2136964"/>
                  </a:lnTo>
                  <a:lnTo>
                    <a:pt x="2599055" y="1896385"/>
                  </a:lnTo>
                  <a:lnTo>
                    <a:pt x="2627306" y="1924089"/>
                  </a:lnTo>
                  <a:lnTo>
                    <a:pt x="2655556" y="1816734"/>
                  </a:lnTo>
                  <a:lnTo>
                    <a:pt x="2683807" y="1869765"/>
                  </a:lnTo>
                  <a:lnTo>
                    <a:pt x="2712057" y="1843340"/>
                  </a:lnTo>
                  <a:lnTo>
                    <a:pt x="2740308" y="1776720"/>
                  </a:lnTo>
                  <a:lnTo>
                    <a:pt x="2768559" y="1884093"/>
                  </a:lnTo>
                  <a:lnTo>
                    <a:pt x="2796809" y="2025528"/>
                  </a:lnTo>
                  <a:lnTo>
                    <a:pt x="2825060" y="2022636"/>
                  </a:lnTo>
                  <a:lnTo>
                    <a:pt x="2853310" y="1982529"/>
                  </a:lnTo>
                  <a:lnTo>
                    <a:pt x="2881561" y="1873896"/>
                  </a:lnTo>
                  <a:lnTo>
                    <a:pt x="2909812" y="1925607"/>
                  </a:lnTo>
                  <a:lnTo>
                    <a:pt x="2938062" y="1933474"/>
                  </a:lnTo>
                  <a:lnTo>
                    <a:pt x="2966313" y="1818473"/>
                  </a:lnTo>
                  <a:lnTo>
                    <a:pt x="2994564" y="1884077"/>
                  </a:lnTo>
                  <a:lnTo>
                    <a:pt x="3022814" y="1968203"/>
                  </a:lnTo>
                  <a:lnTo>
                    <a:pt x="3051065" y="2269475"/>
                  </a:lnTo>
                  <a:lnTo>
                    <a:pt x="3079315" y="2256862"/>
                  </a:lnTo>
                  <a:lnTo>
                    <a:pt x="3107566" y="2155683"/>
                  </a:lnTo>
                  <a:lnTo>
                    <a:pt x="3135817" y="2136728"/>
                  </a:lnTo>
                  <a:lnTo>
                    <a:pt x="3164067" y="2053269"/>
                  </a:lnTo>
                  <a:lnTo>
                    <a:pt x="3192318" y="2128848"/>
                  </a:lnTo>
                  <a:lnTo>
                    <a:pt x="3220568" y="2200832"/>
                  </a:lnTo>
                  <a:lnTo>
                    <a:pt x="3248819" y="2096058"/>
                  </a:lnTo>
                  <a:lnTo>
                    <a:pt x="3277070" y="2043319"/>
                  </a:lnTo>
                  <a:lnTo>
                    <a:pt x="3305320" y="1773749"/>
                  </a:lnTo>
                  <a:lnTo>
                    <a:pt x="3333571" y="1653571"/>
                  </a:lnTo>
                  <a:lnTo>
                    <a:pt x="3361821" y="1626543"/>
                  </a:lnTo>
                  <a:lnTo>
                    <a:pt x="3390072" y="1542260"/>
                  </a:lnTo>
                  <a:lnTo>
                    <a:pt x="3418323" y="1422231"/>
                  </a:lnTo>
                  <a:lnTo>
                    <a:pt x="3446573" y="1402429"/>
                  </a:lnTo>
                  <a:lnTo>
                    <a:pt x="3474824" y="1338262"/>
                  </a:lnTo>
                  <a:lnTo>
                    <a:pt x="3503074" y="1378588"/>
                  </a:lnTo>
                  <a:lnTo>
                    <a:pt x="3531325" y="1230394"/>
                  </a:lnTo>
                  <a:lnTo>
                    <a:pt x="3559576" y="1131260"/>
                  </a:lnTo>
                  <a:lnTo>
                    <a:pt x="3587826" y="1125184"/>
                  </a:lnTo>
                  <a:lnTo>
                    <a:pt x="3616077" y="1156205"/>
                  </a:lnTo>
                  <a:lnTo>
                    <a:pt x="3644327" y="1126303"/>
                  </a:lnTo>
                  <a:lnTo>
                    <a:pt x="3672578" y="990489"/>
                  </a:lnTo>
                  <a:lnTo>
                    <a:pt x="3700829" y="831815"/>
                  </a:lnTo>
                  <a:lnTo>
                    <a:pt x="3729079" y="532915"/>
                  </a:lnTo>
                  <a:lnTo>
                    <a:pt x="3757330" y="427283"/>
                  </a:lnTo>
                  <a:lnTo>
                    <a:pt x="3785580" y="285787"/>
                  </a:lnTo>
                  <a:lnTo>
                    <a:pt x="3813831" y="402532"/>
                  </a:lnTo>
                  <a:lnTo>
                    <a:pt x="3842082" y="392446"/>
                  </a:lnTo>
                  <a:lnTo>
                    <a:pt x="3870332" y="577425"/>
                  </a:lnTo>
                  <a:lnTo>
                    <a:pt x="3898583" y="460156"/>
                  </a:lnTo>
                  <a:lnTo>
                    <a:pt x="3926833" y="464461"/>
                  </a:lnTo>
                  <a:lnTo>
                    <a:pt x="3955084" y="369632"/>
                  </a:lnTo>
                  <a:lnTo>
                    <a:pt x="3983335" y="150914"/>
                  </a:lnTo>
                  <a:lnTo>
                    <a:pt x="4011585" y="38614"/>
                  </a:lnTo>
                  <a:lnTo>
                    <a:pt x="4039836" y="0"/>
                  </a:lnTo>
                  <a:lnTo>
                    <a:pt x="4039836" y="0"/>
                  </a:lnTo>
                  <a:lnTo>
                    <a:pt x="4068086" y="42885"/>
                  </a:lnTo>
                  <a:lnTo>
                    <a:pt x="4096337" y="705875"/>
                  </a:lnTo>
                  <a:lnTo>
                    <a:pt x="4124588" y="632372"/>
                  </a:lnTo>
                  <a:lnTo>
                    <a:pt x="4152838" y="652004"/>
                  </a:lnTo>
                  <a:lnTo>
                    <a:pt x="4181089" y="643186"/>
                  </a:lnTo>
                  <a:lnTo>
                    <a:pt x="4209339" y="732636"/>
                  </a:lnTo>
                  <a:lnTo>
                    <a:pt x="4237590" y="560523"/>
                  </a:lnTo>
                  <a:lnTo>
                    <a:pt x="4265841" y="469202"/>
                  </a:lnTo>
                  <a:lnTo>
                    <a:pt x="4294091" y="385048"/>
                  </a:lnTo>
                  <a:lnTo>
                    <a:pt x="4322342" y="491085"/>
                  </a:lnTo>
                  <a:lnTo>
                    <a:pt x="4350593" y="393429"/>
                  </a:lnTo>
                  <a:lnTo>
                    <a:pt x="4378843" y="425766"/>
                  </a:lnTo>
                  <a:lnTo>
                    <a:pt x="4407094" y="373610"/>
                  </a:lnTo>
                  <a:lnTo>
                    <a:pt x="4435344" y="282190"/>
                  </a:lnTo>
                  <a:lnTo>
                    <a:pt x="4463595" y="479460"/>
                  </a:lnTo>
                  <a:lnTo>
                    <a:pt x="4491846" y="509115"/>
                  </a:lnTo>
                  <a:lnTo>
                    <a:pt x="4520096" y="632282"/>
                  </a:lnTo>
                  <a:lnTo>
                    <a:pt x="4548347" y="757501"/>
                  </a:lnTo>
                  <a:lnTo>
                    <a:pt x="4576597" y="875469"/>
                  </a:lnTo>
                  <a:lnTo>
                    <a:pt x="4604848" y="1004787"/>
                  </a:lnTo>
                  <a:lnTo>
                    <a:pt x="4633099" y="946160"/>
                  </a:lnTo>
                  <a:lnTo>
                    <a:pt x="4661349" y="991940"/>
                  </a:lnTo>
                  <a:lnTo>
                    <a:pt x="4689600" y="1052760"/>
                  </a:lnTo>
                  <a:lnTo>
                    <a:pt x="4717850" y="1126649"/>
                  </a:lnTo>
                  <a:lnTo>
                    <a:pt x="4746101" y="1314389"/>
                  </a:lnTo>
                  <a:lnTo>
                    <a:pt x="4774352" y="1290327"/>
                  </a:lnTo>
                  <a:lnTo>
                    <a:pt x="4802602" y="1182311"/>
                  </a:lnTo>
                  <a:lnTo>
                    <a:pt x="4830853" y="1298343"/>
                  </a:lnTo>
                  <a:lnTo>
                    <a:pt x="4859103" y="1325106"/>
                  </a:lnTo>
                  <a:lnTo>
                    <a:pt x="4887354" y="1471096"/>
                  </a:lnTo>
                  <a:lnTo>
                    <a:pt x="4915605" y="1318390"/>
                  </a:lnTo>
                  <a:lnTo>
                    <a:pt x="4943855" y="1351079"/>
                  </a:lnTo>
                  <a:lnTo>
                    <a:pt x="4972106" y="1505262"/>
                  </a:lnTo>
                  <a:lnTo>
                    <a:pt x="5000356" y="1533516"/>
                  </a:lnTo>
                  <a:lnTo>
                    <a:pt x="5028607" y="1615369"/>
                  </a:lnTo>
                  <a:lnTo>
                    <a:pt x="5056858" y="1578845"/>
                  </a:lnTo>
                  <a:lnTo>
                    <a:pt x="5085108" y="1741880"/>
                  </a:lnTo>
                  <a:lnTo>
                    <a:pt x="5113359" y="1872958"/>
                  </a:lnTo>
                  <a:lnTo>
                    <a:pt x="5141609" y="1843500"/>
                  </a:lnTo>
                  <a:lnTo>
                    <a:pt x="5169860" y="1957449"/>
                  </a:lnTo>
                  <a:lnTo>
                    <a:pt x="5198111" y="2032407"/>
                  </a:lnTo>
                  <a:lnTo>
                    <a:pt x="5226361" y="2158559"/>
                  </a:lnTo>
                  <a:lnTo>
                    <a:pt x="5254612" y="2045829"/>
                  </a:lnTo>
                  <a:lnTo>
                    <a:pt x="5282862" y="1823159"/>
                  </a:lnTo>
                  <a:lnTo>
                    <a:pt x="5311113" y="1963562"/>
                  </a:lnTo>
                  <a:lnTo>
                    <a:pt x="5339364" y="2012657"/>
                  </a:lnTo>
                  <a:lnTo>
                    <a:pt x="5367614" y="2111050"/>
                  </a:lnTo>
                  <a:lnTo>
                    <a:pt x="5395865" y="2016802"/>
                  </a:lnTo>
                  <a:lnTo>
                    <a:pt x="5424115" y="2049457"/>
                  </a:lnTo>
                  <a:lnTo>
                    <a:pt x="5452366" y="2246600"/>
                  </a:lnTo>
                  <a:lnTo>
                    <a:pt x="5480617" y="2150348"/>
                  </a:lnTo>
                  <a:lnTo>
                    <a:pt x="5508867" y="2008930"/>
                  </a:lnTo>
                  <a:lnTo>
                    <a:pt x="5537118" y="1911495"/>
                  </a:lnTo>
                  <a:lnTo>
                    <a:pt x="5565368" y="1736781"/>
                  </a:lnTo>
                  <a:lnTo>
                    <a:pt x="5593619" y="1762402"/>
                  </a:lnTo>
                  <a:lnTo>
                    <a:pt x="5621870" y="2018111"/>
                  </a:lnTo>
                  <a:lnTo>
                    <a:pt x="5650120" y="2131248"/>
                  </a:lnTo>
                  <a:lnTo>
                    <a:pt x="5678371" y="2402882"/>
                  </a:lnTo>
                  <a:lnTo>
                    <a:pt x="5706621" y="2354247"/>
                  </a:lnTo>
                  <a:lnTo>
                    <a:pt x="5734872" y="2171671"/>
                  </a:lnTo>
                  <a:lnTo>
                    <a:pt x="5763123" y="2057535"/>
                  </a:lnTo>
                  <a:lnTo>
                    <a:pt x="5791373" y="1737073"/>
                  </a:lnTo>
                  <a:lnTo>
                    <a:pt x="5819624" y="1858836"/>
                  </a:lnTo>
                  <a:lnTo>
                    <a:pt x="5847875" y="2089316"/>
                  </a:lnTo>
                  <a:lnTo>
                    <a:pt x="5876125" y="2196104"/>
                  </a:lnTo>
                  <a:lnTo>
                    <a:pt x="5904376" y="2360149"/>
                  </a:lnTo>
                  <a:lnTo>
                    <a:pt x="5932626" y="2305446"/>
                  </a:lnTo>
                  <a:lnTo>
                    <a:pt x="5960877" y="2310619"/>
                  </a:lnTo>
                  <a:lnTo>
                    <a:pt x="5989128" y="2311961"/>
                  </a:lnTo>
                  <a:lnTo>
                    <a:pt x="6017378" y="2433756"/>
                  </a:lnTo>
                  <a:lnTo>
                    <a:pt x="6045629" y="2528123"/>
                  </a:lnTo>
                  <a:lnTo>
                    <a:pt x="6073879" y="2468819"/>
                  </a:lnTo>
                  <a:lnTo>
                    <a:pt x="6102130" y="2422472"/>
                  </a:lnTo>
                  <a:lnTo>
                    <a:pt x="6130381" y="2519679"/>
                  </a:lnTo>
                  <a:lnTo>
                    <a:pt x="6158631" y="2632919"/>
                  </a:lnTo>
                  <a:lnTo>
                    <a:pt x="6186882" y="2786280"/>
                  </a:lnTo>
                  <a:lnTo>
                    <a:pt x="6215132" y="2754713"/>
                  </a:lnTo>
                  <a:lnTo>
                    <a:pt x="6243383" y="2778893"/>
                  </a:lnTo>
                  <a:lnTo>
                    <a:pt x="6271634" y="2866597"/>
                  </a:lnTo>
                  <a:lnTo>
                    <a:pt x="6299884" y="2855981"/>
                  </a:lnTo>
                  <a:lnTo>
                    <a:pt x="6328135" y="2823024"/>
                  </a:lnTo>
                  <a:lnTo>
                    <a:pt x="6356385" y="2787892"/>
                  </a:lnTo>
                  <a:lnTo>
                    <a:pt x="6384636" y="2803647"/>
                  </a:lnTo>
                  <a:lnTo>
                    <a:pt x="6412887" y="2783489"/>
                  </a:lnTo>
                  <a:lnTo>
                    <a:pt x="6441137" y="2774930"/>
                  </a:lnTo>
                  <a:lnTo>
                    <a:pt x="6469388" y="2771579"/>
                  </a:lnTo>
                  <a:lnTo>
                    <a:pt x="6497638" y="2730808"/>
                  </a:lnTo>
                  <a:lnTo>
                    <a:pt x="6525889" y="2736349"/>
                  </a:lnTo>
                  <a:lnTo>
                    <a:pt x="6554140" y="2699137"/>
                  </a:lnTo>
                  <a:lnTo>
                    <a:pt x="6582390" y="2650150"/>
                  </a:lnTo>
                  <a:lnTo>
                    <a:pt x="6610641" y="2591690"/>
                  </a:lnTo>
                  <a:lnTo>
                    <a:pt x="6638891" y="2504563"/>
                  </a:lnTo>
                  <a:lnTo>
                    <a:pt x="6667142" y="2555819"/>
                  </a:lnTo>
                  <a:lnTo>
                    <a:pt x="6695393" y="2631297"/>
                  </a:lnTo>
                  <a:lnTo>
                    <a:pt x="6723643" y="2750667"/>
                  </a:lnTo>
                  <a:lnTo>
                    <a:pt x="6751894" y="2634597"/>
                  </a:lnTo>
                  <a:lnTo>
                    <a:pt x="6780144" y="2623832"/>
                  </a:lnTo>
                  <a:lnTo>
                    <a:pt x="6808395" y="2610688"/>
                  </a:lnTo>
                  <a:lnTo>
                    <a:pt x="6836646" y="2408177"/>
                  </a:lnTo>
                  <a:lnTo>
                    <a:pt x="6864896" y="2493534"/>
                  </a:lnTo>
                  <a:lnTo>
                    <a:pt x="6893147" y="2668659"/>
                  </a:lnTo>
                  <a:lnTo>
                    <a:pt x="6921397" y="2868326"/>
                  </a:lnTo>
                  <a:lnTo>
                    <a:pt x="6949648" y="2810445"/>
                  </a:lnTo>
                  <a:lnTo>
                    <a:pt x="6977899" y="2694810"/>
                  </a:lnTo>
                  <a:lnTo>
                    <a:pt x="7006149" y="2531146"/>
                  </a:lnTo>
                  <a:lnTo>
                    <a:pt x="7034400" y="2670622"/>
                  </a:lnTo>
                  <a:lnTo>
                    <a:pt x="7062650" y="2822216"/>
                  </a:lnTo>
                  <a:lnTo>
                    <a:pt x="7090901" y="2854413"/>
                  </a:lnTo>
                  <a:lnTo>
                    <a:pt x="7119152" y="2875705"/>
                  </a:lnTo>
                  <a:lnTo>
                    <a:pt x="7147402" y="2869277"/>
                  </a:lnTo>
                  <a:lnTo>
                    <a:pt x="7175653" y="2846627"/>
                  </a:lnTo>
                  <a:lnTo>
                    <a:pt x="7203904" y="2805969"/>
                  </a:lnTo>
                  <a:lnTo>
                    <a:pt x="7232154" y="2787483"/>
                  </a:lnTo>
                  <a:lnTo>
                    <a:pt x="7260405" y="2830938"/>
                  </a:lnTo>
                  <a:lnTo>
                    <a:pt x="7288655" y="2759640"/>
                  </a:lnTo>
                  <a:lnTo>
                    <a:pt x="7316906" y="2833493"/>
                  </a:lnTo>
                  <a:lnTo>
                    <a:pt x="7345157" y="2822777"/>
                  </a:lnTo>
                  <a:lnTo>
                    <a:pt x="7373407" y="2693456"/>
                  </a:lnTo>
                  <a:lnTo>
                    <a:pt x="7401658" y="2765615"/>
                  </a:lnTo>
                  <a:lnTo>
                    <a:pt x="7429908" y="2746848"/>
                  </a:lnTo>
                  <a:lnTo>
                    <a:pt x="7458159" y="2799020"/>
                  </a:lnTo>
                  <a:lnTo>
                    <a:pt x="7486410" y="2858581"/>
                  </a:lnTo>
                  <a:lnTo>
                    <a:pt x="7514660" y="2863983"/>
                  </a:lnTo>
                  <a:lnTo>
                    <a:pt x="7542911" y="2836879"/>
                  </a:lnTo>
                  <a:lnTo>
                    <a:pt x="7571161" y="2805926"/>
                  </a:lnTo>
                  <a:lnTo>
                    <a:pt x="7599412" y="2767187"/>
                  </a:lnTo>
                  <a:lnTo>
                    <a:pt x="7627663" y="2669725"/>
                  </a:lnTo>
                  <a:lnTo>
                    <a:pt x="7655913" y="2768936"/>
                  </a:lnTo>
                  <a:lnTo>
                    <a:pt x="7684164" y="2869833"/>
                  </a:lnTo>
                  <a:lnTo>
                    <a:pt x="7712414" y="2925950"/>
                  </a:lnTo>
                  <a:lnTo>
                    <a:pt x="7740665" y="2913064"/>
                  </a:lnTo>
                  <a:lnTo>
                    <a:pt x="7768916" y="2841417"/>
                  </a:lnTo>
                  <a:lnTo>
                    <a:pt x="7797166" y="2820727"/>
                  </a:lnTo>
                  <a:lnTo>
                    <a:pt x="7825417" y="2818800"/>
                  </a:lnTo>
                  <a:lnTo>
                    <a:pt x="7853667" y="2894333"/>
                  </a:lnTo>
                  <a:lnTo>
                    <a:pt x="7881918" y="2818992"/>
                  </a:lnTo>
                  <a:lnTo>
                    <a:pt x="7910169" y="2840122"/>
                  </a:lnTo>
                  <a:lnTo>
                    <a:pt x="7938419" y="2936124"/>
                  </a:lnTo>
                  <a:lnTo>
                    <a:pt x="7966670" y="2965267"/>
                  </a:lnTo>
                  <a:lnTo>
                    <a:pt x="7994920" y="2931974"/>
                  </a:lnTo>
                  <a:lnTo>
                    <a:pt x="8023171" y="2860792"/>
                  </a:lnTo>
                  <a:lnTo>
                    <a:pt x="8051422" y="2838074"/>
                  </a:lnTo>
                  <a:lnTo>
                    <a:pt x="8079672" y="2760523"/>
                  </a:lnTo>
                  <a:lnTo>
                    <a:pt x="8107923" y="2674729"/>
                  </a:lnTo>
                  <a:lnTo>
                    <a:pt x="8136173" y="2636125"/>
                  </a:lnTo>
                  <a:lnTo>
                    <a:pt x="8164424" y="2727818"/>
                  </a:lnTo>
                  <a:lnTo>
                    <a:pt x="8192675" y="2771130"/>
                  </a:lnTo>
                  <a:lnTo>
                    <a:pt x="8220925" y="2809659"/>
                  </a:lnTo>
                  <a:lnTo>
                    <a:pt x="8249176" y="2815608"/>
                  </a:lnTo>
                  <a:lnTo>
                    <a:pt x="8277426" y="2822512"/>
                  </a:lnTo>
                  <a:lnTo>
                    <a:pt x="8305677" y="2716029"/>
                  </a:lnTo>
                  <a:lnTo>
                    <a:pt x="8333928" y="2669842"/>
                  </a:lnTo>
                  <a:lnTo>
                    <a:pt x="8362178" y="2578144"/>
                  </a:lnTo>
                  <a:lnTo>
                    <a:pt x="8390429" y="2677395"/>
                  </a:lnTo>
                  <a:lnTo>
                    <a:pt x="8418679" y="2692290"/>
                  </a:lnTo>
                  <a:lnTo>
                    <a:pt x="8446930" y="2755256"/>
                  </a:lnTo>
                  <a:lnTo>
                    <a:pt x="8446930" y="275525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51565" y="3262477"/>
              <a:ext cx="8446930" cy="3116972"/>
            </a:xfrm>
            <a:custGeom>
              <a:avLst/>
              <a:pathLst>
                <a:path w="8446930" h="3116972">
                  <a:moveTo>
                    <a:pt x="0" y="2468722"/>
                  </a:moveTo>
                  <a:lnTo>
                    <a:pt x="28250" y="2464645"/>
                  </a:lnTo>
                  <a:lnTo>
                    <a:pt x="56501" y="2660030"/>
                  </a:lnTo>
                  <a:lnTo>
                    <a:pt x="84751" y="2763772"/>
                  </a:lnTo>
                  <a:lnTo>
                    <a:pt x="113002" y="2710457"/>
                  </a:lnTo>
                  <a:lnTo>
                    <a:pt x="141253" y="2770674"/>
                  </a:lnTo>
                  <a:lnTo>
                    <a:pt x="169503" y="2642661"/>
                  </a:lnTo>
                  <a:lnTo>
                    <a:pt x="197754" y="2554969"/>
                  </a:lnTo>
                  <a:lnTo>
                    <a:pt x="226004" y="2536756"/>
                  </a:lnTo>
                  <a:lnTo>
                    <a:pt x="254255" y="2410971"/>
                  </a:lnTo>
                  <a:lnTo>
                    <a:pt x="282506" y="2430626"/>
                  </a:lnTo>
                  <a:lnTo>
                    <a:pt x="310756" y="2428553"/>
                  </a:lnTo>
                  <a:lnTo>
                    <a:pt x="339007" y="2516741"/>
                  </a:lnTo>
                  <a:lnTo>
                    <a:pt x="367257" y="2641334"/>
                  </a:lnTo>
                  <a:lnTo>
                    <a:pt x="395508" y="2404286"/>
                  </a:lnTo>
                  <a:lnTo>
                    <a:pt x="423759" y="2297584"/>
                  </a:lnTo>
                  <a:lnTo>
                    <a:pt x="452009" y="2286929"/>
                  </a:lnTo>
                  <a:lnTo>
                    <a:pt x="480260" y="2234106"/>
                  </a:lnTo>
                  <a:lnTo>
                    <a:pt x="508510" y="2405947"/>
                  </a:lnTo>
                  <a:lnTo>
                    <a:pt x="536761" y="2367409"/>
                  </a:lnTo>
                  <a:lnTo>
                    <a:pt x="565012" y="2244800"/>
                  </a:lnTo>
                  <a:lnTo>
                    <a:pt x="593262" y="2274092"/>
                  </a:lnTo>
                  <a:lnTo>
                    <a:pt x="621513" y="2365878"/>
                  </a:lnTo>
                  <a:lnTo>
                    <a:pt x="649763" y="2492592"/>
                  </a:lnTo>
                  <a:lnTo>
                    <a:pt x="678014" y="2574875"/>
                  </a:lnTo>
                  <a:lnTo>
                    <a:pt x="706265" y="2560982"/>
                  </a:lnTo>
                  <a:lnTo>
                    <a:pt x="734515" y="2617390"/>
                  </a:lnTo>
                  <a:lnTo>
                    <a:pt x="762766" y="2634212"/>
                  </a:lnTo>
                  <a:lnTo>
                    <a:pt x="791016" y="2762267"/>
                  </a:lnTo>
                  <a:lnTo>
                    <a:pt x="819267" y="2748083"/>
                  </a:lnTo>
                  <a:lnTo>
                    <a:pt x="847518" y="2628280"/>
                  </a:lnTo>
                  <a:lnTo>
                    <a:pt x="875768" y="2684755"/>
                  </a:lnTo>
                  <a:lnTo>
                    <a:pt x="904019" y="2541125"/>
                  </a:lnTo>
                  <a:lnTo>
                    <a:pt x="932269" y="2376754"/>
                  </a:lnTo>
                  <a:lnTo>
                    <a:pt x="960520" y="2278031"/>
                  </a:lnTo>
                  <a:lnTo>
                    <a:pt x="988771" y="2308798"/>
                  </a:lnTo>
                  <a:lnTo>
                    <a:pt x="1017021" y="2405903"/>
                  </a:lnTo>
                  <a:lnTo>
                    <a:pt x="1045272" y="2397658"/>
                  </a:lnTo>
                  <a:lnTo>
                    <a:pt x="1073522" y="2517853"/>
                  </a:lnTo>
                  <a:lnTo>
                    <a:pt x="1101773" y="2340358"/>
                  </a:lnTo>
                  <a:lnTo>
                    <a:pt x="1130024" y="2221826"/>
                  </a:lnTo>
                  <a:lnTo>
                    <a:pt x="1158274" y="2317770"/>
                  </a:lnTo>
                  <a:lnTo>
                    <a:pt x="1186525" y="2348196"/>
                  </a:lnTo>
                  <a:lnTo>
                    <a:pt x="1214775" y="2530459"/>
                  </a:lnTo>
                  <a:lnTo>
                    <a:pt x="1243026" y="2565641"/>
                  </a:lnTo>
                  <a:lnTo>
                    <a:pt x="1271277" y="2551824"/>
                  </a:lnTo>
                  <a:lnTo>
                    <a:pt x="1299527" y="2683741"/>
                  </a:lnTo>
                  <a:lnTo>
                    <a:pt x="1327778" y="2613786"/>
                  </a:lnTo>
                  <a:lnTo>
                    <a:pt x="1356028" y="2734375"/>
                  </a:lnTo>
                  <a:lnTo>
                    <a:pt x="1384279" y="2703460"/>
                  </a:lnTo>
                  <a:lnTo>
                    <a:pt x="1412530" y="2460993"/>
                  </a:lnTo>
                  <a:lnTo>
                    <a:pt x="1440780" y="2569129"/>
                  </a:lnTo>
                  <a:lnTo>
                    <a:pt x="1469031" y="2565209"/>
                  </a:lnTo>
                  <a:lnTo>
                    <a:pt x="1497282" y="2721479"/>
                  </a:lnTo>
                  <a:lnTo>
                    <a:pt x="1525532" y="2737627"/>
                  </a:lnTo>
                  <a:lnTo>
                    <a:pt x="1553783" y="2502927"/>
                  </a:lnTo>
                  <a:lnTo>
                    <a:pt x="1582033" y="2560797"/>
                  </a:lnTo>
                  <a:lnTo>
                    <a:pt x="1610284" y="2692212"/>
                  </a:lnTo>
                  <a:lnTo>
                    <a:pt x="1638535" y="2675442"/>
                  </a:lnTo>
                  <a:lnTo>
                    <a:pt x="1666785" y="2622626"/>
                  </a:lnTo>
                  <a:lnTo>
                    <a:pt x="1695036" y="2540378"/>
                  </a:lnTo>
                  <a:lnTo>
                    <a:pt x="1723286" y="2640367"/>
                  </a:lnTo>
                  <a:lnTo>
                    <a:pt x="1751537" y="2640521"/>
                  </a:lnTo>
                  <a:lnTo>
                    <a:pt x="1779788" y="2539884"/>
                  </a:lnTo>
                  <a:lnTo>
                    <a:pt x="1808038" y="2424658"/>
                  </a:lnTo>
                  <a:lnTo>
                    <a:pt x="1836289" y="2341976"/>
                  </a:lnTo>
                  <a:lnTo>
                    <a:pt x="1864539" y="2430859"/>
                  </a:lnTo>
                  <a:lnTo>
                    <a:pt x="1892790" y="2363507"/>
                  </a:lnTo>
                  <a:lnTo>
                    <a:pt x="1921041" y="2395534"/>
                  </a:lnTo>
                  <a:lnTo>
                    <a:pt x="1949291" y="2440091"/>
                  </a:lnTo>
                  <a:lnTo>
                    <a:pt x="1977542" y="2419024"/>
                  </a:lnTo>
                  <a:lnTo>
                    <a:pt x="2005792" y="2407479"/>
                  </a:lnTo>
                  <a:lnTo>
                    <a:pt x="2034043" y="2376950"/>
                  </a:lnTo>
                  <a:lnTo>
                    <a:pt x="2062294" y="2228376"/>
                  </a:lnTo>
                  <a:lnTo>
                    <a:pt x="2090544" y="2181612"/>
                  </a:lnTo>
                  <a:lnTo>
                    <a:pt x="2118795" y="2130882"/>
                  </a:lnTo>
                  <a:lnTo>
                    <a:pt x="2147045" y="2218496"/>
                  </a:lnTo>
                  <a:lnTo>
                    <a:pt x="2175296" y="2129283"/>
                  </a:lnTo>
                  <a:lnTo>
                    <a:pt x="2203547" y="2136219"/>
                  </a:lnTo>
                  <a:lnTo>
                    <a:pt x="2231797" y="2316007"/>
                  </a:lnTo>
                  <a:lnTo>
                    <a:pt x="2260048" y="2390312"/>
                  </a:lnTo>
                  <a:lnTo>
                    <a:pt x="2288298" y="2208079"/>
                  </a:lnTo>
                  <a:lnTo>
                    <a:pt x="2316549" y="2255007"/>
                  </a:lnTo>
                  <a:lnTo>
                    <a:pt x="2344800" y="2461876"/>
                  </a:lnTo>
                  <a:lnTo>
                    <a:pt x="2373050" y="2411804"/>
                  </a:lnTo>
                  <a:lnTo>
                    <a:pt x="2401301" y="2453685"/>
                  </a:lnTo>
                  <a:lnTo>
                    <a:pt x="2429551" y="2292890"/>
                  </a:lnTo>
                  <a:lnTo>
                    <a:pt x="2457802" y="2318724"/>
                  </a:lnTo>
                  <a:lnTo>
                    <a:pt x="2486053" y="2430206"/>
                  </a:lnTo>
                  <a:lnTo>
                    <a:pt x="2514303" y="2486925"/>
                  </a:lnTo>
                  <a:lnTo>
                    <a:pt x="2542554" y="2365724"/>
                  </a:lnTo>
                  <a:lnTo>
                    <a:pt x="2570804" y="2136964"/>
                  </a:lnTo>
                  <a:lnTo>
                    <a:pt x="2599055" y="1896385"/>
                  </a:lnTo>
                  <a:lnTo>
                    <a:pt x="2627306" y="1924089"/>
                  </a:lnTo>
                  <a:lnTo>
                    <a:pt x="2655556" y="1816734"/>
                  </a:lnTo>
                  <a:lnTo>
                    <a:pt x="2683807" y="1869765"/>
                  </a:lnTo>
                  <a:lnTo>
                    <a:pt x="2712057" y="1843340"/>
                  </a:lnTo>
                  <a:lnTo>
                    <a:pt x="2740308" y="1776720"/>
                  </a:lnTo>
                  <a:lnTo>
                    <a:pt x="2768559" y="1884093"/>
                  </a:lnTo>
                  <a:lnTo>
                    <a:pt x="2796809" y="2025528"/>
                  </a:lnTo>
                  <a:lnTo>
                    <a:pt x="2825060" y="2022636"/>
                  </a:lnTo>
                  <a:lnTo>
                    <a:pt x="2853310" y="1982529"/>
                  </a:lnTo>
                  <a:lnTo>
                    <a:pt x="2881561" y="1873896"/>
                  </a:lnTo>
                  <a:lnTo>
                    <a:pt x="2909812" y="1925607"/>
                  </a:lnTo>
                  <a:lnTo>
                    <a:pt x="2938062" y="1933474"/>
                  </a:lnTo>
                  <a:lnTo>
                    <a:pt x="2966313" y="1818473"/>
                  </a:lnTo>
                  <a:lnTo>
                    <a:pt x="2994564" y="1884077"/>
                  </a:lnTo>
                  <a:lnTo>
                    <a:pt x="3022814" y="1968203"/>
                  </a:lnTo>
                  <a:lnTo>
                    <a:pt x="3051065" y="2269475"/>
                  </a:lnTo>
                  <a:lnTo>
                    <a:pt x="3079315" y="2256862"/>
                  </a:lnTo>
                  <a:lnTo>
                    <a:pt x="3107566" y="2155683"/>
                  </a:lnTo>
                  <a:lnTo>
                    <a:pt x="3135817" y="2136728"/>
                  </a:lnTo>
                  <a:lnTo>
                    <a:pt x="3164067" y="2053269"/>
                  </a:lnTo>
                  <a:lnTo>
                    <a:pt x="3192318" y="2128848"/>
                  </a:lnTo>
                  <a:lnTo>
                    <a:pt x="3220568" y="2200832"/>
                  </a:lnTo>
                  <a:lnTo>
                    <a:pt x="3248819" y="2096058"/>
                  </a:lnTo>
                  <a:lnTo>
                    <a:pt x="3277070" y="2043319"/>
                  </a:lnTo>
                  <a:lnTo>
                    <a:pt x="3305320" y="1773749"/>
                  </a:lnTo>
                  <a:lnTo>
                    <a:pt x="3333571" y="1653571"/>
                  </a:lnTo>
                  <a:lnTo>
                    <a:pt x="3361821" y="1626543"/>
                  </a:lnTo>
                  <a:lnTo>
                    <a:pt x="3390072" y="1542260"/>
                  </a:lnTo>
                  <a:lnTo>
                    <a:pt x="3418323" y="1422231"/>
                  </a:lnTo>
                  <a:lnTo>
                    <a:pt x="3446573" y="1402429"/>
                  </a:lnTo>
                  <a:lnTo>
                    <a:pt x="3474824" y="1338262"/>
                  </a:lnTo>
                  <a:lnTo>
                    <a:pt x="3503074" y="1378588"/>
                  </a:lnTo>
                  <a:lnTo>
                    <a:pt x="3531325" y="1230394"/>
                  </a:lnTo>
                  <a:lnTo>
                    <a:pt x="3559576" y="1131260"/>
                  </a:lnTo>
                  <a:lnTo>
                    <a:pt x="3587826" y="1125184"/>
                  </a:lnTo>
                  <a:lnTo>
                    <a:pt x="3616077" y="1156205"/>
                  </a:lnTo>
                  <a:lnTo>
                    <a:pt x="3644327" y="1126303"/>
                  </a:lnTo>
                  <a:lnTo>
                    <a:pt x="3672578" y="990489"/>
                  </a:lnTo>
                  <a:lnTo>
                    <a:pt x="3700829" y="831815"/>
                  </a:lnTo>
                  <a:lnTo>
                    <a:pt x="3729079" y="532915"/>
                  </a:lnTo>
                  <a:lnTo>
                    <a:pt x="3757330" y="427283"/>
                  </a:lnTo>
                  <a:lnTo>
                    <a:pt x="3785580" y="285787"/>
                  </a:lnTo>
                  <a:lnTo>
                    <a:pt x="3813831" y="402532"/>
                  </a:lnTo>
                  <a:lnTo>
                    <a:pt x="3842082" y="392446"/>
                  </a:lnTo>
                  <a:lnTo>
                    <a:pt x="3870332" y="577425"/>
                  </a:lnTo>
                  <a:lnTo>
                    <a:pt x="3898583" y="460156"/>
                  </a:lnTo>
                  <a:lnTo>
                    <a:pt x="3926833" y="464461"/>
                  </a:lnTo>
                  <a:lnTo>
                    <a:pt x="3955084" y="369632"/>
                  </a:lnTo>
                  <a:lnTo>
                    <a:pt x="3983335" y="150914"/>
                  </a:lnTo>
                  <a:lnTo>
                    <a:pt x="4011585" y="38614"/>
                  </a:lnTo>
                  <a:lnTo>
                    <a:pt x="4039836" y="0"/>
                  </a:lnTo>
                  <a:lnTo>
                    <a:pt x="4068086" y="42885"/>
                  </a:lnTo>
                  <a:lnTo>
                    <a:pt x="4096337" y="705875"/>
                  </a:lnTo>
                  <a:lnTo>
                    <a:pt x="4124588" y="632372"/>
                  </a:lnTo>
                  <a:lnTo>
                    <a:pt x="4152838" y="652004"/>
                  </a:lnTo>
                  <a:lnTo>
                    <a:pt x="4181089" y="643186"/>
                  </a:lnTo>
                  <a:lnTo>
                    <a:pt x="4209339" y="732636"/>
                  </a:lnTo>
                  <a:lnTo>
                    <a:pt x="4237590" y="560523"/>
                  </a:lnTo>
                  <a:lnTo>
                    <a:pt x="4265841" y="469202"/>
                  </a:lnTo>
                  <a:lnTo>
                    <a:pt x="4294091" y="385048"/>
                  </a:lnTo>
                  <a:lnTo>
                    <a:pt x="4322342" y="491085"/>
                  </a:lnTo>
                  <a:lnTo>
                    <a:pt x="4350593" y="393429"/>
                  </a:lnTo>
                  <a:lnTo>
                    <a:pt x="4378843" y="425766"/>
                  </a:lnTo>
                  <a:lnTo>
                    <a:pt x="4407094" y="373610"/>
                  </a:lnTo>
                  <a:lnTo>
                    <a:pt x="4435344" y="282190"/>
                  </a:lnTo>
                  <a:lnTo>
                    <a:pt x="4463595" y="479460"/>
                  </a:lnTo>
                  <a:lnTo>
                    <a:pt x="4491846" y="509115"/>
                  </a:lnTo>
                  <a:lnTo>
                    <a:pt x="4520096" y="632282"/>
                  </a:lnTo>
                  <a:lnTo>
                    <a:pt x="4548347" y="757501"/>
                  </a:lnTo>
                  <a:lnTo>
                    <a:pt x="4576597" y="875469"/>
                  </a:lnTo>
                  <a:lnTo>
                    <a:pt x="4604848" y="1004787"/>
                  </a:lnTo>
                  <a:lnTo>
                    <a:pt x="4633099" y="946160"/>
                  </a:lnTo>
                  <a:lnTo>
                    <a:pt x="4661349" y="991940"/>
                  </a:lnTo>
                  <a:lnTo>
                    <a:pt x="4689600" y="1052760"/>
                  </a:lnTo>
                  <a:lnTo>
                    <a:pt x="4717850" y="1126649"/>
                  </a:lnTo>
                  <a:lnTo>
                    <a:pt x="4746101" y="1314389"/>
                  </a:lnTo>
                  <a:lnTo>
                    <a:pt x="4774352" y="1290327"/>
                  </a:lnTo>
                  <a:lnTo>
                    <a:pt x="4802602" y="1182311"/>
                  </a:lnTo>
                  <a:lnTo>
                    <a:pt x="4830853" y="1298343"/>
                  </a:lnTo>
                  <a:lnTo>
                    <a:pt x="4859103" y="1325106"/>
                  </a:lnTo>
                  <a:lnTo>
                    <a:pt x="4887354" y="1471096"/>
                  </a:lnTo>
                  <a:lnTo>
                    <a:pt x="4915605" y="1318390"/>
                  </a:lnTo>
                  <a:lnTo>
                    <a:pt x="4943855" y="1351079"/>
                  </a:lnTo>
                  <a:lnTo>
                    <a:pt x="4972106" y="1505262"/>
                  </a:lnTo>
                  <a:lnTo>
                    <a:pt x="5000356" y="1533516"/>
                  </a:lnTo>
                  <a:lnTo>
                    <a:pt x="5028607" y="1615369"/>
                  </a:lnTo>
                  <a:lnTo>
                    <a:pt x="5056858" y="1578845"/>
                  </a:lnTo>
                  <a:lnTo>
                    <a:pt x="5085108" y="1741880"/>
                  </a:lnTo>
                  <a:lnTo>
                    <a:pt x="5113359" y="1872958"/>
                  </a:lnTo>
                  <a:lnTo>
                    <a:pt x="5141609" y="1843500"/>
                  </a:lnTo>
                  <a:lnTo>
                    <a:pt x="5169860" y="1957449"/>
                  </a:lnTo>
                  <a:lnTo>
                    <a:pt x="5198111" y="2032407"/>
                  </a:lnTo>
                  <a:lnTo>
                    <a:pt x="5226361" y="2158559"/>
                  </a:lnTo>
                  <a:lnTo>
                    <a:pt x="5254612" y="2045829"/>
                  </a:lnTo>
                  <a:lnTo>
                    <a:pt x="5282862" y="1823159"/>
                  </a:lnTo>
                  <a:lnTo>
                    <a:pt x="5311113" y="1963562"/>
                  </a:lnTo>
                  <a:lnTo>
                    <a:pt x="5339364" y="2012657"/>
                  </a:lnTo>
                  <a:lnTo>
                    <a:pt x="5367614" y="2111050"/>
                  </a:lnTo>
                  <a:lnTo>
                    <a:pt x="5395865" y="2016802"/>
                  </a:lnTo>
                  <a:lnTo>
                    <a:pt x="5424115" y="2049457"/>
                  </a:lnTo>
                  <a:lnTo>
                    <a:pt x="5452366" y="2246600"/>
                  </a:lnTo>
                  <a:lnTo>
                    <a:pt x="5480617" y="2150348"/>
                  </a:lnTo>
                  <a:lnTo>
                    <a:pt x="5508867" y="2008930"/>
                  </a:lnTo>
                  <a:lnTo>
                    <a:pt x="5537118" y="1911495"/>
                  </a:lnTo>
                  <a:lnTo>
                    <a:pt x="5565368" y="1736781"/>
                  </a:lnTo>
                  <a:lnTo>
                    <a:pt x="5593619" y="1762402"/>
                  </a:lnTo>
                  <a:lnTo>
                    <a:pt x="5621870" y="2018111"/>
                  </a:lnTo>
                  <a:lnTo>
                    <a:pt x="5650120" y="2131248"/>
                  </a:lnTo>
                  <a:lnTo>
                    <a:pt x="5678371" y="2402882"/>
                  </a:lnTo>
                  <a:lnTo>
                    <a:pt x="5706621" y="2354247"/>
                  </a:lnTo>
                  <a:lnTo>
                    <a:pt x="5734872" y="2171671"/>
                  </a:lnTo>
                  <a:lnTo>
                    <a:pt x="5763123" y="2057535"/>
                  </a:lnTo>
                  <a:lnTo>
                    <a:pt x="5791373" y="1737073"/>
                  </a:lnTo>
                  <a:lnTo>
                    <a:pt x="5819624" y="1858836"/>
                  </a:lnTo>
                  <a:lnTo>
                    <a:pt x="5847875" y="2089316"/>
                  </a:lnTo>
                  <a:lnTo>
                    <a:pt x="5876125" y="2196104"/>
                  </a:lnTo>
                  <a:lnTo>
                    <a:pt x="5904376" y="2360149"/>
                  </a:lnTo>
                  <a:lnTo>
                    <a:pt x="5932626" y="2305446"/>
                  </a:lnTo>
                  <a:lnTo>
                    <a:pt x="5960877" y="2310619"/>
                  </a:lnTo>
                  <a:lnTo>
                    <a:pt x="5989128" y="2311961"/>
                  </a:lnTo>
                  <a:lnTo>
                    <a:pt x="6017378" y="2433756"/>
                  </a:lnTo>
                  <a:lnTo>
                    <a:pt x="6045629" y="2528123"/>
                  </a:lnTo>
                  <a:lnTo>
                    <a:pt x="6073879" y="2468819"/>
                  </a:lnTo>
                  <a:lnTo>
                    <a:pt x="6102130" y="2422472"/>
                  </a:lnTo>
                  <a:lnTo>
                    <a:pt x="6130381" y="2519679"/>
                  </a:lnTo>
                  <a:lnTo>
                    <a:pt x="6158631" y="2632919"/>
                  </a:lnTo>
                  <a:lnTo>
                    <a:pt x="6186882" y="2786280"/>
                  </a:lnTo>
                  <a:lnTo>
                    <a:pt x="6215132" y="2754713"/>
                  </a:lnTo>
                  <a:lnTo>
                    <a:pt x="6243383" y="2778893"/>
                  </a:lnTo>
                  <a:lnTo>
                    <a:pt x="6271634" y="2866597"/>
                  </a:lnTo>
                  <a:lnTo>
                    <a:pt x="6299884" y="2855981"/>
                  </a:lnTo>
                  <a:lnTo>
                    <a:pt x="6328135" y="2823024"/>
                  </a:lnTo>
                  <a:lnTo>
                    <a:pt x="6356385" y="2787892"/>
                  </a:lnTo>
                  <a:lnTo>
                    <a:pt x="6384636" y="2803647"/>
                  </a:lnTo>
                  <a:lnTo>
                    <a:pt x="6412887" y="2783489"/>
                  </a:lnTo>
                  <a:lnTo>
                    <a:pt x="6441137" y="2774930"/>
                  </a:lnTo>
                  <a:lnTo>
                    <a:pt x="6469388" y="2771579"/>
                  </a:lnTo>
                  <a:lnTo>
                    <a:pt x="6497638" y="2730808"/>
                  </a:lnTo>
                  <a:lnTo>
                    <a:pt x="6525889" y="2736349"/>
                  </a:lnTo>
                  <a:lnTo>
                    <a:pt x="6554140" y="2699137"/>
                  </a:lnTo>
                  <a:lnTo>
                    <a:pt x="6582390" y="2650150"/>
                  </a:lnTo>
                  <a:lnTo>
                    <a:pt x="6610641" y="2591690"/>
                  </a:lnTo>
                  <a:lnTo>
                    <a:pt x="6638891" y="2504563"/>
                  </a:lnTo>
                  <a:lnTo>
                    <a:pt x="6667142" y="2555819"/>
                  </a:lnTo>
                  <a:lnTo>
                    <a:pt x="6695393" y="2631297"/>
                  </a:lnTo>
                  <a:lnTo>
                    <a:pt x="6723643" y="2750667"/>
                  </a:lnTo>
                  <a:lnTo>
                    <a:pt x="6751894" y="2634597"/>
                  </a:lnTo>
                  <a:lnTo>
                    <a:pt x="6780144" y="2623832"/>
                  </a:lnTo>
                  <a:lnTo>
                    <a:pt x="6808395" y="2610688"/>
                  </a:lnTo>
                  <a:lnTo>
                    <a:pt x="6836646" y="2408177"/>
                  </a:lnTo>
                  <a:lnTo>
                    <a:pt x="6864896" y="2493534"/>
                  </a:lnTo>
                  <a:lnTo>
                    <a:pt x="6893147" y="2668659"/>
                  </a:lnTo>
                  <a:lnTo>
                    <a:pt x="6921397" y="2868326"/>
                  </a:lnTo>
                  <a:lnTo>
                    <a:pt x="6949648" y="2810445"/>
                  </a:lnTo>
                  <a:lnTo>
                    <a:pt x="6977899" y="2694810"/>
                  </a:lnTo>
                  <a:lnTo>
                    <a:pt x="7006149" y="2531146"/>
                  </a:lnTo>
                  <a:lnTo>
                    <a:pt x="7034400" y="2670622"/>
                  </a:lnTo>
                  <a:lnTo>
                    <a:pt x="7062650" y="2822216"/>
                  </a:lnTo>
                  <a:lnTo>
                    <a:pt x="7090901" y="2854413"/>
                  </a:lnTo>
                  <a:lnTo>
                    <a:pt x="7119152" y="2875705"/>
                  </a:lnTo>
                  <a:lnTo>
                    <a:pt x="7147402" y="2869277"/>
                  </a:lnTo>
                  <a:lnTo>
                    <a:pt x="7175653" y="2846627"/>
                  </a:lnTo>
                  <a:lnTo>
                    <a:pt x="7203904" y="2805969"/>
                  </a:lnTo>
                  <a:lnTo>
                    <a:pt x="7232154" y="2787483"/>
                  </a:lnTo>
                  <a:lnTo>
                    <a:pt x="7260405" y="2830938"/>
                  </a:lnTo>
                  <a:lnTo>
                    <a:pt x="7288655" y="2759640"/>
                  </a:lnTo>
                  <a:lnTo>
                    <a:pt x="7316906" y="2833493"/>
                  </a:lnTo>
                  <a:lnTo>
                    <a:pt x="7345157" y="2822777"/>
                  </a:lnTo>
                  <a:lnTo>
                    <a:pt x="7373407" y="2693456"/>
                  </a:lnTo>
                  <a:lnTo>
                    <a:pt x="7401658" y="2765615"/>
                  </a:lnTo>
                  <a:lnTo>
                    <a:pt x="7429908" y="2746848"/>
                  </a:lnTo>
                  <a:lnTo>
                    <a:pt x="7458159" y="2799020"/>
                  </a:lnTo>
                  <a:lnTo>
                    <a:pt x="7486410" y="2858581"/>
                  </a:lnTo>
                  <a:lnTo>
                    <a:pt x="7514660" y="2863983"/>
                  </a:lnTo>
                  <a:lnTo>
                    <a:pt x="7542911" y="2836879"/>
                  </a:lnTo>
                  <a:lnTo>
                    <a:pt x="7571161" y="2805926"/>
                  </a:lnTo>
                  <a:lnTo>
                    <a:pt x="7599412" y="2767187"/>
                  </a:lnTo>
                  <a:lnTo>
                    <a:pt x="7627663" y="2669725"/>
                  </a:lnTo>
                  <a:lnTo>
                    <a:pt x="7655913" y="2768936"/>
                  </a:lnTo>
                  <a:lnTo>
                    <a:pt x="7684164" y="2869833"/>
                  </a:lnTo>
                  <a:lnTo>
                    <a:pt x="7712414" y="2925950"/>
                  </a:lnTo>
                  <a:lnTo>
                    <a:pt x="7740665" y="2913064"/>
                  </a:lnTo>
                  <a:lnTo>
                    <a:pt x="7768916" y="2841417"/>
                  </a:lnTo>
                  <a:lnTo>
                    <a:pt x="7797166" y="2820727"/>
                  </a:lnTo>
                  <a:lnTo>
                    <a:pt x="7825417" y="2818800"/>
                  </a:lnTo>
                  <a:lnTo>
                    <a:pt x="7853667" y="2894333"/>
                  </a:lnTo>
                  <a:lnTo>
                    <a:pt x="7881918" y="2818992"/>
                  </a:lnTo>
                  <a:lnTo>
                    <a:pt x="7910169" y="2840122"/>
                  </a:lnTo>
                  <a:lnTo>
                    <a:pt x="7938419" y="2936124"/>
                  </a:lnTo>
                  <a:lnTo>
                    <a:pt x="7966670" y="2965267"/>
                  </a:lnTo>
                  <a:lnTo>
                    <a:pt x="7994920" y="2931974"/>
                  </a:lnTo>
                  <a:lnTo>
                    <a:pt x="8023171" y="2860792"/>
                  </a:lnTo>
                  <a:lnTo>
                    <a:pt x="8051422" y="2838074"/>
                  </a:lnTo>
                  <a:lnTo>
                    <a:pt x="8079672" y="2760523"/>
                  </a:lnTo>
                  <a:lnTo>
                    <a:pt x="8107923" y="2674729"/>
                  </a:lnTo>
                  <a:lnTo>
                    <a:pt x="8136173" y="2636125"/>
                  </a:lnTo>
                  <a:lnTo>
                    <a:pt x="8164424" y="2727818"/>
                  </a:lnTo>
                  <a:lnTo>
                    <a:pt x="8192675" y="2771130"/>
                  </a:lnTo>
                  <a:lnTo>
                    <a:pt x="8220925" y="2809659"/>
                  </a:lnTo>
                  <a:lnTo>
                    <a:pt x="8249176" y="2815608"/>
                  </a:lnTo>
                  <a:lnTo>
                    <a:pt x="8277426" y="2822512"/>
                  </a:lnTo>
                  <a:lnTo>
                    <a:pt x="8305677" y="2716029"/>
                  </a:lnTo>
                  <a:lnTo>
                    <a:pt x="8333928" y="2669842"/>
                  </a:lnTo>
                  <a:lnTo>
                    <a:pt x="8362178" y="2578144"/>
                  </a:lnTo>
                  <a:lnTo>
                    <a:pt x="8390429" y="2677395"/>
                  </a:lnTo>
                  <a:lnTo>
                    <a:pt x="8418679" y="2692290"/>
                  </a:lnTo>
                  <a:lnTo>
                    <a:pt x="8446930" y="2755256"/>
                  </a:lnTo>
                  <a:lnTo>
                    <a:pt x="8446930" y="3116972"/>
                  </a:lnTo>
                  <a:lnTo>
                    <a:pt x="8418679" y="3116972"/>
                  </a:lnTo>
                  <a:lnTo>
                    <a:pt x="8390429" y="3116972"/>
                  </a:lnTo>
                  <a:lnTo>
                    <a:pt x="8362178" y="3116972"/>
                  </a:lnTo>
                  <a:lnTo>
                    <a:pt x="8333928" y="3116972"/>
                  </a:lnTo>
                  <a:lnTo>
                    <a:pt x="8305677" y="3116972"/>
                  </a:lnTo>
                  <a:lnTo>
                    <a:pt x="8277426" y="3116972"/>
                  </a:lnTo>
                  <a:lnTo>
                    <a:pt x="8249176" y="3116972"/>
                  </a:lnTo>
                  <a:lnTo>
                    <a:pt x="8220925" y="3116972"/>
                  </a:lnTo>
                  <a:lnTo>
                    <a:pt x="8192675" y="3116972"/>
                  </a:lnTo>
                  <a:lnTo>
                    <a:pt x="8164424" y="3116972"/>
                  </a:lnTo>
                  <a:lnTo>
                    <a:pt x="8136173" y="3116972"/>
                  </a:lnTo>
                  <a:lnTo>
                    <a:pt x="8107923" y="3116972"/>
                  </a:lnTo>
                  <a:lnTo>
                    <a:pt x="8079672" y="3116972"/>
                  </a:lnTo>
                  <a:lnTo>
                    <a:pt x="8051422" y="3116972"/>
                  </a:lnTo>
                  <a:lnTo>
                    <a:pt x="8023171" y="3116972"/>
                  </a:lnTo>
                  <a:lnTo>
                    <a:pt x="7994920" y="3116972"/>
                  </a:lnTo>
                  <a:lnTo>
                    <a:pt x="7966670" y="3116972"/>
                  </a:lnTo>
                  <a:lnTo>
                    <a:pt x="7938419" y="3116972"/>
                  </a:lnTo>
                  <a:lnTo>
                    <a:pt x="7910169" y="3116972"/>
                  </a:lnTo>
                  <a:lnTo>
                    <a:pt x="7881918" y="3116972"/>
                  </a:lnTo>
                  <a:lnTo>
                    <a:pt x="7853667" y="3116972"/>
                  </a:lnTo>
                  <a:lnTo>
                    <a:pt x="7825417" y="3116972"/>
                  </a:lnTo>
                  <a:lnTo>
                    <a:pt x="7797166" y="3116972"/>
                  </a:lnTo>
                  <a:lnTo>
                    <a:pt x="7768916" y="3116972"/>
                  </a:lnTo>
                  <a:lnTo>
                    <a:pt x="7740665" y="3116972"/>
                  </a:lnTo>
                  <a:lnTo>
                    <a:pt x="7712414" y="3116972"/>
                  </a:lnTo>
                  <a:lnTo>
                    <a:pt x="7684164" y="3116972"/>
                  </a:lnTo>
                  <a:lnTo>
                    <a:pt x="7655913" y="3116972"/>
                  </a:lnTo>
                  <a:lnTo>
                    <a:pt x="7627663" y="3116972"/>
                  </a:lnTo>
                  <a:lnTo>
                    <a:pt x="7599412" y="3116972"/>
                  </a:lnTo>
                  <a:lnTo>
                    <a:pt x="7571161" y="3116972"/>
                  </a:lnTo>
                  <a:lnTo>
                    <a:pt x="7542911" y="3116972"/>
                  </a:lnTo>
                  <a:lnTo>
                    <a:pt x="7514660" y="3116972"/>
                  </a:lnTo>
                  <a:lnTo>
                    <a:pt x="7486410" y="3116972"/>
                  </a:lnTo>
                  <a:lnTo>
                    <a:pt x="7458159" y="3116972"/>
                  </a:lnTo>
                  <a:lnTo>
                    <a:pt x="7429908" y="3116972"/>
                  </a:lnTo>
                  <a:lnTo>
                    <a:pt x="7401658" y="3116972"/>
                  </a:lnTo>
                  <a:lnTo>
                    <a:pt x="7373407" y="3116972"/>
                  </a:lnTo>
                  <a:lnTo>
                    <a:pt x="7345157" y="3116972"/>
                  </a:lnTo>
                  <a:lnTo>
                    <a:pt x="7316906" y="3116972"/>
                  </a:lnTo>
                  <a:lnTo>
                    <a:pt x="7288655" y="3116972"/>
                  </a:lnTo>
                  <a:lnTo>
                    <a:pt x="7260405" y="3116972"/>
                  </a:lnTo>
                  <a:lnTo>
                    <a:pt x="7232154" y="3116972"/>
                  </a:lnTo>
                  <a:lnTo>
                    <a:pt x="7203904" y="3116972"/>
                  </a:lnTo>
                  <a:lnTo>
                    <a:pt x="7175653" y="3116972"/>
                  </a:lnTo>
                  <a:lnTo>
                    <a:pt x="7147402" y="3116972"/>
                  </a:lnTo>
                  <a:lnTo>
                    <a:pt x="7119152" y="3116972"/>
                  </a:lnTo>
                  <a:lnTo>
                    <a:pt x="7090901" y="3116972"/>
                  </a:lnTo>
                  <a:lnTo>
                    <a:pt x="7062650" y="3116972"/>
                  </a:lnTo>
                  <a:lnTo>
                    <a:pt x="7034400" y="3116972"/>
                  </a:lnTo>
                  <a:lnTo>
                    <a:pt x="7006149" y="3116972"/>
                  </a:lnTo>
                  <a:lnTo>
                    <a:pt x="6977899" y="3116972"/>
                  </a:lnTo>
                  <a:lnTo>
                    <a:pt x="6949648" y="3116972"/>
                  </a:lnTo>
                  <a:lnTo>
                    <a:pt x="6921397" y="3116972"/>
                  </a:lnTo>
                  <a:lnTo>
                    <a:pt x="6893147" y="3116972"/>
                  </a:lnTo>
                  <a:lnTo>
                    <a:pt x="6864896" y="3116972"/>
                  </a:lnTo>
                  <a:lnTo>
                    <a:pt x="6836646" y="3116972"/>
                  </a:lnTo>
                  <a:lnTo>
                    <a:pt x="6808395" y="3116972"/>
                  </a:lnTo>
                  <a:lnTo>
                    <a:pt x="6780144" y="3116972"/>
                  </a:lnTo>
                  <a:lnTo>
                    <a:pt x="6751894" y="3116972"/>
                  </a:lnTo>
                  <a:lnTo>
                    <a:pt x="6723643" y="3116972"/>
                  </a:lnTo>
                  <a:lnTo>
                    <a:pt x="6695393" y="3116972"/>
                  </a:lnTo>
                  <a:lnTo>
                    <a:pt x="6667142" y="3116972"/>
                  </a:lnTo>
                  <a:lnTo>
                    <a:pt x="6638891" y="3116972"/>
                  </a:lnTo>
                  <a:lnTo>
                    <a:pt x="6610641" y="3116972"/>
                  </a:lnTo>
                  <a:lnTo>
                    <a:pt x="6582390" y="3116972"/>
                  </a:lnTo>
                  <a:lnTo>
                    <a:pt x="6554140" y="3116972"/>
                  </a:lnTo>
                  <a:lnTo>
                    <a:pt x="6525889" y="3116972"/>
                  </a:lnTo>
                  <a:lnTo>
                    <a:pt x="6497638" y="3116972"/>
                  </a:lnTo>
                  <a:lnTo>
                    <a:pt x="6469388" y="3116972"/>
                  </a:lnTo>
                  <a:lnTo>
                    <a:pt x="6441137" y="3116972"/>
                  </a:lnTo>
                  <a:lnTo>
                    <a:pt x="6412887" y="3116972"/>
                  </a:lnTo>
                  <a:lnTo>
                    <a:pt x="6384636" y="3116972"/>
                  </a:lnTo>
                  <a:lnTo>
                    <a:pt x="6356385" y="3116972"/>
                  </a:lnTo>
                  <a:lnTo>
                    <a:pt x="6328135" y="3116972"/>
                  </a:lnTo>
                  <a:lnTo>
                    <a:pt x="6299884" y="3116972"/>
                  </a:lnTo>
                  <a:lnTo>
                    <a:pt x="6271634" y="3116972"/>
                  </a:lnTo>
                  <a:lnTo>
                    <a:pt x="6243383" y="3116972"/>
                  </a:lnTo>
                  <a:lnTo>
                    <a:pt x="6215132" y="3116972"/>
                  </a:lnTo>
                  <a:lnTo>
                    <a:pt x="6186882" y="3116972"/>
                  </a:lnTo>
                  <a:lnTo>
                    <a:pt x="6158631" y="3116972"/>
                  </a:lnTo>
                  <a:lnTo>
                    <a:pt x="6130381" y="3116972"/>
                  </a:lnTo>
                  <a:lnTo>
                    <a:pt x="6102130" y="3116972"/>
                  </a:lnTo>
                  <a:lnTo>
                    <a:pt x="6073879" y="3116972"/>
                  </a:lnTo>
                  <a:lnTo>
                    <a:pt x="6045629" y="3116972"/>
                  </a:lnTo>
                  <a:lnTo>
                    <a:pt x="6017378" y="3116972"/>
                  </a:lnTo>
                  <a:lnTo>
                    <a:pt x="5989128" y="3116972"/>
                  </a:lnTo>
                  <a:lnTo>
                    <a:pt x="5960877" y="3116972"/>
                  </a:lnTo>
                  <a:lnTo>
                    <a:pt x="5932626" y="3116972"/>
                  </a:lnTo>
                  <a:lnTo>
                    <a:pt x="5904376" y="3116972"/>
                  </a:lnTo>
                  <a:lnTo>
                    <a:pt x="5876125" y="3116972"/>
                  </a:lnTo>
                  <a:lnTo>
                    <a:pt x="5847875" y="3116972"/>
                  </a:lnTo>
                  <a:lnTo>
                    <a:pt x="5819624" y="3116972"/>
                  </a:lnTo>
                  <a:lnTo>
                    <a:pt x="5791373" y="3116972"/>
                  </a:lnTo>
                  <a:lnTo>
                    <a:pt x="5763123" y="3116972"/>
                  </a:lnTo>
                  <a:lnTo>
                    <a:pt x="5734872" y="3116972"/>
                  </a:lnTo>
                  <a:lnTo>
                    <a:pt x="5706621" y="3116972"/>
                  </a:lnTo>
                  <a:lnTo>
                    <a:pt x="5678371" y="3116972"/>
                  </a:lnTo>
                  <a:lnTo>
                    <a:pt x="5650120" y="3116972"/>
                  </a:lnTo>
                  <a:lnTo>
                    <a:pt x="5621870" y="3116972"/>
                  </a:lnTo>
                  <a:lnTo>
                    <a:pt x="5593619" y="3116972"/>
                  </a:lnTo>
                  <a:lnTo>
                    <a:pt x="5565368" y="3116972"/>
                  </a:lnTo>
                  <a:lnTo>
                    <a:pt x="5537118" y="3116972"/>
                  </a:lnTo>
                  <a:lnTo>
                    <a:pt x="5508867" y="3116972"/>
                  </a:lnTo>
                  <a:lnTo>
                    <a:pt x="5480617" y="3116972"/>
                  </a:lnTo>
                  <a:lnTo>
                    <a:pt x="5452366" y="3116972"/>
                  </a:lnTo>
                  <a:lnTo>
                    <a:pt x="5424115" y="3116972"/>
                  </a:lnTo>
                  <a:lnTo>
                    <a:pt x="5395865" y="3116972"/>
                  </a:lnTo>
                  <a:lnTo>
                    <a:pt x="5367614" y="3116972"/>
                  </a:lnTo>
                  <a:lnTo>
                    <a:pt x="5339364" y="3116972"/>
                  </a:lnTo>
                  <a:lnTo>
                    <a:pt x="5311113" y="3116972"/>
                  </a:lnTo>
                  <a:lnTo>
                    <a:pt x="5282862" y="3116972"/>
                  </a:lnTo>
                  <a:lnTo>
                    <a:pt x="5254612" y="3116972"/>
                  </a:lnTo>
                  <a:lnTo>
                    <a:pt x="5226361" y="3116972"/>
                  </a:lnTo>
                  <a:lnTo>
                    <a:pt x="5198111" y="3116972"/>
                  </a:lnTo>
                  <a:lnTo>
                    <a:pt x="5169860" y="3116972"/>
                  </a:lnTo>
                  <a:lnTo>
                    <a:pt x="5141609" y="3116972"/>
                  </a:lnTo>
                  <a:lnTo>
                    <a:pt x="5113359" y="3116972"/>
                  </a:lnTo>
                  <a:lnTo>
                    <a:pt x="5085108" y="3116972"/>
                  </a:lnTo>
                  <a:lnTo>
                    <a:pt x="5056858" y="3116972"/>
                  </a:lnTo>
                  <a:lnTo>
                    <a:pt x="5028607" y="3116972"/>
                  </a:lnTo>
                  <a:lnTo>
                    <a:pt x="5000356" y="3116972"/>
                  </a:lnTo>
                  <a:lnTo>
                    <a:pt x="4972106" y="3116972"/>
                  </a:lnTo>
                  <a:lnTo>
                    <a:pt x="4943855" y="3116972"/>
                  </a:lnTo>
                  <a:lnTo>
                    <a:pt x="4915605" y="3116972"/>
                  </a:lnTo>
                  <a:lnTo>
                    <a:pt x="4887354" y="3116972"/>
                  </a:lnTo>
                  <a:lnTo>
                    <a:pt x="4859103" y="3116972"/>
                  </a:lnTo>
                  <a:lnTo>
                    <a:pt x="4830853" y="3116972"/>
                  </a:lnTo>
                  <a:lnTo>
                    <a:pt x="4802602" y="3116972"/>
                  </a:lnTo>
                  <a:lnTo>
                    <a:pt x="4774352" y="3116972"/>
                  </a:lnTo>
                  <a:lnTo>
                    <a:pt x="4746101" y="3116972"/>
                  </a:lnTo>
                  <a:lnTo>
                    <a:pt x="4717850" y="3116972"/>
                  </a:lnTo>
                  <a:lnTo>
                    <a:pt x="4689600" y="3116972"/>
                  </a:lnTo>
                  <a:lnTo>
                    <a:pt x="4661349" y="3116972"/>
                  </a:lnTo>
                  <a:lnTo>
                    <a:pt x="4633099" y="3116972"/>
                  </a:lnTo>
                  <a:lnTo>
                    <a:pt x="4604848" y="3116972"/>
                  </a:lnTo>
                  <a:lnTo>
                    <a:pt x="4576597" y="3116972"/>
                  </a:lnTo>
                  <a:lnTo>
                    <a:pt x="4548347" y="3116972"/>
                  </a:lnTo>
                  <a:lnTo>
                    <a:pt x="4520096" y="3116972"/>
                  </a:lnTo>
                  <a:lnTo>
                    <a:pt x="4491846" y="3116972"/>
                  </a:lnTo>
                  <a:lnTo>
                    <a:pt x="4463595" y="3116972"/>
                  </a:lnTo>
                  <a:lnTo>
                    <a:pt x="4435344" y="3116972"/>
                  </a:lnTo>
                  <a:lnTo>
                    <a:pt x="4407094" y="3116972"/>
                  </a:lnTo>
                  <a:lnTo>
                    <a:pt x="4378843" y="3116972"/>
                  </a:lnTo>
                  <a:lnTo>
                    <a:pt x="4350593" y="3116972"/>
                  </a:lnTo>
                  <a:lnTo>
                    <a:pt x="4322342" y="3116972"/>
                  </a:lnTo>
                  <a:lnTo>
                    <a:pt x="4294091" y="3116972"/>
                  </a:lnTo>
                  <a:lnTo>
                    <a:pt x="4265841" y="3116972"/>
                  </a:lnTo>
                  <a:lnTo>
                    <a:pt x="4237590" y="3116972"/>
                  </a:lnTo>
                  <a:lnTo>
                    <a:pt x="4209339" y="3116972"/>
                  </a:lnTo>
                  <a:lnTo>
                    <a:pt x="4181089" y="3116972"/>
                  </a:lnTo>
                  <a:lnTo>
                    <a:pt x="4152838" y="3116972"/>
                  </a:lnTo>
                  <a:lnTo>
                    <a:pt x="4124588" y="3116972"/>
                  </a:lnTo>
                  <a:lnTo>
                    <a:pt x="4096337" y="3116972"/>
                  </a:lnTo>
                  <a:lnTo>
                    <a:pt x="4068086" y="3116972"/>
                  </a:lnTo>
                  <a:lnTo>
                    <a:pt x="4039836" y="3116972"/>
                  </a:lnTo>
                  <a:lnTo>
                    <a:pt x="4011585" y="3116972"/>
                  </a:lnTo>
                  <a:lnTo>
                    <a:pt x="3983335" y="3116972"/>
                  </a:lnTo>
                  <a:lnTo>
                    <a:pt x="3955084" y="3116972"/>
                  </a:lnTo>
                  <a:lnTo>
                    <a:pt x="3926833" y="3116972"/>
                  </a:lnTo>
                  <a:lnTo>
                    <a:pt x="3898583" y="3116972"/>
                  </a:lnTo>
                  <a:lnTo>
                    <a:pt x="3870332" y="3116972"/>
                  </a:lnTo>
                  <a:lnTo>
                    <a:pt x="3842082" y="3116972"/>
                  </a:lnTo>
                  <a:lnTo>
                    <a:pt x="3813831" y="3116972"/>
                  </a:lnTo>
                  <a:lnTo>
                    <a:pt x="3785580" y="3116972"/>
                  </a:lnTo>
                  <a:lnTo>
                    <a:pt x="3757330" y="3116972"/>
                  </a:lnTo>
                  <a:lnTo>
                    <a:pt x="3729079" y="3116972"/>
                  </a:lnTo>
                  <a:lnTo>
                    <a:pt x="3700829" y="3116972"/>
                  </a:lnTo>
                  <a:lnTo>
                    <a:pt x="3672578" y="3116972"/>
                  </a:lnTo>
                  <a:lnTo>
                    <a:pt x="3644327" y="3116972"/>
                  </a:lnTo>
                  <a:lnTo>
                    <a:pt x="3616077" y="3116972"/>
                  </a:lnTo>
                  <a:lnTo>
                    <a:pt x="3587826" y="3116972"/>
                  </a:lnTo>
                  <a:lnTo>
                    <a:pt x="3559576" y="3116972"/>
                  </a:lnTo>
                  <a:lnTo>
                    <a:pt x="3531325" y="3116972"/>
                  </a:lnTo>
                  <a:lnTo>
                    <a:pt x="3503074" y="3116972"/>
                  </a:lnTo>
                  <a:lnTo>
                    <a:pt x="3474824" y="3116972"/>
                  </a:lnTo>
                  <a:lnTo>
                    <a:pt x="3446573" y="3116972"/>
                  </a:lnTo>
                  <a:lnTo>
                    <a:pt x="3418323" y="3116972"/>
                  </a:lnTo>
                  <a:lnTo>
                    <a:pt x="3390072" y="3116972"/>
                  </a:lnTo>
                  <a:lnTo>
                    <a:pt x="3361821" y="3116972"/>
                  </a:lnTo>
                  <a:lnTo>
                    <a:pt x="3333571" y="3116972"/>
                  </a:lnTo>
                  <a:lnTo>
                    <a:pt x="3305320" y="3116972"/>
                  </a:lnTo>
                  <a:lnTo>
                    <a:pt x="3277070" y="3116972"/>
                  </a:lnTo>
                  <a:lnTo>
                    <a:pt x="3248819" y="3116972"/>
                  </a:lnTo>
                  <a:lnTo>
                    <a:pt x="3220568" y="3116972"/>
                  </a:lnTo>
                  <a:lnTo>
                    <a:pt x="3192318" y="3116972"/>
                  </a:lnTo>
                  <a:lnTo>
                    <a:pt x="3164067" y="3116972"/>
                  </a:lnTo>
                  <a:lnTo>
                    <a:pt x="3135817" y="3116972"/>
                  </a:lnTo>
                  <a:lnTo>
                    <a:pt x="3107566" y="3116972"/>
                  </a:lnTo>
                  <a:lnTo>
                    <a:pt x="3079315" y="3116972"/>
                  </a:lnTo>
                  <a:lnTo>
                    <a:pt x="3051065" y="3116972"/>
                  </a:lnTo>
                  <a:lnTo>
                    <a:pt x="3022814" y="3116972"/>
                  </a:lnTo>
                  <a:lnTo>
                    <a:pt x="2994564" y="3116972"/>
                  </a:lnTo>
                  <a:lnTo>
                    <a:pt x="2966313" y="3116972"/>
                  </a:lnTo>
                  <a:lnTo>
                    <a:pt x="2938062" y="3116972"/>
                  </a:lnTo>
                  <a:lnTo>
                    <a:pt x="2909812" y="3116972"/>
                  </a:lnTo>
                  <a:lnTo>
                    <a:pt x="2881561" y="3116972"/>
                  </a:lnTo>
                  <a:lnTo>
                    <a:pt x="2853310" y="3116972"/>
                  </a:lnTo>
                  <a:lnTo>
                    <a:pt x="2825060" y="3116972"/>
                  </a:lnTo>
                  <a:lnTo>
                    <a:pt x="2796809" y="3116972"/>
                  </a:lnTo>
                  <a:lnTo>
                    <a:pt x="2768559" y="3116972"/>
                  </a:lnTo>
                  <a:lnTo>
                    <a:pt x="2740308" y="3116972"/>
                  </a:lnTo>
                  <a:lnTo>
                    <a:pt x="2712057" y="3116972"/>
                  </a:lnTo>
                  <a:lnTo>
                    <a:pt x="2683807" y="3116972"/>
                  </a:lnTo>
                  <a:lnTo>
                    <a:pt x="2655556" y="3116972"/>
                  </a:lnTo>
                  <a:lnTo>
                    <a:pt x="2627306" y="3116972"/>
                  </a:lnTo>
                  <a:lnTo>
                    <a:pt x="2599055" y="3116972"/>
                  </a:lnTo>
                  <a:lnTo>
                    <a:pt x="2570804" y="3116972"/>
                  </a:lnTo>
                  <a:lnTo>
                    <a:pt x="2542554" y="3116972"/>
                  </a:lnTo>
                  <a:lnTo>
                    <a:pt x="2514303" y="3116972"/>
                  </a:lnTo>
                  <a:lnTo>
                    <a:pt x="2486053" y="3116972"/>
                  </a:lnTo>
                  <a:lnTo>
                    <a:pt x="2457802" y="3116972"/>
                  </a:lnTo>
                  <a:lnTo>
                    <a:pt x="2429551" y="3116972"/>
                  </a:lnTo>
                  <a:lnTo>
                    <a:pt x="2401301" y="3116972"/>
                  </a:lnTo>
                  <a:lnTo>
                    <a:pt x="2373050" y="3116972"/>
                  </a:lnTo>
                  <a:lnTo>
                    <a:pt x="2344800" y="3116972"/>
                  </a:lnTo>
                  <a:lnTo>
                    <a:pt x="2316549" y="3116972"/>
                  </a:lnTo>
                  <a:lnTo>
                    <a:pt x="2288298" y="3116972"/>
                  </a:lnTo>
                  <a:lnTo>
                    <a:pt x="2260048" y="3116972"/>
                  </a:lnTo>
                  <a:lnTo>
                    <a:pt x="2231797" y="3116972"/>
                  </a:lnTo>
                  <a:lnTo>
                    <a:pt x="2203547" y="3116972"/>
                  </a:lnTo>
                  <a:lnTo>
                    <a:pt x="2175296" y="3116972"/>
                  </a:lnTo>
                  <a:lnTo>
                    <a:pt x="2147045" y="3116972"/>
                  </a:lnTo>
                  <a:lnTo>
                    <a:pt x="2118795" y="3116972"/>
                  </a:lnTo>
                  <a:lnTo>
                    <a:pt x="2090544" y="3116972"/>
                  </a:lnTo>
                  <a:lnTo>
                    <a:pt x="2062294" y="3116972"/>
                  </a:lnTo>
                  <a:lnTo>
                    <a:pt x="2034043" y="3116972"/>
                  </a:lnTo>
                  <a:lnTo>
                    <a:pt x="2005792" y="3116972"/>
                  </a:lnTo>
                  <a:lnTo>
                    <a:pt x="1977542" y="3116972"/>
                  </a:lnTo>
                  <a:lnTo>
                    <a:pt x="1949291" y="3116972"/>
                  </a:lnTo>
                  <a:lnTo>
                    <a:pt x="1921041" y="3116972"/>
                  </a:lnTo>
                  <a:lnTo>
                    <a:pt x="1892790" y="3116972"/>
                  </a:lnTo>
                  <a:lnTo>
                    <a:pt x="1864539" y="3116972"/>
                  </a:lnTo>
                  <a:lnTo>
                    <a:pt x="1836289" y="3116972"/>
                  </a:lnTo>
                  <a:lnTo>
                    <a:pt x="1808038" y="3116972"/>
                  </a:lnTo>
                  <a:lnTo>
                    <a:pt x="1779788" y="3116972"/>
                  </a:lnTo>
                  <a:lnTo>
                    <a:pt x="1751537" y="3116972"/>
                  </a:lnTo>
                  <a:lnTo>
                    <a:pt x="1723286" y="3116972"/>
                  </a:lnTo>
                  <a:lnTo>
                    <a:pt x="1695036" y="3116972"/>
                  </a:lnTo>
                  <a:lnTo>
                    <a:pt x="1666785" y="3116972"/>
                  </a:lnTo>
                  <a:lnTo>
                    <a:pt x="1638535" y="3116972"/>
                  </a:lnTo>
                  <a:lnTo>
                    <a:pt x="1610284" y="3116972"/>
                  </a:lnTo>
                  <a:lnTo>
                    <a:pt x="1582033" y="3116972"/>
                  </a:lnTo>
                  <a:lnTo>
                    <a:pt x="1553783" y="3116972"/>
                  </a:lnTo>
                  <a:lnTo>
                    <a:pt x="1525532" y="3116972"/>
                  </a:lnTo>
                  <a:lnTo>
                    <a:pt x="1497282" y="3116972"/>
                  </a:lnTo>
                  <a:lnTo>
                    <a:pt x="1469031" y="3116972"/>
                  </a:lnTo>
                  <a:lnTo>
                    <a:pt x="1440780" y="3116972"/>
                  </a:lnTo>
                  <a:lnTo>
                    <a:pt x="1412530" y="3116972"/>
                  </a:lnTo>
                  <a:lnTo>
                    <a:pt x="1384279" y="3116972"/>
                  </a:lnTo>
                  <a:lnTo>
                    <a:pt x="1356028" y="3116972"/>
                  </a:lnTo>
                  <a:lnTo>
                    <a:pt x="1327778" y="3116972"/>
                  </a:lnTo>
                  <a:lnTo>
                    <a:pt x="1299527" y="3116972"/>
                  </a:lnTo>
                  <a:lnTo>
                    <a:pt x="1271277" y="3116972"/>
                  </a:lnTo>
                  <a:lnTo>
                    <a:pt x="1243026" y="3116972"/>
                  </a:lnTo>
                  <a:lnTo>
                    <a:pt x="1214775" y="3116972"/>
                  </a:lnTo>
                  <a:lnTo>
                    <a:pt x="1186525" y="3116972"/>
                  </a:lnTo>
                  <a:lnTo>
                    <a:pt x="1158274" y="3116972"/>
                  </a:lnTo>
                  <a:lnTo>
                    <a:pt x="1130024" y="3116972"/>
                  </a:lnTo>
                  <a:lnTo>
                    <a:pt x="1101773" y="3116972"/>
                  </a:lnTo>
                  <a:lnTo>
                    <a:pt x="1073522" y="3116972"/>
                  </a:lnTo>
                  <a:lnTo>
                    <a:pt x="1045272" y="3116972"/>
                  </a:lnTo>
                  <a:lnTo>
                    <a:pt x="1017021" y="3116972"/>
                  </a:lnTo>
                  <a:lnTo>
                    <a:pt x="988771" y="3116972"/>
                  </a:lnTo>
                  <a:lnTo>
                    <a:pt x="960520" y="3116972"/>
                  </a:lnTo>
                  <a:lnTo>
                    <a:pt x="932269" y="3116972"/>
                  </a:lnTo>
                  <a:lnTo>
                    <a:pt x="904019" y="3116972"/>
                  </a:lnTo>
                  <a:lnTo>
                    <a:pt x="875768" y="3116972"/>
                  </a:lnTo>
                  <a:lnTo>
                    <a:pt x="847518" y="3116972"/>
                  </a:lnTo>
                  <a:lnTo>
                    <a:pt x="819267" y="3116972"/>
                  </a:lnTo>
                  <a:lnTo>
                    <a:pt x="791016" y="3116972"/>
                  </a:lnTo>
                  <a:lnTo>
                    <a:pt x="762766" y="3116972"/>
                  </a:lnTo>
                  <a:lnTo>
                    <a:pt x="734515" y="3116972"/>
                  </a:lnTo>
                  <a:lnTo>
                    <a:pt x="706265" y="3116972"/>
                  </a:lnTo>
                  <a:lnTo>
                    <a:pt x="678014" y="3116972"/>
                  </a:lnTo>
                  <a:lnTo>
                    <a:pt x="649763" y="3116972"/>
                  </a:lnTo>
                  <a:lnTo>
                    <a:pt x="621513" y="3116972"/>
                  </a:lnTo>
                  <a:lnTo>
                    <a:pt x="593262" y="3116972"/>
                  </a:lnTo>
                  <a:lnTo>
                    <a:pt x="565012" y="3116972"/>
                  </a:lnTo>
                  <a:lnTo>
                    <a:pt x="536761" y="3116972"/>
                  </a:lnTo>
                  <a:lnTo>
                    <a:pt x="508510" y="3116972"/>
                  </a:lnTo>
                  <a:lnTo>
                    <a:pt x="480260" y="3116972"/>
                  </a:lnTo>
                  <a:lnTo>
                    <a:pt x="452009" y="3116972"/>
                  </a:lnTo>
                  <a:lnTo>
                    <a:pt x="423759" y="3116972"/>
                  </a:lnTo>
                  <a:lnTo>
                    <a:pt x="395508" y="3116972"/>
                  </a:lnTo>
                  <a:lnTo>
                    <a:pt x="367257" y="3116972"/>
                  </a:lnTo>
                  <a:lnTo>
                    <a:pt x="339007" y="3116972"/>
                  </a:lnTo>
                  <a:lnTo>
                    <a:pt x="310756" y="3116972"/>
                  </a:lnTo>
                  <a:lnTo>
                    <a:pt x="282506" y="3116972"/>
                  </a:lnTo>
                  <a:lnTo>
                    <a:pt x="254255" y="3116972"/>
                  </a:lnTo>
                  <a:lnTo>
                    <a:pt x="226004" y="3116972"/>
                  </a:lnTo>
                  <a:lnTo>
                    <a:pt x="197754" y="3116972"/>
                  </a:lnTo>
                  <a:lnTo>
                    <a:pt x="169503" y="3116972"/>
                  </a:lnTo>
                  <a:lnTo>
                    <a:pt x="141253" y="3116972"/>
                  </a:lnTo>
                  <a:lnTo>
                    <a:pt x="113002" y="3116972"/>
                  </a:lnTo>
                  <a:lnTo>
                    <a:pt x="84751" y="3116972"/>
                  </a:lnTo>
                  <a:lnTo>
                    <a:pt x="56501" y="3116972"/>
                  </a:lnTo>
                  <a:lnTo>
                    <a:pt x="28250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51565" y="3262477"/>
              <a:ext cx="8446930" cy="2965267"/>
            </a:xfrm>
            <a:custGeom>
              <a:avLst/>
              <a:pathLst>
                <a:path w="8446930" h="2965267">
                  <a:moveTo>
                    <a:pt x="0" y="2468722"/>
                  </a:moveTo>
                  <a:lnTo>
                    <a:pt x="28250" y="2464645"/>
                  </a:lnTo>
                  <a:lnTo>
                    <a:pt x="56501" y="2660030"/>
                  </a:lnTo>
                  <a:lnTo>
                    <a:pt x="84751" y="2763772"/>
                  </a:lnTo>
                  <a:lnTo>
                    <a:pt x="113002" y="2710457"/>
                  </a:lnTo>
                  <a:lnTo>
                    <a:pt x="141253" y="2770674"/>
                  </a:lnTo>
                  <a:lnTo>
                    <a:pt x="169503" y="2642661"/>
                  </a:lnTo>
                  <a:lnTo>
                    <a:pt x="197754" y="2554969"/>
                  </a:lnTo>
                  <a:lnTo>
                    <a:pt x="226004" y="2536756"/>
                  </a:lnTo>
                  <a:lnTo>
                    <a:pt x="254255" y="2410971"/>
                  </a:lnTo>
                  <a:lnTo>
                    <a:pt x="282506" y="2430626"/>
                  </a:lnTo>
                  <a:lnTo>
                    <a:pt x="310756" y="2428553"/>
                  </a:lnTo>
                  <a:lnTo>
                    <a:pt x="339007" y="2516741"/>
                  </a:lnTo>
                  <a:lnTo>
                    <a:pt x="367257" y="2641334"/>
                  </a:lnTo>
                  <a:lnTo>
                    <a:pt x="395508" y="2404286"/>
                  </a:lnTo>
                  <a:lnTo>
                    <a:pt x="423759" y="2297584"/>
                  </a:lnTo>
                  <a:lnTo>
                    <a:pt x="452009" y="2286929"/>
                  </a:lnTo>
                  <a:lnTo>
                    <a:pt x="480260" y="2234106"/>
                  </a:lnTo>
                  <a:lnTo>
                    <a:pt x="508510" y="2405947"/>
                  </a:lnTo>
                  <a:lnTo>
                    <a:pt x="536761" y="2367409"/>
                  </a:lnTo>
                  <a:lnTo>
                    <a:pt x="565012" y="2244800"/>
                  </a:lnTo>
                  <a:lnTo>
                    <a:pt x="593262" y="2274092"/>
                  </a:lnTo>
                  <a:lnTo>
                    <a:pt x="621513" y="2365878"/>
                  </a:lnTo>
                  <a:lnTo>
                    <a:pt x="649763" y="2492592"/>
                  </a:lnTo>
                  <a:lnTo>
                    <a:pt x="678014" y="2574875"/>
                  </a:lnTo>
                  <a:lnTo>
                    <a:pt x="706265" y="2560982"/>
                  </a:lnTo>
                  <a:lnTo>
                    <a:pt x="734515" y="2617390"/>
                  </a:lnTo>
                  <a:lnTo>
                    <a:pt x="762766" y="2634212"/>
                  </a:lnTo>
                  <a:lnTo>
                    <a:pt x="791016" y="2762267"/>
                  </a:lnTo>
                  <a:lnTo>
                    <a:pt x="819267" y="2748083"/>
                  </a:lnTo>
                  <a:lnTo>
                    <a:pt x="847518" y="2628280"/>
                  </a:lnTo>
                  <a:lnTo>
                    <a:pt x="875768" y="2684755"/>
                  </a:lnTo>
                  <a:lnTo>
                    <a:pt x="904019" y="2541125"/>
                  </a:lnTo>
                  <a:lnTo>
                    <a:pt x="932269" y="2376754"/>
                  </a:lnTo>
                  <a:lnTo>
                    <a:pt x="960520" y="2278031"/>
                  </a:lnTo>
                  <a:lnTo>
                    <a:pt x="988771" y="2308798"/>
                  </a:lnTo>
                  <a:lnTo>
                    <a:pt x="1017021" y="2405903"/>
                  </a:lnTo>
                  <a:lnTo>
                    <a:pt x="1045272" y="2397658"/>
                  </a:lnTo>
                  <a:lnTo>
                    <a:pt x="1073522" y="2517853"/>
                  </a:lnTo>
                  <a:lnTo>
                    <a:pt x="1101773" y="2340358"/>
                  </a:lnTo>
                  <a:lnTo>
                    <a:pt x="1130024" y="2221826"/>
                  </a:lnTo>
                  <a:lnTo>
                    <a:pt x="1158274" y="2317770"/>
                  </a:lnTo>
                  <a:lnTo>
                    <a:pt x="1186525" y="2348196"/>
                  </a:lnTo>
                  <a:lnTo>
                    <a:pt x="1214775" y="2530459"/>
                  </a:lnTo>
                  <a:lnTo>
                    <a:pt x="1243026" y="2565641"/>
                  </a:lnTo>
                  <a:lnTo>
                    <a:pt x="1271277" y="2551824"/>
                  </a:lnTo>
                  <a:lnTo>
                    <a:pt x="1299527" y="2683741"/>
                  </a:lnTo>
                  <a:lnTo>
                    <a:pt x="1327778" y="2613786"/>
                  </a:lnTo>
                  <a:lnTo>
                    <a:pt x="1356028" y="2734375"/>
                  </a:lnTo>
                  <a:lnTo>
                    <a:pt x="1384279" y="2703460"/>
                  </a:lnTo>
                  <a:lnTo>
                    <a:pt x="1412530" y="2460993"/>
                  </a:lnTo>
                  <a:lnTo>
                    <a:pt x="1440780" y="2569129"/>
                  </a:lnTo>
                  <a:lnTo>
                    <a:pt x="1469031" y="2565209"/>
                  </a:lnTo>
                  <a:lnTo>
                    <a:pt x="1497282" y="2721479"/>
                  </a:lnTo>
                  <a:lnTo>
                    <a:pt x="1525532" y="2737627"/>
                  </a:lnTo>
                  <a:lnTo>
                    <a:pt x="1553783" y="2502927"/>
                  </a:lnTo>
                  <a:lnTo>
                    <a:pt x="1582033" y="2560797"/>
                  </a:lnTo>
                  <a:lnTo>
                    <a:pt x="1610284" y="2692212"/>
                  </a:lnTo>
                  <a:lnTo>
                    <a:pt x="1638535" y="2675442"/>
                  </a:lnTo>
                  <a:lnTo>
                    <a:pt x="1666785" y="2622626"/>
                  </a:lnTo>
                  <a:lnTo>
                    <a:pt x="1695036" y="2540378"/>
                  </a:lnTo>
                  <a:lnTo>
                    <a:pt x="1723286" y="2640367"/>
                  </a:lnTo>
                  <a:lnTo>
                    <a:pt x="1751537" y="2640521"/>
                  </a:lnTo>
                  <a:lnTo>
                    <a:pt x="1779788" y="2539884"/>
                  </a:lnTo>
                  <a:lnTo>
                    <a:pt x="1808038" y="2424658"/>
                  </a:lnTo>
                  <a:lnTo>
                    <a:pt x="1836289" y="2341976"/>
                  </a:lnTo>
                  <a:lnTo>
                    <a:pt x="1864539" y="2430859"/>
                  </a:lnTo>
                  <a:lnTo>
                    <a:pt x="1892790" y="2363507"/>
                  </a:lnTo>
                  <a:lnTo>
                    <a:pt x="1921041" y="2395534"/>
                  </a:lnTo>
                  <a:lnTo>
                    <a:pt x="1949291" y="2440091"/>
                  </a:lnTo>
                  <a:lnTo>
                    <a:pt x="1977542" y="2419024"/>
                  </a:lnTo>
                  <a:lnTo>
                    <a:pt x="2005792" y="2407479"/>
                  </a:lnTo>
                  <a:lnTo>
                    <a:pt x="2034043" y="2376950"/>
                  </a:lnTo>
                  <a:lnTo>
                    <a:pt x="2062294" y="2228376"/>
                  </a:lnTo>
                  <a:lnTo>
                    <a:pt x="2090544" y="2181612"/>
                  </a:lnTo>
                  <a:lnTo>
                    <a:pt x="2118795" y="2130882"/>
                  </a:lnTo>
                  <a:lnTo>
                    <a:pt x="2147045" y="2218496"/>
                  </a:lnTo>
                  <a:lnTo>
                    <a:pt x="2175296" y="2129283"/>
                  </a:lnTo>
                  <a:lnTo>
                    <a:pt x="2203547" y="2136219"/>
                  </a:lnTo>
                  <a:lnTo>
                    <a:pt x="2231797" y="2316007"/>
                  </a:lnTo>
                  <a:lnTo>
                    <a:pt x="2260048" y="2390312"/>
                  </a:lnTo>
                  <a:lnTo>
                    <a:pt x="2288298" y="2208079"/>
                  </a:lnTo>
                  <a:lnTo>
                    <a:pt x="2316549" y="2255007"/>
                  </a:lnTo>
                  <a:lnTo>
                    <a:pt x="2344800" y="2461876"/>
                  </a:lnTo>
                  <a:lnTo>
                    <a:pt x="2373050" y="2411804"/>
                  </a:lnTo>
                  <a:lnTo>
                    <a:pt x="2401301" y="2453685"/>
                  </a:lnTo>
                  <a:lnTo>
                    <a:pt x="2429551" y="2292890"/>
                  </a:lnTo>
                  <a:lnTo>
                    <a:pt x="2457802" y="2318724"/>
                  </a:lnTo>
                  <a:lnTo>
                    <a:pt x="2486053" y="2430206"/>
                  </a:lnTo>
                  <a:lnTo>
                    <a:pt x="2514303" y="2486925"/>
                  </a:lnTo>
                  <a:lnTo>
                    <a:pt x="2542554" y="2365724"/>
                  </a:lnTo>
                  <a:lnTo>
                    <a:pt x="2570804" y="2136964"/>
                  </a:lnTo>
                  <a:lnTo>
                    <a:pt x="2599055" y="1896385"/>
                  </a:lnTo>
                  <a:lnTo>
                    <a:pt x="2627306" y="1924089"/>
                  </a:lnTo>
                  <a:lnTo>
                    <a:pt x="2655556" y="1816734"/>
                  </a:lnTo>
                  <a:lnTo>
                    <a:pt x="2683807" y="1869765"/>
                  </a:lnTo>
                  <a:lnTo>
                    <a:pt x="2712057" y="1843340"/>
                  </a:lnTo>
                  <a:lnTo>
                    <a:pt x="2740308" y="1776720"/>
                  </a:lnTo>
                  <a:lnTo>
                    <a:pt x="2768559" y="1884093"/>
                  </a:lnTo>
                  <a:lnTo>
                    <a:pt x="2796809" y="2025528"/>
                  </a:lnTo>
                  <a:lnTo>
                    <a:pt x="2825060" y="2022636"/>
                  </a:lnTo>
                  <a:lnTo>
                    <a:pt x="2853310" y="1982529"/>
                  </a:lnTo>
                  <a:lnTo>
                    <a:pt x="2881561" y="1873896"/>
                  </a:lnTo>
                  <a:lnTo>
                    <a:pt x="2909812" y="1925607"/>
                  </a:lnTo>
                  <a:lnTo>
                    <a:pt x="2938062" y="1933474"/>
                  </a:lnTo>
                  <a:lnTo>
                    <a:pt x="2966313" y="1818473"/>
                  </a:lnTo>
                  <a:lnTo>
                    <a:pt x="2994564" y="1884077"/>
                  </a:lnTo>
                  <a:lnTo>
                    <a:pt x="3022814" y="1968203"/>
                  </a:lnTo>
                  <a:lnTo>
                    <a:pt x="3051065" y="2269475"/>
                  </a:lnTo>
                  <a:lnTo>
                    <a:pt x="3079315" y="2256862"/>
                  </a:lnTo>
                  <a:lnTo>
                    <a:pt x="3107566" y="2155683"/>
                  </a:lnTo>
                  <a:lnTo>
                    <a:pt x="3135817" y="2136728"/>
                  </a:lnTo>
                  <a:lnTo>
                    <a:pt x="3164067" y="2053269"/>
                  </a:lnTo>
                  <a:lnTo>
                    <a:pt x="3192318" y="2128848"/>
                  </a:lnTo>
                  <a:lnTo>
                    <a:pt x="3220568" y="2200832"/>
                  </a:lnTo>
                  <a:lnTo>
                    <a:pt x="3248819" y="2096058"/>
                  </a:lnTo>
                  <a:lnTo>
                    <a:pt x="3277070" y="2043319"/>
                  </a:lnTo>
                  <a:lnTo>
                    <a:pt x="3305320" y="1773749"/>
                  </a:lnTo>
                  <a:lnTo>
                    <a:pt x="3333571" y="1653571"/>
                  </a:lnTo>
                  <a:lnTo>
                    <a:pt x="3361821" y="1626543"/>
                  </a:lnTo>
                  <a:lnTo>
                    <a:pt x="3390072" y="1542260"/>
                  </a:lnTo>
                  <a:lnTo>
                    <a:pt x="3418323" y="1422231"/>
                  </a:lnTo>
                  <a:lnTo>
                    <a:pt x="3446573" y="1402429"/>
                  </a:lnTo>
                  <a:lnTo>
                    <a:pt x="3474824" y="1338262"/>
                  </a:lnTo>
                  <a:lnTo>
                    <a:pt x="3503074" y="1378588"/>
                  </a:lnTo>
                  <a:lnTo>
                    <a:pt x="3531325" y="1230394"/>
                  </a:lnTo>
                  <a:lnTo>
                    <a:pt x="3559576" y="1131260"/>
                  </a:lnTo>
                  <a:lnTo>
                    <a:pt x="3587826" y="1125184"/>
                  </a:lnTo>
                  <a:lnTo>
                    <a:pt x="3616077" y="1156205"/>
                  </a:lnTo>
                  <a:lnTo>
                    <a:pt x="3644327" y="1126303"/>
                  </a:lnTo>
                  <a:lnTo>
                    <a:pt x="3672578" y="990489"/>
                  </a:lnTo>
                  <a:lnTo>
                    <a:pt x="3700829" y="831815"/>
                  </a:lnTo>
                  <a:lnTo>
                    <a:pt x="3729079" y="532915"/>
                  </a:lnTo>
                  <a:lnTo>
                    <a:pt x="3757330" y="427283"/>
                  </a:lnTo>
                  <a:lnTo>
                    <a:pt x="3785580" y="285787"/>
                  </a:lnTo>
                  <a:lnTo>
                    <a:pt x="3813831" y="402532"/>
                  </a:lnTo>
                  <a:lnTo>
                    <a:pt x="3842082" y="392446"/>
                  </a:lnTo>
                  <a:lnTo>
                    <a:pt x="3870332" y="577425"/>
                  </a:lnTo>
                  <a:lnTo>
                    <a:pt x="3898583" y="460156"/>
                  </a:lnTo>
                  <a:lnTo>
                    <a:pt x="3926833" y="464461"/>
                  </a:lnTo>
                  <a:lnTo>
                    <a:pt x="3955084" y="369632"/>
                  </a:lnTo>
                  <a:lnTo>
                    <a:pt x="3983335" y="150914"/>
                  </a:lnTo>
                  <a:lnTo>
                    <a:pt x="4011585" y="38614"/>
                  </a:lnTo>
                  <a:lnTo>
                    <a:pt x="4039836" y="0"/>
                  </a:lnTo>
                  <a:lnTo>
                    <a:pt x="4039836" y="0"/>
                  </a:lnTo>
                  <a:lnTo>
                    <a:pt x="4068086" y="42885"/>
                  </a:lnTo>
                  <a:lnTo>
                    <a:pt x="4096337" y="705875"/>
                  </a:lnTo>
                  <a:lnTo>
                    <a:pt x="4124588" y="632372"/>
                  </a:lnTo>
                  <a:lnTo>
                    <a:pt x="4152838" y="652004"/>
                  </a:lnTo>
                  <a:lnTo>
                    <a:pt x="4181089" y="643186"/>
                  </a:lnTo>
                  <a:lnTo>
                    <a:pt x="4209339" y="732636"/>
                  </a:lnTo>
                  <a:lnTo>
                    <a:pt x="4237590" y="560523"/>
                  </a:lnTo>
                  <a:lnTo>
                    <a:pt x="4265841" y="469202"/>
                  </a:lnTo>
                  <a:lnTo>
                    <a:pt x="4294091" y="385048"/>
                  </a:lnTo>
                  <a:lnTo>
                    <a:pt x="4322342" y="491085"/>
                  </a:lnTo>
                  <a:lnTo>
                    <a:pt x="4350593" y="393429"/>
                  </a:lnTo>
                  <a:lnTo>
                    <a:pt x="4378843" y="425766"/>
                  </a:lnTo>
                  <a:lnTo>
                    <a:pt x="4407094" y="373610"/>
                  </a:lnTo>
                  <a:lnTo>
                    <a:pt x="4435344" y="282190"/>
                  </a:lnTo>
                  <a:lnTo>
                    <a:pt x="4463595" y="479460"/>
                  </a:lnTo>
                  <a:lnTo>
                    <a:pt x="4491846" y="509115"/>
                  </a:lnTo>
                  <a:lnTo>
                    <a:pt x="4520096" y="632282"/>
                  </a:lnTo>
                  <a:lnTo>
                    <a:pt x="4548347" y="757501"/>
                  </a:lnTo>
                  <a:lnTo>
                    <a:pt x="4576597" y="875469"/>
                  </a:lnTo>
                  <a:lnTo>
                    <a:pt x="4604848" y="1004787"/>
                  </a:lnTo>
                  <a:lnTo>
                    <a:pt x="4633099" y="946160"/>
                  </a:lnTo>
                  <a:lnTo>
                    <a:pt x="4661349" y="991940"/>
                  </a:lnTo>
                  <a:lnTo>
                    <a:pt x="4689600" y="1052760"/>
                  </a:lnTo>
                  <a:lnTo>
                    <a:pt x="4717850" y="1126649"/>
                  </a:lnTo>
                  <a:lnTo>
                    <a:pt x="4746101" y="1314389"/>
                  </a:lnTo>
                  <a:lnTo>
                    <a:pt x="4774352" y="1290327"/>
                  </a:lnTo>
                  <a:lnTo>
                    <a:pt x="4802602" y="1182311"/>
                  </a:lnTo>
                  <a:lnTo>
                    <a:pt x="4830853" y="1298343"/>
                  </a:lnTo>
                  <a:lnTo>
                    <a:pt x="4859103" y="1325106"/>
                  </a:lnTo>
                  <a:lnTo>
                    <a:pt x="4887354" y="1471096"/>
                  </a:lnTo>
                  <a:lnTo>
                    <a:pt x="4915605" y="1318390"/>
                  </a:lnTo>
                  <a:lnTo>
                    <a:pt x="4943855" y="1351079"/>
                  </a:lnTo>
                  <a:lnTo>
                    <a:pt x="4972106" y="1505262"/>
                  </a:lnTo>
                  <a:lnTo>
                    <a:pt x="5000356" y="1533516"/>
                  </a:lnTo>
                  <a:lnTo>
                    <a:pt x="5028607" y="1615369"/>
                  </a:lnTo>
                  <a:lnTo>
                    <a:pt x="5056858" y="1578845"/>
                  </a:lnTo>
                  <a:lnTo>
                    <a:pt x="5085108" y="1741880"/>
                  </a:lnTo>
                  <a:lnTo>
                    <a:pt x="5113359" y="1872958"/>
                  </a:lnTo>
                  <a:lnTo>
                    <a:pt x="5141609" y="1843500"/>
                  </a:lnTo>
                  <a:lnTo>
                    <a:pt x="5169860" y="1957449"/>
                  </a:lnTo>
                  <a:lnTo>
                    <a:pt x="5198111" y="2032407"/>
                  </a:lnTo>
                  <a:lnTo>
                    <a:pt x="5226361" y="2158559"/>
                  </a:lnTo>
                  <a:lnTo>
                    <a:pt x="5254612" y="2045829"/>
                  </a:lnTo>
                  <a:lnTo>
                    <a:pt x="5282862" y="1823159"/>
                  </a:lnTo>
                  <a:lnTo>
                    <a:pt x="5311113" y="1963562"/>
                  </a:lnTo>
                  <a:lnTo>
                    <a:pt x="5339364" y="2012657"/>
                  </a:lnTo>
                  <a:lnTo>
                    <a:pt x="5367614" y="2111050"/>
                  </a:lnTo>
                  <a:lnTo>
                    <a:pt x="5395865" y="2016802"/>
                  </a:lnTo>
                  <a:lnTo>
                    <a:pt x="5424115" y="2049457"/>
                  </a:lnTo>
                  <a:lnTo>
                    <a:pt x="5452366" y="2246600"/>
                  </a:lnTo>
                  <a:lnTo>
                    <a:pt x="5480617" y="2150348"/>
                  </a:lnTo>
                  <a:lnTo>
                    <a:pt x="5508867" y="2008930"/>
                  </a:lnTo>
                  <a:lnTo>
                    <a:pt x="5537118" y="1911495"/>
                  </a:lnTo>
                  <a:lnTo>
                    <a:pt x="5565368" y="1736781"/>
                  </a:lnTo>
                  <a:lnTo>
                    <a:pt x="5593619" y="1762402"/>
                  </a:lnTo>
                  <a:lnTo>
                    <a:pt x="5621870" y="2018111"/>
                  </a:lnTo>
                  <a:lnTo>
                    <a:pt x="5650120" y="2131248"/>
                  </a:lnTo>
                  <a:lnTo>
                    <a:pt x="5678371" y="2402882"/>
                  </a:lnTo>
                  <a:lnTo>
                    <a:pt x="5706621" y="2354247"/>
                  </a:lnTo>
                  <a:lnTo>
                    <a:pt x="5734872" y="2171671"/>
                  </a:lnTo>
                  <a:lnTo>
                    <a:pt x="5763123" y="2057535"/>
                  </a:lnTo>
                  <a:lnTo>
                    <a:pt x="5791373" y="1737073"/>
                  </a:lnTo>
                  <a:lnTo>
                    <a:pt x="5819624" y="1858836"/>
                  </a:lnTo>
                  <a:lnTo>
                    <a:pt x="5847875" y="2089316"/>
                  </a:lnTo>
                  <a:lnTo>
                    <a:pt x="5876125" y="2196104"/>
                  </a:lnTo>
                  <a:lnTo>
                    <a:pt x="5904376" y="2360149"/>
                  </a:lnTo>
                  <a:lnTo>
                    <a:pt x="5932626" y="2305446"/>
                  </a:lnTo>
                  <a:lnTo>
                    <a:pt x="5960877" y="2310619"/>
                  </a:lnTo>
                  <a:lnTo>
                    <a:pt x="5989128" y="2311961"/>
                  </a:lnTo>
                  <a:lnTo>
                    <a:pt x="6017378" y="2433756"/>
                  </a:lnTo>
                  <a:lnTo>
                    <a:pt x="6045629" y="2528123"/>
                  </a:lnTo>
                  <a:lnTo>
                    <a:pt x="6073879" y="2468819"/>
                  </a:lnTo>
                  <a:lnTo>
                    <a:pt x="6102130" y="2422472"/>
                  </a:lnTo>
                  <a:lnTo>
                    <a:pt x="6130381" y="2519679"/>
                  </a:lnTo>
                  <a:lnTo>
                    <a:pt x="6158631" y="2632919"/>
                  </a:lnTo>
                  <a:lnTo>
                    <a:pt x="6186882" y="2786280"/>
                  </a:lnTo>
                  <a:lnTo>
                    <a:pt x="6215132" y="2754713"/>
                  </a:lnTo>
                  <a:lnTo>
                    <a:pt x="6243383" y="2778893"/>
                  </a:lnTo>
                  <a:lnTo>
                    <a:pt x="6271634" y="2866597"/>
                  </a:lnTo>
                  <a:lnTo>
                    <a:pt x="6299884" y="2855981"/>
                  </a:lnTo>
                  <a:lnTo>
                    <a:pt x="6328135" y="2823024"/>
                  </a:lnTo>
                  <a:lnTo>
                    <a:pt x="6356385" y="2787892"/>
                  </a:lnTo>
                  <a:lnTo>
                    <a:pt x="6384636" y="2803647"/>
                  </a:lnTo>
                  <a:lnTo>
                    <a:pt x="6412887" y="2783489"/>
                  </a:lnTo>
                  <a:lnTo>
                    <a:pt x="6441137" y="2774930"/>
                  </a:lnTo>
                  <a:lnTo>
                    <a:pt x="6469388" y="2771579"/>
                  </a:lnTo>
                  <a:lnTo>
                    <a:pt x="6497638" y="2730808"/>
                  </a:lnTo>
                  <a:lnTo>
                    <a:pt x="6525889" y="2736349"/>
                  </a:lnTo>
                  <a:lnTo>
                    <a:pt x="6554140" y="2699137"/>
                  </a:lnTo>
                  <a:lnTo>
                    <a:pt x="6582390" y="2650150"/>
                  </a:lnTo>
                  <a:lnTo>
                    <a:pt x="6610641" y="2591690"/>
                  </a:lnTo>
                  <a:lnTo>
                    <a:pt x="6638891" y="2504563"/>
                  </a:lnTo>
                  <a:lnTo>
                    <a:pt x="6667142" y="2555819"/>
                  </a:lnTo>
                  <a:lnTo>
                    <a:pt x="6695393" y="2631297"/>
                  </a:lnTo>
                  <a:lnTo>
                    <a:pt x="6723643" y="2750667"/>
                  </a:lnTo>
                  <a:lnTo>
                    <a:pt x="6751894" y="2634597"/>
                  </a:lnTo>
                  <a:lnTo>
                    <a:pt x="6780144" y="2623832"/>
                  </a:lnTo>
                  <a:lnTo>
                    <a:pt x="6808395" y="2610688"/>
                  </a:lnTo>
                  <a:lnTo>
                    <a:pt x="6836646" y="2408177"/>
                  </a:lnTo>
                  <a:lnTo>
                    <a:pt x="6864896" y="2493534"/>
                  </a:lnTo>
                  <a:lnTo>
                    <a:pt x="6893147" y="2668659"/>
                  </a:lnTo>
                  <a:lnTo>
                    <a:pt x="6921397" y="2868326"/>
                  </a:lnTo>
                  <a:lnTo>
                    <a:pt x="6949648" y="2810445"/>
                  </a:lnTo>
                  <a:lnTo>
                    <a:pt x="6977899" y="2694810"/>
                  </a:lnTo>
                  <a:lnTo>
                    <a:pt x="7006149" y="2531146"/>
                  </a:lnTo>
                  <a:lnTo>
                    <a:pt x="7034400" y="2670622"/>
                  </a:lnTo>
                  <a:lnTo>
                    <a:pt x="7062650" y="2822216"/>
                  </a:lnTo>
                  <a:lnTo>
                    <a:pt x="7090901" y="2854413"/>
                  </a:lnTo>
                  <a:lnTo>
                    <a:pt x="7119152" y="2875705"/>
                  </a:lnTo>
                  <a:lnTo>
                    <a:pt x="7147402" y="2869277"/>
                  </a:lnTo>
                  <a:lnTo>
                    <a:pt x="7175653" y="2846627"/>
                  </a:lnTo>
                  <a:lnTo>
                    <a:pt x="7203904" y="2805969"/>
                  </a:lnTo>
                  <a:lnTo>
                    <a:pt x="7232154" y="2787483"/>
                  </a:lnTo>
                  <a:lnTo>
                    <a:pt x="7260405" y="2830938"/>
                  </a:lnTo>
                  <a:lnTo>
                    <a:pt x="7288655" y="2759640"/>
                  </a:lnTo>
                  <a:lnTo>
                    <a:pt x="7316906" y="2833493"/>
                  </a:lnTo>
                  <a:lnTo>
                    <a:pt x="7345157" y="2822777"/>
                  </a:lnTo>
                  <a:lnTo>
                    <a:pt x="7373407" y="2693456"/>
                  </a:lnTo>
                  <a:lnTo>
                    <a:pt x="7401658" y="2765615"/>
                  </a:lnTo>
                  <a:lnTo>
                    <a:pt x="7429908" y="2746848"/>
                  </a:lnTo>
                  <a:lnTo>
                    <a:pt x="7458159" y="2799020"/>
                  </a:lnTo>
                  <a:lnTo>
                    <a:pt x="7486410" y="2858581"/>
                  </a:lnTo>
                  <a:lnTo>
                    <a:pt x="7514660" y="2863983"/>
                  </a:lnTo>
                  <a:lnTo>
                    <a:pt x="7542911" y="2836879"/>
                  </a:lnTo>
                  <a:lnTo>
                    <a:pt x="7571161" y="2805926"/>
                  </a:lnTo>
                  <a:lnTo>
                    <a:pt x="7599412" y="2767187"/>
                  </a:lnTo>
                  <a:lnTo>
                    <a:pt x="7627663" y="2669725"/>
                  </a:lnTo>
                  <a:lnTo>
                    <a:pt x="7655913" y="2768936"/>
                  </a:lnTo>
                  <a:lnTo>
                    <a:pt x="7684164" y="2869833"/>
                  </a:lnTo>
                  <a:lnTo>
                    <a:pt x="7712414" y="2925950"/>
                  </a:lnTo>
                  <a:lnTo>
                    <a:pt x="7740665" y="2913064"/>
                  </a:lnTo>
                  <a:lnTo>
                    <a:pt x="7768916" y="2841417"/>
                  </a:lnTo>
                  <a:lnTo>
                    <a:pt x="7797166" y="2820727"/>
                  </a:lnTo>
                  <a:lnTo>
                    <a:pt x="7825417" y="2818800"/>
                  </a:lnTo>
                  <a:lnTo>
                    <a:pt x="7853667" y="2894333"/>
                  </a:lnTo>
                  <a:lnTo>
                    <a:pt x="7881918" y="2818992"/>
                  </a:lnTo>
                  <a:lnTo>
                    <a:pt x="7910169" y="2840122"/>
                  </a:lnTo>
                  <a:lnTo>
                    <a:pt x="7938419" y="2936124"/>
                  </a:lnTo>
                  <a:lnTo>
                    <a:pt x="7966670" y="2965267"/>
                  </a:lnTo>
                  <a:lnTo>
                    <a:pt x="7994920" y="2931974"/>
                  </a:lnTo>
                  <a:lnTo>
                    <a:pt x="8023171" y="2860792"/>
                  </a:lnTo>
                  <a:lnTo>
                    <a:pt x="8051422" y="2838074"/>
                  </a:lnTo>
                  <a:lnTo>
                    <a:pt x="8079672" y="2760523"/>
                  </a:lnTo>
                  <a:lnTo>
                    <a:pt x="8107923" y="2674729"/>
                  </a:lnTo>
                  <a:lnTo>
                    <a:pt x="8136173" y="2636125"/>
                  </a:lnTo>
                  <a:lnTo>
                    <a:pt x="8164424" y="2727818"/>
                  </a:lnTo>
                  <a:lnTo>
                    <a:pt x="8192675" y="2771130"/>
                  </a:lnTo>
                  <a:lnTo>
                    <a:pt x="8220925" y="2809659"/>
                  </a:lnTo>
                  <a:lnTo>
                    <a:pt x="8249176" y="2815608"/>
                  </a:lnTo>
                  <a:lnTo>
                    <a:pt x="8277426" y="2822512"/>
                  </a:lnTo>
                  <a:lnTo>
                    <a:pt x="8305677" y="2716029"/>
                  </a:lnTo>
                  <a:lnTo>
                    <a:pt x="8333928" y="2669842"/>
                  </a:lnTo>
                  <a:lnTo>
                    <a:pt x="8362178" y="2578144"/>
                  </a:lnTo>
                  <a:lnTo>
                    <a:pt x="8390429" y="2677395"/>
                  </a:lnTo>
                  <a:lnTo>
                    <a:pt x="8418679" y="2692290"/>
                  </a:lnTo>
                  <a:lnTo>
                    <a:pt x="8446930" y="2755256"/>
                  </a:lnTo>
                  <a:lnTo>
                    <a:pt x="8446930" y="27552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8446930" y="0"/>
                  </a:moveTo>
                  <a:lnTo>
                    <a:pt x="8418679" y="0"/>
                  </a:lnTo>
                  <a:lnTo>
                    <a:pt x="8390429" y="0"/>
                  </a:lnTo>
                  <a:lnTo>
                    <a:pt x="8362178" y="0"/>
                  </a:lnTo>
                  <a:lnTo>
                    <a:pt x="8333928" y="0"/>
                  </a:lnTo>
                  <a:lnTo>
                    <a:pt x="8305677" y="0"/>
                  </a:lnTo>
                  <a:lnTo>
                    <a:pt x="8277426" y="0"/>
                  </a:lnTo>
                  <a:lnTo>
                    <a:pt x="8249176" y="0"/>
                  </a:lnTo>
                  <a:lnTo>
                    <a:pt x="8220925" y="0"/>
                  </a:lnTo>
                  <a:lnTo>
                    <a:pt x="8192675" y="0"/>
                  </a:lnTo>
                  <a:lnTo>
                    <a:pt x="8164424" y="0"/>
                  </a:lnTo>
                  <a:lnTo>
                    <a:pt x="8136173" y="0"/>
                  </a:lnTo>
                  <a:lnTo>
                    <a:pt x="8107923" y="0"/>
                  </a:lnTo>
                  <a:lnTo>
                    <a:pt x="8079672" y="0"/>
                  </a:lnTo>
                  <a:lnTo>
                    <a:pt x="8051422" y="0"/>
                  </a:lnTo>
                  <a:lnTo>
                    <a:pt x="8023171" y="0"/>
                  </a:lnTo>
                  <a:lnTo>
                    <a:pt x="7994920" y="0"/>
                  </a:lnTo>
                  <a:lnTo>
                    <a:pt x="7966670" y="0"/>
                  </a:lnTo>
                  <a:lnTo>
                    <a:pt x="7938419" y="0"/>
                  </a:lnTo>
                  <a:lnTo>
                    <a:pt x="7910169" y="0"/>
                  </a:lnTo>
                  <a:lnTo>
                    <a:pt x="7881918" y="0"/>
                  </a:lnTo>
                  <a:lnTo>
                    <a:pt x="7853667" y="0"/>
                  </a:lnTo>
                  <a:lnTo>
                    <a:pt x="7825417" y="0"/>
                  </a:lnTo>
                  <a:lnTo>
                    <a:pt x="7797166" y="0"/>
                  </a:lnTo>
                  <a:lnTo>
                    <a:pt x="7768916" y="0"/>
                  </a:lnTo>
                  <a:lnTo>
                    <a:pt x="7740665" y="0"/>
                  </a:lnTo>
                  <a:lnTo>
                    <a:pt x="7712414" y="0"/>
                  </a:lnTo>
                  <a:lnTo>
                    <a:pt x="7684164" y="0"/>
                  </a:lnTo>
                  <a:lnTo>
                    <a:pt x="7655913" y="0"/>
                  </a:lnTo>
                  <a:lnTo>
                    <a:pt x="7627663" y="0"/>
                  </a:lnTo>
                  <a:lnTo>
                    <a:pt x="7599412" y="0"/>
                  </a:lnTo>
                  <a:lnTo>
                    <a:pt x="7571161" y="0"/>
                  </a:lnTo>
                  <a:lnTo>
                    <a:pt x="7542911" y="0"/>
                  </a:lnTo>
                  <a:lnTo>
                    <a:pt x="7514660" y="0"/>
                  </a:lnTo>
                  <a:lnTo>
                    <a:pt x="7486410" y="0"/>
                  </a:lnTo>
                  <a:lnTo>
                    <a:pt x="7458159" y="0"/>
                  </a:lnTo>
                  <a:lnTo>
                    <a:pt x="7429908" y="0"/>
                  </a:lnTo>
                  <a:lnTo>
                    <a:pt x="7401658" y="0"/>
                  </a:lnTo>
                  <a:lnTo>
                    <a:pt x="7373407" y="0"/>
                  </a:lnTo>
                  <a:lnTo>
                    <a:pt x="7345157" y="0"/>
                  </a:lnTo>
                  <a:lnTo>
                    <a:pt x="7316906" y="0"/>
                  </a:lnTo>
                  <a:lnTo>
                    <a:pt x="7288655" y="0"/>
                  </a:lnTo>
                  <a:lnTo>
                    <a:pt x="7260405" y="0"/>
                  </a:lnTo>
                  <a:lnTo>
                    <a:pt x="7232154" y="0"/>
                  </a:lnTo>
                  <a:lnTo>
                    <a:pt x="7203904" y="0"/>
                  </a:lnTo>
                  <a:lnTo>
                    <a:pt x="7175653" y="0"/>
                  </a:lnTo>
                  <a:lnTo>
                    <a:pt x="7147402" y="0"/>
                  </a:lnTo>
                  <a:lnTo>
                    <a:pt x="7119152" y="0"/>
                  </a:lnTo>
                  <a:lnTo>
                    <a:pt x="7090901" y="0"/>
                  </a:lnTo>
                  <a:lnTo>
                    <a:pt x="7062650" y="0"/>
                  </a:lnTo>
                  <a:lnTo>
                    <a:pt x="7034400" y="0"/>
                  </a:lnTo>
                  <a:lnTo>
                    <a:pt x="7006149" y="0"/>
                  </a:lnTo>
                  <a:lnTo>
                    <a:pt x="6977899" y="0"/>
                  </a:lnTo>
                  <a:lnTo>
                    <a:pt x="6949648" y="0"/>
                  </a:lnTo>
                  <a:lnTo>
                    <a:pt x="6921397" y="0"/>
                  </a:lnTo>
                  <a:lnTo>
                    <a:pt x="6893147" y="0"/>
                  </a:lnTo>
                  <a:lnTo>
                    <a:pt x="6864896" y="0"/>
                  </a:lnTo>
                  <a:lnTo>
                    <a:pt x="6836646" y="0"/>
                  </a:lnTo>
                  <a:lnTo>
                    <a:pt x="6808395" y="0"/>
                  </a:lnTo>
                  <a:lnTo>
                    <a:pt x="6780144" y="0"/>
                  </a:lnTo>
                  <a:lnTo>
                    <a:pt x="6751894" y="0"/>
                  </a:lnTo>
                  <a:lnTo>
                    <a:pt x="6723643" y="0"/>
                  </a:lnTo>
                  <a:lnTo>
                    <a:pt x="6695393" y="0"/>
                  </a:lnTo>
                  <a:lnTo>
                    <a:pt x="6667142" y="0"/>
                  </a:lnTo>
                  <a:lnTo>
                    <a:pt x="6638891" y="0"/>
                  </a:lnTo>
                  <a:lnTo>
                    <a:pt x="6610641" y="0"/>
                  </a:lnTo>
                  <a:lnTo>
                    <a:pt x="6582390" y="0"/>
                  </a:lnTo>
                  <a:lnTo>
                    <a:pt x="6554140" y="0"/>
                  </a:lnTo>
                  <a:lnTo>
                    <a:pt x="6525889" y="0"/>
                  </a:lnTo>
                  <a:lnTo>
                    <a:pt x="6497638" y="0"/>
                  </a:lnTo>
                  <a:lnTo>
                    <a:pt x="6469388" y="0"/>
                  </a:lnTo>
                  <a:lnTo>
                    <a:pt x="6441137" y="0"/>
                  </a:lnTo>
                  <a:lnTo>
                    <a:pt x="6412887" y="0"/>
                  </a:lnTo>
                  <a:lnTo>
                    <a:pt x="6384636" y="0"/>
                  </a:lnTo>
                  <a:lnTo>
                    <a:pt x="6356385" y="0"/>
                  </a:lnTo>
                  <a:lnTo>
                    <a:pt x="6328135" y="0"/>
                  </a:lnTo>
                  <a:lnTo>
                    <a:pt x="6299884" y="0"/>
                  </a:lnTo>
                  <a:lnTo>
                    <a:pt x="6271634" y="0"/>
                  </a:lnTo>
                  <a:lnTo>
                    <a:pt x="6243383" y="0"/>
                  </a:lnTo>
                  <a:lnTo>
                    <a:pt x="6215132" y="0"/>
                  </a:lnTo>
                  <a:lnTo>
                    <a:pt x="6186882" y="0"/>
                  </a:lnTo>
                  <a:lnTo>
                    <a:pt x="6158631" y="0"/>
                  </a:lnTo>
                  <a:lnTo>
                    <a:pt x="6130381" y="0"/>
                  </a:lnTo>
                  <a:lnTo>
                    <a:pt x="6102130" y="0"/>
                  </a:lnTo>
                  <a:lnTo>
                    <a:pt x="6073879" y="0"/>
                  </a:lnTo>
                  <a:lnTo>
                    <a:pt x="6045629" y="0"/>
                  </a:lnTo>
                  <a:lnTo>
                    <a:pt x="6017378" y="0"/>
                  </a:lnTo>
                  <a:lnTo>
                    <a:pt x="5989128" y="0"/>
                  </a:lnTo>
                  <a:lnTo>
                    <a:pt x="5960877" y="0"/>
                  </a:lnTo>
                  <a:lnTo>
                    <a:pt x="5932626" y="0"/>
                  </a:lnTo>
                  <a:lnTo>
                    <a:pt x="5904376" y="0"/>
                  </a:lnTo>
                  <a:lnTo>
                    <a:pt x="5876125" y="0"/>
                  </a:lnTo>
                  <a:lnTo>
                    <a:pt x="5847875" y="0"/>
                  </a:lnTo>
                  <a:lnTo>
                    <a:pt x="5819624" y="0"/>
                  </a:lnTo>
                  <a:lnTo>
                    <a:pt x="5791373" y="0"/>
                  </a:lnTo>
                  <a:lnTo>
                    <a:pt x="5763123" y="0"/>
                  </a:lnTo>
                  <a:lnTo>
                    <a:pt x="5734872" y="0"/>
                  </a:lnTo>
                  <a:lnTo>
                    <a:pt x="5706621" y="0"/>
                  </a:lnTo>
                  <a:lnTo>
                    <a:pt x="5678371" y="0"/>
                  </a:lnTo>
                  <a:lnTo>
                    <a:pt x="5650120" y="0"/>
                  </a:lnTo>
                  <a:lnTo>
                    <a:pt x="5621870" y="0"/>
                  </a:lnTo>
                  <a:lnTo>
                    <a:pt x="5593619" y="0"/>
                  </a:lnTo>
                  <a:lnTo>
                    <a:pt x="5565368" y="0"/>
                  </a:lnTo>
                  <a:lnTo>
                    <a:pt x="5537118" y="0"/>
                  </a:lnTo>
                  <a:lnTo>
                    <a:pt x="5508867" y="0"/>
                  </a:lnTo>
                  <a:lnTo>
                    <a:pt x="5480617" y="0"/>
                  </a:lnTo>
                  <a:lnTo>
                    <a:pt x="5452366" y="0"/>
                  </a:lnTo>
                  <a:lnTo>
                    <a:pt x="5424115" y="0"/>
                  </a:lnTo>
                  <a:lnTo>
                    <a:pt x="5395865" y="0"/>
                  </a:lnTo>
                  <a:lnTo>
                    <a:pt x="5367614" y="0"/>
                  </a:lnTo>
                  <a:lnTo>
                    <a:pt x="5339364" y="0"/>
                  </a:lnTo>
                  <a:lnTo>
                    <a:pt x="5311113" y="0"/>
                  </a:lnTo>
                  <a:lnTo>
                    <a:pt x="5282862" y="0"/>
                  </a:lnTo>
                  <a:lnTo>
                    <a:pt x="5254612" y="0"/>
                  </a:lnTo>
                  <a:lnTo>
                    <a:pt x="5226361" y="0"/>
                  </a:lnTo>
                  <a:lnTo>
                    <a:pt x="5198111" y="0"/>
                  </a:lnTo>
                  <a:lnTo>
                    <a:pt x="5169860" y="0"/>
                  </a:lnTo>
                  <a:lnTo>
                    <a:pt x="5141609" y="0"/>
                  </a:lnTo>
                  <a:lnTo>
                    <a:pt x="5113359" y="0"/>
                  </a:lnTo>
                  <a:lnTo>
                    <a:pt x="5085108" y="0"/>
                  </a:lnTo>
                  <a:lnTo>
                    <a:pt x="5056858" y="0"/>
                  </a:lnTo>
                  <a:lnTo>
                    <a:pt x="5028607" y="0"/>
                  </a:lnTo>
                  <a:lnTo>
                    <a:pt x="5000356" y="0"/>
                  </a:lnTo>
                  <a:lnTo>
                    <a:pt x="4972106" y="0"/>
                  </a:lnTo>
                  <a:lnTo>
                    <a:pt x="4943855" y="0"/>
                  </a:lnTo>
                  <a:lnTo>
                    <a:pt x="4915605" y="0"/>
                  </a:lnTo>
                  <a:lnTo>
                    <a:pt x="4887354" y="0"/>
                  </a:lnTo>
                  <a:lnTo>
                    <a:pt x="4859103" y="0"/>
                  </a:lnTo>
                  <a:lnTo>
                    <a:pt x="4830853" y="0"/>
                  </a:lnTo>
                  <a:lnTo>
                    <a:pt x="4802602" y="0"/>
                  </a:lnTo>
                  <a:lnTo>
                    <a:pt x="4774352" y="0"/>
                  </a:lnTo>
                  <a:lnTo>
                    <a:pt x="4746101" y="0"/>
                  </a:lnTo>
                  <a:lnTo>
                    <a:pt x="4717850" y="0"/>
                  </a:lnTo>
                  <a:lnTo>
                    <a:pt x="4689600" y="0"/>
                  </a:lnTo>
                  <a:lnTo>
                    <a:pt x="4661349" y="0"/>
                  </a:lnTo>
                  <a:lnTo>
                    <a:pt x="4633099" y="0"/>
                  </a:lnTo>
                  <a:lnTo>
                    <a:pt x="4604848" y="0"/>
                  </a:lnTo>
                  <a:lnTo>
                    <a:pt x="4576597" y="0"/>
                  </a:lnTo>
                  <a:lnTo>
                    <a:pt x="4548347" y="0"/>
                  </a:lnTo>
                  <a:lnTo>
                    <a:pt x="4520096" y="0"/>
                  </a:lnTo>
                  <a:lnTo>
                    <a:pt x="4491846" y="0"/>
                  </a:lnTo>
                  <a:lnTo>
                    <a:pt x="4463595" y="0"/>
                  </a:lnTo>
                  <a:lnTo>
                    <a:pt x="4435344" y="0"/>
                  </a:lnTo>
                  <a:lnTo>
                    <a:pt x="4407094" y="0"/>
                  </a:lnTo>
                  <a:lnTo>
                    <a:pt x="4378843" y="0"/>
                  </a:lnTo>
                  <a:lnTo>
                    <a:pt x="4350593" y="0"/>
                  </a:lnTo>
                  <a:lnTo>
                    <a:pt x="4322342" y="0"/>
                  </a:lnTo>
                  <a:lnTo>
                    <a:pt x="4294091" y="0"/>
                  </a:lnTo>
                  <a:lnTo>
                    <a:pt x="4265841" y="0"/>
                  </a:lnTo>
                  <a:lnTo>
                    <a:pt x="4237590" y="0"/>
                  </a:lnTo>
                  <a:lnTo>
                    <a:pt x="4209339" y="0"/>
                  </a:lnTo>
                  <a:lnTo>
                    <a:pt x="4181089" y="0"/>
                  </a:lnTo>
                  <a:lnTo>
                    <a:pt x="4152838" y="0"/>
                  </a:lnTo>
                  <a:lnTo>
                    <a:pt x="4124588" y="0"/>
                  </a:lnTo>
                  <a:lnTo>
                    <a:pt x="4096337" y="0"/>
                  </a:lnTo>
                  <a:lnTo>
                    <a:pt x="4068086" y="0"/>
                  </a:lnTo>
                  <a:lnTo>
                    <a:pt x="4039836" y="0"/>
                  </a:lnTo>
                  <a:lnTo>
                    <a:pt x="4011585" y="0"/>
                  </a:lnTo>
                  <a:lnTo>
                    <a:pt x="3983335" y="0"/>
                  </a:lnTo>
                  <a:lnTo>
                    <a:pt x="3955084" y="0"/>
                  </a:lnTo>
                  <a:lnTo>
                    <a:pt x="3926833" y="0"/>
                  </a:lnTo>
                  <a:lnTo>
                    <a:pt x="3898583" y="0"/>
                  </a:lnTo>
                  <a:lnTo>
                    <a:pt x="3870332" y="0"/>
                  </a:lnTo>
                  <a:lnTo>
                    <a:pt x="3842082" y="0"/>
                  </a:lnTo>
                  <a:lnTo>
                    <a:pt x="3813831" y="0"/>
                  </a:lnTo>
                  <a:lnTo>
                    <a:pt x="3785580" y="0"/>
                  </a:lnTo>
                  <a:lnTo>
                    <a:pt x="3757330" y="0"/>
                  </a:lnTo>
                  <a:lnTo>
                    <a:pt x="3729079" y="0"/>
                  </a:lnTo>
                  <a:lnTo>
                    <a:pt x="3700829" y="0"/>
                  </a:lnTo>
                  <a:lnTo>
                    <a:pt x="3672578" y="0"/>
                  </a:lnTo>
                  <a:lnTo>
                    <a:pt x="3644327" y="0"/>
                  </a:lnTo>
                  <a:lnTo>
                    <a:pt x="3616077" y="0"/>
                  </a:lnTo>
                  <a:lnTo>
                    <a:pt x="3587826" y="0"/>
                  </a:lnTo>
                  <a:lnTo>
                    <a:pt x="3559576" y="0"/>
                  </a:lnTo>
                  <a:lnTo>
                    <a:pt x="3531325" y="0"/>
                  </a:lnTo>
                  <a:lnTo>
                    <a:pt x="3503074" y="0"/>
                  </a:lnTo>
                  <a:lnTo>
                    <a:pt x="3474824" y="0"/>
                  </a:lnTo>
                  <a:lnTo>
                    <a:pt x="3446573" y="0"/>
                  </a:lnTo>
                  <a:lnTo>
                    <a:pt x="3418323" y="0"/>
                  </a:lnTo>
                  <a:lnTo>
                    <a:pt x="3390072" y="0"/>
                  </a:lnTo>
                  <a:lnTo>
                    <a:pt x="3361821" y="0"/>
                  </a:lnTo>
                  <a:lnTo>
                    <a:pt x="3333571" y="0"/>
                  </a:lnTo>
                  <a:lnTo>
                    <a:pt x="3305320" y="0"/>
                  </a:lnTo>
                  <a:lnTo>
                    <a:pt x="3277070" y="0"/>
                  </a:lnTo>
                  <a:lnTo>
                    <a:pt x="3248819" y="0"/>
                  </a:lnTo>
                  <a:lnTo>
                    <a:pt x="3220568" y="0"/>
                  </a:lnTo>
                  <a:lnTo>
                    <a:pt x="3192318" y="0"/>
                  </a:lnTo>
                  <a:lnTo>
                    <a:pt x="3164067" y="0"/>
                  </a:lnTo>
                  <a:lnTo>
                    <a:pt x="3135817" y="0"/>
                  </a:lnTo>
                  <a:lnTo>
                    <a:pt x="3107566" y="0"/>
                  </a:lnTo>
                  <a:lnTo>
                    <a:pt x="3079315" y="0"/>
                  </a:lnTo>
                  <a:lnTo>
                    <a:pt x="3051065" y="0"/>
                  </a:lnTo>
                  <a:lnTo>
                    <a:pt x="3022814" y="0"/>
                  </a:lnTo>
                  <a:lnTo>
                    <a:pt x="2994564" y="0"/>
                  </a:lnTo>
                  <a:lnTo>
                    <a:pt x="2966313" y="0"/>
                  </a:lnTo>
                  <a:lnTo>
                    <a:pt x="2938062" y="0"/>
                  </a:lnTo>
                  <a:lnTo>
                    <a:pt x="2909812" y="0"/>
                  </a:lnTo>
                  <a:lnTo>
                    <a:pt x="2881561" y="0"/>
                  </a:lnTo>
                  <a:lnTo>
                    <a:pt x="2853310" y="0"/>
                  </a:lnTo>
                  <a:lnTo>
                    <a:pt x="2825060" y="0"/>
                  </a:lnTo>
                  <a:lnTo>
                    <a:pt x="2796809" y="0"/>
                  </a:lnTo>
                  <a:lnTo>
                    <a:pt x="2768559" y="0"/>
                  </a:lnTo>
                  <a:lnTo>
                    <a:pt x="2740308" y="0"/>
                  </a:lnTo>
                  <a:lnTo>
                    <a:pt x="2712057" y="0"/>
                  </a:lnTo>
                  <a:lnTo>
                    <a:pt x="2683807" y="0"/>
                  </a:lnTo>
                  <a:lnTo>
                    <a:pt x="2655556" y="0"/>
                  </a:lnTo>
                  <a:lnTo>
                    <a:pt x="2627306" y="0"/>
                  </a:lnTo>
                  <a:lnTo>
                    <a:pt x="2599055" y="0"/>
                  </a:lnTo>
                  <a:lnTo>
                    <a:pt x="2570804" y="0"/>
                  </a:lnTo>
                  <a:lnTo>
                    <a:pt x="2542554" y="0"/>
                  </a:lnTo>
                  <a:lnTo>
                    <a:pt x="2514303" y="0"/>
                  </a:lnTo>
                  <a:lnTo>
                    <a:pt x="2486053" y="0"/>
                  </a:lnTo>
                  <a:lnTo>
                    <a:pt x="2457802" y="0"/>
                  </a:lnTo>
                  <a:lnTo>
                    <a:pt x="2429551" y="0"/>
                  </a:lnTo>
                  <a:lnTo>
                    <a:pt x="2401301" y="0"/>
                  </a:lnTo>
                  <a:lnTo>
                    <a:pt x="2373050" y="0"/>
                  </a:lnTo>
                  <a:lnTo>
                    <a:pt x="2344800" y="0"/>
                  </a:lnTo>
                  <a:lnTo>
                    <a:pt x="2316549" y="0"/>
                  </a:lnTo>
                  <a:lnTo>
                    <a:pt x="2288298" y="0"/>
                  </a:lnTo>
                  <a:lnTo>
                    <a:pt x="2260048" y="0"/>
                  </a:lnTo>
                  <a:lnTo>
                    <a:pt x="2231797" y="0"/>
                  </a:lnTo>
                  <a:lnTo>
                    <a:pt x="2203547" y="0"/>
                  </a:lnTo>
                  <a:lnTo>
                    <a:pt x="2175296" y="0"/>
                  </a:lnTo>
                  <a:lnTo>
                    <a:pt x="2147045" y="0"/>
                  </a:lnTo>
                  <a:lnTo>
                    <a:pt x="2118795" y="0"/>
                  </a:lnTo>
                  <a:lnTo>
                    <a:pt x="2090544" y="0"/>
                  </a:lnTo>
                  <a:lnTo>
                    <a:pt x="2062294" y="0"/>
                  </a:lnTo>
                  <a:lnTo>
                    <a:pt x="2034043" y="0"/>
                  </a:lnTo>
                  <a:lnTo>
                    <a:pt x="2005792" y="0"/>
                  </a:lnTo>
                  <a:lnTo>
                    <a:pt x="1977542" y="0"/>
                  </a:lnTo>
                  <a:lnTo>
                    <a:pt x="1949291" y="0"/>
                  </a:lnTo>
                  <a:lnTo>
                    <a:pt x="1921041" y="0"/>
                  </a:lnTo>
                  <a:lnTo>
                    <a:pt x="1892790" y="0"/>
                  </a:lnTo>
                  <a:lnTo>
                    <a:pt x="1864539" y="0"/>
                  </a:lnTo>
                  <a:lnTo>
                    <a:pt x="1836289" y="0"/>
                  </a:lnTo>
                  <a:lnTo>
                    <a:pt x="1808038" y="0"/>
                  </a:lnTo>
                  <a:lnTo>
                    <a:pt x="1779788" y="0"/>
                  </a:lnTo>
                  <a:lnTo>
                    <a:pt x="1751537" y="0"/>
                  </a:lnTo>
                  <a:lnTo>
                    <a:pt x="1723286" y="0"/>
                  </a:lnTo>
                  <a:lnTo>
                    <a:pt x="1695036" y="0"/>
                  </a:lnTo>
                  <a:lnTo>
                    <a:pt x="1666785" y="0"/>
                  </a:lnTo>
                  <a:lnTo>
                    <a:pt x="1638535" y="0"/>
                  </a:lnTo>
                  <a:lnTo>
                    <a:pt x="1610284" y="0"/>
                  </a:lnTo>
                  <a:lnTo>
                    <a:pt x="1582033" y="0"/>
                  </a:lnTo>
                  <a:lnTo>
                    <a:pt x="1553783" y="0"/>
                  </a:lnTo>
                  <a:lnTo>
                    <a:pt x="1525532" y="0"/>
                  </a:lnTo>
                  <a:lnTo>
                    <a:pt x="1497282" y="0"/>
                  </a:lnTo>
                  <a:lnTo>
                    <a:pt x="1469031" y="0"/>
                  </a:lnTo>
                  <a:lnTo>
                    <a:pt x="1440780" y="0"/>
                  </a:lnTo>
                  <a:lnTo>
                    <a:pt x="1412530" y="0"/>
                  </a:lnTo>
                  <a:lnTo>
                    <a:pt x="1384279" y="0"/>
                  </a:lnTo>
                  <a:lnTo>
                    <a:pt x="1356028" y="0"/>
                  </a:lnTo>
                  <a:lnTo>
                    <a:pt x="1327778" y="0"/>
                  </a:lnTo>
                  <a:lnTo>
                    <a:pt x="1299527" y="0"/>
                  </a:lnTo>
                  <a:lnTo>
                    <a:pt x="1271277" y="0"/>
                  </a:lnTo>
                  <a:lnTo>
                    <a:pt x="1243026" y="0"/>
                  </a:lnTo>
                  <a:lnTo>
                    <a:pt x="1214775" y="0"/>
                  </a:lnTo>
                  <a:lnTo>
                    <a:pt x="1186525" y="0"/>
                  </a:lnTo>
                  <a:lnTo>
                    <a:pt x="1158274" y="0"/>
                  </a:lnTo>
                  <a:lnTo>
                    <a:pt x="1130024" y="0"/>
                  </a:lnTo>
                  <a:lnTo>
                    <a:pt x="1101773" y="0"/>
                  </a:lnTo>
                  <a:lnTo>
                    <a:pt x="1073522" y="0"/>
                  </a:lnTo>
                  <a:lnTo>
                    <a:pt x="1045272" y="0"/>
                  </a:lnTo>
                  <a:lnTo>
                    <a:pt x="1017021" y="0"/>
                  </a:lnTo>
                  <a:lnTo>
                    <a:pt x="988771" y="0"/>
                  </a:lnTo>
                  <a:lnTo>
                    <a:pt x="960520" y="0"/>
                  </a:lnTo>
                  <a:lnTo>
                    <a:pt x="932269" y="0"/>
                  </a:lnTo>
                  <a:lnTo>
                    <a:pt x="904019" y="0"/>
                  </a:lnTo>
                  <a:lnTo>
                    <a:pt x="875768" y="0"/>
                  </a:lnTo>
                  <a:lnTo>
                    <a:pt x="847518" y="0"/>
                  </a:lnTo>
                  <a:lnTo>
                    <a:pt x="819267" y="0"/>
                  </a:lnTo>
                  <a:lnTo>
                    <a:pt x="791016" y="0"/>
                  </a:lnTo>
                  <a:lnTo>
                    <a:pt x="762766" y="0"/>
                  </a:lnTo>
                  <a:lnTo>
                    <a:pt x="734515" y="0"/>
                  </a:lnTo>
                  <a:lnTo>
                    <a:pt x="706265" y="0"/>
                  </a:lnTo>
                  <a:lnTo>
                    <a:pt x="678014" y="0"/>
                  </a:lnTo>
                  <a:lnTo>
                    <a:pt x="649763" y="0"/>
                  </a:lnTo>
                  <a:lnTo>
                    <a:pt x="621513" y="0"/>
                  </a:lnTo>
                  <a:lnTo>
                    <a:pt x="593262" y="0"/>
                  </a:lnTo>
                  <a:lnTo>
                    <a:pt x="565012" y="0"/>
                  </a:lnTo>
                  <a:lnTo>
                    <a:pt x="536761" y="0"/>
                  </a:lnTo>
                  <a:lnTo>
                    <a:pt x="508510" y="0"/>
                  </a:lnTo>
                  <a:lnTo>
                    <a:pt x="480260" y="0"/>
                  </a:lnTo>
                  <a:lnTo>
                    <a:pt x="452009" y="0"/>
                  </a:lnTo>
                  <a:lnTo>
                    <a:pt x="423759" y="0"/>
                  </a:lnTo>
                  <a:lnTo>
                    <a:pt x="395508" y="0"/>
                  </a:lnTo>
                  <a:lnTo>
                    <a:pt x="367257" y="0"/>
                  </a:lnTo>
                  <a:lnTo>
                    <a:pt x="339007" y="0"/>
                  </a:lnTo>
                  <a:lnTo>
                    <a:pt x="310756" y="0"/>
                  </a:lnTo>
                  <a:lnTo>
                    <a:pt x="282506" y="0"/>
                  </a:lnTo>
                  <a:lnTo>
                    <a:pt x="254255" y="0"/>
                  </a:lnTo>
                  <a:lnTo>
                    <a:pt x="226004" y="0"/>
                  </a:lnTo>
                  <a:lnTo>
                    <a:pt x="197754" y="0"/>
                  </a:lnTo>
                  <a:lnTo>
                    <a:pt x="169503" y="0"/>
                  </a:lnTo>
                  <a:lnTo>
                    <a:pt x="141253" y="0"/>
                  </a:lnTo>
                  <a:lnTo>
                    <a:pt x="113002" y="0"/>
                  </a:lnTo>
                  <a:lnTo>
                    <a:pt x="84751" y="0"/>
                  </a:lnTo>
                  <a:lnTo>
                    <a:pt x="56501" y="0"/>
                  </a:lnTo>
                  <a:lnTo>
                    <a:pt x="2825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51565" y="4618722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  <a:lnTo>
                    <a:pt x="844693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 rot="2700000">
              <a:off x="4575041" y="5727858"/>
              <a:ext cx="406871" cy="1342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Etv5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551565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11199" y="612031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11199" y="5488434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1199" y="485360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11199" y="422025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11199" y="358689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516770" y="61641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770" y="55307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6770" y="48973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770" y="42640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6770" y="36306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1565" y="6379450"/>
              <a:ext cx="8446930" cy="0"/>
            </a:xfrm>
            <a:custGeom>
              <a:avLst/>
              <a:pathLst>
                <a:path w="8446930" h="0">
                  <a:moveTo>
                    <a:pt x="0" y="0"/>
                  </a:moveTo>
                  <a:lnTo>
                    <a:pt x="844693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798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99234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40487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81740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22993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64246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29539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22410000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70792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22420000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2045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22430000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53298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22440000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94551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22450000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35804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22460000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33693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2026-03-09T11:24:02Z</dcterms:modified>
  <cp:category/>
</cp:coreProperties>
</file>