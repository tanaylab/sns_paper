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269999" y="2023189"/>
              <a:ext cx="6603999" cy="1430742"/>
            </a:xfrm>
            <a:custGeom>
              <a:avLst/>
              <a:pathLst>
                <a:path w="6603999" h="1430742">
                  <a:moveTo>
                    <a:pt x="0" y="1291395"/>
                  </a:moveTo>
                  <a:lnTo>
                    <a:pt x="3303" y="1262187"/>
                  </a:lnTo>
                  <a:lnTo>
                    <a:pt x="6607" y="1262187"/>
                  </a:lnTo>
                  <a:lnTo>
                    <a:pt x="9910" y="1276385"/>
                  </a:lnTo>
                  <a:lnTo>
                    <a:pt x="13214" y="1307316"/>
                  </a:lnTo>
                  <a:lnTo>
                    <a:pt x="16518" y="1382863"/>
                  </a:lnTo>
                  <a:lnTo>
                    <a:pt x="19821" y="1430742"/>
                  </a:lnTo>
                  <a:lnTo>
                    <a:pt x="23125" y="1430742"/>
                  </a:lnTo>
                  <a:lnTo>
                    <a:pt x="26429" y="1430742"/>
                  </a:lnTo>
                  <a:lnTo>
                    <a:pt x="29732" y="1430742"/>
                  </a:lnTo>
                  <a:lnTo>
                    <a:pt x="33036" y="1430742"/>
                  </a:lnTo>
                  <a:lnTo>
                    <a:pt x="36340" y="1430742"/>
                  </a:lnTo>
                  <a:lnTo>
                    <a:pt x="39643" y="1430742"/>
                  </a:lnTo>
                  <a:lnTo>
                    <a:pt x="42947" y="1430742"/>
                  </a:lnTo>
                  <a:lnTo>
                    <a:pt x="46251" y="1430742"/>
                  </a:lnTo>
                  <a:lnTo>
                    <a:pt x="49554" y="1430742"/>
                  </a:lnTo>
                  <a:lnTo>
                    <a:pt x="52858" y="1430742"/>
                  </a:lnTo>
                  <a:lnTo>
                    <a:pt x="56162" y="1430742"/>
                  </a:lnTo>
                  <a:lnTo>
                    <a:pt x="59465" y="1430742"/>
                  </a:lnTo>
                  <a:lnTo>
                    <a:pt x="62769" y="1430742"/>
                  </a:lnTo>
                  <a:lnTo>
                    <a:pt x="66073" y="1430742"/>
                  </a:lnTo>
                  <a:lnTo>
                    <a:pt x="69376" y="1430742"/>
                  </a:lnTo>
                  <a:lnTo>
                    <a:pt x="72680" y="1430742"/>
                  </a:lnTo>
                  <a:lnTo>
                    <a:pt x="75983" y="1430742"/>
                  </a:lnTo>
                  <a:lnTo>
                    <a:pt x="79287" y="1430742"/>
                  </a:lnTo>
                  <a:lnTo>
                    <a:pt x="82591" y="1430742"/>
                  </a:lnTo>
                  <a:lnTo>
                    <a:pt x="85894" y="1430742"/>
                  </a:lnTo>
                  <a:lnTo>
                    <a:pt x="89198" y="1430742"/>
                  </a:lnTo>
                  <a:lnTo>
                    <a:pt x="92502" y="1430742"/>
                  </a:lnTo>
                  <a:lnTo>
                    <a:pt x="95805" y="1430742"/>
                  </a:lnTo>
                  <a:lnTo>
                    <a:pt x="99109" y="1430742"/>
                  </a:lnTo>
                  <a:lnTo>
                    <a:pt x="102413" y="1430742"/>
                  </a:lnTo>
                  <a:lnTo>
                    <a:pt x="105716" y="1430742"/>
                  </a:lnTo>
                  <a:lnTo>
                    <a:pt x="109020" y="1430742"/>
                  </a:lnTo>
                  <a:lnTo>
                    <a:pt x="112324" y="1430742"/>
                  </a:lnTo>
                  <a:lnTo>
                    <a:pt x="115627" y="1430742"/>
                  </a:lnTo>
                  <a:lnTo>
                    <a:pt x="118931" y="1430742"/>
                  </a:lnTo>
                  <a:lnTo>
                    <a:pt x="122235" y="1405713"/>
                  </a:lnTo>
                  <a:lnTo>
                    <a:pt x="125538" y="1361843"/>
                  </a:lnTo>
                  <a:lnTo>
                    <a:pt x="128842" y="1306497"/>
                  </a:lnTo>
                  <a:lnTo>
                    <a:pt x="132146" y="1261497"/>
                  </a:lnTo>
                  <a:lnTo>
                    <a:pt x="135449" y="1211444"/>
                  </a:lnTo>
                  <a:lnTo>
                    <a:pt x="138753" y="1186467"/>
                  </a:lnTo>
                  <a:lnTo>
                    <a:pt x="142057" y="1186467"/>
                  </a:lnTo>
                  <a:lnTo>
                    <a:pt x="145360" y="1197576"/>
                  </a:lnTo>
                  <a:lnTo>
                    <a:pt x="148664" y="1208611"/>
                  </a:lnTo>
                  <a:lnTo>
                    <a:pt x="151967" y="1244807"/>
                  </a:lnTo>
                  <a:lnTo>
                    <a:pt x="155271" y="1291395"/>
                  </a:lnTo>
                  <a:lnTo>
                    <a:pt x="158575" y="1324264"/>
                  </a:lnTo>
                  <a:lnTo>
                    <a:pt x="161878" y="1361843"/>
                  </a:lnTo>
                  <a:lnTo>
                    <a:pt x="165182" y="1405713"/>
                  </a:lnTo>
                  <a:lnTo>
                    <a:pt x="168486" y="1405713"/>
                  </a:lnTo>
                  <a:lnTo>
                    <a:pt x="171789" y="1361843"/>
                  </a:lnTo>
                  <a:lnTo>
                    <a:pt x="175093" y="1342382"/>
                  </a:lnTo>
                  <a:lnTo>
                    <a:pt x="178397" y="1324264"/>
                  </a:lnTo>
                  <a:lnTo>
                    <a:pt x="181700" y="1291395"/>
                  </a:lnTo>
                  <a:lnTo>
                    <a:pt x="185004" y="1277116"/>
                  </a:lnTo>
                  <a:lnTo>
                    <a:pt x="188308" y="1308138"/>
                  </a:lnTo>
                  <a:lnTo>
                    <a:pt x="191611" y="1325141"/>
                  </a:lnTo>
                  <a:lnTo>
                    <a:pt x="194915" y="1325141"/>
                  </a:lnTo>
                  <a:lnTo>
                    <a:pt x="198219" y="1343322"/>
                  </a:lnTo>
                  <a:lnTo>
                    <a:pt x="201522" y="1291395"/>
                  </a:lnTo>
                  <a:lnTo>
                    <a:pt x="204826" y="1179818"/>
                  </a:lnTo>
                  <a:lnTo>
                    <a:pt x="208130" y="1129426"/>
                  </a:lnTo>
                  <a:lnTo>
                    <a:pt x="211433" y="1121219"/>
                  </a:lnTo>
                  <a:lnTo>
                    <a:pt x="214737" y="1113261"/>
                  </a:lnTo>
                  <a:lnTo>
                    <a:pt x="218041" y="1137898"/>
                  </a:lnTo>
                  <a:lnTo>
                    <a:pt x="221344" y="1217786"/>
                  </a:lnTo>
                  <a:lnTo>
                    <a:pt x="224648" y="1291395"/>
                  </a:lnTo>
                  <a:lnTo>
                    <a:pt x="227951" y="1324264"/>
                  </a:lnTo>
                  <a:lnTo>
                    <a:pt x="231255" y="1328678"/>
                  </a:lnTo>
                  <a:lnTo>
                    <a:pt x="234559" y="1328678"/>
                  </a:lnTo>
                  <a:lnTo>
                    <a:pt x="237862" y="1291395"/>
                  </a:lnTo>
                  <a:lnTo>
                    <a:pt x="241166" y="1262187"/>
                  </a:lnTo>
                  <a:lnTo>
                    <a:pt x="244470" y="1262187"/>
                  </a:lnTo>
                  <a:lnTo>
                    <a:pt x="247773" y="1287562"/>
                  </a:lnTo>
                  <a:lnTo>
                    <a:pt x="251077" y="1303244"/>
                  </a:lnTo>
                  <a:lnTo>
                    <a:pt x="254381" y="1342382"/>
                  </a:lnTo>
                  <a:lnTo>
                    <a:pt x="257684" y="1342382"/>
                  </a:lnTo>
                  <a:lnTo>
                    <a:pt x="260988" y="1324264"/>
                  </a:lnTo>
                  <a:lnTo>
                    <a:pt x="264292" y="1291395"/>
                  </a:lnTo>
                  <a:lnTo>
                    <a:pt x="267595" y="1276385"/>
                  </a:lnTo>
                  <a:lnTo>
                    <a:pt x="270899" y="1276385"/>
                  </a:lnTo>
                  <a:lnTo>
                    <a:pt x="274203" y="1307316"/>
                  </a:lnTo>
                  <a:lnTo>
                    <a:pt x="277506" y="1324264"/>
                  </a:lnTo>
                  <a:lnTo>
                    <a:pt x="280810" y="1361843"/>
                  </a:lnTo>
                  <a:lnTo>
                    <a:pt x="284114" y="1405713"/>
                  </a:lnTo>
                  <a:lnTo>
                    <a:pt x="287417" y="1405713"/>
                  </a:lnTo>
                  <a:lnTo>
                    <a:pt x="290721" y="1361843"/>
                  </a:lnTo>
                  <a:lnTo>
                    <a:pt x="294025" y="1324264"/>
                  </a:lnTo>
                  <a:lnTo>
                    <a:pt x="297328" y="1307316"/>
                  </a:lnTo>
                  <a:lnTo>
                    <a:pt x="300632" y="1307316"/>
                  </a:lnTo>
                  <a:lnTo>
                    <a:pt x="303935" y="1324264"/>
                  </a:lnTo>
                  <a:lnTo>
                    <a:pt x="307239" y="1361843"/>
                  </a:lnTo>
                  <a:lnTo>
                    <a:pt x="310543" y="1405713"/>
                  </a:lnTo>
                  <a:lnTo>
                    <a:pt x="313846" y="1430742"/>
                  </a:lnTo>
                  <a:lnTo>
                    <a:pt x="317150" y="1430742"/>
                  </a:lnTo>
                  <a:lnTo>
                    <a:pt x="320454" y="1399812"/>
                  </a:lnTo>
                  <a:lnTo>
                    <a:pt x="323757" y="1319923"/>
                  </a:lnTo>
                  <a:lnTo>
                    <a:pt x="327061" y="1272763"/>
                  </a:lnTo>
                  <a:lnTo>
                    <a:pt x="330365" y="1272763"/>
                  </a:lnTo>
                  <a:lnTo>
                    <a:pt x="333668" y="1272763"/>
                  </a:lnTo>
                  <a:lnTo>
                    <a:pt x="336972" y="1291395"/>
                  </a:lnTo>
                  <a:lnTo>
                    <a:pt x="340276" y="1361843"/>
                  </a:lnTo>
                  <a:lnTo>
                    <a:pt x="343579" y="1430742"/>
                  </a:lnTo>
                  <a:lnTo>
                    <a:pt x="346883" y="1430742"/>
                  </a:lnTo>
                  <a:lnTo>
                    <a:pt x="350187" y="1430742"/>
                  </a:lnTo>
                  <a:lnTo>
                    <a:pt x="353490" y="1430742"/>
                  </a:lnTo>
                  <a:lnTo>
                    <a:pt x="356794" y="1430742"/>
                  </a:lnTo>
                  <a:lnTo>
                    <a:pt x="360098" y="1430742"/>
                  </a:lnTo>
                  <a:lnTo>
                    <a:pt x="363401" y="1430742"/>
                  </a:lnTo>
                  <a:lnTo>
                    <a:pt x="366705" y="1430742"/>
                  </a:lnTo>
                  <a:lnTo>
                    <a:pt x="370009" y="1405713"/>
                  </a:lnTo>
                  <a:lnTo>
                    <a:pt x="373312" y="1361843"/>
                  </a:lnTo>
                  <a:lnTo>
                    <a:pt x="376616" y="1324264"/>
                  </a:lnTo>
                  <a:lnTo>
                    <a:pt x="379919" y="1262187"/>
                  </a:lnTo>
                  <a:lnTo>
                    <a:pt x="383223" y="1223688"/>
                  </a:lnTo>
                  <a:lnTo>
                    <a:pt x="386527" y="1200838"/>
                  </a:lnTo>
                  <a:lnTo>
                    <a:pt x="389830" y="1200838"/>
                  </a:lnTo>
                  <a:lnTo>
                    <a:pt x="393134" y="1212014"/>
                  </a:lnTo>
                  <a:lnTo>
                    <a:pt x="396438" y="1248717"/>
                  </a:lnTo>
                  <a:lnTo>
                    <a:pt x="399741" y="1291395"/>
                  </a:lnTo>
                  <a:lnTo>
                    <a:pt x="403045" y="1307316"/>
                  </a:lnTo>
                  <a:lnTo>
                    <a:pt x="406349" y="1294503"/>
                  </a:lnTo>
                  <a:lnTo>
                    <a:pt x="409652" y="1264966"/>
                  </a:lnTo>
                  <a:lnTo>
                    <a:pt x="412956" y="1251356"/>
                  </a:lnTo>
                  <a:lnTo>
                    <a:pt x="416260" y="1238417"/>
                  </a:lnTo>
                  <a:lnTo>
                    <a:pt x="419563" y="1264966"/>
                  </a:lnTo>
                  <a:lnTo>
                    <a:pt x="422867" y="1295286"/>
                  </a:lnTo>
                  <a:lnTo>
                    <a:pt x="426171" y="1323390"/>
                  </a:lnTo>
                  <a:lnTo>
                    <a:pt x="429474" y="1323390"/>
                  </a:lnTo>
                  <a:lnTo>
                    <a:pt x="432778" y="1323390"/>
                  </a:lnTo>
                  <a:lnTo>
                    <a:pt x="436082" y="1323390"/>
                  </a:lnTo>
                  <a:lnTo>
                    <a:pt x="439385" y="1336814"/>
                  </a:lnTo>
                  <a:lnTo>
                    <a:pt x="442689" y="1361843"/>
                  </a:lnTo>
                  <a:lnTo>
                    <a:pt x="445992" y="1405713"/>
                  </a:lnTo>
                  <a:lnTo>
                    <a:pt x="449296" y="1430742"/>
                  </a:lnTo>
                  <a:lnTo>
                    <a:pt x="452600" y="1405713"/>
                  </a:lnTo>
                  <a:lnTo>
                    <a:pt x="455903" y="1361843"/>
                  </a:lnTo>
                  <a:lnTo>
                    <a:pt x="459207" y="1307316"/>
                  </a:lnTo>
                  <a:lnTo>
                    <a:pt x="462511" y="1174816"/>
                  </a:lnTo>
                  <a:lnTo>
                    <a:pt x="465814" y="1038695"/>
                  </a:lnTo>
                  <a:lnTo>
                    <a:pt x="469118" y="914164"/>
                  </a:lnTo>
                  <a:lnTo>
                    <a:pt x="472422" y="820095"/>
                  </a:lnTo>
                  <a:lnTo>
                    <a:pt x="475725" y="735187"/>
                  </a:lnTo>
                  <a:lnTo>
                    <a:pt x="479029" y="682202"/>
                  </a:lnTo>
                  <a:lnTo>
                    <a:pt x="482333" y="664728"/>
                  </a:lnTo>
                  <a:lnTo>
                    <a:pt x="485636" y="666081"/>
                  </a:lnTo>
                  <a:lnTo>
                    <a:pt x="488940" y="677090"/>
                  </a:lnTo>
                  <a:lnTo>
                    <a:pt x="492244" y="720817"/>
                  </a:lnTo>
                  <a:lnTo>
                    <a:pt x="495547" y="791083"/>
                  </a:lnTo>
                  <a:lnTo>
                    <a:pt x="498851" y="864000"/>
                  </a:lnTo>
                  <a:lnTo>
                    <a:pt x="502155" y="955442"/>
                  </a:lnTo>
                  <a:lnTo>
                    <a:pt x="505458" y="1055132"/>
                  </a:lnTo>
                  <a:lnTo>
                    <a:pt x="508762" y="1110919"/>
                  </a:lnTo>
                  <a:lnTo>
                    <a:pt x="512066" y="1089661"/>
                  </a:lnTo>
                  <a:lnTo>
                    <a:pt x="515369" y="1055447"/>
                  </a:lnTo>
                  <a:lnTo>
                    <a:pt x="518673" y="1032570"/>
                  </a:lnTo>
                  <a:lnTo>
                    <a:pt x="521976" y="1032282"/>
                  </a:lnTo>
                  <a:lnTo>
                    <a:pt x="525280" y="1038695"/>
                  </a:lnTo>
                  <a:lnTo>
                    <a:pt x="528584" y="1069331"/>
                  </a:lnTo>
                  <a:lnTo>
                    <a:pt x="531887" y="1082243"/>
                  </a:lnTo>
                  <a:lnTo>
                    <a:pt x="535191" y="1075707"/>
                  </a:lnTo>
                  <a:lnTo>
                    <a:pt x="538495" y="1056076"/>
                  </a:lnTo>
                  <a:lnTo>
                    <a:pt x="541798" y="1037811"/>
                  </a:lnTo>
                  <a:lnTo>
                    <a:pt x="545102" y="1027715"/>
                  </a:lnTo>
                  <a:lnTo>
                    <a:pt x="548406" y="1023226"/>
                  </a:lnTo>
                  <a:lnTo>
                    <a:pt x="551709" y="1025181"/>
                  </a:lnTo>
                  <a:lnTo>
                    <a:pt x="555013" y="1054192"/>
                  </a:lnTo>
                  <a:lnTo>
                    <a:pt x="558317" y="1108984"/>
                  </a:lnTo>
                  <a:lnTo>
                    <a:pt x="561620" y="1167005"/>
                  </a:lnTo>
                  <a:lnTo>
                    <a:pt x="564924" y="1234657"/>
                  </a:lnTo>
                  <a:lnTo>
                    <a:pt x="568228" y="1322519"/>
                  </a:lnTo>
                  <a:lnTo>
                    <a:pt x="571531" y="1405713"/>
                  </a:lnTo>
                  <a:lnTo>
                    <a:pt x="574835" y="1430742"/>
                  </a:lnTo>
                  <a:lnTo>
                    <a:pt x="578139" y="1430742"/>
                  </a:lnTo>
                  <a:lnTo>
                    <a:pt x="581442" y="1405713"/>
                  </a:lnTo>
                  <a:lnTo>
                    <a:pt x="584746" y="1361843"/>
                  </a:lnTo>
                  <a:lnTo>
                    <a:pt x="588050" y="1342382"/>
                  </a:lnTo>
                  <a:lnTo>
                    <a:pt x="591353" y="1342382"/>
                  </a:lnTo>
                  <a:lnTo>
                    <a:pt x="594657" y="1324264"/>
                  </a:lnTo>
                  <a:lnTo>
                    <a:pt x="597960" y="1307316"/>
                  </a:lnTo>
                  <a:lnTo>
                    <a:pt x="601264" y="1291395"/>
                  </a:lnTo>
                  <a:lnTo>
                    <a:pt x="604568" y="1249374"/>
                  </a:lnTo>
                  <a:lnTo>
                    <a:pt x="607871" y="1201386"/>
                  </a:lnTo>
                  <a:lnTo>
                    <a:pt x="611175" y="1201386"/>
                  </a:lnTo>
                  <a:lnTo>
                    <a:pt x="614479" y="1212586"/>
                  </a:lnTo>
                  <a:lnTo>
                    <a:pt x="617782" y="1224285"/>
                  </a:lnTo>
                  <a:lnTo>
                    <a:pt x="621086" y="1262187"/>
                  </a:lnTo>
                  <a:lnTo>
                    <a:pt x="624390" y="1324264"/>
                  </a:lnTo>
                  <a:lnTo>
                    <a:pt x="627693" y="1342382"/>
                  </a:lnTo>
                  <a:lnTo>
                    <a:pt x="630997" y="1342382"/>
                  </a:lnTo>
                  <a:lnTo>
                    <a:pt x="634301" y="1361843"/>
                  </a:lnTo>
                  <a:lnTo>
                    <a:pt x="637604" y="1342382"/>
                  </a:lnTo>
                  <a:lnTo>
                    <a:pt x="640908" y="1307316"/>
                  </a:lnTo>
                  <a:lnTo>
                    <a:pt x="644212" y="1262187"/>
                  </a:lnTo>
                  <a:lnTo>
                    <a:pt x="647515" y="1235904"/>
                  </a:lnTo>
                  <a:lnTo>
                    <a:pt x="650819" y="1232796"/>
                  </a:lnTo>
                  <a:lnTo>
                    <a:pt x="654123" y="1245455"/>
                  </a:lnTo>
                  <a:lnTo>
                    <a:pt x="657426" y="1245455"/>
                  </a:lnTo>
                  <a:lnTo>
                    <a:pt x="660730" y="1272763"/>
                  </a:lnTo>
                  <a:lnTo>
                    <a:pt x="664034" y="1319923"/>
                  </a:lnTo>
                  <a:lnTo>
                    <a:pt x="667337" y="1317353"/>
                  </a:lnTo>
                  <a:lnTo>
                    <a:pt x="670641" y="1288324"/>
                  </a:lnTo>
                  <a:lnTo>
                    <a:pt x="673944" y="1273483"/>
                  </a:lnTo>
                  <a:lnTo>
                    <a:pt x="677248" y="1259437"/>
                  </a:lnTo>
                  <a:lnTo>
                    <a:pt x="680552" y="1233415"/>
                  </a:lnTo>
                  <a:lnTo>
                    <a:pt x="683855" y="1214308"/>
                  </a:lnTo>
                  <a:lnTo>
                    <a:pt x="687159" y="1235904"/>
                  </a:lnTo>
                  <a:lnTo>
                    <a:pt x="690463" y="1262187"/>
                  </a:lnTo>
                  <a:lnTo>
                    <a:pt x="693766" y="1262187"/>
                  </a:lnTo>
                  <a:lnTo>
                    <a:pt x="697070" y="1276385"/>
                  </a:lnTo>
                  <a:lnTo>
                    <a:pt x="700374" y="1324264"/>
                  </a:lnTo>
                  <a:lnTo>
                    <a:pt x="703677" y="1342382"/>
                  </a:lnTo>
                  <a:lnTo>
                    <a:pt x="706981" y="1361843"/>
                  </a:lnTo>
                  <a:lnTo>
                    <a:pt x="710285" y="1405713"/>
                  </a:lnTo>
                  <a:lnTo>
                    <a:pt x="713588" y="1430742"/>
                  </a:lnTo>
                  <a:lnTo>
                    <a:pt x="716892" y="1430742"/>
                  </a:lnTo>
                  <a:lnTo>
                    <a:pt x="720196" y="1430742"/>
                  </a:lnTo>
                  <a:lnTo>
                    <a:pt x="723499" y="1430742"/>
                  </a:lnTo>
                  <a:lnTo>
                    <a:pt x="726803" y="1430742"/>
                  </a:lnTo>
                  <a:lnTo>
                    <a:pt x="730107" y="1405713"/>
                  </a:lnTo>
                  <a:lnTo>
                    <a:pt x="733410" y="1361843"/>
                  </a:lnTo>
                  <a:lnTo>
                    <a:pt x="736714" y="1324264"/>
                  </a:lnTo>
                  <a:lnTo>
                    <a:pt x="740018" y="1323390"/>
                  </a:lnTo>
                  <a:lnTo>
                    <a:pt x="743321" y="1323390"/>
                  </a:lnTo>
                  <a:lnTo>
                    <a:pt x="746625" y="1341446"/>
                  </a:lnTo>
                  <a:lnTo>
                    <a:pt x="749928" y="1381771"/>
                  </a:lnTo>
                  <a:lnTo>
                    <a:pt x="753232" y="1429432"/>
                  </a:lnTo>
                  <a:lnTo>
                    <a:pt x="756536" y="1430742"/>
                  </a:lnTo>
                  <a:lnTo>
                    <a:pt x="759839" y="1430742"/>
                  </a:lnTo>
                  <a:lnTo>
                    <a:pt x="763143" y="1430742"/>
                  </a:lnTo>
                  <a:lnTo>
                    <a:pt x="766447" y="1430742"/>
                  </a:lnTo>
                  <a:lnTo>
                    <a:pt x="769750" y="1430742"/>
                  </a:lnTo>
                  <a:lnTo>
                    <a:pt x="773054" y="1430742"/>
                  </a:lnTo>
                  <a:lnTo>
                    <a:pt x="776358" y="1430742"/>
                  </a:lnTo>
                  <a:lnTo>
                    <a:pt x="779661" y="1430742"/>
                  </a:lnTo>
                  <a:lnTo>
                    <a:pt x="782965" y="1430742"/>
                  </a:lnTo>
                  <a:lnTo>
                    <a:pt x="786269" y="1430742"/>
                  </a:lnTo>
                  <a:lnTo>
                    <a:pt x="789572" y="1430742"/>
                  </a:lnTo>
                  <a:lnTo>
                    <a:pt x="792876" y="1430742"/>
                  </a:lnTo>
                  <a:lnTo>
                    <a:pt x="796180" y="1405713"/>
                  </a:lnTo>
                  <a:lnTo>
                    <a:pt x="799483" y="1382863"/>
                  </a:lnTo>
                  <a:lnTo>
                    <a:pt x="802787" y="1342382"/>
                  </a:lnTo>
                  <a:lnTo>
                    <a:pt x="806091" y="1291395"/>
                  </a:lnTo>
                  <a:lnTo>
                    <a:pt x="809394" y="1276385"/>
                  </a:lnTo>
                  <a:lnTo>
                    <a:pt x="812698" y="1256716"/>
                  </a:lnTo>
                  <a:lnTo>
                    <a:pt x="816002" y="1218956"/>
                  </a:lnTo>
                  <a:lnTo>
                    <a:pt x="819305" y="1196497"/>
                  </a:lnTo>
                  <a:lnTo>
                    <a:pt x="822609" y="1202484"/>
                  </a:lnTo>
                  <a:lnTo>
                    <a:pt x="825912" y="1210875"/>
                  </a:lnTo>
                  <a:lnTo>
                    <a:pt x="829216" y="1239683"/>
                  </a:lnTo>
                  <a:lnTo>
                    <a:pt x="832520" y="1296071"/>
                  </a:lnTo>
                  <a:lnTo>
                    <a:pt x="835823" y="1367975"/>
                  </a:lnTo>
                  <a:lnTo>
                    <a:pt x="839127" y="1424258"/>
                  </a:lnTo>
                  <a:lnTo>
                    <a:pt x="842431" y="1430742"/>
                  </a:lnTo>
                  <a:lnTo>
                    <a:pt x="845734" y="1430742"/>
                  </a:lnTo>
                  <a:lnTo>
                    <a:pt x="849038" y="1430742"/>
                  </a:lnTo>
                  <a:lnTo>
                    <a:pt x="852342" y="1405713"/>
                  </a:lnTo>
                  <a:lnTo>
                    <a:pt x="855645" y="1382863"/>
                  </a:lnTo>
                  <a:lnTo>
                    <a:pt x="858949" y="1342382"/>
                  </a:lnTo>
                  <a:lnTo>
                    <a:pt x="862253" y="1307316"/>
                  </a:lnTo>
                  <a:lnTo>
                    <a:pt x="865556" y="1262187"/>
                  </a:lnTo>
                  <a:lnTo>
                    <a:pt x="868860" y="1262187"/>
                  </a:lnTo>
                  <a:lnTo>
                    <a:pt x="872164" y="1262187"/>
                  </a:lnTo>
                  <a:lnTo>
                    <a:pt x="875467" y="1291395"/>
                  </a:lnTo>
                  <a:lnTo>
                    <a:pt x="878771" y="1324264"/>
                  </a:lnTo>
                  <a:lnTo>
                    <a:pt x="882075" y="1342382"/>
                  </a:lnTo>
                  <a:lnTo>
                    <a:pt x="885378" y="1324264"/>
                  </a:lnTo>
                  <a:lnTo>
                    <a:pt x="888682" y="1251356"/>
                  </a:lnTo>
                  <a:lnTo>
                    <a:pt x="891985" y="1192227"/>
                  </a:lnTo>
                  <a:lnTo>
                    <a:pt x="895289" y="1162239"/>
                  </a:lnTo>
                  <a:lnTo>
                    <a:pt x="898593" y="1181846"/>
                  </a:lnTo>
                  <a:lnTo>
                    <a:pt x="901896" y="1181846"/>
                  </a:lnTo>
                  <a:lnTo>
                    <a:pt x="905200" y="1179818"/>
                  </a:lnTo>
                  <a:lnTo>
                    <a:pt x="908504" y="1147098"/>
                  </a:lnTo>
                  <a:lnTo>
                    <a:pt x="911807" y="1099889"/>
                  </a:lnTo>
                  <a:lnTo>
                    <a:pt x="915111" y="1012061"/>
                  </a:lnTo>
                  <a:lnTo>
                    <a:pt x="918415" y="955442"/>
                  </a:lnTo>
                  <a:lnTo>
                    <a:pt x="921718" y="933005"/>
                  </a:lnTo>
                  <a:lnTo>
                    <a:pt x="925022" y="915638"/>
                  </a:lnTo>
                  <a:lnTo>
                    <a:pt x="928326" y="926573"/>
                  </a:lnTo>
                  <a:lnTo>
                    <a:pt x="931629" y="978097"/>
                  </a:lnTo>
                  <a:lnTo>
                    <a:pt x="934933" y="1046481"/>
                  </a:lnTo>
                  <a:lnTo>
                    <a:pt x="938237" y="1127350"/>
                  </a:lnTo>
                  <a:lnTo>
                    <a:pt x="941540" y="1245455"/>
                  </a:lnTo>
                  <a:lnTo>
                    <a:pt x="944844" y="1286044"/>
                  </a:lnTo>
                  <a:lnTo>
                    <a:pt x="948148" y="1269190"/>
                  </a:lnTo>
                  <a:lnTo>
                    <a:pt x="951451" y="1229725"/>
                  </a:lnTo>
                  <a:lnTo>
                    <a:pt x="954755" y="1206367"/>
                  </a:lnTo>
                  <a:lnTo>
                    <a:pt x="958059" y="1190118"/>
                  </a:lnTo>
                  <a:lnTo>
                    <a:pt x="961362" y="1208048"/>
                  </a:lnTo>
                  <a:lnTo>
                    <a:pt x="964666" y="1219543"/>
                  </a:lnTo>
                  <a:lnTo>
                    <a:pt x="967969" y="1231563"/>
                  </a:lnTo>
                  <a:lnTo>
                    <a:pt x="971273" y="1231563"/>
                  </a:lnTo>
                  <a:lnTo>
                    <a:pt x="974577" y="1244161"/>
                  </a:lnTo>
                  <a:lnTo>
                    <a:pt x="977880" y="1248717"/>
                  </a:lnTo>
                  <a:lnTo>
                    <a:pt x="981184" y="1276385"/>
                  </a:lnTo>
                  <a:lnTo>
                    <a:pt x="984488" y="1307316"/>
                  </a:lnTo>
                  <a:lnTo>
                    <a:pt x="987791" y="1324264"/>
                  </a:lnTo>
                  <a:lnTo>
                    <a:pt x="991095" y="1324264"/>
                  </a:lnTo>
                  <a:lnTo>
                    <a:pt x="994399" y="1307316"/>
                  </a:lnTo>
                  <a:lnTo>
                    <a:pt x="997702" y="1264966"/>
                  </a:lnTo>
                  <a:lnTo>
                    <a:pt x="1001006" y="1238417"/>
                  </a:lnTo>
                  <a:lnTo>
                    <a:pt x="1004310" y="1220720"/>
                  </a:lnTo>
                  <a:lnTo>
                    <a:pt x="1007613" y="1209175"/>
                  </a:lnTo>
                  <a:lnTo>
                    <a:pt x="1010917" y="1198116"/>
                  </a:lnTo>
                  <a:lnTo>
                    <a:pt x="1014221" y="1180830"/>
                  </a:lnTo>
                  <a:lnTo>
                    <a:pt x="1017524" y="1143116"/>
                  </a:lnTo>
                  <a:lnTo>
                    <a:pt x="1020828" y="1120412"/>
                  </a:lnTo>
                  <a:lnTo>
                    <a:pt x="1024132" y="1112478"/>
                  </a:lnTo>
                  <a:lnTo>
                    <a:pt x="1027435" y="1120412"/>
                  </a:lnTo>
                  <a:lnTo>
                    <a:pt x="1030739" y="1148439"/>
                  </a:lnTo>
                  <a:lnTo>
                    <a:pt x="1034043" y="1197576"/>
                  </a:lnTo>
                  <a:lnTo>
                    <a:pt x="1037346" y="1221903"/>
                  </a:lnTo>
                  <a:lnTo>
                    <a:pt x="1040650" y="1258073"/>
                  </a:lnTo>
                  <a:lnTo>
                    <a:pt x="1043953" y="1286802"/>
                  </a:lnTo>
                  <a:lnTo>
                    <a:pt x="1047257" y="1304865"/>
                  </a:lnTo>
                  <a:lnTo>
                    <a:pt x="1050561" y="1304865"/>
                  </a:lnTo>
                  <a:lnTo>
                    <a:pt x="1053864" y="1274206"/>
                  </a:lnTo>
                  <a:lnTo>
                    <a:pt x="1057168" y="1200838"/>
                  </a:lnTo>
                  <a:lnTo>
                    <a:pt x="1060472" y="1133628"/>
                  </a:lnTo>
                  <a:lnTo>
                    <a:pt x="1063775" y="1092905"/>
                  </a:lnTo>
                  <a:lnTo>
                    <a:pt x="1067079" y="1060207"/>
                  </a:lnTo>
                  <a:lnTo>
                    <a:pt x="1070383" y="1073340"/>
                  </a:lnTo>
                  <a:lnTo>
                    <a:pt x="1073686" y="1110919"/>
                  </a:lnTo>
                  <a:lnTo>
                    <a:pt x="1076990" y="1143995"/>
                  </a:lnTo>
                  <a:lnTo>
                    <a:pt x="1080294" y="1164135"/>
                  </a:lnTo>
                  <a:lnTo>
                    <a:pt x="1083597" y="1173334"/>
                  </a:lnTo>
                  <a:lnTo>
                    <a:pt x="1086901" y="1145320"/>
                  </a:lnTo>
                  <a:lnTo>
                    <a:pt x="1090205" y="1128179"/>
                  </a:lnTo>
                  <a:lnTo>
                    <a:pt x="1093508" y="1136610"/>
                  </a:lnTo>
                  <a:lnTo>
                    <a:pt x="1096812" y="1145320"/>
                  </a:lnTo>
                  <a:lnTo>
                    <a:pt x="1100116" y="1203035"/>
                  </a:lnTo>
                  <a:lnTo>
                    <a:pt x="1103419" y="1279319"/>
                  </a:lnTo>
                  <a:lnTo>
                    <a:pt x="1106723" y="1342382"/>
                  </a:lnTo>
                  <a:lnTo>
                    <a:pt x="1110027" y="1382863"/>
                  </a:lnTo>
                  <a:lnTo>
                    <a:pt x="1113330" y="1430742"/>
                  </a:lnTo>
                  <a:lnTo>
                    <a:pt x="1116634" y="1430742"/>
                  </a:lnTo>
                  <a:lnTo>
                    <a:pt x="1119937" y="1430742"/>
                  </a:lnTo>
                  <a:lnTo>
                    <a:pt x="1123241" y="1430742"/>
                  </a:lnTo>
                  <a:lnTo>
                    <a:pt x="1126545" y="1430742"/>
                  </a:lnTo>
                  <a:lnTo>
                    <a:pt x="1129848" y="1430742"/>
                  </a:lnTo>
                  <a:lnTo>
                    <a:pt x="1133152" y="1417930"/>
                  </a:lnTo>
                  <a:lnTo>
                    <a:pt x="1136456" y="1333167"/>
                  </a:lnTo>
                  <a:lnTo>
                    <a:pt x="1139759" y="1224884"/>
                  </a:lnTo>
                  <a:lnTo>
                    <a:pt x="1143063" y="1152049"/>
                  </a:lnTo>
                  <a:lnTo>
                    <a:pt x="1146367" y="1092542"/>
                  </a:lnTo>
                  <a:lnTo>
                    <a:pt x="1149670" y="1069995"/>
                  </a:lnTo>
                  <a:lnTo>
                    <a:pt x="1152974" y="1090738"/>
                  </a:lnTo>
                  <a:lnTo>
                    <a:pt x="1156278" y="1150238"/>
                  </a:lnTo>
                  <a:lnTo>
                    <a:pt x="1159581" y="1222497"/>
                  </a:lnTo>
                  <a:lnTo>
                    <a:pt x="1162885" y="1280058"/>
                  </a:lnTo>
                  <a:lnTo>
                    <a:pt x="1166189" y="1223688"/>
                  </a:lnTo>
                  <a:lnTo>
                    <a:pt x="1169492" y="1158022"/>
                  </a:lnTo>
                  <a:lnTo>
                    <a:pt x="1172796" y="1115228"/>
                  </a:lnTo>
                  <a:lnTo>
                    <a:pt x="1176100" y="1085044"/>
                  </a:lnTo>
                  <a:lnTo>
                    <a:pt x="1179403" y="1045874"/>
                  </a:lnTo>
                  <a:lnTo>
                    <a:pt x="1182707" y="1030274"/>
                  </a:lnTo>
                  <a:lnTo>
                    <a:pt x="1186011" y="1026023"/>
                  </a:lnTo>
                  <a:lnTo>
                    <a:pt x="1189314" y="1031707"/>
                  </a:lnTo>
                  <a:lnTo>
                    <a:pt x="1192618" y="1043759"/>
                  </a:lnTo>
                  <a:lnTo>
                    <a:pt x="1195921" y="1096925"/>
                  </a:lnTo>
                  <a:lnTo>
                    <a:pt x="1199225" y="1190118"/>
                  </a:lnTo>
                  <a:lnTo>
                    <a:pt x="1202529" y="1291395"/>
                  </a:lnTo>
                  <a:lnTo>
                    <a:pt x="1205832" y="1342382"/>
                  </a:lnTo>
                  <a:lnTo>
                    <a:pt x="1209136" y="1361843"/>
                  </a:lnTo>
                  <a:lnTo>
                    <a:pt x="1212440" y="1313965"/>
                  </a:lnTo>
                  <a:lnTo>
                    <a:pt x="1215743" y="1267774"/>
                  </a:lnTo>
                  <a:lnTo>
                    <a:pt x="1219047" y="1254022"/>
                  </a:lnTo>
                  <a:lnTo>
                    <a:pt x="1222351" y="1267774"/>
                  </a:lnTo>
                  <a:lnTo>
                    <a:pt x="1225654" y="1267774"/>
                  </a:lnTo>
                  <a:lnTo>
                    <a:pt x="1228958" y="1307316"/>
                  </a:lnTo>
                  <a:lnTo>
                    <a:pt x="1232262" y="1324264"/>
                  </a:lnTo>
                  <a:lnTo>
                    <a:pt x="1235565" y="1324264"/>
                  </a:lnTo>
                  <a:lnTo>
                    <a:pt x="1238869" y="1292169"/>
                  </a:lnTo>
                  <a:lnTo>
                    <a:pt x="1242173" y="1292169"/>
                  </a:lnTo>
                  <a:lnTo>
                    <a:pt x="1245476" y="1277116"/>
                  </a:lnTo>
                  <a:lnTo>
                    <a:pt x="1248780" y="1277116"/>
                  </a:lnTo>
                  <a:lnTo>
                    <a:pt x="1252084" y="1249374"/>
                  </a:lnTo>
                  <a:lnTo>
                    <a:pt x="1255387" y="1235904"/>
                  </a:lnTo>
                  <a:lnTo>
                    <a:pt x="1258691" y="1204141"/>
                  </a:lnTo>
                  <a:lnTo>
                    <a:pt x="1261994" y="1204141"/>
                  </a:lnTo>
                  <a:lnTo>
                    <a:pt x="1265298" y="1227293"/>
                  </a:lnTo>
                  <a:lnTo>
                    <a:pt x="1268602" y="1252686"/>
                  </a:lnTo>
                  <a:lnTo>
                    <a:pt x="1271905" y="1266366"/>
                  </a:lnTo>
                  <a:lnTo>
                    <a:pt x="1275209" y="1291395"/>
                  </a:lnTo>
                  <a:lnTo>
                    <a:pt x="1278513" y="1291395"/>
                  </a:lnTo>
                  <a:lnTo>
                    <a:pt x="1281816" y="1266366"/>
                  </a:lnTo>
                  <a:lnTo>
                    <a:pt x="1285120" y="1239683"/>
                  </a:lnTo>
                  <a:lnTo>
                    <a:pt x="1288424" y="1227293"/>
                  </a:lnTo>
                  <a:lnTo>
                    <a:pt x="1291727" y="1252686"/>
                  </a:lnTo>
                  <a:lnTo>
                    <a:pt x="1295031" y="1280799"/>
                  </a:lnTo>
                  <a:lnTo>
                    <a:pt x="1298335" y="1307316"/>
                  </a:lnTo>
                  <a:lnTo>
                    <a:pt x="1301638" y="1342382"/>
                  </a:lnTo>
                  <a:lnTo>
                    <a:pt x="1304942" y="1361843"/>
                  </a:lnTo>
                  <a:lnTo>
                    <a:pt x="1308246" y="1307316"/>
                  </a:lnTo>
                  <a:lnTo>
                    <a:pt x="1311549" y="1276385"/>
                  </a:lnTo>
                  <a:lnTo>
                    <a:pt x="1314853" y="1262187"/>
                  </a:lnTo>
                  <a:lnTo>
                    <a:pt x="1318157" y="1262187"/>
                  </a:lnTo>
                  <a:lnTo>
                    <a:pt x="1321460" y="1291395"/>
                  </a:lnTo>
                  <a:lnTo>
                    <a:pt x="1324764" y="1313124"/>
                  </a:lnTo>
                  <a:lnTo>
                    <a:pt x="1328068" y="1296858"/>
                  </a:lnTo>
                  <a:lnTo>
                    <a:pt x="1331371" y="1267069"/>
                  </a:lnTo>
                  <a:lnTo>
                    <a:pt x="1334675" y="1253353"/>
                  </a:lnTo>
                  <a:lnTo>
                    <a:pt x="1337978" y="1204696"/>
                  </a:lnTo>
                  <a:lnTo>
                    <a:pt x="1341282" y="1169907"/>
                  </a:lnTo>
                  <a:lnTo>
                    <a:pt x="1344586" y="1160357"/>
                  </a:lnTo>
                  <a:lnTo>
                    <a:pt x="1347889" y="1151142"/>
                  </a:lnTo>
                  <a:lnTo>
                    <a:pt x="1351193" y="1117210"/>
                  </a:lnTo>
                  <a:lnTo>
                    <a:pt x="1354497" y="1117210"/>
                  </a:lnTo>
                  <a:lnTo>
                    <a:pt x="1357800" y="1142239"/>
                  </a:lnTo>
                  <a:lnTo>
                    <a:pt x="1361104" y="1141801"/>
                  </a:lnTo>
                  <a:lnTo>
                    <a:pt x="1364408" y="1124880"/>
                  </a:lnTo>
                  <a:lnTo>
                    <a:pt x="1367711" y="1150689"/>
                  </a:lnTo>
                  <a:lnTo>
                    <a:pt x="1371015" y="1179314"/>
                  </a:lnTo>
                  <a:lnTo>
                    <a:pt x="1374319" y="1189593"/>
                  </a:lnTo>
                  <a:lnTo>
                    <a:pt x="1377622" y="1212014"/>
                  </a:lnTo>
                  <a:lnTo>
                    <a:pt x="1380926" y="1276385"/>
                  </a:lnTo>
                  <a:lnTo>
                    <a:pt x="1384230" y="1324264"/>
                  </a:lnTo>
                  <a:lnTo>
                    <a:pt x="1387533" y="1342382"/>
                  </a:lnTo>
                  <a:lnTo>
                    <a:pt x="1390837" y="1361843"/>
                  </a:lnTo>
                  <a:lnTo>
                    <a:pt x="1394141" y="1405713"/>
                  </a:lnTo>
                  <a:lnTo>
                    <a:pt x="1397444" y="1405713"/>
                  </a:lnTo>
                  <a:lnTo>
                    <a:pt x="1400748" y="1361843"/>
                  </a:lnTo>
                  <a:lnTo>
                    <a:pt x="1404052" y="1342382"/>
                  </a:lnTo>
                  <a:lnTo>
                    <a:pt x="1407355" y="1248717"/>
                  </a:lnTo>
                  <a:lnTo>
                    <a:pt x="1410659" y="1151142"/>
                  </a:lnTo>
                  <a:lnTo>
                    <a:pt x="1413962" y="1101758"/>
                  </a:lnTo>
                  <a:lnTo>
                    <a:pt x="1417266" y="1070327"/>
                  </a:lnTo>
                  <a:lnTo>
                    <a:pt x="1420570" y="1033148"/>
                  </a:lnTo>
                  <a:lnTo>
                    <a:pt x="1423873" y="1027432"/>
                  </a:lnTo>
                  <a:lnTo>
                    <a:pt x="1427177" y="1051080"/>
                  </a:lnTo>
                  <a:lnTo>
                    <a:pt x="1430481" y="1070994"/>
                  </a:lnTo>
                  <a:lnTo>
                    <a:pt x="1433784" y="1095090"/>
                  </a:lnTo>
                  <a:lnTo>
                    <a:pt x="1437088" y="1134476"/>
                  </a:lnTo>
                  <a:lnTo>
                    <a:pt x="1440392" y="1143116"/>
                  </a:lnTo>
                  <a:lnTo>
                    <a:pt x="1443695" y="1110143"/>
                  </a:lnTo>
                  <a:lnTo>
                    <a:pt x="1446999" y="1087165"/>
                  </a:lnTo>
                  <a:lnTo>
                    <a:pt x="1450303" y="1038400"/>
                  </a:lnTo>
                  <a:lnTo>
                    <a:pt x="1453606" y="975765"/>
                  </a:lnTo>
                  <a:lnTo>
                    <a:pt x="1456910" y="933400"/>
                  </a:lnTo>
                  <a:lnTo>
                    <a:pt x="1460214" y="907098"/>
                  </a:lnTo>
                  <a:lnTo>
                    <a:pt x="1463517" y="882053"/>
                  </a:lnTo>
                  <a:lnTo>
                    <a:pt x="1466821" y="874524"/>
                  </a:lnTo>
                  <a:lnTo>
                    <a:pt x="1470125" y="884174"/>
                  </a:lnTo>
                  <a:lnTo>
                    <a:pt x="1473428" y="896586"/>
                  </a:lnTo>
                  <a:lnTo>
                    <a:pt x="1476732" y="900217"/>
                  </a:lnTo>
                  <a:lnTo>
                    <a:pt x="1480036" y="884830"/>
                  </a:lnTo>
                  <a:lnTo>
                    <a:pt x="1483339" y="871385"/>
                  </a:lnTo>
                  <a:lnTo>
                    <a:pt x="1486643" y="860833"/>
                  </a:lnTo>
                  <a:lnTo>
                    <a:pt x="1489946" y="867513"/>
                  </a:lnTo>
                  <a:lnTo>
                    <a:pt x="1493250" y="886478"/>
                  </a:lnTo>
                  <a:lnTo>
                    <a:pt x="1496554" y="910336"/>
                  </a:lnTo>
                  <a:lnTo>
                    <a:pt x="1499857" y="901264"/>
                  </a:lnTo>
                  <a:lnTo>
                    <a:pt x="1503161" y="779614"/>
                  </a:lnTo>
                  <a:lnTo>
                    <a:pt x="1506465" y="607796"/>
                  </a:lnTo>
                  <a:lnTo>
                    <a:pt x="1509768" y="507646"/>
                  </a:lnTo>
                  <a:lnTo>
                    <a:pt x="1513072" y="429601"/>
                  </a:lnTo>
                  <a:lnTo>
                    <a:pt x="1516376" y="363131"/>
                  </a:lnTo>
                  <a:lnTo>
                    <a:pt x="1519679" y="331286"/>
                  </a:lnTo>
                  <a:lnTo>
                    <a:pt x="1522983" y="340092"/>
                  </a:lnTo>
                  <a:lnTo>
                    <a:pt x="1526287" y="364260"/>
                  </a:lnTo>
                  <a:lnTo>
                    <a:pt x="1529590" y="410794"/>
                  </a:lnTo>
                  <a:lnTo>
                    <a:pt x="1532894" y="478055"/>
                  </a:lnTo>
                  <a:lnTo>
                    <a:pt x="1536198" y="551494"/>
                  </a:lnTo>
                  <a:lnTo>
                    <a:pt x="1539501" y="616281"/>
                  </a:lnTo>
                  <a:lnTo>
                    <a:pt x="1542805" y="657235"/>
                  </a:lnTo>
                  <a:lnTo>
                    <a:pt x="1546109" y="679108"/>
                  </a:lnTo>
                  <a:lnTo>
                    <a:pt x="1549412" y="721433"/>
                  </a:lnTo>
                  <a:lnTo>
                    <a:pt x="1552716" y="784500"/>
                  </a:lnTo>
                  <a:lnTo>
                    <a:pt x="1556020" y="851411"/>
                  </a:lnTo>
                  <a:lnTo>
                    <a:pt x="1559323" y="910517"/>
                  </a:lnTo>
                  <a:lnTo>
                    <a:pt x="1562627" y="957600"/>
                  </a:lnTo>
                  <a:lnTo>
                    <a:pt x="1565930" y="1007306"/>
                  </a:lnTo>
                  <a:lnTo>
                    <a:pt x="1569234" y="1030560"/>
                  </a:lnTo>
                  <a:lnTo>
                    <a:pt x="1572538" y="1048311"/>
                  </a:lnTo>
                  <a:lnTo>
                    <a:pt x="1575841" y="1091819"/>
                  </a:lnTo>
                  <a:lnTo>
                    <a:pt x="1579145" y="1106680"/>
                  </a:lnTo>
                  <a:lnTo>
                    <a:pt x="1582449" y="1068668"/>
                  </a:lnTo>
                  <a:lnTo>
                    <a:pt x="1585752" y="1015550"/>
                  </a:lnTo>
                  <a:lnTo>
                    <a:pt x="1589056" y="980214"/>
                  </a:lnTo>
                  <a:lnTo>
                    <a:pt x="1592360" y="947818"/>
                  </a:lnTo>
                  <a:lnTo>
                    <a:pt x="1595663" y="929283"/>
                  </a:lnTo>
                  <a:lnTo>
                    <a:pt x="1598967" y="939193"/>
                  </a:lnTo>
                  <a:lnTo>
                    <a:pt x="1602271" y="973223"/>
                  </a:lnTo>
                  <a:lnTo>
                    <a:pt x="1605574" y="997288"/>
                  </a:lnTo>
                  <a:lnTo>
                    <a:pt x="1608878" y="1018266"/>
                  </a:lnTo>
                  <a:lnTo>
                    <a:pt x="1612182" y="1023783"/>
                  </a:lnTo>
                  <a:lnTo>
                    <a:pt x="1615485" y="1007306"/>
                  </a:lnTo>
                  <a:lnTo>
                    <a:pt x="1618789" y="990570"/>
                  </a:lnTo>
                  <a:lnTo>
                    <a:pt x="1622093" y="1010997"/>
                  </a:lnTo>
                  <a:lnTo>
                    <a:pt x="1625396" y="1003407"/>
                  </a:lnTo>
                  <a:lnTo>
                    <a:pt x="1628700" y="1007044"/>
                  </a:lnTo>
                  <a:lnTo>
                    <a:pt x="1632004" y="1008881"/>
                  </a:lnTo>
                  <a:lnTo>
                    <a:pt x="1635307" y="1005219"/>
                  </a:lnTo>
                  <a:lnTo>
                    <a:pt x="1638611" y="985944"/>
                  </a:lnTo>
                  <a:lnTo>
                    <a:pt x="1641914" y="982586"/>
                  </a:lnTo>
                  <a:lnTo>
                    <a:pt x="1645218" y="941629"/>
                  </a:lnTo>
                  <a:lnTo>
                    <a:pt x="1648522" y="871073"/>
                  </a:lnTo>
                  <a:lnTo>
                    <a:pt x="1651825" y="834066"/>
                  </a:lnTo>
                  <a:lnTo>
                    <a:pt x="1655129" y="810765"/>
                  </a:lnTo>
                  <a:lnTo>
                    <a:pt x="1658433" y="799135"/>
                  </a:lnTo>
                  <a:lnTo>
                    <a:pt x="1661736" y="823584"/>
                  </a:lnTo>
                  <a:lnTo>
                    <a:pt x="1665040" y="888302"/>
                  </a:lnTo>
                  <a:lnTo>
                    <a:pt x="1668344" y="959558"/>
                  </a:lnTo>
                  <a:lnTo>
                    <a:pt x="1671647" y="1032570"/>
                  </a:lnTo>
                  <a:lnTo>
                    <a:pt x="1674951" y="1099145"/>
                  </a:lnTo>
                  <a:lnTo>
                    <a:pt x="1678255" y="1094360"/>
                  </a:lnTo>
                  <a:lnTo>
                    <a:pt x="1681558" y="1084341"/>
                  </a:lnTo>
                  <a:lnTo>
                    <a:pt x="1684862" y="1083290"/>
                  </a:lnTo>
                  <a:lnTo>
                    <a:pt x="1688166" y="1057340"/>
                  </a:lnTo>
                  <a:lnTo>
                    <a:pt x="1691469" y="1003150"/>
                  </a:lnTo>
                  <a:lnTo>
                    <a:pt x="1694773" y="996031"/>
                  </a:lnTo>
                  <a:lnTo>
                    <a:pt x="1698077" y="981872"/>
                  </a:lnTo>
                  <a:lnTo>
                    <a:pt x="1701380" y="964182"/>
                  </a:lnTo>
                  <a:lnTo>
                    <a:pt x="1704684" y="988125"/>
                  </a:lnTo>
                  <a:lnTo>
                    <a:pt x="1707987" y="1045571"/>
                  </a:lnTo>
                  <a:lnTo>
                    <a:pt x="1711291" y="1087520"/>
                  </a:lnTo>
                  <a:lnTo>
                    <a:pt x="1714595" y="1154330"/>
                  </a:lnTo>
                  <a:lnTo>
                    <a:pt x="1717898" y="1227899"/>
                  </a:lnTo>
                  <a:lnTo>
                    <a:pt x="1721202" y="1250033"/>
                  </a:lnTo>
                  <a:lnTo>
                    <a:pt x="1724506" y="1245455"/>
                  </a:lnTo>
                  <a:lnTo>
                    <a:pt x="1727809" y="1258754"/>
                  </a:lnTo>
                  <a:lnTo>
                    <a:pt x="1731113" y="1276385"/>
                  </a:lnTo>
                  <a:lnTo>
                    <a:pt x="1734417" y="1248717"/>
                  </a:lnTo>
                  <a:lnTo>
                    <a:pt x="1737720" y="1149337"/>
                  </a:lnTo>
                  <a:lnTo>
                    <a:pt x="1741024" y="1078439"/>
                  </a:lnTo>
                  <a:lnTo>
                    <a:pt x="1744328" y="1034306"/>
                  </a:lnTo>
                  <a:lnTo>
                    <a:pt x="1747631" y="1018812"/>
                  </a:lnTo>
                  <a:lnTo>
                    <a:pt x="1750935" y="1013398"/>
                  </a:lnTo>
                  <a:lnTo>
                    <a:pt x="1754239" y="1021286"/>
                  </a:lnTo>
                  <a:lnTo>
                    <a:pt x="1757542" y="1044663"/>
                  </a:lnTo>
                  <a:lnTo>
                    <a:pt x="1760846" y="1090738"/>
                  </a:lnTo>
                  <a:lnTo>
                    <a:pt x="1764150" y="1101758"/>
                  </a:lnTo>
                  <a:lnTo>
                    <a:pt x="1767453" y="1109370"/>
                  </a:lnTo>
                  <a:lnTo>
                    <a:pt x="1770757" y="1151142"/>
                  </a:lnTo>
                  <a:lnTo>
                    <a:pt x="1774061" y="1212014"/>
                  </a:lnTo>
                  <a:lnTo>
                    <a:pt x="1777364" y="1223688"/>
                  </a:lnTo>
                  <a:lnTo>
                    <a:pt x="1780668" y="1262187"/>
                  </a:lnTo>
                  <a:lnTo>
                    <a:pt x="1783971" y="1324264"/>
                  </a:lnTo>
                  <a:lnTo>
                    <a:pt x="1787275" y="1382863"/>
                  </a:lnTo>
                  <a:lnTo>
                    <a:pt x="1790579" y="1405713"/>
                  </a:lnTo>
                  <a:lnTo>
                    <a:pt x="1793882" y="1430742"/>
                  </a:lnTo>
                  <a:lnTo>
                    <a:pt x="1797186" y="1382863"/>
                  </a:lnTo>
                  <a:lnTo>
                    <a:pt x="1800490" y="1324264"/>
                  </a:lnTo>
                  <a:lnTo>
                    <a:pt x="1803793" y="1276385"/>
                  </a:lnTo>
                  <a:lnTo>
                    <a:pt x="1807097" y="1234657"/>
                  </a:lnTo>
                  <a:lnTo>
                    <a:pt x="1810401" y="1189069"/>
                  </a:lnTo>
                  <a:lnTo>
                    <a:pt x="1813704" y="1189069"/>
                  </a:lnTo>
                  <a:lnTo>
                    <a:pt x="1817008" y="1199746"/>
                  </a:lnTo>
                  <a:lnTo>
                    <a:pt x="1820312" y="1199746"/>
                  </a:lnTo>
                  <a:lnTo>
                    <a:pt x="1823615" y="1212014"/>
                  </a:lnTo>
                  <a:lnTo>
                    <a:pt x="1826919" y="1235904"/>
                  </a:lnTo>
                  <a:lnTo>
                    <a:pt x="1830223" y="1235904"/>
                  </a:lnTo>
                  <a:lnTo>
                    <a:pt x="1833526" y="1240318"/>
                  </a:lnTo>
                  <a:lnTo>
                    <a:pt x="1836830" y="1267069"/>
                  </a:lnTo>
                  <a:lnTo>
                    <a:pt x="1840134" y="1267069"/>
                  </a:lnTo>
                  <a:lnTo>
                    <a:pt x="1843437" y="1262187"/>
                  </a:lnTo>
                  <a:lnTo>
                    <a:pt x="1846741" y="1276385"/>
                  </a:lnTo>
                  <a:lnTo>
                    <a:pt x="1850045" y="1244161"/>
                  </a:lnTo>
                  <a:lnTo>
                    <a:pt x="1853348" y="1219543"/>
                  </a:lnTo>
                  <a:lnTo>
                    <a:pt x="1856652" y="1186467"/>
                  </a:lnTo>
                  <a:lnTo>
                    <a:pt x="1859955" y="1125290"/>
                  </a:lnTo>
                  <a:lnTo>
                    <a:pt x="1863259" y="1066691"/>
                  </a:lnTo>
                  <a:lnTo>
                    <a:pt x="1866563" y="1053879"/>
                  </a:lnTo>
                  <a:lnTo>
                    <a:pt x="1869866" y="1023783"/>
                  </a:lnTo>
                  <a:lnTo>
                    <a:pt x="1873170" y="1015280"/>
                  </a:lnTo>
                  <a:lnTo>
                    <a:pt x="1876474" y="1037811"/>
                  </a:lnTo>
                  <a:lnTo>
                    <a:pt x="1879777" y="1075707"/>
                  </a:lnTo>
                  <a:lnTo>
                    <a:pt x="1883081" y="1096925"/>
                  </a:lnTo>
                  <a:lnTo>
                    <a:pt x="1886385" y="1155248"/>
                  </a:lnTo>
                  <a:lnTo>
                    <a:pt x="1889688" y="1214308"/>
                  </a:lnTo>
                  <a:lnTo>
                    <a:pt x="1892992" y="1263573"/>
                  </a:lnTo>
                  <a:lnTo>
                    <a:pt x="1896296" y="1248061"/>
                  </a:lnTo>
                  <a:lnTo>
                    <a:pt x="1899599" y="1110919"/>
                  </a:lnTo>
                  <a:lnTo>
                    <a:pt x="1902903" y="984020"/>
                  </a:lnTo>
                  <a:lnTo>
                    <a:pt x="1906207" y="923701"/>
                  </a:lnTo>
                  <a:lnTo>
                    <a:pt x="1909510" y="894022"/>
                  </a:lnTo>
                  <a:lnTo>
                    <a:pt x="1912814" y="879466"/>
                  </a:lnTo>
                  <a:lnTo>
                    <a:pt x="1916118" y="898655"/>
                  </a:lnTo>
                  <a:lnTo>
                    <a:pt x="1919421" y="944087"/>
                  </a:lnTo>
                  <a:lnTo>
                    <a:pt x="1922725" y="988612"/>
                  </a:lnTo>
                  <a:lnTo>
                    <a:pt x="1926029" y="1021562"/>
                  </a:lnTo>
                  <a:lnTo>
                    <a:pt x="1929332" y="1054192"/>
                  </a:lnTo>
                  <a:lnTo>
                    <a:pt x="1932636" y="1106680"/>
                  </a:lnTo>
                  <a:lnTo>
                    <a:pt x="1935939" y="1156632"/>
                  </a:lnTo>
                  <a:lnTo>
                    <a:pt x="1939243" y="1114046"/>
                  </a:lnTo>
                  <a:lnTo>
                    <a:pt x="1942547" y="1006000"/>
                  </a:lnTo>
                  <a:lnTo>
                    <a:pt x="1945850" y="915269"/>
                  </a:lnTo>
                  <a:lnTo>
                    <a:pt x="1949154" y="848535"/>
                  </a:lnTo>
                  <a:lnTo>
                    <a:pt x="1952458" y="801755"/>
                  </a:lnTo>
                  <a:lnTo>
                    <a:pt x="1955761" y="761137"/>
                  </a:lnTo>
                  <a:lnTo>
                    <a:pt x="1959065" y="752166"/>
                  </a:lnTo>
                  <a:lnTo>
                    <a:pt x="1962369" y="753358"/>
                  </a:lnTo>
                  <a:lnTo>
                    <a:pt x="1965672" y="752463"/>
                  </a:lnTo>
                  <a:lnTo>
                    <a:pt x="1968976" y="757977"/>
                  </a:lnTo>
                  <a:lnTo>
                    <a:pt x="1972280" y="753457"/>
                  </a:lnTo>
                  <a:lnTo>
                    <a:pt x="1975583" y="718889"/>
                  </a:lnTo>
                  <a:lnTo>
                    <a:pt x="1978887" y="697360"/>
                  </a:lnTo>
                  <a:lnTo>
                    <a:pt x="1982191" y="707444"/>
                  </a:lnTo>
                  <a:lnTo>
                    <a:pt x="1985494" y="702230"/>
                  </a:lnTo>
                  <a:lnTo>
                    <a:pt x="1988798" y="715593"/>
                  </a:lnTo>
                  <a:lnTo>
                    <a:pt x="1992102" y="719064"/>
                  </a:lnTo>
                  <a:lnTo>
                    <a:pt x="1995405" y="655858"/>
                  </a:lnTo>
                  <a:lnTo>
                    <a:pt x="1998709" y="546421"/>
                  </a:lnTo>
                  <a:lnTo>
                    <a:pt x="2002013" y="489757"/>
                  </a:lnTo>
                  <a:lnTo>
                    <a:pt x="2005316" y="464589"/>
                  </a:lnTo>
                  <a:lnTo>
                    <a:pt x="2008620" y="459989"/>
                  </a:lnTo>
                  <a:lnTo>
                    <a:pt x="2011923" y="465985"/>
                  </a:lnTo>
                  <a:lnTo>
                    <a:pt x="2015227" y="489757"/>
                  </a:lnTo>
                  <a:lnTo>
                    <a:pt x="2018531" y="486602"/>
                  </a:lnTo>
                  <a:lnTo>
                    <a:pt x="2021834" y="449078"/>
                  </a:lnTo>
                  <a:lnTo>
                    <a:pt x="2025138" y="427693"/>
                  </a:lnTo>
                  <a:lnTo>
                    <a:pt x="2028442" y="412991"/>
                  </a:lnTo>
                  <a:lnTo>
                    <a:pt x="2031745" y="401402"/>
                  </a:lnTo>
                  <a:lnTo>
                    <a:pt x="2035049" y="398423"/>
                  </a:lnTo>
                  <a:lnTo>
                    <a:pt x="2038353" y="416693"/>
                  </a:lnTo>
                  <a:lnTo>
                    <a:pt x="2041656" y="419861"/>
                  </a:lnTo>
                  <a:lnTo>
                    <a:pt x="2044960" y="425570"/>
                  </a:lnTo>
                  <a:lnTo>
                    <a:pt x="2048264" y="450614"/>
                  </a:lnTo>
                  <a:lnTo>
                    <a:pt x="2051567" y="489356"/>
                  </a:lnTo>
                  <a:lnTo>
                    <a:pt x="2054871" y="502541"/>
                  </a:lnTo>
                  <a:lnTo>
                    <a:pt x="2058175" y="489830"/>
                  </a:lnTo>
                  <a:lnTo>
                    <a:pt x="2061478" y="458430"/>
                  </a:lnTo>
                  <a:lnTo>
                    <a:pt x="2064782" y="403758"/>
                  </a:lnTo>
                  <a:lnTo>
                    <a:pt x="2068086" y="371857"/>
                  </a:lnTo>
                  <a:lnTo>
                    <a:pt x="2071389" y="356612"/>
                  </a:lnTo>
                  <a:lnTo>
                    <a:pt x="2074693" y="340897"/>
                  </a:lnTo>
                  <a:lnTo>
                    <a:pt x="2077996" y="318931"/>
                  </a:lnTo>
                  <a:lnTo>
                    <a:pt x="2081300" y="300109"/>
                  </a:lnTo>
                  <a:lnTo>
                    <a:pt x="2084604" y="264456"/>
                  </a:lnTo>
                  <a:lnTo>
                    <a:pt x="2087907" y="241496"/>
                  </a:lnTo>
                  <a:lnTo>
                    <a:pt x="2091211" y="245884"/>
                  </a:lnTo>
                  <a:lnTo>
                    <a:pt x="2094515" y="275596"/>
                  </a:lnTo>
                  <a:lnTo>
                    <a:pt x="2097818" y="322476"/>
                  </a:lnTo>
                  <a:lnTo>
                    <a:pt x="2101122" y="360486"/>
                  </a:lnTo>
                  <a:lnTo>
                    <a:pt x="2104426" y="387694"/>
                  </a:lnTo>
                  <a:lnTo>
                    <a:pt x="2107729" y="396523"/>
                  </a:lnTo>
                  <a:lnTo>
                    <a:pt x="2111033" y="382745"/>
                  </a:lnTo>
                  <a:lnTo>
                    <a:pt x="2114337" y="341374"/>
                  </a:lnTo>
                  <a:lnTo>
                    <a:pt x="2117640" y="311147"/>
                  </a:lnTo>
                  <a:lnTo>
                    <a:pt x="2120944" y="280007"/>
                  </a:lnTo>
                  <a:lnTo>
                    <a:pt x="2124248" y="245466"/>
                  </a:lnTo>
                  <a:lnTo>
                    <a:pt x="2127551" y="215471"/>
                  </a:lnTo>
                  <a:lnTo>
                    <a:pt x="2130855" y="196733"/>
                  </a:lnTo>
                  <a:lnTo>
                    <a:pt x="2134159" y="185283"/>
                  </a:lnTo>
                  <a:lnTo>
                    <a:pt x="2137462" y="175434"/>
                  </a:lnTo>
                  <a:lnTo>
                    <a:pt x="2140766" y="167092"/>
                  </a:lnTo>
                  <a:lnTo>
                    <a:pt x="2144070" y="171431"/>
                  </a:lnTo>
                  <a:lnTo>
                    <a:pt x="2147373" y="193159"/>
                  </a:lnTo>
                  <a:lnTo>
                    <a:pt x="2150677" y="228701"/>
                  </a:lnTo>
                  <a:lnTo>
                    <a:pt x="2153980" y="274903"/>
                  </a:lnTo>
                  <a:lnTo>
                    <a:pt x="2157284" y="342684"/>
                  </a:lnTo>
                  <a:lnTo>
                    <a:pt x="2160588" y="405553"/>
                  </a:lnTo>
                  <a:lnTo>
                    <a:pt x="2163891" y="447862"/>
                  </a:lnTo>
                  <a:lnTo>
                    <a:pt x="2167195" y="474383"/>
                  </a:lnTo>
                  <a:lnTo>
                    <a:pt x="2170499" y="510394"/>
                  </a:lnTo>
                  <a:lnTo>
                    <a:pt x="2173802" y="531849"/>
                  </a:lnTo>
                  <a:lnTo>
                    <a:pt x="2177106" y="569398"/>
                  </a:lnTo>
                  <a:lnTo>
                    <a:pt x="2180410" y="630355"/>
                  </a:lnTo>
                  <a:lnTo>
                    <a:pt x="2183713" y="718715"/>
                  </a:lnTo>
                  <a:lnTo>
                    <a:pt x="2187017" y="780827"/>
                  </a:lnTo>
                  <a:lnTo>
                    <a:pt x="2190321" y="832312"/>
                  </a:lnTo>
                  <a:lnTo>
                    <a:pt x="2193624" y="869209"/>
                  </a:lnTo>
                  <a:lnTo>
                    <a:pt x="2196928" y="882704"/>
                  </a:lnTo>
                  <a:lnTo>
                    <a:pt x="2200232" y="861734"/>
                  </a:lnTo>
                  <a:lnTo>
                    <a:pt x="2203535" y="851267"/>
                  </a:lnTo>
                  <a:lnTo>
                    <a:pt x="2206839" y="868282"/>
                  </a:lnTo>
                  <a:lnTo>
                    <a:pt x="2210143" y="908712"/>
                  </a:lnTo>
                  <a:lnTo>
                    <a:pt x="2213446" y="919357"/>
                  </a:lnTo>
                  <a:lnTo>
                    <a:pt x="2216750" y="937783"/>
                  </a:lnTo>
                  <a:lnTo>
                    <a:pt x="2220054" y="965519"/>
                  </a:lnTo>
                  <a:lnTo>
                    <a:pt x="2223357" y="996533"/>
                  </a:lnTo>
                  <a:lnTo>
                    <a:pt x="2226661" y="1020459"/>
                  </a:lnTo>
                  <a:lnTo>
                    <a:pt x="2229964" y="1082243"/>
                  </a:lnTo>
                  <a:lnTo>
                    <a:pt x="2233268" y="1153415"/>
                  </a:lnTo>
                  <a:lnTo>
                    <a:pt x="2236572" y="1204696"/>
                  </a:lnTo>
                  <a:lnTo>
                    <a:pt x="2239875" y="1179314"/>
                  </a:lnTo>
                  <a:lnTo>
                    <a:pt x="2243179" y="1108984"/>
                  </a:lnTo>
                  <a:lnTo>
                    <a:pt x="2246483" y="1018539"/>
                  </a:lnTo>
                  <a:lnTo>
                    <a:pt x="2249786" y="959995"/>
                  </a:lnTo>
                  <a:lnTo>
                    <a:pt x="2253090" y="942650"/>
                  </a:lnTo>
                  <a:lnTo>
                    <a:pt x="2256394" y="955873"/>
                  </a:lnTo>
                  <a:lnTo>
                    <a:pt x="2259697" y="972076"/>
                  </a:lnTo>
                  <a:lnTo>
                    <a:pt x="2263001" y="1001096"/>
                  </a:lnTo>
                  <a:lnTo>
                    <a:pt x="2266305" y="1027998"/>
                  </a:lnTo>
                  <a:lnTo>
                    <a:pt x="2269608" y="1016904"/>
                  </a:lnTo>
                  <a:lnTo>
                    <a:pt x="2272912" y="954370"/>
                  </a:lnTo>
                  <a:lnTo>
                    <a:pt x="2276216" y="864455"/>
                  </a:lnTo>
                  <a:lnTo>
                    <a:pt x="2279519" y="743587"/>
                  </a:lnTo>
                  <a:lnTo>
                    <a:pt x="2282823" y="653601"/>
                  </a:lnTo>
                  <a:lnTo>
                    <a:pt x="2286127" y="598194"/>
                  </a:lnTo>
                  <a:lnTo>
                    <a:pt x="2289430" y="554092"/>
                  </a:lnTo>
                  <a:lnTo>
                    <a:pt x="2292734" y="493913"/>
                  </a:lnTo>
                  <a:lnTo>
                    <a:pt x="2296038" y="463761"/>
                  </a:lnTo>
                  <a:lnTo>
                    <a:pt x="2299341" y="433636"/>
                  </a:lnTo>
                  <a:lnTo>
                    <a:pt x="2302645" y="429456"/>
                  </a:lnTo>
                  <a:lnTo>
                    <a:pt x="2305948" y="399792"/>
                  </a:lnTo>
                  <a:lnTo>
                    <a:pt x="2309252" y="365370"/>
                  </a:lnTo>
                  <a:lnTo>
                    <a:pt x="2312556" y="308389"/>
                  </a:lnTo>
                  <a:lnTo>
                    <a:pt x="2315859" y="258476"/>
                  </a:lnTo>
                  <a:lnTo>
                    <a:pt x="2319163" y="200004"/>
                  </a:lnTo>
                  <a:lnTo>
                    <a:pt x="2322467" y="156626"/>
                  </a:lnTo>
                  <a:lnTo>
                    <a:pt x="2325770" y="126684"/>
                  </a:lnTo>
                  <a:lnTo>
                    <a:pt x="2329074" y="113212"/>
                  </a:lnTo>
                  <a:lnTo>
                    <a:pt x="2332378" y="121104"/>
                  </a:lnTo>
                  <a:lnTo>
                    <a:pt x="2335681" y="149480"/>
                  </a:lnTo>
                  <a:lnTo>
                    <a:pt x="2338985" y="182223"/>
                  </a:lnTo>
                  <a:lnTo>
                    <a:pt x="2342289" y="197020"/>
                  </a:lnTo>
                  <a:lnTo>
                    <a:pt x="2345592" y="196900"/>
                  </a:lnTo>
                  <a:lnTo>
                    <a:pt x="2348896" y="177848"/>
                  </a:lnTo>
                  <a:lnTo>
                    <a:pt x="2352200" y="144084"/>
                  </a:lnTo>
                  <a:lnTo>
                    <a:pt x="2355503" y="121760"/>
                  </a:lnTo>
                  <a:lnTo>
                    <a:pt x="2358807" y="128549"/>
                  </a:lnTo>
                  <a:lnTo>
                    <a:pt x="2362111" y="150721"/>
                  </a:lnTo>
                  <a:lnTo>
                    <a:pt x="2365414" y="172497"/>
                  </a:lnTo>
                  <a:lnTo>
                    <a:pt x="2368718" y="198748"/>
                  </a:lnTo>
                  <a:lnTo>
                    <a:pt x="2372022" y="231538"/>
                  </a:lnTo>
                  <a:lnTo>
                    <a:pt x="2375325" y="254961"/>
                  </a:lnTo>
                  <a:lnTo>
                    <a:pt x="2378629" y="265092"/>
                  </a:lnTo>
                  <a:lnTo>
                    <a:pt x="2381932" y="272005"/>
                  </a:lnTo>
                  <a:lnTo>
                    <a:pt x="2385236" y="272005"/>
                  </a:lnTo>
                  <a:lnTo>
                    <a:pt x="2388540" y="270054"/>
                  </a:lnTo>
                  <a:lnTo>
                    <a:pt x="2391843" y="279515"/>
                  </a:lnTo>
                  <a:lnTo>
                    <a:pt x="2395147" y="291070"/>
                  </a:lnTo>
                  <a:lnTo>
                    <a:pt x="2398451" y="273586"/>
                  </a:lnTo>
                  <a:lnTo>
                    <a:pt x="2401754" y="238004"/>
                  </a:lnTo>
                  <a:lnTo>
                    <a:pt x="2405058" y="209418"/>
                  </a:lnTo>
                  <a:lnTo>
                    <a:pt x="2408362" y="182336"/>
                  </a:lnTo>
                  <a:lnTo>
                    <a:pt x="2411665" y="178383"/>
                  </a:lnTo>
                  <a:lnTo>
                    <a:pt x="2414969" y="205656"/>
                  </a:lnTo>
                  <a:lnTo>
                    <a:pt x="2418273" y="259689"/>
                  </a:lnTo>
                  <a:lnTo>
                    <a:pt x="2421576" y="318588"/>
                  </a:lnTo>
                  <a:lnTo>
                    <a:pt x="2424880" y="378985"/>
                  </a:lnTo>
                  <a:lnTo>
                    <a:pt x="2428184" y="395935"/>
                  </a:lnTo>
                  <a:lnTo>
                    <a:pt x="2431487" y="378077"/>
                  </a:lnTo>
                  <a:lnTo>
                    <a:pt x="2434791" y="361201"/>
                  </a:lnTo>
                  <a:lnTo>
                    <a:pt x="2438095" y="356415"/>
                  </a:lnTo>
                  <a:lnTo>
                    <a:pt x="2441398" y="364192"/>
                  </a:lnTo>
                  <a:lnTo>
                    <a:pt x="2444702" y="366714"/>
                  </a:lnTo>
                  <a:lnTo>
                    <a:pt x="2448006" y="366258"/>
                  </a:lnTo>
                  <a:lnTo>
                    <a:pt x="2451309" y="355669"/>
                  </a:lnTo>
                  <a:lnTo>
                    <a:pt x="2454613" y="316920"/>
                  </a:lnTo>
                  <a:lnTo>
                    <a:pt x="2457916" y="245711"/>
                  </a:lnTo>
                  <a:lnTo>
                    <a:pt x="2461220" y="171279"/>
                  </a:lnTo>
                  <a:lnTo>
                    <a:pt x="2464524" y="112058"/>
                  </a:lnTo>
                  <a:lnTo>
                    <a:pt x="2467827" y="64631"/>
                  </a:lnTo>
                  <a:lnTo>
                    <a:pt x="2471131" y="36616"/>
                  </a:lnTo>
                  <a:lnTo>
                    <a:pt x="2474435" y="27989"/>
                  </a:lnTo>
                  <a:lnTo>
                    <a:pt x="2477738" y="41932"/>
                  </a:lnTo>
                  <a:lnTo>
                    <a:pt x="2481042" y="60728"/>
                  </a:lnTo>
                  <a:lnTo>
                    <a:pt x="2484346" y="74913"/>
                  </a:lnTo>
                  <a:lnTo>
                    <a:pt x="2487649" y="75937"/>
                  </a:lnTo>
                  <a:lnTo>
                    <a:pt x="2490953" y="70922"/>
                  </a:lnTo>
                  <a:lnTo>
                    <a:pt x="2494257" y="57606"/>
                  </a:lnTo>
                  <a:lnTo>
                    <a:pt x="2497560" y="47778"/>
                  </a:lnTo>
                  <a:lnTo>
                    <a:pt x="2500864" y="46439"/>
                  </a:lnTo>
                  <a:lnTo>
                    <a:pt x="2504168" y="55678"/>
                  </a:lnTo>
                  <a:lnTo>
                    <a:pt x="2507471" y="62385"/>
                  </a:lnTo>
                  <a:lnTo>
                    <a:pt x="2510775" y="88543"/>
                  </a:lnTo>
                  <a:lnTo>
                    <a:pt x="2514079" y="137811"/>
                  </a:lnTo>
                  <a:lnTo>
                    <a:pt x="2517382" y="206958"/>
                  </a:lnTo>
                  <a:lnTo>
                    <a:pt x="2520686" y="275112"/>
                  </a:lnTo>
                  <a:lnTo>
                    <a:pt x="2523989" y="358708"/>
                  </a:lnTo>
                  <a:lnTo>
                    <a:pt x="2527293" y="381172"/>
                  </a:lnTo>
                  <a:lnTo>
                    <a:pt x="2530597" y="330151"/>
                  </a:lnTo>
                  <a:lnTo>
                    <a:pt x="2533900" y="247184"/>
                  </a:lnTo>
                  <a:lnTo>
                    <a:pt x="2537204" y="186844"/>
                  </a:lnTo>
                  <a:lnTo>
                    <a:pt x="2540508" y="149071"/>
                  </a:lnTo>
                  <a:lnTo>
                    <a:pt x="2543811" y="127032"/>
                  </a:lnTo>
                  <a:lnTo>
                    <a:pt x="2547115" y="111081"/>
                  </a:lnTo>
                  <a:lnTo>
                    <a:pt x="2550419" y="109104"/>
                  </a:lnTo>
                  <a:lnTo>
                    <a:pt x="2553722" y="110426"/>
                  </a:lnTo>
                  <a:lnTo>
                    <a:pt x="2557026" y="112049"/>
                  </a:lnTo>
                  <a:lnTo>
                    <a:pt x="2560330" y="120594"/>
                  </a:lnTo>
                  <a:lnTo>
                    <a:pt x="2563633" y="134206"/>
                  </a:lnTo>
                  <a:lnTo>
                    <a:pt x="2566937" y="156441"/>
                  </a:lnTo>
                  <a:lnTo>
                    <a:pt x="2570241" y="170283"/>
                  </a:lnTo>
                  <a:lnTo>
                    <a:pt x="2573544" y="171008"/>
                  </a:lnTo>
                  <a:lnTo>
                    <a:pt x="2576848" y="152533"/>
                  </a:lnTo>
                  <a:lnTo>
                    <a:pt x="2580152" y="133219"/>
                  </a:lnTo>
                  <a:lnTo>
                    <a:pt x="2583455" y="114118"/>
                  </a:lnTo>
                  <a:lnTo>
                    <a:pt x="2586759" y="109233"/>
                  </a:lnTo>
                  <a:lnTo>
                    <a:pt x="2590063" y="94857"/>
                  </a:lnTo>
                  <a:lnTo>
                    <a:pt x="2593366" y="88622"/>
                  </a:lnTo>
                  <a:lnTo>
                    <a:pt x="2596670" y="84426"/>
                  </a:lnTo>
                  <a:lnTo>
                    <a:pt x="2599973" y="80543"/>
                  </a:lnTo>
                  <a:lnTo>
                    <a:pt x="2603277" y="73563"/>
                  </a:lnTo>
                  <a:lnTo>
                    <a:pt x="2606581" y="86265"/>
                  </a:lnTo>
                  <a:lnTo>
                    <a:pt x="2609884" y="94484"/>
                  </a:lnTo>
                  <a:lnTo>
                    <a:pt x="2613188" y="101002"/>
                  </a:lnTo>
                  <a:lnTo>
                    <a:pt x="2616492" y="102585"/>
                  </a:lnTo>
                  <a:lnTo>
                    <a:pt x="2619795" y="88590"/>
                  </a:lnTo>
                  <a:lnTo>
                    <a:pt x="2623099" y="70737"/>
                  </a:lnTo>
                  <a:lnTo>
                    <a:pt x="2626403" y="67304"/>
                  </a:lnTo>
                  <a:lnTo>
                    <a:pt x="2629706" y="70094"/>
                  </a:lnTo>
                  <a:lnTo>
                    <a:pt x="2633010" y="69232"/>
                  </a:lnTo>
                  <a:lnTo>
                    <a:pt x="2636314" y="79523"/>
                  </a:lnTo>
                  <a:lnTo>
                    <a:pt x="2639617" y="89097"/>
                  </a:lnTo>
                  <a:lnTo>
                    <a:pt x="2642921" y="86186"/>
                  </a:lnTo>
                  <a:lnTo>
                    <a:pt x="2646225" y="79845"/>
                  </a:lnTo>
                  <a:lnTo>
                    <a:pt x="2649528" y="75153"/>
                  </a:lnTo>
                  <a:lnTo>
                    <a:pt x="2652832" y="68483"/>
                  </a:lnTo>
                  <a:lnTo>
                    <a:pt x="2656136" y="65036"/>
                  </a:lnTo>
                  <a:lnTo>
                    <a:pt x="2659439" y="63132"/>
                  </a:lnTo>
                  <a:lnTo>
                    <a:pt x="2662743" y="69011"/>
                  </a:lnTo>
                  <a:lnTo>
                    <a:pt x="2666047" y="92034"/>
                  </a:lnTo>
                  <a:lnTo>
                    <a:pt x="2669350" y="116274"/>
                  </a:lnTo>
                  <a:lnTo>
                    <a:pt x="2672654" y="127537"/>
                  </a:lnTo>
                  <a:lnTo>
                    <a:pt x="2675957" y="127188"/>
                  </a:lnTo>
                  <a:lnTo>
                    <a:pt x="2679261" y="111349"/>
                  </a:lnTo>
                  <a:lnTo>
                    <a:pt x="2682565" y="79370"/>
                  </a:lnTo>
                  <a:lnTo>
                    <a:pt x="2685868" y="53680"/>
                  </a:lnTo>
                  <a:lnTo>
                    <a:pt x="2689172" y="32856"/>
                  </a:lnTo>
                  <a:lnTo>
                    <a:pt x="2692476" y="26947"/>
                  </a:lnTo>
                  <a:lnTo>
                    <a:pt x="2695779" y="26935"/>
                  </a:lnTo>
                  <a:lnTo>
                    <a:pt x="2699083" y="34294"/>
                  </a:lnTo>
                  <a:lnTo>
                    <a:pt x="2702387" y="47196"/>
                  </a:lnTo>
                  <a:lnTo>
                    <a:pt x="2705690" y="67392"/>
                  </a:lnTo>
                  <a:lnTo>
                    <a:pt x="2708994" y="76973"/>
                  </a:lnTo>
                  <a:lnTo>
                    <a:pt x="2712298" y="82919"/>
                  </a:lnTo>
                  <a:lnTo>
                    <a:pt x="2715601" y="78744"/>
                  </a:lnTo>
                  <a:lnTo>
                    <a:pt x="2718905" y="70212"/>
                  </a:lnTo>
                  <a:lnTo>
                    <a:pt x="2722209" y="64942"/>
                  </a:lnTo>
                  <a:lnTo>
                    <a:pt x="2725512" y="59619"/>
                  </a:lnTo>
                  <a:lnTo>
                    <a:pt x="2728816" y="54388"/>
                  </a:lnTo>
                  <a:lnTo>
                    <a:pt x="2732120" y="56048"/>
                  </a:lnTo>
                  <a:lnTo>
                    <a:pt x="2735423" y="55943"/>
                  </a:lnTo>
                  <a:lnTo>
                    <a:pt x="2738727" y="50737"/>
                  </a:lnTo>
                  <a:lnTo>
                    <a:pt x="2742031" y="55175"/>
                  </a:lnTo>
                  <a:lnTo>
                    <a:pt x="2745334" y="65492"/>
                  </a:lnTo>
                  <a:lnTo>
                    <a:pt x="2748638" y="73982"/>
                  </a:lnTo>
                  <a:lnTo>
                    <a:pt x="2751941" y="97555"/>
                  </a:lnTo>
                  <a:lnTo>
                    <a:pt x="2755245" y="135889"/>
                  </a:lnTo>
                  <a:lnTo>
                    <a:pt x="2758549" y="175655"/>
                  </a:lnTo>
                  <a:lnTo>
                    <a:pt x="2761852" y="207120"/>
                  </a:lnTo>
                  <a:lnTo>
                    <a:pt x="2765156" y="237347"/>
                  </a:lnTo>
                  <a:lnTo>
                    <a:pt x="2768460" y="234778"/>
                  </a:lnTo>
                  <a:lnTo>
                    <a:pt x="2771763" y="222629"/>
                  </a:lnTo>
                  <a:lnTo>
                    <a:pt x="2775067" y="202351"/>
                  </a:lnTo>
                  <a:lnTo>
                    <a:pt x="2778371" y="189540"/>
                  </a:lnTo>
                  <a:lnTo>
                    <a:pt x="2781674" y="186396"/>
                  </a:lnTo>
                  <a:lnTo>
                    <a:pt x="2784978" y="190332"/>
                  </a:lnTo>
                  <a:lnTo>
                    <a:pt x="2788282" y="180116"/>
                  </a:lnTo>
                  <a:lnTo>
                    <a:pt x="2791585" y="165410"/>
                  </a:lnTo>
                  <a:lnTo>
                    <a:pt x="2794889" y="145851"/>
                  </a:lnTo>
                  <a:lnTo>
                    <a:pt x="2798193" y="127583"/>
                  </a:lnTo>
                  <a:lnTo>
                    <a:pt x="2801496" y="126794"/>
                  </a:lnTo>
                  <a:lnTo>
                    <a:pt x="2804800" y="134225"/>
                  </a:lnTo>
                  <a:lnTo>
                    <a:pt x="2808104" y="129880"/>
                  </a:lnTo>
                  <a:lnTo>
                    <a:pt x="2811407" y="117411"/>
                  </a:lnTo>
                  <a:lnTo>
                    <a:pt x="2814711" y="107985"/>
                  </a:lnTo>
                  <a:lnTo>
                    <a:pt x="2818015" y="98064"/>
                  </a:lnTo>
                  <a:lnTo>
                    <a:pt x="2821318" y="94249"/>
                  </a:lnTo>
                  <a:lnTo>
                    <a:pt x="2824622" y="104395"/>
                  </a:lnTo>
                  <a:lnTo>
                    <a:pt x="2827925" y="127170"/>
                  </a:lnTo>
                  <a:lnTo>
                    <a:pt x="2831229" y="137935"/>
                  </a:lnTo>
                  <a:lnTo>
                    <a:pt x="2834533" y="132170"/>
                  </a:lnTo>
                  <a:lnTo>
                    <a:pt x="2837836" y="123273"/>
                  </a:lnTo>
                  <a:lnTo>
                    <a:pt x="2841140" y="115229"/>
                  </a:lnTo>
                  <a:lnTo>
                    <a:pt x="2844444" y="109679"/>
                  </a:lnTo>
                  <a:lnTo>
                    <a:pt x="2847747" y="115492"/>
                  </a:lnTo>
                  <a:lnTo>
                    <a:pt x="2851051" y="135661"/>
                  </a:lnTo>
                  <a:lnTo>
                    <a:pt x="2854355" y="155438"/>
                  </a:lnTo>
                  <a:lnTo>
                    <a:pt x="2857658" y="176627"/>
                  </a:lnTo>
                  <a:lnTo>
                    <a:pt x="2860962" y="185421"/>
                  </a:lnTo>
                  <a:lnTo>
                    <a:pt x="2864266" y="194815"/>
                  </a:lnTo>
                  <a:lnTo>
                    <a:pt x="2867569" y="200174"/>
                  </a:lnTo>
                  <a:lnTo>
                    <a:pt x="2870873" y="214395"/>
                  </a:lnTo>
                  <a:lnTo>
                    <a:pt x="2874177" y="232604"/>
                  </a:lnTo>
                  <a:lnTo>
                    <a:pt x="2877480" y="256863"/>
                  </a:lnTo>
                  <a:lnTo>
                    <a:pt x="2880784" y="242191"/>
                  </a:lnTo>
                  <a:lnTo>
                    <a:pt x="2884088" y="193726"/>
                  </a:lnTo>
                  <a:lnTo>
                    <a:pt x="2887391" y="145447"/>
                  </a:lnTo>
                  <a:lnTo>
                    <a:pt x="2890695" y="122011"/>
                  </a:lnTo>
                  <a:lnTo>
                    <a:pt x="2893998" y="113865"/>
                  </a:lnTo>
                  <a:lnTo>
                    <a:pt x="2897302" y="109413"/>
                  </a:lnTo>
                  <a:lnTo>
                    <a:pt x="2900606" y="114118"/>
                  </a:lnTo>
                  <a:lnTo>
                    <a:pt x="2903909" y="118119"/>
                  </a:lnTo>
                  <a:lnTo>
                    <a:pt x="2907213" y="110952"/>
                  </a:lnTo>
                  <a:lnTo>
                    <a:pt x="2910517" y="103564"/>
                  </a:lnTo>
                  <a:lnTo>
                    <a:pt x="2913820" y="101526"/>
                  </a:lnTo>
                  <a:lnTo>
                    <a:pt x="2917124" y="105296"/>
                  </a:lnTo>
                  <a:lnTo>
                    <a:pt x="2920428" y="116617"/>
                  </a:lnTo>
                  <a:lnTo>
                    <a:pt x="2923731" y="120558"/>
                  </a:lnTo>
                  <a:lnTo>
                    <a:pt x="2927035" y="110736"/>
                  </a:lnTo>
                  <a:lnTo>
                    <a:pt x="2930339" y="98236"/>
                  </a:lnTo>
                  <a:lnTo>
                    <a:pt x="2933642" y="84543"/>
                  </a:lnTo>
                  <a:lnTo>
                    <a:pt x="2936946" y="76776"/>
                  </a:lnTo>
                  <a:lnTo>
                    <a:pt x="2940250" y="83617"/>
                  </a:lnTo>
                  <a:lnTo>
                    <a:pt x="2943553" y="106345"/>
                  </a:lnTo>
                  <a:lnTo>
                    <a:pt x="2946857" y="153170"/>
                  </a:lnTo>
                  <a:lnTo>
                    <a:pt x="2950161" y="217223"/>
                  </a:lnTo>
                  <a:lnTo>
                    <a:pt x="2953464" y="266133"/>
                  </a:lnTo>
                  <a:lnTo>
                    <a:pt x="2956768" y="301958"/>
                  </a:lnTo>
                  <a:lnTo>
                    <a:pt x="2960072" y="303049"/>
                  </a:lnTo>
                  <a:lnTo>
                    <a:pt x="2963375" y="257570"/>
                  </a:lnTo>
                  <a:lnTo>
                    <a:pt x="2966679" y="199726"/>
                  </a:lnTo>
                  <a:lnTo>
                    <a:pt x="2969982" y="155735"/>
                  </a:lnTo>
                  <a:lnTo>
                    <a:pt x="2973286" y="106209"/>
                  </a:lnTo>
                  <a:lnTo>
                    <a:pt x="2976590" y="66881"/>
                  </a:lnTo>
                  <a:lnTo>
                    <a:pt x="2979893" y="44584"/>
                  </a:lnTo>
                  <a:lnTo>
                    <a:pt x="2983197" y="35430"/>
                  </a:lnTo>
                  <a:lnTo>
                    <a:pt x="2986501" y="24486"/>
                  </a:lnTo>
                  <a:lnTo>
                    <a:pt x="2989804" y="34191"/>
                  </a:lnTo>
                  <a:lnTo>
                    <a:pt x="2993108" y="62292"/>
                  </a:lnTo>
                  <a:lnTo>
                    <a:pt x="2996412" y="91881"/>
                  </a:lnTo>
                  <a:lnTo>
                    <a:pt x="2999715" y="109679"/>
                  </a:lnTo>
                  <a:lnTo>
                    <a:pt x="3003019" y="124442"/>
                  </a:lnTo>
                  <a:lnTo>
                    <a:pt x="3006323" y="115975"/>
                  </a:lnTo>
                  <a:lnTo>
                    <a:pt x="3009626" y="89137"/>
                  </a:lnTo>
                  <a:lnTo>
                    <a:pt x="3012930" y="78249"/>
                  </a:lnTo>
                  <a:lnTo>
                    <a:pt x="3016234" y="90099"/>
                  </a:lnTo>
                  <a:lnTo>
                    <a:pt x="3019537" y="116670"/>
                  </a:lnTo>
                  <a:lnTo>
                    <a:pt x="3022841" y="152351"/>
                  </a:lnTo>
                  <a:lnTo>
                    <a:pt x="3026145" y="195457"/>
                  </a:lnTo>
                  <a:lnTo>
                    <a:pt x="3029448" y="212687"/>
                  </a:lnTo>
                  <a:lnTo>
                    <a:pt x="3032752" y="183243"/>
                  </a:lnTo>
                  <a:lnTo>
                    <a:pt x="3036056" y="139113"/>
                  </a:lnTo>
                  <a:lnTo>
                    <a:pt x="3039359" y="92548"/>
                  </a:lnTo>
                  <a:lnTo>
                    <a:pt x="3042663" y="53784"/>
                  </a:lnTo>
                  <a:lnTo>
                    <a:pt x="3045966" y="22249"/>
                  </a:lnTo>
                  <a:lnTo>
                    <a:pt x="3049270" y="12795"/>
                  </a:lnTo>
                  <a:lnTo>
                    <a:pt x="3052574" y="21408"/>
                  </a:lnTo>
                  <a:lnTo>
                    <a:pt x="3055877" y="42483"/>
                  </a:lnTo>
                  <a:lnTo>
                    <a:pt x="3059181" y="71663"/>
                  </a:lnTo>
                  <a:lnTo>
                    <a:pt x="3062485" y="107738"/>
                  </a:lnTo>
                  <a:lnTo>
                    <a:pt x="3065788" y="124769"/>
                  </a:lnTo>
                  <a:lnTo>
                    <a:pt x="3069092" y="129297"/>
                  </a:lnTo>
                  <a:lnTo>
                    <a:pt x="3072396" y="126996"/>
                  </a:lnTo>
                  <a:lnTo>
                    <a:pt x="3075699" y="115773"/>
                  </a:lnTo>
                  <a:lnTo>
                    <a:pt x="3079003" y="107159"/>
                  </a:lnTo>
                  <a:lnTo>
                    <a:pt x="3082307" y="103413"/>
                  </a:lnTo>
                  <a:lnTo>
                    <a:pt x="3085610" y="82989"/>
                  </a:lnTo>
                  <a:lnTo>
                    <a:pt x="3088914" y="70589"/>
                  </a:lnTo>
                  <a:lnTo>
                    <a:pt x="3092218" y="67195"/>
                  </a:lnTo>
                  <a:lnTo>
                    <a:pt x="3095521" y="59506"/>
                  </a:lnTo>
                  <a:lnTo>
                    <a:pt x="3098825" y="67524"/>
                  </a:lnTo>
                  <a:lnTo>
                    <a:pt x="3102129" y="96174"/>
                  </a:lnTo>
                  <a:lnTo>
                    <a:pt x="3105432" y="115194"/>
                  </a:lnTo>
                  <a:lnTo>
                    <a:pt x="3108736" y="116221"/>
                  </a:lnTo>
                  <a:lnTo>
                    <a:pt x="3112040" y="119105"/>
                  </a:lnTo>
                  <a:lnTo>
                    <a:pt x="3115343" y="112882"/>
                  </a:lnTo>
                  <a:lnTo>
                    <a:pt x="3118647" y="96174"/>
                  </a:lnTo>
                  <a:lnTo>
                    <a:pt x="3121950" y="78028"/>
                  </a:lnTo>
                  <a:lnTo>
                    <a:pt x="3125254" y="66066"/>
                  </a:lnTo>
                  <a:lnTo>
                    <a:pt x="3128558" y="60863"/>
                  </a:lnTo>
                  <a:lnTo>
                    <a:pt x="3131861" y="60756"/>
                  </a:lnTo>
                  <a:lnTo>
                    <a:pt x="3135165" y="63664"/>
                  </a:lnTo>
                  <a:lnTo>
                    <a:pt x="3138469" y="70855"/>
                  </a:lnTo>
                  <a:lnTo>
                    <a:pt x="3141772" y="77269"/>
                  </a:lnTo>
                  <a:lnTo>
                    <a:pt x="3145076" y="86484"/>
                  </a:lnTo>
                  <a:lnTo>
                    <a:pt x="3148380" y="95840"/>
                  </a:lnTo>
                  <a:lnTo>
                    <a:pt x="3151683" y="98039"/>
                  </a:lnTo>
                  <a:lnTo>
                    <a:pt x="3154987" y="87531"/>
                  </a:lnTo>
                  <a:lnTo>
                    <a:pt x="3158291" y="77056"/>
                  </a:lnTo>
                  <a:lnTo>
                    <a:pt x="3161594" y="67867"/>
                  </a:lnTo>
                  <a:lnTo>
                    <a:pt x="3164898" y="66969"/>
                  </a:lnTo>
                  <a:lnTo>
                    <a:pt x="3168202" y="73137"/>
                  </a:lnTo>
                  <a:lnTo>
                    <a:pt x="3171505" y="78851"/>
                  </a:lnTo>
                  <a:lnTo>
                    <a:pt x="3174809" y="96370"/>
                  </a:lnTo>
                  <a:lnTo>
                    <a:pt x="3178113" y="120317"/>
                  </a:lnTo>
                  <a:lnTo>
                    <a:pt x="3181416" y="125779"/>
                  </a:lnTo>
                  <a:lnTo>
                    <a:pt x="3184720" y="127262"/>
                  </a:lnTo>
                  <a:lnTo>
                    <a:pt x="3188024" y="149560"/>
                  </a:lnTo>
                  <a:lnTo>
                    <a:pt x="3191327" y="158872"/>
                  </a:lnTo>
                  <a:lnTo>
                    <a:pt x="3194631" y="157880"/>
                  </a:lnTo>
                  <a:lnTo>
                    <a:pt x="3197934" y="154215"/>
                  </a:lnTo>
                  <a:lnTo>
                    <a:pt x="3201238" y="146630"/>
                  </a:lnTo>
                  <a:lnTo>
                    <a:pt x="3204542" y="123979"/>
                  </a:lnTo>
                  <a:lnTo>
                    <a:pt x="3207845" y="110203"/>
                  </a:lnTo>
                  <a:lnTo>
                    <a:pt x="3211149" y="103715"/>
                  </a:lnTo>
                  <a:lnTo>
                    <a:pt x="3214453" y="100969"/>
                  </a:lnTo>
                  <a:lnTo>
                    <a:pt x="3217756" y="87019"/>
                  </a:lnTo>
                  <a:lnTo>
                    <a:pt x="3221060" y="82091"/>
                  </a:lnTo>
                  <a:lnTo>
                    <a:pt x="3224364" y="73347"/>
                  </a:lnTo>
                  <a:lnTo>
                    <a:pt x="3227667" y="47027"/>
                  </a:lnTo>
                  <a:lnTo>
                    <a:pt x="3230971" y="21954"/>
                  </a:lnTo>
                  <a:lnTo>
                    <a:pt x="3234275" y="14815"/>
                  </a:lnTo>
                  <a:lnTo>
                    <a:pt x="3237578" y="8319"/>
                  </a:lnTo>
                  <a:lnTo>
                    <a:pt x="3240882" y="5603"/>
                  </a:lnTo>
                  <a:lnTo>
                    <a:pt x="3244186" y="9529"/>
                  </a:lnTo>
                  <a:lnTo>
                    <a:pt x="3247489" y="14910"/>
                  </a:lnTo>
                  <a:lnTo>
                    <a:pt x="3250793" y="19770"/>
                  </a:lnTo>
                  <a:lnTo>
                    <a:pt x="3254097" y="30999"/>
                  </a:lnTo>
                  <a:lnTo>
                    <a:pt x="3257400" y="47961"/>
                  </a:lnTo>
                  <a:lnTo>
                    <a:pt x="3260704" y="64660"/>
                  </a:lnTo>
                  <a:lnTo>
                    <a:pt x="3264008" y="73885"/>
                  </a:lnTo>
                  <a:lnTo>
                    <a:pt x="3267311" y="79217"/>
                  </a:lnTo>
                  <a:lnTo>
                    <a:pt x="3270615" y="86720"/>
                  </a:lnTo>
                  <a:lnTo>
                    <a:pt x="3273918" y="87184"/>
                  </a:lnTo>
                  <a:lnTo>
                    <a:pt x="3277222" y="84029"/>
                  </a:lnTo>
                  <a:lnTo>
                    <a:pt x="3280526" y="91841"/>
                  </a:lnTo>
                  <a:lnTo>
                    <a:pt x="3283829" y="98483"/>
                  </a:lnTo>
                  <a:lnTo>
                    <a:pt x="3287133" y="91825"/>
                  </a:lnTo>
                  <a:lnTo>
                    <a:pt x="3290437" y="80673"/>
                  </a:lnTo>
                  <a:lnTo>
                    <a:pt x="3293740" y="79103"/>
                  </a:lnTo>
                  <a:lnTo>
                    <a:pt x="3297044" y="71871"/>
                  </a:lnTo>
                  <a:lnTo>
                    <a:pt x="3300348" y="73287"/>
                  </a:lnTo>
                  <a:lnTo>
                    <a:pt x="3303651" y="71648"/>
                  </a:lnTo>
                  <a:lnTo>
                    <a:pt x="3306955" y="61755"/>
                  </a:lnTo>
                  <a:lnTo>
                    <a:pt x="3310259" y="43895"/>
                  </a:lnTo>
                  <a:lnTo>
                    <a:pt x="3313562" y="38154"/>
                  </a:lnTo>
                  <a:lnTo>
                    <a:pt x="3316866" y="29275"/>
                  </a:lnTo>
                  <a:lnTo>
                    <a:pt x="3320170" y="21666"/>
                  </a:lnTo>
                  <a:lnTo>
                    <a:pt x="3323473" y="27901"/>
                  </a:lnTo>
                  <a:lnTo>
                    <a:pt x="3326777" y="42569"/>
                  </a:lnTo>
                  <a:lnTo>
                    <a:pt x="3330081" y="52063"/>
                  </a:lnTo>
                  <a:lnTo>
                    <a:pt x="3333384" y="67341"/>
                  </a:lnTo>
                  <a:lnTo>
                    <a:pt x="3336688" y="104883"/>
                  </a:lnTo>
                  <a:lnTo>
                    <a:pt x="3339991" y="143059"/>
                  </a:lnTo>
                  <a:lnTo>
                    <a:pt x="3343295" y="182381"/>
                  </a:lnTo>
                  <a:lnTo>
                    <a:pt x="3346599" y="191771"/>
                  </a:lnTo>
                  <a:lnTo>
                    <a:pt x="3349902" y="181263"/>
                  </a:lnTo>
                  <a:lnTo>
                    <a:pt x="3353206" y="166644"/>
                  </a:lnTo>
                  <a:lnTo>
                    <a:pt x="3356510" y="161995"/>
                  </a:lnTo>
                  <a:lnTo>
                    <a:pt x="3359813" y="155060"/>
                  </a:lnTo>
                  <a:lnTo>
                    <a:pt x="3363117" y="172584"/>
                  </a:lnTo>
                  <a:lnTo>
                    <a:pt x="3366421" y="191842"/>
                  </a:lnTo>
                  <a:lnTo>
                    <a:pt x="3369724" y="182936"/>
                  </a:lnTo>
                  <a:lnTo>
                    <a:pt x="3373028" y="152230"/>
                  </a:lnTo>
                  <a:lnTo>
                    <a:pt x="3376332" y="139622"/>
                  </a:lnTo>
                  <a:lnTo>
                    <a:pt x="3379635" y="141078"/>
                  </a:lnTo>
                  <a:lnTo>
                    <a:pt x="3382939" y="145673"/>
                  </a:lnTo>
                  <a:lnTo>
                    <a:pt x="3386243" y="154347"/>
                  </a:lnTo>
                  <a:lnTo>
                    <a:pt x="3389546" y="178182"/>
                  </a:lnTo>
                  <a:lnTo>
                    <a:pt x="3392850" y="168548"/>
                  </a:lnTo>
                  <a:lnTo>
                    <a:pt x="3396154" y="149111"/>
                  </a:lnTo>
                  <a:lnTo>
                    <a:pt x="3399457" y="137563"/>
                  </a:lnTo>
                  <a:lnTo>
                    <a:pt x="3402761" y="143068"/>
                  </a:lnTo>
                  <a:lnTo>
                    <a:pt x="3406065" y="156359"/>
                  </a:lnTo>
                  <a:lnTo>
                    <a:pt x="3409368" y="183879"/>
                  </a:lnTo>
                  <a:lnTo>
                    <a:pt x="3412672" y="199388"/>
                  </a:lnTo>
                  <a:lnTo>
                    <a:pt x="3415975" y="202693"/>
                  </a:lnTo>
                  <a:lnTo>
                    <a:pt x="3419279" y="194661"/>
                  </a:lnTo>
                  <a:lnTo>
                    <a:pt x="3422583" y="167969"/>
                  </a:lnTo>
                  <a:lnTo>
                    <a:pt x="3425886" y="140065"/>
                  </a:lnTo>
                  <a:lnTo>
                    <a:pt x="3429190" y="112951"/>
                  </a:lnTo>
                  <a:lnTo>
                    <a:pt x="3432494" y="92282"/>
                  </a:lnTo>
                  <a:lnTo>
                    <a:pt x="3435797" y="74665"/>
                  </a:lnTo>
                  <a:lnTo>
                    <a:pt x="3439101" y="67363"/>
                  </a:lnTo>
                  <a:lnTo>
                    <a:pt x="3442405" y="54111"/>
                  </a:lnTo>
                  <a:lnTo>
                    <a:pt x="3445708" y="44879"/>
                  </a:lnTo>
                  <a:lnTo>
                    <a:pt x="3449012" y="38979"/>
                  </a:lnTo>
                  <a:lnTo>
                    <a:pt x="3452316" y="35864"/>
                  </a:lnTo>
                  <a:lnTo>
                    <a:pt x="3455619" y="31808"/>
                  </a:lnTo>
                  <a:lnTo>
                    <a:pt x="3458923" y="49567"/>
                  </a:lnTo>
                  <a:lnTo>
                    <a:pt x="3462227" y="81343"/>
                  </a:lnTo>
                  <a:lnTo>
                    <a:pt x="3465530" y="116573"/>
                  </a:lnTo>
                  <a:lnTo>
                    <a:pt x="3468834" y="147183"/>
                  </a:lnTo>
                  <a:lnTo>
                    <a:pt x="3472138" y="169000"/>
                  </a:lnTo>
                  <a:lnTo>
                    <a:pt x="3475441" y="159951"/>
                  </a:lnTo>
                  <a:lnTo>
                    <a:pt x="3478745" y="132132"/>
                  </a:lnTo>
                  <a:lnTo>
                    <a:pt x="3482049" y="100215"/>
                  </a:lnTo>
                  <a:lnTo>
                    <a:pt x="3485352" y="81366"/>
                  </a:lnTo>
                  <a:lnTo>
                    <a:pt x="3488656" y="72236"/>
                  </a:lnTo>
                  <a:lnTo>
                    <a:pt x="3491959" y="73608"/>
                  </a:lnTo>
                  <a:lnTo>
                    <a:pt x="3495263" y="78508"/>
                  </a:lnTo>
                  <a:lnTo>
                    <a:pt x="3498567" y="86202"/>
                  </a:lnTo>
                  <a:lnTo>
                    <a:pt x="3501870" y="85966"/>
                  </a:lnTo>
                  <a:lnTo>
                    <a:pt x="3505174" y="85489"/>
                  </a:lnTo>
                  <a:lnTo>
                    <a:pt x="3508478" y="86147"/>
                  </a:lnTo>
                  <a:lnTo>
                    <a:pt x="3511781" y="102601"/>
                  </a:lnTo>
                  <a:lnTo>
                    <a:pt x="3515085" y="120746"/>
                  </a:lnTo>
                  <a:lnTo>
                    <a:pt x="3518389" y="130251"/>
                  </a:lnTo>
                  <a:lnTo>
                    <a:pt x="3521692" y="130809"/>
                  </a:lnTo>
                  <a:lnTo>
                    <a:pt x="3524996" y="141475"/>
                  </a:lnTo>
                  <a:lnTo>
                    <a:pt x="3528300" y="145870"/>
                  </a:lnTo>
                  <a:lnTo>
                    <a:pt x="3531603" y="145309"/>
                  </a:lnTo>
                  <a:lnTo>
                    <a:pt x="3534907" y="156359"/>
                  </a:lnTo>
                  <a:lnTo>
                    <a:pt x="3538211" y="185272"/>
                  </a:lnTo>
                  <a:lnTo>
                    <a:pt x="3541514" y="210033"/>
                  </a:lnTo>
                  <a:lnTo>
                    <a:pt x="3544818" y="219586"/>
                  </a:lnTo>
                  <a:lnTo>
                    <a:pt x="3548122" y="226576"/>
                  </a:lnTo>
                  <a:lnTo>
                    <a:pt x="3551425" y="200938"/>
                  </a:lnTo>
                  <a:lnTo>
                    <a:pt x="3554729" y="146768"/>
                  </a:lnTo>
                  <a:lnTo>
                    <a:pt x="3558033" y="99356"/>
                  </a:lnTo>
                  <a:lnTo>
                    <a:pt x="3561336" y="78432"/>
                  </a:lnTo>
                  <a:lnTo>
                    <a:pt x="3564640" y="76670"/>
                  </a:lnTo>
                  <a:lnTo>
                    <a:pt x="3567943" y="106209"/>
                  </a:lnTo>
                  <a:lnTo>
                    <a:pt x="3571247" y="145309"/>
                  </a:lnTo>
                  <a:lnTo>
                    <a:pt x="3574551" y="162908"/>
                  </a:lnTo>
                  <a:lnTo>
                    <a:pt x="3577854" y="146610"/>
                  </a:lnTo>
                  <a:lnTo>
                    <a:pt x="3581158" y="123545"/>
                  </a:lnTo>
                  <a:lnTo>
                    <a:pt x="3584462" y="106582"/>
                  </a:lnTo>
                  <a:lnTo>
                    <a:pt x="3587765" y="107440"/>
                  </a:lnTo>
                  <a:lnTo>
                    <a:pt x="3591069" y="129639"/>
                  </a:lnTo>
                  <a:lnTo>
                    <a:pt x="3594373" y="167242"/>
                  </a:lnTo>
                  <a:lnTo>
                    <a:pt x="3597676" y="204336"/>
                  </a:lnTo>
                  <a:lnTo>
                    <a:pt x="3600980" y="199932"/>
                  </a:lnTo>
                  <a:lnTo>
                    <a:pt x="3604284" y="180049"/>
                  </a:lnTo>
                  <a:lnTo>
                    <a:pt x="3607587" y="149470"/>
                  </a:lnTo>
                  <a:lnTo>
                    <a:pt x="3610891" y="113604"/>
                  </a:lnTo>
                  <a:lnTo>
                    <a:pt x="3614195" y="74845"/>
                  </a:lnTo>
                  <a:lnTo>
                    <a:pt x="3617498" y="54416"/>
                  </a:lnTo>
                  <a:lnTo>
                    <a:pt x="3620802" y="39353"/>
                  </a:lnTo>
                  <a:lnTo>
                    <a:pt x="3624106" y="26272"/>
                  </a:lnTo>
                  <a:lnTo>
                    <a:pt x="3627409" y="26854"/>
                  </a:lnTo>
                  <a:lnTo>
                    <a:pt x="3630713" y="49451"/>
                  </a:lnTo>
                  <a:lnTo>
                    <a:pt x="3634017" y="71300"/>
                  </a:lnTo>
                  <a:lnTo>
                    <a:pt x="3637320" y="84458"/>
                  </a:lnTo>
                  <a:lnTo>
                    <a:pt x="3640624" y="94914"/>
                  </a:lnTo>
                  <a:lnTo>
                    <a:pt x="3643927" y="96565"/>
                  </a:lnTo>
                  <a:lnTo>
                    <a:pt x="3647231" y="77519"/>
                  </a:lnTo>
                  <a:lnTo>
                    <a:pt x="3650535" y="62981"/>
                  </a:lnTo>
                  <a:lnTo>
                    <a:pt x="3653838" y="60010"/>
                  </a:lnTo>
                  <a:lnTo>
                    <a:pt x="3657142" y="66037"/>
                  </a:lnTo>
                  <a:lnTo>
                    <a:pt x="3660446" y="68358"/>
                  </a:lnTo>
                  <a:lnTo>
                    <a:pt x="3663749" y="70389"/>
                  </a:lnTo>
                  <a:lnTo>
                    <a:pt x="3667053" y="62679"/>
                  </a:lnTo>
                  <a:lnTo>
                    <a:pt x="3670357" y="54444"/>
                  </a:lnTo>
                  <a:lnTo>
                    <a:pt x="3673660" y="55287"/>
                  </a:lnTo>
                  <a:lnTo>
                    <a:pt x="3676964" y="71337"/>
                  </a:lnTo>
                  <a:lnTo>
                    <a:pt x="3680268" y="99001"/>
                  </a:lnTo>
                  <a:lnTo>
                    <a:pt x="3683571" y="140335"/>
                  </a:lnTo>
                  <a:lnTo>
                    <a:pt x="3686875" y="175049"/>
                  </a:lnTo>
                  <a:lnTo>
                    <a:pt x="3690179" y="180644"/>
                  </a:lnTo>
                  <a:lnTo>
                    <a:pt x="3693482" y="156554"/>
                  </a:lnTo>
                  <a:lnTo>
                    <a:pt x="3696786" y="120067"/>
                  </a:lnTo>
                  <a:lnTo>
                    <a:pt x="3700090" y="88677"/>
                  </a:lnTo>
                  <a:lnTo>
                    <a:pt x="3703393" y="73220"/>
                  </a:lnTo>
                  <a:lnTo>
                    <a:pt x="3706697" y="75003"/>
                  </a:lnTo>
                  <a:lnTo>
                    <a:pt x="3710001" y="87169"/>
                  </a:lnTo>
                  <a:lnTo>
                    <a:pt x="3713304" y="99545"/>
                  </a:lnTo>
                  <a:lnTo>
                    <a:pt x="3716608" y="109541"/>
                  </a:lnTo>
                  <a:lnTo>
                    <a:pt x="3719911" y="109027"/>
                  </a:lnTo>
                  <a:lnTo>
                    <a:pt x="3723215" y="90601"/>
                  </a:lnTo>
                  <a:lnTo>
                    <a:pt x="3726519" y="72943"/>
                  </a:lnTo>
                  <a:lnTo>
                    <a:pt x="3729822" y="69335"/>
                  </a:lnTo>
                  <a:lnTo>
                    <a:pt x="3733126" y="60123"/>
                  </a:lnTo>
                  <a:lnTo>
                    <a:pt x="3736430" y="52160"/>
                  </a:lnTo>
                  <a:lnTo>
                    <a:pt x="3739733" y="52332"/>
                  </a:lnTo>
                  <a:lnTo>
                    <a:pt x="3743037" y="58734"/>
                  </a:lnTo>
                  <a:lnTo>
                    <a:pt x="3746341" y="64429"/>
                  </a:lnTo>
                  <a:lnTo>
                    <a:pt x="3749644" y="86838"/>
                  </a:lnTo>
                  <a:lnTo>
                    <a:pt x="3752948" y="112023"/>
                  </a:lnTo>
                  <a:lnTo>
                    <a:pt x="3756252" y="132235"/>
                  </a:lnTo>
                  <a:lnTo>
                    <a:pt x="3759555" y="139161"/>
                  </a:lnTo>
                  <a:lnTo>
                    <a:pt x="3762859" y="132863"/>
                  </a:lnTo>
                  <a:lnTo>
                    <a:pt x="3766163" y="110978"/>
                  </a:lnTo>
                  <a:lnTo>
                    <a:pt x="3769466" y="98943"/>
                  </a:lnTo>
                  <a:lnTo>
                    <a:pt x="3772770" y="107083"/>
                  </a:lnTo>
                  <a:lnTo>
                    <a:pt x="3776074" y="134678"/>
                  </a:lnTo>
                  <a:lnTo>
                    <a:pt x="3779377" y="165729"/>
                  </a:lnTo>
                  <a:lnTo>
                    <a:pt x="3782681" y="198171"/>
                  </a:lnTo>
                  <a:lnTo>
                    <a:pt x="3785984" y="215985"/>
                  </a:lnTo>
                  <a:lnTo>
                    <a:pt x="3789288" y="201911"/>
                  </a:lnTo>
                  <a:lnTo>
                    <a:pt x="3792592" y="173677"/>
                  </a:lnTo>
                  <a:lnTo>
                    <a:pt x="3795895" y="128992"/>
                  </a:lnTo>
                  <a:lnTo>
                    <a:pt x="3799199" y="89916"/>
                  </a:lnTo>
                  <a:lnTo>
                    <a:pt x="3802503" y="57761"/>
                  </a:lnTo>
                  <a:lnTo>
                    <a:pt x="3805806" y="38102"/>
                  </a:lnTo>
                  <a:lnTo>
                    <a:pt x="3809110" y="24467"/>
                  </a:lnTo>
                  <a:lnTo>
                    <a:pt x="3812414" y="28373"/>
                  </a:lnTo>
                  <a:lnTo>
                    <a:pt x="3815717" y="41985"/>
                  </a:lnTo>
                  <a:lnTo>
                    <a:pt x="3819021" y="62729"/>
                  </a:lnTo>
                  <a:lnTo>
                    <a:pt x="3822325" y="76058"/>
                  </a:lnTo>
                  <a:lnTo>
                    <a:pt x="3825628" y="78104"/>
                  </a:lnTo>
                  <a:lnTo>
                    <a:pt x="3828932" y="73093"/>
                  </a:lnTo>
                  <a:lnTo>
                    <a:pt x="3832236" y="61691"/>
                  </a:lnTo>
                  <a:lnTo>
                    <a:pt x="3835539" y="49314"/>
                  </a:lnTo>
                  <a:lnTo>
                    <a:pt x="3838843" y="45806"/>
                  </a:lnTo>
                  <a:lnTo>
                    <a:pt x="3842147" y="51327"/>
                  </a:lnTo>
                  <a:lnTo>
                    <a:pt x="3845450" y="63642"/>
                  </a:lnTo>
                  <a:lnTo>
                    <a:pt x="3848754" y="88258"/>
                  </a:lnTo>
                  <a:lnTo>
                    <a:pt x="3852058" y="112179"/>
                  </a:lnTo>
                  <a:lnTo>
                    <a:pt x="3855361" y="145988"/>
                  </a:lnTo>
                  <a:lnTo>
                    <a:pt x="3858665" y="172791"/>
                  </a:lnTo>
                  <a:lnTo>
                    <a:pt x="3861968" y="189924"/>
                  </a:lnTo>
                  <a:lnTo>
                    <a:pt x="3865272" y="193962"/>
                  </a:lnTo>
                  <a:lnTo>
                    <a:pt x="3868576" y="197499"/>
                  </a:lnTo>
                  <a:lnTo>
                    <a:pt x="3871879" y="192394"/>
                  </a:lnTo>
                  <a:lnTo>
                    <a:pt x="3875183" y="196721"/>
                  </a:lnTo>
                  <a:lnTo>
                    <a:pt x="3878487" y="216681"/>
                  </a:lnTo>
                  <a:lnTo>
                    <a:pt x="3881790" y="245812"/>
                  </a:lnTo>
                  <a:lnTo>
                    <a:pt x="3885094" y="259932"/>
                  </a:lnTo>
                  <a:lnTo>
                    <a:pt x="3888398" y="250435"/>
                  </a:lnTo>
                  <a:lnTo>
                    <a:pt x="3891701" y="242490"/>
                  </a:lnTo>
                  <a:lnTo>
                    <a:pt x="3895005" y="232016"/>
                  </a:lnTo>
                  <a:lnTo>
                    <a:pt x="3898309" y="216848"/>
                  </a:lnTo>
                  <a:lnTo>
                    <a:pt x="3901612" y="210033"/>
                  </a:lnTo>
                  <a:lnTo>
                    <a:pt x="3904916" y="211572"/>
                  </a:lnTo>
                  <a:lnTo>
                    <a:pt x="3908220" y="206523"/>
                  </a:lnTo>
                  <a:lnTo>
                    <a:pt x="3911523" y="205904"/>
                  </a:lnTo>
                  <a:lnTo>
                    <a:pt x="3914827" y="207717"/>
                  </a:lnTo>
                  <a:lnTo>
                    <a:pt x="3918131" y="217094"/>
                  </a:lnTo>
                  <a:lnTo>
                    <a:pt x="3921434" y="224681"/>
                  </a:lnTo>
                  <a:lnTo>
                    <a:pt x="3924738" y="225667"/>
                  </a:lnTo>
                  <a:lnTo>
                    <a:pt x="3928042" y="213756"/>
                  </a:lnTo>
                  <a:lnTo>
                    <a:pt x="3931345" y="188345"/>
                  </a:lnTo>
                  <a:lnTo>
                    <a:pt x="3934649" y="177337"/>
                  </a:lnTo>
                  <a:lnTo>
                    <a:pt x="3937952" y="183675"/>
                  </a:lnTo>
                  <a:lnTo>
                    <a:pt x="3941256" y="194969"/>
                  </a:lnTo>
                  <a:lnTo>
                    <a:pt x="3944560" y="207892"/>
                  </a:lnTo>
                  <a:lnTo>
                    <a:pt x="3947863" y="225400"/>
                  </a:lnTo>
                  <a:lnTo>
                    <a:pt x="3951167" y="229512"/>
                  </a:lnTo>
                  <a:lnTo>
                    <a:pt x="3954471" y="231469"/>
                  </a:lnTo>
                  <a:lnTo>
                    <a:pt x="3957774" y="241184"/>
                  </a:lnTo>
                  <a:lnTo>
                    <a:pt x="3961078" y="243731"/>
                  </a:lnTo>
                  <a:lnTo>
                    <a:pt x="3964382" y="238522"/>
                  </a:lnTo>
                  <a:lnTo>
                    <a:pt x="3967685" y="229593"/>
                  </a:lnTo>
                  <a:lnTo>
                    <a:pt x="3970989" y="199086"/>
                  </a:lnTo>
                  <a:lnTo>
                    <a:pt x="3974293" y="154571"/>
                  </a:lnTo>
                  <a:lnTo>
                    <a:pt x="3977596" y="112491"/>
                  </a:lnTo>
                  <a:lnTo>
                    <a:pt x="3980900" y="70648"/>
                  </a:lnTo>
                  <a:lnTo>
                    <a:pt x="3984204" y="34900"/>
                  </a:lnTo>
                  <a:lnTo>
                    <a:pt x="3987507" y="9857"/>
                  </a:lnTo>
                  <a:lnTo>
                    <a:pt x="3990811" y="0"/>
                  </a:lnTo>
                  <a:lnTo>
                    <a:pt x="3994115" y="6215"/>
                  </a:lnTo>
                  <a:lnTo>
                    <a:pt x="3997418" y="31635"/>
                  </a:lnTo>
                  <a:lnTo>
                    <a:pt x="4000722" y="68043"/>
                  </a:lnTo>
                  <a:lnTo>
                    <a:pt x="4004026" y="117968"/>
                  </a:lnTo>
                  <a:lnTo>
                    <a:pt x="4007329" y="171757"/>
                  </a:lnTo>
                  <a:lnTo>
                    <a:pt x="4010633" y="195207"/>
                  </a:lnTo>
                  <a:lnTo>
                    <a:pt x="4013936" y="200598"/>
                  </a:lnTo>
                  <a:lnTo>
                    <a:pt x="4017240" y="200222"/>
                  </a:lnTo>
                  <a:lnTo>
                    <a:pt x="4020544" y="180532"/>
                  </a:lnTo>
                  <a:lnTo>
                    <a:pt x="4023847" y="141611"/>
                  </a:lnTo>
                  <a:lnTo>
                    <a:pt x="4027151" y="120103"/>
                  </a:lnTo>
                  <a:lnTo>
                    <a:pt x="4030455" y="111937"/>
                  </a:lnTo>
                  <a:lnTo>
                    <a:pt x="4033758" y="109464"/>
                  </a:lnTo>
                  <a:lnTo>
                    <a:pt x="4037062" y="115176"/>
                  </a:lnTo>
                  <a:lnTo>
                    <a:pt x="4040366" y="127436"/>
                  </a:lnTo>
                  <a:lnTo>
                    <a:pt x="4043669" y="126519"/>
                  </a:lnTo>
                  <a:lnTo>
                    <a:pt x="4046973" y="118225"/>
                  </a:lnTo>
                  <a:lnTo>
                    <a:pt x="4050277" y="99876"/>
                  </a:lnTo>
                  <a:lnTo>
                    <a:pt x="4053580" y="80504"/>
                  </a:lnTo>
                  <a:lnTo>
                    <a:pt x="4056884" y="69313"/>
                  </a:lnTo>
                  <a:lnTo>
                    <a:pt x="4060188" y="76277"/>
                  </a:lnTo>
                  <a:lnTo>
                    <a:pt x="4063491" y="80466"/>
                  </a:lnTo>
                  <a:lnTo>
                    <a:pt x="4066795" y="87043"/>
                  </a:lnTo>
                  <a:lnTo>
                    <a:pt x="4070099" y="103120"/>
                  </a:lnTo>
                  <a:lnTo>
                    <a:pt x="4073402" y="132002"/>
                  </a:lnTo>
                  <a:lnTo>
                    <a:pt x="4076706" y="163613"/>
                  </a:lnTo>
                  <a:lnTo>
                    <a:pt x="4080010" y="208766"/>
                  </a:lnTo>
                  <a:lnTo>
                    <a:pt x="4083313" y="272021"/>
                  </a:lnTo>
                  <a:lnTo>
                    <a:pt x="4086617" y="345997"/>
                  </a:lnTo>
                  <a:lnTo>
                    <a:pt x="4089920" y="416997"/>
                  </a:lnTo>
                  <a:lnTo>
                    <a:pt x="4093224" y="489247"/>
                  </a:lnTo>
                  <a:lnTo>
                    <a:pt x="4096528" y="548420"/>
                  </a:lnTo>
                  <a:lnTo>
                    <a:pt x="4099831" y="594363"/>
                  </a:lnTo>
                  <a:lnTo>
                    <a:pt x="4103135" y="615102"/>
                  </a:lnTo>
                  <a:lnTo>
                    <a:pt x="4106439" y="633426"/>
                  </a:lnTo>
                  <a:lnTo>
                    <a:pt x="4109742" y="656821"/>
                  </a:lnTo>
                  <a:lnTo>
                    <a:pt x="4113046" y="691789"/>
                  </a:lnTo>
                  <a:lnTo>
                    <a:pt x="4116350" y="726597"/>
                  </a:lnTo>
                  <a:lnTo>
                    <a:pt x="4119653" y="772666"/>
                  </a:lnTo>
                  <a:lnTo>
                    <a:pt x="4122957" y="806221"/>
                  </a:lnTo>
                  <a:lnTo>
                    <a:pt x="4126261" y="830169"/>
                  </a:lnTo>
                  <a:lnTo>
                    <a:pt x="4129564" y="852425"/>
                  </a:lnTo>
                  <a:lnTo>
                    <a:pt x="4132868" y="884174"/>
                  </a:lnTo>
                  <a:lnTo>
                    <a:pt x="4136172" y="909794"/>
                  </a:lnTo>
                  <a:lnTo>
                    <a:pt x="4139475" y="926189"/>
                  </a:lnTo>
                  <a:lnTo>
                    <a:pt x="4142779" y="958904"/>
                  </a:lnTo>
                  <a:lnTo>
                    <a:pt x="4146083" y="1027150"/>
                  </a:lnTo>
                  <a:lnTo>
                    <a:pt x="4149386" y="1135328"/>
                  </a:lnTo>
                  <a:lnTo>
                    <a:pt x="4152690" y="1249374"/>
                  </a:lnTo>
                  <a:lnTo>
                    <a:pt x="4155993" y="1273483"/>
                  </a:lnTo>
                  <a:lnTo>
                    <a:pt x="4159297" y="1221311"/>
                  </a:lnTo>
                  <a:lnTo>
                    <a:pt x="4162601" y="1188025"/>
                  </a:lnTo>
                  <a:lnTo>
                    <a:pt x="4165904" y="1158488"/>
                  </a:lnTo>
                  <a:lnTo>
                    <a:pt x="4169208" y="1151142"/>
                  </a:lnTo>
                  <a:lnTo>
                    <a:pt x="4172512" y="1151142"/>
                  </a:lnTo>
                  <a:lnTo>
                    <a:pt x="4175815" y="1169907"/>
                  </a:lnTo>
                  <a:lnTo>
                    <a:pt x="4179119" y="1179818"/>
                  </a:lnTo>
                  <a:lnTo>
                    <a:pt x="4182423" y="1190118"/>
                  </a:lnTo>
                  <a:lnTo>
                    <a:pt x="4185726" y="1179818"/>
                  </a:lnTo>
                  <a:lnTo>
                    <a:pt x="4189030" y="1179818"/>
                  </a:lnTo>
                  <a:lnTo>
                    <a:pt x="4192334" y="1135754"/>
                  </a:lnTo>
                  <a:lnTo>
                    <a:pt x="4195637" y="1096190"/>
                  </a:lnTo>
                  <a:lnTo>
                    <a:pt x="4198941" y="1084341"/>
                  </a:lnTo>
                  <a:lnTo>
                    <a:pt x="4202245" y="1106299"/>
                  </a:lnTo>
                  <a:lnTo>
                    <a:pt x="4205548" y="1138760"/>
                  </a:lnTo>
                  <a:lnTo>
                    <a:pt x="4208852" y="1204696"/>
                  </a:lnTo>
                  <a:lnTo>
                    <a:pt x="4212156" y="1267069"/>
                  </a:lnTo>
                  <a:lnTo>
                    <a:pt x="4215459" y="1298440"/>
                  </a:lnTo>
                  <a:lnTo>
                    <a:pt x="4218763" y="1229115"/>
                  </a:lnTo>
                  <a:lnTo>
                    <a:pt x="4222067" y="1155248"/>
                  </a:lnTo>
                  <a:lnTo>
                    <a:pt x="4225370" y="1093268"/>
                  </a:lnTo>
                  <a:lnTo>
                    <a:pt x="4228674" y="1061169"/>
                  </a:lnTo>
                  <a:lnTo>
                    <a:pt x="4231977" y="1034016"/>
                  </a:lnTo>
                  <a:lnTo>
                    <a:pt x="4235281" y="1052010"/>
                  </a:lnTo>
                  <a:lnTo>
                    <a:pt x="4238585" y="1099516"/>
                  </a:lnTo>
                  <a:lnTo>
                    <a:pt x="4241888" y="1182866"/>
                  </a:lnTo>
                  <a:lnTo>
                    <a:pt x="4245192" y="1262187"/>
                  </a:lnTo>
                  <a:lnTo>
                    <a:pt x="4248496" y="1342382"/>
                  </a:lnTo>
                  <a:lnTo>
                    <a:pt x="4251799" y="1307316"/>
                  </a:lnTo>
                  <a:lnTo>
                    <a:pt x="4255103" y="1248717"/>
                  </a:lnTo>
                  <a:lnTo>
                    <a:pt x="4258407" y="1217203"/>
                  </a:lnTo>
                  <a:lnTo>
                    <a:pt x="4261710" y="1217203"/>
                  </a:lnTo>
                  <a:lnTo>
                    <a:pt x="4265014" y="1229115"/>
                  </a:lnTo>
                  <a:lnTo>
                    <a:pt x="4268318" y="1268481"/>
                  </a:lnTo>
                  <a:lnTo>
                    <a:pt x="4271621" y="1268481"/>
                  </a:lnTo>
                  <a:lnTo>
                    <a:pt x="4274925" y="1209741"/>
                  </a:lnTo>
                  <a:lnTo>
                    <a:pt x="4278229" y="1149337"/>
                  </a:lnTo>
                  <a:lnTo>
                    <a:pt x="4281532" y="1100261"/>
                  </a:lnTo>
                  <a:lnTo>
                    <a:pt x="4284836" y="1071997"/>
                  </a:lnTo>
                  <a:lnTo>
                    <a:pt x="4288140" y="1071997"/>
                  </a:lnTo>
                  <a:lnTo>
                    <a:pt x="4291443" y="1094360"/>
                  </a:lnTo>
                  <a:lnTo>
                    <a:pt x="4294747" y="1101758"/>
                  </a:lnTo>
                  <a:lnTo>
                    <a:pt x="4298051" y="1117210"/>
                  </a:lnTo>
                  <a:lnTo>
                    <a:pt x="4301354" y="1151142"/>
                  </a:lnTo>
                  <a:lnTo>
                    <a:pt x="4304658" y="1190118"/>
                  </a:lnTo>
                  <a:lnTo>
                    <a:pt x="4307961" y="1212014"/>
                  </a:lnTo>
                  <a:lnTo>
                    <a:pt x="4311265" y="1257393"/>
                  </a:lnTo>
                  <a:lnTo>
                    <a:pt x="4314569" y="1257393"/>
                  </a:lnTo>
                  <a:lnTo>
                    <a:pt x="4317872" y="1223688"/>
                  </a:lnTo>
                  <a:lnTo>
                    <a:pt x="4321176" y="1160826"/>
                  </a:lnTo>
                  <a:lnTo>
                    <a:pt x="4324480" y="1085044"/>
                  </a:lnTo>
                  <a:lnTo>
                    <a:pt x="4327783" y="1008355"/>
                  </a:lnTo>
                  <a:lnTo>
                    <a:pt x="4331087" y="929088"/>
                  </a:lnTo>
                  <a:lnTo>
                    <a:pt x="4334391" y="875315"/>
                  </a:lnTo>
                  <a:lnTo>
                    <a:pt x="4337694" y="862789"/>
                  </a:lnTo>
                  <a:lnTo>
                    <a:pt x="4340998" y="889302"/>
                  </a:lnTo>
                  <a:lnTo>
                    <a:pt x="4344302" y="936781"/>
                  </a:lnTo>
                  <a:lnTo>
                    <a:pt x="4347605" y="1029989"/>
                  </a:lnTo>
                  <a:lnTo>
                    <a:pt x="4350909" y="1142239"/>
                  </a:lnTo>
                  <a:lnTo>
                    <a:pt x="4354213" y="1212014"/>
                  </a:lnTo>
                  <a:lnTo>
                    <a:pt x="4357516" y="1190118"/>
                  </a:lnTo>
                  <a:lnTo>
                    <a:pt x="4360820" y="1101008"/>
                  </a:lnTo>
                  <a:lnTo>
                    <a:pt x="4364124" y="1041066"/>
                  </a:lnTo>
                  <a:lnTo>
                    <a:pt x="4367427" y="1028282"/>
                  </a:lnTo>
                  <a:lnTo>
                    <a:pt x="4370731" y="1034016"/>
                  </a:lnTo>
                  <a:lnTo>
                    <a:pt x="4374035" y="1058292"/>
                  </a:lnTo>
                  <a:lnTo>
                    <a:pt x="4377338" y="1123654"/>
                  </a:lnTo>
                  <a:lnTo>
                    <a:pt x="4380642" y="1177806"/>
                  </a:lnTo>
                  <a:lnTo>
                    <a:pt x="4383945" y="1169907"/>
                  </a:lnTo>
                  <a:lnTo>
                    <a:pt x="4387249" y="1140494"/>
                  </a:lnTo>
                  <a:lnTo>
                    <a:pt x="4390553" y="1100261"/>
                  </a:lnTo>
                  <a:lnTo>
                    <a:pt x="4393856" y="1092905"/>
                  </a:lnTo>
                  <a:lnTo>
                    <a:pt x="4397160" y="1116812"/>
                  </a:lnTo>
                  <a:lnTo>
                    <a:pt x="4400464" y="1150689"/>
                  </a:lnTo>
                  <a:lnTo>
                    <a:pt x="4403767" y="1157095"/>
                  </a:lnTo>
                  <a:lnTo>
                    <a:pt x="4407071" y="1166525"/>
                  </a:lnTo>
                  <a:lnTo>
                    <a:pt x="4410375" y="1147991"/>
                  </a:lnTo>
                  <a:lnTo>
                    <a:pt x="4413678" y="1146652"/>
                  </a:lnTo>
                  <a:lnTo>
                    <a:pt x="4416982" y="1129426"/>
                  </a:lnTo>
                  <a:lnTo>
                    <a:pt x="4420286" y="1149337"/>
                  </a:lnTo>
                  <a:lnTo>
                    <a:pt x="4423589" y="1134476"/>
                  </a:lnTo>
                  <a:lnTo>
                    <a:pt x="4426893" y="1087875"/>
                  </a:lnTo>
                  <a:lnTo>
                    <a:pt x="4430197" y="1030560"/>
                  </a:lnTo>
                  <a:lnTo>
                    <a:pt x="4433500" y="1002121"/>
                  </a:lnTo>
                  <a:lnTo>
                    <a:pt x="4436804" y="1002892"/>
                  </a:lnTo>
                  <a:lnTo>
                    <a:pt x="4440108" y="1033726"/>
                  </a:lnTo>
                  <a:lnTo>
                    <a:pt x="4443411" y="1091819"/>
                  </a:lnTo>
                  <a:lnTo>
                    <a:pt x="4446715" y="1158488"/>
                  </a:lnTo>
                  <a:lnTo>
                    <a:pt x="4450019" y="1249374"/>
                  </a:lnTo>
                  <a:lnTo>
                    <a:pt x="4453322" y="1267069"/>
                  </a:lnTo>
                  <a:lnTo>
                    <a:pt x="4456626" y="1254022"/>
                  </a:lnTo>
                  <a:lnTo>
                    <a:pt x="4459929" y="1228506"/>
                  </a:lnTo>
                  <a:lnTo>
                    <a:pt x="4463233" y="1220720"/>
                  </a:lnTo>
                  <a:lnTo>
                    <a:pt x="4466537" y="1115228"/>
                  </a:lnTo>
                  <a:lnTo>
                    <a:pt x="4469840" y="1010732"/>
                  </a:lnTo>
                  <a:lnTo>
                    <a:pt x="4473144" y="966638"/>
                  </a:lnTo>
                  <a:lnTo>
                    <a:pt x="4476448" y="956088"/>
                  </a:lnTo>
                  <a:lnTo>
                    <a:pt x="4479751" y="953942"/>
                  </a:lnTo>
                  <a:lnTo>
                    <a:pt x="4483055" y="979978"/>
                  </a:lnTo>
                  <a:lnTo>
                    <a:pt x="4486359" y="1049846"/>
                  </a:lnTo>
                  <a:lnTo>
                    <a:pt x="4489662" y="1112478"/>
                  </a:lnTo>
                  <a:lnTo>
                    <a:pt x="4492966" y="1158488"/>
                  </a:lnTo>
                  <a:lnTo>
                    <a:pt x="4496270" y="1188025"/>
                  </a:lnTo>
                  <a:lnTo>
                    <a:pt x="4499573" y="1223688"/>
                  </a:lnTo>
                  <a:lnTo>
                    <a:pt x="4502877" y="1235904"/>
                  </a:lnTo>
                  <a:lnTo>
                    <a:pt x="4506181" y="1212014"/>
                  </a:lnTo>
                  <a:lnTo>
                    <a:pt x="4509484" y="1212014"/>
                  </a:lnTo>
                  <a:lnTo>
                    <a:pt x="4512788" y="1212014"/>
                  </a:lnTo>
                  <a:lnTo>
                    <a:pt x="4516092" y="1235904"/>
                  </a:lnTo>
                  <a:lnTo>
                    <a:pt x="4519395" y="1262187"/>
                  </a:lnTo>
                  <a:lnTo>
                    <a:pt x="4522699" y="1235904"/>
                  </a:lnTo>
                  <a:lnTo>
                    <a:pt x="4526003" y="1177806"/>
                  </a:lnTo>
                  <a:lnTo>
                    <a:pt x="4529306" y="1091098"/>
                  </a:lnTo>
                  <a:lnTo>
                    <a:pt x="4532610" y="1016362"/>
                  </a:lnTo>
                  <a:lnTo>
                    <a:pt x="4535913" y="960213"/>
                  </a:lnTo>
                  <a:lnTo>
                    <a:pt x="4539217" y="951602"/>
                  </a:lnTo>
                  <a:lnTo>
                    <a:pt x="4542521" y="969343"/>
                  </a:lnTo>
                  <a:lnTo>
                    <a:pt x="4545824" y="1009673"/>
                  </a:lnTo>
                  <a:lnTo>
                    <a:pt x="4549128" y="1042559"/>
                  </a:lnTo>
                  <a:lnTo>
                    <a:pt x="4552432" y="1007568"/>
                  </a:lnTo>
                  <a:lnTo>
                    <a:pt x="4555735" y="927924"/>
                  </a:lnTo>
                  <a:lnTo>
                    <a:pt x="4559039" y="840367"/>
                  </a:lnTo>
                  <a:lnTo>
                    <a:pt x="4562343" y="762164"/>
                  </a:lnTo>
                  <a:lnTo>
                    <a:pt x="4565646" y="714045"/>
                  </a:lnTo>
                  <a:lnTo>
                    <a:pt x="4568950" y="673613"/>
                  </a:lnTo>
                  <a:lnTo>
                    <a:pt x="4572254" y="606883"/>
                  </a:lnTo>
                  <a:lnTo>
                    <a:pt x="4575557" y="547464"/>
                  </a:lnTo>
                  <a:lnTo>
                    <a:pt x="4578861" y="511304"/>
                  </a:lnTo>
                  <a:lnTo>
                    <a:pt x="4582165" y="493172"/>
                  </a:lnTo>
                  <a:lnTo>
                    <a:pt x="4585468" y="512335"/>
                  </a:lnTo>
                  <a:lnTo>
                    <a:pt x="4588772" y="574084"/>
                  </a:lnTo>
                  <a:lnTo>
                    <a:pt x="4592076" y="675309"/>
                  </a:lnTo>
                  <a:lnTo>
                    <a:pt x="4595379" y="818177"/>
                  </a:lnTo>
                  <a:lnTo>
                    <a:pt x="4598683" y="985461"/>
                  </a:lnTo>
                  <a:lnTo>
                    <a:pt x="4601986" y="1023226"/>
                  </a:lnTo>
                  <a:lnTo>
                    <a:pt x="4605290" y="1003665"/>
                  </a:lnTo>
                  <a:lnTo>
                    <a:pt x="4608594" y="978097"/>
                  </a:lnTo>
                  <a:lnTo>
                    <a:pt x="4611897" y="968890"/>
                  </a:lnTo>
                  <a:lnTo>
                    <a:pt x="4615201" y="982586"/>
                  </a:lnTo>
                  <a:lnTo>
                    <a:pt x="4618505" y="1041066"/>
                  </a:lnTo>
                  <a:lnTo>
                    <a:pt x="4621808" y="1100261"/>
                  </a:lnTo>
                  <a:lnTo>
                    <a:pt x="4625112" y="1160357"/>
                  </a:lnTo>
                  <a:lnTo>
                    <a:pt x="4628416" y="1190118"/>
                  </a:lnTo>
                  <a:lnTo>
                    <a:pt x="4631719" y="1223688"/>
                  </a:lnTo>
                  <a:lnTo>
                    <a:pt x="4635023" y="1236530"/>
                  </a:lnTo>
                  <a:lnTo>
                    <a:pt x="4638327" y="1262879"/>
                  </a:lnTo>
                  <a:lnTo>
                    <a:pt x="4641630" y="1277116"/>
                  </a:lnTo>
                  <a:lnTo>
                    <a:pt x="4644934" y="1299235"/>
                  </a:lnTo>
                  <a:lnTo>
                    <a:pt x="4648238" y="1315653"/>
                  </a:lnTo>
                  <a:lnTo>
                    <a:pt x="4651541" y="1332263"/>
                  </a:lnTo>
                  <a:lnTo>
                    <a:pt x="4654845" y="1314808"/>
                  </a:lnTo>
                  <a:lnTo>
                    <a:pt x="4658149" y="1275657"/>
                  </a:lnTo>
                  <a:lnTo>
                    <a:pt x="4661452" y="1195423"/>
                  </a:lnTo>
                  <a:lnTo>
                    <a:pt x="4664756" y="1123654"/>
                  </a:lnTo>
                  <a:lnTo>
                    <a:pt x="4668060" y="1083640"/>
                  </a:lnTo>
                  <a:lnTo>
                    <a:pt x="4671363" y="1065708"/>
                  </a:lnTo>
                  <a:lnTo>
                    <a:pt x="4674667" y="1069331"/>
                  </a:lnTo>
                  <a:lnTo>
                    <a:pt x="4677970" y="1124062"/>
                  </a:lnTo>
                  <a:lnTo>
                    <a:pt x="4681274" y="1195960"/>
                  </a:lnTo>
                  <a:lnTo>
                    <a:pt x="4684578" y="1234035"/>
                  </a:lnTo>
                  <a:lnTo>
                    <a:pt x="4687881" y="1269190"/>
                  </a:lnTo>
                  <a:lnTo>
                    <a:pt x="4691185" y="1268481"/>
                  </a:lnTo>
                  <a:lnTo>
                    <a:pt x="4694489" y="1223688"/>
                  </a:lnTo>
                  <a:lnTo>
                    <a:pt x="4697792" y="1200838"/>
                  </a:lnTo>
                  <a:lnTo>
                    <a:pt x="4701096" y="1190118"/>
                  </a:lnTo>
                  <a:lnTo>
                    <a:pt x="4704400" y="1160357"/>
                  </a:lnTo>
                  <a:lnTo>
                    <a:pt x="4707703" y="1142239"/>
                  </a:lnTo>
                  <a:lnTo>
                    <a:pt x="4711007" y="1117210"/>
                  </a:lnTo>
                  <a:lnTo>
                    <a:pt x="4714311" y="1117210"/>
                  </a:lnTo>
                  <a:lnTo>
                    <a:pt x="4717614" y="1142239"/>
                  </a:lnTo>
                  <a:lnTo>
                    <a:pt x="4720918" y="1190118"/>
                  </a:lnTo>
                  <a:lnTo>
                    <a:pt x="4724222" y="1248717"/>
                  </a:lnTo>
                  <a:lnTo>
                    <a:pt x="4727525" y="1361843"/>
                  </a:lnTo>
                  <a:lnTo>
                    <a:pt x="4730829" y="1382863"/>
                  </a:lnTo>
                  <a:lnTo>
                    <a:pt x="4734133" y="1291395"/>
                  </a:lnTo>
                  <a:lnTo>
                    <a:pt x="4737436" y="1235904"/>
                  </a:lnTo>
                  <a:lnTo>
                    <a:pt x="4740740" y="1212014"/>
                  </a:lnTo>
                  <a:lnTo>
                    <a:pt x="4744044" y="1212014"/>
                  </a:lnTo>
                  <a:lnTo>
                    <a:pt x="4747347" y="1235904"/>
                  </a:lnTo>
                  <a:lnTo>
                    <a:pt x="4750651" y="1307316"/>
                  </a:lnTo>
                  <a:lnTo>
                    <a:pt x="4753954" y="1324264"/>
                  </a:lnTo>
                  <a:lnTo>
                    <a:pt x="4757258" y="1291395"/>
                  </a:lnTo>
                  <a:lnTo>
                    <a:pt x="4760562" y="1246104"/>
                  </a:lnTo>
                  <a:lnTo>
                    <a:pt x="4763865" y="1233415"/>
                  </a:lnTo>
                  <a:lnTo>
                    <a:pt x="4767169" y="1221311"/>
                  </a:lnTo>
                  <a:lnTo>
                    <a:pt x="4770473" y="1246104"/>
                  </a:lnTo>
                  <a:lnTo>
                    <a:pt x="4773776" y="1288324"/>
                  </a:lnTo>
                  <a:lnTo>
                    <a:pt x="4777080" y="1324264"/>
                  </a:lnTo>
                  <a:lnTo>
                    <a:pt x="4780384" y="1307316"/>
                  </a:lnTo>
                  <a:lnTo>
                    <a:pt x="4783687" y="1307316"/>
                  </a:lnTo>
                  <a:lnTo>
                    <a:pt x="4786991" y="1307316"/>
                  </a:lnTo>
                  <a:lnTo>
                    <a:pt x="4790295" y="1291395"/>
                  </a:lnTo>
                  <a:lnTo>
                    <a:pt x="4793598" y="1276385"/>
                  </a:lnTo>
                  <a:lnTo>
                    <a:pt x="4796902" y="1276385"/>
                  </a:lnTo>
                  <a:lnTo>
                    <a:pt x="4800206" y="1276385"/>
                  </a:lnTo>
                  <a:lnTo>
                    <a:pt x="4803509" y="1276385"/>
                  </a:lnTo>
                  <a:lnTo>
                    <a:pt x="4806813" y="1291395"/>
                  </a:lnTo>
                  <a:lnTo>
                    <a:pt x="4810117" y="1307316"/>
                  </a:lnTo>
                  <a:lnTo>
                    <a:pt x="4813420" y="1324264"/>
                  </a:lnTo>
                  <a:lnTo>
                    <a:pt x="4816724" y="1342382"/>
                  </a:lnTo>
                  <a:lnTo>
                    <a:pt x="4820028" y="1361843"/>
                  </a:lnTo>
                  <a:lnTo>
                    <a:pt x="4823331" y="1382863"/>
                  </a:lnTo>
                  <a:lnTo>
                    <a:pt x="4826635" y="1405713"/>
                  </a:lnTo>
                  <a:lnTo>
                    <a:pt x="4829938" y="1430742"/>
                  </a:lnTo>
                  <a:lnTo>
                    <a:pt x="4833242" y="1405713"/>
                  </a:lnTo>
                  <a:lnTo>
                    <a:pt x="4836546" y="1361843"/>
                  </a:lnTo>
                  <a:lnTo>
                    <a:pt x="4839849" y="1335898"/>
                  </a:lnTo>
                  <a:lnTo>
                    <a:pt x="4843153" y="1335898"/>
                  </a:lnTo>
                  <a:lnTo>
                    <a:pt x="4846457" y="1335898"/>
                  </a:lnTo>
                  <a:lnTo>
                    <a:pt x="4849760" y="1354867"/>
                  </a:lnTo>
                  <a:lnTo>
                    <a:pt x="4853064" y="1397488"/>
                  </a:lnTo>
                  <a:lnTo>
                    <a:pt x="4856368" y="1430742"/>
                  </a:lnTo>
                  <a:lnTo>
                    <a:pt x="4859671" y="1405713"/>
                  </a:lnTo>
                  <a:lnTo>
                    <a:pt x="4862975" y="1361843"/>
                  </a:lnTo>
                  <a:lnTo>
                    <a:pt x="4866279" y="1291395"/>
                  </a:lnTo>
                  <a:lnTo>
                    <a:pt x="4869582" y="1235904"/>
                  </a:lnTo>
                  <a:lnTo>
                    <a:pt x="4872886" y="1200838"/>
                  </a:lnTo>
                  <a:lnTo>
                    <a:pt x="4876190" y="1200838"/>
                  </a:lnTo>
                  <a:lnTo>
                    <a:pt x="4879493" y="1223688"/>
                  </a:lnTo>
                  <a:lnTo>
                    <a:pt x="4882797" y="1276385"/>
                  </a:lnTo>
                  <a:lnTo>
                    <a:pt x="4886101" y="1342382"/>
                  </a:lnTo>
                  <a:lnTo>
                    <a:pt x="4889404" y="1405713"/>
                  </a:lnTo>
                  <a:lnTo>
                    <a:pt x="4892708" y="1430742"/>
                  </a:lnTo>
                  <a:lnTo>
                    <a:pt x="4896012" y="1430742"/>
                  </a:lnTo>
                  <a:lnTo>
                    <a:pt x="4899315" y="1430742"/>
                  </a:lnTo>
                  <a:lnTo>
                    <a:pt x="4902619" y="1416682"/>
                  </a:lnTo>
                  <a:lnTo>
                    <a:pt x="4905922" y="1376379"/>
                  </a:lnTo>
                  <a:lnTo>
                    <a:pt x="4909226" y="1336814"/>
                  </a:lnTo>
                  <a:lnTo>
                    <a:pt x="4912530" y="1319064"/>
                  </a:lnTo>
                  <a:lnTo>
                    <a:pt x="4915833" y="1319064"/>
                  </a:lnTo>
                  <a:lnTo>
                    <a:pt x="4919137" y="1328678"/>
                  </a:lnTo>
                  <a:lnTo>
                    <a:pt x="4922441" y="1342382"/>
                  </a:lnTo>
                  <a:lnTo>
                    <a:pt x="4925744" y="1342382"/>
                  </a:lnTo>
                  <a:lnTo>
                    <a:pt x="4929048" y="1324264"/>
                  </a:lnTo>
                  <a:lnTo>
                    <a:pt x="4932352" y="1291395"/>
                  </a:lnTo>
                  <a:lnTo>
                    <a:pt x="4935655" y="1235904"/>
                  </a:lnTo>
                  <a:lnTo>
                    <a:pt x="4938959" y="1212014"/>
                  </a:lnTo>
                  <a:lnTo>
                    <a:pt x="4942263" y="1205808"/>
                  </a:lnTo>
                  <a:lnTo>
                    <a:pt x="4945566" y="1229115"/>
                  </a:lnTo>
                  <a:lnTo>
                    <a:pt x="4948870" y="1254693"/>
                  </a:lnTo>
                  <a:lnTo>
                    <a:pt x="4952174" y="1298440"/>
                  </a:lnTo>
                  <a:lnTo>
                    <a:pt x="4955477" y="1298440"/>
                  </a:lnTo>
                  <a:lnTo>
                    <a:pt x="4958781" y="1291395"/>
                  </a:lnTo>
                  <a:lnTo>
                    <a:pt x="4962085" y="1248717"/>
                  </a:lnTo>
                  <a:lnTo>
                    <a:pt x="4965388" y="1235904"/>
                  </a:lnTo>
                  <a:lnTo>
                    <a:pt x="4968692" y="1229725"/>
                  </a:lnTo>
                  <a:lnTo>
                    <a:pt x="4971995" y="1242232"/>
                  </a:lnTo>
                  <a:lnTo>
                    <a:pt x="4975299" y="1269190"/>
                  </a:lnTo>
                  <a:lnTo>
                    <a:pt x="4978603" y="1299235"/>
                  </a:lnTo>
                  <a:lnTo>
                    <a:pt x="4981906" y="1299235"/>
                  </a:lnTo>
                  <a:lnTo>
                    <a:pt x="4985210" y="1307316"/>
                  </a:lnTo>
                  <a:lnTo>
                    <a:pt x="4988514" y="1324264"/>
                  </a:lnTo>
                  <a:lnTo>
                    <a:pt x="4991817" y="1342382"/>
                  </a:lnTo>
                  <a:lnTo>
                    <a:pt x="4995121" y="1342382"/>
                  </a:lnTo>
                  <a:lnTo>
                    <a:pt x="4998425" y="1291395"/>
                  </a:lnTo>
                  <a:lnTo>
                    <a:pt x="5001728" y="1225484"/>
                  </a:lnTo>
                  <a:lnTo>
                    <a:pt x="5005032" y="1161767"/>
                  </a:lnTo>
                  <a:lnTo>
                    <a:pt x="5008336" y="1110531"/>
                  </a:lnTo>
                  <a:lnTo>
                    <a:pt x="5011639" y="1086456"/>
                  </a:lnTo>
                  <a:lnTo>
                    <a:pt x="5014943" y="1086456"/>
                  </a:lnTo>
                  <a:lnTo>
                    <a:pt x="5018247" y="1082591"/>
                  </a:lnTo>
                  <a:lnTo>
                    <a:pt x="5021550" y="1062458"/>
                  </a:lnTo>
                  <a:lnTo>
                    <a:pt x="5024854" y="1043759"/>
                  </a:lnTo>
                  <a:lnTo>
                    <a:pt x="5028158" y="1036053"/>
                  </a:lnTo>
                  <a:lnTo>
                    <a:pt x="5031461" y="1054192"/>
                  </a:lnTo>
                  <a:lnTo>
                    <a:pt x="5034765" y="1056708"/>
                  </a:lnTo>
                  <a:lnTo>
                    <a:pt x="5038069" y="1056708"/>
                  </a:lnTo>
                  <a:lnTo>
                    <a:pt x="5041372" y="1063105"/>
                  </a:lnTo>
                  <a:lnTo>
                    <a:pt x="5044676" y="1066691"/>
                  </a:lnTo>
                  <a:lnTo>
                    <a:pt x="5047979" y="1045268"/>
                  </a:lnTo>
                  <a:lnTo>
                    <a:pt x="5051283" y="1057657"/>
                  </a:lnTo>
                  <a:lnTo>
                    <a:pt x="5054587" y="1114046"/>
                  </a:lnTo>
                  <a:lnTo>
                    <a:pt x="5057890" y="1175809"/>
                  </a:lnTo>
                  <a:lnTo>
                    <a:pt x="5061194" y="1196497"/>
                  </a:lnTo>
                  <a:lnTo>
                    <a:pt x="5064498" y="1193820"/>
                  </a:lnTo>
                  <a:lnTo>
                    <a:pt x="5067801" y="1163660"/>
                  </a:lnTo>
                  <a:lnTo>
                    <a:pt x="5071105" y="1129010"/>
                  </a:lnTo>
                  <a:lnTo>
                    <a:pt x="5074409" y="1083290"/>
                  </a:lnTo>
                  <a:lnTo>
                    <a:pt x="5077712" y="1056708"/>
                  </a:lnTo>
                  <a:lnTo>
                    <a:pt x="5081016" y="1054505"/>
                  </a:lnTo>
                  <a:lnTo>
                    <a:pt x="5084320" y="1060848"/>
                  </a:lnTo>
                  <a:lnTo>
                    <a:pt x="5087623" y="1053879"/>
                  </a:lnTo>
                  <a:lnTo>
                    <a:pt x="5090927" y="1048617"/>
                  </a:lnTo>
                  <a:lnTo>
                    <a:pt x="5094231" y="1048617"/>
                  </a:lnTo>
                  <a:lnTo>
                    <a:pt x="5097534" y="1010202"/>
                  </a:lnTo>
                  <a:lnTo>
                    <a:pt x="5100838" y="956951"/>
                  </a:lnTo>
                  <a:lnTo>
                    <a:pt x="5104142" y="903195"/>
                  </a:lnTo>
                  <a:lnTo>
                    <a:pt x="5107445" y="892327"/>
                  </a:lnTo>
                  <a:lnTo>
                    <a:pt x="5110749" y="899695"/>
                  </a:lnTo>
                  <a:lnTo>
                    <a:pt x="5114053" y="925421"/>
                  </a:lnTo>
                  <a:lnTo>
                    <a:pt x="5117356" y="941425"/>
                  </a:lnTo>
                  <a:lnTo>
                    <a:pt x="5120660" y="954156"/>
                  </a:lnTo>
                  <a:lnTo>
                    <a:pt x="5123963" y="929672"/>
                  </a:lnTo>
                  <a:lnTo>
                    <a:pt x="5127267" y="906741"/>
                  </a:lnTo>
                  <a:lnTo>
                    <a:pt x="5130571" y="902140"/>
                  </a:lnTo>
                  <a:lnTo>
                    <a:pt x="5133874" y="913248"/>
                  </a:lnTo>
                  <a:lnTo>
                    <a:pt x="5137178" y="929283"/>
                  </a:lnTo>
                  <a:lnTo>
                    <a:pt x="5140482" y="892158"/>
                  </a:lnTo>
                  <a:lnTo>
                    <a:pt x="5143785" y="822934"/>
                  </a:lnTo>
                  <a:lnTo>
                    <a:pt x="5147089" y="767258"/>
                  </a:lnTo>
                  <a:lnTo>
                    <a:pt x="5150393" y="751473"/>
                  </a:lnTo>
                  <a:lnTo>
                    <a:pt x="5153696" y="751968"/>
                  </a:lnTo>
                  <a:lnTo>
                    <a:pt x="5157000" y="763506"/>
                  </a:lnTo>
                  <a:lnTo>
                    <a:pt x="5160304" y="793623"/>
                  </a:lnTo>
                  <a:lnTo>
                    <a:pt x="5163607" y="820095"/>
                  </a:lnTo>
                  <a:lnTo>
                    <a:pt x="5166911" y="827779"/>
                  </a:lnTo>
                  <a:lnTo>
                    <a:pt x="5170215" y="828441"/>
                  </a:lnTo>
                  <a:lnTo>
                    <a:pt x="5173518" y="858001"/>
                  </a:lnTo>
                  <a:lnTo>
                    <a:pt x="5176822" y="889469"/>
                  </a:lnTo>
                  <a:lnTo>
                    <a:pt x="5180126" y="909974"/>
                  </a:lnTo>
                  <a:lnTo>
                    <a:pt x="5183429" y="928312"/>
                  </a:lnTo>
                  <a:lnTo>
                    <a:pt x="5186733" y="956951"/>
                  </a:lnTo>
                  <a:lnTo>
                    <a:pt x="5190037" y="958686"/>
                  </a:lnTo>
                  <a:lnTo>
                    <a:pt x="5193340" y="953089"/>
                  </a:lnTo>
                  <a:lnTo>
                    <a:pt x="5196644" y="914164"/>
                  </a:lnTo>
                  <a:lnTo>
                    <a:pt x="5199947" y="831104"/>
                  </a:lnTo>
                  <a:lnTo>
                    <a:pt x="5203251" y="744259"/>
                  </a:lnTo>
                  <a:lnTo>
                    <a:pt x="5206555" y="668880"/>
                  </a:lnTo>
                  <a:lnTo>
                    <a:pt x="5209858" y="611598"/>
                  </a:lnTo>
                  <a:lnTo>
                    <a:pt x="5213162" y="603260"/>
                  </a:lnTo>
                  <a:lnTo>
                    <a:pt x="5216466" y="634690"/>
                  </a:lnTo>
                  <a:lnTo>
                    <a:pt x="5219769" y="663170"/>
                  </a:lnTo>
                  <a:lnTo>
                    <a:pt x="5223073" y="674275"/>
                  </a:lnTo>
                  <a:lnTo>
                    <a:pt x="5226377" y="664089"/>
                  </a:lnTo>
                  <a:lnTo>
                    <a:pt x="5229680" y="635579"/>
                  </a:lnTo>
                  <a:lnTo>
                    <a:pt x="5232984" y="580139"/>
                  </a:lnTo>
                  <a:lnTo>
                    <a:pt x="5236288" y="512137"/>
                  </a:lnTo>
                  <a:lnTo>
                    <a:pt x="5239591" y="441380"/>
                  </a:lnTo>
                  <a:lnTo>
                    <a:pt x="5242895" y="377411"/>
                  </a:lnTo>
                  <a:lnTo>
                    <a:pt x="5246199" y="316788"/>
                  </a:lnTo>
                  <a:lnTo>
                    <a:pt x="5249502" y="271448"/>
                  </a:lnTo>
                  <a:lnTo>
                    <a:pt x="5252806" y="245798"/>
                  </a:lnTo>
                  <a:lnTo>
                    <a:pt x="5256110" y="245409"/>
                  </a:lnTo>
                  <a:lnTo>
                    <a:pt x="5259413" y="231224"/>
                  </a:lnTo>
                  <a:lnTo>
                    <a:pt x="5262717" y="197919"/>
                  </a:lnTo>
                  <a:lnTo>
                    <a:pt x="5266021" y="162058"/>
                  </a:lnTo>
                  <a:lnTo>
                    <a:pt x="5269324" y="135699"/>
                  </a:lnTo>
                  <a:lnTo>
                    <a:pt x="5272628" y="114092"/>
                  </a:lnTo>
                  <a:lnTo>
                    <a:pt x="5275931" y="111936"/>
                  </a:lnTo>
                  <a:lnTo>
                    <a:pt x="5279235" y="128540"/>
                  </a:lnTo>
                  <a:lnTo>
                    <a:pt x="5282539" y="153576"/>
                  </a:lnTo>
                  <a:lnTo>
                    <a:pt x="5285842" y="175842"/>
                  </a:lnTo>
                  <a:lnTo>
                    <a:pt x="5289146" y="204423"/>
                  </a:lnTo>
                  <a:lnTo>
                    <a:pt x="5292450" y="239786"/>
                  </a:lnTo>
                  <a:lnTo>
                    <a:pt x="5295753" y="260434"/>
                  </a:lnTo>
                  <a:lnTo>
                    <a:pt x="5299057" y="261686"/>
                  </a:lnTo>
                  <a:lnTo>
                    <a:pt x="5302361" y="234268"/>
                  </a:lnTo>
                  <a:lnTo>
                    <a:pt x="5305664" y="175876"/>
                  </a:lnTo>
                  <a:lnTo>
                    <a:pt x="5308968" y="124061"/>
                  </a:lnTo>
                  <a:lnTo>
                    <a:pt x="5312272" y="93643"/>
                  </a:lnTo>
                  <a:lnTo>
                    <a:pt x="5315575" y="82315"/>
                  </a:lnTo>
                  <a:lnTo>
                    <a:pt x="5318879" y="95384"/>
                  </a:lnTo>
                  <a:lnTo>
                    <a:pt x="5322183" y="129556"/>
                  </a:lnTo>
                  <a:lnTo>
                    <a:pt x="5325486" y="168828"/>
                  </a:lnTo>
                  <a:lnTo>
                    <a:pt x="5328790" y="206226"/>
                  </a:lnTo>
                  <a:lnTo>
                    <a:pt x="5332094" y="241227"/>
                  </a:lnTo>
                  <a:lnTo>
                    <a:pt x="5335397" y="257872"/>
                  </a:lnTo>
                  <a:lnTo>
                    <a:pt x="5338701" y="234861"/>
                  </a:lnTo>
                  <a:lnTo>
                    <a:pt x="5342005" y="197883"/>
                  </a:lnTo>
                  <a:lnTo>
                    <a:pt x="5345308" y="158986"/>
                  </a:lnTo>
                  <a:lnTo>
                    <a:pt x="5348612" y="117500"/>
                  </a:lnTo>
                  <a:lnTo>
                    <a:pt x="5351915" y="76875"/>
                  </a:lnTo>
                  <a:lnTo>
                    <a:pt x="5355219" y="52629"/>
                  </a:lnTo>
                  <a:lnTo>
                    <a:pt x="5358523" y="36032"/>
                  </a:lnTo>
                  <a:lnTo>
                    <a:pt x="5361826" y="33683"/>
                  </a:lnTo>
                  <a:lnTo>
                    <a:pt x="5365130" y="35327"/>
                  </a:lnTo>
                  <a:lnTo>
                    <a:pt x="5368434" y="44772"/>
                  </a:lnTo>
                  <a:lnTo>
                    <a:pt x="5371737" y="48470"/>
                  </a:lnTo>
                  <a:lnTo>
                    <a:pt x="5375041" y="45355"/>
                  </a:lnTo>
                  <a:lnTo>
                    <a:pt x="5378345" y="34539"/>
                  </a:lnTo>
                  <a:lnTo>
                    <a:pt x="5381648" y="19941"/>
                  </a:lnTo>
                  <a:lnTo>
                    <a:pt x="5384952" y="8564"/>
                  </a:lnTo>
                  <a:lnTo>
                    <a:pt x="5388256" y="9939"/>
                  </a:lnTo>
                  <a:lnTo>
                    <a:pt x="5391559" y="16783"/>
                  </a:lnTo>
                  <a:lnTo>
                    <a:pt x="5394863" y="18191"/>
                  </a:lnTo>
                  <a:lnTo>
                    <a:pt x="5398167" y="22409"/>
                  </a:lnTo>
                  <a:lnTo>
                    <a:pt x="5401470" y="19058"/>
                  </a:lnTo>
                  <a:lnTo>
                    <a:pt x="5404774" y="14761"/>
                  </a:lnTo>
                  <a:lnTo>
                    <a:pt x="5408078" y="17737"/>
                  </a:lnTo>
                  <a:lnTo>
                    <a:pt x="5411381" y="26328"/>
                  </a:lnTo>
                  <a:lnTo>
                    <a:pt x="5414685" y="40168"/>
                  </a:lnTo>
                  <a:lnTo>
                    <a:pt x="5417988" y="49083"/>
                  </a:lnTo>
                  <a:lnTo>
                    <a:pt x="5421292" y="49492"/>
                  </a:lnTo>
                  <a:lnTo>
                    <a:pt x="5424596" y="45456"/>
                  </a:lnTo>
                  <a:lnTo>
                    <a:pt x="5427899" y="46311"/>
                  </a:lnTo>
                  <a:lnTo>
                    <a:pt x="5431203" y="50148"/>
                  </a:lnTo>
                  <a:lnTo>
                    <a:pt x="5434507" y="72221"/>
                  </a:lnTo>
                  <a:lnTo>
                    <a:pt x="5437810" y="107007"/>
                  </a:lnTo>
                  <a:lnTo>
                    <a:pt x="5441114" y="147015"/>
                  </a:lnTo>
                  <a:lnTo>
                    <a:pt x="5444418" y="180948"/>
                  </a:lnTo>
                  <a:lnTo>
                    <a:pt x="5447721" y="207418"/>
                  </a:lnTo>
                  <a:lnTo>
                    <a:pt x="5451025" y="232098"/>
                  </a:lnTo>
                  <a:lnTo>
                    <a:pt x="5454329" y="250743"/>
                  </a:lnTo>
                  <a:lnTo>
                    <a:pt x="5457632" y="262453"/>
                  </a:lnTo>
                  <a:lnTo>
                    <a:pt x="5460936" y="272547"/>
                  </a:lnTo>
                  <a:lnTo>
                    <a:pt x="5464240" y="265759"/>
                  </a:lnTo>
                  <a:lnTo>
                    <a:pt x="5467543" y="241043"/>
                  </a:lnTo>
                  <a:lnTo>
                    <a:pt x="5470847" y="217197"/>
                  </a:lnTo>
                  <a:lnTo>
                    <a:pt x="5474151" y="183243"/>
                  </a:lnTo>
                  <a:lnTo>
                    <a:pt x="5477454" y="142261"/>
                  </a:lnTo>
                  <a:lnTo>
                    <a:pt x="5480758" y="112413"/>
                  </a:lnTo>
                  <a:lnTo>
                    <a:pt x="5484062" y="92443"/>
                  </a:lnTo>
                  <a:lnTo>
                    <a:pt x="5487365" y="89312"/>
                  </a:lnTo>
                  <a:lnTo>
                    <a:pt x="5490669" y="110547"/>
                  </a:lnTo>
                  <a:lnTo>
                    <a:pt x="5493972" y="143986"/>
                  </a:lnTo>
                  <a:lnTo>
                    <a:pt x="5497276" y="164119"/>
                  </a:lnTo>
                  <a:lnTo>
                    <a:pt x="5500580" y="149940"/>
                  </a:lnTo>
                  <a:lnTo>
                    <a:pt x="5503883" y="110297"/>
                  </a:lnTo>
                  <a:lnTo>
                    <a:pt x="5507187" y="63434"/>
                  </a:lnTo>
                  <a:lnTo>
                    <a:pt x="5510491" y="26484"/>
                  </a:lnTo>
                  <a:lnTo>
                    <a:pt x="5513794" y="8219"/>
                  </a:lnTo>
                  <a:lnTo>
                    <a:pt x="5517098" y="15198"/>
                  </a:lnTo>
                  <a:lnTo>
                    <a:pt x="5520402" y="39084"/>
                  </a:lnTo>
                  <a:lnTo>
                    <a:pt x="5523705" y="65637"/>
                  </a:lnTo>
                  <a:lnTo>
                    <a:pt x="5527009" y="88408"/>
                  </a:lnTo>
                  <a:lnTo>
                    <a:pt x="5530313" y="105575"/>
                  </a:lnTo>
                  <a:lnTo>
                    <a:pt x="5533616" y="110134"/>
                  </a:lnTo>
                  <a:lnTo>
                    <a:pt x="5536920" y="108993"/>
                  </a:lnTo>
                  <a:lnTo>
                    <a:pt x="5540224" y="121706"/>
                  </a:lnTo>
                  <a:lnTo>
                    <a:pt x="5543527" y="145005"/>
                  </a:lnTo>
                  <a:lnTo>
                    <a:pt x="5546831" y="178829"/>
                  </a:lnTo>
                  <a:lnTo>
                    <a:pt x="5550135" y="212878"/>
                  </a:lnTo>
                  <a:lnTo>
                    <a:pt x="5553438" y="230666"/>
                  </a:lnTo>
                  <a:lnTo>
                    <a:pt x="5556742" y="209694"/>
                  </a:lnTo>
                  <a:lnTo>
                    <a:pt x="5560046" y="167691"/>
                  </a:lnTo>
                  <a:lnTo>
                    <a:pt x="5563349" y="121257"/>
                  </a:lnTo>
                  <a:lnTo>
                    <a:pt x="5566653" y="86516"/>
                  </a:lnTo>
                  <a:lnTo>
                    <a:pt x="5569956" y="55999"/>
                  </a:lnTo>
                  <a:lnTo>
                    <a:pt x="5573260" y="36590"/>
                  </a:lnTo>
                  <a:lnTo>
                    <a:pt x="5576564" y="25387"/>
                  </a:lnTo>
                  <a:lnTo>
                    <a:pt x="5579867" y="25324"/>
                  </a:lnTo>
                  <a:lnTo>
                    <a:pt x="5583171" y="36538"/>
                  </a:lnTo>
                  <a:lnTo>
                    <a:pt x="5586475" y="69085"/>
                  </a:lnTo>
                  <a:lnTo>
                    <a:pt x="5589778" y="109473"/>
                  </a:lnTo>
                  <a:lnTo>
                    <a:pt x="5593082" y="166708"/>
                  </a:lnTo>
                  <a:lnTo>
                    <a:pt x="5596386" y="234047"/>
                  </a:lnTo>
                  <a:lnTo>
                    <a:pt x="5599689" y="299454"/>
                  </a:lnTo>
                  <a:lnTo>
                    <a:pt x="5602993" y="313728"/>
                  </a:lnTo>
                  <a:lnTo>
                    <a:pt x="5606297" y="313188"/>
                  </a:lnTo>
                  <a:lnTo>
                    <a:pt x="5609600" y="304379"/>
                  </a:lnTo>
                  <a:lnTo>
                    <a:pt x="5612904" y="293081"/>
                  </a:lnTo>
                  <a:lnTo>
                    <a:pt x="5616208" y="290471"/>
                  </a:lnTo>
                  <a:lnTo>
                    <a:pt x="5619511" y="306821"/>
                  </a:lnTo>
                  <a:lnTo>
                    <a:pt x="5622815" y="321014"/>
                  </a:lnTo>
                  <a:lnTo>
                    <a:pt x="5626119" y="322766"/>
                  </a:lnTo>
                  <a:lnTo>
                    <a:pt x="5629422" y="325464"/>
                  </a:lnTo>
                  <a:lnTo>
                    <a:pt x="5632726" y="297184"/>
                  </a:lnTo>
                  <a:lnTo>
                    <a:pt x="5636030" y="242191"/>
                  </a:lnTo>
                  <a:lnTo>
                    <a:pt x="5639333" y="186614"/>
                  </a:lnTo>
                  <a:lnTo>
                    <a:pt x="5642637" y="156954"/>
                  </a:lnTo>
                  <a:lnTo>
                    <a:pt x="5645940" y="123789"/>
                  </a:lnTo>
                  <a:lnTo>
                    <a:pt x="5649244" y="102301"/>
                  </a:lnTo>
                  <a:lnTo>
                    <a:pt x="5652548" y="93869"/>
                  </a:lnTo>
                  <a:lnTo>
                    <a:pt x="5655851" y="106735"/>
                  </a:lnTo>
                  <a:lnTo>
                    <a:pt x="5659155" y="123391"/>
                  </a:lnTo>
                  <a:lnTo>
                    <a:pt x="5662459" y="152099"/>
                  </a:lnTo>
                  <a:lnTo>
                    <a:pt x="5665762" y="178572"/>
                  </a:lnTo>
                  <a:lnTo>
                    <a:pt x="5669066" y="195933"/>
                  </a:lnTo>
                  <a:lnTo>
                    <a:pt x="5672370" y="183550"/>
                  </a:lnTo>
                  <a:lnTo>
                    <a:pt x="5675673" y="164521"/>
                  </a:lnTo>
                  <a:lnTo>
                    <a:pt x="5678977" y="149081"/>
                  </a:lnTo>
                  <a:lnTo>
                    <a:pt x="5682281" y="147431"/>
                  </a:lnTo>
                  <a:lnTo>
                    <a:pt x="5685584" y="148344"/>
                  </a:lnTo>
                  <a:lnTo>
                    <a:pt x="5688888" y="154236"/>
                  </a:lnTo>
                  <a:lnTo>
                    <a:pt x="5692192" y="153089"/>
                  </a:lnTo>
                  <a:lnTo>
                    <a:pt x="5695495" y="144015"/>
                  </a:lnTo>
                  <a:lnTo>
                    <a:pt x="5698799" y="132020"/>
                  </a:lnTo>
                  <a:lnTo>
                    <a:pt x="5702103" y="131992"/>
                  </a:lnTo>
                  <a:lnTo>
                    <a:pt x="5705406" y="142961"/>
                  </a:lnTo>
                  <a:lnTo>
                    <a:pt x="5708710" y="141204"/>
                  </a:lnTo>
                  <a:lnTo>
                    <a:pt x="5712014" y="134810"/>
                  </a:lnTo>
                  <a:lnTo>
                    <a:pt x="5715317" y="120245"/>
                  </a:lnTo>
                  <a:lnTo>
                    <a:pt x="5718621" y="99067"/>
                  </a:lnTo>
                  <a:lnTo>
                    <a:pt x="5721924" y="73713"/>
                  </a:lnTo>
                  <a:lnTo>
                    <a:pt x="5725228" y="71700"/>
                  </a:lnTo>
                  <a:lnTo>
                    <a:pt x="5728532" y="92403"/>
                  </a:lnTo>
                  <a:lnTo>
                    <a:pt x="5731835" y="131862"/>
                  </a:lnTo>
                  <a:lnTo>
                    <a:pt x="5735139" y="191666"/>
                  </a:lnTo>
                  <a:lnTo>
                    <a:pt x="5738443" y="282679"/>
                  </a:lnTo>
                  <a:lnTo>
                    <a:pt x="5741746" y="397343"/>
                  </a:lnTo>
                  <a:lnTo>
                    <a:pt x="5745050" y="495250"/>
                  </a:lnTo>
                  <a:lnTo>
                    <a:pt x="5748354" y="530908"/>
                  </a:lnTo>
                  <a:lnTo>
                    <a:pt x="5751657" y="440079"/>
                  </a:lnTo>
                  <a:lnTo>
                    <a:pt x="5754961" y="303803"/>
                  </a:lnTo>
                  <a:lnTo>
                    <a:pt x="5758265" y="191525"/>
                  </a:lnTo>
                  <a:lnTo>
                    <a:pt x="5761568" y="120621"/>
                  </a:lnTo>
                  <a:lnTo>
                    <a:pt x="5764872" y="80796"/>
                  </a:lnTo>
                  <a:lnTo>
                    <a:pt x="5768176" y="76708"/>
                  </a:lnTo>
                  <a:lnTo>
                    <a:pt x="5771479" y="96819"/>
                  </a:lnTo>
                  <a:lnTo>
                    <a:pt x="5774783" y="134009"/>
                  </a:lnTo>
                  <a:lnTo>
                    <a:pt x="5778087" y="152422"/>
                  </a:lnTo>
                  <a:lnTo>
                    <a:pt x="5781390" y="140132"/>
                  </a:lnTo>
                  <a:lnTo>
                    <a:pt x="5784694" y="113952"/>
                  </a:lnTo>
                  <a:lnTo>
                    <a:pt x="5787997" y="88923"/>
                  </a:lnTo>
                  <a:lnTo>
                    <a:pt x="5791301" y="53833"/>
                  </a:lnTo>
                  <a:lnTo>
                    <a:pt x="5794605" y="22311"/>
                  </a:lnTo>
                  <a:lnTo>
                    <a:pt x="5797908" y="7369"/>
                  </a:lnTo>
                  <a:lnTo>
                    <a:pt x="5801212" y="2732"/>
                  </a:lnTo>
                  <a:lnTo>
                    <a:pt x="5804516" y="1592"/>
                  </a:lnTo>
                  <a:lnTo>
                    <a:pt x="5807819" y="5228"/>
                  </a:lnTo>
                  <a:lnTo>
                    <a:pt x="5811123" y="22717"/>
                  </a:lnTo>
                  <a:lnTo>
                    <a:pt x="5814427" y="44544"/>
                  </a:lnTo>
                  <a:lnTo>
                    <a:pt x="5817730" y="66932"/>
                  </a:lnTo>
                  <a:lnTo>
                    <a:pt x="5821034" y="90067"/>
                  </a:lnTo>
                  <a:lnTo>
                    <a:pt x="5824338" y="108019"/>
                  </a:lnTo>
                  <a:lnTo>
                    <a:pt x="5827641" y="115834"/>
                  </a:lnTo>
                  <a:lnTo>
                    <a:pt x="5830945" y="106684"/>
                  </a:lnTo>
                  <a:lnTo>
                    <a:pt x="5834249" y="87792"/>
                  </a:lnTo>
                  <a:lnTo>
                    <a:pt x="5837552" y="72653"/>
                  </a:lnTo>
                  <a:lnTo>
                    <a:pt x="5840856" y="67326"/>
                  </a:lnTo>
                  <a:lnTo>
                    <a:pt x="5844160" y="64804"/>
                  </a:lnTo>
                  <a:lnTo>
                    <a:pt x="5847463" y="85520"/>
                  </a:lnTo>
                  <a:lnTo>
                    <a:pt x="5850767" y="123219"/>
                  </a:lnTo>
                  <a:lnTo>
                    <a:pt x="5854071" y="168065"/>
                  </a:lnTo>
                  <a:lnTo>
                    <a:pt x="5857374" y="222774"/>
                  </a:lnTo>
                  <a:lnTo>
                    <a:pt x="5860678" y="278664"/>
                  </a:lnTo>
                  <a:lnTo>
                    <a:pt x="5863981" y="307677"/>
                  </a:lnTo>
                  <a:lnTo>
                    <a:pt x="5867285" y="321571"/>
                  </a:lnTo>
                  <a:lnTo>
                    <a:pt x="5870589" y="325328"/>
                  </a:lnTo>
                  <a:lnTo>
                    <a:pt x="5873892" y="330032"/>
                  </a:lnTo>
                  <a:lnTo>
                    <a:pt x="5877196" y="348201"/>
                  </a:lnTo>
                  <a:lnTo>
                    <a:pt x="5880500" y="361581"/>
                  </a:lnTo>
                  <a:lnTo>
                    <a:pt x="5883803" y="362344"/>
                  </a:lnTo>
                  <a:lnTo>
                    <a:pt x="5887107" y="368663"/>
                  </a:lnTo>
                  <a:lnTo>
                    <a:pt x="5890411" y="383790"/>
                  </a:lnTo>
                  <a:lnTo>
                    <a:pt x="5893714" y="391933"/>
                  </a:lnTo>
                  <a:lnTo>
                    <a:pt x="5897018" y="419694"/>
                  </a:lnTo>
                  <a:lnTo>
                    <a:pt x="5900322" y="461688"/>
                  </a:lnTo>
                  <a:lnTo>
                    <a:pt x="5903625" y="511819"/>
                  </a:lnTo>
                  <a:lnTo>
                    <a:pt x="5906929" y="566450"/>
                  </a:lnTo>
                  <a:lnTo>
                    <a:pt x="5910233" y="656408"/>
                  </a:lnTo>
                  <a:lnTo>
                    <a:pt x="5913536" y="732231"/>
                  </a:lnTo>
                  <a:lnTo>
                    <a:pt x="5916840" y="784276"/>
                  </a:lnTo>
                  <a:lnTo>
                    <a:pt x="5920144" y="804160"/>
                  </a:lnTo>
                  <a:lnTo>
                    <a:pt x="5923447" y="814508"/>
                  </a:lnTo>
                  <a:lnTo>
                    <a:pt x="5926751" y="827383"/>
                  </a:lnTo>
                  <a:lnTo>
                    <a:pt x="5930055" y="826593"/>
                  </a:lnTo>
                  <a:lnTo>
                    <a:pt x="5933358" y="821253"/>
                  </a:lnTo>
                  <a:lnTo>
                    <a:pt x="5936662" y="820224"/>
                  </a:lnTo>
                  <a:lnTo>
                    <a:pt x="5939965" y="822157"/>
                  </a:lnTo>
                  <a:lnTo>
                    <a:pt x="5943269" y="828176"/>
                  </a:lnTo>
                  <a:lnTo>
                    <a:pt x="5946573" y="847821"/>
                  </a:lnTo>
                  <a:lnTo>
                    <a:pt x="5949876" y="850689"/>
                  </a:lnTo>
                  <a:lnTo>
                    <a:pt x="5953180" y="867820"/>
                  </a:lnTo>
                  <a:lnTo>
                    <a:pt x="5956484" y="899695"/>
                  </a:lnTo>
                  <a:lnTo>
                    <a:pt x="5959787" y="921426"/>
                  </a:lnTo>
                  <a:lnTo>
                    <a:pt x="5963091" y="939598"/>
                  </a:lnTo>
                  <a:lnTo>
                    <a:pt x="5966395" y="988368"/>
                  </a:lnTo>
                  <a:lnTo>
                    <a:pt x="5969698" y="1028566"/>
                  </a:lnTo>
                  <a:lnTo>
                    <a:pt x="5973002" y="1075368"/>
                  </a:lnTo>
                  <a:lnTo>
                    <a:pt x="5976306" y="1096190"/>
                  </a:lnTo>
                  <a:lnTo>
                    <a:pt x="5979609" y="1112869"/>
                  </a:lnTo>
                  <a:lnTo>
                    <a:pt x="5982913" y="1083290"/>
                  </a:lnTo>
                  <a:lnTo>
                    <a:pt x="5986217" y="1056708"/>
                  </a:lnTo>
                  <a:lnTo>
                    <a:pt x="5989520" y="1015820"/>
                  </a:lnTo>
                  <a:lnTo>
                    <a:pt x="5992824" y="997793"/>
                  </a:lnTo>
                  <a:lnTo>
                    <a:pt x="5996128" y="991801"/>
                  </a:lnTo>
                  <a:lnTo>
                    <a:pt x="5999431" y="1012328"/>
                  </a:lnTo>
                  <a:lnTo>
                    <a:pt x="6002735" y="1027998"/>
                  </a:lnTo>
                  <a:lnTo>
                    <a:pt x="6006039" y="1057975"/>
                  </a:lnTo>
                  <a:lnTo>
                    <a:pt x="6009342" y="1086102"/>
                  </a:lnTo>
                  <a:lnTo>
                    <a:pt x="6012646" y="1100635"/>
                  </a:lnTo>
                  <a:lnTo>
                    <a:pt x="6015949" y="1100635"/>
                  </a:lnTo>
                  <a:lnTo>
                    <a:pt x="6019253" y="1101758"/>
                  </a:lnTo>
                  <a:lnTo>
                    <a:pt x="6022557" y="1107830"/>
                  </a:lnTo>
                  <a:lnTo>
                    <a:pt x="6025860" y="1131939"/>
                  </a:lnTo>
                  <a:lnTo>
                    <a:pt x="6029164" y="1158488"/>
                  </a:lnTo>
                  <a:lnTo>
                    <a:pt x="6032468" y="1198659"/>
                  </a:lnTo>
                  <a:lnTo>
                    <a:pt x="6035771" y="1273483"/>
                  </a:lnTo>
                  <a:lnTo>
                    <a:pt x="6039075" y="1324264"/>
                  </a:lnTo>
                  <a:lnTo>
                    <a:pt x="6042379" y="1342382"/>
                  </a:lnTo>
                  <a:lnTo>
                    <a:pt x="6045682" y="1342382"/>
                  </a:lnTo>
                  <a:lnTo>
                    <a:pt x="6048986" y="1291395"/>
                  </a:lnTo>
                  <a:lnTo>
                    <a:pt x="6052290" y="1190118"/>
                  </a:lnTo>
                  <a:lnTo>
                    <a:pt x="6055593" y="1122434"/>
                  </a:lnTo>
                  <a:lnTo>
                    <a:pt x="6058897" y="1088945"/>
                  </a:lnTo>
                  <a:lnTo>
                    <a:pt x="6062201" y="1081895"/>
                  </a:lnTo>
                  <a:lnTo>
                    <a:pt x="6065504" y="1088945"/>
                  </a:lnTo>
                  <a:lnTo>
                    <a:pt x="6068808" y="1108599"/>
                  </a:lnTo>
                  <a:lnTo>
                    <a:pt x="6072112" y="1111308"/>
                  </a:lnTo>
                  <a:lnTo>
                    <a:pt x="6075415" y="1099145"/>
                  </a:lnTo>
                  <a:lnTo>
                    <a:pt x="6078719" y="1110143"/>
                  </a:lnTo>
                  <a:lnTo>
                    <a:pt x="6082023" y="1110531"/>
                  </a:lnTo>
                  <a:lnTo>
                    <a:pt x="6085326" y="1090738"/>
                  </a:lnTo>
                  <a:lnTo>
                    <a:pt x="6088630" y="1090378"/>
                  </a:lnTo>
                  <a:lnTo>
                    <a:pt x="6091933" y="1097663"/>
                  </a:lnTo>
                  <a:lnTo>
                    <a:pt x="6095237" y="1087165"/>
                  </a:lnTo>
                  <a:lnTo>
                    <a:pt x="6098541" y="1101383"/>
                  </a:lnTo>
                  <a:lnTo>
                    <a:pt x="6101844" y="1159888"/>
                  </a:lnTo>
                  <a:lnTo>
                    <a:pt x="6105148" y="1210875"/>
                  </a:lnTo>
                  <a:lnTo>
                    <a:pt x="6108452" y="1222497"/>
                  </a:lnTo>
                  <a:lnTo>
                    <a:pt x="6111755" y="1199746"/>
                  </a:lnTo>
                  <a:lnTo>
                    <a:pt x="6115059" y="1189069"/>
                  </a:lnTo>
                  <a:lnTo>
                    <a:pt x="6118363" y="1181846"/>
                  </a:lnTo>
                  <a:lnTo>
                    <a:pt x="6121666" y="1204141"/>
                  </a:lnTo>
                  <a:lnTo>
                    <a:pt x="6124970" y="1239683"/>
                  </a:lnTo>
                  <a:lnTo>
                    <a:pt x="6128274" y="1296071"/>
                  </a:lnTo>
                  <a:lnTo>
                    <a:pt x="6131577" y="1329570"/>
                  </a:lnTo>
                  <a:lnTo>
                    <a:pt x="6134881" y="1334074"/>
                  </a:lnTo>
                  <a:lnTo>
                    <a:pt x="6138185" y="1300032"/>
                  </a:lnTo>
                  <a:lnTo>
                    <a:pt x="6141488" y="1269901"/>
                  </a:lnTo>
                  <a:lnTo>
                    <a:pt x="6144792" y="1230336"/>
                  </a:lnTo>
                  <a:lnTo>
                    <a:pt x="6148096" y="1206926"/>
                  </a:lnTo>
                  <a:lnTo>
                    <a:pt x="6151399" y="1190118"/>
                  </a:lnTo>
                  <a:lnTo>
                    <a:pt x="6154703" y="1190118"/>
                  </a:lnTo>
                  <a:lnTo>
                    <a:pt x="6158007" y="1212014"/>
                  </a:lnTo>
                  <a:lnTo>
                    <a:pt x="6161310" y="1248717"/>
                  </a:lnTo>
                  <a:lnTo>
                    <a:pt x="6164614" y="1261497"/>
                  </a:lnTo>
                  <a:lnTo>
                    <a:pt x="6167917" y="1261497"/>
                  </a:lnTo>
                  <a:lnTo>
                    <a:pt x="6171221" y="1248061"/>
                  </a:lnTo>
                  <a:lnTo>
                    <a:pt x="6174525" y="1248061"/>
                  </a:lnTo>
                  <a:lnTo>
                    <a:pt x="6177828" y="1261497"/>
                  </a:lnTo>
                  <a:lnTo>
                    <a:pt x="6181132" y="1291395"/>
                  </a:lnTo>
                  <a:lnTo>
                    <a:pt x="6184436" y="1342382"/>
                  </a:lnTo>
                  <a:lnTo>
                    <a:pt x="6187739" y="1405713"/>
                  </a:lnTo>
                  <a:lnTo>
                    <a:pt x="6191043" y="1430742"/>
                  </a:lnTo>
                  <a:lnTo>
                    <a:pt x="6194347" y="1430742"/>
                  </a:lnTo>
                  <a:lnTo>
                    <a:pt x="6197650" y="1430742"/>
                  </a:lnTo>
                  <a:lnTo>
                    <a:pt x="6200954" y="1430742"/>
                  </a:lnTo>
                  <a:lnTo>
                    <a:pt x="6204258" y="1430742"/>
                  </a:lnTo>
                  <a:lnTo>
                    <a:pt x="6207561" y="1430742"/>
                  </a:lnTo>
                  <a:lnTo>
                    <a:pt x="6210865" y="1405713"/>
                  </a:lnTo>
                  <a:lnTo>
                    <a:pt x="6214169" y="1382863"/>
                  </a:lnTo>
                  <a:lnTo>
                    <a:pt x="6217472" y="1340513"/>
                  </a:lnTo>
                  <a:lnTo>
                    <a:pt x="6220776" y="1289855"/>
                  </a:lnTo>
                  <a:lnTo>
                    <a:pt x="6224080" y="1250694"/>
                  </a:lnTo>
                  <a:lnTo>
                    <a:pt x="6227383" y="1250694"/>
                  </a:lnTo>
                  <a:lnTo>
                    <a:pt x="6230687" y="1250694"/>
                  </a:lnTo>
                  <a:lnTo>
                    <a:pt x="6233990" y="1280058"/>
                  </a:lnTo>
                  <a:lnTo>
                    <a:pt x="6237294" y="1311452"/>
                  </a:lnTo>
                  <a:lnTo>
                    <a:pt x="6240598" y="1342382"/>
                  </a:lnTo>
                  <a:lnTo>
                    <a:pt x="6243901" y="1361843"/>
                  </a:lnTo>
                  <a:lnTo>
                    <a:pt x="6247205" y="1382863"/>
                  </a:lnTo>
                  <a:lnTo>
                    <a:pt x="6250509" y="1382863"/>
                  </a:lnTo>
                  <a:lnTo>
                    <a:pt x="6253812" y="1405713"/>
                  </a:lnTo>
                  <a:lnTo>
                    <a:pt x="6257116" y="1430742"/>
                  </a:lnTo>
                  <a:lnTo>
                    <a:pt x="6260420" y="1387277"/>
                  </a:lnTo>
                  <a:lnTo>
                    <a:pt x="6263723" y="1332263"/>
                  </a:lnTo>
                  <a:lnTo>
                    <a:pt x="6267027" y="1268481"/>
                  </a:lnTo>
                  <a:lnTo>
                    <a:pt x="6270331" y="1217203"/>
                  </a:lnTo>
                  <a:lnTo>
                    <a:pt x="6273634" y="1155248"/>
                  </a:lnTo>
                  <a:lnTo>
                    <a:pt x="6276938" y="1135754"/>
                  </a:lnTo>
                  <a:lnTo>
                    <a:pt x="6280242" y="1142239"/>
                  </a:lnTo>
                  <a:lnTo>
                    <a:pt x="6283545" y="1169907"/>
                  </a:lnTo>
                  <a:lnTo>
                    <a:pt x="6286849" y="1200838"/>
                  </a:lnTo>
                  <a:lnTo>
                    <a:pt x="6290153" y="1276385"/>
                  </a:lnTo>
                  <a:lnTo>
                    <a:pt x="6293456" y="1342382"/>
                  </a:lnTo>
                  <a:lnTo>
                    <a:pt x="6296760" y="1382863"/>
                  </a:lnTo>
                  <a:lnTo>
                    <a:pt x="6300064" y="1382863"/>
                  </a:lnTo>
                  <a:lnTo>
                    <a:pt x="6303367" y="1361843"/>
                  </a:lnTo>
                  <a:lnTo>
                    <a:pt x="6306671" y="1342382"/>
                  </a:lnTo>
                  <a:lnTo>
                    <a:pt x="6309974" y="1342382"/>
                  </a:lnTo>
                  <a:lnTo>
                    <a:pt x="6313278" y="1324264"/>
                  </a:lnTo>
                  <a:lnTo>
                    <a:pt x="6316582" y="1291395"/>
                  </a:lnTo>
                  <a:lnTo>
                    <a:pt x="6319885" y="1262187"/>
                  </a:lnTo>
                  <a:lnTo>
                    <a:pt x="6323189" y="1235904"/>
                  </a:lnTo>
                  <a:lnTo>
                    <a:pt x="6326493" y="1212014"/>
                  </a:lnTo>
                  <a:lnTo>
                    <a:pt x="6329796" y="1188025"/>
                  </a:lnTo>
                  <a:lnTo>
                    <a:pt x="6333100" y="1167969"/>
                  </a:lnTo>
                  <a:lnTo>
                    <a:pt x="6336404" y="1166525"/>
                  </a:lnTo>
                  <a:lnTo>
                    <a:pt x="6339707" y="1176307"/>
                  </a:lnTo>
                  <a:lnTo>
                    <a:pt x="6343011" y="1176307"/>
                  </a:lnTo>
                  <a:lnTo>
                    <a:pt x="6346315" y="1168452"/>
                  </a:lnTo>
                  <a:lnTo>
                    <a:pt x="6349618" y="1147991"/>
                  </a:lnTo>
                  <a:lnTo>
                    <a:pt x="6352922" y="1133205"/>
                  </a:lnTo>
                  <a:lnTo>
                    <a:pt x="6356226" y="1116812"/>
                  </a:lnTo>
                  <a:lnTo>
                    <a:pt x="6359529" y="1093995"/>
                  </a:lnTo>
                  <a:lnTo>
                    <a:pt x="6362833" y="1093995"/>
                  </a:lnTo>
                  <a:lnTo>
                    <a:pt x="6366137" y="1134902"/>
                  </a:lnTo>
                  <a:lnTo>
                    <a:pt x="6369440" y="1169907"/>
                  </a:lnTo>
                  <a:lnTo>
                    <a:pt x="6372744" y="1190118"/>
                  </a:lnTo>
                  <a:lnTo>
                    <a:pt x="6376048" y="1229725"/>
                  </a:lnTo>
                  <a:lnTo>
                    <a:pt x="6379351" y="1269190"/>
                  </a:lnTo>
                  <a:lnTo>
                    <a:pt x="6382655" y="1283783"/>
                  </a:lnTo>
                  <a:lnTo>
                    <a:pt x="6385958" y="1283783"/>
                  </a:lnTo>
                  <a:lnTo>
                    <a:pt x="6389262" y="1283783"/>
                  </a:lnTo>
                  <a:lnTo>
                    <a:pt x="6392566" y="1276385"/>
                  </a:lnTo>
                  <a:lnTo>
                    <a:pt x="6395869" y="1234035"/>
                  </a:lnTo>
                  <a:lnTo>
                    <a:pt x="6399173" y="1178307"/>
                  </a:lnTo>
                  <a:lnTo>
                    <a:pt x="6402477" y="1140929"/>
                  </a:lnTo>
                  <a:lnTo>
                    <a:pt x="6405780" y="1132360"/>
                  </a:lnTo>
                  <a:lnTo>
                    <a:pt x="6409084" y="1116019"/>
                  </a:lnTo>
                  <a:lnTo>
                    <a:pt x="6412388" y="1117210"/>
                  </a:lnTo>
                  <a:lnTo>
                    <a:pt x="6415691" y="1124062"/>
                  </a:lnTo>
                  <a:lnTo>
                    <a:pt x="6418995" y="1132360"/>
                  </a:lnTo>
                  <a:lnTo>
                    <a:pt x="6422299" y="1086102"/>
                  </a:lnTo>
                  <a:lnTo>
                    <a:pt x="6425602" y="1041364"/>
                  </a:lnTo>
                  <a:lnTo>
                    <a:pt x="6428906" y="978331"/>
                  </a:lnTo>
                  <a:lnTo>
                    <a:pt x="6432210" y="901965"/>
                  </a:lnTo>
                  <a:lnTo>
                    <a:pt x="6435513" y="835423"/>
                  </a:lnTo>
                  <a:lnTo>
                    <a:pt x="6438817" y="795954"/>
                  </a:lnTo>
                  <a:lnTo>
                    <a:pt x="6442121" y="779834"/>
                  </a:lnTo>
                  <a:lnTo>
                    <a:pt x="6445424" y="793275"/>
                  </a:lnTo>
                  <a:lnTo>
                    <a:pt x="6448728" y="833390"/>
                  </a:lnTo>
                  <a:lnTo>
                    <a:pt x="6452032" y="892496"/>
                  </a:lnTo>
                  <a:lnTo>
                    <a:pt x="6455335" y="976462"/>
                  </a:lnTo>
                  <a:lnTo>
                    <a:pt x="6458639" y="1070660"/>
                  </a:lnTo>
                  <a:lnTo>
                    <a:pt x="6461942" y="1147544"/>
                  </a:lnTo>
                  <a:lnTo>
                    <a:pt x="6465246" y="1230949"/>
                  </a:lnTo>
                  <a:lnTo>
                    <a:pt x="6468550" y="1334984"/>
                  </a:lnTo>
                  <a:lnTo>
                    <a:pt x="6471853" y="1382863"/>
                  </a:lnTo>
                  <a:lnTo>
                    <a:pt x="6475157" y="1361843"/>
                  </a:lnTo>
                  <a:lnTo>
                    <a:pt x="6478461" y="1328678"/>
                  </a:lnTo>
                  <a:lnTo>
                    <a:pt x="6481764" y="1295286"/>
                  </a:lnTo>
                  <a:lnTo>
                    <a:pt x="6485068" y="1265665"/>
                  </a:lnTo>
                  <a:lnTo>
                    <a:pt x="6488372" y="1234035"/>
                  </a:lnTo>
                  <a:lnTo>
                    <a:pt x="6491675" y="1199202"/>
                  </a:lnTo>
                  <a:lnTo>
                    <a:pt x="6494979" y="1175809"/>
                  </a:lnTo>
                  <a:lnTo>
                    <a:pt x="6498283" y="1148439"/>
                  </a:lnTo>
                  <a:lnTo>
                    <a:pt x="6501586" y="1139626"/>
                  </a:lnTo>
                  <a:lnTo>
                    <a:pt x="6504890" y="1152049"/>
                  </a:lnTo>
                  <a:lnTo>
                    <a:pt x="6508194" y="1180830"/>
                  </a:lnTo>
                  <a:lnTo>
                    <a:pt x="6511497" y="1179818"/>
                  </a:lnTo>
                  <a:lnTo>
                    <a:pt x="6514801" y="1189069"/>
                  </a:lnTo>
                  <a:lnTo>
                    <a:pt x="6518105" y="1189069"/>
                  </a:lnTo>
                  <a:lnTo>
                    <a:pt x="6521408" y="1189069"/>
                  </a:lnTo>
                  <a:lnTo>
                    <a:pt x="6524712" y="1189069"/>
                  </a:lnTo>
                  <a:lnTo>
                    <a:pt x="6528016" y="1223688"/>
                  </a:lnTo>
                  <a:lnTo>
                    <a:pt x="6531319" y="1276385"/>
                  </a:lnTo>
                  <a:lnTo>
                    <a:pt x="6534623" y="1324264"/>
                  </a:lnTo>
                  <a:lnTo>
                    <a:pt x="6537926" y="1361843"/>
                  </a:lnTo>
                  <a:lnTo>
                    <a:pt x="6541230" y="1405713"/>
                  </a:lnTo>
                  <a:lnTo>
                    <a:pt x="6544534" y="1430742"/>
                  </a:lnTo>
                  <a:lnTo>
                    <a:pt x="6547837" y="1416682"/>
                  </a:lnTo>
                  <a:lnTo>
                    <a:pt x="6551141" y="1392900"/>
                  </a:lnTo>
                  <a:lnTo>
                    <a:pt x="6554445" y="1350962"/>
                  </a:lnTo>
                  <a:lnTo>
                    <a:pt x="6557748" y="1332263"/>
                  </a:lnTo>
                  <a:lnTo>
                    <a:pt x="6561052" y="1308962"/>
                  </a:lnTo>
                  <a:lnTo>
                    <a:pt x="6564356" y="1286044"/>
                  </a:lnTo>
                  <a:lnTo>
                    <a:pt x="6567659" y="1244161"/>
                  </a:lnTo>
                  <a:lnTo>
                    <a:pt x="6570963" y="1204696"/>
                  </a:lnTo>
                  <a:lnTo>
                    <a:pt x="6574267" y="1163660"/>
                  </a:lnTo>
                  <a:lnTo>
                    <a:pt x="6577570" y="1157558"/>
                  </a:lnTo>
                  <a:lnTo>
                    <a:pt x="6580874" y="1162239"/>
                  </a:lnTo>
                  <a:lnTo>
                    <a:pt x="6584178" y="1181846"/>
                  </a:lnTo>
                  <a:lnTo>
                    <a:pt x="6587481" y="1198116"/>
                  </a:lnTo>
                  <a:lnTo>
                    <a:pt x="6590785" y="1232796"/>
                  </a:lnTo>
                  <a:lnTo>
                    <a:pt x="6594089" y="1239049"/>
                  </a:lnTo>
                  <a:lnTo>
                    <a:pt x="6597392" y="1232796"/>
                  </a:lnTo>
                  <a:lnTo>
                    <a:pt x="6600696" y="1245455"/>
                  </a:lnTo>
                  <a:lnTo>
                    <a:pt x="6603999" y="1283783"/>
                  </a:lnTo>
                </a:path>
              </a:pathLst>
            </a:custGeom>
            <a:ln w="9525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005839" y="2179754"/>
              <a:ext cx="0" cy="1092152"/>
            </a:xfrm>
            <a:custGeom>
              <a:avLst/>
              <a:pathLst>
                <a:path w="0" h="1092152">
                  <a:moveTo>
                    <a:pt x="0" y="1092152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14399" y="327190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14399" y="290785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14399" y="2543805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14399" y="217975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tx10"/>
            <p:cNvSpPr/>
            <p:nvPr/>
          </p:nvSpPr>
          <p:spPr>
            <a:xfrm rot="-5400000">
              <a:off x="681348" y="3215352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 rot="-5400000">
              <a:off x="682353" y="2852306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3" name="tx12"/>
            <p:cNvSpPr/>
            <p:nvPr/>
          </p:nvSpPr>
          <p:spPr>
            <a:xfrm rot="-5400000">
              <a:off x="680269" y="2486171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4" name="tx13"/>
            <p:cNvSpPr/>
            <p:nvPr/>
          </p:nvSpPr>
          <p:spPr>
            <a:xfrm rot="-5400000">
              <a:off x="680269" y="212212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5" name="pg14"/>
            <p:cNvSpPr/>
            <p:nvPr/>
          </p:nvSpPr>
          <p:spPr>
            <a:xfrm>
              <a:off x="1005839" y="1965960"/>
              <a:ext cx="7132319" cy="1545202"/>
            </a:xfrm>
            <a:custGeom>
              <a:avLst/>
              <a:pathLst>
                <a:path w="7132319" h="1545202">
                  <a:moveTo>
                    <a:pt x="0" y="1545202"/>
                  </a:moveTo>
                  <a:lnTo>
                    <a:pt x="7132319" y="1545202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tx15"/>
            <p:cNvSpPr/>
            <p:nvPr/>
          </p:nvSpPr>
          <p:spPr>
            <a:xfrm>
              <a:off x="2102986" y="1666860"/>
              <a:ext cx="4938027" cy="1828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EB4 locus r2 = 0.915, obs|pred 0.964, pred|obs 0.909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50208" y="4072607"/>
              <a:ext cx="1043582" cy="1334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 chr17, NA</a:t>
              </a:r>
            </a:p>
          </p:txBody>
        </p:sp>
        <p:sp>
          <p:nvSpPr>
            <p:cNvPr id="18" name="tx17"/>
            <p:cNvSpPr/>
            <p:nvPr/>
          </p:nvSpPr>
          <p:spPr>
            <a:xfrm rot="-5400000">
              <a:off x="-408013" y="2662695"/>
              <a:ext cx="1505545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cg_trace$lk27_1k[f]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1269999" y="2023189"/>
              <a:ext cx="6603999" cy="1430742"/>
            </a:xfrm>
            <a:custGeom>
              <a:avLst/>
              <a:pathLst>
                <a:path w="6603999" h="1430742">
                  <a:moveTo>
                    <a:pt x="0" y="1291395"/>
                  </a:moveTo>
                  <a:lnTo>
                    <a:pt x="3303" y="1262187"/>
                  </a:lnTo>
                  <a:lnTo>
                    <a:pt x="6607" y="1262187"/>
                  </a:lnTo>
                  <a:lnTo>
                    <a:pt x="9910" y="1276385"/>
                  </a:lnTo>
                  <a:lnTo>
                    <a:pt x="13214" y="1307316"/>
                  </a:lnTo>
                  <a:lnTo>
                    <a:pt x="16518" y="1382863"/>
                  </a:lnTo>
                  <a:lnTo>
                    <a:pt x="19821" y="1430742"/>
                  </a:lnTo>
                  <a:lnTo>
                    <a:pt x="23125" y="1430742"/>
                  </a:lnTo>
                  <a:lnTo>
                    <a:pt x="26429" y="1430742"/>
                  </a:lnTo>
                  <a:lnTo>
                    <a:pt x="29732" y="1430742"/>
                  </a:lnTo>
                  <a:lnTo>
                    <a:pt x="33036" y="1430742"/>
                  </a:lnTo>
                  <a:lnTo>
                    <a:pt x="36340" y="1430742"/>
                  </a:lnTo>
                  <a:lnTo>
                    <a:pt x="39643" y="1430742"/>
                  </a:lnTo>
                  <a:lnTo>
                    <a:pt x="42947" y="1430742"/>
                  </a:lnTo>
                  <a:lnTo>
                    <a:pt x="46251" y="1430742"/>
                  </a:lnTo>
                  <a:lnTo>
                    <a:pt x="49554" y="1430742"/>
                  </a:lnTo>
                  <a:lnTo>
                    <a:pt x="52858" y="1430742"/>
                  </a:lnTo>
                  <a:lnTo>
                    <a:pt x="56162" y="1430742"/>
                  </a:lnTo>
                  <a:lnTo>
                    <a:pt x="59465" y="1430742"/>
                  </a:lnTo>
                  <a:lnTo>
                    <a:pt x="62769" y="1430742"/>
                  </a:lnTo>
                  <a:lnTo>
                    <a:pt x="66073" y="1430742"/>
                  </a:lnTo>
                  <a:lnTo>
                    <a:pt x="69376" y="1430742"/>
                  </a:lnTo>
                  <a:lnTo>
                    <a:pt x="72680" y="1430742"/>
                  </a:lnTo>
                  <a:lnTo>
                    <a:pt x="75983" y="1430742"/>
                  </a:lnTo>
                  <a:lnTo>
                    <a:pt x="79287" y="1430742"/>
                  </a:lnTo>
                  <a:lnTo>
                    <a:pt x="82591" y="1430742"/>
                  </a:lnTo>
                  <a:lnTo>
                    <a:pt x="85894" y="1430742"/>
                  </a:lnTo>
                  <a:lnTo>
                    <a:pt x="89198" y="1430742"/>
                  </a:lnTo>
                  <a:lnTo>
                    <a:pt x="92502" y="1430742"/>
                  </a:lnTo>
                  <a:lnTo>
                    <a:pt x="95805" y="1430742"/>
                  </a:lnTo>
                  <a:lnTo>
                    <a:pt x="99109" y="1430742"/>
                  </a:lnTo>
                  <a:lnTo>
                    <a:pt x="102413" y="1430742"/>
                  </a:lnTo>
                  <a:lnTo>
                    <a:pt x="105716" y="1430742"/>
                  </a:lnTo>
                  <a:lnTo>
                    <a:pt x="109020" y="1430742"/>
                  </a:lnTo>
                  <a:lnTo>
                    <a:pt x="112324" y="1430742"/>
                  </a:lnTo>
                  <a:lnTo>
                    <a:pt x="115627" y="1430742"/>
                  </a:lnTo>
                  <a:lnTo>
                    <a:pt x="118931" y="1430742"/>
                  </a:lnTo>
                  <a:lnTo>
                    <a:pt x="122235" y="1405713"/>
                  </a:lnTo>
                  <a:lnTo>
                    <a:pt x="125538" y="1361843"/>
                  </a:lnTo>
                  <a:lnTo>
                    <a:pt x="128842" y="1306497"/>
                  </a:lnTo>
                  <a:lnTo>
                    <a:pt x="132146" y="1261497"/>
                  </a:lnTo>
                  <a:lnTo>
                    <a:pt x="135449" y="1211444"/>
                  </a:lnTo>
                  <a:lnTo>
                    <a:pt x="138753" y="1186467"/>
                  </a:lnTo>
                  <a:lnTo>
                    <a:pt x="142057" y="1186467"/>
                  </a:lnTo>
                  <a:lnTo>
                    <a:pt x="145360" y="1197576"/>
                  </a:lnTo>
                  <a:lnTo>
                    <a:pt x="148664" y="1208611"/>
                  </a:lnTo>
                  <a:lnTo>
                    <a:pt x="151967" y="1244807"/>
                  </a:lnTo>
                  <a:lnTo>
                    <a:pt x="155271" y="1291395"/>
                  </a:lnTo>
                  <a:lnTo>
                    <a:pt x="158575" y="1324264"/>
                  </a:lnTo>
                  <a:lnTo>
                    <a:pt x="161878" y="1361843"/>
                  </a:lnTo>
                  <a:lnTo>
                    <a:pt x="165182" y="1405713"/>
                  </a:lnTo>
                  <a:lnTo>
                    <a:pt x="168486" y="1405713"/>
                  </a:lnTo>
                  <a:lnTo>
                    <a:pt x="171789" y="1361843"/>
                  </a:lnTo>
                  <a:lnTo>
                    <a:pt x="175093" y="1342382"/>
                  </a:lnTo>
                  <a:lnTo>
                    <a:pt x="178397" y="1324264"/>
                  </a:lnTo>
                  <a:lnTo>
                    <a:pt x="181700" y="1291395"/>
                  </a:lnTo>
                  <a:lnTo>
                    <a:pt x="185004" y="1277116"/>
                  </a:lnTo>
                  <a:lnTo>
                    <a:pt x="188308" y="1308138"/>
                  </a:lnTo>
                  <a:lnTo>
                    <a:pt x="191611" y="1325141"/>
                  </a:lnTo>
                  <a:lnTo>
                    <a:pt x="194915" y="1325141"/>
                  </a:lnTo>
                  <a:lnTo>
                    <a:pt x="198219" y="1343322"/>
                  </a:lnTo>
                  <a:lnTo>
                    <a:pt x="201522" y="1291395"/>
                  </a:lnTo>
                  <a:lnTo>
                    <a:pt x="204826" y="1179818"/>
                  </a:lnTo>
                  <a:lnTo>
                    <a:pt x="208130" y="1129426"/>
                  </a:lnTo>
                  <a:lnTo>
                    <a:pt x="211433" y="1121219"/>
                  </a:lnTo>
                  <a:lnTo>
                    <a:pt x="214737" y="1113261"/>
                  </a:lnTo>
                  <a:lnTo>
                    <a:pt x="218041" y="1137898"/>
                  </a:lnTo>
                  <a:lnTo>
                    <a:pt x="221344" y="1217786"/>
                  </a:lnTo>
                  <a:lnTo>
                    <a:pt x="224648" y="1291395"/>
                  </a:lnTo>
                  <a:lnTo>
                    <a:pt x="227951" y="1324264"/>
                  </a:lnTo>
                  <a:lnTo>
                    <a:pt x="231255" y="1328678"/>
                  </a:lnTo>
                  <a:lnTo>
                    <a:pt x="234559" y="1328678"/>
                  </a:lnTo>
                  <a:lnTo>
                    <a:pt x="237862" y="1291395"/>
                  </a:lnTo>
                  <a:lnTo>
                    <a:pt x="241166" y="1262187"/>
                  </a:lnTo>
                  <a:lnTo>
                    <a:pt x="244470" y="1262187"/>
                  </a:lnTo>
                  <a:lnTo>
                    <a:pt x="247773" y="1287562"/>
                  </a:lnTo>
                  <a:lnTo>
                    <a:pt x="251077" y="1303244"/>
                  </a:lnTo>
                  <a:lnTo>
                    <a:pt x="254381" y="1342382"/>
                  </a:lnTo>
                  <a:lnTo>
                    <a:pt x="257684" y="1342382"/>
                  </a:lnTo>
                  <a:lnTo>
                    <a:pt x="260988" y="1324264"/>
                  </a:lnTo>
                  <a:lnTo>
                    <a:pt x="264292" y="1291395"/>
                  </a:lnTo>
                  <a:lnTo>
                    <a:pt x="267595" y="1276385"/>
                  </a:lnTo>
                  <a:lnTo>
                    <a:pt x="270899" y="1276385"/>
                  </a:lnTo>
                  <a:lnTo>
                    <a:pt x="274203" y="1307316"/>
                  </a:lnTo>
                  <a:lnTo>
                    <a:pt x="277506" y="1324264"/>
                  </a:lnTo>
                  <a:lnTo>
                    <a:pt x="280810" y="1361843"/>
                  </a:lnTo>
                  <a:lnTo>
                    <a:pt x="284114" y="1405713"/>
                  </a:lnTo>
                  <a:lnTo>
                    <a:pt x="287417" y="1405713"/>
                  </a:lnTo>
                  <a:lnTo>
                    <a:pt x="290721" y="1361843"/>
                  </a:lnTo>
                  <a:lnTo>
                    <a:pt x="294025" y="1324264"/>
                  </a:lnTo>
                  <a:lnTo>
                    <a:pt x="297328" y="1307316"/>
                  </a:lnTo>
                  <a:lnTo>
                    <a:pt x="300632" y="1307316"/>
                  </a:lnTo>
                  <a:lnTo>
                    <a:pt x="303935" y="1324264"/>
                  </a:lnTo>
                  <a:lnTo>
                    <a:pt x="307239" y="1361843"/>
                  </a:lnTo>
                  <a:lnTo>
                    <a:pt x="310543" y="1405713"/>
                  </a:lnTo>
                  <a:lnTo>
                    <a:pt x="313846" y="1430742"/>
                  </a:lnTo>
                  <a:lnTo>
                    <a:pt x="317150" y="1430742"/>
                  </a:lnTo>
                  <a:lnTo>
                    <a:pt x="320454" y="1399812"/>
                  </a:lnTo>
                  <a:lnTo>
                    <a:pt x="323757" y="1319923"/>
                  </a:lnTo>
                  <a:lnTo>
                    <a:pt x="327061" y="1272763"/>
                  </a:lnTo>
                  <a:lnTo>
                    <a:pt x="330365" y="1272763"/>
                  </a:lnTo>
                  <a:lnTo>
                    <a:pt x="333668" y="1272763"/>
                  </a:lnTo>
                  <a:lnTo>
                    <a:pt x="336972" y="1291395"/>
                  </a:lnTo>
                  <a:lnTo>
                    <a:pt x="340276" y="1361843"/>
                  </a:lnTo>
                  <a:lnTo>
                    <a:pt x="343579" y="1430742"/>
                  </a:lnTo>
                  <a:lnTo>
                    <a:pt x="346883" y="1430742"/>
                  </a:lnTo>
                  <a:lnTo>
                    <a:pt x="350187" y="1430742"/>
                  </a:lnTo>
                  <a:lnTo>
                    <a:pt x="353490" y="1430742"/>
                  </a:lnTo>
                  <a:lnTo>
                    <a:pt x="356794" y="1430742"/>
                  </a:lnTo>
                  <a:lnTo>
                    <a:pt x="360098" y="1430742"/>
                  </a:lnTo>
                  <a:lnTo>
                    <a:pt x="363401" y="1430742"/>
                  </a:lnTo>
                  <a:lnTo>
                    <a:pt x="366705" y="1430742"/>
                  </a:lnTo>
                  <a:lnTo>
                    <a:pt x="370009" y="1405713"/>
                  </a:lnTo>
                  <a:lnTo>
                    <a:pt x="373312" y="1361843"/>
                  </a:lnTo>
                  <a:lnTo>
                    <a:pt x="376616" y="1324264"/>
                  </a:lnTo>
                  <a:lnTo>
                    <a:pt x="379919" y="1262187"/>
                  </a:lnTo>
                  <a:lnTo>
                    <a:pt x="383223" y="1223688"/>
                  </a:lnTo>
                  <a:lnTo>
                    <a:pt x="386527" y="1200838"/>
                  </a:lnTo>
                  <a:lnTo>
                    <a:pt x="389830" y="1200838"/>
                  </a:lnTo>
                  <a:lnTo>
                    <a:pt x="393134" y="1212014"/>
                  </a:lnTo>
                  <a:lnTo>
                    <a:pt x="396438" y="1248717"/>
                  </a:lnTo>
                  <a:lnTo>
                    <a:pt x="399741" y="1291395"/>
                  </a:lnTo>
                  <a:lnTo>
                    <a:pt x="403045" y="1307316"/>
                  </a:lnTo>
                  <a:lnTo>
                    <a:pt x="406349" y="1294503"/>
                  </a:lnTo>
                  <a:lnTo>
                    <a:pt x="409652" y="1264966"/>
                  </a:lnTo>
                  <a:lnTo>
                    <a:pt x="412956" y="1251356"/>
                  </a:lnTo>
                  <a:lnTo>
                    <a:pt x="416260" y="1238417"/>
                  </a:lnTo>
                  <a:lnTo>
                    <a:pt x="419563" y="1264966"/>
                  </a:lnTo>
                  <a:lnTo>
                    <a:pt x="422867" y="1295286"/>
                  </a:lnTo>
                  <a:lnTo>
                    <a:pt x="426171" y="1323390"/>
                  </a:lnTo>
                  <a:lnTo>
                    <a:pt x="429474" y="1323390"/>
                  </a:lnTo>
                  <a:lnTo>
                    <a:pt x="432778" y="1323390"/>
                  </a:lnTo>
                  <a:lnTo>
                    <a:pt x="436082" y="1323390"/>
                  </a:lnTo>
                  <a:lnTo>
                    <a:pt x="439385" y="1336814"/>
                  </a:lnTo>
                  <a:lnTo>
                    <a:pt x="442689" y="1361843"/>
                  </a:lnTo>
                  <a:lnTo>
                    <a:pt x="445992" y="1405713"/>
                  </a:lnTo>
                  <a:lnTo>
                    <a:pt x="449296" y="1430742"/>
                  </a:lnTo>
                  <a:lnTo>
                    <a:pt x="452600" y="1405713"/>
                  </a:lnTo>
                  <a:lnTo>
                    <a:pt x="455903" y="1361843"/>
                  </a:lnTo>
                  <a:lnTo>
                    <a:pt x="459207" y="1307316"/>
                  </a:lnTo>
                  <a:lnTo>
                    <a:pt x="462511" y="1174816"/>
                  </a:lnTo>
                  <a:lnTo>
                    <a:pt x="465814" y="1038695"/>
                  </a:lnTo>
                  <a:lnTo>
                    <a:pt x="469118" y="914164"/>
                  </a:lnTo>
                  <a:lnTo>
                    <a:pt x="472422" y="820095"/>
                  </a:lnTo>
                  <a:lnTo>
                    <a:pt x="475725" y="735187"/>
                  </a:lnTo>
                  <a:lnTo>
                    <a:pt x="479029" y="682202"/>
                  </a:lnTo>
                  <a:lnTo>
                    <a:pt x="482333" y="664728"/>
                  </a:lnTo>
                  <a:lnTo>
                    <a:pt x="485636" y="666081"/>
                  </a:lnTo>
                  <a:lnTo>
                    <a:pt x="488940" y="677090"/>
                  </a:lnTo>
                  <a:lnTo>
                    <a:pt x="492244" y="720817"/>
                  </a:lnTo>
                  <a:lnTo>
                    <a:pt x="495547" y="791083"/>
                  </a:lnTo>
                  <a:lnTo>
                    <a:pt x="498851" y="864000"/>
                  </a:lnTo>
                  <a:lnTo>
                    <a:pt x="502155" y="955442"/>
                  </a:lnTo>
                  <a:lnTo>
                    <a:pt x="505458" y="1055132"/>
                  </a:lnTo>
                  <a:lnTo>
                    <a:pt x="508762" y="1110919"/>
                  </a:lnTo>
                  <a:lnTo>
                    <a:pt x="512066" y="1089661"/>
                  </a:lnTo>
                  <a:lnTo>
                    <a:pt x="515369" y="1055447"/>
                  </a:lnTo>
                  <a:lnTo>
                    <a:pt x="518673" y="1032570"/>
                  </a:lnTo>
                  <a:lnTo>
                    <a:pt x="521976" y="1032282"/>
                  </a:lnTo>
                  <a:lnTo>
                    <a:pt x="525280" y="1038695"/>
                  </a:lnTo>
                  <a:lnTo>
                    <a:pt x="528584" y="1069331"/>
                  </a:lnTo>
                  <a:lnTo>
                    <a:pt x="531887" y="1082243"/>
                  </a:lnTo>
                  <a:lnTo>
                    <a:pt x="535191" y="1075707"/>
                  </a:lnTo>
                  <a:lnTo>
                    <a:pt x="538495" y="1056076"/>
                  </a:lnTo>
                  <a:lnTo>
                    <a:pt x="541798" y="1037811"/>
                  </a:lnTo>
                  <a:lnTo>
                    <a:pt x="545102" y="1027715"/>
                  </a:lnTo>
                  <a:lnTo>
                    <a:pt x="548406" y="1023226"/>
                  </a:lnTo>
                  <a:lnTo>
                    <a:pt x="551709" y="1025181"/>
                  </a:lnTo>
                  <a:lnTo>
                    <a:pt x="555013" y="1054192"/>
                  </a:lnTo>
                  <a:lnTo>
                    <a:pt x="558317" y="1108984"/>
                  </a:lnTo>
                  <a:lnTo>
                    <a:pt x="561620" y="1167005"/>
                  </a:lnTo>
                  <a:lnTo>
                    <a:pt x="564924" y="1234657"/>
                  </a:lnTo>
                  <a:lnTo>
                    <a:pt x="568228" y="1322519"/>
                  </a:lnTo>
                  <a:lnTo>
                    <a:pt x="571531" y="1405713"/>
                  </a:lnTo>
                  <a:lnTo>
                    <a:pt x="574835" y="1430742"/>
                  </a:lnTo>
                  <a:lnTo>
                    <a:pt x="578139" y="1430742"/>
                  </a:lnTo>
                  <a:lnTo>
                    <a:pt x="581442" y="1405713"/>
                  </a:lnTo>
                  <a:lnTo>
                    <a:pt x="584746" y="1361843"/>
                  </a:lnTo>
                  <a:lnTo>
                    <a:pt x="588050" y="1342382"/>
                  </a:lnTo>
                  <a:lnTo>
                    <a:pt x="591353" y="1342382"/>
                  </a:lnTo>
                  <a:lnTo>
                    <a:pt x="594657" y="1324264"/>
                  </a:lnTo>
                  <a:lnTo>
                    <a:pt x="597960" y="1307316"/>
                  </a:lnTo>
                  <a:lnTo>
                    <a:pt x="601264" y="1291395"/>
                  </a:lnTo>
                  <a:lnTo>
                    <a:pt x="604568" y="1249374"/>
                  </a:lnTo>
                  <a:lnTo>
                    <a:pt x="607871" y="1201386"/>
                  </a:lnTo>
                  <a:lnTo>
                    <a:pt x="611175" y="1201386"/>
                  </a:lnTo>
                  <a:lnTo>
                    <a:pt x="614479" y="1212586"/>
                  </a:lnTo>
                  <a:lnTo>
                    <a:pt x="617782" y="1224285"/>
                  </a:lnTo>
                  <a:lnTo>
                    <a:pt x="621086" y="1262187"/>
                  </a:lnTo>
                  <a:lnTo>
                    <a:pt x="624390" y="1324264"/>
                  </a:lnTo>
                  <a:lnTo>
                    <a:pt x="627693" y="1342382"/>
                  </a:lnTo>
                  <a:lnTo>
                    <a:pt x="630997" y="1342382"/>
                  </a:lnTo>
                  <a:lnTo>
                    <a:pt x="634301" y="1361843"/>
                  </a:lnTo>
                  <a:lnTo>
                    <a:pt x="637604" y="1342382"/>
                  </a:lnTo>
                  <a:lnTo>
                    <a:pt x="640908" y="1307316"/>
                  </a:lnTo>
                  <a:lnTo>
                    <a:pt x="644212" y="1262187"/>
                  </a:lnTo>
                  <a:lnTo>
                    <a:pt x="647515" y="1235904"/>
                  </a:lnTo>
                  <a:lnTo>
                    <a:pt x="650819" y="1232796"/>
                  </a:lnTo>
                  <a:lnTo>
                    <a:pt x="654123" y="1245455"/>
                  </a:lnTo>
                  <a:lnTo>
                    <a:pt x="657426" y="1245455"/>
                  </a:lnTo>
                  <a:lnTo>
                    <a:pt x="660730" y="1272763"/>
                  </a:lnTo>
                  <a:lnTo>
                    <a:pt x="664034" y="1319923"/>
                  </a:lnTo>
                  <a:lnTo>
                    <a:pt x="667337" y="1317353"/>
                  </a:lnTo>
                  <a:lnTo>
                    <a:pt x="670641" y="1288324"/>
                  </a:lnTo>
                  <a:lnTo>
                    <a:pt x="673944" y="1273483"/>
                  </a:lnTo>
                  <a:lnTo>
                    <a:pt x="677248" y="1259437"/>
                  </a:lnTo>
                  <a:lnTo>
                    <a:pt x="680552" y="1233415"/>
                  </a:lnTo>
                  <a:lnTo>
                    <a:pt x="683855" y="1214308"/>
                  </a:lnTo>
                  <a:lnTo>
                    <a:pt x="687159" y="1235904"/>
                  </a:lnTo>
                  <a:lnTo>
                    <a:pt x="690463" y="1262187"/>
                  </a:lnTo>
                  <a:lnTo>
                    <a:pt x="693766" y="1262187"/>
                  </a:lnTo>
                  <a:lnTo>
                    <a:pt x="697070" y="1276385"/>
                  </a:lnTo>
                  <a:lnTo>
                    <a:pt x="700374" y="1324264"/>
                  </a:lnTo>
                  <a:lnTo>
                    <a:pt x="703677" y="1342382"/>
                  </a:lnTo>
                  <a:lnTo>
                    <a:pt x="706981" y="1361843"/>
                  </a:lnTo>
                  <a:lnTo>
                    <a:pt x="710285" y="1405713"/>
                  </a:lnTo>
                  <a:lnTo>
                    <a:pt x="713588" y="1430742"/>
                  </a:lnTo>
                  <a:lnTo>
                    <a:pt x="716892" y="1430742"/>
                  </a:lnTo>
                  <a:lnTo>
                    <a:pt x="720196" y="1430742"/>
                  </a:lnTo>
                  <a:lnTo>
                    <a:pt x="723499" y="1430742"/>
                  </a:lnTo>
                  <a:lnTo>
                    <a:pt x="726803" y="1430742"/>
                  </a:lnTo>
                  <a:lnTo>
                    <a:pt x="730107" y="1405713"/>
                  </a:lnTo>
                  <a:lnTo>
                    <a:pt x="733410" y="1361843"/>
                  </a:lnTo>
                  <a:lnTo>
                    <a:pt x="736714" y="1324264"/>
                  </a:lnTo>
                  <a:lnTo>
                    <a:pt x="740018" y="1323390"/>
                  </a:lnTo>
                  <a:lnTo>
                    <a:pt x="743321" y="1323390"/>
                  </a:lnTo>
                  <a:lnTo>
                    <a:pt x="746625" y="1341446"/>
                  </a:lnTo>
                  <a:lnTo>
                    <a:pt x="749928" y="1381771"/>
                  </a:lnTo>
                  <a:lnTo>
                    <a:pt x="753232" y="1429432"/>
                  </a:lnTo>
                  <a:lnTo>
                    <a:pt x="756536" y="1430742"/>
                  </a:lnTo>
                  <a:lnTo>
                    <a:pt x="759839" y="1430742"/>
                  </a:lnTo>
                  <a:lnTo>
                    <a:pt x="763143" y="1430742"/>
                  </a:lnTo>
                  <a:lnTo>
                    <a:pt x="766447" y="1430742"/>
                  </a:lnTo>
                  <a:lnTo>
                    <a:pt x="769750" y="1430742"/>
                  </a:lnTo>
                  <a:lnTo>
                    <a:pt x="773054" y="1430742"/>
                  </a:lnTo>
                  <a:lnTo>
                    <a:pt x="776358" y="1430742"/>
                  </a:lnTo>
                  <a:lnTo>
                    <a:pt x="779661" y="1430742"/>
                  </a:lnTo>
                  <a:lnTo>
                    <a:pt x="782965" y="1430742"/>
                  </a:lnTo>
                  <a:lnTo>
                    <a:pt x="786269" y="1430742"/>
                  </a:lnTo>
                  <a:lnTo>
                    <a:pt x="789572" y="1430742"/>
                  </a:lnTo>
                  <a:lnTo>
                    <a:pt x="792876" y="1430742"/>
                  </a:lnTo>
                  <a:lnTo>
                    <a:pt x="796180" y="1405713"/>
                  </a:lnTo>
                  <a:lnTo>
                    <a:pt x="799483" y="1382863"/>
                  </a:lnTo>
                  <a:lnTo>
                    <a:pt x="802787" y="1342382"/>
                  </a:lnTo>
                  <a:lnTo>
                    <a:pt x="806091" y="1291395"/>
                  </a:lnTo>
                  <a:lnTo>
                    <a:pt x="809394" y="1276385"/>
                  </a:lnTo>
                  <a:lnTo>
                    <a:pt x="812698" y="1256716"/>
                  </a:lnTo>
                  <a:lnTo>
                    <a:pt x="816002" y="1218956"/>
                  </a:lnTo>
                  <a:lnTo>
                    <a:pt x="819305" y="1196497"/>
                  </a:lnTo>
                  <a:lnTo>
                    <a:pt x="822609" y="1202484"/>
                  </a:lnTo>
                  <a:lnTo>
                    <a:pt x="825912" y="1210875"/>
                  </a:lnTo>
                  <a:lnTo>
                    <a:pt x="829216" y="1239683"/>
                  </a:lnTo>
                  <a:lnTo>
                    <a:pt x="832520" y="1296071"/>
                  </a:lnTo>
                  <a:lnTo>
                    <a:pt x="835823" y="1367975"/>
                  </a:lnTo>
                  <a:lnTo>
                    <a:pt x="839127" y="1424258"/>
                  </a:lnTo>
                  <a:lnTo>
                    <a:pt x="842431" y="1430742"/>
                  </a:lnTo>
                  <a:lnTo>
                    <a:pt x="845734" y="1430742"/>
                  </a:lnTo>
                  <a:lnTo>
                    <a:pt x="849038" y="1430742"/>
                  </a:lnTo>
                  <a:lnTo>
                    <a:pt x="852342" y="1405713"/>
                  </a:lnTo>
                  <a:lnTo>
                    <a:pt x="855645" y="1382863"/>
                  </a:lnTo>
                  <a:lnTo>
                    <a:pt x="858949" y="1342382"/>
                  </a:lnTo>
                  <a:lnTo>
                    <a:pt x="862253" y="1307316"/>
                  </a:lnTo>
                  <a:lnTo>
                    <a:pt x="865556" y="1262187"/>
                  </a:lnTo>
                  <a:lnTo>
                    <a:pt x="868860" y="1262187"/>
                  </a:lnTo>
                  <a:lnTo>
                    <a:pt x="872164" y="1262187"/>
                  </a:lnTo>
                  <a:lnTo>
                    <a:pt x="875467" y="1291395"/>
                  </a:lnTo>
                  <a:lnTo>
                    <a:pt x="878771" y="1324264"/>
                  </a:lnTo>
                  <a:lnTo>
                    <a:pt x="882075" y="1342382"/>
                  </a:lnTo>
                  <a:lnTo>
                    <a:pt x="885378" y="1324264"/>
                  </a:lnTo>
                  <a:lnTo>
                    <a:pt x="888682" y="1251356"/>
                  </a:lnTo>
                  <a:lnTo>
                    <a:pt x="891985" y="1192227"/>
                  </a:lnTo>
                  <a:lnTo>
                    <a:pt x="895289" y="1162239"/>
                  </a:lnTo>
                  <a:lnTo>
                    <a:pt x="898593" y="1181846"/>
                  </a:lnTo>
                  <a:lnTo>
                    <a:pt x="901896" y="1181846"/>
                  </a:lnTo>
                  <a:lnTo>
                    <a:pt x="905200" y="1179818"/>
                  </a:lnTo>
                  <a:lnTo>
                    <a:pt x="908504" y="1147098"/>
                  </a:lnTo>
                  <a:lnTo>
                    <a:pt x="911807" y="1099889"/>
                  </a:lnTo>
                  <a:lnTo>
                    <a:pt x="915111" y="1012061"/>
                  </a:lnTo>
                  <a:lnTo>
                    <a:pt x="918415" y="955442"/>
                  </a:lnTo>
                  <a:lnTo>
                    <a:pt x="921718" y="933005"/>
                  </a:lnTo>
                  <a:lnTo>
                    <a:pt x="925022" y="915638"/>
                  </a:lnTo>
                  <a:lnTo>
                    <a:pt x="928326" y="926573"/>
                  </a:lnTo>
                  <a:lnTo>
                    <a:pt x="931629" y="978097"/>
                  </a:lnTo>
                  <a:lnTo>
                    <a:pt x="934933" y="1046481"/>
                  </a:lnTo>
                  <a:lnTo>
                    <a:pt x="938237" y="1127350"/>
                  </a:lnTo>
                  <a:lnTo>
                    <a:pt x="941540" y="1245455"/>
                  </a:lnTo>
                  <a:lnTo>
                    <a:pt x="944844" y="1286044"/>
                  </a:lnTo>
                  <a:lnTo>
                    <a:pt x="948148" y="1269190"/>
                  </a:lnTo>
                  <a:lnTo>
                    <a:pt x="951451" y="1229725"/>
                  </a:lnTo>
                  <a:lnTo>
                    <a:pt x="954755" y="1206367"/>
                  </a:lnTo>
                  <a:lnTo>
                    <a:pt x="958059" y="1190118"/>
                  </a:lnTo>
                  <a:lnTo>
                    <a:pt x="961362" y="1208048"/>
                  </a:lnTo>
                  <a:lnTo>
                    <a:pt x="964666" y="1219543"/>
                  </a:lnTo>
                  <a:lnTo>
                    <a:pt x="967969" y="1231563"/>
                  </a:lnTo>
                  <a:lnTo>
                    <a:pt x="971273" y="1231563"/>
                  </a:lnTo>
                  <a:lnTo>
                    <a:pt x="974577" y="1244161"/>
                  </a:lnTo>
                  <a:lnTo>
                    <a:pt x="977880" y="1248717"/>
                  </a:lnTo>
                  <a:lnTo>
                    <a:pt x="981184" y="1276385"/>
                  </a:lnTo>
                  <a:lnTo>
                    <a:pt x="984488" y="1307316"/>
                  </a:lnTo>
                  <a:lnTo>
                    <a:pt x="987791" y="1324264"/>
                  </a:lnTo>
                  <a:lnTo>
                    <a:pt x="991095" y="1324264"/>
                  </a:lnTo>
                  <a:lnTo>
                    <a:pt x="994399" y="1307316"/>
                  </a:lnTo>
                  <a:lnTo>
                    <a:pt x="997702" y="1264966"/>
                  </a:lnTo>
                  <a:lnTo>
                    <a:pt x="1001006" y="1238417"/>
                  </a:lnTo>
                  <a:lnTo>
                    <a:pt x="1004310" y="1220720"/>
                  </a:lnTo>
                  <a:lnTo>
                    <a:pt x="1007613" y="1209175"/>
                  </a:lnTo>
                  <a:lnTo>
                    <a:pt x="1010917" y="1198116"/>
                  </a:lnTo>
                  <a:lnTo>
                    <a:pt x="1014221" y="1180830"/>
                  </a:lnTo>
                  <a:lnTo>
                    <a:pt x="1017524" y="1143116"/>
                  </a:lnTo>
                  <a:lnTo>
                    <a:pt x="1020828" y="1120412"/>
                  </a:lnTo>
                  <a:lnTo>
                    <a:pt x="1024132" y="1112478"/>
                  </a:lnTo>
                  <a:lnTo>
                    <a:pt x="1027435" y="1120412"/>
                  </a:lnTo>
                  <a:lnTo>
                    <a:pt x="1030739" y="1148439"/>
                  </a:lnTo>
                  <a:lnTo>
                    <a:pt x="1034043" y="1197576"/>
                  </a:lnTo>
                  <a:lnTo>
                    <a:pt x="1037346" y="1221903"/>
                  </a:lnTo>
                  <a:lnTo>
                    <a:pt x="1040650" y="1258073"/>
                  </a:lnTo>
                  <a:lnTo>
                    <a:pt x="1043953" y="1286802"/>
                  </a:lnTo>
                  <a:lnTo>
                    <a:pt x="1047257" y="1304865"/>
                  </a:lnTo>
                  <a:lnTo>
                    <a:pt x="1050561" y="1304865"/>
                  </a:lnTo>
                  <a:lnTo>
                    <a:pt x="1053864" y="1274206"/>
                  </a:lnTo>
                  <a:lnTo>
                    <a:pt x="1057168" y="1200838"/>
                  </a:lnTo>
                  <a:lnTo>
                    <a:pt x="1060472" y="1133628"/>
                  </a:lnTo>
                  <a:lnTo>
                    <a:pt x="1063775" y="1092905"/>
                  </a:lnTo>
                  <a:lnTo>
                    <a:pt x="1067079" y="1060207"/>
                  </a:lnTo>
                  <a:lnTo>
                    <a:pt x="1070383" y="1073340"/>
                  </a:lnTo>
                  <a:lnTo>
                    <a:pt x="1073686" y="1110919"/>
                  </a:lnTo>
                  <a:lnTo>
                    <a:pt x="1076990" y="1143995"/>
                  </a:lnTo>
                  <a:lnTo>
                    <a:pt x="1080294" y="1164135"/>
                  </a:lnTo>
                  <a:lnTo>
                    <a:pt x="1083597" y="1173334"/>
                  </a:lnTo>
                  <a:lnTo>
                    <a:pt x="1086901" y="1145320"/>
                  </a:lnTo>
                  <a:lnTo>
                    <a:pt x="1090205" y="1128179"/>
                  </a:lnTo>
                  <a:lnTo>
                    <a:pt x="1093508" y="1136610"/>
                  </a:lnTo>
                  <a:lnTo>
                    <a:pt x="1096812" y="1145320"/>
                  </a:lnTo>
                  <a:lnTo>
                    <a:pt x="1100116" y="1203035"/>
                  </a:lnTo>
                  <a:lnTo>
                    <a:pt x="1103419" y="1279319"/>
                  </a:lnTo>
                  <a:lnTo>
                    <a:pt x="1106723" y="1342382"/>
                  </a:lnTo>
                  <a:lnTo>
                    <a:pt x="1110027" y="1382863"/>
                  </a:lnTo>
                  <a:lnTo>
                    <a:pt x="1113330" y="1430742"/>
                  </a:lnTo>
                  <a:lnTo>
                    <a:pt x="1116634" y="1430742"/>
                  </a:lnTo>
                  <a:lnTo>
                    <a:pt x="1119937" y="1430742"/>
                  </a:lnTo>
                  <a:lnTo>
                    <a:pt x="1123241" y="1430742"/>
                  </a:lnTo>
                  <a:lnTo>
                    <a:pt x="1126545" y="1430742"/>
                  </a:lnTo>
                  <a:lnTo>
                    <a:pt x="1129848" y="1430742"/>
                  </a:lnTo>
                  <a:lnTo>
                    <a:pt x="1133152" y="1417930"/>
                  </a:lnTo>
                  <a:lnTo>
                    <a:pt x="1136456" y="1333167"/>
                  </a:lnTo>
                  <a:lnTo>
                    <a:pt x="1139759" y="1224884"/>
                  </a:lnTo>
                  <a:lnTo>
                    <a:pt x="1143063" y="1152049"/>
                  </a:lnTo>
                  <a:lnTo>
                    <a:pt x="1146367" y="1092542"/>
                  </a:lnTo>
                  <a:lnTo>
                    <a:pt x="1149670" y="1069995"/>
                  </a:lnTo>
                  <a:lnTo>
                    <a:pt x="1152974" y="1090738"/>
                  </a:lnTo>
                  <a:lnTo>
                    <a:pt x="1156278" y="1150238"/>
                  </a:lnTo>
                  <a:lnTo>
                    <a:pt x="1159581" y="1222497"/>
                  </a:lnTo>
                  <a:lnTo>
                    <a:pt x="1162885" y="1280058"/>
                  </a:lnTo>
                  <a:lnTo>
                    <a:pt x="1166189" y="1223688"/>
                  </a:lnTo>
                  <a:lnTo>
                    <a:pt x="1169492" y="1158022"/>
                  </a:lnTo>
                  <a:lnTo>
                    <a:pt x="1172796" y="1115228"/>
                  </a:lnTo>
                  <a:lnTo>
                    <a:pt x="1176100" y="1085044"/>
                  </a:lnTo>
                  <a:lnTo>
                    <a:pt x="1179403" y="1045874"/>
                  </a:lnTo>
                  <a:lnTo>
                    <a:pt x="1182707" y="1030274"/>
                  </a:lnTo>
                  <a:lnTo>
                    <a:pt x="1186011" y="1026023"/>
                  </a:lnTo>
                  <a:lnTo>
                    <a:pt x="1189314" y="1031707"/>
                  </a:lnTo>
                  <a:lnTo>
                    <a:pt x="1192618" y="1043759"/>
                  </a:lnTo>
                  <a:lnTo>
                    <a:pt x="1195921" y="1096925"/>
                  </a:lnTo>
                  <a:lnTo>
                    <a:pt x="1199225" y="1190118"/>
                  </a:lnTo>
                  <a:lnTo>
                    <a:pt x="1202529" y="1291395"/>
                  </a:lnTo>
                  <a:lnTo>
                    <a:pt x="1205832" y="1342382"/>
                  </a:lnTo>
                  <a:lnTo>
                    <a:pt x="1209136" y="1361843"/>
                  </a:lnTo>
                  <a:lnTo>
                    <a:pt x="1212440" y="1313965"/>
                  </a:lnTo>
                  <a:lnTo>
                    <a:pt x="1215743" y="1267774"/>
                  </a:lnTo>
                  <a:lnTo>
                    <a:pt x="1219047" y="1254022"/>
                  </a:lnTo>
                  <a:lnTo>
                    <a:pt x="1222351" y="1267774"/>
                  </a:lnTo>
                  <a:lnTo>
                    <a:pt x="1225654" y="1267774"/>
                  </a:lnTo>
                  <a:lnTo>
                    <a:pt x="1228958" y="1307316"/>
                  </a:lnTo>
                  <a:lnTo>
                    <a:pt x="1232262" y="1324264"/>
                  </a:lnTo>
                  <a:lnTo>
                    <a:pt x="1235565" y="1324264"/>
                  </a:lnTo>
                  <a:lnTo>
                    <a:pt x="1238869" y="1292169"/>
                  </a:lnTo>
                  <a:lnTo>
                    <a:pt x="1242173" y="1292169"/>
                  </a:lnTo>
                  <a:lnTo>
                    <a:pt x="1245476" y="1277116"/>
                  </a:lnTo>
                  <a:lnTo>
                    <a:pt x="1248780" y="1277116"/>
                  </a:lnTo>
                  <a:lnTo>
                    <a:pt x="1252084" y="1249374"/>
                  </a:lnTo>
                  <a:lnTo>
                    <a:pt x="1255387" y="1235904"/>
                  </a:lnTo>
                  <a:lnTo>
                    <a:pt x="1258691" y="1204141"/>
                  </a:lnTo>
                  <a:lnTo>
                    <a:pt x="1261994" y="1204141"/>
                  </a:lnTo>
                  <a:lnTo>
                    <a:pt x="1265298" y="1227293"/>
                  </a:lnTo>
                  <a:lnTo>
                    <a:pt x="1268602" y="1252686"/>
                  </a:lnTo>
                  <a:lnTo>
                    <a:pt x="1271905" y="1266366"/>
                  </a:lnTo>
                  <a:lnTo>
                    <a:pt x="1275209" y="1291395"/>
                  </a:lnTo>
                  <a:lnTo>
                    <a:pt x="1278513" y="1291395"/>
                  </a:lnTo>
                  <a:lnTo>
                    <a:pt x="1281816" y="1266366"/>
                  </a:lnTo>
                  <a:lnTo>
                    <a:pt x="1285120" y="1239683"/>
                  </a:lnTo>
                  <a:lnTo>
                    <a:pt x="1288424" y="1227293"/>
                  </a:lnTo>
                  <a:lnTo>
                    <a:pt x="1291727" y="1252686"/>
                  </a:lnTo>
                  <a:lnTo>
                    <a:pt x="1295031" y="1280799"/>
                  </a:lnTo>
                  <a:lnTo>
                    <a:pt x="1298335" y="1307316"/>
                  </a:lnTo>
                  <a:lnTo>
                    <a:pt x="1301638" y="1342382"/>
                  </a:lnTo>
                  <a:lnTo>
                    <a:pt x="1304942" y="1361843"/>
                  </a:lnTo>
                  <a:lnTo>
                    <a:pt x="1308246" y="1307316"/>
                  </a:lnTo>
                  <a:lnTo>
                    <a:pt x="1311549" y="1276385"/>
                  </a:lnTo>
                  <a:lnTo>
                    <a:pt x="1314853" y="1262187"/>
                  </a:lnTo>
                  <a:lnTo>
                    <a:pt x="1318157" y="1262187"/>
                  </a:lnTo>
                  <a:lnTo>
                    <a:pt x="1321460" y="1291395"/>
                  </a:lnTo>
                  <a:lnTo>
                    <a:pt x="1324764" y="1313124"/>
                  </a:lnTo>
                  <a:lnTo>
                    <a:pt x="1328068" y="1296858"/>
                  </a:lnTo>
                  <a:lnTo>
                    <a:pt x="1331371" y="1267069"/>
                  </a:lnTo>
                  <a:lnTo>
                    <a:pt x="1334675" y="1253353"/>
                  </a:lnTo>
                  <a:lnTo>
                    <a:pt x="1337978" y="1204696"/>
                  </a:lnTo>
                  <a:lnTo>
                    <a:pt x="1341282" y="1169907"/>
                  </a:lnTo>
                  <a:lnTo>
                    <a:pt x="1344586" y="1160357"/>
                  </a:lnTo>
                  <a:lnTo>
                    <a:pt x="1347889" y="1151142"/>
                  </a:lnTo>
                  <a:lnTo>
                    <a:pt x="1351193" y="1117210"/>
                  </a:lnTo>
                  <a:lnTo>
                    <a:pt x="1354497" y="1117210"/>
                  </a:lnTo>
                  <a:lnTo>
                    <a:pt x="1357800" y="1142239"/>
                  </a:lnTo>
                  <a:lnTo>
                    <a:pt x="1361104" y="1141801"/>
                  </a:lnTo>
                  <a:lnTo>
                    <a:pt x="1364408" y="1124880"/>
                  </a:lnTo>
                  <a:lnTo>
                    <a:pt x="1367711" y="1150689"/>
                  </a:lnTo>
                  <a:lnTo>
                    <a:pt x="1371015" y="1179314"/>
                  </a:lnTo>
                  <a:lnTo>
                    <a:pt x="1374319" y="1189593"/>
                  </a:lnTo>
                  <a:lnTo>
                    <a:pt x="1377622" y="1212014"/>
                  </a:lnTo>
                  <a:lnTo>
                    <a:pt x="1380926" y="1276385"/>
                  </a:lnTo>
                  <a:lnTo>
                    <a:pt x="1384230" y="1324264"/>
                  </a:lnTo>
                  <a:lnTo>
                    <a:pt x="1387533" y="1342382"/>
                  </a:lnTo>
                  <a:lnTo>
                    <a:pt x="1390837" y="1361843"/>
                  </a:lnTo>
                  <a:lnTo>
                    <a:pt x="1394141" y="1405713"/>
                  </a:lnTo>
                  <a:lnTo>
                    <a:pt x="1397444" y="1405713"/>
                  </a:lnTo>
                  <a:lnTo>
                    <a:pt x="1400748" y="1361843"/>
                  </a:lnTo>
                  <a:lnTo>
                    <a:pt x="1404052" y="1342382"/>
                  </a:lnTo>
                  <a:lnTo>
                    <a:pt x="1407355" y="1248717"/>
                  </a:lnTo>
                  <a:lnTo>
                    <a:pt x="1410659" y="1151142"/>
                  </a:lnTo>
                  <a:lnTo>
                    <a:pt x="1413962" y="1101758"/>
                  </a:lnTo>
                  <a:lnTo>
                    <a:pt x="1417266" y="1070327"/>
                  </a:lnTo>
                  <a:lnTo>
                    <a:pt x="1420570" y="1033148"/>
                  </a:lnTo>
                  <a:lnTo>
                    <a:pt x="1423873" y="1027432"/>
                  </a:lnTo>
                  <a:lnTo>
                    <a:pt x="1427177" y="1051080"/>
                  </a:lnTo>
                  <a:lnTo>
                    <a:pt x="1430481" y="1070994"/>
                  </a:lnTo>
                  <a:lnTo>
                    <a:pt x="1433784" y="1095090"/>
                  </a:lnTo>
                  <a:lnTo>
                    <a:pt x="1437088" y="1134476"/>
                  </a:lnTo>
                  <a:lnTo>
                    <a:pt x="1440392" y="1143116"/>
                  </a:lnTo>
                  <a:lnTo>
                    <a:pt x="1443695" y="1110143"/>
                  </a:lnTo>
                  <a:lnTo>
                    <a:pt x="1446999" y="1087165"/>
                  </a:lnTo>
                  <a:lnTo>
                    <a:pt x="1450303" y="1038400"/>
                  </a:lnTo>
                  <a:lnTo>
                    <a:pt x="1453606" y="975765"/>
                  </a:lnTo>
                  <a:lnTo>
                    <a:pt x="1456910" y="933400"/>
                  </a:lnTo>
                  <a:lnTo>
                    <a:pt x="1460214" y="907098"/>
                  </a:lnTo>
                  <a:lnTo>
                    <a:pt x="1463517" y="882053"/>
                  </a:lnTo>
                  <a:lnTo>
                    <a:pt x="1466821" y="874524"/>
                  </a:lnTo>
                  <a:lnTo>
                    <a:pt x="1470125" y="884174"/>
                  </a:lnTo>
                  <a:lnTo>
                    <a:pt x="1473428" y="896586"/>
                  </a:lnTo>
                  <a:lnTo>
                    <a:pt x="1476732" y="900217"/>
                  </a:lnTo>
                  <a:lnTo>
                    <a:pt x="1480036" y="884830"/>
                  </a:lnTo>
                  <a:lnTo>
                    <a:pt x="1483339" y="871385"/>
                  </a:lnTo>
                  <a:lnTo>
                    <a:pt x="1486643" y="860833"/>
                  </a:lnTo>
                  <a:lnTo>
                    <a:pt x="1489946" y="867513"/>
                  </a:lnTo>
                  <a:lnTo>
                    <a:pt x="1493250" y="886478"/>
                  </a:lnTo>
                  <a:lnTo>
                    <a:pt x="1496554" y="910336"/>
                  </a:lnTo>
                  <a:lnTo>
                    <a:pt x="1499857" y="901264"/>
                  </a:lnTo>
                  <a:lnTo>
                    <a:pt x="1503161" y="779614"/>
                  </a:lnTo>
                  <a:lnTo>
                    <a:pt x="1506465" y="607796"/>
                  </a:lnTo>
                  <a:lnTo>
                    <a:pt x="1509768" y="507646"/>
                  </a:lnTo>
                  <a:lnTo>
                    <a:pt x="1513072" y="429601"/>
                  </a:lnTo>
                  <a:lnTo>
                    <a:pt x="1516376" y="363131"/>
                  </a:lnTo>
                  <a:lnTo>
                    <a:pt x="1519679" y="331286"/>
                  </a:lnTo>
                  <a:lnTo>
                    <a:pt x="1522983" y="340092"/>
                  </a:lnTo>
                  <a:lnTo>
                    <a:pt x="1526287" y="364260"/>
                  </a:lnTo>
                  <a:lnTo>
                    <a:pt x="1529590" y="410794"/>
                  </a:lnTo>
                  <a:lnTo>
                    <a:pt x="1532894" y="478055"/>
                  </a:lnTo>
                  <a:lnTo>
                    <a:pt x="1536198" y="551494"/>
                  </a:lnTo>
                  <a:lnTo>
                    <a:pt x="1539501" y="616281"/>
                  </a:lnTo>
                  <a:lnTo>
                    <a:pt x="1542805" y="657235"/>
                  </a:lnTo>
                  <a:lnTo>
                    <a:pt x="1546109" y="679108"/>
                  </a:lnTo>
                  <a:lnTo>
                    <a:pt x="1549412" y="721433"/>
                  </a:lnTo>
                  <a:lnTo>
                    <a:pt x="1552716" y="784500"/>
                  </a:lnTo>
                  <a:lnTo>
                    <a:pt x="1556020" y="851411"/>
                  </a:lnTo>
                  <a:lnTo>
                    <a:pt x="1559323" y="910517"/>
                  </a:lnTo>
                  <a:lnTo>
                    <a:pt x="1562627" y="957600"/>
                  </a:lnTo>
                  <a:lnTo>
                    <a:pt x="1565930" y="1007306"/>
                  </a:lnTo>
                  <a:lnTo>
                    <a:pt x="1569234" y="1030560"/>
                  </a:lnTo>
                  <a:lnTo>
                    <a:pt x="1572538" y="1048311"/>
                  </a:lnTo>
                  <a:lnTo>
                    <a:pt x="1575841" y="1091819"/>
                  </a:lnTo>
                  <a:lnTo>
                    <a:pt x="1579145" y="1106680"/>
                  </a:lnTo>
                  <a:lnTo>
                    <a:pt x="1582449" y="1068668"/>
                  </a:lnTo>
                  <a:lnTo>
                    <a:pt x="1585752" y="1015550"/>
                  </a:lnTo>
                  <a:lnTo>
                    <a:pt x="1589056" y="980214"/>
                  </a:lnTo>
                  <a:lnTo>
                    <a:pt x="1592360" y="947818"/>
                  </a:lnTo>
                  <a:lnTo>
                    <a:pt x="1595663" y="929283"/>
                  </a:lnTo>
                  <a:lnTo>
                    <a:pt x="1598967" y="939193"/>
                  </a:lnTo>
                  <a:lnTo>
                    <a:pt x="1602271" y="973223"/>
                  </a:lnTo>
                  <a:lnTo>
                    <a:pt x="1605574" y="997288"/>
                  </a:lnTo>
                  <a:lnTo>
                    <a:pt x="1608878" y="1018266"/>
                  </a:lnTo>
                  <a:lnTo>
                    <a:pt x="1612182" y="1023783"/>
                  </a:lnTo>
                  <a:lnTo>
                    <a:pt x="1615485" y="1007306"/>
                  </a:lnTo>
                  <a:lnTo>
                    <a:pt x="1618789" y="990570"/>
                  </a:lnTo>
                  <a:lnTo>
                    <a:pt x="1622093" y="1010997"/>
                  </a:lnTo>
                  <a:lnTo>
                    <a:pt x="1625396" y="1003407"/>
                  </a:lnTo>
                  <a:lnTo>
                    <a:pt x="1628700" y="1007044"/>
                  </a:lnTo>
                  <a:lnTo>
                    <a:pt x="1632004" y="1008881"/>
                  </a:lnTo>
                  <a:lnTo>
                    <a:pt x="1635307" y="1005219"/>
                  </a:lnTo>
                  <a:lnTo>
                    <a:pt x="1638611" y="985944"/>
                  </a:lnTo>
                  <a:lnTo>
                    <a:pt x="1641914" y="982586"/>
                  </a:lnTo>
                  <a:lnTo>
                    <a:pt x="1645218" y="941629"/>
                  </a:lnTo>
                  <a:lnTo>
                    <a:pt x="1648522" y="871073"/>
                  </a:lnTo>
                  <a:lnTo>
                    <a:pt x="1651825" y="834066"/>
                  </a:lnTo>
                  <a:lnTo>
                    <a:pt x="1655129" y="810765"/>
                  </a:lnTo>
                  <a:lnTo>
                    <a:pt x="1658433" y="799135"/>
                  </a:lnTo>
                  <a:lnTo>
                    <a:pt x="1661736" y="823584"/>
                  </a:lnTo>
                  <a:lnTo>
                    <a:pt x="1665040" y="888302"/>
                  </a:lnTo>
                  <a:lnTo>
                    <a:pt x="1668344" y="959558"/>
                  </a:lnTo>
                  <a:lnTo>
                    <a:pt x="1671647" y="1032570"/>
                  </a:lnTo>
                  <a:lnTo>
                    <a:pt x="1674951" y="1099145"/>
                  </a:lnTo>
                  <a:lnTo>
                    <a:pt x="1678255" y="1094360"/>
                  </a:lnTo>
                  <a:lnTo>
                    <a:pt x="1681558" y="1084341"/>
                  </a:lnTo>
                  <a:lnTo>
                    <a:pt x="1684862" y="1083290"/>
                  </a:lnTo>
                  <a:lnTo>
                    <a:pt x="1688166" y="1057340"/>
                  </a:lnTo>
                  <a:lnTo>
                    <a:pt x="1691469" y="1003150"/>
                  </a:lnTo>
                  <a:lnTo>
                    <a:pt x="1694773" y="996031"/>
                  </a:lnTo>
                  <a:lnTo>
                    <a:pt x="1698077" y="981872"/>
                  </a:lnTo>
                  <a:lnTo>
                    <a:pt x="1701380" y="964182"/>
                  </a:lnTo>
                  <a:lnTo>
                    <a:pt x="1704684" y="988125"/>
                  </a:lnTo>
                  <a:lnTo>
                    <a:pt x="1707987" y="1045571"/>
                  </a:lnTo>
                  <a:lnTo>
                    <a:pt x="1711291" y="1087520"/>
                  </a:lnTo>
                  <a:lnTo>
                    <a:pt x="1714595" y="1154330"/>
                  </a:lnTo>
                  <a:lnTo>
                    <a:pt x="1717898" y="1227899"/>
                  </a:lnTo>
                  <a:lnTo>
                    <a:pt x="1721202" y="1250033"/>
                  </a:lnTo>
                  <a:lnTo>
                    <a:pt x="1724506" y="1245455"/>
                  </a:lnTo>
                  <a:lnTo>
                    <a:pt x="1727809" y="1258754"/>
                  </a:lnTo>
                  <a:lnTo>
                    <a:pt x="1731113" y="1276385"/>
                  </a:lnTo>
                  <a:lnTo>
                    <a:pt x="1734417" y="1248717"/>
                  </a:lnTo>
                  <a:lnTo>
                    <a:pt x="1737720" y="1149337"/>
                  </a:lnTo>
                  <a:lnTo>
                    <a:pt x="1741024" y="1078439"/>
                  </a:lnTo>
                  <a:lnTo>
                    <a:pt x="1744328" y="1034306"/>
                  </a:lnTo>
                  <a:lnTo>
                    <a:pt x="1747631" y="1018812"/>
                  </a:lnTo>
                  <a:lnTo>
                    <a:pt x="1750935" y="1013398"/>
                  </a:lnTo>
                  <a:lnTo>
                    <a:pt x="1754239" y="1021286"/>
                  </a:lnTo>
                  <a:lnTo>
                    <a:pt x="1757542" y="1044663"/>
                  </a:lnTo>
                  <a:lnTo>
                    <a:pt x="1760846" y="1090738"/>
                  </a:lnTo>
                  <a:lnTo>
                    <a:pt x="1764150" y="1101758"/>
                  </a:lnTo>
                  <a:lnTo>
                    <a:pt x="1767453" y="1109370"/>
                  </a:lnTo>
                  <a:lnTo>
                    <a:pt x="1770757" y="1151142"/>
                  </a:lnTo>
                  <a:lnTo>
                    <a:pt x="1774061" y="1212014"/>
                  </a:lnTo>
                  <a:lnTo>
                    <a:pt x="1777364" y="1223688"/>
                  </a:lnTo>
                  <a:lnTo>
                    <a:pt x="1780668" y="1262187"/>
                  </a:lnTo>
                  <a:lnTo>
                    <a:pt x="1783971" y="1324264"/>
                  </a:lnTo>
                  <a:lnTo>
                    <a:pt x="1787275" y="1382863"/>
                  </a:lnTo>
                  <a:lnTo>
                    <a:pt x="1790579" y="1405713"/>
                  </a:lnTo>
                  <a:lnTo>
                    <a:pt x="1793882" y="1430742"/>
                  </a:lnTo>
                  <a:lnTo>
                    <a:pt x="1797186" y="1382863"/>
                  </a:lnTo>
                  <a:lnTo>
                    <a:pt x="1800490" y="1324264"/>
                  </a:lnTo>
                  <a:lnTo>
                    <a:pt x="1803793" y="1276385"/>
                  </a:lnTo>
                  <a:lnTo>
                    <a:pt x="1807097" y="1234657"/>
                  </a:lnTo>
                  <a:lnTo>
                    <a:pt x="1810401" y="1189069"/>
                  </a:lnTo>
                  <a:lnTo>
                    <a:pt x="1813704" y="1189069"/>
                  </a:lnTo>
                  <a:lnTo>
                    <a:pt x="1817008" y="1199746"/>
                  </a:lnTo>
                  <a:lnTo>
                    <a:pt x="1820312" y="1199746"/>
                  </a:lnTo>
                  <a:lnTo>
                    <a:pt x="1823615" y="1212014"/>
                  </a:lnTo>
                  <a:lnTo>
                    <a:pt x="1826919" y="1235904"/>
                  </a:lnTo>
                  <a:lnTo>
                    <a:pt x="1830223" y="1235904"/>
                  </a:lnTo>
                  <a:lnTo>
                    <a:pt x="1833526" y="1240318"/>
                  </a:lnTo>
                  <a:lnTo>
                    <a:pt x="1836830" y="1267069"/>
                  </a:lnTo>
                  <a:lnTo>
                    <a:pt x="1840134" y="1267069"/>
                  </a:lnTo>
                  <a:lnTo>
                    <a:pt x="1843437" y="1262187"/>
                  </a:lnTo>
                  <a:lnTo>
                    <a:pt x="1846741" y="1276385"/>
                  </a:lnTo>
                  <a:lnTo>
                    <a:pt x="1850045" y="1244161"/>
                  </a:lnTo>
                  <a:lnTo>
                    <a:pt x="1853348" y="1219543"/>
                  </a:lnTo>
                  <a:lnTo>
                    <a:pt x="1856652" y="1186467"/>
                  </a:lnTo>
                  <a:lnTo>
                    <a:pt x="1859955" y="1125290"/>
                  </a:lnTo>
                  <a:lnTo>
                    <a:pt x="1863259" y="1066691"/>
                  </a:lnTo>
                  <a:lnTo>
                    <a:pt x="1866563" y="1053879"/>
                  </a:lnTo>
                  <a:lnTo>
                    <a:pt x="1869866" y="1023783"/>
                  </a:lnTo>
                  <a:lnTo>
                    <a:pt x="1873170" y="1015280"/>
                  </a:lnTo>
                  <a:lnTo>
                    <a:pt x="1876474" y="1037811"/>
                  </a:lnTo>
                  <a:lnTo>
                    <a:pt x="1879777" y="1075707"/>
                  </a:lnTo>
                  <a:lnTo>
                    <a:pt x="1883081" y="1096925"/>
                  </a:lnTo>
                  <a:lnTo>
                    <a:pt x="1886385" y="1155248"/>
                  </a:lnTo>
                  <a:lnTo>
                    <a:pt x="1889688" y="1214308"/>
                  </a:lnTo>
                  <a:lnTo>
                    <a:pt x="1892992" y="1263573"/>
                  </a:lnTo>
                  <a:lnTo>
                    <a:pt x="1896296" y="1248061"/>
                  </a:lnTo>
                  <a:lnTo>
                    <a:pt x="1899599" y="1110919"/>
                  </a:lnTo>
                  <a:lnTo>
                    <a:pt x="1902903" y="984020"/>
                  </a:lnTo>
                  <a:lnTo>
                    <a:pt x="1906207" y="923701"/>
                  </a:lnTo>
                  <a:lnTo>
                    <a:pt x="1909510" y="894022"/>
                  </a:lnTo>
                  <a:lnTo>
                    <a:pt x="1912814" y="879466"/>
                  </a:lnTo>
                  <a:lnTo>
                    <a:pt x="1916118" y="898655"/>
                  </a:lnTo>
                  <a:lnTo>
                    <a:pt x="1919421" y="944087"/>
                  </a:lnTo>
                  <a:lnTo>
                    <a:pt x="1922725" y="988612"/>
                  </a:lnTo>
                  <a:lnTo>
                    <a:pt x="1926029" y="1021562"/>
                  </a:lnTo>
                  <a:lnTo>
                    <a:pt x="1929332" y="1054192"/>
                  </a:lnTo>
                  <a:lnTo>
                    <a:pt x="1932636" y="1106680"/>
                  </a:lnTo>
                  <a:lnTo>
                    <a:pt x="1935939" y="1156632"/>
                  </a:lnTo>
                  <a:lnTo>
                    <a:pt x="1939243" y="1114046"/>
                  </a:lnTo>
                  <a:lnTo>
                    <a:pt x="1942547" y="1006000"/>
                  </a:lnTo>
                  <a:lnTo>
                    <a:pt x="1945850" y="915269"/>
                  </a:lnTo>
                  <a:lnTo>
                    <a:pt x="1949154" y="848535"/>
                  </a:lnTo>
                  <a:lnTo>
                    <a:pt x="1952458" y="801755"/>
                  </a:lnTo>
                  <a:lnTo>
                    <a:pt x="1955761" y="761137"/>
                  </a:lnTo>
                  <a:lnTo>
                    <a:pt x="1959065" y="752166"/>
                  </a:lnTo>
                  <a:lnTo>
                    <a:pt x="1962369" y="753358"/>
                  </a:lnTo>
                  <a:lnTo>
                    <a:pt x="1965672" y="752463"/>
                  </a:lnTo>
                  <a:lnTo>
                    <a:pt x="1968976" y="757977"/>
                  </a:lnTo>
                  <a:lnTo>
                    <a:pt x="1972280" y="753457"/>
                  </a:lnTo>
                  <a:lnTo>
                    <a:pt x="1975583" y="718889"/>
                  </a:lnTo>
                  <a:lnTo>
                    <a:pt x="1978887" y="697360"/>
                  </a:lnTo>
                  <a:lnTo>
                    <a:pt x="1982191" y="707444"/>
                  </a:lnTo>
                  <a:lnTo>
                    <a:pt x="1985494" y="702230"/>
                  </a:lnTo>
                  <a:lnTo>
                    <a:pt x="1988798" y="715593"/>
                  </a:lnTo>
                  <a:lnTo>
                    <a:pt x="1992102" y="719064"/>
                  </a:lnTo>
                  <a:lnTo>
                    <a:pt x="1995405" y="655858"/>
                  </a:lnTo>
                  <a:lnTo>
                    <a:pt x="1998709" y="546421"/>
                  </a:lnTo>
                  <a:lnTo>
                    <a:pt x="2002013" y="489757"/>
                  </a:lnTo>
                  <a:lnTo>
                    <a:pt x="2005316" y="464589"/>
                  </a:lnTo>
                  <a:lnTo>
                    <a:pt x="2008620" y="459989"/>
                  </a:lnTo>
                  <a:lnTo>
                    <a:pt x="2011923" y="465985"/>
                  </a:lnTo>
                  <a:lnTo>
                    <a:pt x="2015227" y="489757"/>
                  </a:lnTo>
                  <a:lnTo>
                    <a:pt x="2018531" y="486602"/>
                  </a:lnTo>
                  <a:lnTo>
                    <a:pt x="2021834" y="449078"/>
                  </a:lnTo>
                  <a:lnTo>
                    <a:pt x="2025138" y="427693"/>
                  </a:lnTo>
                  <a:lnTo>
                    <a:pt x="2028442" y="412991"/>
                  </a:lnTo>
                  <a:lnTo>
                    <a:pt x="2031745" y="401402"/>
                  </a:lnTo>
                  <a:lnTo>
                    <a:pt x="2035049" y="398423"/>
                  </a:lnTo>
                  <a:lnTo>
                    <a:pt x="2038353" y="416693"/>
                  </a:lnTo>
                  <a:lnTo>
                    <a:pt x="2041656" y="419861"/>
                  </a:lnTo>
                  <a:lnTo>
                    <a:pt x="2044960" y="425570"/>
                  </a:lnTo>
                  <a:lnTo>
                    <a:pt x="2048264" y="450614"/>
                  </a:lnTo>
                  <a:lnTo>
                    <a:pt x="2051567" y="489356"/>
                  </a:lnTo>
                  <a:lnTo>
                    <a:pt x="2054871" y="502541"/>
                  </a:lnTo>
                  <a:lnTo>
                    <a:pt x="2058175" y="489830"/>
                  </a:lnTo>
                  <a:lnTo>
                    <a:pt x="2061478" y="458430"/>
                  </a:lnTo>
                  <a:lnTo>
                    <a:pt x="2064782" y="403758"/>
                  </a:lnTo>
                  <a:lnTo>
                    <a:pt x="2068086" y="371857"/>
                  </a:lnTo>
                  <a:lnTo>
                    <a:pt x="2071389" y="356612"/>
                  </a:lnTo>
                  <a:lnTo>
                    <a:pt x="2074693" y="340897"/>
                  </a:lnTo>
                  <a:lnTo>
                    <a:pt x="2077996" y="318931"/>
                  </a:lnTo>
                  <a:lnTo>
                    <a:pt x="2081300" y="300109"/>
                  </a:lnTo>
                  <a:lnTo>
                    <a:pt x="2084604" y="264456"/>
                  </a:lnTo>
                  <a:lnTo>
                    <a:pt x="2087907" y="241496"/>
                  </a:lnTo>
                  <a:lnTo>
                    <a:pt x="2091211" y="245884"/>
                  </a:lnTo>
                  <a:lnTo>
                    <a:pt x="2094515" y="275596"/>
                  </a:lnTo>
                  <a:lnTo>
                    <a:pt x="2097818" y="322476"/>
                  </a:lnTo>
                  <a:lnTo>
                    <a:pt x="2101122" y="360486"/>
                  </a:lnTo>
                  <a:lnTo>
                    <a:pt x="2104426" y="387694"/>
                  </a:lnTo>
                  <a:lnTo>
                    <a:pt x="2107729" y="396523"/>
                  </a:lnTo>
                  <a:lnTo>
                    <a:pt x="2111033" y="382745"/>
                  </a:lnTo>
                  <a:lnTo>
                    <a:pt x="2114337" y="341374"/>
                  </a:lnTo>
                  <a:lnTo>
                    <a:pt x="2117640" y="311147"/>
                  </a:lnTo>
                  <a:lnTo>
                    <a:pt x="2120944" y="280007"/>
                  </a:lnTo>
                  <a:lnTo>
                    <a:pt x="2124248" y="245466"/>
                  </a:lnTo>
                  <a:lnTo>
                    <a:pt x="2127551" y="215471"/>
                  </a:lnTo>
                  <a:lnTo>
                    <a:pt x="2130855" y="196733"/>
                  </a:lnTo>
                  <a:lnTo>
                    <a:pt x="2134159" y="185283"/>
                  </a:lnTo>
                  <a:lnTo>
                    <a:pt x="2137462" y="175434"/>
                  </a:lnTo>
                  <a:lnTo>
                    <a:pt x="2140766" y="167092"/>
                  </a:lnTo>
                  <a:lnTo>
                    <a:pt x="2144070" y="171431"/>
                  </a:lnTo>
                  <a:lnTo>
                    <a:pt x="2147373" y="193159"/>
                  </a:lnTo>
                  <a:lnTo>
                    <a:pt x="2150677" y="228701"/>
                  </a:lnTo>
                  <a:lnTo>
                    <a:pt x="2153980" y="274903"/>
                  </a:lnTo>
                  <a:lnTo>
                    <a:pt x="2157284" y="342684"/>
                  </a:lnTo>
                  <a:lnTo>
                    <a:pt x="2160588" y="405553"/>
                  </a:lnTo>
                  <a:lnTo>
                    <a:pt x="2163891" y="447862"/>
                  </a:lnTo>
                  <a:lnTo>
                    <a:pt x="2167195" y="474383"/>
                  </a:lnTo>
                  <a:lnTo>
                    <a:pt x="2170499" y="510394"/>
                  </a:lnTo>
                  <a:lnTo>
                    <a:pt x="2173802" y="531849"/>
                  </a:lnTo>
                  <a:lnTo>
                    <a:pt x="2177106" y="569398"/>
                  </a:lnTo>
                  <a:lnTo>
                    <a:pt x="2180410" y="630355"/>
                  </a:lnTo>
                  <a:lnTo>
                    <a:pt x="2183713" y="718715"/>
                  </a:lnTo>
                  <a:lnTo>
                    <a:pt x="2187017" y="780827"/>
                  </a:lnTo>
                  <a:lnTo>
                    <a:pt x="2190321" y="832312"/>
                  </a:lnTo>
                  <a:lnTo>
                    <a:pt x="2193624" y="869209"/>
                  </a:lnTo>
                  <a:lnTo>
                    <a:pt x="2196928" y="882704"/>
                  </a:lnTo>
                  <a:lnTo>
                    <a:pt x="2200232" y="861734"/>
                  </a:lnTo>
                  <a:lnTo>
                    <a:pt x="2203535" y="851267"/>
                  </a:lnTo>
                  <a:lnTo>
                    <a:pt x="2206839" y="868282"/>
                  </a:lnTo>
                  <a:lnTo>
                    <a:pt x="2210143" y="908712"/>
                  </a:lnTo>
                  <a:lnTo>
                    <a:pt x="2213446" y="919357"/>
                  </a:lnTo>
                  <a:lnTo>
                    <a:pt x="2216750" y="937783"/>
                  </a:lnTo>
                  <a:lnTo>
                    <a:pt x="2220054" y="965519"/>
                  </a:lnTo>
                  <a:lnTo>
                    <a:pt x="2223357" y="996533"/>
                  </a:lnTo>
                  <a:lnTo>
                    <a:pt x="2226661" y="1020459"/>
                  </a:lnTo>
                  <a:lnTo>
                    <a:pt x="2229964" y="1082243"/>
                  </a:lnTo>
                  <a:lnTo>
                    <a:pt x="2233268" y="1153415"/>
                  </a:lnTo>
                  <a:lnTo>
                    <a:pt x="2236572" y="1204696"/>
                  </a:lnTo>
                  <a:lnTo>
                    <a:pt x="2239875" y="1179314"/>
                  </a:lnTo>
                  <a:lnTo>
                    <a:pt x="2243179" y="1108984"/>
                  </a:lnTo>
                  <a:lnTo>
                    <a:pt x="2246483" y="1018539"/>
                  </a:lnTo>
                  <a:lnTo>
                    <a:pt x="2249786" y="959995"/>
                  </a:lnTo>
                  <a:lnTo>
                    <a:pt x="2253090" y="942650"/>
                  </a:lnTo>
                  <a:lnTo>
                    <a:pt x="2256394" y="955873"/>
                  </a:lnTo>
                  <a:lnTo>
                    <a:pt x="2259697" y="972076"/>
                  </a:lnTo>
                  <a:lnTo>
                    <a:pt x="2263001" y="1001096"/>
                  </a:lnTo>
                  <a:lnTo>
                    <a:pt x="2266305" y="1027998"/>
                  </a:lnTo>
                  <a:lnTo>
                    <a:pt x="2269608" y="1016904"/>
                  </a:lnTo>
                  <a:lnTo>
                    <a:pt x="2272912" y="954370"/>
                  </a:lnTo>
                  <a:lnTo>
                    <a:pt x="2276216" y="864455"/>
                  </a:lnTo>
                  <a:lnTo>
                    <a:pt x="2279519" y="743587"/>
                  </a:lnTo>
                  <a:lnTo>
                    <a:pt x="2282823" y="653601"/>
                  </a:lnTo>
                  <a:lnTo>
                    <a:pt x="2286127" y="598194"/>
                  </a:lnTo>
                  <a:lnTo>
                    <a:pt x="2289430" y="554092"/>
                  </a:lnTo>
                  <a:lnTo>
                    <a:pt x="2292734" y="493913"/>
                  </a:lnTo>
                  <a:lnTo>
                    <a:pt x="2296038" y="463761"/>
                  </a:lnTo>
                  <a:lnTo>
                    <a:pt x="2299341" y="433636"/>
                  </a:lnTo>
                  <a:lnTo>
                    <a:pt x="2302645" y="429456"/>
                  </a:lnTo>
                  <a:lnTo>
                    <a:pt x="2305948" y="399792"/>
                  </a:lnTo>
                  <a:lnTo>
                    <a:pt x="2309252" y="365370"/>
                  </a:lnTo>
                  <a:lnTo>
                    <a:pt x="2312556" y="308389"/>
                  </a:lnTo>
                  <a:lnTo>
                    <a:pt x="2315859" y="258476"/>
                  </a:lnTo>
                  <a:lnTo>
                    <a:pt x="2319163" y="200004"/>
                  </a:lnTo>
                  <a:lnTo>
                    <a:pt x="2322467" y="156626"/>
                  </a:lnTo>
                  <a:lnTo>
                    <a:pt x="2325770" y="126684"/>
                  </a:lnTo>
                  <a:lnTo>
                    <a:pt x="2329074" y="113212"/>
                  </a:lnTo>
                  <a:lnTo>
                    <a:pt x="2332378" y="121104"/>
                  </a:lnTo>
                  <a:lnTo>
                    <a:pt x="2335681" y="149480"/>
                  </a:lnTo>
                  <a:lnTo>
                    <a:pt x="2338985" y="182223"/>
                  </a:lnTo>
                  <a:lnTo>
                    <a:pt x="2342289" y="197020"/>
                  </a:lnTo>
                  <a:lnTo>
                    <a:pt x="2345592" y="196900"/>
                  </a:lnTo>
                  <a:lnTo>
                    <a:pt x="2348896" y="177848"/>
                  </a:lnTo>
                  <a:lnTo>
                    <a:pt x="2352200" y="144084"/>
                  </a:lnTo>
                  <a:lnTo>
                    <a:pt x="2355503" y="121760"/>
                  </a:lnTo>
                  <a:lnTo>
                    <a:pt x="2358807" y="128549"/>
                  </a:lnTo>
                  <a:lnTo>
                    <a:pt x="2362111" y="150721"/>
                  </a:lnTo>
                  <a:lnTo>
                    <a:pt x="2365414" y="172497"/>
                  </a:lnTo>
                  <a:lnTo>
                    <a:pt x="2368718" y="198748"/>
                  </a:lnTo>
                  <a:lnTo>
                    <a:pt x="2372022" y="231538"/>
                  </a:lnTo>
                  <a:lnTo>
                    <a:pt x="2375325" y="254961"/>
                  </a:lnTo>
                  <a:lnTo>
                    <a:pt x="2378629" y="265092"/>
                  </a:lnTo>
                  <a:lnTo>
                    <a:pt x="2381932" y="272005"/>
                  </a:lnTo>
                  <a:lnTo>
                    <a:pt x="2385236" y="272005"/>
                  </a:lnTo>
                  <a:lnTo>
                    <a:pt x="2388540" y="270054"/>
                  </a:lnTo>
                  <a:lnTo>
                    <a:pt x="2391843" y="279515"/>
                  </a:lnTo>
                  <a:lnTo>
                    <a:pt x="2395147" y="291070"/>
                  </a:lnTo>
                  <a:lnTo>
                    <a:pt x="2398451" y="273586"/>
                  </a:lnTo>
                  <a:lnTo>
                    <a:pt x="2401754" y="238004"/>
                  </a:lnTo>
                  <a:lnTo>
                    <a:pt x="2405058" y="209418"/>
                  </a:lnTo>
                  <a:lnTo>
                    <a:pt x="2408362" y="182336"/>
                  </a:lnTo>
                  <a:lnTo>
                    <a:pt x="2411665" y="178383"/>
                  </a:lnTo>
                  <a:lnTo>
                    <a:pt x="2414969" y="205656"/>
                  </a:lnTo>
                  <a:lnTo>
                    <a:pt x="2418273" y="259689"/>
                  </a:lnTo>
                  <a:lnTo>
                    <a:pt x="2421576" y="318588"/>
                  </a:lnTo>
                  <a:lnTo>
                    <a:pt x="2424880" y="378985"/>
                  </a:lnTo>
                  <a:lnTo>
                    <a:pt x="2428184" y="395935"/>
                  </a:lnTo>
                  <a:lnTo>
                    <a:pt x="2431487" y="378077"/>
                  </a:lnTo>
                  <a:lnTo>
                    <a:pt x="2434791" y="361201"/>
                  </a:lnTo>
                  <a:lnTo>
                    <a:pt x="2438095" y="356415"/>
                  </a:lnTo>
                  <a:lnTo>
                    <a:pt x="2441398" y="364192"/>
                  </a:lnTo>
                  <a:lnTo>
                    <a:pt x="2444702" y="366714"/>
                  </a:lnTo>
                  <a:lnTo>
                    <a:pt x="2448006" y="366258"/>
                  </a:lnTo>
                  <a:lnTo>
                    <a:pt x="2451309" y="355669"/>
                  </a:lnTo>
                  <a:lnTo>
                    <a:pt x="2454613" y="316920"/>
                  </a:lnTo>
                  <a:lnTo>
                    <a:pt x="2457916" y="245711"/>
                  </a:lnTo>
                  <a:lnTo>
                    <a:pt x="2461220" y="171279"/>
                  </a:lnTo>
                  <a:lnTo>
                    <a:pt x="2464524" y="112058"/>
                  </a:lnTo>
                  <a:lnTo>
                    <a:pt x="2467827" y="64631"/>
                  </a:lnTo>
                  <a:lnTo>
                    <a:pt x="2471131" y="36616"/>
                  </a:lnTo>
                  <a:lnTo>
                    <a:pt x="2474435" y="27989"/>
                  </a:lnTo>
                  <a:lnTo>
                    <a:pt x="2477738" y="41932"/>
                  </a:lnTo>
                  <a:lnTo>
                    <a:pt x="2481042" y="60728"/>
                  </a:lnTo>
                  <a:lnTo>
                    <a:pt x="2484346" y="74913"/>
                  </a:lnTo>
                  <a:lnTo>
                    <a:pt x="2487649" y="75937"/>
                  </a:lnTo>
                  <a:lnTo>
                    <a:pt x="2490953" y="70922"/>
                  </a:lnTo>
                  <a:lnTo>
                    <a:pt x="2494257" y="57606"/>
                  </a:lnTo>
                  <a:lnTo>
                    <a:pt x="2497560" y="47778"/>
                  </a:lnTo>
                  <a:lnTo>
                    <a:pt x="2500864" y="46439"/>
                  </a:lnTo>
                  <a:lnTo>
                    <a:pt x="2504168" y="55678"/>
                  </a:lnTo>
                  <a:lnTo>
                    <a:pt x="2507471" y="62385"/>
                  </a:lnTo>
                  <a:lnTo>
                    <a:pt x="2510775" y="88543"/>
                  </a:lnTo>
                  <a:lnTo>
                    <a:pt x="2514079" y="137811"/>
                  </a:lnTo>
                  <a:lnTo>
                    <a:pt x="2517382" y="206958"/>
                  </a:lnTo>
                  <a:lnTo>
                    <a:pt x="2520686" y="275112"/>
                  </a:lnTo>
                  <a:lnTo>
                    <a:pt x="2523989" y="358708"/>
                  </a:lnTo>
                  <a:lnTo>
                    <a:pt x="2527293" y="381172"/>
                  </a:lnTo>
                  <a:lnTo>
                    <a:pt x="2530597" y="330151"/>
                  </a:lnTo>
                  <a:lnTo>
                    <a:pt x="2533900" y="247184"/>
                  </a:lnTo>
                  <a:lnTo>
                    <a:pt x="2537204" y="186844"/>
                  </a:lnTo>
                  <a:lnTo>
                    <a:pt x="2540508" y="149071"/>
                  </a:lnTo>
                  <a:lnTo>
                    <a:pt x="2543811" y="127032"/>
                  </a:lnTo>
                  <a:lnTo>
                    <a:pt x="2547115" y="111081"/>
                  </a:lnTo>
                  <a:lnTo>
                    <a:pt x="2550419" y="109104"/>
                  </a:lnTo>
                  <a:lnTo>
                    <a:pt x="2553722" y="110426"/>
                  </a:lnTo>
                  <a:lnTo>
                    <a:pt x="2557026" y="112049"/>
                  </a:lnTo>
                  <a:lnTo>
                    <a:pt x="2560330" y="120594"/>
                  </a:lnTo>
                  <a:lnTo>
                    <a:pt x="2563633" y="134206"/>
                  </a:lnTo>
                  <a:lnTo>
                    <a:pt x="2566937" y="156441"/>
                  </a:lnTo>
                  <a:lnTo>
                    <a:pt x="2570241" y="170283"/>
                  </a:lnTo>
                  <a:lnTo>
                    <a:pt x="2573544" y="171008"/>
                  </a:lnTo>
                  <a:lnTo>
                    <a:pt x="2576848" y="152533"/>
                  </a:lnTo>
                  <a:lnTo>
                    <a:pt x="2580152" y="133219"/>
                  </a:lnTo>
                  <a:lnTo>
                    <a:pt x="2583455" y="114118"/>
                  </a:lnTo>
                  <a:lnTo>
                    <a:pt x="2586759" y="109233"/>
                  </a:lnTo>
                  <a:lnTo>
                    <a:pt x="2590063" y="94857"/>
                  </a:lnTo>
                  <a:lnTo>
                    <a:pt x="2593366" y="88622"/>
                  </a:lnTo>
                  <a:lnTo>
                    <a:pt x="2596670" y="84426"/>
                  </a:lnTo>
                  <a:lnTo>
                    <a:pt x="2599973" y="80543"/>
                  </a:lnTo>
                  <a:lnTo>
                    <a:pt x="2603277" y="73563"/>
                  </a:lnTo>
                  <a:lnTo>
                    <a:pt x="2606581" y="86265"/>
                  </a:lnTo>
                  <a:lnTo>
                    <a:pt x="2609884" y="94484"/>
                  </a:lnTo>
                  <a:lnTo>
                    <a:pt x="2613188" y="101002"/>
                  </a:lnTo>
                  <a:lnTo>
                    <a:pt x="2616492" y="102585"/>
                  </a:lnTo>
                  <a:lnTo>
                    <a:pt x="2619795" y="88590"/>
                  </a:lnTo>
                  <a:lnTo>
                    <a:pt x="2623099" y="70737"/>
                  </a:lnTo>
                  <a:lnTo>
                    <a:pt x="2626403" y="67304"/>
                  </a:lnTo>
                  <a:lnTo>
                    <a:pt x="2629706" y="70094"/>
                  </a:lnTo>
                  <a:lnTo>
                    <a:pt x="2633010" y="69232"/>
                  </a:lnTo>
                  <a:lnTo>
                    <a:pt x="2636314" y="79523"/>
                  </a:lnTo>
                  <a:lnTo>
                    <a:pt x="2639617" y="89097"/>
                  </a:lnTo>
                  <a:lnTo>
                    <a:pt x="2642921" y="86186"/>
                  </a:lnTo>
                  <a:lnTo>
                    <a:pt x="2646225" y="79845"/>
                  </a:lnTo>
                  <a:lnTo>
                    <a:pt x="2649528" y="75153"/>
                  </a:lnTo>
                  <a:lnTo>
                    <a:pt x="2652832" y="68483"/>
                  </a:lnTo>
                  <a:lnTo>
                    <a:pt x="2656136" y="65036"/>
                  </a:lnTo>
                  <a:lnTo>
                    <a:pt x="2659439" y="63132"/>
                  </a:lnTo>
                  <a:lnTo>
                    <a:pt x="2662743" y="69011"/>
                  </a:lnTo>
                  <a:lnTo>
                    <a:pt x="2666047" y="92034"/>
                  </a:lnTo>
                  <a:lnTo>
                    <a:pt x="2669350" y="116274"/>
                  </a:lnTo>
                  <a:lnTo>
                    <a:pt x="2672654" y="127537"/>
                  </a:lnTo>
                  <a:lnTo>
                    <a:pt x="2675957" y="127188"/>
                  </a:lnTo>
                  <a:lnTo>
                    <a:pt x="2679261" y="111349"/>
                  </a:lnTo>
                  <a:lnTo>
                    <a:pt x="2682565" y="79370"/>
                  </a:lnTo>
                  <a:lnTo>
                    <a:pt x="2685868" y="53680"/>
                  </a:lnTo>
                  <a:lnTo>
                    <a:pt x="2689172" y="32856"/>
                  </a:lnTo>
                  <a:lnTo>
                    <a:pt x="2692476" y="26947"/>
                  </a:lnTo>
                  <a:lnTo>
                    <a:pt x="2695779" y="26935"/>
                  </a:lnTo>
                  <a:lnTo>
                    <a:pt x="2699083" y="34294"/>
                  </a:lnTo>
                  <a:lnTo>
                    <a:pt x="2702387" y="47196"/>
                  </a:lnTo>
                  <a:lnTo>
                    <a:pt x="2705690" y="67392"/>
                  </a:lnTo>
                  <a:lnTo>
                    <a:pt x="2708994" y="76973"/>
                  </a:lnTo>
                  <a:lnTo>
                    <a:pt x="2712298" y="82919"/>
                  </a:lnTo>
                  <a:lnTo>
                    <a:pt x="2715601" y="78744"/>
                  </a:lnTo>
                  <a:lnTo>
                    <a:pt x="2718905" y="70212"/>
                  </a:lnTo>
                  <a:lnTo>
                    <a:pt x="2722209" y="64942"/>
                  </a:lnTo>
                  <a:lnTo>
                    <a:pt x="2725512" y="59619"/>
                  </a:lnTo>
                  <a:lnTo>
                    <a:pt x="2728816" y="54388"/>
                  </a:lnTo>
                  <a:lnTo>
                    <a:pt x="2732120" y="56048"/>
                  </a:lnTo>
                  <a:lnTo>
                    <a:pt x="2735423" y="55943"/>
                  </a:lnTo>
                  <a:lnTo>
                    <a:pt x="2738727" y="50737"/>
                  </a:lnTo>
                  <a:lnTo>
                    <a:pt x="2742031" y="55175"/>
                  </a:lnTo>
                  <a:lnTo>
                    <a:pt x="2745334" y="65492"/>
                  </a:lnTo>
                  <a:lnTo>
                    <a:pt x="2748638" y="73982"/>
                  </a:lnTo>
                  <a:lnTo>
                    <a:pt x="2751941" y="97555"/>
                  </a:lnTo>
                  <a:lnTo>
                    <a:pt x="2755245" y="135889"/>
                  </a:lnTo>
                  <a:lnTo>
                    <a:pt x="2758549" y="175655"/>
                  </a:lnTo>
                  <a:lnTo>
                    <a:pt x="2761852" y="207120"/>
                  </a:lnTo>
                  <a:lnTo>
                    <a:pt x="2765156" y="237347"/>
                  </a:lnTo>
                  <a:lnTo>
                    <a:pt x="2768460" y="234778"/>
                  </a:lnTo>
                  <a:lnTo>
                    <a:pt x="2771763" y="222629"/>
                  </a:lnTo>
                  <a:lnTo>
                    <a:pt x="2775067" y="202351"/>
                  </a:lnTo>
                  <a:lnTo>
                    <a:pt x="2778371" y="189540"/>
                  </a:lnTo>
                  <a:lnTo>
                    <a:pt x="2781674" y="186396"/>
                  </a:lnTo>
                  <a:lnTo>
                    <a:pt x="2784978" y="190332"/>
                  </a:lnTo>
                  <a:lnTo>
                    <a:pt x="2788282" y="180116"/>
                  </a:lnTo>
                  <a:lnTo>
                    <a:pt x="2791585" y="165410"/>
                  </a:lnTo>
                  <a:lnTo>
                    <a:pt x="2794889" y="145851"/>
                  </a:lnTo>
                  <a:lnTo>
                    <a:pt x="2798193" y="127583"/>
                  </a:lnTo>
                  <a:lnTo>
                    <a:pt x="2801496" y="126794"/>
                  </a:lnTo>
                  <a:lnTo>
                    <a:pt x="2804800" y="134225"/>
                  </a:lnTo>
                  <a:lnTo>
                    <a:pt x="2808104" y="129880"/>
                  </a:lnTo>
                  <a:lnTo>
                    <a:pt x="2811407" y="117411"/>
                  </a:lnTo>
                  <a:lnTo>
                    <a:pt x="2814711" y="107985"/>
                  </a:lnTo>
                  <a:lnTo>
                    <a:pt x="2818015" y="98064"/>
                  </a:lnTo>
                  <a:lnTo>
                    <a:pt x="2821318" y="94249"/>
                  </a:lnTo>
                  <a:lnTo>
                    <a:pt x="2824622" y="104395"/>
                  </a:lnTo>
                  <a:lnTo>
                    <a:pt x="2827925" y="127170"/>
                  </a:lnTo>
                  <a:lnTo>
                    <a:pt x="2831229" y="137935"/>
                  </a:lnTo>
                  <a:lnTo>
                    <a:pt x="2834533" y="132170"/>
                  </a:lnTo>
                  <a:lnTo>
                    <a:pt x="2837836" y="123273"/>
                  </a:lnTo>
                  <a:lnTo>
                    <a:pt x="2841140" y="115229"/>
                  </a:lnTo>
                  <a:lnTo>
                    <a:pt x="2844444" y="109679"/>
                  </a:lnTo>
                  <a:lnTo>
                    <a:pt x="2847747" y="115492"/>
                  </a:lnTo>
                  <a:lnTo>
                    <a:pt x="2851051" y="135661"/>
                  </a:lnTo>
                  <a:lnTo>
                    <a:pt x="2854355" y="155438"/>
                  </a:lnTo>
                  <a:lnTo>
                    <a:pt x="2857658" y="176627"/>
                  </a:lnTo>
                  <a:lnTo>
                    <a:pt x="2860962" y="185421"/>
                  </a:lnTo>
                  <a:lnTo>
                    <a:pt x="2864266" y="194815"/>
                  </a:lnTo>
                  <a:lnTo>
                    <a:pt x="2867569" y="200174"/>
                  </a:lnTo>
                  <a:lnTo>
                    <a:pt x="2870873" y="214395"/>
                  </a:lnTo>
                  <a:lnTo>
                    <a:pt x="2874177" y="232604"/>
                  </a:lnTo>
                  <a:lnTo>
                    <a:pt x="2877480" y="256863"/>
                  </a:lnTo>
                  <a:lnTo>
                    <a:pt x="2880784" y="242191"/>
                  </a:lnTo>
                  <a:lnTo>
                    <a:pt x="2884088" y="193726"/>
                  </a:lnTo>
                  <a:lnTo>
                    <a:pt x="2887391" y="145447"/>
                  </a:lnTo>
                  <a:lnTo>
                    <a:pt x="2890695" y="122011"/>
                  </a:lnTo>
                  <a:lnTo>
                    <a:pt x="2893998" y="113865"/>
                  </a:lnTo>
                  <a:lnTo>
                    <a:pt x="2897302" y="109413"/>
                  </a:lnTo>
                  <a:lnTo>
                    <a:pt x="2900606" y="114118"/>
                  </a:lnTo>
                  <a:lnTo>
                    <a:pt x="2903909" y="118119"/>
                  </a:lnTo>
                  <a:lnTo>
                    <a:pt x="2907213" y="110952"/>
                  </a:lnTo>
                  <a:lnTo>
                    <a:pt x="2910517" y="103564"/>
                  </a:lnTo>
                  <a:lnTo>
                    <a:pt x="2913820" y="101526"/>
                  </a:lnTo>
                  <a:lnTo>
                    <a:pt x="2917124" y="105296"/>
                  </a:lnTo>
                  <a:lnTo>
                    <a:pt x="2920428" y="116617"/>
                  </a:lnTo>
                  <a:lnTo>
                    <a:pt x="2923731" y="120558"/>
                  </a:lnTo>
                  <a:lnTo>
                    <a:pt x="2927035" y="110736"/>
                  </a:lnTo>
                  <a:lnTo>
                    <a:pt x="2930339" y="98236"/>
                  </a:lnTo>
                  <a:lnTo>
                    <a:pt x="2933642" y="84543"/>
                  </a:lnTo>
                  <a:lnTo>
                    <a:pt x="2936946" y="76776"/>
                  </a:lnTo>
                  <a:lnTo>
                    <a:pt x="2940250" y="83617"/>
                  </a:lnTo>
                  <a:lnTo>
                    <a:pt x="2943553" y="106345"/>
                  </a:lnTo>
                  <a:lnTo>
                    <a:pt x="2946857" y="153170"/>
                  </a:lnTo>
                  <a:lnTo>
                    <a:pt x="2950161" y="217223"/>
                  </a:lnTo>
                  <a:lnTo>
                    <a:pt x="2953464" y="266133"/>
                  </a:lnTo>
                  <a:lnTo>
                    <a:pt x="2956768" y="301958"/>
                  </a:lnTo>
                  <a:lnTo>
                    <a:pt x="2960072" y="303049"/>
                  </a:lnTo>
                  <a:lnTo>
                    <a:pt x="2963375" y="257570"/>
                  </a:lnTo>
                  <a:lnTo>
                    <a:pt x="2966679" y="199726"/>
                  </a:lnTo>
                  <a:lnTo>
                    <a:pt x="2969982" y="155735"/>
                  </a:lnTo>
                  <a:lnTo>
                    <a:pt x="2973286" y="106209"/>
                  </a:lnTo>
                  <a:lnTo>
                    <a:pt x="2976590" y="66881"/>
                  </a:lnTo>
                  <a:lnTo>
                    <a:pt x="2979893" y="44584"/>
                  </a:lnTo>
                  <a:lnTo>
                    <a:pt x="2983197" y="35430"/>
                  </a:lnTo>
                  <a:lnTo>
                    <a:pt x="2986501" y="24486"/>
                  </a:lnTo>
                  <a:lnTo>
                    <a:pt x="2989804" y="34191"/>
                  </a:lnTo>
                  <a:lnTo>
                    <a:pt x="2993108" y="62292"/>
                  </a:lnTo>
                  <a:lnTo>
                    <a:pt x="2996412" y="91881"/>
                  </a:lnTo>
                  <a:lnTo>
                    <a:pt x="2999715" y="109679"/>
                  </a:lnTo>
                  <a:lnTo>
                    <a:pt x="3003019" y="124442"/>
                  </a:lnTo>
                  <a:lnTo>
                    <a:pt x="3006323" y="115975"/>
                  </a:lnTo>
                  <a:lnTo>
                    <a:pt x="3009626" y="89137"/>
                  </a:lnTo>
                  <a:lnTo>
                    <a:pt x="3012930" y="78249"/>
                  </a:lnTo>
                  <a:lnTo>
                    <a:pt x="3016234" y="90099"/>
                  </a:lnTo>
                  <a:lnTo>
                    <a:pt x="3019537" y="116670"/>
                  </a:lnTo>
                  <a:lnTo>
                    <a:pt x="3022841" y="152351"/>
                  </a:lnTo>
                  <a:lnTo>
                    <a:pt x="3026145" y="195457"/>
                  </a:lnTo>
                  <a:lnTo>
                    <a:pt x="3029448" y="212687"/>
                  </a:lnTo>
                  <a:lnTo>
                    <a:pt x="3032752" y="183243"/>
                  </a:lnTo>
                  <a:lnTo>
                    <a:pt x="3036056" y="139113"/>
                  </a:lnTo>
                  <a:lnTo>
                    <a:pt x="3039359" y="92548"/>
                  </a:lnTo>
                  <a:lnTo>
                    <a:pt x="3042663" y="53784"/>
                  </a:lnTo>
                  <a:lnTo>
                    <a:pt x="3045966" y="22249"/>
                  </a:lnTo>
                  <a:lnTo>
                    <a:pt x="3049270" y="12795"/>
                  </a:lnTo>
                  <a:lnTo>
                    <a:pt x="3052574" y="21408"/>
                  </a:lnTo>
                  <a:lnTo>
                    <a:pt x="3055877" y="42483"/>
                  </a:lnTo>
                  <a:lnTo>
                    <a:pt x="3059181" y="71663"/>
                  </a:lnTo>
                  <a:lnTo>
                    <a:pt x="3062485" y="107738"/>
                  </a:lnTo>
                  <a:lnTo>
                    <a:pt x="3065788" y="124769"/>
                  </a:lnTo>
                  <a:lnTo>
                    <a:pt x="3069092" y="129297"/>
                  </a:lnTo>
                  <a:lnTo>
                    <a:pt x="3072396" y="126996"/>
                  </a:lnTo>
                  <a:lnTo>
                    <a:pt x="3075699" y="115773"/>
                  </a:lnTo>
                  <a:lnTo>
                    <a:pt x="3079003" y="107159"/>
                  </a:lnTo>
                  <a:lnTo>
                    <a:pt x="3082307" y="103413"/>
                  </a:lnTo>
                  <a:lnTo>
                    <a:pt x="3085610" y="82989"/>
                  </a:lnTo>
                  <a:lnTo>
                    <a:pt x="3088914" y="70589"/>
                  </a:lnTo>
                  <a:lnTo>
                    <a:pt x="3092218" y="67195"/>
                  </a:lnTo>
                  <a:lnTo>
                    <a:pt x="3095521" y="59506"/>
                  </a:lnTo>
                  <a:lnTo>
                    <a:pt x="3098825" y="67524"/>
                  </a:lnTo>
                  <a:lnTo>
                    <a:pt x="3102129" y="96174"/>
                  </a:lnTo>
                  <a:lnTo>
                    <a:pt x="3105432" y="115194"/>
                  </a:lnTo>
                  <a:lnTo>
                    <a:pt x="3108736" y="116221"/>
                  </a:lnTo>
                  <a:lnTo>
                    <a:pt x="3112040" y="119105"/>
                  </a:lnTo>
                  <a:lnTo>
                    <a:pt x="3115343" y="112882"/>
                  </a:lnTo>
                  <a:lnTo>
                    <a:pt x="3118647" y="96174"/>
                  </a:lnTo>
                  <a:lnTo>
                    <a:pt x="3121950" y="78028"/>
                  </a:lnTo>
                  <a:lnTo>
                    <a:pt x="3125254" y="66066"/>
                  </a:lnTo>
                  <a:lnTo>
                    <a:pt x="3128558" y="60863"/>
                  </a:lnTo>
                  <a:lnTo>
                    <a:pt x="3131861" y="60756"/>
                  </a:lnTo>
                  <a:lnTo>
                    <a:pt x="3135165" y="63664"/>
                  </a:lnTo>
                  <a:lnTo>
                    <a:pt x="3138469" y="70855"/>
                  </a:lnTo>
                  <a:lnTo>
                    <a:pt x="3141772" y="77269"/>
                  </a:lnTo>
                  <a:lnTo>
                    <a:pt x="3145076" y="86484"/>
                  </a:lnTo>
                  <a:lnTo>
                    <a:pt x="3148380" y="95840"/>
                  </a:lnTo>
                  <a:lnTo>
                    <a:pt x="3151683" y="98039"/>
                  </a:lnTo>
                  <a:lnTo>
                    <a:pt x="3154987" y="87531"/>
                  </a:lnTo>
                  <a:lnTo>
                    <a:pt x="3158291" y="77056"/>
                  </a:lnTo>
                  <a:lnTo>
                    <a:pt x="3161594" y="67867"/>
                  </a:lnTo>
                  <a:lnTo>
                    <a:pt x="3164898" y="66969"/>
                  </a:lnTo>
                  <a:lnTo>
                    <a:pt x="3168202" y="73137"/>
                  </a:lnTo>
                  <a:lnTo>
                    <a:pt x="3171505" y="78851"/>
                  </a:lnTo>
                  <a:lnTo>
                    <a:pt x="3174809" y="96370"/>
                  </a:lnTo>
                  <a:lnTo>
                    <a:pt x="3178113" y="120317"/>
                  </a:lnTo>
                  <a:lnTo>
                    <a:pt x="3181416" y="125779"/>
                  </a:lnTo>
                  <a:lnTo>
                    <a:pt x="3184720" y="127262"/>
                  </a:lnTo>
                  <a:lnTo>
                    <a:pt x="3188024" y="149560"/>
                  </a:lnTo>
                  <a:lnTo>
                    <a:pt x="3191327" y="158872"/>
                  </a:lnTo>
                  <a:lnTo>
                    <a:pt x="3194631" y="157880"/>
                  </a:lnTo>
                  <a:lnTo>
                    <a:pt x="3197934" y="154215"/>
                  </a:lnTo>
                  <a:lnTo>
                    <a:pt x="3201238" y="146630"/>
                  </a:lnTo>
                  <a:lnTo>
                    <a:pt x="3204542" y="123979"/>
                  </a:lnTo>
                  <a:lnTo>
                    <a:pt x="3207845" y="110203"/>
                  </a:lnTo>
                  <a:lnTo>
                    <a:pt x="3211149" y="103715"/>
                  </a:lnTo>
                  <a:lnTo>
                    <a:pt x="3214453" y="100969"/>
                  </a:lnTo>
                  <a:lnTo>
                    <a:pt x="3217756" y="87019"/>
                  </a:lnTo>
                  <a:lnTo>
                    <a:pt x="3221060" y="82091"/>
                  </a:lnTo>
                  <a:lnTo>
                    <a:pt x="3224364" y="73347"/>
                  </a:lnTo>
                  <a:lnTo>
                    <a:pt x="3227667" y="47027"/>
                  </a:lnTo>
                  <a:lnTo>
                    <a:pt x="3230971" y="21954"/>
                  </a:lnTo>
                  <a:lnTo>
                    <a:pt x="3234275" y="14815"/>
                  </a:lnTo>
                  <a:lnTo>
                    <a:pt x="3237578" y="8319"/>
                  </a:lnTo>
                  <a:lnTo>
                    <a:pt x="3240882" y="5603"/>
                  </a:lnTo>
                  <a:lnTo>
                    <a:pt x="3244186" y="9529"/>
                  </a:lnTo>
                  <a:lnTo>
                    <a:pt x="3247489" y="14910"/>
                  </a:lnTo>
                  <a:lnTo>
                    <a:pt x="3250793" y="19770"/>
                  </a:lnTo>
                  <a:lnTo>
                    <a:pt x="3254097" y="30999"/>
                  </a:lnTo>
                  <a:lnTo>
                    <a:pt x="3257400" y="47961"/>
                  </a:lnTo>
                  <a:lnTo>
                    <a:pt x="3260704" y="64660"/>
                  </a:lnTo>
                  <a:lnTo>
                    <a:pt x="3264008" y="73885"/>
                  </a:lnTo>
                  <a:lnTo>
                    <a:pt x="3267311" y="79217"/>
                  </a:lnTo>
                  <a:lnTo>
                    <a:pt x="3270615" y="86720"/>
                  </a:lnTo>
                  <a:lnTo>
                    <a:pt x="3273918" y="87184"/>
                  </a:lnTo>
                  <a:lnTo>
                    <a:pt x="3277222" y="84029"/>
                  </a:lnTo>
                  <a:lnTo>
                    <a:pt x="3280526" y="91841"/>
                  </a:lnTo>
                  <a:lnTo>
                    <a:pt x="3283829" y="98483"/>
                  </a:lnTo>
                  <a:lnTo>
                    <a:pt x="3287133" y="91825"/>
                  </a:lnTo>
                  <a:lnTo>
                    <a:pt x="3290437" y="80673"/>
                  </a:lnTo>
                  <a:lnTo>
                    <a:pt x="3293740" y="79103"/>
                  </a:lnTo>
                  <a:lnTo>
                    <a:pt x="3297044" y="71871"/>
                  </a:lnTo>
                  <a:lnTo>
                    <a:pt x="3300348" y="73287"/>
                  </a:lnTo>
                  <a:lnTo>
                    <a:pt x="3303651" y="71648"/>
                  </a:lnTo>
                  <a:lnTo>
                    <a:pt x="3306955" y="61755"/>
                  </a:lnTo>
                  <a:lnTo>
                    <a:pt x="3310259" y="43895"/>
                  </a:lnTo>
                  <a:lnTo>
                    <a:pt x="3313562" y="38154"/>
                  </a:lnTo>
                  <a:lnTo>
                    <a:pt x="3316866" y="29275"/>
                  </a:lnTo>
                  <a:lnTo>
                    <a:pt x="3320170" y="21666"/>
                  </a:lnTo>
                  <a:lnTo>
                    <a:pt x="3323473" y="27901"/>
                  </a:lnTo>
                  <a:lnTo>
                    <a:pt x="3326777" y="42569"/>
                  </a:lnTo>
                  <a:lnTo>
                    <a:pt x="3330081" y="52063"/>
                  </a:lnTo>
                  <a:lnTo>
                    <a:pt x="3333384" y="67341"/>
                  </a:lnTo>
                  <a:lnTo>
                    <a:pt x="3336688" y="104883"/>
                  </a:lnTo>
                  <a:lnTo>
                    <a:pt x="3339991" y="143059"/>
                  </a:lnTo>
                  <a:lnTo>
                    <a:pt x="3343295" y="182381"/>
                  </a:lnTo>
                  <a:lnTo>
                    <a:pt x="3346599" y="191771"/>
                  </a:lnTo>
                  <a:lnTo>
                    <a:pt x="3349902" y="181263"/>
                  </a:lnTo>
                  <a:lnTo>
                    <a:pt x="3353206" y="166644"/>
                  </a:lnTo>
                  <a:lnTo>
                    <a:pt x="3356510" y="161995"/>
                  </a:lnTo>
                  <a:lnTo>
                    <a:pt x="3359813" y="155060"/>
                  </a:lnTo>
                  <a:lnTo>
                    <a:pt x="3363117" y="172584"/>
                  </a:lnTo>
                  <a:lnTo>
                    <a:pt x="3366421" y="191842"/>
                  </a:lnTo>
                  <a:lnTo>
                    <a:pt x="3369724" y="182936"/>
                  </a:lnTo>
                  <a:lnTo>
                    <a:pt x="3373028" y="152230"/>
                  </a:lnTo>
                  <a:lnTo>
                    <a:pt x="3376332" y="139622"/>
                  </a:lnTo>
                  <a:lnTo>
                    <a:pt x="3379635" y="141078"/>
                  </a:lnTo>
                  <a:lnTo>
                    <a:pt x="3382939" y="145673"/>
                  </a:lnTo>
                  <a:lnTo>
                    <a:pt x="3386243" y="154347"/>
                  </a:lnTo>
                  <a:lnTo>
                    <a:pt x="3389546" y="178182"/>
                  </a:lnTo>
                  <a:lnTo>
                    <a:pt x="3392850" y="168548"/>
                  </a:lnTo>
                  <a:lnTo>
                    <a:pt x="3396154" y="149111"/>
                  </a:lnTo>
                  <a:lnTo>
                    <a:pt x="3399457" y="137563"/>
                  </a:lnTo>
                  <a:lnTo>
                    <a:pt x="3402761" y="143068"/>
                  </a:lnTo>
                  <a:lnTo>
                    <a:pt x="3406065" y="156359"/>
                  </a:lnTo>
                  <a:lnTo>
                    <a:pt x="3409368" y="183879"/>
                  </a:lnTo>
                  <a:lnTo>
                    <a:pt x="3412672" y="199388"/>
                  </a:lnTo>
                  <a:lnTo>
                    <a:pt x="3415975" y="202693"/>
                  </a:lnTo>
                  <a:lnTo>
                    <a:pt x="3419279" y="194661"/>
                  </a:lnTo>
                  <a:lnTo>
                    <a:pt x="3422583" y="167969"/>
                  </a:lnTo>
                  <a:lnTo>
                    <a:pt x="3425886" y="140065"/>
                  </a:lnTo>
                  <a:lnTo>
                    <a:pt x="3429190" y="112951"/>
                  </a:lnTo>
                  <a:lnTo>
                    <a:pt x="3432494" y="92282"/>
                  </a:lnTo>
                  <a:lnTo>
                    <a:pt x="3435797" y="74665"/>
                  </a:lnTo>
                  <a:lnTo>
                    <a:pt x="3439101" y="67363"/>
                  </a:lnTo>
                  <a:lnTo>
                    <a:pt x="3442405" y="54111"/>
                  </a:lnTo>
                  <a:lnTo>
                    <a:pt x="3445708" y="44879"/>
                  </a:lnTo>
                  <a:lnTo>
                    <a:pt x="3449012" y="38979"/>
                  </a:lnTo>
                  <a:lnTo>
                    <a:pt x="3452316" y="35864"/>
                  </a:lnTo>
                  <a:lnTo>
                    <a:pt x="3455619" y="31808"/>
                  </a:lnTo>
                  <a:lnTo>
                    <a:pt x="3458923" y="49567"/>
                  </a:lnTo>
                  <a:lnTo>
                    <a:pt x="3462227" y="81343"/>
                  </a:lnTo>
                  <a:lnTo>
                    <a:pt x="3465530" y="116573"/>
                  </a:lnTo>
                  <a:lnTo>
                    <a:pt x="3468834" y="147183"/>
                  </a:lnTo>
                  <a:lnTo>
                    <a:pt x="3472138" y="169000"/>
                  </a:lnTo>
                  <a:lnTo>
                    <a:pt x="3475441" y="159951"/>
                  </a:lnTo>
                  <a:lnTo>
                    <a:pt x="3478745" y="132132"/>
                  </a:lnTo>
                  <a:lnTo>
                    <a:pt x="3482049" y="100215"/>
                  </a:lnTo>
                  <a:lnTo>
                    <a:pt x="3485352" y="81366"/>
                  </a:lnTo>
                  <a:lnTo>
                    <a:pt x="3488656" y="72236"/>
                  </a:lnTo>
                  <a:lnTo>
                    <a:pt x="3491959" y="73608"/>
                  </a:lnTo>
                  <a:lnTo>
                    <a:pt x="3495263" y="78508"/>
                  </a:lnTo>
                  <a:lnTo>
                    <a:pt x="3498567" y="86202"/>
                  </a:lnTo>
                  <a:lnTo>
                    <a:pt x="3501870" y="85966"/>
                  </a:lnTo>
                  <a:lnTo>
                    <a:pt x="3505174" y="85489"/>
                  </a:lnTo>
                  <a:lnTo>
                    <a:pt x="3508478" y="86147"/>
                  </a:lnTo>
                  <a:lnTo>
                    <a:pt x="3511781" y="102601"/>
                  </a:lnTo>
                  <a:lnTo>
                    <a:pt x="3515085" y="120746"/>
                  </a:lnTo>
                  <a:lnTo>
                    <a:pt x="3518389" y="130251"/>
                  </a:lnTo>
                  <a:lnTo>
                    <a:pt x="3521692" y="130809"/>
                  </a:lnTo>
                  <a:lnTo>
                    <a:pt x="3524996" y="141475"/>
                  </a:lnTo>
                  <a:lnTo>
                    <a:pt x="3528300" y="145870"/>
                  </a:lnTo>
                  <a:lnTo>
                    <a:pt x="3531603" y="145309"/>
                  </a:lnTo>
                  <a:lnTo>
                    <a:pt x="3534907" y="156359"/>
                  </a:lnTo>
                  <a:lnTo>
                    <a:pt x="3538211" y="185272"/>
                  </a:lnTo>
                  <a:lnTo>
                    <a:pt x="3541514" y="210033"/>
                  </a:lnTo>
                  <a:lnTo>
                    <a:pt x="3544818" y="219586"/>
                  </a:lnTo>
                  <a:lnTo>
                    <a:pt x="3548122" y="226576"/>
                  </a:lnTo>
                  <a:lnTo>
                    <a:pt x="3551425" y="200938"/>
                  </a:lnTo>
                  <a:lnTo>
                    <a:pt x="3554729" y="146768"/>
                  </a:lnTo>
                  <a:lnTo>
                    <a:pt x="3558033" y="99356"/>
                  </a:lnTo>
                  <a:lnTo>
                    <a:pt x="3561336" y="78432"/>
                  </a:lnTo>
                  <a:lnTo>
                    <a:pt x="3564640" y="76670"/>
                  </a:lnTo>
                  <a:lnTo>
                    <a:pt x="3567943" y="106209"/>
                  </a:lnTo>
                  <a:lnTo>
                    <a:pt x="3571247" y="145309"/>
                  </a:lnTo>
                  <a:lnTo>
                    <a:pt x="3574551" y="162908"/>
                  </a:lnTo>
                  <a:lnTo>
                    <a:pt x="3577854" y="146610"/>
                  </a:lnTo>
                  <a:lnTo>
                    <a:pt x="3581158" y="123545"/>
                  </a:lnTo>
                  <a:lnTo>
                    <a:pt x="3584462" y="106582"/>
                  </a:lnTo>
                  <a:lnTo>
                    <a:pt x="3587765" y="107440"/>
                  </a:lnTo>
                  <a:lnTo>
                    <a:pt x="3591069" y="129639"/>
                  </a:lnTo>
                  <a:lnTo>
                    <a:pt x="3594373" y="167242"/>
                  </a:lnTo>
                  <a:lnTo>
                    <a:pt x="3597676" y="204336"/>
                  </a:lnTo>
                  <a:lnTo>
                    <a:pt x="3600980" y="199932"/>
                  </a:lnTo>
                  <a:lnTo>
                    <a:pt x="3604284" y="180049"/>
                  </a:lnTo>
                  <a:lnTo>
                    <a:pt x="3607587" y="149470"/>
                  </a:lnTo>
                  <a:lnTo>
                    <a:pt x="3610891" y="113604"/>
                  </a:lnTo>
                  <a:lnTo>
                    <a:pt x="3614195" y="74845"/>
                  </a:lnTo>
                  <a:lnTo>
                    <a:pt x="3617498" y="54416"/>
                  </a:lnTo>
                  <a:lnTo>
                    <a:pt x="3620802" y="39353"/>
                  </a:lnTo>
                  <a:lnTo>
                    <a:pt x="3624106" y="26272"/>
                  </a:lnTo>
                  <a:lnTo>
                    <a:pt x="3627409" y="26854"/>
                  </a:lnTo>
                  <a:lnTo>
                    <a:pt x="3630713" y="49451"/>
                  </a:lnTo>
                  <a:lnTo>
                    <a:pt x="3634017" y="71300"/>
                  </a:lnTo>
                  <a:lnTo>
                    <a:pt x="3637320" y="84458"/>
                  </a:lnTo>
                  <a:lnTo>
                    <a:pt x="3640624" y="94914"/>
                  </a:lnTo>
                  <a:lnTo>
                    <a:pt x="3643927" y="96565"/>
                  </a:lnTo>
                  <a:lnTo>
                    <a:pt x="3647231" y="77519"/>
                  </a:lnTo>
                  <a:lnTo>
                    <a:pt x="3650535" y="62981"/>
                  </a:lnTo>
                  <a:lnTo>
                    <a:pt x="3653838" y="60010"/>
                  </a:lnTo>
                  <a:lnTo>
                    <a:pt x="3657142" y="66037"/>
                  </a:lnTo>
                  <a:lnTo>
                    <a:pt x="3660446" y="68358"/>
                  </a:lnTo>
                  <a:lnTo>
                    <a:pt x="3663749" y="70389"/>
                  </a:lnTo>
                  <a:lnTo>
                    <a:pt x="3667053" y="62679"/>
                  </a:lnTo>
                  <a:lnTo>
                    <a:pt x="3670357" y="54444"/>
                  </a:lnTo>
                  <a:lnTo>
                    <a:pt x="3673660" y="55287"/>
                  </a:lnTo>
                  <a:lnTo>
                    <a:pt x="3676964" y="71337"/>
                  </a:lnTo>
                  <a:lnTo>
                    <a:pt x="3680268" y="99001"/>
                  </a:lnTo>
                  <a:lnTo>
                    <a:pt x="3683571" y="140335"/>
                  </a:lnTo>
                  <a:lnTo>
                    <a:pt x="3686875" y="175049"/>
                  </a:lnTo>
                  <a:lnTo>
                    <a:pt x="3690179" y="180644"/>
                  </a:lnTo>
                  <a:lnTo>
                    <a:pt x="3693482" y="156554"/>
                  </a:lnTo>
                  <a:lnTo>
                    <a:pt x="3696786" y="120067"/>
                  </a:lnTo>
                  <a:lnTo>
                    <a:pt x="3700090" y="88677"/>
                  </a:lnTo>
                  <a:lnTo>
                    <a:pt x="3703393" y="73220"/>
                  </a:lnTo>
                  <a:lnTo>
                    <a:pt x="3706697" y="75003"/>
                  </a:lnTo>
                  <a:lnTo>
                    <a:pt x="3710001" y="87169"/>
                  </a:lnTo>
                  <a:lnTo>
                    <a:pt x="3713304" y="99545"/>
                  </a:lnTo>
                  <a:lnTo>
                    <a:pt x="3716608" y="109541"/>
                  </a:lnTo>
                  <a:lnTo>
                    <a:pt x="3719911" y="109027"/>
                  </a:lnTo>
                  <a:lnTo>
                    <a:pt x="3723215" y="90601"/>
                  </a:lnTo>
                  <a:lnTo>
                    <a:pt x="3726519" y="72943"/>
                  </a:lnTo>
                  <a:lnTo>
                    <a:pt x="3729822" y="69335"/>
                  </a:lnTo>
                  <a:lnTo>
                    <a:pt x="3733126" y="60123"/>
                  </a:lnTo>
                  <a:lnTo>
                    <a:pt x="3736430" y="52160"/>
                  </a:lnTo>
                  <a:lnTo>
                    <a:pt x="3739733" y="52332"/>
                  </a:lnTo>
                  <a:lnTo>
                    <a:pt x="3743037" y="58734"/>
                  </a:lnTo>
                  <a:lnTo>
                    <a:pt x="3746341" y="64429"/>
                  </a:lnTo>
                  <a:lnTo>
                    <a:pt x="3749644" y="86838"/>
                  </a:lnTo>
                  <a:lnTo>
                    <a:pt x="3752948" y="112023"/>
                  </a:lnTo>
                  <a:lnTo>
                    <a:pt x="3756252" y="132235"/>
                  </a:lnTo>
                  <a:lnTo>
                    <a:pt x="3759555" y="139161"/>
                  </a:lnTo>
                  <a:lnTo>
                    <a:pt x="3762859" y="132863"/>
                  </a:lnTo>
                  <a:lnTo>
                    <a:pt x="3766163" y="110978"/>
                  </a:lnTo>
                  <a:lnTo>
                    <a:pt x="3769466" y="98943"/>
                  </a:lnTo>
                  <a:lnTo>
                    <a:pt x="3772770" y="107083"/>
                  </a:lnTo>
                  <a:lnTo>
                    <a:pt x="3776074" y="134678"/>
                  </a:lnTo>
                  <a:lnTo>
                    <a:pt x="3779377" y="165729"/>
                  </a:lnTo>
                  <a:lnTo>
                    <a:pt x="3782681" y="198171"/>
                  </a:lnTo>
                  <a:lnTo>
                    <a:pt x="3785984" y="215985"/>
                  </a:lnTo>
                  <a:lnTo>
                    <a:pt x="3789288" y="201911"/>
                  </a:lnTo>
                  <a:lnTo>
                    <a:pt x="3792592" y="173677"/>
                  </a:lnTo>
                  <a:lnTo>
                    <a:pt x="3795895" y="128992"/>
                  </a:lnTo>
                  <a:lnTo>
                    <a:pt x="3799199" y="89916"/>
                  </a:lnTo>
                  <a:lnTo>
                    <a:pt x="3802503" y="57761"/>
                  </a:lnTo>
                  <a:lnTo>
                    <a:pt x="3805806" y="38102"/>
                  </a:lnTo>
                  <a:lnTo>
                    <a:pt x="3809110" y="24467"/>
                  </a:lnTo>
                  <a:lnTo>
                    <a:pt x="3812414" y="28373"/>
                  </a:lnTo>
                  <a:lnTo>
                    <a:pt x="3815717" y="41985"/>
                  </a:lnTo>
                  <a:lnTo>
                    <a:pt x="3819021" y="62729"/>
                  </a:lnTo>
                  <a:lnTo>
                    <a:pt x="3822325" y="76058"/>
                  </a:lnTo>
                  <a:lnTo>
                    <a:pt x="3825628" y="78104"/>
                  </a:lnTo>
                  <a:lnTo>
                    <a:pt x="3828932" y="73093"/>
                  </a:lnTo>
                  <a:lnTo>
                    <a:pt x="3832236" y="61691"/>
                  </a:lnTo>
                  <a:lnTo>
                    <a:pt x="3835539" y="49314"/>
                  </a:lnTo>
                  <a:lnTo>
                    <a:pt x="3838843" y="45806"/>
                  </a:lnTo>
                  <a:lnTo>
                    <a:pt x="3842147" y="51327"/>
                  </a:lnTo>
                  <a:lnTo>
                    <a:pt x="3845450" y="63642"/>
                  </a:lnTo>
                  <a:lnTo>
                    <a:pt x="3848754" y="88258"/>
                  </a:lnTo>
                  <a:lnTo>
                    <a:pt x="3852058" y="112179"/>
                  </a:lnTo>
                  <a:lnTo>
                    <a:pt x="3855361" y="145988"/>
                  </a:lnTo>
                  <a:lnTo>
                    <a:pt x="3858665" y="172791"/>
                  </a:lnTo>
                  <a:lnTo>
                    <a:pt x="3861968" y="189924"/>
                  </a:lnTo>
                  <a:lnTo>
                    <a:pt x="3865272" y="193962"/>
                  </a:lnTo>
                  <a:lnTo>
                    <a:pt x="3868576" y="197499"/>
                  </a:lnTo>
                  <a:lnTo>
                    <a:pt x="3871879" y="192394"/>
                  </a:lnTo>
                  <a:lnTo>
                    <a:pt x="3875183" y="196721"/>
                  </a:lnTo>
                  <a:lnTo>
                    <a:pt x="3878487" y="216681"/>
                  </a:lnTo>
                  <a:lnTo>
                    <a:pt x="3881790" y="245812"/>
                  </a:lnTo>
                  <a:lnTo>
                    <a:pt x="3885094" y="259932"/>
                  </a:lnTo>
                  <a:lnTo>
                    <a:pt x="3888398" y="250435"/>
                  </a:lnTo>
                  <a:lnTo>
                    <a:pt x="3891701" y="242490"/>
                  </a:lnTo>
                  <a:lnTo>
                    <a:pt x="3895005" y="232016"/>
                  </a:lnTo>
                  <a:lnTo>
                    <a:pt x="3898309" y="216848"/>
                  </a:lnTo>
                  <a:lnTo>
                    <a:pt x="3901612" y="210033"/>
                  </a:lnTo>
                  <a:lnTo>
                    <a:pt x="3904916" y="211572"/>
                  </a:lnTo>
                  <a:lnTo>
                    <a:pt x="3908220" y="206523"/>
                  </a:lnTo>
                  <a:lnTo>
                    <a:pt x="3911523" y="205904"/>
                  </a:lnTo>
                  <a:lnTo>
                    <a:pt x="3914827" y="207717"/>
                  </a:lnTo>
                  <a:lnTo>
                    <a:pt x="3918131" y="217094"/>
                  </a:lnTo>
                  <a:lnTo>
                    <a:pt x="3921434" y="224681"/>
                  </a:lnTo>
                  <a:lnTo>
                    <a:pt x="3924738" y="225667"/>
                  </a:lnTo>
                  <a:lnTo>
                    <a:pt x="3928042" y="213756"/>
                  </a:lnTo>
                  <a:lnTo>
                    <a:pt x="3931345" y="188345"/>
                  </a:lnTo>
                  <a:lnTo>
                    <a:pt x="3934649" y="177337"/>
                  </a:lnTo>
                  <a:lnTo>
                    <a:pt x="3937952" y="183675"/>
                  </a:lnTo>
                  <a:lnTo>
                    <a:pt x="3941256" y="194969"/>
                  </a:lnTo>
                  <a:lnTo>
                    <a:pt x="3944560" y="207892"/>
                  </a:lnTo>
                  <a:lnTo>
                    <a:pt x="3947863" y="225400"/>
                  </a:lnTo>
                  <a:lnTo>
                    <a:pt x="3951167" y="229512"/>
                  </a:lnTo>
                  <a:lnTo>
                    <a:pt x="3954471" y="231469"/>
                  </a:lnTo>
                  <a:lnTo>
                    <a:pt x="3957774" y="241184"/>
                  </a:lnTo>
                  <a:lnTo>
                    <a:pt x="3961078" y="243731"/>
                  </a:lnTo>
                  <a:lnTo>
                    <a:pt x="3964382" y="238522"/>
                  </a:lnTo>
                  <a:lnTo>
                    <a:pt x="3967685" y="229593"/>
                  </a:lnTo>
                  <a:lnTo>
                    <a:pt x="3970989" y="199086"/>
                  </a:lnTo>
                  <a:lnTo>
                    <a:pt x="3974293" y="154571"/>
                  </a:lnTo>
                  <a:lnTo>
                    <a:pt x="3977596" y="112491"/>
                  </a:lnTo>
                  <a:lnTo>
                    <a:pt x="3980900" y="70648"/>
                  </a:lnTo>
                  <a:lnTo>
                    <a:pt x="3984204" y="34900"/>
                  </a:lnTo>
                  <a:lnTo>
                    <a:pt x="3987507" y="9857"/>
                  </a:lnTo>
                  <a:lnTo>
                    <a:pt x="3990811" y="0"/>
                  </a:lnTo>
                  <a:lnTo>
                    <a:pt x="3994115" y="6215"/>
                  </a:lnTo>
                  <a:lnTo>
                    <a:pt x="3997418" y="31635"/>
                  </a:lnTo>
                  <a:lnTo>
                    <a:pt x="4000722" y="68043"/>
                  </a:lnTo>
                  <a:lnTo>
                    <a:pt x="4004026" y="117968"/>
                  </a:lnTo>
                  <a:lnTo>
                    <a:pt x="4007329" y="171757"/>
                  </a:lnTo>
                  <a:lnTo>
                    <a:pt x="4010633" y="195207"/>
                  </a:lnTo>
                  <a:lnTo>
                    <a:pt x="4013936" y="200598"/>
                  </a:lnTo>
                  <a:lnTo>
                    <a:pt x="4017240" y="200222"/>
                  </a:lnTo>
                  <a:lnTo>
                    <a:pt x="4020544" y="180532"/>
                  </a:lnTo>
                  <a:lnTo>
                    <a:pt x="4023847" y="141611"/>
                  </a:lnTo>
                  <a:lnTo>
                    <a:pt x="4027151" y="120103"/>
                  </a:lnTo>
                  <a:lnTo>
                    <a:pt x="4030455" y="111937"/>
                  </a:lnTo>
                  <a:lnTo>
                    <a:pt x="4033758" y="109464"/>
                  </a:lnTo>
                  <a:lnTo>
                    <a:pt x="4037062" y="115176"/>
                  </a:lnTo>
                  <a:lnTo>
                    <a:pt x="4040366" y="127436"/>
                  </a:lnTo>
                  <a:lnTo>
                    <a:pt x="4043669" y="126519"/>
                  </a:lnTo>
                  <a:lnTo>
                    <a:pt x="4046973" y="118225"/>
                  </a:lnTo>
                  <a:lnTo>
                    <a:pt x="4050277" y="99876"/>
                  </a:lnTo>
                  <a:lnTo>
                    <a:pt x="4053580" y="80504"/>
                  </a:lnTo>
                  <a:lnTo>
                    <a:pt x="4056884" y="69313"/>
                  </a:lnTo>
                  <a:lnTo>
                    <a:pt x="4060188" y="76277"/>
                  </a:lnTo>
                  <a:lnTo>
                    <a:pt x="4063491" y="80466"/>
                  </a:lnTo>
                  <a:lnTo>
                    <a:pt x="4066795" y="87043"/>
                  </a:lnTo>
                  <a:lnTo>
                    <a:pt x="4070099" y="103120"/>
                  </a:lnTo>
                  <a:lnTo>
                    <a:pt x="4073402" y="132002"/>
                  </a:lnTo>
                  <a:lnTo>
                    <a:pt x="4076706" y="163613"/>
                  </a:lnTo>
                  <a:lnTo>
                    <a:pt x="4080010" y="208766"/>
                  </a:lnTo>
                  <a:lnTo>
                    <a:pt x="4083313" y="272021"/>
                  </a:lnTo>
                  <a:lnTo>
                    <a:pt x="4086617" y="345997"/>
                  </a:lnTo>
                  <a:lnTo>
                    <a:pt x="4089920" y="416997"/>
                  </a:lnTo>
                  <a:lnTo>
                    <a:pt x="4093224" y="489247"/>
                  </a:lnTo>
                  <a:lnTo>
                    <a:pt x="4096528" y="548420"/>
                  </a:lnTo>
                  <a:lnTo>
                    <a:pt x="4099831" y="594363"/>
                  </a:lnTo>
                  <a:lnTo>
                    <a:pt x="4103135" y="615102"/>
                  </a:lnTo>
                  <a:lnTo>
                    <a:pt x="4106439" y="633426"/>
                  </a:lnTo>
                  <a:lnTo>
                    <a:pt x="4109742" y="656821"/>
                  </a:lnTo>
                  <a:lnTo>
                    <a:pt x="4113046" y="691789"/>
                  </a:lnTo>
                  <a:lnTo>
                    <a:pt x="4116350" y="726597"/>
                  </a:lnTo>
                  <a:lnTo>
                    <a:pt x="4119653" y="772666"/>
                  </a:lnTo>
                  <a:lnTo>
                    <a:pt x="4122957" y="806221"/>
                  </a:lnTo>
                  <a:lnTo>
                    <a:pt x="4126261" y="830169"/>
                  </a:lnTo>
                  <a:lnTo>
                    <a:pt x="4129564" y="852425"/>
                  </a:lnTo>
                  <a:lnTo>
                    <a:pt x="4132868" y="884174"/>
                  </a:lnTo>
                  <a:lnTo>
                    <a:pt x="4136172" y="909794"/>
                  </a:lnTo>
                  <a:lnTo>
                    <a:pt x="4139475" y="926189"/>
                  </a:lnTo>
                  <a:lnTo>
                    <a:pt x="4142779" y="958904"/>
                  </a:lnTo>
                  <a:lnTo>
                    <a:pt x="4146083" y="1027150"/>
                  </a:lnTo>
                  <a:lnTo>
                    <a:pt x="4149386" y="1135328"/>
                  </a:lnTo>
                  <a:lnTo>
                    <a:pt x="4152690" y="1249374"/>
                  </a:lnTo>
                  <a:lnTo>
                    <a:pt x="4155993" y="1273483"/>
                  </a:lnTo>
                  <a:lnTo>
                    <a:pt x="4159297" y="1221311"/>
                  </a:lnTo>
                  <a:lnTo>
                    <a:pt x="4162601" y="1188025"/>
                  </a:lnTo>
                  <a:lnTo>
                    <a:pt x="4165904" y="1158488"/>
                  </a:lnTo>
                  <a:lnTo>
                    <a:pt x="4169208" y="1151142"/>
                  </a:lnTo>
                  <a:lnTo>
                    <a:pt x="4172512" y="1151142"/>
                  </a:lnTo>
                  <a:lnTo>
                    <a:pt x="4175815" y="1169907"/>
                  </a:lnTo>
                  <a:lnTo>
                    <a:pt x="4179119" y="1179818"/>
                  </a:lnTo>
                  <a:lnTo>
                    <a:pt x="4182423" y="1190118"/>
                  </a:lnTo>
                  <a:lnTo>
                    <a:pt x="4185726" y="1179818"/>
                  </a:lnTo>
                  <a:lnTo>
                    <a:pt x="4189030" y="1179818"/>
                  </a:lnTo>
                  <a:lnTo>
                    <a:pt x="4192334" y="1135754"/>
                  </a:lnTo>
                  <a:lnTo>
                    <a:pt x="4195637" y="1096190"/>
                  </a:lnTo>
                  <a:lnTo>
                    <a:pt x="4198941" y="1084341"/>
                  </a:lnTo>
                  <a:lnTo>
                    <a:pt x="4202245" y="1106299"/>
                  </a:lnTo>
                  <a:lnTo>
                    <a:pt x="4205548" y="1138760"/>
                  </a:lnTo>
                  <a:lnTo>
                    <a:pt x="4208852" y="1204696"/>
                  </a:lnTo>
                  <a:lnTo>
                    <a:pt x="4212156" y="1267069"/>
                  </a:lnTo>
                  <a:lnTo>
                    <a:pt x="4215459" y="1298440"/>
                  </a:lnTo>
                  <a:lnTo>
                    <a:pt x="4218763" y="1229115"/>
                  </a:lnTo>
                  <a:lnTo>
                    <a:pt x="4222067" y="1155248"/>
                  </a:lnTo>
                  <a:lnTo>
                    <a:pt x="4225370" y="1093268"/>
                  </a:lnTo>
                  <a:lnTo>
                    <a:pt x="4228674" y="1061169"/>
                  </a:lnTo>
                  <a:lnTo>
                    <a:pt x="4231977" y="1034016"/>
                  </a:lnTo>
                  <a:lnTo>
                    <a:pt x="4235281" y="1052010"/>
                  </a:lnTo>
                  <a:lnTo>
                    <a:pt x="4238585" y="1099516"/>
                  </a:lnTo>
                  <a:lnTo>
                    <a:pt x="4241888" y="1182866"/>
                  </a:lnTo>
                  <a:lnTo>
                    <a:pt x="4245192" y="1262187"/>
                  </a:lnTo>
                  <a:lnTo>
                    <a:pt x="4248496" y="1342382"/>
                  </a:lnTo>
                  <a:lnTo>
                    <a:pt x="4251799" y="1307316"/>
                  </a:lnTo>
                  <a:lnTo>
                    <a:pt x="4255103" y="1248717"/>
                  </a:lnTo>
                  <a:lnTo>
                    <a:pt x="4258407" y="1217203"/>
                  </a:lnTo>
                  <a:lnTo>
                    <a:pt x="4261710" y="1217203"/>
                  </a:lnTo>
                  <a:lnTo>
                    <a:pt x="4265014" y="1229115"/>
                  </a:lnTo>
                  <a:lnTo>
                    <a:pt x="4268318" y="1268481"/>
                  </a:lnTo>
                  <a:lnTo>
                    <a:pt x="4271621" y="1268481"/>
                  </a:lnTo>
                  <a:lnTo>
                    <a:pt x="4274925" y="1209741"/>
                  </a:lnTo>
                  <a:lnTo>
                    <a:pt x="4278229" y="1149337"/>
                  </a:lnTo>
                  <a:lnTo>
                    <a:pt x="4281532" y="1100261"/>
                  </a:lnTo>
                  <a:lnTo>
                    <a:pt x="4284836" y="1071997"/>
                  </a:lnTo>
                  <a:lnTo>
                    <a:pt x="4288140" y="1071997"/>
                  </a:lnTo>
                  <a:lnTo>
                    <a:pt x="4291443" y="1094360"/>
                  </a:lnTo>
                  <a:lnTo>
                    <a:pt x="4294747" y="1101758"/>
                  </a:lnTo>
                  <a:lnTo>
                    <a:pt x="4298051" y="1117210"/>
                  </a:lnTo>
                  <a:lnTo>
                    <a:pt x="4301354" y="1151142"/>
                  </a:lnTo>
                  <a:lnTo>
                    <a:pt x="4304658" y="1190118"/>
                  </a:lnTo>
                  <a:lnTo>
                    <a:pt x="4307961" y="1212014"/>
                  </a:lnTo>
                  <a:lnTo>
                    <a:pt x="4311265" y="1257393"/>
                  </a:lnTo>
                  <a:lnTo>
                    <a:pt x="4314569" y="1257393"/>
                  </a:lnTo>
                  <a:lnTo>
                    <a:pt x="4317872" y="1223688"/>
                  </a:lnTo>
                  <a:lnTo>
                    <a:pt x="4321176" y="1160826"/>
                  </a:lnTo>
                  <a:lnTo>
                    <a:pt x="4324480" y="1085044"/>
                  </a:lnTo>
                  <a:lnTo>
                    <a:pt x="4327783" y="1008355"/>
                  </a:lnTo>
                  <a:lnTo>
                    <a:pt x="4331087" y="929088"/>
                  </a:lnTo>
                  <a:lnTo>
                    <a:pt x="4334391" y="875315"/>
                  </a:lnTo>
                  <a:lnTo>
                    <a:pt x="4337694" y="862789"/>
                  </a:lnTo>
                  <a:lnTo>
                    <a:pt x="4340998" y="889302"/>
                  </a:lnTo>
                  <a:lnTo>
                    <a:pt x="4344302" y="936781"/>
                  </a:lnTo>
                  <a:lnTo>
                    <a:pt x="4347605" y="1029989"/>
                  </a:lnTo>
                  <a:lnTo>
                    <a:pt x="4350909" y="1142239"/>
                  </a:lnTo>
                  <a:lnTo>
                    <a:pt x="4354213" y="1212014"/>
                  </a:lnTo>
                  <a:lnTo>
                    <a:pt x="4357516" y="1190118"/>
                  </a:lnTo>
                  <a:lnTo>
                    <a:pt x="4360820" y="1101008"/>
                  </a:lnTo>
                  <a:lnTo>
                    <a:pt x="4364124" y="1041066"/>
                  </a:lnTo>
                  <a:lnTo>
                    <a:pt x="4367427" y="1028282"/>
                  </a:lnTo>
                  <a:lnTo>
                    <a:pt x="4370731" y="1034016"/>
                  </a:lnTo>
                  <a:lnTo>
                    <a:pt x="4374035" y="1058292"/>
                  </a:lnTo>
                  <a:lnTo>
                    <a:pt x="4377338" y="1123654"/>
                  </a:lnTo>
                  <a:lnTo>
                    <a:pt x="4380642" y="1177806"/>
                  </a:lnTo>
                  <a:lnTo>
                    <a:pt x="4383945" y="1169907"/>
                  </a:lnTo>
                  <a:lnTo>
                    <a:pt x="4387249" y="1140494"/>
                  </a:lnTo>
                  <a:lnTo>
                    <a:pt x="4390553" y="1100261"/>
                  </a:lnTo>
                  <a:lnTo>
                    <a:pt x="4393856" y="1092905"/>
                  </a:lnTo>
                  <a:lnTo>
                    <a:pt x="4397160" y="1116812"/>
                  </a:lnTo>
                  <a:lnTo>
                    <a:pt x="4400464" y="1150689"/>
                  </a:lnTo>
                  <a:lnTo>
                    <a:pt x="4403767" y="1157095"/>
                  </a:lnTo>
                  <a:lnTo>
                    <a:pt x="4407071" y="1166525"/>
                  </a:lnTo>
                  <a:lnTo>
                    <a:pt x="4410375" y="1147991"/>
                  </a:lnTo>
                  <a:lnTo>
                    <a:pt x="4413678" y="1146652"/>
                  </a:lnTo>
                  <a:lnTo>
                    <a:pt x="4416982" y="1129426"/>
                  </a:lnTo>
                  <a:lnTo>
                    <a:pt x="4420286" y="1149337"/>
                  </a:lnTo>
                  <a:lnTo>
                    <a:pt x="4423589" y="1134476"/>
                  </a:lnTo>
                  <a:lnTo>
                    <a:pt x="4426893" y="1087875"/>
                  </a:lnTo>
                  <a:lnTo>
                    <a:pt x="4430197" y="1030560"/>
                  </a:lnTo>
                  <a:lnTo>
                    <a:pt x="4433500" y="1002121"/>
                  </a:lnTo>
                  <a:lnTo>
                    <a:pt x="4436804" y="1002892"/>
                  </a:lnTo>
                  <a:lnTo>
                    <a:pt x="4440108" y="1033726"/>
                  </a:lnTo>
                  <a:lnTo>
                    <a:pt x="4443411" y="1091819"/>
                  </a:lnTo>
                  <a:lnTo>
                    <a:pt x="4446715" y="1158488"/>
                  </a:lnTo>
                  <a:lnTo>
                    <a:pt x="4450019" y="1249374"/>
                  </a:lnTo>
                  <a:lnTo>
                    <a:pt x="4453322" y="1267069"/>
                  </a:lnTo>
                  <a:lnTo>
                    <a:pt x="4456626" y="1254022"/>
                  </a:lnTo>
                  <a:lnTo>
                    <a:pt x="4459929" y="1228506"/>
                  </a:lnTo>
                  <a:lnTo>
                    <a:pt x="4463233" y="1220720"/>
                  </a:lnTo>
                  <a:lnTo>
                    <a:pt x="4466537" y="1115228"/>
                  </a:lnTo>
                  <a:lnTo>
                    <a:pt x="4469840" y="1010732"/>
                  </a:lnTo>
                  <a:lnTo>
                    <a:pt x="4473144" y="966638"/>
                  </a:lnTo>
                  <a:lnTo>
                    <a:pt x="4476448" y="956088"/>
                  </a:lnTo>
                  <a:lnTo>
                    <a:pt x="4479751" y="953942"/>
                  </a:lnTo>
                  <a:lnTo>
                    <a:pt x="4483055" y="979978"/>
                  </a:lnTo>
                  <a:lnTo>
                    <a:pt x="4486359" y="1049846"/>
                  </a:lnTo>
                  <a:lnTo>
                    <a:pt x="4489662" y="1112478"/>
                  </a:lnTo>
                  <a:lnTo>
                    <a:pt x="4492966" y="1158488"/>
                  </a:lnTo>
                  <a:lnTo>
                    <a:pt x="4496270" y="1188025"/>
                  </a:lnTo>
                  <a:lnTo>
                    <a:pt x="4499573" y="1223688"/>
                  </a:lnTo>
                  <a:lnTo>
                    <a:pt x="4502877" y="1235904"/>
                  </a:lnTo>
                  <a:lnTo>
                    <a:pt x="4506181" y="1212014"/>
                  </a:lnTo>
                  <a:lnTo>
                    <a:pt x="4509484" y="1212014"/>
                  </a:lnTo>
                  <a:lnTo>
                    <a:pt x="4512788" y="1212014"/>
                  </a:lnTo>
                  <a:lnTo>
                    <a:pt x="4516092" y="1235904"/>
                  </a:lnTo>
                  <a:lnTo>
                    <a:pt x="4519395" y="1262187"/>
                  </a:lnTo>
                  <a:lnTo>
                    <a:pt x="4522699" y="1235904"/>
                  </a:lnTo>
                  <a:lnTo>
                    <a:pt x="4526003" y="1177806"/>
                  </a:lnTo>
                  <a:lnTo>
                    <a:pt x="4529306" y="1091098"/>
                  </a:lnTo>
                  <a:lnTo>
                    <a:pt x="4532610" y="1016362"/>
                  </a:lnTo>
                  <a:lnTo>
                    <a:pt x="4535913" y="960213"/>
                  </a:lnTo>
                  <a:lnTo>
                    <a:pt x="4539217" y="951602"/>
                  </a:lnTo>
                  <a:lnTo>
                    <a:pt x="4542521" y="969343"/>
                  </a:lnTo>
                  <a:lnTo>
                    <a:pt x="4545824" y="1009673"/>
                  </a:lnTo>
                  <a:lnTo>
                    <a:pt x="4549128" y="1042559"/>
                  </a:lnTo>
                  <a:lnTo>
                    <a:pt x="4552432" y="1007568"/>
                  </a:lnTo>
                  <a:lnTo>
                    <a:pt x="4555735" y="927924"/>
                  </a:lnTo>
                  <a:lnTo>
                    <a:pt x="4559039" y="840367"/>
                  </a:lnTo>
                  <a:lnTo>
                    <a:pt x="4562343" y="762164"/>
                  </a:lnTo>
                  <a:lnTo>
                    <a:pt x="4565646" y="714045"/>
                  </a:lnTo>
                  <a:lnTo>
                    <a:pt x="4568950" y="673613"/>
                  </a:lnTo>
                  <a:lnTo>
                    <a:pt x="4572254" y="606883"/>
                  </a:lnTo>
                  <a:lnTo>
                    <a:pt x="4575557" y="547464"/>
                  </a:lnTo>
                  <a:lnTo>
                    <a:pt x="4578861" y="511304"/>
                  </a:lnTo>
                  <a:lnTo>
                    <a:pt x="4582165" y="493172"/>
                  </a:lnTo>
                  <a:lnTo>
                    <a:pt x="4585468" y="512335"/>
                  </a:lnTo>
                  <a:lnTo>
                    <a:pt x="4588772" y="574084"/>
                  </a:lnTo>
                  <a:lnTo>
                    <a:pt x="4592076" y="675309"/>
                  </a:lnTo>
                  <a:lnTo>
                    <a:pt x="4595379" y="818177"/>
                  </a:lnTo>
                  <a:lnTo>
                    <a:pt x="4598683" y="985461"/>
                  </a:lnTo>
                  <a:lnTo>
                    <a:pt x="4601986" y="1023226"/>
                  </a:lnTo>
                  <a:lnTo>
                    <a:pt x="4605290" y="1003665"/>
                  </a:lnTo>
                  <a:lnTo>
                    <a:pt x="4608594" y="978097"/>
                  </a:lnTo>
                  <a:lnTo>
                    <a:pt x="4611897" y="968890"/>
                  </a:lnTo>
                  <a:lnTo>
                    <a:pt x="4615201" y="982586"/>
                  </a:lnTo>
                  <a:lnTo>
                    <a:pt x="4618505" y="1041066"/>
                  </a:lnTo>
                  <a:lnTo>
                    <a:pt x="4621808" y="1100261"/>
                  </a:lnTo>
                  <a:lnTo>
                    <a:pt x="4625112" y="1160357"/>
                  </a:lnTo>
                  <a:lnTo>
                    <a:pt x="4628416" y="1190118"/>
                  </a:lnTo>
                  <a:lnTo>
                    <a:pt x="4631719" y="1223688"/>
                  </a:lnTo>
                  <a:lnTo>
                    <a:pt x="4635023" y="1236530"/>
                  </a:lnTo>
                  <a:lnTo>
                    <a:pt x="4638327" y="1262879"/>
                  </a:lnTo>
                  <a:lnTo>
                    <a:pt x="4641630" y="1277116"/>
                  </a:lnTo>
                  <a:lnTo>
                    <a:pt x="4644934" y="1299235"/>
                  </a:lnTo>
                  <a:lnTo>
                    <a:pt x="4648238" y="1315653"/>
                  </a:lnTo>
                  <a:lnTo>
                    <a:pt x="4651541" y="1332263"/>
                  </a:lnTo>
                  <a:lnTo>
                    <a:pt x="4654845" y="1314808"/>
                  </a:lnTo>
                  <a:lnTo>
                    <a:pt x="4658149" y="1275657"/>
                  </a:lnTo>
                  <a:lnTo>
                    <a:pt x="4661452" y="1195423"/>
                  </a:lnTo>
                  <a:lnTo>
                    <a:pt x="4664756" y="1123654"/>
                  </a:lnTo>
                  <a:lnTo>
                    <a:pt x="4668060" y="1083640"/>
                  </a:lnTo>
                  <a:lnTo>
                    <a:pt x="4671363" y="1065708"/>
                  </a:lnTo>
                  <a:lnTo>
                    <a:pt x="4674667" y="1069331"/>
                  </a:lnTo>
                  <a:lnTo>
                    <a:pt x="4677970" y="1124062"/>
                  </a:lnTo>
                  <a:lnTo>
                    <a:pt x="4681274" y="1195960"/>
                  </a:lnTo>
                  <a:lnTo>
                    <a:pt x="4684578" y="1234035"/>
                  </a:lnTo>
                  <a:lnTo>
                    <a:pt x="4687881" y="1269190"/>
                  </a:lnTo>
                  <a:lnTo>
                    <a:pt x="4691185" y="1268481"/>
                  </a:lnTo>
                  <a:lnTo>
                    <a:pt x="4694489" y="1223688"/>
                  </a:lnTo>
                  <a:lnTo>
                    <a:pt x="4697792" y="1200838"/>
                  </a:lnTo>
                  <a:lnTo>
                    <a:pt x="4701096" y="1190118"/>
                  </a:lnTo>
                  <a:lnTo>
                    <a:pt x="4704400" y="1160357"/>
                  </a:lnTo>
                  <a:lnTo>
                    <a:pt x="4707703" y="1142239"/>
                  </a:lnTo>
                  <a:lnTo>
                    <a:pt x="4711007" y="1117210"/>
                  </a:lnTo>
                  <a:lnTo>
                    <a:pt x="4714311" y="1117210"/>
                  </a:lnTo>
                  <a:lnTo>
                    <a:pt x="4717614" y="1142239"/>
                  </a:lnTo>
                  <a:lnTo>
                    <a:pt x="4720918" y="1190118"/>
                  </a:lnTo>
                  <a:lnTo>
                    <a:pt x="4724222" y="1248717"/>
                  </a:lnTo>
                  <a:lnTo>
                    <a:pt x="4727525" y="1361843"/>
                  </a:lnTo>
                  <a:lnTo>
                    <a:pt x="4730829" y="1382863"/>
                  </a:lnTo>
                  <a:lnTo>
                    <a:pt x="4734133" y="1291395"/>
                  </a:lnTo>
                  <a:lnTo>
                    <a:pt x="4737436" y="1235904"/>
                  </a:lnTo>
                  <a:lnTo>
                    <a:pt x="4740740" y="1212014"/>
                  </a:lnTo>
                  <a:lnTo>
                    <a:pt x="4744044" y="1212014"/>
                  </a:lnTo>
                  <a:lnTo>
                    <a:pt x="4747347" y="1235904"/>
                  </a:lnTo>
                  <a:lnTo>
                    <a:pt x="4750651" y="1307316"/>
                  </a:lnTo>
                  <a:lnTo>
                    <a:pt x="4753954" y="1324264"/>
                  </a:lnTo>
                  <a:lnTo>
                    <a:pt x="4757258" y="1291395"/>
                  </a:lnTo>
                  <a:lnTo>
                    <a:pt x="4760562" y="1246104"/>
                  </a:lnTo>
                  <a:lnTo>
                    <a:pt x="4763865" y="1233415"/>
                  </a:lnTo>
                  <a:lnTo>
                    <a:pt x="4767169" y="1221311"/>
                  </a:lnTo>
                  <a:lnTo>
                    <a:pt x="4770473" y="1246104"/>
                  </a:lnTo>
                  <a:lnTo>
                    <a:pt x="4773776" y="1288324"/>
                  </a:lnTo>
                  <a:lnTo>
                    <a:pt x="4777080" y="1324264"/>
                  </a:lnTo>
                  <a:lnTo>
                    <a:pt x="4780384" y="1307316"/>
                  </a:lnTo>
                  <a:lnTo>
                    <a:pt x="4783687" y="1307316"/>
                  </a:lnTo>
                  <a:lnTo>
                    <a:pt x="4786991" y="1307316"/>
                  </a:lnTo>
                  <a:lnTo>
                    <a:pt x="4790295" y="1291395"/>
                  </a:lnTo>
                  <a:lnTo>
                    <a:pt x="4793598" y="1276385"/>
                  </a:lnTo>
                  <a:lnTo>
                    <a:pt x="4796902" y="1276385"/>
                  </a:lnTo>
                  <a:lnTo>
                    <a:pt x="4800206" y="1276385"/>
                  </a:lnTo>
                  <a:lnTo>
                    <a:pt x="4803509" y="1276385"/>
                  </a:lnTo>
                  <a:lnTo>
                    <a:pt x="4806813" y="1291395"/>
                  </a:lnTo>
                  <a:lnTo>
                    <a:pt x="4810117" y="1307316"/>
                  </a:lnTo>
                  <a:lnTo>
                    <a:pt x="4813420" y="1324264"/>
                  </a:lnTo>
                  <a:lnTo>
                    <a:pt x="4816724" y="1342382"/>
                  </a:lnTo>
                  <a:lnTo>
                    <a:pt x="4820028" y="1361843"/>
                  </a:lnTo>
                  <a:lnTo>
                    <a:pt x="4823331" y="1382863"/>
                  </a:lnTo>
                  <a:lnTo>
                    <a:pt x="4826635" y="1405713"/>
                  </a:lnTo>
                  <a:lnTo>
                    <a:pt x="4829938" y="1430742"/>
                  </a:lnTo>
                  <a:lnTo>
                    <a:pt x="4833242" y="1405713"/>
                  </a:lnTo>
                  <a:lnTo>
                    <a:pt x="4836546" y="1361843"/>
                  </a:lnTo>
                  <a:lnTo>
                    <a:pt x="4839849" y="1335898"/>
                  </a:lnTo>
                  <a:lnTo>
                    <a:pt x="4843153" y="1335898"/>
                  </a:lnTo>
                  <a:lnTo>
                    <a:pt x="4846457" y="1335898"/>
                  </a:lnTo>
                  <a:lnTo>
                    <a:pt x="4849760" y="1354867"/>
                  </a:lnTo>
                  <a:lnTo>
                    <a:pt x="4853064" y="1397488"/>
                  </a:lnTo>
                  <a:lnTo>
                    <a:pt x="4856368" y="1430742"/>
                  </a:lnTo>
                  <a:lnTo>
                    <a:pt x="4859671" y="1405713"/>
                  </a:lnTo>
                  <a:lnTo>
                    <a:pt x="4862975" y="1361843"/>
                  </a:lnTo>
                  <a:lnTo>
                    <a:pt x="4866279" y="1291395"/>
                  </a:lnTo>
                  <a:lnTo>
                    <a:pt x="4869582" y="1235904"/>
                  </a:lnTo>
                  <a:lnTo>
                    <a:pt x="4872886" y="1200838"/>
                  </a:lnTo>
                  <a:lnTo>
                    <a:pt x="4876190" y="1200838"/>
                  </a:lnTo>
                  <a:lnTo>
                    <a:pt x="4879493" y="1223688"/>
                  </a:lnTo>
                  <a:lnTo>
                    <a:pt x="4882797" y="1276385"/>
                  </a:lnTo>
                  <a:lnTo>
                    <a:pt x="4886101" y="1342382"/>
                  </a:lnTo>
                  <a:lnTo>
                    <a:pt x="4889404" y="1405713"/>
                  </a:lnTo>
                  <a:lnTo>
                    <a:pt x="4892708" y="1430742"/>
                  </a:lnTo>
                  <a:lnTo>
                    <a:pt x="4896012" y="1430742"/>
                  </a:lnTo>
                  <a:lnTo>
                    <a:pt x="4899315" y="1430742"/>
                  </a:lnTo>
                  <a:lnTo>
                    <a:pt x="4902619" y="1416682"/>
                  </a:lnTo>
                  <a:lnTo>
                    <a:pt x="4905922" y="1376379"/>
                  </a:lnTo>
                  <a:lnTo>
                    <a:pt x="4909226" y="1336814"/>
                  </a:lnTo>
                  <a:lnTo>
                    <a:pt x="4912530" y="1319064"/>
                  </a:lnTo>
                  <a:lnTo>
                    <a:pt x="4915833" y="1319064"/>
                  </a:lnTo>
                  <a:lnTo>
                    <a:pt x="4919137" y="1328678"/>
                  </a:lnTo>
                  <a:lnTo>
                    <a:pt x="4922441" y="1342382"/>
                  </a:lnTo>
                  <a:lnTo>
                    <a:pt x="4925744" y="1342382"/>
                  </a:lnTo>
                  <a:lnTo>
                    <a:pt x="4929048" y="1324264"/>
                  </a:lnTo>
                  <a:lnTo>
                    <a:pt x="4932352" y="1291395"/>
                  </a:lnTo>
                  <a:lnTo>
                    <a:pt x="4935655" y="1235904"/>
                  </a:lnTo>
                  <a:lnTo>
                    <a:pt x="4938959" y="1212014"/>
                  </a:lnTo>
                  <a:lnTo>
                    <a:pt x="4942263" y="1205808"/>
                  </a:lnTo>
                  <a:lnTo>
                    <a:pt x="4945566" y="1229115"/>
                  </a:lnTo>
                  <a:lnTo>
                    <a:pt x="4948870" y="1254693"/>
                  </a:lnTo>
                  <a:lnTo>
                    <a:pt x="4952174" y="1298440"/>
                  </a:lnTo>
                  <a:lnTo>
                    <a:pt x="4955477" y="1298440"/>
                  </a:lnTo>
                  <a:lnTo>
                    <a:pt x="4958781" y="1291395"/>
                  </a:lnTo>
                  <a:lnTo>
                    <a:pt x="4962085" y="1248717"/>
                  </a:lnTo>
                  <a:lnTo>
                    <a:pt x="4965388" y="1235904"/>
                  </a:lnTo>
                  <a:lnTo>
                    <a:pt x="4968692" y="1229725"/>
                  </a:lnTo>
                  <a:lnTo>
                    <a:pt x="4971995" y="1242232"/>
                  </a:lnTo>
                  <a:lnTo>
                    <a:pt x="4975299" y="1269190"/>
                  </a:lnTo>
                  <a:lnTo>
                    <a:pt x="4978603" y="1299235"/>
                  </a:lnTo>
                  <a:lnTo>
                    <a:pt x="4981906" y="1299235"/>
                  </a:lnTo>
                  <a:lnTo>
                    <a:pt x="4985210" y="1307316"/>
                  </a:lnTo>
                  <a:lnTo>
                    <a:pt x="4988514" y="1324264"/>
                  </a:lnTo>
                  <a:lnTo>
                    <a:pt x="4991817" y="1342382"/>
                  </a:lnTo>
                  <a:lnTo>
                    <a:pt x="4995121" y="1342382"/>
                  </a:lnTo>
                  <a:lnTo>
                    <a:pt x="4998425" y="1291395"/>
                  </a:lnTo>
                  <a:lnTo>
                    <a:pt x="5001728" y="1225484"/>
                  </a:lnTo>
                  <a:lnTo>
                    <a:pt x="5005032" y="1161767"/>
                  </a:lnTo>
                  <a:lnTo>
                    <a:pt x="5008336" y="1110531"/>
                  </a:lnTo>
                  <a:lnTo>
                    <a:pt x="5011639" y="1086456"/>
                  </a:lnTo>
                  <a:lnTo>
                    <a:pt x="5014943" y="1086456"/>
                  </a:lnTo>
                  <a:lnTo>
                    <a:pt x="5018247" y="1082591"/>
                  </a:lnTo>
                  <a:lnTo>
                    <a:pt x="5021550" y="1062458"/>
                  </a:lnTo>
                  <a:lnTo>
                    <a:pt x="5024854" y="1043759"/>
                  </a:lnTo>
                  <a:lnTo>
                    <a:pt x="5028158" y="1036053"/>
                  </a:lnTo>
                  <a:lnTo>
                    <a:pt x="5031461" y="1054192"/>
                  </a:lnTo>
                  <a:lnTo>
                    <a:pt x="5034765" y="1056708"/>
                  </a:lnTo>
                  <a:lnTo>
                    <a:pt x="5038069" y="1056708"/>
                  </a:lnTo>
                  <a:lnTo>
                    <a:pt x="5041372" y="1063105"/>
                  </a:lnTo>
                  <a:lnTo>
                    <a:pt x="5044676" y="1066691"/>
                  </a:lnTo>
                  <a:lnTo>
                    <a:pt x="5047979" y="1045268"/>
                  </a:lnTo>
                  <a:lnTo>
                    <a:pt x="5051283" y="1057657"/>
                  </a:lnTo>
                  <a:lnTo>
                    <a:pt x="5054587" y="1114046"/>
                  </a:lnTo>
                  <a:lnTo>
                    <a:pt x="5057890" y="1175809"/>
                  </a:lnTo>
                  <a:lnTo>
                    <a:pt x="5061194" y="1196497"/>
                  </a:lnTo>
                  <a:lnTo>
                    <a:pt x="5064498" y="1193820"/>
                  </a:lnTo>
                  <a:lnTo>
                    <a:pt x="5067801" y="1163660"/>
                  </a:lnTo>
                  <a:lnTo>
                    <a:pt x="5071105" y="1129010"/>
                  </a:lnTo>
                  <a:lnTo>
                    <a:pt x="5074409" y="1083290"/>
                  </a:lnTo>
                  <a:lnTo>
                    <a:pt x="5077712" y="1056708"/>
                  </a:lnTo>
                  <a:lnTo>
                    <a:pt x="5081016" y="1054505"/>
                  </a:lnTo>
                  <a:lnTo>
                    <a:pt x="5084320" y="1060848"/>
                  </a:lnTo>
                  <a:lnTo>
                    <a:pt x="5087623" y="1053879"/>
                  </a:lnTo>
                  <a:lnTo>
                    <a:pt x="5090927" y="1048617"/>
                  </a:lnTo>
                  <a:lnTo>
                    <a:pt x="5094231" y="1048617"/>
                  </a:lnTo>
                  <a:lnTo>
                    <a:pt x="5097534" y="1010202"/>
                  </a:lnTo>
                  <a:lnTo>
                    <a:pt x="5100838" y="956951"/>
                  </a:lnTo>
                  <a:lnTo>
                    <a:pt x="5104142" y="903195"/>
                  </a:lnTo>
                  <a:lnTo>
                    <a:pt x="5107445" y="892327"/>
                  </a:lnTo>
                  <a:lnTo>
                    <a:pt x="5110749" y="899695"/>
                  </a:lnTo>
                  <a:lnTo>
                    <a:pt x="5114053" y="925421"/>
                  </a:lnTo>
                  <a:lnTo>
                    <a:pt x="5117356" y="941425"/>
                  </a:lnTo>
                  <a:lnTo>
                    <a:pt x="5120660" y="954156"/>
                  </a:lnTo>
                  <a:lnTo>
                    <a:pt x="5123963" y="929672"/>
                  </a:lnTo>
                  <a:lnTo>
                    <a:pt x="5127267" y="906741"/>
                  </a:lnTo>
                  <a:lnTo>
                    <a:pt x="5130571" y="902140"/>
                  </a:lnTo>
                  <a:lnTo>
                    <a:pt x="5133874" y="913248"/>
                  </a:lnTo>
                  <a:lnTo>
                    <a:pt x="5137178" y="929283"/>
                  </a:lnTo>
                  <a:lnTo>
                    <a:pt x="5140482" y="892158"/>
                  </a:lnTo>
                  <a:lnTo>
                    <a:pt x="5143785" y="822934"/>
                  </a:lnTo>
                  <a:lnTo>
                    <a:pt x="5147089" y="767258"/>
                  </a:lnTo>
                  <a:lnTo>
                    <a:pt x="5150393" y="751473"/>
                  </a:lnTo>
                  <a:lnTo>
                    <a:pt x="5153696" y="751968"/>
                  </a:lnTo>
                  <a:lnTo>
                    <a:pt x="5157000" y="763506"/>
                  </a:lnTo>
                  <a:lnTo>
                    <a:pt x="5160304" y="793623"/>
                  </a:lnTo>
                  <a:lnTo>
                    <a:pt x="5163607" y="820095"/>
                  </a:lnTo>
                  <a:lnTo>
                    <a:pt x="5166911" y="827779"/>
                  </a:lnTo>
                  <a:lnTo>
                    <a:pt x="5170215" y="828441"/>
                  </a:lnTo>
                  <a:lnTo>
                    <a:pt x="5173518" y="858001"/>
                  </a:lnTo>
                  <a:lnTo>
                    <a:pt x="5176822" y="889469"/>
                  </a:lnTo>
                  <a:lnTo>
                    <a:pt x="5180126" y="909974"/>
                  </a:lnTo>
                  <a:lnTo>
                    <a:pt x="5183429" y="928312"/>
                  </a:lnTo>
                  <a:lnTo>
                    <a:pt x="5186733" y="956951"/>
                  </a:lnTo>
                  <a:lnTo>
                    <a:pt x="5190037" y="958686"/>
                  </a:lnTo>
                  <a:lnTo>
                    <a:pt x="5193340" y="953089"/>
                  </a:lnTo>
                  <a:lnTo>
                    <a:pt x="5196644" y="914164"/>
                  </a:lnTo>
                  <a:lnTo>
                    <a:pt x="5199947" y="831104"/>
                  </a:lnTo>
                  <a:lnTo>
                    <a:pt x="5203251" y="744259"/>
                  </a:lnTo>
                  <a:lnTo>
                    <a:pt x="5206555" y="668880"/>
                  </a:lnTo>
                  <a:lnTo>
                    <a:pt x="5209858" y="611598"/>
                  </a:lnTo>
                  <a:lnTo>
                    <a:pt x="5213162" y="603260"/>
                  </a:lnTo>
                  <a:lnTo>
                    <a:pt x="5216466" y="634690"/>
                  </a:lnTo>
                  <a:lnTo>
                    <a:pt x="5219769" y="663170"/>
                  </a:lnTo>
                  <a:lnTo>
                    <a:pt x="5223073" y="674275"/>
                  </a:lnTo>
                  <a:lnTo>
                    <a:pt x="5226377" y="664089"/>
                  </a:lnTo>
                  <a:lnTo>
                    <a:pt x="5229680" y="635579"/>
                  </a:lnTo>
                  <a:lnTo>
                    <a:pt x="5232984" y="580139"/>
                  </a:lnTo>
                  <a:lnTo>
                    <a:pt x="5236288" y="512137"/>
                  </a:lnTo>
                  <a:lnTo>
                    <a:pt x="5239591" y="441380"/>
                  </a:lnTo>
                  <a:lnTo>
                    <a:pt x="5242895" y="377411"/>
                  </a:lnTo>
                  <a:lnTo>
                    <a:pt x="5246199" y="316788"/>
                  </a:lnTo>
                  <a:lnTo>
                    <a:pt x="5249502" y="271448"/>
                  </a:lnTo>
                  <a:lnTo>
                    <a:pt x="5252806" y="245798"/>
                  </a:lnTo>
                  <a:lnTo>
                    <a:pt x="5256110" y="245409"/>
                  </a:lnTo>
                  <a:lnTo>
                    <a:pt x="5259413" y="231224"/>
                  </a:lnTo>
                  <a:lnTo>
                    <a:pt x="5262717" y="197919"/>
                  </a:lnTo>
                  <a:lnTo>
                    <a:pt x="5266021" y="162058"/>
                  </a:lnTo>
                  <a:lnTo>
                    <a:pt x="5269324" y="135699"/>
                  </a:lnTo>
                  <a:lnTo>
                    <a:pt x="5272628" y="114092"/>
                  </a:lnTo>
                  <a:lnTo>
                    <a:pt x="5275931" y="111936"/>
                  </a:lnTo>
                  <a:lnTo>
                    <a:pt x="5279235" y="128540"/>
                  </a:lnTo>
                  <a:lnTo>
                    <a:pt x="5282539" y="153576"/>
                  </a:lnTo>
                  <a:lnTo>
                    <a:pt x="5285842" y="175842"/>
                  </a:lnTo>
                  <a:lnTo>
                    <a:pt x="5289146" y="204423"/>
                  </a:lnTo>
                  <a:lnTo>
                    <a:pt x="5292450" y="239786"/>
                  </a:lnTo>
                  <a:lnTo>
                    <a:pt x="5295753" y="260434"/>
                  </a:lnTo>
                  <a:lnTo>
                    <a:pt x="5299057" y="261686"/>
                  </a:lnTo>
                  <a:lnTo>
                    <a:pt x="5302361" y="234268"/>
                  </a:lnTo>
                  <a:lnTo>
                    <a:pt x="5305664" y="175876"/>
                  </a:lnTo>
                  <a:lnTo>
                    <a:pt x="5308968" y="124061"/>
                  </a:lnTo>
                  <a:lnTo>
                    <a:pt x="5312272" y="93643"/>
                  </a:lnTo>
                  <a:lnTo>
                    <a:pt x="5315575" y="82315"/>
                  </a:lnTo>
                  <a:lnTo>
                    <a:pt x="5318879" y="95384"/>
                  </a:lnTo>
                  <a:lnTo>
                    <a:pt x="5322183" y="129556"/>
                  </a:lnTo>
                  <a:lnTo>
                    <a:pt x="5325486" y="168828"/>
                  </a:lnTo>
                  <a:lnTo>
                    <a:pt x="5328790" y="206226"/>
                  </a:lnTo>
                  <a:lnTo>
                    <a:pt x="5332094" y="241227"/>
                  </a:lnTo>
                  <a:lnTo>
                    <a:pt x="5335397" y="257872"/>
                  </a:lnTo>
                  <a:lnTo>
                    <a:pt x="5338701" y="234861"/>
                  </a:lnTo>
                  <a:lnTo>
                    <a:pt x="5342005" y="197883"/>
                  </a:lnTo>
                  <a:lnTo>
                    <a:pt x="5345308" y="158986"/>
                  </a:lnTo>
                  <a:lnTo>
                    <a:pt x="5348612" y="117500"/>
                  </a:lnTo>
                  <a:lnTo>
                    <a:pt x="5351915" y="76875"/>
                  </a:lnTo>
                  <a:lnTo>
                    <a:pt x="5355219" y="52629"/>
                  </a:lnTo>
                  <a:lnTo>
                    <a:pt x="5358523" y="36032"/>
                  </a:lnTo>
                  <a:lnTo>
                    <a:pt x="5361826" y="33683"/>
                  </a:lnTo>
                  <a:lnTo>
                    <a:pt x="5365130" y="35327"/>
                  </a:lnTo>
                  <a:lnTo>
                    <a:pt x="5368434" y="44772"/>
                  </a:lnTo>
                  <a:lnTo>
                    <a:pt x="5371737" y="48470"/>
                  </a:lnTo>
                  <a:lnTo>
                    <a:pt x="5375041" y="45355"/>
                  </a:lnTo>
                  <a:lnTo>
                    <a:pt x="5378345" y="34539"/>
                  </a:lnTo>
                  <a:lnTo>
                    <a:pt x="5381648" y="19941"/>
                  </a:lnTo>
                  <a:lnTo>
                    <a:pt x="5384952" y="8564"/>
                  </a:lnTo>
                  <a:lnTo>
                    <a:pt x="5388256" y="9939"/>
                  </a:lnTo>
                  <a:lnTo>
                    <a:pt x="5391559" y="16783"/>
                  </a:lnTo>
                  <a:lnTo>
                    <a:pt x="5394863" y="18191"/>
                  </a:lnTo>
                  <a:lnTo>
                    <a:pt x="5398167" y="22409"/>
                  </a:lnTo>
                  <a:lnTo>
                    <a:pt x="5401470" y="19058"/>
                  </a:lnTo>
                  <a:lnTo>
                    <a:pt x="5404774" y="14761"/>
                  </a:lnTo>
                  <a:lnTo>
                    <a:pt x="5408078" y="17737"/>
                  </a:lnTo>
                  <a:lnTo>
                    <a:pt x="5411381" y="26328"/>
                  </a:lnTo>
                  <a:lnTo>
                    <a:pt x="5414685" y="40168"/>
                  </a:lnTo>
                  <a:lnTo>
                    <a:pt x="5417988" y="49083"/>
                  </a:lnTo>
                  <a:lnTo>
                    <a:pt x="5421292" y="49492"/>
                  </a:lnTo>
                  <a:lnTo>
                    <a:pt x="5424596" y="45456"/>
                  </a:lnTo>
                  <a:lnTo>
                    <a:pt x="5427899" y="46311"/>
                  </a:lnTo>
                  <a:lnTo>
                    <a:pt x="5431203" y="50148"/>
                  </a:lnTo>
                  <a:lnTo>
                    <a:pt x="5434507" y="72221"/>
                  </a:lnTo>
                  <a:lnTo>
                    <a:pt x="5437810" y="107007"/>
                  </a:lnTo>
                  <a:lnTo>
                    <a:pt x="5441114" y="147015"/>
                  </a:lnTo>
                  <a:lnTo>
                    <a:pt x="5444418" y="180948"/>
                  </a:lnTo>
                  <a:lnTo>
                    <a:pt x="5447721" y="207418"/>
                  </a:lnTo>
                  <a:lnTo>
                    <a:pt x="5451025" y="232098"/>
                  </a:lnTo>
                  <a:lnTo>
                    <a:pt x="5454329" y="250743"/>
                  </a:lnTo>
                  <a:lnTo>
                    <a:pt x="5457632" y="262453"/>
                  </a:lnTo>
                  <a:lnTo>
                    <a:pt x="5460936" y="272547"/>
                  </a:lnTo>
                  <a:lnTo>
                    <a:pt x="5464240" y="265759"/>
                  </a:lnTo>
                  <a:lnTo>
                    <a:pt x="5467543" y="241043"/>
                  </a:lnTo>
                  <a:lnTo>
                    <a:pt x="5470847" y="217197"/>
                  </a:lnTo>
                  <a:lnTo>
                    <a:pt x="5474151" y="183243"/>
                  </a:lnTo>
                  <a:lnTo>
                    <a:pt x="5477454" y="142261"/>
                  </a:lnTo>
                  <a:lnTo>
                    <a:pt x="5480758" y="112413"/>
                  </a:lnTo>
                  <a:lnTo>
                    <a:pt x="5484062" y="92443"/>
                  </a:lnTo>
                  <a:lnTo>
                    <a:pt x="5487365" y="89312"/>
                  </a:lnTo>
                  <a:lnTo>
                    <a:pt x="5490669" y="110547"/>
                  </a:lnTo>
                  <a:lnTo>
                    <a:pt x="5493972" y="143986"/>
                  </a:lnTo>
                  <a:lnTo>
                    <a:pt x="5497276" y="164119"/>
                  </a:lnTo>
                  <a:lnTo>
                    <a:pt x="5500580" y="149940"/>
                  </a:lnTo>
                  <a:lnTo>
                    <a:pt x="5503883" y="110297"/>
                  </a:lnTo>
                  <a:lnTo>
                    <a:pt x="5507187" y="63434"/>
                  </a:lnTo>
                  <a:lnTo>
                    <a:pt x="5510491" y="26484"/>
                  </a:lnTo>
                  <a:lnTo>
                    <a:pt x="5513794" y="8219"/>
                  </a:lnTo>
                  <a:lnTo>
                    <a:pt x="5517098" y="15198"/>
                  </a:lnTo>
                  <a:lnTo>
                    <a:pt x="5520402" y="39084"/>
                  </a:lnTo>
                  <a:lnTo>
                    <a:pt x="5523705" y="65637"/>
                  </a:lnTo>
                  <a:lnTo>
                    <a:pt x="5527009" y="88408"/>
                  </a:lnTo>
                  <a:lnTo>
                    <a:pt x="5530313" y="105575"/>
                  </a:lnTo>
                  <a:lnTo>
                    <a:pt x="5533616" y="110134"/>
                  </a:lnTo>
                  <a:lnTo>
                    <a:pt x="5536920" y="108993"/>
                  </a:lnTo>
                  <a:lnTo>
                    <a:pt x="5540224" y="121706"/>
                  </a:lnTo>
                  <a:lnTo>
                    <a:pt x="5543527" y="145005"/>
                  </a:lnTo>
                  <a:lnTo>
                    <a:pt x="5546831" y="178829"/>
                  </a:lnTo>
                  <a:lnTo>
                    <a:pt x="5550135" y="212878"/>
                  </a:lnTo>
                  <a:lnTo>
                    <a:pt x="5553438" y="230666"/>
                  </a:lnTo>
                  <a:lnTo>
                    <a:pt x="5556742" y="209694"/>
                  </a:lnTo>
                  <a:lnTo>
                    <a:pt x="5560046" y="167691"/>
                  </a:lnTo>
                  <a:lnTo>
                    <a:pt x="5563349" y="121257"/>
                  </a:lnTo>
                  <a:lnTo>
                    <a:pt x="5566653" y="86516"/>
                  </a:lnTo>
                  <a:lnTo>
                    <a:pt x="5569956" y="55999"/>
                  </a:lnTo>
                  <a:lnTo>
                    <a:pt x="5573260" y="36590"/>
                  </a:lnTo>
                  <a:lnTo>
                    <a:pt x="5576564" y="25387"/>
                  </a:lnTo>
                  <a:lnTo>
                    <a:pt x="5579867" y="25324"/>
                  </a:lnTo>
                  <a:lnTo>
                    <a:pt x="5583171" y="36538"/>
                  </a:lnTo>
                  <a:lnTo>
                    <a:pt x="5586475" y="69085"/>
                  </a:lnTo>
                  <a:lnTo>
                    <a:pt x="5589778" y="109473"/>
                  </a:lnTo>
                  <a:lnTo>
                    <a:pt x="5593082" y="166708"/>
                  </a:lnTo>
                  <a:lnTo>
                    <a:pt x="5596386" y="234047"/>
                  </a:lnTo>
                  <a:lnTo>
                    <a:pt x="5599689" y="299454"/>
                  </a:lnTo>
                  <a:lnTo>
                    <a:pt x="5602993" y="313728"/>
                  </a:lnTo>
                  <a:lnTo>
                    <a:pt x="5606297" y="313188"/>
                  </a:lnTo>
                  <a:lnTo>
                    <a:pt x="5609600" y="304379"/>
                  </a:lnTo>
                  <a:lnTo>
                    <a:pt x="5612904" y="293081"/>
                  </a:lnTo>
                  <a:lnTo>
                    <a:pt x="5616208" y="290471"/>
                  </a:lnTo>
                  <a:lnTo>
                    <a:pt x="5619511" y="306821"/>
                  </a:lnTo>
                  <a:lnTo>
                    <a:pt x="5622815" y="321014"/>
                  </a:lnTo>
                  <a:lnTo>
                    <a:pt x="5626119" y="322766"/>
                  </a:lnTo>
                  <a:lnTo>
                    <a:pt x="5629422" y="325464"/>
                  </a:lnTo>
                  <a:lnTo>
                    <a:pt x="5632726" y="297184"/>
                  </a:lnTo>
                  <a:lnTo>
                    <a:pt x="5636030" y="242191"/>
                  </a:lnTo>
                  <a:lnTo>
                    <a:pt x="5639333" y="186614"/>
                  </a:lnTo>
                  <a:lnTo>
                    <a:pt x="5642637" y="156954"/>
                  </a:lnTo>
                  <a:lnTo>
                    <a:pt x="5645940" y="123789"/>
                  </a:lnTo>
                  <a:lnTo>
                    <a:pt x="5649244" y="102301"/>
                  </a:lnTo>
                  <a:lnTo>
                    <a:pt x="5652548" y="93869"/>
                  </a:lnTo>
                  <a:lnTo>
                    <a:pt x="5655851" y="106735"/>
                  </a:lnTo>
                  <a:lnTo>
                    <a:pt x="5659155" y="123391"/>
                  </a:lnTo>
                  <a:lnTo>
                    <a:pt x="5662459" y="152099"/>
                  </a:lnTo>
                  <a:lnTo>
                    <a:pt x="5665762" y="178572"/>
                  </a:lnTo>
                  <a:lnTo>
                    <a:pt x="5669066" y="195933"/>
                  </a:lnTo>
                  <a:lnTo>
                    <a:pt x="5672370" y="183550"/>
                  </a:lnTo>
                  <a:lnTo>
                    <a:pt x="5675673" y="164521"/>
                  </a:lnTo>
                  <a:lnTo>
                    <a:pt x="5678977" y="149081"/>
                  </a:lnTo>
                  <a:lnTo>
                    <a:pt x="5682281" y="147431"/>
                  </a:lnTo>
                  <a:lnTo>
                    <a:pt x="5685584" y="148344"/>
                  </a:lnTo>
                  <a:lnTo>
                    <a:pt x="5688888" y="154236"/>
                  </a:lnTo>
                  <a:lnTo>
                    <a:pt x="5692192" y="153089"/>
                  </a:lnTo>
                  <a:lnTo>
                    <a:pt x="5695495" y="144015"/>
                  </a:lnTo>
                  <a:lnTo>
                    <a:pt x="5698799" y="132020"/>
                  </a:lnTo>
                  <a:lnTo>
                    <a:pt x="5702103" y="131992"/>
                  </a:lnTo>
                  <a:lnTo>
                    <a:pt x="5705406" y="142961"/>
                  </a:lnTo>
                  <a:lnTo>
                    <a:pt x="5708710" y="141204"/>
                  </a:lnTo>
                  <a:lnTo>
                    <a:pt x="5712014" y="134810"/>
                  </a:lnTo>
                  <a:lnTo>
                    <a:pt x="5715317" y="120245"/>
                  </a:lnTo>
                  <a:lnTo>
                    <a:pt x="5718621" y="99067"/>
                  </a:lnTo>
                  <a:lnTo>
                    <a:pt x="5721924" y="73713"/>
                  </a:lnTo>
                  <a:lnTo>
                    <a:pt x="5725228" y="71700"/>
                  </a:lnTo>
                  <a:lnTo>
                    <a:pt x="5728532" y="92403"/>
                  </a:lnTo>
                  <a:lnTo>
                    <a:pt x="5731835" y="131862"/>
                  </a:lnTo>
                  <a:lnTo>
                    <a:pt x="5735139" y="191666"/>
                  </a:lnTo>
                  <a:lnTo>
                    <a:pt x="5738443" y="282679"/>
                  </a:lnTo>
                  <a:lnTo>
                    <a:pt x="5741746" y="397343"/>
                  </a:lnTo>
                  <a:lnTo>
                    <a:pt x="5745050" y="495250"/>
                  </a:lnTo>
                  <a:lnTo>
                    <a:pt x="5748354" y="530908"/>
                  </a:lnTo>
                  <a:lnTo>
                    <a:pt x="5751657" y="440079"/>
                  </a:lnTo>
                  <a:lnTo>
                    <a:pt x="5754961" y="303803"/>
                  </a:lnTo>
                  <a:lnTo>
                    <a:pt x="5758265" y="191525"/>
                  </a:lnTo>
                  <a:lnTo>
                    <a:pt x="5761568" y="120621"/>
                  </a:lnTo>
                  <a:lnTo>
                    <a:pt x="5764872" y="80796"/>
                  </a:lnTo>
                  <a:lnTo>
                    <a:pt x="5768176" y="76708"/>
                  </a:lnTo>
                  <a:lnTo>
                    <a:pt x="5771479" y="96819"/>
                  </a:lnTo>
                  <a:lnTo>
                    <a:pt x="5774783" y="134009"/>
                  </a:lnTo>
                  <a:lnTo>
                    <a:pt x="5778087" y="152422"/>
                  </a:lnTo>
                  <a:lnTo>
                    <a:pt x="5781390" y="140132"/>
                  </a:lnTo>
                  <a:lnTo>
                    <a:pt x="5784694" y="113952"/>
                  </a:lnTo>
                  <a:lnTo>
                    <a:pt x="5787997" y="88923"/>
                  </a:lnTo>
                  <a:lnTo>
                    <a:pt x="5791301" y="53833"/>
                  </a:lnTo>
                  <a:lnTo>
                    <a:pt x="5794605" y="22311"/>
                  </a:lnTo>
                  <a:lnTo>
                    <a:pt x="5797908" y="7369"/>
                  </a:lnTo>
                  <a:lnTo>
                    <a:pt x="5801212" y="2732"/>
                  </a:lnTo>
                  <a:lnTo>
                    <a:pt x="5804516" y="1592"/>
                  </a:lnTo>
                  <a:lnTo>
                    <a:pt x="5807819" y="5228"/>
                  </a:lnTo>
                  <a:lnTo>
                    <a:pt x="5811123" y="22717"/>
                  </a:lnTo>
                  <a:lnTo>
                    <a:pt x="5814427" y="44544"/>
                  </a:lnTo>
                  <a:lnTo>
                    <a:pt x="5817730" y="66932"/>
                  </a:lnTo>
                  <a:lnTo>
                    <a:pt x="5821034" y="90067"/>
                  </a:lnTo>
                  <a:lnTo>
                    <a:pt x="5824338" y="108019"/>
                  </a:lnTo>
                  <a:lnTo>
                    <a:pt x="5827641" y="115834"/>
                  </a:lnTo>
                  <a:lnTo>
                    <a:pt x="5830945" y="106684"/>
                  </a:lnTo>
                  <a:lnTo>
                    <a:pt x="5834249" y="87792"/>
                  </a:lnTo>
                  <a:lnTo>
                    <a:pt x="5837552" y="72653"/>
                  </a:lnTo>
                  <a:lnTo>
                    <a:pt x="5840856" y="67326"/>
                  </a:lnTo>
                  <a:lnTo>
                    <a:pt x="5844160" y="64804"/>
                  </a:lnTo>
                  <a:lnTo>
                    <a:pt x="5847463" y="85520"/>
                  </a:lnTo>
                  <a:lnTo>
                    <a:pt x="5850767" y="123219"/>
                  </a:lnTo>
                  <a:lnTo>
                    <a:pt x="5854071" y="168065"/>
                  </a:lnTo>
                  <a:lnTo>
                    <a:pt x="5857374" y="222774"/>
                  </a:lnTo>
                  <a:lnTo>
                    <a:pt x="5860678" y="278664"/>
                  </a:lnTo>
                  <a:lnTo>
                    <a:pt x="5863981" y="307677"/>
                  </a:lnTo>
                  <a:lnTo>
                    <a:pt x="5867285" y="321571"/>
                  </a:lnTo>
                  <a:lnTo>
                    <a:pt x="5870589" y="325328"/>
                  </a:lnTo>
                  <a:lnTo>
                    <a:pt x="5873892" y="330032"/>
                  </a:lnTo>
                  <a:lnTo>
                    <a:pt x="5877196" y="348201"/>
                  </a:lnTo>
                  <a:lnTo>
                    <a:pt x="5880500" y="361581"/>
                  </a:lnTo>
                  <a:lnTo>
                    <a:pt x="5883803" y="362344"/>
                  </a:lnTo>
                  <a:lnTo>
                    <a:pt x="5887107" y="368663"/>
                  </a:lnTo>
                  <a:lnTo>
                    <a:pt x="5890411" y="383790"/>
                  </a:lnTo>
                  <a:lnTo>
                    <a:pt x="5893714" y="391933"/>
                  </a:lnTo>
                  <a:lnTo>
                    <a:pt x="5897018" y="419694"/>
                  </a:lnTo>
                  <a:lnTo>
                    <a:pt x="5900322" y="461688"/>
                  </a:lnTo>
                  <a:lnTo>
                    <a:pt x="5903625" y="511819"/>
                  </a:lnTo>
                  <a:lnTo>
                    <a:pt x="5906929" y="566450"/>
                  </a:lnTo>
                  <a:lnTo>
                    <a:pt x="5910233" y="656408"/>
                  </a:lnTo>
                  <a:lnTo>
                    <a:pt x="5913536" y="732231"/>
                  </a:lnTo>
                  <a:lnTo>
                    <a:pt x="5916840" y="784276"/>
                  </a:lnTo>
                  <a:lnTo>
                    <a:pt x="5920144" y="804160"/>
                  </a:lnTo>
                  <a:lnTo>
                    <a:pt x="5923447" y="814508"/>
                  </a:lnTo>
                  <a:lnTo>
                    <a:pt x="5926751" y="827383"/>
                  </a:lnTo>
                  <a:lnTo>
                    <a:pt x="5930055" y="826593"/>
                  </a:lnTo>
                  <a:lnTo>
                    <a:pt x="5933358" y="821253"/>
                  </a:lnTo>
                  <a:lnTo>
                    <a:pt x="5936662" y="820224"/>
                  </a:lnTo>
                  <a:lnTo>
                    <a:pt x="5939965" y="822157"/>
                  </a:lnTo>
                  <a:lnTo>
                    <a:pt x="5943269" y="828176"/>
                  </a:lnTo>
                  <a:lnTo>
                    <a:pt x="5946573" y="847821"/>
                  </a:lnTo>
                  <a:lnTo>
                    <a:pt x="5949876" y="850689"/>
                  </a:lnTo>
                  <a:lnTo>
                    <a:pt x="5953180" y="867820"/>
                  </a:lnTo>
                  <a:lnTo>
                    <a:pt x="5956484" y="899695"/>
                  </a:lnTo>
                  <a:lnTo>
                    <a:pt x="5959787" y="921426"/>
                  </a:lnTo>
                  <a:lnTo>
                    <a:pt x="5963091" y="939598"/>
                  </a:lnTo>
                  <a:lnTo>
                    <a:pt x="5966395" y="988368"/>
                  </a:lnTo>
                  <a:lnTo>
                    <a:pt x="5969698" y="1028566"/>
                  </a:lnTo>
                  <a:lnTo>
                    <a:pt x="5973002" y="1075368"/>
                  </a:lnTo>
                  <a:lnTo>
                    <a:pt x="5976306" y="1096190"/>
                  </a:lnTo>
                  <a:lnTo>
                    <a:pt x="5979609" y="1112869"/>
                  </a:lnTo>
                  <a:lnTo>
                    <a:pt x="5982913" y="1083290"/>
                  </a:lnTo>
                  <a:lnTo>
                    <a:pt x="5986217" y="1056708"/>
                  </a:lnTo>
                  <a:lnTo>
                    <a:pt x="5989520" y="1015820"/>
                  </a:lnTo>
                  <a:lnTo>
                    <a:pt x="5992824" y="997793"/>
                  </a:lnTo>
                  <a:lnTo>
                    <a:pt x="5996128" y="991801"/>
                  </a:lnTo>
                  <a:lnTo>
                    <a:pt x="5999431" y="1012328"/>
                  </a:lnTo>
                  <a:lnTo>
                    <a:pt x="6002735" y="1027998"/>
                  </a:lnTo>
                  <a:lnTo>
                    <a:pt x="6006039" y="1057975"/>
                  </a:lnTo>
                  <a:lnTo>
                    <a:pt x="6009342" y="1086102"/>
                  </a:lnTo>
                  <a:lnTo>
                    <a:pt x="6012646" y="1100635"/>
                  </a:lnTo>
                  <a:lnTo>
                    <a:pt x="6015949" y="1100635"/>
                  </a:lnTo>
                  <a:lnTo>
                    <a:pt x="6019253" y="1101758"/>
                  </a:lnTo>
                  <a:lnTo>
                    <a:pt x="6022557" y="1107830"/>
                  </a:lnTo>
                  <a:lnTo>
                    <a:pt x="6025860" y="1131939"/>
                  </a:lnTo>
                  <a:lnTo>
                    <a:pt x="6029164" y="1158488"/>
                  </a:lnTo>
                  <a:lnTo>
                    <a:pt x="6032468" y="1198659"/>
                  </a:lnTo>
                  <a:lnTo>
                    <a:pt x="6035771" y="1273483"/>
                  </a:lnTo>
                  <a:lnTo>
                    <a:pt x="6039075" y="1324264"/>
                  </a:lnTo>
                  <a:lnTo>
                    <a:pt x="6042379" y="1342382"/>
                  </a:lnTo>
                  <a:lnTo>
                    <a:pt x="6045682" y="1342382"/>
                  </a:lnTo>
                  <a:lnTo>
                    <a:pt x="6048986" y="1291395"/>
                  </a:lnTo>
                  <a:lnTo>
                    <a:pt x="6052290" y="1190118"/>
                  </a:lnTo>
                  <a:lnTo>
                    <a:pt x="6055593" y="1122434"/>
                  </a:lnTo>
                  <a:lnTo>
                    <a:pt x="6058897" y="1088945"/>
                  </a:lnTo>
                  <a:lnTo>
                    <a:pt x="6062201" y="1081895"/>
                  </a:lnTo>
                  <a:lnTo>
                    <a:pt x="6065504" y="1088945"/>
                  </a:lnTo>
                  <a:lnTo>
                    <a:pt x="6068808" y="1108599"/>
                  </a:lnTo>
                  <a:lnTo>
                    <a:pt x="6072112" y="1111308"/>
                  </a:lnTo>
                  <a:lnTo>
                    <a:pt x="6075415" y="1099145"/>
                  </a:lnTo>
                  <a:lnTo>
                    <a:pt x="6078719" y="1110143"/>
                  </a:lnTo>
                  <a:lnTo>
                    <a:pt x="6082023" y="1110531"/>
                  </a:lnTo>
                  <a:lnTo>
                    <a:pt x="6085326" y="1090738"/>
                  </a:lnTo>
                  <a:lnTo>
                    <a:pt x="6088630" y="1090378"/>
                  </a:lnTo>
                  <a:lnTo>
                    <a:pt x="6091933" y="1097663"/>
                  </a:lnTo>
                  <a:lnTo>
                    <a:pt x="6095237" y="1087165"/>
                  </a:lnTo>
                  <a:lnTo>
                    <a:pt x="6098541" y="1101383"/>
                  </a:lnTo>
                  <a:lnTo>
                    <a:pt x="6101844" y="1159888"/>
                  </a:lnTo>
                  <a:lnTo>
                    <a:pt x="6105148" y="1210875"/>
                  </a:lnTo>
                  <a:lnTo>
                    <a:pt x="6108452" y="1222497"/>
                  </a:lnTo>
                  <a:lnTo>
                    <a:pt x="6111755" y="1199746"/>
                  </a:lnTo>
                  <a:lnTo>
                    <a:pt x="6115059" y="1189069"/>
                  </a:lnTo>
                  <a:lnTo>
                    <a:pt x="6118363" y="1181846"/>
                  </a:lnTo>
                  <a:lnTo>
                    <a:pt x="6121666" y="1204141"/>
                  </a:lnTo>
                  <a:lnTo>
                    <a:pt x="6124970" y="1239683"/>
                  </a:lnTo>
                  <a:lnTo>
                    <a:pt x="6128274" y="1296071"/>
                  </a:lnTo>
                  <a:lnTo>
                    <a:pt x="6131577" y="1329570"/>
                  </a:lnTo>
                  <a:lnTo>
                    <a:pt x="6134881" y="1334074"/>
                  </a:lnTo>
                  <a:lnTo>
                    <a:pt x="6138185" y="1300032"/>
                  </a:lnTo>
                  <a:lnTo>
                    <a:pt x="6141488" y="1269901"/>
                  </a:lnTo>
                  <a:lnTo>
                    <a:pt x="6144792" y="1230336"/>
                  </a:lnTo>
                  <a:lnTo>
                    <a:pt x="6148096" y="1206926"/>
                  </a:lnTo>
                  <a:lnTo>
                    <a:pt x="6151399" y="1190118"/>
                  </a:lnTo>
                  <a:lnTo>
                    <a:pt x="6154703" y="1190118"/>
                  </a:lnTo>
                  <a:lnTo>
                    <a:pt x="6158007" y="1212014"/>
                  </a:lnTo>
                  <a:lnTo>
                    <a:pt x="6161310" y="1248717"/>
                  </a:lnTo>
                  <a:lnTo>
                    <a:pt x="6164614" y="1261497"/>
                  </a:lnTo>
                  <a:lnTo>
                    <a:pt x="6167917" y="1261497"/>
                  </a:lnTo>
                  <a:lnTo>
                    <a:pt x="6171221" y="1248061"/>
                  </a:lnTo>
                  <a:lnTo>
                    <a:pt x="6174525" y="1248061"/>
                  </a:lnTo>
                  <a:lnTo>
                    <a:pt x="6177828" y="1261497"/>
                  </a:lnTo>
                  <a:lnTo>
                    <a:pt x="6181132" y="1291395"/>
                  </a:lnTo>
                  <a:lnTo>
                    <a:pt x="6184436" y="1342382"/>
                  </a:lnTo>
                  <a:lnTo>
                    <a:pt x="6187739" y="1405713"/>
                  </a:lnTo>
                  <a:lnTo>
                    <a:pt x="6191043" y="1430742"/>
                  </a:lnTo>
                  <a:lnTo>
                    <a:pt x="6194347" y="1430742"/>
                  </a:lnTo>
                  <a:lnTo>
                    <a:pt x="6197650" y="1430742"/>
                  </a:lnTo>
                  <a:lnTo>
                    <a:pt x="6200954" y="1430742"/>
                  </a:lnTo>
                  <a:lnTo>
                    <a:pt x="6204258" y="1430742"/>
                  </a:lnTo>
                  <a:lnTo>
                    <a:pt x="6207561" y="1430742"/>
                  </a:lnTo>
                  <a:lnTo>
                    <a:pt x="6210865" y="1405713"/>
                  </a:lnTo>
                  <a:lnTo>
                    <a:pt x="6214169" y="1382863"/>
                  </a:lnTo>
                  <a:lnTo>
                    <a:pt x="6217472" y="1340513"/>
                  </a:lnTo>
                  <a:lnTo>
                    <a:pt x="6220776" y="1289855"/>
                  </a:lnTo>
                  <a:lnTo>
                    <a:pt x="6224080" y="1250694"/>
                  </a:lnTo>
                  <a:lnTo>
                    <a:pt x="6227383" y="1250694"/>
                  </a:lnTo>
                  <a:lnTo>
                    <a:pt x="6230687" y="1250694"/>
                  </a:lnTo>
                  <a:lnTo>
                    <a:pt x="6233990" y="1280058"/>
                  </a:lnTo>
                  <a:lnTo>
                    <a:pt x="6237294" y="1311452"/>
                  </a:lnTo>
                  <a:lnTo>
                    <a:pt x="6240598" y="1342382"/>
                  </a:lnTo>
                  <a:lnTo>
                    <a:pt x="6243901" y="1361843"/>
                  </a:lnTo>
                  <a:lnTo>
                    <a:pt x="6247205" y="1382863"/>
                  </a:lnTo>
                  <a:lnTo>
                    <a:pt x="6250509" y="1382863"/>
                  </a:lnTo>
                  <a:lnTo>
                    <a:pt x="6253812" y="1405713"/>
                  </a:lnTo>
                  <a:lnTo>
                    <a:pt x="6257116" y="1430742"/>
                  </a:lnTo>
                  <a:lnTo>
                    <a:pt x="6260420" y="1387277"/>
                  </a:lnTo>
                  <a:lnTo>
                    <a:pt x="6263723" y="1332263"/>
                  </a:lnTo>
                  <a:lnTo>
                    <a:pt x="6267027" y="1268481"/>
                  </a:lnTo>
                  <a:lnTo>
                    <a:pt x="6270331" y="1217203"/>
                  </a:lnTo>
                  <a:lnTo>
                    <a:pt x="6273634" y="1155248"/>
                  </a:lnTo>
                  <a:lnTo>
                    <a:pt x="6276938" y="1135754"/>
                  </a:lnTo>
                  <a:lnTo>
                    <a:pt x="6280242" y="1142239"/>
                  </a:lnTo>
                  <a:lnTo>
                    <a:pt x="6283545" y="1169907"/>
                  </a:lnTo>
                  <a:lnTo>
                    <a:pt x="6286849" y="1200838"/>
                  </a:lnTo>
                  <a:lnTo>
                    <a:pt x="6290153" y="1276385"/>
                  </a:lnTo>
                  <a:lnTo>
                    <a:pt x="6293456" y="1342382"/>
                  </a:lnTo>
                  <a:lnTo>
                    <a:pt x="6296760" y="1382863"/>
                  </a:lnTo>
                  <a:lnTo>
                    <a:pt x="6300064" y="1382863"/>
                  </a:lnTo>
                  <a:lnTo>
                    <a:pt x="6303367" y="1361843"/>
                  </a:lnTo>
                  <a:lnTo>
                    <a:pt x="6306671" y="1342382"/>
                  </a:lnTo>
                  <a:lnTo>
                    <a:pt x="6309974" y="1342382"/>
                  </a:lnTo>
                  <a:lnTo>
                    <a:pt x="6313278" y="1324264"/>
                  </a:lnTo>
                  <a:lnTo>
                    <a:pt x="6316582" y="1291395"/>
                  </a:lnTo>
                  <a:lnTo>
                    <a:pt x="6319885" y="1262187"/>
                  </a:lnTo>
                  <a:lnTo>
                    <a:pt x="6323189" y="1235904"/>
                  </a:lnTo>
                  <a:lnTo>
                    <a:pt x="6326493" y="1212014"/>
                  </a:lnTo>
                  <a:lnTo>
                    <a:pt x="6329796" y="1188025"/>
                  </a:lnTo>
                  <a:lnTo>
                    <a:pt x="6333100" y="1167969"/>
                  </a:lnTo>
                  <a:lnTo>
                    <a:pt x="6336404" y="1166525"/>
                  </a:lnTo>
                  <a:lnTo>
                    <a:pt x="6339707" y="1176307"/>
                  </a:lnTo>
                  <a:lnTo>
                    <a:pt x="6343011" y="1176307"/>
                  </a:lnTo>
                  <a:lnTo>
                    <a:pt x="6346315" y="1168452"/>
                  </a:lnTo>
                  <a:lnTo>
                    <a:pt x="6349618" y="1147991"/>
                  </a:lnTo>
                  <a:lnTo>
                    <a:pt x="6352922" y="1133205"/>
                  </a:lnTo>
                  <a:lnTo>
                    <a:pt x="6356226" y="1116812"/>
                  </a:lnTo>
                  <a:lnTo>
                    <a:pt x="6359529" y="1093995"/>
                  </a:lnTo>
                  <a:lnTo>
                    <a:pt x="6362833" y="1093995"/>
                  </a:lnTo>
                  <a:lnTo>
                    <a:pt x="6366137" y="1134902"/>
                  </a:lnTo>
                  <a:lnTo>
                    <a:pt x="6369440" y="1169907"/>
                  </a:lnTo>
                  <a:lnTo>
                    <a:pt x="6372744" y="1190118"/>
                  </a:lnTo>
                  <a:lnTo>
                    <a:pt x="6376048" y="1229725"/>
                  </a:lnTo>
                  <a:lnTo>
                    <a:pt x="6379351" y="1269190"/>
                  </a:lnTo>
                  <a:lnTo>
                    <a:pt x="6382655" y="1283783"/>
                  </a:lnTo>
                  <a:lnTo>
                    <a:pt x="6385958" y="1283783"/>
                  </a:lnTo>
                  <a:lnTo>
                    <a:pt x="6389262" y="1283783"/>
                  </a:lnTo>
                  <a:lnTo>
                    <a:pt x="6392566" y="1276385"/>
                  </a:lnTo>
                  <a:lnTo>
                    <a:pt x="6395869" y="1234035"/>
                  </a:lnTo>
                  <a:lnTo>
                    <a:pt x="6399173" y="1178307"/>
                  </a:lnTo>
                  <a:lnTo>
                    <a:pt x="6402477" y="1140929"/>
                  </a:lnTo>
                  <a:lnTo>
                    <a:pt x="6405780" y="1132360"/>
                  </a:lnTo>
                  <a:lnTo>
                    <a:pt x="6409084" y="1116019"/>
                  </a:lnTo>
                  <a:lnTo>
                    <a:pt x="6412388" y="1117210"/>
                  </a:lnTo>
                  <a:lnTo>
                    <a:pt x="6415691" y="1124062"/>
                  </a:lnTo>
                  <a:lnTo>
                    <a:pt x="6418995" y="1132360"/>
                  </a:lnTo>
                  <a:lnTo>
                    <a:pt x="6422299" y="1086102"/>
                  </a:lnTo>
                  <a:lnTo>
                    <a:pt x="6425602" y="1041364"/>
                  </a:lnTo>
                  <a:lnTo>
                    <a:pt x="6428906" y="978331"/>
                  </a:lnTo>
                  <a:lnTo>
                    <a:pt x="6432210" y="901965"/>
                  </a:lnTo>
                  <a:lnTo>
                    <a:pt x="6435513" y="835423"/>
                  </a:lnTo>
                  <a:lnTo>
                    <a:pt x="6438817" y="795954"/>
                  </a:lnTo>
                  <a:lnTo>
                    <a:pt x="6442121" y="779834"/>
                  </a:lnTo>
                  <a:lnTo>
                    <a:pt x="6445424" y="793275"/>
                  </a:lnTo>
                  <a:lnTo>
                    <a:pt x="6448728" y="833390"/>
                  </a:lnTo>
                  <a:lnTo>
                    <a:pt x="6452032" y="892496"/>
                  </a:lnTo>
                  <a:lnTo>
                    <a:pt x="6455335" y="976462"/>
                  </a:lnTo>
                  <a:lnTo>
                    <a:pt x="6458639" y="1070660"/>
                  </a:lnTo>
                  <a:lnTo>
                    <a:pt x="6461942" y="1147544"/>
                  </a:lnTo>
                  <a:lnTo>
                    <a:pt x="6465246" y="1230949"/>
                  </a:lnTo>
                  <a:lnTo>
                    <a:pt x="6468550" y="1334984"/>
                  </a:lnTo>
                  <a:lnTo>
                    <a:pt x="6471853" y="1382863"/>
                  </a:lnTo>
                  <a:lnTo>
                    <a:pt x="6475157" y="1361843"/>
                  </a:lnTo>
                  <a:lnTo>
                    <a:pt x="6478461" y="1328678"/>
                  </a:lnTo>
                  <a:lnTo>
                    <a:pt x="6481764" y="1295286"/>
                  </a:lnTo>
                  <a:lnTo>
                    <a:pt x="6485068" y="1265665"/>
                  </a:lnTo>
                  <a:lnTo>
                    <a:pt x="6488372" y="1234035"/>
                  </a:lnTo>
                  <a:lnTo>
                    <a:pt x="6491675" y="1199202"/>
                  </a:lnTo>
                  <a:lnTo>
                    <a:pt x="6494979" y="1175809"/>
                  </a:lnTo>
                  <a:lnTo>
                    <a:pt x="6498283" y="1148439"/>
                  </a:lnTo>
                  <a:lnTo>
                    <a:pt x="6501586" y="1139626"/>
                  </a:lnTo>
                  <a:lnTo>
                    <a:pt x="6504890" y="1152049"/>
                  </a:lnTo>
                  <a:lnTo>
                    <a:pt x="6508194" y="1180830"/>
                  </a:lnTo>
                  <a:lnTo>
                    <a:pt x="6511497" y="1179818"/>
                  </a:lnTo>
                  <a:lnTo>
                    <a:pt x="6514801" y="1189069"/>
                  </a:lnTo>
                  <a:lnTo>
                    <a:pt x="6518105" y="1189069"/>
                  </a:lnTo>
                  <a:lnTo>
                    <a:pt x="6521408" y="1189069"/>
                  </a:lnTo>
                  <a:lnTo>
                    <a:pt x="6524712" y="1189069"/>
                  </a:lnTo>
                  <a:lnTo>
                    <a:pt x="6528016" y="1223688"/>
                  </a:lnTo>
                  <a:lnTo>
                    <a:pt x="6531319" y="1276385"/>
                  </a:lnTo>
                  <a:lnTo>
                    <a:pt x="6534623" y="1324264"/>
                  </a:lnTo>
                  <a:lnTo>
                    <a:pt x="6537926" y="1361843"/>
                  </a:lnTo>
                  <a:lnTo>
                    <a:pt x="6541230" y="1405713"/>
                  </a:lnTo>
                  <a:lnTo>
                    <a:pt x="6544534" y="1430742"/>
                  </a:lnTo>
                  <a:lnTo>
                    <a:pt x="6547837" y="1416682"/>
                  </a:lnTo>
                  <a:lnTo>
                    <a:pt x="6551141" y="1392900"/>
                  </a:lnTo>
                  <a:lnTo>
                    <a:pt x="6554445" y="1350962"/>
                  </a:lnTo>
                  <a:lnTo>
                    <a:pt x="6557748" y="1332263"/>
                  </a:lnTo>
                  <a:lnTo>
                    <a:pt x="6561052" y="1308962"/>
                  </a:lnTo>
                  <a:lnTo>
                    <a:pt x="6564356" y="1286044"/>
                  </a:lnTo>
                  <a:lnTo>
                    <a:pt x="6567659" y="1244161"/>
                  </a:lnTo>
                  <a:lnTo>
                    <a:pt x="6570963" y="1204696"/>
                  </a:lnTo>
                  <a:lnTo>
                    <a:pt x="6574267" y="1163660"/>
                  </a:lnTo>
                  <a:lnTo>
                    <a:pt x="6577570" y="1157558"/>
                  </a:lnTo>
                  <a:lnTo>
                    <a:pt x="6580874" y="1162239"/>
                  </a:lnTo>
                  <a:lnTo>
                    <a:pt x="6584178" y="1181846"/>
                  </a:lnTo>
                  <a:lnTo>
                    <a:pt x="6587481" y="1198116"/>
                  </a:lnTo>
                  <a:lnTo>
                    <a:pt x="6590785" y="1232796"/>
                  </a:lnTo>
                  <a:lnTo>
                    <a:pt x="6594089" y="1239049"/>
                  </a:lnTo>
                  <a:lnTo>
                    <a:pt x="6597392" y="1232796"/>
                  </a:lnTo>
                  <a:lnTo>
                    <a:pt x="6600696" y="1245455"/>
                  </a:lnTo>
                  <a:lnTo>
                    <a:pt x="6603999" y="1283783"/>
                  </a:lnTo>
                  <a:lnTo>
                    <a:pt x="6603999" y="1430742"/>
                  </a:lnTo>
                  <a:lnTo>
                    <a:pt x="6600696" y="1430742"/>
                  </a:lnTo>
                  <a:lnTo>
                    <a:pt x="6597392" y="1430742"/>
                  </a:lnTo>
                  <a:lnTo>
                    <a:pt x="6594089" y="1430742"/>
                  </a:lnTo>
                  <a:lnTo>
                    <a:pt x="6590785" y="1430742"/>
                  </a:lnTo>
                  <a:lnTo>
                    <a:pt x="6587481" y="1430742"/>
                  </a:lnTo>
                  <a:lnTo>
                    <a:pt x="6584178" y="1430742"/>
                  </a:lnTo>
                  <a:lnTo>
                    <a:pt x="6580874" y="1430742"/>
                  </a:lnTo>
                  <a:lnTo>
                    <a:pt x="6577570" y="1430742"/>
                  </a:lnTo>
                  <a:lnTo>
                    <a:pt x="6574267" y="1430742"/>
                  </a:lnTo>
                  <a:lnTo>
                    <a:pt x="6570963" y="1430742"/>
                  </a:lnTo>
                  <a:lnTo>
                    <a:pt x="6567659" y="1430742"/>
                  </a:lnTo>
                  <a:lnTo>
                    <a:pt x="6564356" y="1430742"/>
                  </a:lnTo>
                  <a:lnTo>
                    <a:pt x="6561052" y="1430742"/>
                  </a:lnTo>
                  <a:lnTo>
                    <a:pt x="6557748" y="1430742"/>
                  </a:lnTo>
                  <a:lnTo>
                    <a:pt x="6554445" y="1430742"/>
                  </a:lnTo>
                  <a:lnTo>
                    <a:pt x="6551141" y="1430742"/>
                  </a:lnTo>
                  <a:lnTo>
                    <a:pt x="6547837" y="1430742"/>
                  </a:lnTo>
                  <a:lnTo>
                    <a:pt x="6544534" y="1430742"/>
                  </a:lnTo>
                  <a:lnTo>
                    <a:pt x="6541230" y="1430742"/>
                  </a:lnTo>
                  <a:lnTo>
                    <a:pt x="6537926" y="1430742"/>
                  </a:lnTo>
                  <a:lnTo>
                    <a:pt x="6534623" y="1430742"/>
                  </a:lnTo>
                  <a:lnTo>
                    <a:pt x="6531319" y="1430742"/>
                  </a:lnTo>
                  <a:lnTo>
                    <a:pt x="6528016" y="1430742"/>
                  </a:lnTo>
                  <a:lnTo>
                    <a:pt x="6524712" y="1430742"/>
                  </a:lnTo>
                  <a:lnTo>
                    <a:pt x="6521408" y="1430742"/>
                  </a:lnTo>
                  <a:lnTo>
                    <a:pt x="6518105" y="1430742"/>
                  </a:lnTo>
                  <a:lnTo>
                    <a:pt x="6514801" y="1430742"/>
                  </a:lnTo>
                  <a:lnTo>
                    <a:pt x="6511497" y="1430742"/>
                  </a:lnTo>
                  <a:lnTo>
                    <a:pt x="6508194" y="1430742"/>
                  </a:lnTo>
                  <a:lnTo>
                    <a:pt x="6504890" y="1430742"/>
                  </a:lnTo>
                  <a:lnTo>
                    <a:pt x="6501586" y="1430742"/>
                  </a:lnTo>
                  <a:lnTo>
                    <a:pt x="6498283" y="1430742"/>
                  </a:lnTo>
                  <a:lnTo>
                    <a:pt x="6494979" y="1430742"/>
                  </a:lnTo>
                  <a:lnTo>
                    <a:pt x="6491675" y="1430742"/>
                  </a:lnTo>
                  <a:lnTo>
                    <a:pt x="6488372" y="1430742"/>
                  </a:lnTo>
                  <a:lnTo>
                    <a:pt x="6485068" y="1430742"/>
                  </a:lnTo>
                  <a:lnTo>
                    <a:pt x="6481764" y="1430742"/>
                  </a:lnTo>
                  <a:lnTo>
                    <a:pt x="6478461" y="1430742"/>
                  </a:lnTo>
                  <a:lnTo>
                    <a:pt x="6475157" y="1430742"/>
                  </a:lnTo>
                  <a:lnTo>
                    <a:pt x="6471853" y="1430742"/>
                  </a:lnTo>
                  <a:lnTo>
                    <a:pt x="6468550" y="1430742"/>
                  </a:lnTo>
                  <a:lnTo>
                    <a:pt x="6465246" y="1430742"/>
                  </a:lnTo>
                  <a:lnTo>
                    <a:pt x="6461942" y="1430742"/>
                  </a:lnTo>
                  <a:lnTo>
                    <a:pt x="6458639" y="1430742"/>
                  </a:lnTo>
                  <a:lnTo>
                    <a:pt x="6455335" y="1430742"/>
                  </a:lnTo>
                  <a:lnTo>
                    <a:pt x="6452032" y="1430742"/>
                  </a:lnTo>
                  <a:lnTo>
                    <a:pt x="6448728" y="1430742"/>
                  </a:lnTo>
                  <a:lnTo>
                    <a:pt x="6445424" y="1430742"/>
                  </a:lnTo>
                  <a:lnTo>
                    <a:pt x="6442121" y="1430742"/>
                  </a:lnTo>
                  <a:lnTo>
                    <a:pt x="6438817" y="1430742"/>
                  </a:lnTo>
                  <a:lnTo>
                    <a:pt x="6435513" y="1430742"/>
                  </a:lnTo>
                  <a:lnTo>
                    <a:pt x="6432210" y="1430742"/>
                  </a:lnTo>
                  <a:lnTo>
                    <a:pt x="6428906" y="1430742"/>
                  </a:lnTo>
                  <a:lnTo>
                    <a:pt x="6425602" y="1430742"/>
                  </a:lnTo>
                  <a:lnTo>
                    <a:pt x="6422299" y="1430742"/>
                  </a:lnTo>
                  <a:lnTo>
                    <a:pt x="6418995" y="1430742"/>
                  </a:lnTo>
                  <a:lnTo>
                    <a:pt x="6415691" y="1430742"/>
                  </a:lnTo>
                  <a:lnTo>
                    <a:pt x="6412388" y="1430742"/>
                  </a:lnTo>
                  <a:lnTo>
                    <a:pt x="6409084" y="1430742"/>
                  </a:lnTo>
                  <a:lnTo>
                    <a:pt x="6405780" y="1430742"/>
                  </a:lnTo>
                  <a:lnTo>
                    <a:pt x="6402477" y="1430742"/>
                  </a:lnTo>
                  <a:lnTo>
                    <a:pt x="6399173" y="1430742"/>
                  </a:lnTo>
                  <a:lnTo>
                    <a:pt x="6395869" y="1430742"/>
                  </a:lnTo>
                  <a:lnTo>
                    <a:pt x="6392566" y="1430742"/>
                  </a:lnTo>
                  <a:lnTo>
                    <a:pt x="6389262" y="1430742"/>
                  </a:lnTo>
                  <a:lnTo>
                    <a:pt x="6385958" y="1430742"/>
                  </a:lnTo>
                  <a:lnTo>
                    <a:pt x="6382655" y="1430742"/>
                  </a:lnTo>
                  <a:lnTo>
                    <a:pt x="6379351" y="1430742"/>
                  </a:lnTo>
                  <a:lnTo>
                    <a:pt x="6376048" y="1430742"/>
                  </a:lnTo>
                  <a:lnTo>
                    <a:pt x="6372744" y="1430742"/>
                  </a:lnTo>
                  <a:lnTo>
                    <a:pt x="6369440" y="1430742"/>
                  </a:lnTo>
                  <a:lnTo>
                    <a:pt x="6366137" y="1430742"/>
                  </a:lnTo>
                  <a:lnTo>
                    <a:pt x="6362833" y="1430742"/>
                  </a:lnTo>
                  <a:lnTo>
                    <a:pt x="6359529" y="1430742"/>
                  </a:lnTo>
                  <a:lnTo>
                    <a:pt x="6356226" y="1430742"/>
                  </a:lnTo>
                  <a:lnTo>
                    <a:pt x="6352922" y="1430742"/>
                  </a:lnTo>
                  <a:lnTo>
                    <a:pt x="6349618" y="1430742"/>
                  </a:lnTo>
                  <a:lnTo>
                    <a:pt x="6346315" y="1430742"/>
                  </a:lnTo>
                  <a:lnTo>
                    <a:pt x="6343011" y="1430742"/>
                  </a:lnTo>
                  <a:lnTo>
                    <a:pt x="6339707" y="1430742"/>
                  </a:lnTo>
                  <a:lnTo>
                    <a:pt x="6336404" y="1430742"/>
                  </a:lnTo>
                  <a:lnTo>
                    <a:pt x="6333100" y="1430742"/>
                  </a:lnTo>
                  <a:lnTo>
                    <a:pt x="6329796" y="1430742"/>
                  </a:lnTo>
                  <a:lnTo>
                    <a:pt x="6326493" y="1430742"/>
                  </a:lnTo>
                  <a:lnTo>
                    <a:pt x="6323189" y="1430742"/>
                  </a:lnTo>
                  <a:lnTo>
                    <a:pt x="6319885" y="1430742"/>
                  </a:lnTo>
                  <a:lnTo>
                    <a:pt x="6316582" y="1430742"/>
                  </a:lnTo>
                  <a:lnTo>
                    <a:pt x="6313278" y="1430742"/>
                  </a:lnTo>
                  <a:lnTo>
                    <a:pt x="6309974" y="1430742"/>
                  </a:lnTo>
                  <a:lnTo>
                    <a:pt x="6306671" y="1430742"/>
                  </a:lnTo>
                  <a:lnTo>
                    <a:pt x="6303367" y="1430742"/>
                  </a:lnTo>
                  <a:lnTo>
                    <a:pt x="6300064" y="1430742"/>
                  </a:lnTo>
                  <a:lnTo>
                    <a:pt x="6296760" y="1430742"/>
                  </a:lnTo>
                  <a:lnTo>
                    <a:pt x="6293456" y="1430742"/>
                  </a:lnTo>
                  <a:lnTo>
                    <a:pt x="6290153" y="1430742"/>
                  </a:lnTo>
                  <a:lnTo>
                    <a:pt x="6286849" y="1430742"/>
                  </a:lnTo>
                  <a:lnTo>
                    <a:pt x="6283545" y="1430742"/>
                  </a:lnTo>
                  <a:lnTo>
                    <a:pt x="6280242" y="1430742"/>
                  </a:lnTo>
                  <a:lnTo>
                    <a:pt x="6276938" y="1430742"/>
                  </a:lnTo>
                  <a:lnTo>
                    <a:pt x="6273634" y="1430742"/>
                  </a:lnTo>
                  <a:lnTo>
                    <a:pt x="6270331" y="1430742"/>
                  </a:lnTo>
                  <a:lnTo>
                    <a:pt x="6267027" y="1430742"/>
                  </a:lnTo>
                  <a:lnTo>
                    <a:pt x="6263723" y="1430742"/>
                  </a:lnTo>
                  <a:lnTo>
                    <a:pt x="6260420" y="1430742"/>
                  </a:lnTo>
                  <a:lnTo>
                    <a:pt x="6257116" y="1430742"/>
                  </a:lnTo>
                  <a:lnTo>
                    <a:pt x="6253812" y="1430742"/>
                  </a:lnTo>
                  <a:lnTo>
                    <a:pt x="6250509" y="1430742"/>
                  </a:lnTo>
                  <a:lnTo>
                    <a:pt x="6247205" y="1430742"/>
                  </a:lnTo>
                  <a:lnTo>
                    <a:pt x="6243901" y="1430742"/>
                  </a:lnTo>
                  <a:lnTo>
                    <a:pt x="6240598" y="1430742"/>
                  </a:lnTo>
                  <a:lnTo>
                    <a:pt x="6237294" y="1430742"/>
                  </a:lnTo>
                  <a:lnTo>
                    <a:pt x="6233990" y="1430742"/>
                  </a:lnTo>
                  <a:lnTo>
                    <a:pt x="6230687" y="1430742"/>
                  </a:lnTo>
                  <a:lnTo>
                    <a:pt x="6227383" y="1430742"/>
                  </a:lnTo>
                  <a:lnTo>
                    <a:pt x="6224080" y="1430742"/>
                  </a:lnTo>
                  <a:lnTo>
                    <a:pt x="6220776" y="1430742"/>
                  </a:lnTo>
                  <a:lnTo>
                    <a:pt x="6217472" y="1430742"/>
                  </a:lnTo>
                  <a:lnTo>
                    <a:pt x="6214169" y="1430742"/>
                  </a:lnTo>
                  <a:lnTo>
                    <a:pt x="6210865" y="1430742"/>
                  </a:lnTo>
                  <a:lnTo>
                    <a:pt x="6207561" y="1430742"/>
                  </a:lnTo>
                  <a:lnTo>
                    <a:pt x="6204258" y="1430742"/>
                  </a:lnTo>
                  <a:lnTo>
                    <a:pt x="6200954" y="1430742"/>
                  </a:lnTo>
                  <a:lnTo>
                    <a:pt x="6197650" y="1430742"/>
                  </a:lnTo>
                  <a:lnTo>
                    <a:pt x="6194347" y="1430742"/>
                  </a:lnTo>
                  <a:lnTo>
                    <a:pt x="6191043" y="1430742"/>
                  </a:lnTo>
                  <a:lnTo>
                    <a:pt x="6187739" y="1430742"/>
                  </a:lnTo>
                  <a:lnTo>
                    <a:pt x="6184436" y="1430742"/>
                  </a:lnTo>
                  <a:lnTo>
                    <a:pt x="6181132" y="1430742"/>
                  </a:lnTo>
                  <a:lnTo>
                    <a:pt x="6177828" y="1430742"/>
                  </a:lnTo>
                  <a:lnTo>
                    <a:pt x="6174525" y="1430742"/>
                  </a:lnTo>
                  <a:lnTo>
                    <a:pt x="6171221" y="1430742"/>
                  </a:lnTo>
                  <a:lnTo>
                    <a:pt x="6167917" y="1430742"/>
                  </a:lnTo>
                  <a:lnTo>
                    <a:pt x="6164614" y="1430742"/>
                  </a:lnTo>
                  <a:lnTo>
                    <a:pt x="6161310" y="1430742"/>
                  </a:lnTo>
                  <a:lnTo>
                    <a:pt x="6158007" y="1430742"/>
                  </a:lnTo>
                  <a:lnTo>
                    <a:pt x="6154703" y="1430742"/>
                  </a:lnTo>
                  <a:lnTo>
                    <a:pt x="6151399" y="1430742"/>
                  </a:lnTo>
                  <a:lnTo>
                    <a:pt x="6148096" y="1430742"/>
                  </a:lnTo>
                  <a:lnTo>
                    <a:pt x="6144792" y="1430742"/>
                  </a:lnTo>
                  <a:lnTo>
                    <a:pt x="6141488" y="1430742"/>
                  </a:lnTo>
                  <a:lnTo>
                    <a:pt x="6138185" y="1430742"/>
                  </a:lnTo>
                  <a:lnTo>
                    <a:pt x="6134881" y="1430742"/>
                  </a:lnTo>
                  <a:lnTo>
                    <a:pt x="6131577" y="1430742"/>
                  </a:lnTo>
                  <a:lnTo>
                    <a:pt x="6128274" y="1430742"/>
                  </a:lnTo>
                  <a:lnTo>
                    <a:pt x="6124970" y="1430742"/>
                  </a:lnTo>
                  <a:lnTo>
                    <a:pt x="6121666" y="1430742"/>
                  </a:lnTo>
                  <a:lnTo>
                    <a:pt x="6118363" y="1430742"/>
                  </a:lnTo>
                  <a:lnTo>
                    <a:pt x="6115059" y="1430742"/>
                  </a:lnTo>
                  <a:lnTo>
                    <a:pt x="6111755" y="1430742"/>
                  </a:lnTo>
                  <a:lnTo>
                    <a:pt x="6108452" y="1430742"/>
                  </a:lnTo>
                  <a:lnTo>
                    <a:pt x="6105148" y="1430742"/>
                  </a:lnTo>
                  <a:lnTo>
                    <a:pt x="6101844" y="1430742"/>
                  </a:lnTo>
                  <a:lnTo>
                    <a:pt x="6098541" y="1430742"/>
                  </a:lnTo>
                  <a:lnTo>
                    <a:pt x="6095237" y="1430742"/>
                  </a:lnTo>
                  <a:lnTo>
                    <a:pt x="6091933" y="1430742"/>
                  </a:lnTo>
                  <a:lnTo>
                    <a:pt x="6088630" y="1430742"/>
                  </a:lnTo>
                  <a:lnTo>
                    <a:pt x="6085326" y="1430742"/>
                  </a:lnTo>
                  <a:lnTo>
                    <a:pt x="6082023" y="1430742"/>
                  </a:lnTo>
                  <a:lnTo>
                    <a:pt x="6078719" y="1430742"/>
                  </a:lnTo>
                  <a:lnTo>
                    <a:pt x="6075415" y="1430742"/>
                  </a:lnTo>
                  <a:lnTo>
                    <a:pt x="6072112" y="1430742"/>
                  </a:lnTo>
                  <a:lnTo>
                    <a:pt x="6068808" y="1430742"/>
                  </a:lnTo>
                  <a:lnTo>
                    <a:pt x="6065504" y="1430742"/>
                  </a:lnTo>
                  <a:lnTo>
                    <a:pt x="6062201" y="1430742"/>
                  </a:lnTo>
                  <a:lnTo>
                    <a:pt x="6058897" y="1430742"/>
                  </a:lnTo>
                  <a:lnTo>
                    <a:pt x="6055593" y="1430742"/>
                  </a:lnTo>
                  <a:lnTo>
                    <a:pt x="6052290" y="1430742"/>
                  </a:lnTo>
                  <a:lnTo>
                    <a:pt x="6048986" y="1430742"/>
                  </a:lnTo>
                  <a:lnTo>
                    <a:pt x="6045682" y="1430742"/>
                  </a:lnTo>
                  <a:lnTo>
                    <a:pt x="6042379" y="1430742"/>
                  </a:lnTo>
                  <a:lnTo>
                    <a:pt x="6039075" y="1430742"/>
                  </a:lnTo>
                  <a:lnTo>
                    <a:pt x="6035771" y="1430742"/>
                  </a:lnTo>
                  <a:lnTo>
                    <a:pt x="6032468" y="1430742"/>
                  </a:lnTo>
                  <a:lnTo>
                    <a:pt x="6029164" y="1430742"/>
                  </a:lnTo>
                  <a:lnTo>
                    <a:pt x="6025860" y="1430742"/>
                  </a:lnTo>
                  <a:lnTo>
                    <a:pt x="6022557" y="1430742"/>
                  </a:lnTo>
                  <a:lnTo>
                    <a:pt x="6019253" y="1430742"/>
                  </a:lnTo>
                  <a:lnTo>
                    <a:pt x="6015949" y="1430742"/>
                  </a:lnTo>
                  <a:lnTo>
                    <a:pt x="6012646" y="1430742"/>
                  </a:lnTo>
                  <a:lnTo>
                    <a:pt x="6009342" y="1430742"/>
                  </a:lnTo>
                  <a:lnTo>
                    <a:pt x="6006039" y="1430742"/>
                  </a:lnTo>
                  <a:lnTo>
                    <a:pt x="6002735" y="1430742"/>
                  </a:lnTo>
                  <a:lnTo>
                    <a:pt x="5999431" y="1430742"/>
                  </a:lnTo>
                  <a:lnTo>
                    <a:pt x="5996128" y="1430742"/>
                  </a:lnTo>
                  <a:lnTo>
                    <a:pt x="5992824" y="1430742"/>
                  </a:lnTo>
                  <a:lnTo>
                    <a:pt x="5989520" y="1430742"/>
                  </a:lnTo>
                  <a:lnTo>
                    <a:pt x="5986217" y="1430742"/>
                  </a:lnTo>
                  <a:lnTo>
                    <a:pt x="5982913" y="1430742"/>
                  </a:lnTo>
                  <a:lnTo>
                    <a:pt x="5979609" y="1430742"/>
                  </a:lnTo>
                  <a:lnTo>
                    <a:pt x="5976306" y="1430742"/>
                  </a:lnTo>
                  <a:lnTo>
                    <a:pt x="5973002" y="1430742"/>
                  </a:lnTo>
                  <a:lnTo>
                    <a:pt x="5969698" y="1430742"/>
                  </a:lnTo>
                  <a:lnTo>
                    <a:pt x="5966395" y="1430742"/>
                  </a:lnTo>
                  <a:lnTo>
                    <a:pt x="5963091" y="1430742"/>
                  </a:lnTo>
                  <a:lnTo>
                    <a:pt x="5959787" y="1430742"/>
                  </a:lnTo>
                  <a:lnTo>
                    <a:pt x="5956484" y="1430742"/>
                  </a:lnTo>
                  <a:lnTo>
                    <a:pt x="5953180" y="1430742"/>
                  </a:lnTo>
                  <a:lnTo>
                    <a:pt x="5949876" y="1430742"/>
                  </a:lnTo>
                  <a:lnTo>
                    <a:pt x="5946573" y="1430742"/>
                  </a:lnTo>
                  <a:lnTo>
                    <a:pt x="5943269" y="1430742"/>
                  </a:lnTo>
                  <a:lnTo>
                    <a:pt x="5939965" y="1430742"/>
                  </a:lnTo>
                  <a:lnTo>
                    <a:pt x="5936662" y="1430742"/>
                  </a:lnTo>
                  <a:lnTo>
                    <a:pt x="5933358" y="1430742"/>
                  </a:lnTo>
                  <a:lnTo>
                    <a:pt x="5930055" y="1430742"/>
                  </a:lnTo>
                  <a:lnTo>
                    <a:pt x="5926751" y="1430742"/>
                  </a:lnTo>
                  <a:lnTo>
                    <a:pt x="5923447" y="1430742"/>
                  </a:lnTo>
                  <a:lnTo>
                    <a:pt x="5920144" y="1430742"/>
                  </a:lnTo>
                  <a:lnTo>
                    <a:pt x="5916840" y="1430742"/>
                  </a:lnTo>
                  <a:lnTo>
                    <a:pt x="5913536" y="1430742"/>
                  </a:lnTo>
                  <a:lnTo>
                    <a:pt x="5910233" y="1430742"/>
                  </a:lnTo>
                  <a:lnTo>
                    <a:pt x="5906929" y="1430742"/>
                  </a:lnTo>
                  <a:lnTo>
                    <a:pt x="5903625" y="1430742"/>
                  </a:lnTo>
                  <a:lnTo>
                    <a:pt x="5900322" y="1430742"/>
                  </a:lnTo>
                  <a:lnTo>
                    <a:pt x="5897018" y="1430742"/>
                  </a:lnTo>
                  <a:lnTo>
                    <a:pt x="5893714" y="1430742"/>
                  </a:lnTo>
                  <a:lnTo>
                    <a:pt x="5890411" y="1430742"/>
                  </a:lnTo>
                  <a:lnTo>
                    <a:pt x="5887107" y="1430742"/>
                  </a:lnTo>
                  <a:lnTo>
                    <a:pt x="5883803" y="1430742"/>
                  </a:lnTo>
                  <a:lnTo>
                    <a:pt x="5880500" y="1430742"/>
                  </a:lnTo>
                  <a:lnTo>
                    <a:pt x="5877196" y="1430742"/>
                  </a:lnTo>
                  <a:lnTo>
                    <a:pt x="5873892" y="1430742"/>
                  </a:lnTo>
                  <a:lnTo>
                    <a:pt x="5870589" y="1430742"/>
                  </a:lnTo>
                  <a:lnTo>
                    <a:pt x="5867285" y="1430742"/>
                  </a:lnTo>
                  <a:lnTo>
                    <a:pt x="5863981" y="1430742"/>
                  </a:lnTo>
                  <a:lnTo>
                    <a:pt x="5860678" y="1430742"/>
                  </a:lnTo>
                  <a:lnTo>
                    <a:pt x="5857374" y="1430742"/>
                  </a:lnTo>
                  <a:lnTo>
                    <a:pt x="5854071" y="1430742"/>
                  </a:lnTo>
                  <a:lnTo>
                    <a:pt x="5850767" y="1430742"/>
                  </a:lnTo>
                  <a:lnTo>
                    <a:pt x="5847463" y="1430742"/>
                  </a:lnTo>
                  <a:lnTo>
                    <a:pt x="5844160" y="1430742"/>
                  </a:lnTo>
                  <a:lnTo>
                    <a:pt x="5840856" y="1430742"/>
                  </a:lnTo>
                  <a:lnTo>
                    <a:pt x="5837552" y="1430742"/>
                  </a:lnTo>
                  <a:lnTo>
                    <a:pt x="5834249" y="1430742"/>
                  </a:lnTo>
                  <a:lnTo>
                    <a:pt x="5830945" y="1430742"/>
                  </a:lnTo>
                  <a:lnTo>
                    <a:pt x="5827641" y="1430742"/>
                  </a:lnTo>
                  <a:lnTo>
                    <a:pt x="5824338" y="1430742"/>
                  </a:lnTo>
                  <a:lnTo>
                    <a:pt x="5821034" y="1430742"/>
                  </a:lnTo>
                  <a:lnTo>
                    <a:pt x="5817730" y="1430742"/>
                  </a:lnTo>
                  <a:lnTo>
                    <a:pt x="5814427" y="1430742"/>
                  </a:lnTo>
                  <a:lnTo>
                    <a:pt x="5811123" y="1430742"/>
                  </a:lnTo>
                  <a:lnTo>
                    <a:pt x="5807819" y="1430742"/>
                  </a:lnTo>
                  <a:lnTo>
                    <a:pt x="5804516" y="1430742"/>
                  </a:lnTo>
                  <a:lnTo>
                    <a:pt x="5801212" y="1430742"/>
                  </a:lnTo>
                  <a:lnTo>
                    <a:pt x="5797908" y="1430742"/>
                  </a:lnTo>
                  <a:lnTo>
                    <a:pt x="5794605" y="1430742"/>
                  </a:lnTo>
                  <a:lnTo>
                    <a:pt x="5791301" y="1430742"/>
                  </a:lnTo>
                  <a:lnTo>
                    <a:pt x="5787997" y="1430742"/>
                  </a:lnTo>
                  <a:lnTo>
                    <a:pt x="5784694" y="1430742"/>
                  </a:lnTo>
                  <a:lnTo>
                    <a:pt x="5781390" y="1430742"/>
                  </a:lnTo>
                  <a:lnTo>
                    <a:pt x="5778087" y="1430742"/>
                  </a:lnTo>
                  <a:lnTo>
                    <a:pt x="5774783" y="1430742"/>
                  </a:lnTo>
                  <a:lnTo>
                    <a:pt x="5771479" y="1430742"/>
                  </a:lnTo>
                  <a:lnTo>
                    <a:pt x="5768176" y="1430742"/>
                  </a:lnTo>
                  <a:lnTo>
                    <a:pt x="5764872" y="1430742"/>
                  </a:lnTo>
                  <a:lnTo>
                    <a:pt x="5761568" y="1430742"/>
                  </a:lnTo>
                  <a:lnTo>
                    <a:pt x="5758265" y="1430742"/>
                  </a:lnTo>
                  <a:lnTo>
                    <a:pt x="5754961" y="1430742"/>
                  </a:lnTo>
                  <a:lnTo>
                    <a:pt x="5751657" y="1430742"/>
                  </a:lnTo>
                  <a:lnTo>
                    <a:pt x="5748354" y="1430742"/>
                  </a:lnTo>
                  <a:lnTo>
                    <a:pt x="5745050" y="1430742"/>
                  </a:lnTo>
                  <a:lnTo>
                    <a:pt x="5741746" y="1430742"/>
                  </a:lnTo>
                  <a:lnTo>
                    <a:pt x="5738443" y="1430742"/>
                  </a:lnTo>
                  <a:lnTo>
                    <a:pt x="5735139" y="1430742"/>
                  </a:lnTo>
                  <a:lnTo>
                    <a:pt x="5731835" y="1430742"/>
                  </a:lnTo>
                  <a:lnTo>
                    <a:pt x="5728532" y="1430742"/>
                  </a:lnTo>
                  <a:lnTo>
                    <a:pt x="5725228" y="1430742"/>
                  </a:lnTo>
                  <a:lnTo>
                    <a:pt x="5721924" y="1430742"/>
                  </a:lnTo>
                  <a:lnTo>
                    <a:pt x="5718621" y="1430742"/>
                  </a:lnTo>
                  <a:lnTo>
                    <a:pt x="5715317" y="1430742"/>
                  </a:lnTo>
                  <a:lnTo>
                    <a:pt x="5712014" y="1430742"/>
                  </a:lnTo>
                  <a:lnTo>
                    <a:pt x="5708710" y="1430742"/>
                  </a:lnTo>
                  <a:lnTo>
                    <a:pt x="5705406" y="1430742"/>
                  </a:lnTo>
                  <a:lnTo>
                    <a:pt x="5702103" y="1430742"/>
                  </a:lnTo>
                  <a:lnTo>
                    <a:pt x="5698799" y="1430742"/>
                  </a:lnTo>
                  <a:lnTo>
                    <a:pt x="5695495" y="1430742"/>
                  </a:lnTo>
                  <a:lnTo>
                    <a:pt x="5692192" y="1430742"/>
                  </a:lnTo>
                  <a:lnTo>
                    <a:pt x="5688888" y="1430742"/>
                  </a:lnTo>
                  <a:lnTo>
                    <a:pt x="5685584" y="1430742"/>
                  </a:lnTo>
                  <a:lnTo>
                    <a:pt x="5682281" y="1430742"/>
                  </a:lnTo>
                  <a:lnTo>
                    <a:pt x="5678977" y="1430742"/>
                  </a:lnTo>
                  <a:lnTo>
                    <a:pt x="5675673" y="1430742"/>
                  </a:lnTo>
                  <a:lnTo>
                    <a:pt x="5672370" y="1430742"/>
                  </a:lnTo>
                  <a:lnTo>
                    <a:pt x="5669066" y="1430742"/>
                  </a:lnTo>
                  <a:lnTo>
                    <a:pt x="5665762" y="1430742"/>
                  </a:lnTo>
                  <a:lnTo>
                    <a:pt x="5662459" y="1430742"/>
                  </a:lnTo>
                  <a:lnTo>
                    <a:pt x="5659155" y="1430742"/>
                  </a:lnTo>
                  <a:lnTo>
                    <a:pt x="5655851" y="1430742"/>
                  </a:lnTo>
                  <a:lnTo>
                    <a:pt x="5652548" y="1430742"/>
                  </a:lnTo>
                  <a:lnTo>
                    <a:pt x="5649244" y="1430742"/>
                  </a:lnTo>
                  <a:lnTo>
                    <a:pt x="5645940" y="1430742"/>
                  </a:lnTo>
                  <a:lnTo>
                    <a:pt x="5642637" y="1430742"/>
                  </a:lnTo>
                  <a:lnTo>
                    <a:pt x="5639333" y="1430742"/>
                  </a:lnTo>
                  <a:lnTo>
                    <a:pt x="5636030" y="1430742"/>
                  </a:lnTo>
                  <a:lnTo>
                    <a:pt x="5632726" y="1430742"/>
                  </a:lnTo>
                  <a:lnTo>
                    <a:pt x="5629422" y="1430742"/>
                  </a:lnTo>
                  <a:lnTo>
                    <a:pt x="5626119" y="1430742"/>
                  </a:lnTo>
                  <a:lnTo>
                    <a:pt x="5622815" y="1430742"/>
                  </a:lnTo>
                  <a:lnTo>
                    <a:pt x="5619511" y="1430742"/>
                  </a:lnTo>
                  <a:lnTo>
                    <a:pt x="5616208" y="1430742"/>
                  </a:lnTo>
                  <a:lnTo>
                    <a:pt x="5612904" y="1430742"/>
                  </a:lnTo>
                  <a:lnTo>
                    <a:pt x="5609600" y="1430742"/>
                  </a:lnTo>
                  <a:lnTo>
                    <a:pt x="5606297" y="1430742"/>
                  </a:lnTo>
                  <a:lnTo>
                    <a:pt x="5602993" y="1430742"/>
                  </a:lnTo>
                  <a:lnTo>
                    <a:pt x="5599689" y="1430742"/>
                  </a:lnTo>
                  <a:lnTo>
                    <a:pt x="5596386" y="1430742"/>
                  </a:lnTo>
                  <a:lnTo>
                    <a:pt x="5593082" y="1430742"/>
                  </a:lnTo>
                  <a:lnTo>
                    <a:pt x="5589778" y="1430742"/>
                  </a:lnTo>
                  <a:lnTo>
                    <a:pt x="5586475" y="1430742"/>
                  </a:lnTo>
                  <a:lnTo>
                    <a:pt x="5583171" y="1430742"/>
                  </a:lnTo>
                  <a:lnTo>
                    <a:pt x="5579867" y="1430742"/>
                  </a:lnTo>
                  <a:lnTo>
                    <a:pt x="5576564" y="1430742"/>
                  </a:lnTo>
                  <a:lnTo>
                    <a:pt x="5573260" y="1430742"/>
                  </a:lnTo>
                  <a:lnTo>
                    <a:pt x="5569956" y="1430742"/>
                  </a:lnTo>
                  <a:lnTo>
                    <a:pt x="5566653" y="1430742"/>
                  </a:lnTo>
                  <a:lnTo>
                    <a:pt x="5563349" y="1430742"/>
                  </a:lnTo>
                  <a:lnTo>
                    <a:pt x="5560046" y="1430742"/>
                  </a:lnTo>
                  <a:lnTo>
                    <a:pt x="5556742" y="1430742"/>
                  </a:lnTo>
                  <a:lnTo>
                    <a:pt x="5553438" y="1430742"/>
                  </a:lnTo>
                  <a:lnTo>
                    <a:pt x="5550135" y="1430742"/>
                  </a:lnTo>
                  <a:lnTo>
                    <a:pt x="5546831" y="1430742"/>
                  </a:lnTo>
                  <a:lnTo>
                    <a:pt x="5543527" y="1430742"/>
                  </a:lnTo>
                  <a:lnTo>
                    <a:pt x="5540224" y="1430742"/>
                  </a:lnTo>
                  <a:lnTo>
                    <a:pt x="5536920" y="1430742"/>
                  </a:lnTo>
                  <a:lnTo>
                    <a:pt x="5533616" y="1430742"/>
                  </a:lnTo>
                  <a:lnTo>
                    <a:pt x="5530313" y="1430742"/>
                  </a:lnTo>
                  <a:lnTo>
                    <a:pt x="5527009" y="1430742"/>
                  </a:lnTo>
                  <a:lnTo>
                    <a:pt x="5523705" y="1430742"/>
                  </a:lnTo>
                  <a:lnTo>
                    <a:pt x="5520402" y="1430742"/>
                  </a:lnTo>
                  <a:lnTo>
                    <a:pt x="5517098" y="1430742"/>
                  </a:lnTo>
                  <a:lnTo>
                    <a:pt x="5513794" y="1430742"/>
                  </a:lnTo>
                  <a:lnTo>
                    <a:pt x="5510491" y="1430742"/>
                  </a:lnTo>
                  <a:lnTo>
                    <a:pt x="5507187" y="1430742"/>
                  </a:lnTo>
                  <a:lnTo>
                    <a:pt x="5503883" y="1430742"/>
                  </a:lnTo>
                  <a:lnTo>
                    <a:pt x="5500580" y="1430742"/>
                  </a:lnTo>
                  <a:lnTo>
                    <a:pt x="5497276" y="1430742"/>
                  </a:lnTo>
                  <a:lnTo>
                    <a:pt x="5493972" y="1430742"/>
                  </a:lnTo>
                  <a:lnTo>
                    <a:pt x="5490669" y="1430742"/>
                  </a:lnTo>
                  <a:lnTo>
                    <a:pt x="5487365" y="1430742"/>
                  </a:lnTo>
                  <a:lnTo>
                    <a:pt x="5484062" y="1430742"/>
                  </a:lnTo>
                  <a:lnTo>
                    <a:pt x="5480758" y="1430742"/>
                  </a:lnTo>
                  <a:lnTo>
                    <a:pt x="5477454" y="1430742"/>
                  </a:lnTo>
                  <a:lnTo>
                    <a:pt x="5474151" y="1430742"/>
                  </a:lnTo>
                  <a:lnTo>
                    <a:pt x="5470847" y="1430742"/>
                  </a:lnTo>
                  <a:lnTo>
                    <a:pt x="5467543" y="1430742"/>
                  </a:lnTo>
                  <a:lnTo>
                    <a:pt x="5464240" y="1430742"/>
                  </a:lnTo>
                  <a:lnTo>
                    <a:pt x="5460936" y="1430742"/>
                  </a:lnTo>
                  <a:lnTo>
                    <a:pt x="5457632" y="1430742"/>
                  </a:lnTo>
                  <a:lnTo>
                    <a:pt x="5454329" y="1430742"/>
                  </a:lnTo>
                  <a:lnTo>
                    <a:pt x="5451025" y="1430742"/>
                  </a:lnTo>
                  <a:lnTo>
                    <a:pt x="5447721" y="1430742"/>
                  </a:lnTo>
                  <a:lnTo>
                    <a:pt x="5444418" y="1430742"/>
                  </a:lnTo>
                  <a:lnTo>
                    <a:pt x="5441114" y="1430742"/>
                  </a:lnTo>
                  <a:lnTo>
                    <a:pt x="5437810" y="1430742"/>
                  </a:lnTo>
                  <a:lnTo>
                    <a:pt x="5434507" y="1430742"/>
                  </a:lnTo>
                  <a:lnTo>
                    <a:pt x="5431203" y="1430742"/>
                  </a:lnTo>
                  <a:lnTo>
                    <a:pt x="5427899" y="1430742"/>
                  </a:lnTo>
                  <a:lnTo>
                    <a:pt x="5424596" y="1430742"/>
                  </a:lnTo>
                  <a:lnTo>
                    <a:pt x="5421292" y="1430742"/>
                  </a:lnTo>
                  <a:lnTo>
                    <a:pt x="5417988" y="1430742"/>
                  </a:lnTo>
                  <a:lnTo>
                    <a:pt x="5414685" y="1430742"/>
                  </a:lnTo>
                  <a:lnTo>
                    <a:pt x="5411381" y="1430742"/>
                  </a:lnTo>
                  <a:lnTo>
                    <a:pt x="5408078" y="1430742"/>
                  </a:lnTo>
                  <a:lnTo>
                    <a:pt x="5404774" y="1430742"/>
                  </a:lnTo>
                  <a:lnTo>
                    <a:pt x="5401470" y="1430742"/>
                  </a:lnTo>
                  <a:lnTo>
                    <a:pt x="5398167" y="1430742"/>
                  </a:lnTo>
                  <a:lnTo>
                    <a:pt x="5394863" y="1430742"/>
                  </a:lnTo>
                  <a:lnTo>
                    <a:pt x="5391559" y="1430742"/>
                  </a:lnTo>
                  <a:lnTo>
                    <a:pt x="5388256" y="1430742"/>
                  </a:lnTo>
                  <a:lnTo>
                    <a:pt x="5384952" y="1430742"/>
                  </a:lnTo>
                  <a:lnTo>
                    <a:pt x="5381648" y="1430742"/>
                  </a:lnTo>
                  <a:lnTo>
                    <a:pt x="5378345" y="1430742"/>
                  </a:lnTo>
                  <a:lnTo>
                    <a:pt x="5375041" y="1430742"/>
                  </a:lnTo>
                  <a:lnTo>
                    <a:pt x="5371737" y="1430742"/>
                  </a:lnTo>
                  <a:lnTo>
                    <a:pt x="5368434" y="1430742"/>
                  </a:lnTo>
                  <a:lnTo>
                    <a:pt x="5365130" y="1430742"/>
                  </a:lnTo>
                  <a:lnTo>
                    <a:pt x="5361826" y="1430742"/>
                  </a:lnTo>
                  <a:lnTo>
                    <a:pt x="5358523" y="1430742"/>
                  </a:lnTo>
                  <a:lnTo>
                    <a:pt x="5355219" y="1430742"/>
                  </a:lnTo>
                  <a:lnTo>
                    <a:pt x="5351915" y="1430742"/>
                  </a:lnTo>
                  <a:lnTo>
                    <a:pt x="5348612" y="1430742"/>
                  </a:lnTo>
                  <a:lnTo>
                    <a:pt x="5345308" y="1430742"/>
                  </a:lnTo>
                  <a:lnTo>
                    <a:pt x="5342005" y="1430742"/>
                  </a:lnTo>
                  <a:lnTo>
                    <a:pt x="5338701" y="1430742"/>
                  </a:lnTo>
                  <a:lnTo>
                    <a:pt x="5335397" y="1430742"/>
                  </a:lnTo>
                  <a:lnTo>
                    <a:pt x="5332094" y="1430742"/>
                  </a:lnTo>
                  <a:lnTo>
                    <a:pt x="5328790" y="1430742"/>
                  </a:lnTo>
                  <a:lnTo>
                    <a:pt x="5325486" y="1430742"/>
                  </a:lnTo>
                  <a:lnTo>
                    <a:pt x="5322183" y="1430742"/>
                  </a:lnTo>
                  <a:lnTo>
                    <a:pt x="5318879" y="1430742"/>
                  </a:lnTo>
                  <a:lnTo>
                    <a:pt x="5315575" y="1430742"/>
                  </a:lnTo>
                  <a:lnTo>
                    <a:pt x="5312272" y="1430742"/>
                  </a:lnTo>
                  <a:lnTo>
                    <a:pt x="5308968" y="1430742"/>
                  </a:lnTo>
                  <a:lnTo>
                    <a:pt x="5305664" y="1430742"/>
                  </a:lnTo>
                  <a:lnTo>
                    <a:pt x="5302361" y="1430742"/>
                  </a:lnTo>
                  <a:lnTo>
                    <a:pt x="5299057" y="1430742"/>
                  </a:lnTo>
                  <a:lnTo>
                    <a:pt x="5295753" y="1430742"/>
                  </a:lnTo>
                  <a:lnTo>
                    <a:pt x="5292450" y="1430742"/>
                  </a:lnTo>
                  <a:lnTo>
                    <a:pt x="5289146" y="1430742"/>
                  </a:lnTo>
                  <a:lnTo>
                    <a:pt x="5285842" y="1430742"/>
                  </a:lnTo>
                  <a:lnTo>
                    <a:pt x="5282539" y="1430742"/>
                  </a:lnTo>
                  <a:lnTo>
                    <a:pt x="5279235" y="1430742"/>
                  </a:lnTo>
                  <a:lnTo>
                    <a:pt x="5275931" y="1430742"/>
                  </a:lnTo>
                  <a:lnTo>
                    <a:pt x="5272628" y="1430742"/>
                  </a:lnTo>
                  <a:lnTo>
                    <a:pt x="5269324" y="1430742"/>
                  </a:lnTo>
                  <a:lnTo>
                    <a:pt x="5266021" y="1430742"/>
                  </a:lnTo>
                  <a:lnTo>
                    <a:pt x="5262717" y="1430742"/>
                  </a:lnTo>
                  <a:lnTo>
                    <a:pt x="5259413" y="1430742"/>
                  </a:lnTo>
                  <a:lnTo>
                    <a:pt x="5256110" y="1430742"/>
                  </a:lnTo>
                  <a:lnTo>
                    <a:pt x="5252806" y="1430742"/>
                  </a:lnTo>
                  <a:lnTo>
                    <a:pt x="5249502" y="1430742"/>
                  </a:lnTo>
                  <a:lnTo>
                    <a:pt x="5246199" y="1430742"/>
                  </a:lnTo>
                  <a:lnTo>
                    <a:pt x="5242895" y="1430742"/>
                  </a:lnTo>
                  <a:lnTo>
                    <a:pt x="5239591" y="1430742"/>
                  </a:lnTo>
                  <a:lnTo>
                    <a:pt x="5236288" y="1430742"/>
                  </a:lnTo>
                  <a:lnTo>
                    <a:pt x="5232984" y="1430742"/>
                  </a:lnTo>
                  <a:lnTo>
                    <a:pt x="5229680" y="1430742"/>
                  </a:lnTo>
                  <a:lnTo>
                    <a:pt x="5226377" y="1430742"/>
                  </a:lnTo>
                  <a:lnTo>
                    <a:pt x="5223073" y="1430742"/>
                  </a:lnTo>
                  <a:lnTo>
                    <a:pt x="5219769" y="1430742"/>
                  </a:lnTo>
                  <a:lnTo>
                    <a:pt x="5216466" y="1430742"/>
                  </a:lnTo>
                  <a:lnTo>
                    <a:pt x="5213162" y="1430742"/>
                  </a:lnTo>
                  <a:lnTo>
                    <a:pt x="5209858" y="1430742"/>
                  </a:lnTo>
                  <a:lnTo>
                    <a:pt x="5206555" y="1430742"/>
                  </a:lnTo>
                  <a:lnTo>
                    <a:pt x="5203251" y="1430742"/>
                  </a:lnTo>
                  <a:lnTo>
                    <a:pt x="5199947" y="1430742"/>
                  </a:lnTo>
                  <a:lnTo>
                    <a:pt x="5196644" y="1430742"/>
                  </a:lnTo>
                  <a:lnTo>
                    <a:pt x="5193340" y="1430742"/>
                  </a:lnTo>
                  <a:lnTo>
                    <a:pt x="5190037" y="1430742"/>
                  </a:lnTo>
                  <a:lnTo>
                    <a:pt x="5186733" y="1430742"/>
                  </a:lnTo>
                  <a:lnTo>
                    <a:pt x="5183429" y="1430742"/>
                  </a:lnTo>
                  <a:lnTo>
                    <a:pt x="5180126" y="1430742"/>
                  </a:lnTo>
                  <a:lnTo>
                    <a:pt x="5176822" y="1430742"/>
                  </a:lnTo>
                  <a:lnTo>
                    <a:pt x="5173518" y="1430742"/>
                  </a:lnTo>
                  <a:lnTo>
                    <a:pt x="5170215" y="1430742"/>
                  </a:lnTo>
                  <a:lnTo>
                    <a:pt x="5166911" y="1430742"/>
                  </a:lnTo>
                  <a:lnTo>
                    <a:pt x="5163607" y="1430742"/>
                  </a:lnTo>
                  <a:lnTo>
                    <a:pt x="5160304" y="1430742"/>
                  </a:lnTo>
                  <a:lnTo>
                    <a:pt x="5157000" y="1430742"/>
                  </a:lnTo>
                  <a:lnTo>
                    <a:pt x="5153696" y="1430742"/>
                  </a:lnTo>
                  <a:lnTo>
                    <a:pt x="5150393" y="1430742"/>
                  </a:lnTo>
                  <a:lnTo>
                    <a:pt x="5147089" y="1430742"/>
                  </a:lnTo>
                  <a:lnTo>
                    <a:pt x="5143785" y="1430742"/>
                  </a:lnTo>
                  <a:lnTo>
                    <a:pt x="5140482" y="1430742"/>
                  </a:lnTo>
                  <a:lnTo>
                    <a:pt x="5137178" y="1430742"/>
                  </a:lnTo>
                  <a:lnTo>
                    <a:pt x="5133874" y="1430742"/>
                  </a:lnTo>
                  <a:lnTo>
                    <a:pt x="5130571" y="1430742"/>
                  </a:lnTo>
                  <a:lnTo>
                    <a:pt x="5127267" y="1430742"/>
                  </a:lnTo>
                  <a:lnTo>
                    <a:pt x="5123963" y="1430742"/>
                  </a:lnTo>
                  <a:lnTo>
                    <a:pt x="5120660" y="1430742"/>
                  </a:lnTo>
                  <a:lnTo>
                    <a:pt x="5117356" y="1430742"/>
                  </a:lnTo>
                  <a:lnTo>
                    <a:pt x="5114053" y="1430742"/>
                  </a:lnTo>
                  <a:lnTo>
                    <a:pt x="5110749" y="1430742"/>
                  </a:lnTo>
                  <a:lnTo>
                    <a:pt x="5107445" y="1430742"/>
                  </a:lnTo>
                  <a:lnTo>
                    <a:pt x="5104142" y="1430742"/>
                  </a:lnTo>
                  <a:lnTo>
                    <a:pt x="5100838" y="1430742"/>
                  </a:lnTo>
                  <a:lnTo>
                    <a:pt x="5097534" y="1430742"/>
                  </a:lnTo>
                  <a:lnTo>
                    <a:pt x="5094231" y="1430742"/>
                  </a:lnTo>
                  <a:lnTo>
                    <a:pt x="5090927" y="1430742"/>
                  </a:lnTo>
                  <a:lnTo>
                    <a:pt x="5087623" y="1430742"/>
                  </a:lnTo>
                  <a:lnTo>
                    <a:pt x="5084320" y="1430742"/>
                  </a:lnTo>
                  <a:lnTo>
                    <a:pt x="5081016" y="1430742"/>
                  </a:lnTo>
                  <a:lnTo>
                    <a:pt x="5077712" y="1430742"/>
                  </a:lnTo>
                  <a:lnTo>
                    <a:pt x="5074409" y="1430742"/>
                  </a:lnTo>
                  <a:lnTo>
                    <a:pt x="5071105" y="1430742"/>
                  </a:lnTo>
                  <a:lnTo>
                    <a:pt x="5067801" y="1430742"/>
                  </a:lnTo>
                  <a:lnTo>
                    <a:pt x="5064498" y="1430742"/>
                  </a:lnTo>
                  <a:lnTo>
                    <a:pt x="5061194" y="1430742"/>
                  </a:lnTo>
                  <a:lnTo>
                    <a:pt x="5057890" y="1430742"/>
                  </a:lnTo>
                  <a:lnTo>
                    <a:pt x="5054587" y="1430742"/>
                  </a:lnTo>
                  <a:lnTo>
                    <a:pt x="5051283" y="1430742"/>
                  </a:lnTo>
                  <a:lnTo>
                    <a:pt x="5047979" y="1430742"/>
                  </a:lnTo>
                  <a:lnTo>
                    <a:pt x="5044676" y="1430742"/>
                  </a:lnTo>
                  <a:lnTo>
                    <a:pt x="5041372" y="1430742"/>
                  </a:lnTo>
                  <a:lnTo>
                    <a:pt x="5038069" y="1430742"/>
                  </a:lnTo>
                  <a:lnTo>
                    <a:pt x="5034765" y="1430742"/>
                  </a:lnTo>
                  <a:lnTo>
                    <a:pt x="5031461" y="1430742"/>
                  </a:lnTo>
                  <a:lnTo>
                    <a:pt x="5028158" y="1430742"/>
                  </a:lnTo>
                  <a:lnTo>
                    <a:pt x="5024854" y="1430742"/>
                  </a:lnTo>
                  <a:lnTo>
                    <a:pt x="5021550" y="1430742"/>
                  </a:lnTo>
                  <a:lnTo>
                    <a:pt x="5018247" y="1430742"/>
                  </a:lnTo>
                  <a:lnTo>
                    <a:pt x="5014943" y="1430742"/>
                  </a:lnTo>
                  <a:lnTo>
                    <a:pt x="5011639" y="1430742"/>
                  </a:lnTo>
                  <a:lnTo>
                    <a:pt x="5008336" y="1430742"/>
                  </a:lnTo>
                  <a:lnTo>
                    <a:pt x="5005032" y="1430742"/>
                  </a:lnTo>
                  <a:lnTo>
                    <a:pt x="5001728" y="1430742"/>
                  </a:lnTo>
                  <a:lnTo>
                    <a:pt x="4998425" y="1430742"/>
                  </a:lnTo>
                  <a:lnTo>
                    <a:pt x="4995121" y="1430742"/>
                  </a:lnTo>
                  <a:lnTo>
                    <a:pt x="4991817" y="1430742"/>
                  </a:lnTo>
                  <a:lnTo>
                    <a:pt x="4988514" y="1430742"/>
                  </a:lnTo>
                  <a:lnTo>
                    <a:pt x="4985210" y="1430742"/>
                  </a:lnTo>
                  <a:lnTo>
                    <a:pt x="4981906" y="1430742"/>
                  </a:lnTo>
                  <a:lnTo>
                    <a:pt x="4978603" y="1430742"/>
                  </a:lnTo>
                  <a:lnTo>
                    <a:pt x="4975299" y="1430742"/>
                  </a:lnTo>
                  <a:lnTo>
                    <a:pt x="4971995" y="1430742"/>
                  </a:lnTo>
                  <a:lnTo>
                    <a:pt x="4968692" y="1430742"/>
                  </a:lnTo>
                  <a:lnTo>
                    <a:pt x="4965388" y="1430742"/>
                  </a:lnTo>
                  <a:lnTo>
                    <a:pt x="4962085" y="1430742"/>
                  </a:lnTo>
                  <a:lnTo>
                    <a:pt x="4958781" y="1430742"/>
                  </a:lnTo>
                  <a:lnTo>
                    <a:pt x="4955477" y="1430742"/>
                  </a:lnTo>
                  <a:lnTo>
                    <a:pt x="4952174" y="1430742"/>
                  </a:lnTo>
                  <a:lnTo>
                    <a:pt x="4948870" y="1430742"/>
                  </a:lnTo>
                  <a:lnTo>
                    <a:pt x="4945566" y="1430742"/>
                  </a:lnTo>
                  <a:lnTo>
                    <a:pt x="4942263" y="1430742"/>
                  </a:lnTo>
                  <a:lnTo>
                    <a:pt x="4938959" y="1430742"/>
                  </a:lnTo>
                  <a:lnTo>
                    <a:pt x="4935655" y="1430742"/>
                  </a:lnTo>
                  <a:lnTo>
                    <a:pt x="4932352" y="1430742"/>
                  </a:lnTo>
                  <a:lnTo>
                    <a:pt x="4929048" y="1430742"/>
                  </a:lnTo>
                  <a:lnTo>
                    <a:pt x="4925744" y="1430742"/>
                  </a:lnTo>
                  <a:lnTo>
                    <a:pt x="4922441" y="1430742"/>
                  </a:lnTo>
                  <a:lnTo>
                    <a:pt x="4919137" y="1430742"/>
                  </a:lnTo>
                  <a:lnTo>
                    <a:pt x="4915833" y="1430742"/>
                  </a:lnTo>
                  <a:lnTo>
                    <a:pt x="4912530" y="1430742"/>
                  </a:lnTo>
                  <a:lnTo>
                    <a:pt x="4909226" y="1430742"/>
                  </a:lnTo>
                  <a:lnTo>
                    <a:pt x="4905922" y="1430742"/>
                  </a:lnTo>
                  <a:lnTo>
                    <a:pt x="4902619" y="1430742"/>
                  </a:lnTo>
                  <a:lnTo>
                    <a:pt x="4899315" y="1430742"/>
                  </a:lnTo>
                  <a:lnTo>
                    <a:pt x="4896012" y="1430742"/>
                  </a:lnTo>
                  <a:lnTo>
                    <a:pt x="4892708" y="1430742"/>
                  </a:lnTo>
                  <a:lnTo>
                    <a:pt x="4889404" y="1430742"/>
                  </a:lnTo>
                  <a:lnTo>
                    <a:pt x="4886101" y="1430742"/>
                  </a:lnTo>
                  <a:lnTo>
                    <a:pt x="4882797" y="1430742"/>
                  </a:lnTo>
                  <a:lnTo>
                    <a:pt x="4879493" y="1430742"/>
                  </a:lnTo>
                  <a:lnTo>
                    <a:pt x="4876190" y="1430742"/>
                  </a:lnTo>
                  <a:lnTo>
                    <a:pt x="4872886" y="1430742"/>
                  </a:lnTo>
                  <a:lnTo>
                    <a:pt x="4869582" y="1430742"/>
                  </a:lnTo>
                  <a:lnTo>
                    <a:pt x="4866279" y="1430742"/>
                  </a:lnTo>
                  <a:lnTo>
                    <a:pt x="4862975" y="1430742"/>
                  </a:lnTo>
                  <a:lnTo>
                    <a:pt x="4859671" y="1430742"/>
                  </a:lnTo>
                  <a:lnTo>
                    <a:pt x="4856368" y="1430742"/>
                  </a:lnTo>
                  <a:lnTo>
                    <a:pt x="4853064" y="1430742"/>
                  </a:lnTo>
                  <a:lnTo>
                    <a:pt x="4849760" y="1430742"/>
                  </a:lnTo>
                  <a:lnTo>
                    <a:pt x="4846457" y="1430742"/>
                  </a:lnTo>
                  <a:lnTo>
                    <a:pt x="4843153" y="1430742"/>
                  </a:lnTo>
                  <a:lnTo>
                    <a:pt x="4839849" y="1430742"/>
                  </a:lnTo>
                  <a:lnTo>
                    <a:pt x="4836546" y="1430742"/>
                  </a:lnTo>
                  <a:lnTo>
                    <a:pt x="4833242" y="1430742"/>
                  </a:lnTo>
                  <a:lnTo>
                    <a:pt x="4829938" y="1430742"/>
                  </a:lnTo>
                  <a:lnTo>
                    <a:pt x="4826635" y="1430742"/>
                  </a:lnTo>
                  <a:lnTo>
                    <a:pt x="4823331" y="1430742"/>
                  </a:lnTo>
                  <a:lnTo>
                    <a:pt x="4820028" y="1430742"/>
                  </a:lnTo>
                  <a:lnTo>
                    <a:pt x="4816724" y="1430742"/>
                  </a:lnTo>
                  <a:lnTo>
                    <a:pt x="4813420" y="1430742"/>
                  </a:lnTo>
                  <a:lnTo>
                    <a:pt x="4810117" y="1430742"/>
                  </a:lnTo>
                  <a:lnTo>
                    <a:pt x="4806813" y="1430742"/>
                  </a:lnTo>
                  <a:lnTo>
                    <a:pt x="4803509" y="1430742"/>
                  </a:lnTo>
                  <a:lnTo>
                    <a:pt x="4800206" y="1430742"/>
                  </a:lnTo>
                  <a:lnTo>
                    <a:pt x="4796902" y="1430742"/>
                  </a:lnTo>
                  <a:lnTo>
                    <a:pt x="4793598" y="1430742"/>
                  </a:lnTo>
                  <a:lnTo>
                    <a:pt x="4790295" y="1430742"/>
                  </a:lnTo>
                  <a:lnTo>
                    <a:pt x="4786991" y="1430742"/>
                  </a:lnTo>
                  <a:lnTo>
                    <a:pt x="4783687" y="1430742"/>
                  </a:lnTo>
                  <a:lnTo>
                    <a:pt x="4780384" y="1430742"/>
                  </a:lnTo>
                  <a:lnTo>
                    <a:pt x="4777080" y="1430742"/>
                  </a:lnTo>
                  <a:lnTo>
                    <a:pt x="4773776" y="1430742"/>
                  </a:lnTo>
                  <a:lnTo>
                    <a:pt x="4770473" y="1430742"/>
                  </a:lnTo>
                  <a:lnTo>
                    <a:pt x="4767169" y="1430742"/>
                  </a:lnTo>
                  <a:lnTo>
                    <a:pt x="4763865" y="1430742"/>
                  </a:lnTo>
                  <a:lnTo>
                    <a:pt x="4760562" y="1430742"/>
                  </a:lnTo>
                  <a:lnTo>
                    <a:pt x="4757258" y="1430742"/>
                  </a:lnTo>
                  <a:lnTo>
                    <a:pt x="4753954" y="1430742"/>
                  </a:lnTo>
                  <a:lnTo>
                    <a:pt x="4750651" y="1430742"/>
                  </a:lnTo>
                  <a:lnTo>
                    <a:pt x="4747347" y="1430742"/>
                  </a:lnTo>
                  <a:lnTo>
                    <a:pt x="4744044" y="1430742"/>
                  </a:lnTo>
                  <a:lnTo>
                    <a:pt x="4740740" y="1430742"/>
                  </a:lnTo>
                  <a:lnTo>
                    <a:pt x="4737436" y="1430742"/>
                  </a:lnTo>
                  <a:lnTo>
                    <a:pt x="4734133" y="1430742"/>
                  </a:lnTo>
                  <a:lnTo>
                    <a:pt x="4730829" y="1430742"/>
                  </a:lnTo>
                  <a:lnTo>
                    <a:pt x="4727525" y="1430742"/>
                  </a:lnTo>
                  <a:lnTo>
                    <a:pt x="4724222" y="1430742"/>
                  </a:lnTo>
                  <a:lnTo>
                    <a:pt x="4720918" y="1430742"/>
                  </a:lnTo>
                  <a:lnTo>
                    <a:pt x="4717614" y="1430742"/>
                  </a:lnTo>
                  <a:lnTo>
                    <a:pt x="4714311" y="1430742"/>
                  </a:lnTo>
                  <a:lnTo>
                    <a:pt x="4711007" y="1430742"/>
                  </a:lnTo>
                  <a:lnTo>
                    <a:pt x="4707703" y="1430742"/>
                  </a:lnTo>
                  <a:lnTo>
                    <a:pt x="4704400" y="1430742"/>
                  </a:lnTo>
                  <a:lnTo>
                    <a:pt x="4701096" y="1430742"/>
                  </a:lnTo>
                  <a:lnTo>
                    <a:pt x="4697792" y="1430742"/>
                  </a:lnTo>
                  <a:lnTo>
                    <a:pt x="4694489" y="1430742"/>
                  </a:lnTo>
                  <a:lnTo>
                    <a:pt x="4691185" y="1430742"/>
                  </a:lnTo>
                  <a:lnTo>
                    <a:pt x="4687881" y="1430742"/>
                  </a:lnTo>
                  <a:lnTo>
                    <a:pt x="4684578" y="1430742"/>
                  </a:lnTo>
                  <a:lnTo>
                    <a:pt x="4681274" y="1430742"/>
                  </a:lnTo>
                  <a:lnTo>
                    <a:pt x="4677970" y="1430742"/>
                  </a:lnTo>
                  <a:lnTo>
                    <a:pt x="4674667" y="1430742"/>
                  </a:lnTo>
                  <a:lnTo>
                    <a:pt x="4671363" y="1430742"/>
                  </a:lnTo>
                  <a:lnTo>
                    <a:pt x="4668060" y="1430742"/>
                  </a:lnTo>
                  <a:lnTo>
                    <a:pt x="4664756" y="1430742"/>
                  </a:lnTo>
                  <a:lnTo>
                    <a:pt x="4661452" y="1430742"/>
                  </a:lnTo>
                  <a:lnTo>
                    <a:pt x="4658149" y="1430742"/>
                  </a:lnTo>
                  <a:lnTo>
                    <a:pt x="4654845" y="1430742"/>
                  </a:lnTo>
                  <a:lnTo>
                    <a:pt x="4651541" y="1430742"/>
                  </a:lnTo>
                  <a:lnTo>
                    <a:pt x="4648238" y="1430742"/>
                  </a:lnTo>
                  <a:lnTo>
                    <a:pt x="4644934" y="1430742"/>
                  </a:lnTo>
                  <a:lnTo>
                    <a:pt x="4641630" y="1430742"/>
                  </a:lnTo>
                  <a:lnTo>
                    <a:pt x="4638327" y="1430742"/>
                  </a:lnTo>
                  <a:lnTo>
                    <a:pt x="4635023" y="1430742"/>
                  </a:lnTo>
                  <a:lnTo>
                    <a:pt x="4631719" y="1430742"/>
                  </a:lnTo>
                  <a:lnTo>
                    <a:pt x="4628416" y="1430742"/>
                  </a:lnTo>
                  <a:lnTo>
                    <a:pt x="4625112" y="1430742"/>
                  </a:lnTo>
                  <a:lnTo>
                    <a:pt x="4621808" y="1430742"/>
                  </a:lnTo>
                  <a:lnTo>
                    <a:pt x="4618505" y="1430742"/>
                  </a:lnTo>
                  <a:lnTo>
                    <a:pt x="4615201" y="1430742"/>
                  </a:lnTo>
                  <a:lnTo>
                    <a:pt x="4611897" y="1430742"/>
                  </a:lnTo>
                  <a:lnTo>
                    <a:pt x="4608594" y="1430742"/>
                  </a:lnTo>
                  <a:lnTo>
                    <a:pt x="4605290" y="1430742"/>
                  </a:lnTo>
                  <a:lnTo>
                    <a:pt x="4601986" y="1430742"/>
                  </a:lnTo>
                  <a:lnTo>
                    <a:pt x="4598683" y="1430742"/>
                  </a:lnTo>
                  <a:lnTo>
                    <a:pt x="4595379" y="1430742"/>
                  </a:lnTo>
                  <a:lnTo>
                    <a:pt x="4592076" y="1430742"/>
                  </a:lnTo>
                  <a:lnTo>
                    <a:pt x="4588772" y="1430742"/>
                  </a:lnTo>
                  <a:lnTo>
                    <a:pt x="4585468" y="1430742"/>
                  </a:lnTo>
                  <a:lnTo>
                    <a:pt x="4582165" y="1430742"/>
                  </a:lnTo>
                  <a:lnTo>
                    <a:pt x="4578861" y="1430742"/>
                  </a:lnTo>
                  <a:lnTo>
                    <a:pt x="4575557" y="1430742"/>
                  </a:lnTo>
                  <a:lnTo>
                    <a:pt x="4572254" y="1430742"/>
                  </a:lnTo>
                  <a:lnTo>
                    <a:pt x="4568950" y="1430742"/>
                  </a:lnTo>
                  <a:lnTo>
                    <a:pt x="4565646" y="1430742"/>
                  </a:lnTo>
                  <a:lnTo>
                    <a:pt x="4562343" y="1430742"/>
                  </a:lnTo>
                  <a:lnTo>
                    <a:pt x="4559039" y="1430742"/>
                  </a:lnTo>
                  <a:lnTo>
                    <a:pt x="4555735" y="1430742"/>
                  </a:lnTo>
                  <a:lnTo>
                    <a:pt x="4552432" y="1430742"/>
                  </a:lnTo>
                  <a:lnTo>
                    <a:pt x="4549128" y="1430742"/>
                  </a:lnTo>
                  <a:lnTo>
                    <a:pt x="4545824" y="1430742"/>
                  </a:lnTo>
                  <a:lnTo>
                    <a:pt x="4542521" y="1430742"/>
                  </a:lnTo>
                  <a:lnTo>
                    <a:pt x="4539217" y="1430742"/>
                  </a:lnTo>
                  <a:lnTo>
                    <a:pt x="4535913" y="1430742"/>
                  </a:lnTo>
                  <a:lnTo>
                    <a:pt x="4532610" y="1430742"/>
                  </a:lnTo>
                  <a:lnTo>
                    <a:pt x="4529306" y="1430742"/>
                  </a:lnTo>
                  <a:lnTo>
                    <a:pt x="4526003" y="1430742"/>
                  </a:lnTo>
                  <a:lnTo>
                    <a:pt x="4522699" y="1430742"/>
                  </a:lnTo>
                  <a:lnTo>
                    <a:pt x="4519395" y="1430742"/>
                  </a:lnTo>
                  <a:lnTo>
                    <a:pt x="4516092" y="1430742"/>
                  </a:lnTo>
                  <a:lnTo>
                    <a:pt x="4512788" y="1430742"/>
                  </a:lnTo>
                  <a:lnTo>
                    <a:pt x="4509484" y="1430742"/>
                  </a:lnTo>
                  <a:lnTo>
                    <a:pt x="4506181" y="1430742"/>
                  </a:lnTo>
                  <a:lnTo>
                    <a:pt x="4502877" y="1430742"/>
                  </a:lnTo>
                  <a:lnTo>
                    <a:pt x="4499573" y="1430742"/>
                  </a:lnTo>
                  <a:lnTo>
                    <a:pt x="4496270" y="1430742"/>
                  </a:lnTo>
                  <a:lnTo>
                    <a:pt x="4492966" y="1430742"/>
                  </a:lnTo>
                  <a:lnTo>
                    <a:pt x="4489662" y="1430742"/>
                  </a:lnTo>
                  <a:lnTo>
                    <a:pt x="4486359" y="1430742"/>
                  </a:lnTo>
                  <a:lnTo>
                    <a:pt x="4483055" y="1430742"/>
                  </a:lnTo>
                  <a:lnTo>
                    <a:pt x="4479751" y="1430742"/>
                  </a:lnTo>
                  <a:lnTo>
                    <a:pt x="4476448" y="1430742"/>
                  </a:lnTo>
                  <a:lnTo>
                    <a:pt x="4473144" y="1430742"/>
                  </a:lnTo>
                  <a:lnTo>
                    <a:pt x="4469840" y="1430742"/>
                  </a:lnTo>
                  <a:lnTo>
                    <a:pt x="4466537" y="1430742"/>
                  </a:lnTo>
                  <a:lnTo>
                    <a:pt x="4463233" y="1430742"/>
                  </a:lnTo>
                  <a:lnTo>
                    <a:pt x="4459929" y="1430742"/>
                  </a:lnTo>
                  <a:lnTo>
                    <a:pt x="4456626" y="1430742"/>
                  </a:lnTo>
                  <a:lnTo>
                    <a:pt x="4453322" y="1430742"/>
                  </a:lnTo>
                  <a:lnTo>
                    <a:pt x="4450019" y="1430742"/>
                  </a:lnTo>
                  <a:lnTo>
                    <a:pt x="4446715" y="1430742"/>
                  </a:lnTo>
                  <a:lnTo>
                    <a:pt x="4443411" y="1430742"/>
                  </a:lnTo>
                  <a:lnTo>
                    <a:pt x="4440108" y="1430742"/>
                  </a:lnTo>
                  <a:lnTo>
                    <a:pt x="4436804" y="1430742"/>
                  </a:lnTo>
                  <a:lnTo>
                    <a:pt x="4433500" y="1430742"/>
                  </a:lnTo>
                  <a:lnTo>
                    <a:pt x="4430197" y="1430742"/>
                  </a:lnTo>
                  <a:lnTo>
                    <a:pt x="4426893" y="1430742"/>
                  </a:lnTo>
                  <a:lnTo>
                    <a:pt x="4423589" y="1430742"/>
                  </a:lnTo>
                  <a:lnTo>
                    <a:pt x="4420286" y="1430742"/>
                  </a:lnTo>
                  <a:lnTo>
                    <a:pt x="4416982" y="1430742"/>
                  </a:lnTo>
                  <a:lnTo>
                    <a:pt x="4413678" y="1430742"/>
                  </a:lnTo>
                  <a:lnTo>
                    <a:pt x="4410375" y="1430742"/>
                  </a:lnTo>
                  <a:lnTo>
                    <a:pt x="4407071" y="1430742"/>
                  </a:lnTo>
                  <a:lnTo>
                    <a:pt x="4403767" y="1430742"/>
                  </a:lnTo>
                  <a:lnTo>
                    <a:pt x="4400464" y="1430742"/>
                  </a:lnTo>
                  <a:lnTo>
                    <a:pt x="4397160" y="1430742"/>
                  </a:lnTo>
                  <a:lnTo>
                    <a:pt x="4393856" y="1430742"/>
                  </a:lnTo>
                  <a:lnTo>
                    <a:pt x="4390553" y="1430742"/>
                  </a:lnTo>
                  <a:lnTo>
                    <a:pt x="4387249" y="1430742"/>
                  </a:lnTo>
                  <a:lnTo>
                    <a:pt x="4383945" y="1430742"/>
                  </a:lnTo>
                  <a:lnTo>
                    <a:pt x="4380642" y="1430742"/>
                  </a:lnTo>
                  <a:lnTo>
                    <a:pt x="4377338" y="1430742"/>
                  </a:lnTo>
                  <a:lnTo>
                    <a:pt x="4374035" y="1430742"/>
                  </a:lnTo>
                  <a:lnTo>
                    <a:pt x="4370731" y="1430742"/>
                  </a:lnTo>
                  <a:lnTo>
                    <a:pt x="4367427" y="1430742"/>
                  </a:lnTo>
                  <a:lnTo>
                    <a:pt x="4364124" y="1430742"/>
                  </a:lnTo>
                  <a:lnTo>
                    <a:pt x="4360820" y="1430742"/>
                  </a:lnTo>
                  <a:lnTo>
                    <a:pt x="4357516" y="1430742"/>
                  </a:lnTo>
                  <a:lnTo>
                    <a:pt x="4354213" y="1430742"/>
                  </a:lnTo>
                  <a:lnTo>
                    <a:pt x="4350909" y="1430742"/>
                  </a:lnTo>
                  <a:lnTo>
                    <a:pt x="4347605" y="1430742"/>
                  </a:lnTo>
                  <a:lnTo>
                    <a:pt x="4344302" y="1430742"/>
                  </a:lnTo>
                  <a:lnTo>
                    <a:pt x="4340998" y="1430742"/>
                  </a:lnTo>
                  <a:lnTo>
                    <a:pt x="4337694" y="1430742"/>
                  </a:lnTo>
                  <a:lnTo>
                    <a:pt x="4334391" y="1430742"/>
                  </a:lnTo>
                  <a:lnTo>
                    <a:pt x="4331087" y="1430742"/>
                  </a:lnTo>
                  <a:lnTo>
                    <a:pt x="4327783" y="1430742"/>
                  </a:lnTo>
                  <a:lnTo>
                    <a:pt x="4324480" y="1430742"/>
                  </a:lnTo>
                  <a:lnTo>
                    <a:pt x="4321176" y="1430742"/>
                  </a:lnTo>
                  <a:lnTo>
                    <a:pt x="4317872" y="1430742"/>
                  </a:lnTo>
                  <a:lnTo>
                    <a:pt x="4314569" y="1430742"/>
                  </a:lnTo>
                  <a:lnTo>
                    <a:pt x="4311265" y="1430742"/>
                  </a:lnTo>
                  <a:lnTo>
                    <a:pt x="4307961" y="1430742"/>
                  </a:lnTo>
                  <a:lnTo>
                    <a:pt x="4304658" y="1430742"/>
                  </a:lnTo>
                  <a:lnTo>
                    <a:pt x="4301354" y="1430742"/>
                  </a:lnTo>
                  <a:lnTo>
                    <a:pt x="4298051" y="1430742"/>
                  </a:lnTo>
                  <a:lnTo>
                    <a:pt x="4294747" y="1430742"/>
                  </a:lnTo>
                  <a:lnTo>
                    <a:pt x="4291443" y="1430742"/>
                  </a:lnTo>
                  <a:lnTo>
                    <a:pt x="4288140" y="1430742"/>
                  </a:lnTo>
                  <a:lnTo>
                    <a:pt x="4284836" y="1430742"/>
                  </a:lnTo>
                  <a:lnTo>
                    <a:pt x="4281532" y="1430742"/>
                  </a:lnTo>
                  <a:lnTo>
                    <a:pt x="4278229" y="1430742"/>
                  </a:lnTo>
                  <a:lnTo>
                    <a:pt x="4274925" y="1430742"/>
                  </a:lnTo>
                  <a:lnTo>
                    <a:pt x="4271621" y="1430742"/>
                  </a:lnTo>
                  <a:lnTo>
                    <a:pt x="4268318" y="1430742"/>
                  </a:lnTo>
                  <a:lnTo>
                    <a:pt x="4265014" y="1430742"/>
                  </a:lnTo>
                  <a:lnTo>
                    <a:pt x="4261710" y="1430742"/>
                  </a:lnTo>
                  <a:lnTo>
                    <a:pt x="4258407" y="1430742"/>
                  </a:lnTo>
                  <a:lnTo>
                    <a:pt x="4255103" y="1430742"/>
                  </a:lnTo>
                  <a:lnTo>
                    <a:pt x="4251799" y="1430742"/>
                  </a:lnTo>
                  <a:lnTo>
                    <a:pt x="4248496" y="1430742"/>
                  </a:lnTo>
                  <a:lnTo>
                    <a:pt x="4245192" y="1430742"/>
                  </a:lnTo>
                  <a:lnTo>
                    <a:pt x="4241888" y="1430742"/>
                  </a:lnTo>
                  <a:lnTo>
                    <a:pt x="4238585" y="1430742"/>
                  </a:lnTo>
                  <a:lnTo>
                    <a:pt x="4235281" y="1430742"/>
                  </a:lnTo>
                  <a:lnTo>
                    <a:pt x="4231977" y="1430742"/>
                  </a:lnTo>
                  <a:lnTo>
                    <a:pt x="4228674" y="1430742"/>
                  </a:lnTo>
                  <a:lnTo>
                    <a:pt x="4225370" y="1430742"/>
                  </a:lnTo>
                  <a:lnTo>
                    <a:pt x="4222067" y="1430742"/>
                  </a:lnTo>
                  <a:lnTo>
                    <a:pt x="4218763" y="1430742"/>
                  </a:lnTo>
                  <a:lnTo>
                    <a:pt x="4215459" y="1430742"/>
                  </a:lnTo>
                  <a:lnTo>
                    <a:pt x="4212156" y="1430742"/>
                  </a:lnTo>
                  <a:lnTo>
                    <a:pt x="4208852" y="1430742"/>
                  </a:lnTo>
                  <a:lnTo>
                    <a:pt x="4205548" y="1430742"/>
                  </a:lnTo>
                  <a:lnTo>
                    <a:pt x="4202245" y="1430742"/>
                  </a:lnTo>
                  <a:lnTo>
                    <a:pt x="4198941" y="1430742"/>
                  </a:lnTo>
                  <a:lnTo>
                    <a:pt x="4195637" y="1430742"/>
                  </a:lnTo>
                  <a:lnTo>
                    <a:pt x="4192334" y="1430742"/>
                  </a:lnTo>
                  <a:lnTo>
                    <a:pt x="4189030" y="1430742"/>
                  </a:lnTo>
                  <a:lnTo>
                    <a:pt x="4185726" y="1430742"/>
                  </a:lnTo>
                  <a:lnTo>
                    <a:pt x="4182423" y="1430742"/>
                  </a:lnTo>
                  <a:lnTo>
                    <a:pt x="4179119" y="1430742"/>
                  </a:lnTo>
                  <a:lnTo>
                    <a:pt x="4175815" y="1430742"/>
                  </a:lnTo>
                  <a:lnTo>
                    <a:pt x="4172512" y="1430742"/>
                  </a:lnTo>
                  <a:lnTo>
                    <a:pt x="4169208" y="1430742"/>
                  </a:lnTo>
                  <a:lnTo>
                    <a:pt x="4165904" y="1430742"/>
                  </a:lnTo>
                  <a:lnTo>
                    <a:pt x="4162601" y="1430742"/>
                  </a:lnTo>
                  <a:lnTo>
                    <a:pt x="4159297" y="1430742"/>
                  </a:lnTo>
                  <a:lnTo>
                    <a:pt x="4155993" y="1430742"/>
                  </a:lnTo>
                  <a:lnTo>
                    <a:pt x="4152690" y="1430742"/>
                  </a:lnTo>
                  <a:lnTo>
                    <a:pt x="4149386" y="1430742"/>
                  </a:lnTo>
                  <a:lnTo>
                    <a:pt x="4146083" y="1430742"/>
                  </a:lnTo>
                  <a:lnTo>
                    <a:pt x="4142779" y="1430742"/>
                  </a:lnTo>
                  <a:lnTo>
                    <a:pt x="4139475" y="1430742"/>
                  </a:lnTo>
                  <a:lnTo>
                    <a:pt x="4136172" y="1430742"/>
                  </a:lnTo>
                  <a:lnTo>
                    <a:pt x="4132868" y="1430742"/>
                  </a:lnTo>
                  <a:lnTo>
                    <a:pt x="4129564" y="1430742"/>
                  </a:lnTo>
                  <a:lnTo>
                    <a:pt x="4126261" y="1430742"/>
                  </a:lnTo>
                  <a:lnTo>
                    <a:pt x="4122957" y="1430742"/>
                  </a:lnTo>
                  <a:lnTo>
                    <a:pt x="4119653" y="1430742"/>
                  </a:lnTo>
                  <a:lnTo>
                    <a:pt x="4116350" y="1430742"/>
                  </a:lnTo>
                  <a:lnTo>
                    <a:pt x="4113046" y="1430742"/>
                  </a:lnTo>
                  <a:lnTo>
                    <a:pt x="4109742" y="1430742"/>
                  </a:lnTo>
                  <a:lnTo>
                    <a:pt x="4106439" y="1430742"/>
                  </a:lnTo>
                  <a:lnTo>
                    <a:pt x="4103135" y="1430742"/>
                  </a:lnTo>
                  <a:lnTo>
                    <a:pt x="4099831" y="1430742"/>
                  </a:lnTo>
                  <a:lnTo>
                    <a:pt x="4096528" y="1430742"/>
                  </a:lnTo>
                  <a:lnTo>
                    <a:pt x="4093224" y="1430742"/>
                  </a:lnTo>
                  <a:lnTo>
                    <a:pt x="4089920" y="1430742"/>
                  </a:lnTo>
                  <a:lnTo>
                    <a:pt x="4086617" y="1430742"/>
                  </a:lnTo>
                  <a:lnTo>
                    <a:pt x="4083313" y="1430742"/>
                  </a:lnTo>
                  <a:lnTo>
                    <a:pt x="4080010" y="1430742"/>
                  </a:lnTo>
                  <a:lnTo>
                    <a:pt x="4076706" y="1430742"/>
                  </a:lnTo>
                  <a:lnTo>
                    <a:pt x="4073402" y="1430742"/>
                  </a:lnTo>
                  <a:lnTo>
                    <a:pt x="4070099" y="1430742"/>
                  </a:lnTo>
                  <a:lnTo>
                    <a:pt x="4066795" y="1430742"/>
                  </a:lnTo>
                  <a:lnTo>
                    <a:pt x="4063491" y="1430742"/>
                  </a:lnTo>
                  <a:lnTo>
                    <a:pt x="4060188" y="1430742"/>
                  </a:lnTo>
                  <a:lnTo>
                    <a:pt x="4056884" y="1430742"/>
                  </a:lnTo>
                  <a:lnTo>
                    <a:pt x="4053580" y="1430742"/>
                  </a:lnTo>
                  <a:lnTo>
                    <a:pt x="4050277" y="1430742"/>
                  </a:lnTo>
                  <a:lnTo>
                    <a:pt x="4046973" y="1430742"/>
                  </a:lnTo>
                  <a:lnTo>
                    <a:pt x="4043669" y="1430742"/>
                  </a:lnTo>
                  <a:lnTo>
                    <a:pt x="4040366" y="1430742"/>
                  </a:lnTo>
                  <a:lnTo>
                    <a:pt x="4037062" y="1430742"/>
                  </a:lnTo>
                  <a:lnTo>
                    <a:pt x="4033758" y="1430742"/>
                  </a:lnTo>
                  <a:lnTo>
                    <a:pt x="4030455" y="1430742"/>
                  </a:lnTo>
                  <a:lnTo>
                    <a:pt x="4027151" y="1430742"/>
                  </a:lnTo>
                  <a:lnTo>
                    <a:pt x="4023847" y="1430742"/>
                  </a:lnTo>
                  <a:lnTo>
                    <a:pt x="4020544" y="1430742"/>
                  </a:lnTo>
                  <a:lnTo>
                    <a:pt x="4017240" y="1430742"/>
                  </a:lnTo>
                  <a:lnTo>
                    <a:pt x="4013936" y="1430742"/>
                  </a:lnTo>
                  <a:lnTo>
                    <a:pt x="4010633" y="1430742"/>
                  </a:lnTo>
                  <a:lnTo>
                    <a:pt x="4007329" y="1430742"/>
                  </a:lnTo>
                  <a:lnTo>
                    <a:pt x="4004026" y="1430742"/>
                  </a:lnTo>
                  <a:lnTo>
                    <a:pt x="4000722" y="1430742"/>
                  </a:lnTo>
                  <a:lnTo>
                    <a:pt x="3997418" y="1430742"/>
                  </a:lnTo>
                  <a:lnTo>
                    <a:pt x="3994115" y="1430742"/>
                  </a:lnTo>
                  <a:lnTo>
                    <a:pt x="3990811" y="1430742"/>
                  </a:lnTo>
                  <a:lnTo>
                    <a:pt x="3987507" y="1430742"/>
                  </a:lnTo>
                  <a:lnTo>
                    <a:pt x="3984204" y="1430742"/>
                  </a:lnTo>
                  <a:lnTo>
                    <a:pt x="3980900" y="1430742"/>
                  </a:lnTo>
                  <a:lnTo>
                    <a:pt x="3977596" y="1430742"/>
                  </a:lnTo>
                  <a:lnTo>
                    <a:pt x="3974293" y="1430742"/>
                  </a:lnTo>
                  <a:lnTo>
                    <a:pt x="3970989" y="1430742"/>
                  </a:lnTo>
                  <a:lnTo>
                    <a:pt x="3967685" y="1430742"/>
                  </a:lnTo>
                  <a:lnTo>
                    <a:pt x="3964382" y="1430742"/>
                  </a:lnTo>
                  <a:lnTo>
                    <a:pt x="3961078" y="1430742"/>
                  </a:lnTo>
                  <a:lnTo>
                    <a:pt x="3957774" y="1430742"/>
                  </a:lnTo>
                  <a:lnTo>
                    <a:pt x="3954471" y="1430742"/>
                  </a:lnTo>
                  <a:lnTo>
                    <a:pt x="3951167" y="1430742"/>
                  </a:lnTo>
                  <a:lnTo>
                    <a:pt x="3947863" y="1430742"/>
                  </a:lnTo>
                  <a:lnTo>
                    <a:pt x="3944560" y="1430742"/>
                  </a:lnTo>
                  <a:lnTo>
                    <a:pt x="3941256" y="1430742"/>
                  </a:lnTo>
                  <a:lnTo>
                    <a:pt x="3937952" y="1430742"/>
                  </a:lnTo>
                  <a:lnTo>
                    <a:pt x="3934649" y="1430742"/>
                  </a:lnTo>
                  <a:lnTo>
                    <a:pt x="3931345" y="1430742"/>
                  </a:lnTo>
                  <a:lnTo>
                    <a:pt x="3928042" y="1430742"/>
                  </a:lnTo>
                  <a:lnTo>
                    <a:pt x="3924738" y="1430742"/>
                  </a:lnTo>
                  <a:lnTo>
                    <a:pt x="3921434" y="1430742"/>
                  </a:lnTo>
                  <a:lnTo>
                    <a:pt x="3918131" y="1430742"/>
                  </a:lnTo>
                  <a:lnTo>
                    <a:pt x="3914827" y="1430742"/>
                  </a:lnTo>
                  <a:lnTo>
                    <a:pt x="3911523" y="1430742"/>
                  </a:lnTo>
                  <a:lnTo>
                    <a:pt x="3908220" y="1430742"/>
                  </a:lnTo>
                  <a:lnTo>
                    <a:pt x="3904916" y="1430742"/>
                  </a:lnTo>
                  <a:lnTo>
                    <a:pt x="3901612" y="1430742"/>
                  </a:lnTo>
                  <a:lnTo>
                    <a:pt x="3898309" y="1430742"/>
                  </a:lnTo>
                  <a:lnTo>
                    <a:pt x="3895005" y="1430742"/>
                  </a:lnTo>
                  <a:lnTo>
                    <a:pt x="3891701" y="1430742"/>
                  </a:lnTo>
                  <a:lnTo>
                    <a:pt x="3888398" y="1430742"/>
                  </a:lnTo>
                  <a:lnTo>
                    <a:pt x="3885094" y="1430742"/>
                  </a:lnTo>
                  <a:lnTo>
                    <a:pt x="3881790" y="1430742"/>
                  </a:lnTo>
                  <a:lnTo>
                    <a:pt x="3878487" y="1430742"/>
                  </a:lnTo>
                  <a:lnTo>
                    <a:pt x="3875183" y="1430742"/>
                  </a:lnTo>
                  <a:lnTo>
                    <a:pt x="3871879" y="1430742"/>
                  </a:lnTo>
                  <a:lnTo>
                    <a:pt x="3868576" y="1430742"/>
                  </a:lnTo>
                  <a:lnTo>
                    <a:pt x="3865272" y="1430742"/>
                  </a:lnTo>
                  <a:lnTo>
                    <a:pt x="3861968" y="1430742"/>
                  </a:lnTo>
                  <a:lnTo>
                    <a:pt x="3858665" y="1430742"/>
                  </a:lnTo>
                  <a:lnTo>
                    <a:pt x="3855361" y="1430742"/>
                  </a:lnTo>
                  <a:lnTo>
                    <a:pt x="3852058" y="1430742"/>
                  </a:lnTo>
                  <a:lnTo>
                    <a:pt x="3848754" y="1430742"/>
                  </a:lnTo>
                  <a:lnTo>
                    <a:pt x="3845450" y="1430742"/>
                  </a:lnTo>
                  <a:lnTo>
                    <a:pt x="3842147" y="1430742"/>
                  </a:lnTo>
                  <a:lnTo>
                    <a:pt x="3838843" y="1430742"/>
                  </a:lnTo>
                  <a:lnTo>
                    <a:pt x="3835539" y="1430742"/>
                  </a:lnTo>
                  <a:lnTo>
                    <a:pt x="3832236" y="1430742"/>
                  </a:lnTo>
                  <a:lnTo>
                    <a:pt x="3828932" y="1430742"/>
                  </a:lnTo>
                  <a:lnTo>
                    <a:pt x="3825628" y="1430742"/>
                  </a:lnTo>
                  <a:lnTo>
                    <a:pt x="3822325" y="1430742"/>
                  </a:lnTo>
                  <a:lnTo>
                    <a:pt x="3819021" y="1430742"/>
                  </a:lnTo>
                  <a:lnTo>
                    <a:pt x="3815717" y="1430742"/>
                  </a:lnTo>
                  <a:lnTo>
                    <a:pt x="3812414" y="1430742"/>
                  </a:lnTo>
                  <a:lnTo>
                    <a:pt x="3809110" y="1430742"/>
                  </a:lnTo>
                  <a:lnTo>
                    <a:pt x="3805806" y="1430742"/>
                  </a:lnTo>
                  <a:lnTo>
                    <a:pt x="3802503" y="1430742"/>
                  </a:lnTo>
                  <a:lnTo>
                    <a:pt x="3799199" y="1430742"/>
                  </a:lnTo>
                  <a:lnTo>
                    <a:pt x="3795895" y="1430742"/>
                  </a:lnTo>
                  <a:lnTo>
                    <a:pt x="3792592" y="1430742"/>
                  </a:lnTo>
                  <a:lnTo>
                    <a:pt x="3789288" y="1430742"/>
                  </a:lnTo>
                  <a:lnTo>
                    <a:pt x="3785984" y="1430742"/>
                  </a:lnTo>
                  <a:lnTo>
                    <a:pt x="3782681" y="1430742"/>
                  </a:lnTo>
                  <a:lnTo>
                    <a:pt x="3779377" y="1430742"/>
                  </a:lnTo>
                  <a:lnTo>
                    <a:pt x="3776074" y="1430742"/>
                  </a:lnTo>
                  <a:lnTo>
                    <a:pt x="3772770" y="1430742"/>
                  </a:lnTo>
                  <a:lnTo>
                    <a:pt x="3769466" y="1430742"/>
                  </a:lnTo>
                  <a:lnTo>
                    <a:pt x="3766163" y="1430742"/>
                  </a:lnTo>
                  <a:lnTo>
                    <a:pt x="3762859" y="1430742"/>
                  </a:lnTo>
                  <a:lnTo>
                    <a:pt x="3759555" y="1430742"/>
                  </a:lnTo>
                  <a:lnTo>
                    <a:pt x="3756252" y="1430742"/>
                  </a:lnTo>
                  <a:lnTo>
                    <a:pt x="3752948" y="1430742"/>
                  </a:lnTo>
                  <a:lnTo>
                    <a:pt x="3749644" y="1430742"/>
                  </a:lnTo>
                  <a:lnTo>
                    <a:pt x="3746341" y="1430742"/>
                  </a:lnTo>
                  <a:lnTo>
                    <a:pt x="3743037" y="1430742"/>
                  </a:lnTo>
                  <a:lnTo>
                    <a:pt x="3739733" y="1430742"/>
                  </a:lnTo>
                  <a:lnTo>
                    <a:pt x="3736430" y="1430742"/>
                  </a:lnTo>
                  <a:lnTo>
                    <a:pt x="3733126" y="1430742"/>
                  </a:lnTo>
                  <a:lnTo>
                    <a:pt x="3729822" y="1430742"/>
                  </a:lnTo>
                  <a:lnTo>
                    <a:pt x="3726519" y="1430742"/>
                  </a:lnTo>
                  <a:lnTo>
                    <a:pt x="3723215" y="1430742"/>
                  </a:lnTo>
                  <a:lnTo>
                    <a:pt x="3719911" y="1430742"/>
                  </a:lnTo>
                  <a:lnTo>
                    <a:pt x="3716608" y="1430742"/>
                  </a:lnTo>
                  <a:lnTo>
                    <a:pt x="3713304" y="1430742"/>
                  </a:lnTo>
                  <a:lnTo>
                    <a:pt x="3710001" y="1430742"/>
                  </a:lnTo>
                  <a:lnTo>
                    <a:pt x="3706697" y="1430742"/>
                  </a:lnTo>
                  <a:lnTo>
                    <a:pt x="3703393" y="1430742"/>
                  </a:lnTo>
                  <a:lnTo>
                    <a:pt x="3700090" y="1430742"/>
                  </a:lnTo>
                  <a:lnTo>
                    <a:pt x="3696786" y="1430742"/>
                  </a:lnTo>
                  <a:lnTo>
                    <a:pt x="3693482" y="1430742"/>
                  </a:lnTo>
                  <a:lnTo>
                    <a:pt x="3690179" y="1430742"/>
                  </a:lnTo>
                  <a:lnTo>
                    <a:pt x="3686875" y="1430742"/>
                  </a:lnTo>
                  <a:lnTo>
                    <a:pt x="3683571" y="1430742"/>
                  </a:lnTo>
                  <a:lnTo>
                    <a:pt x="3680268" y="1430742"/>
                  </a:lnTo>
                  <a:lnTo>
                    <a:pt x="3676964" y="1430742"/>
                  </a:lnTo>
                  <a:lnTo>
                    <a:pt x="3673660" y="1430742"/>
                  </a:lnTo>
                  <a:lnTo>
                    <a:pt x="3670357" y="1430742"/>
                  </a:lnTo>
                  <a:lnTo>
                    <a:pt x="3667053" y="1430742"/>
                  </a:lnTo>
                  <a:lnTo>
                    <a:pt x="3663749" y="1430742"/>
                  </a:lnTo>
                  <a:lnTo>
                    <a:pt x="3660446" y="1430742"/>
                  </a:lnTo>
                  <a:lnTo>
                    <a:pt x="3657142" y="1430742"/>
                  </a:lnTo>
                  <a:lnTo>
                    <a:pt x="3653838" y="1430742"/>
                  </a:lnTo>
                  <a:lnTo>
                    <a:pt x="3650535" y="1430742"/>
                  </a:lnTo>
                  <a:lnTo>
                    <a:pt x="3647231" y="1430742"/>
                  </a:lnTo>
                  <a:lnTo>
                    <a:pt x="3643927" y="1430742"/>
                  </a:lnTo>
                  <a:lnTo>
                    <a:pt x="3640624" y="1430742"/>
                  </a:lnTo>
                  <a:lnTo>
                    <a:pt x="3637320" y="1430742"/>
                  </a:lnTo>
                  <a:lnTo>
                    <a:pt x="3634017" y="1430742"/>
                  </a:lnTo>
                  <a:lnTo>
                    <a:pt x="3630713" y="1430742"/>
                  </a:lnTo>
                  <a:lnTo>
                    <a:pt x="3627409" y="1430742"/>
                  </a:lnTo>
                  <a:lnTo>
                    <a:pt x="3624106" y="1430742"/>
                  </a:lnTo>
                  <a:lnTo>
                    <a:pt x="3620802" y="1430742"/>
                  </a:lnTo>
                  <a:lnTo>
                    <a:pt x="3617498" y="1430742"/>
                  </a:lnTo>
                  <a:lnTo>
                    <a:pt x="3614195" y="1430742"/>
                  </a:lnTo>
                  <a:lnTo>
                    <a:pt x="3610891" y="1430742"/>
                  </a:lnTo>
                  <a:lnTo>
                    <a:pt x="3607587" y="1430742"/>
                  </a:lnTo>
                  <a:lnTo>
                    <a:pt x="3604284" y="1430742"/>
                  </a:lnTo>
                  <a:lnTo>
                    <a:pt x="3600980" y="1430742"/>
                  </a:lnTo>
                  <a:lnTo>
                    <a:pt x="3597676" y="1430742"/>
                  </a:lnTo>
                  <a:lnTo>
                    <a:pt x="3594373" y="1430742"/>
                  </a:lnTo>
                  <a:lnTo>
                    <a:pt x="3591069" y="1430742"/>
                  </a:lnTo>
                  <a:lnTo>
                    <a:pt x="3587765" y="1430742"/>
                  </a:lnTo>
                  <a:lnTo>
                    <a:pt x="3584462" y="1430742"/>
                  </a:lnTo>
                  <a:lnTo>
                    <a:pt x="3581158" y="1430742"/>
                  </a:lnTo>
                  <a:lnTo>
                    <a:pt x="3577854" y="1430742"/>
                  </a:lnTo>
                  <a:lnTo>
                    <a:pt x="3574551" y="1430742"/>
                  </a:lnTo>
                  <a:lnTo>
                    <a:pt x="3571247" y="1430742"/>
                  </a:lnTo>
                  <a:lnTo>
                    <a:pt x="3567943" y="1430742"/>
                  </a:lnTo>
                  <a:lnTo>
                    <a:pt x="3564640" y="1430742"/>
                  </a:lnTo>
                  <a:lnTo>
                    <a:pt x="3561336" y="1430742"/>
                  </a:lnTo>
                  <a:lnTo>
                    <a:pt x="3558033" y="1430742"/>
                  </a:lnTo>
                  <a:lnTo>
                    <a:pt x="3554729" y="1430742"/>
                  </a:lnTo>
                  <a:lnTo>
                    <a:pt x="3551425" y="1430742"/>
                  </a:lnTo>
                  <a:lnTo>
                    <a:pt x="3548122" y="1430742"/>
                  </a:lnTo>
                  <a:lnTo>
                    <a:pt x="3544818" y="1430742"/>
                  </a:lnTo>
                  <a:lnTo>
                    <a:pt x="3541514" y="1430742"/>
                  </a:lnTo>
                  <a:lnTo>
                    <a:pt x="3538211" y="1430742"/>
                  </a:lnTo>
                  <a:lnTo>
                    <a:pt x="3534907" y="1430742"/>
                  </a:lnTo>
                  <a:lnTo>
                    <a:pt x="3531603" y="1430742"/>
                  </a:lnTo>
                  <a:lnTo>
                    <a:pt x="3528300" y="1430742"/>
                  </a:lnTo>
                  <a:lnTo>
                    <a:pt x="3524996" y="1430742"/>
                  </a:lnTo>
                  <a:lnTo>
                    <a:pt x="3521692" y="1430742"/>
                  </a:lnTo>
                  <a:lnTo>
                    <a:pt x="3518389" y="1430742"/>
                  </a:lnTo>
                  <a:lnTo>
                    <a:pt x="3515085" y="1430742"/>
                  </a:lnTo>
                  <a:lnTo>
                    <a:pt x="3511781" y="1430742"/>
                  </a:lnTo>
                  <a:lnTo>
                    <a:pt x="3508478" y="1430742"/>
                  </a:lnTo>
                  <a:lnTo>
                    <a:pt x="3505174" y="1430742"/>
                  </a:lnTo>
                  <a:lnTo>
                    <a:pt x="3501870" y="1430742"/>
                  </a:lnTo>
                  <a:lnTo>
                    <a:pt x="3498567" y="1430742"/>
                  </a:lnTo>
                  <a:lnTo>
                    <a:pt x="3495263" y="1430742"/>
                  </a:lnTo>
                  <a:lnTo>
                    <a:pt x="3491959" y="1430742"/>
                  </a:lnTo>
                  <a:lnTo>
                    <a:pt x="3488656" y="1430742"/>
                  </a:lnTo>
                  <a:lnTo>
                    <a:pt x="3485352" y="1430742"/>
                  </a:lnTo>
                  <a:lnTo>
                    <a:pt x="3482049" y="1430742"/>
                  </a:lnTo>
                  <a:lnTo>
                    <a:pt x="3478745" y="1430742"/>
                  </a:lnTo>
                  <a:lnTo>
                    <a:pt x="3475441" y="1430742"/>
                  </a:lnTo>
                  <a:lnTo>
                    <a:pt x="3472138" y="1430742"/>
                  </a:lnTo>
                  <a:lnTo>
                    <a:pt x="3468834" y="1430742"/>
                  </a:lnTo>
                  <a:lnTo>
                    <a:pt x="3465530" y="1430742"/>
                  </a:lnTo>
                  <a:lnTo>
                    <a:pt x="3462227" y="1430742"/>
                  </a:lnTo>
                  <a:lnTo>
                    <a:pt x="3458923" y="1430742"/>
                  </a:lnTo>
                  <a:lnTo>
                    <a:pt x="3455619" y="1430742"/>
                  </a:lnTo>
                  <a:lnTo>
                    <a:pt x="3452316" y="1430742"/>
                  </a:lnTo>
                  <a:lnTo>
                    <a:pt x="3449012" y="1430742"/>
                  </a:lnTo>
                  <a:lnTo>
                    <a:pt x="3445708" y="1430742"/>
                  </a:lnTo>
                  <a:lnTo>
                    <a:pt x="3442405" y="1430742"/>
                  </a:lnTo>
                  <a:lnTo>
                    <a:pt x="3439101" y="1430742"/>
                  </a:lnTo>
                  <a:lnTo>
                    <a:pt x="3435797" y="1430742"/>
                  </a:lnTo>
                  <a:lnTo>
                    <a:pt x="3432494" y="1430742"/>
                  </a:lnTo>
                  <a:lnTo>
                    <a:pt x="3429190" y="1430742"/>
                  </a:lnTo>
                  <a:lnTo>
                    <a:pt x="3425886" y="1430742"/>
                  </a:lnTo>
                  <a:lnTo>
                    <a:pt x="3422583" y="1430742"/>
                  </a:lnTo>
                  <a:lnTo>
                    <a:pt x="3419279" y="1430742"/>
                  </a:lnTo>
                  <a:lnTo>
                    <a:pt x="3415975" y="1430742"/>
                  </a:lnTo>
                  <a:lnTo>
                    <a:pt x="3412672" y="1430742"/>
                  </a:lnTo>
                  <a:lnTo>
                    <a:pt x="3409368" y="1430742"/>
                  </a:lnTo>
                  <a:lnTo>
                    <a:pt x="3406065" y="1430742"/>
                  </a:lnTo>
                  <a:lnTo>
                    <a:pt x="3402761" y="1430742"/>
                  </a:lnTo>
                  <a:lnTo>
                    <a:pt x="3399457" y="1430742"/>
                  </a:lnTo>
                  <a:lnTo>
                    <a:pt x="3396154" y="1430742"/>
                  </a:lnTo>
                  <a:lnTo>
                    <a:pt x="3392850" y="1430742"/>
                  </a:lnTo>
                  <a:lnTo>
                    <a:pt x="3389546" y="1430742"/>
                  </a:lnTo>
                  <a:lnTo>
                    <a:pt x="3386243" y="1430742"/>
                  </a:lnTo>
                  <a:lnTo>
                    <a:pt x="3382939" y="1430742"/>
                  </a:lnTo>
                  <a:lnTo>
                    <a:pt x="3379635" y="1430742"/>
                  </a:lnTo>
                  <a:lnTo>
                    <a:pt x="3376332" y="1430742"/>
                  </a:lnTo>
                  <a:lnTo>
                    <a:pt x="3373028" y="1430742"/>
                  </a:lnTo>
                  <a:lnTo>
                    <a:pt x="3369724" y="1430742"/>
                  </a:lnTo>
                  <a:lnTo>
                    <a:pt x="3366421" y="1430742"/>
                  </a:lnTo>
                  <a:lnTo>
                    <a:pt x="3363117" y="1430742"/>
                  </a:lnTo>
                  <a:lnTo>
                    <a:pt x="3359813" y="1430742"/>
                  </a:lnTo>
                  <a:lnTo>
                    <a:pt x="3356510" y="1430742"/>
                  </a:lnTo>
                  <a:lnTo>
                    <a:pt x="3353206" y="1430742"/>
                  </a:lnTo>
                  <a:lnTo>
                    <a:pt x="3349902" y="1430742"/>
                  </a:lnTo>
                  <a:lnTo>
                    <a:pt x="3346599" y="1430742"/>
                  </a:lnTo>
                  <a:lnTo>
                    <a:pt x="3343295" y="1430742"/>
                  </a:lnTo>
                  <a:lnTo>
                    <a:pt x="3339991" y="1430742"/>
                  </a:lnTo>
                  <a:lnTo>
                    <a:pt x="3336688" y="1430742"/>
                  </a:lnTo>
                  <a:lnTo>
                    <a:pt x="3333384" y="1430742"/>
                  </a:lnTo>
                  <a:lnTo>
                    <a:pt x="3330081" y="1430742"/>
                  </a:lnTo>
                  <a:lnTo>
                    <a:pt x="3326777" y="1430742"/>
                  </a:lnTo>
                  <a:lnTo>
                    <a:pt x="3323473" y="1430742"/>
                  </a:lnTo>
                  <a:lnTo>
                    <a:pt x="3320170" y="1430742"/>
                  </a:lnTo>
                  <a:lnTo>
                    <a:pt x="3316866" y="1430742"/>
                  </a:lnTo>
                  <a:lnTo>
                    <a:pt x="3313562" y="1430742"/>
                  </a:lnTo>
                  <a:lnTo>
                    <a:pt x="3310259" y="1430742"/>
                  </a:lnTo>
                  <a:lnTo>
                    <a:pt x="3306955" y="1430742"/>
                  </a:lnTo>
                  <a:lnTo>
                    <a:pt x="3303651" y="1430742"/>
                  </a:lnTo>
                  <a:lnTo>
                    <a:pt x="3300348" y="1430742"/>
                  </a:lnTo>
                  <a:lnTo>
                    <a:pt x="3297044" y="1430742"/>
                  </a:lnTo>
                  <a:lnTo>
                    <a:pt x="3293740" y="1430742"/>
                  </a:lnTo>
                  <a:lnTo>
                    <a:pt x="3290437" y="1430742"/>
                  </a:lnTo>
                  <a:lnTo>
                    <a:pt x="3287133" y="1430742"/>
                  </a:lnTo>
                  <a:lnTo>
                    <a:pt x="3283829" y="1430742"/>
                  </a:lnTo>
                  <a:lnTo>
                    <a:pt x="3280526" y="1430742"/>
                  </a:lnTo>
                  <a:lnTo>
                    <a:pt x="3277222" y="1430742"/>
                  </a:lnTo>
                  <a:lnTo>
                    <a:pt x="3273918" y="1430742"/>
                  </a:lnTo>
                  <a:lnTo>
                    <a:pt x="3270615" y="1430742"/>
                  </a:lnTo>
                  <a:lnTo>
                    <a:pt x="3267311" y="1430742"/>
                  </a:lnTo>
                  <a:lnTo>
                    <a:pt x="3264008" y="1430742"/>
                  </a:lnTo>
                  <a:lnTo>
                    <a:pt x="3260704" y="1430742"/>
                  </a:lnTo>
                  <a:lnTo>
                    <a:pt x="3257400" y="1430742"/>
                  </a:lnTo>
                  <a:lnTo>
                    <a:pt x="3254097" y="1430742"/>
                  </a:lnTo>
                  <a:lnTo>
                    <a:pt x="3250793" y="1430742"/>
                  </a:lnTo>
                  <a:lnTo>
                    <a:pt x="3247489" y="1430742"/>
                  </a:lnTo>
                  <a:lnTo>
                    <a:pt x="3244186" y="1430742"/>
                  </a:lnTo>
                  <a:lnTo>
                    <a:pt x="3240882" y="1430742"/>
                  </a:lnTo>
                  <a:lnTo>
                    <a:pt x="3237578" y="1430742"/>
                  </a:lnTo>
                  <a:lnTo>
                    <a:pt x="3234275" y="1430742"/>
                  </a:lnTo>
                  <a:lnTo>
                    <a:pt x="3230971" y="1430742"/>
                  </a:lnTo>
                  <a:lnTo>
                    <a:pt x="3227667" y="1430742"/>
                  </a:lnTo>
                  <a:lnTo>
                    <a:pt x="3224364" y="1430742"/>
                  </a:lnTo>
                  <a:lnTo>
                    <a:pt x="3221060" y="1430742"/>
                  </a:lnTo>
                  <a:lnTo>
                    <a:pt x="3217756" y="1430742"/>
                  </a:lnTo>
                  <a:lnTo>
                    <a:pt x="3214453" y="1430742"/>
                  </a:lnTo>
                  <a:lnTo>
                    <a:pt x="3211149" y="1430742"/>
                  </a:lnTo>
                  <a:lnTo>
                    <a:pt x="3207845" y="1430742"/>
                  </a:lnTo>
                  <a:lnTo>
                    <a:pt x="3204542" y="1430742"/>
                  </a:lnTo>
                  <a:lnTo>
                    <a:pt x="3201238" y="1430742"/>
                  </a:lnTo>
                  <a:lnTo>
                    <a:pt x="3197934" y="1430742"/>
                  </a:lnTo>
                  <a:lnTo>
                    <a:pt x="3194631" y="1430742"/>
                  </a:lnTo>
                  <a:lnTo>
                    <a:pt x="3191327" y="1430742"/>
                  </a:lnTo>
                  <a:lnTo>
                    <a:pt x="3188024" y="1430742"/>
                  </a:lnTo>
                  <a:lnTo>
                    <a:pt x="3184720" y="1430742"/>
                  </a:lnTo>
                  <a:lnTo>
                    <a:pt x="3181416" y="1430742"/>
                  </a:lnTo>
                  <a:lnTo>
                    <a:pt x="3178113" y="1430742"/>
                  </a:lnTo>
                  <a:lnTo>
                    <a:pt x="3174809" y="1430742"/>
                  </a:lnTo>
                  <a:lnTo>
                    <a:pt x="3171505" y="1430742"/>
                  </a:lnTo>
                  <a:lnTo>
                    <a:pt x="3168202" y="1430742"/>
                  </a:lnTo>
                  <a:lnTo>
                    <a:pt x="3164898" y="1430742"/>
                  </a:lnTo>
                  <a:lnTo>
                    <a:pt x="3161594" y="1430742"/>
                  </a:lnTo>
                  <a:lnTo>
                    <a:pt x="3158291" y="1430742"/>
                  </a:lnTo>
                  <a:lnTo>
                    <a:pt x="3154987" y="1430742"/>
                  </a:lnTo>
                  <a:lnTo>
                    <a:pt x="3151683" y="1430742"/>
                  </a:lnTo>
                  <a:lnTo>
                    <a:pt x="3148380" y="1430742"/>
                  </a:lnTo>
                  <a:lnTo>
                    <a:pt x="3145076" y="1430742"/>
                  </a:lnTo>
                  <a:lnTo>
                    <a:pt x="3141772" y="1430742"/>
                  </a:lnTo>
                  <a:lnTo>
                    <a:pt x="3138469" y="1430742"/>
                  </a:lnTo>
                  <a:lnTo>
                    <a:pt x="3135165" y="1430742"/>
                  </a:lnTo>
                  <a:lnTo>
                    <a:pt x="3131861" y="1430742"/>
                  </a:lnTo>
                  <a:lnTo>
                    <a:pt x="3128558" y="1430742"/>
                  </a:lnTo>
                  <a:lnTo>
                    <a:pt x="3125254" y="1430742"/>
                  </a:lnTo>
                  <a:lnTo>
                    <a:pt x="3121950" y="1430742"/>
                  </a:lnTo>
                  <a:lnTo>
                    <a:pt x="3118647" y="1430742"/>
                  </a:lnTo>
                  <a:lnTo>
                    <a:pt x="3115343" y="1430742"/>
                  </a:lnTo>
                  <a:lnTo>
                    <a:pt x="3112040" y="1430742"/>
                  </a:lnTo>
                  <a:lnTo>
                    <a:pt x="3108736" y="1430742"/>
                  </a:lnTo>
                  <a:lnTo>
                    <a:pt x="3105432" y="1430742"/>
                  </a:lnTo>
                  <a:lnTo>
                    <a:pt x="3102129" y="1430742"/>
                  </a:lnTo>
                  <a:lnTo>
                    <a:pt x="3098825" y="1430742"/>
                  </a:lnTo>
                  <a:lnTo>
                    <a:pt x="3095521" y="1430742"/>
                  </a:lnTo>
                  <a:lnTo>
                    <a:pt x="3092218" y="1430742"/>
                  </a:lnTo>
                  <a:lnTo>
                    <a:pt x="3088914" y="1430742"/>
                  </a:lnTo>
                  <a:lnTo>
                    <a:pt x="3085610" y="1430742"/>
                  </a:lnTo>
                  <a:lnTo>
                    <a:pt x="3082307" y="1430742"/>
                  </a:lnTo>
                  <a:lnTo>
                    <a:pt x="3079003" y="1430742"/>
                  </a:lnTo>
                  <a:lnTo>
                    <a:pt x="3075699" y="1430742"/>
                  </a:lnTo>
                  <a:lnTo>
                    <a:pt x="3072396" y="1430742"/>
                  </a:lnTo>
                  <a:lnTo>
                    <a:pt x="3069092" y="1430742"/>
                  </a:lnTo>
                  <a:lnTo>
                    <a:pt x="3065788" y="1430742"/>
                  </a:lnTo>
                  <a:lnTo>
                    <a:pt x="3062485" y="1430742"/>
                  </a:lnTo>
                  <a:lnTo>
                    <a:pt x="3059181" y="1430742"/>
                  </a:lnTo>
                  <a:lnTo>
                    <a:pt x="3055877" y="1430742"/>
                  </a:lnTo>
                  <a:lnTo>
                    <a:pt x="3052574" y="1430742"/>
                  </a:lnTo>
                  <a:lnTo>
                    <a:pt x="3049270" y="1430742"/>
                  </a:lnTo>
                  <a:lnTo>
                    <a:pt x="3045966" y="1430742"/>
                  </a:lnTo>
                  <a:lnTo>
                    <a:pt x="3042663" y="1430742"/>
                  </a:lnTo>
                  <a:lnTo>
                    <a:pt x="3039359" y="1430742"/>
                  </a:lnTo>
                  <a:lnTo>
                    <a:pt x="3036056" y="1430742"/>
                  </a:lnTo>
                  <a:lnTo>
                    <a:pt x="3032752" y="1430742"/>
                  </a:lnTo>
                  <a:lnTo>
                    <a:pt x="3029448" y="1430742"/>
                  </a:lnTo>
                  <a:lnTo>
                    <a:pt x="3026145" y="1430742"/>
                  </a:lnTo>
                  <a:lnTo>
                    <a:pt x="3022841" y="1430742"/>
                  </a:lnTo>
                  <a:lnTo>
                    <a:pt x="3019537" y="1430742"/>
                  </a:lnTo>
                  <a:lnTo>
                    <a:pt x="3016234" y="1430742"/>
                  </a:lnTo>
                  <a:lnTo>
                    <a:pt x="3012930" y="1430742"/>
                  </a:lnTo>
                  <a:lnTo>
                    <a:pt x="3009626" y="1430742"/>
                  </a:lnTo>
                  <a:lnTo>
                    <a:pt x="3006323" y="1430742"/>
                  </a:lnTo>
                  <a:lnTo>
                    <a:pt x="3003019" y="1430742"/>
                  </a:lnTo>
                  <a:lnTo>
                    <a:pt x="2999715" y="1430742"/>
                  </a:lnTo>
                  <a:lnTo>
                    <a:pt x="2996412" y="1430742"/>
                  </a:lnTo>
                  <a:lnTo>
                    <a:pt x="2993108" y="1430742"/>
                  </a:lnTo>
                  <a:lnTo>
                    <a:pt x="2989804" y="1430742"/>
                  </a:lnTo>
                  <a:lnTo>
                    <a:pt x="2986501" y="1430742"/>
                  </a:lnTo>
                  <a:lnTo>
                    <a:pt x="2983197" y="1430742"/>
                  </a:lnTo>
                  <a:lnTo>
                    <a:pt x="2979893" y="1430742"/>
                  </a:lnTo>
                  <a:lnTo>
                    <a:pt x="2976590" y="1430742"/>
                  </a:lnTo>
                  <a:lnTo>
                    <a:pt x="2973286" y="1430742"/>
                  </a:lnTo>
                  <a:lnTo>
                    <a:pt x="2969982" y="1430742"/>
                  </a:lnTo>
                  <a:lnTo>
                    <a:pt x="2966679" y="1430742"/>
                  </a:lnTo>
                  <a:lnTo>
                    <a:pt x="2963375" y="1430742"/>
                  </a:lnTo>
                  <a:lnTo>
                    <a:pt x="2960072" y="1430742"/>
                  </a:lnTo>
                  <a:lnTo>
                    <a:pt x="2956768" y="1430742"/>
                  </a:lnTo>
                  <a:lnTo>
                    <a:pt x="2953464" y="1430742"/>
                  </a:lnTo>
                  <a:lnTo>
                    <a:pt x="2950161" y="1430742"/>
                  </a:lnTo>
                  <a:lnTo>
                    <a:pt x="2946857" y="1430742"/>
                  </a:lnTo>
                  <a:lnTo>
                    <a:pt x="2943553" y="1430742"/>
                  </a:lnTo>
                  <a:lnTo>
                    <a:pt x="2940250" y="1430742"/>
                  </a:lnTo>
                  <a:lnTo>
                    <a:pt x="2936946" y="1430742"/>
                  </a:lnTo>
                  <a:lnTo>
                    <a:pt x="2933642" y="1430742"/>
                  </a:lnTo>
                  <a:lnTo>
                    <a:pt x="2930339" y="1430742"/>
                  </a:lnTo>
                  <a:lnTo>
                    <a:pt x="2927035" y="1430742"/>
                  </a:lnTo>
                  <a:lnTo>
                    <a:pt x="2923731" y="1430742"/>
                  </a:lnTo>
                  <a:lnTo>
                    <a:pt x="2920428" y="1430742"/>
                  </a:lnTo>
                  <a:lnTo>
                    <a:pt x="2917124" y="1430742"/>
                  </a:lnTo>
                  <a:lnTo>
                    <a:pt x="2913820" y="1430742"/>
                  </a:lnTo>
                  <a:lnTo>
                    <a:pt x="2910517" y="1430742"/>
                  </a:lnTo>
                  <a:lnTo>
                    <a:pt x="2907213" y="1430742"/>
                  </a:lnTo>
                  <a:lnTo>
                    <a:pt x="2903909" y="1430742"/>
                  </a:lnTo>
                  <a:lnTo>
                    <a:pt x="2900606" y="1430742"/>
                  </a:lnTo>
                  <a:lnTo>
                    <a:pt x="2897302" y="1430742"/>
                  </a:lnTo>
                  <a:lnTo>
                    <a:pt x="2893998" y="1430742"/>
                  </a:lnTo>
                  <a:lnTo>
                    <a:pt x="2890695" y="1430742"/>
                  </a:lnTo>
                  <a:lnTo>
                    <a:pt x="2887391" y="1430742"/>
                  </a:lnTo>
                  <a:lnTo>
                    <a:pt x="2884088" y="1430742"/>
                  </a:lnTo>
                  <a:lnTo>
                    <a:pt x="2880784" y="1430742"/>
                  </a:lnTo>
                  <a:lnTo>
                    <a:pt x="2877480" y="1430742"/>
                  </a:lnTo>
                  <a:lnTo>
                    <a:pt x="2874177" y="1430742"/>
                  </a:lnTo>
                  <a:lnTo>
                    <a:pt x="2870873" y="1430742"/>
                  </a:lnTo>
                  <a:lnTo>
                    <a:pt x="2867569" y="1430742"/>
                  </a:lnTo>
                  <a:lnTo>
                    <a:pt x="2864266" y="1430742"/>
                  </a:lnTo>
                  <a:lnTo>
                    <a:pt x="2860962" y="1430742"/>
                  </a:lnTo>
                  <a:lnTo>
                    <a:pt x="2857658" y="1430742"/>
                  </a:lnTo>
                  <a:lnTo>
                    <a:pt x="2854355" y="1430742"/>
                  </a:lnTo>
                  <a:lnTo>
                    <a:pt x="2851051" y="1430742"/>
                  </a:lnTo>
                  <a:lnTo>
                    <a:pt x="2847747" y="1430742"/>
                  </a:lnTo>
                  <a:lnTo>
                    <a:pt x="2844444" y="1430742"/>
                  </a:lnTo>
                  <a:lnTo>
                    <a:pt x="2841140" y="1430742"/>
                  </a:lnTo>
                  <a:lnTo>
                    <a:pt x="2837836" y="1430742"/>
                  </a:lnTo>
                  <a:lnTo>
                    <a:pt x="2834533" y="1430742"/>
                  </a:lnTo>
                  <a:lnTo>
                    <a:pt x="2831229" y="1430742"/>
                  </a:lnTo>
                  <a:lnTo>
                    <a:pt x="2827925" y="1430742"/>
                  </a:lnTo>
                  <a:lnTo>
                    <a:pt x="2824622" y="1430742"/>
                  </a:lnTo>
                  <a:lnTo>
                    <a:pt x="2821318" y="1430742"/>
                  </a:lnTo>
                  <a:lnTo>
                    <a:pt x="2818015" y="1430742"/>
                  </a:lnTo>
                  <a:lnTo>
                    <a:pt x="2814711" y="1430742"/>
                  </a:lnTo>
                  <a:lnTo>
                    <a:pt x="2811407" y="1430742"/>
                  </a:lnTo>
                  <a:lnTo>
                    <a:pt x="2808104" y="1430742"/>
                  </a:lnTo>
                  <a:lnTo>
                    <a:pt x="2804800" y="1430742"/>
                  </a:lnTo>
                  <a:lnTo>
                    <a:pt x="2801496" y="1430742"/>
                  </a:lnTo>
                  <a:lnTo>
                    <a:pt x="2798193" y="1430742"/>
                  </a:lnTo>
                  <a:lnTo>
                    <a:pt x="2794889" y="1430742"/>
                  </a:lnTo>
                  <a:lnTo>
                    <a:pt x="2791585" y="1430742"/>
                  </a:lnTo>
                  <a:lnTo>
                    <a:pt x="2788282" y="1430742"/>
                  </a:lnTo>
                  <a:lnTo>
                    <a:pt x="2784978" y="1430742"/>
                  </a:lnTo>
                  <a:lnTo>
                    <a:pt x="2781674" y="1430742"/>
                  </a:lnTo>
                  <a:lnTo>
                    <a:pt x="2778371" y="1430742"/>
                  </a:lnTo>
                  <a:lnTo>
                    <a:pt x="2775067" y="1430742"/>
                  </a:lnTo>
                  <a:lnTo>
                    <a:pt x="2771763" y="1430742"/>
                  </a:lnTo>
                  <a:lnTo>
                    <a:pt x="2768460" y="1430742"/>
                  </a:lnTo>
                  <a:lnTo>
                    <a:pt x="2765156" y="1430742"/>
                  </a:lnTo>
                  <a:lnTo>
                    <a:pt x="2761852" y="1430742"/>
                  </a:lnTo>
                  <a:lnTo>
                    <a:pt x="2758549" y="1430742"/>
                  </a:lnTo>
                  <a:lnTo>
                    <a:pt x="2755245" y="1430742"/>
                  </a:lnTo>
                  <a:lnTo>
                    <a:pt x="2751941" y="1430742"/>
                  </a:lnTo>
                  <a:lnTo>
                    <a:pt x="2748638" y="1430742"/>
                  </a:lnTo>
                  <a:lnTo>
                    <a:pt x="2745334" y="1430742"/>
                  </a:lnTo>
                  <a:lnTo>
                    <a:pt x="2742031" y="1430742"/>
                  </a:lnTo>
                  <a:lnTo>
                    <a:pt x="2738727" y="1430742"/>
                  </a:lnTo>
                  <a:lnTo>
                    <a:pt x="2735423" y="1430742"/>
                  </a:lnTo>
                  <a:lnTo>
                    <a:pt x="2732120" y="1430742"/>
                  </a:lnTo>
                  <a:lnTo>
                    <a:pt x="2728816" y="1430742"/>
                  </a:lnTo>
                  <a:lnTo>
                    <a:pt x="2725512" y="1430742"/>
                  </a:lnTo>
                  <a:lnTo>
                    <a:pt x="2722209" y="1430742"/>
                  </a:lnTo>
                  <a:lnTo>
                    <a:pt x="2718905" y="1430742"/>
                  </a:lnTo>
                  <a:lnTo>
                    <a:pt x="2715601" y="1430742"/>
                  </a:lnTo>
                  <a:lnTo>
                    <a:pt x="2712298" y="1430742"/>
                  </a:lnTo>
                  <a:lnTo>
                    <a:pt x="2708994" y="1430742"/>
                  </a:lnTo>
                  <a:lnTo>
                    <a:pt x="2705690" y="1430742"/>
                  </a:lnTo>
                  <a:lnTo>
                    <a:pt x="2702387" y="1430742"/>
                  </a:lnTo>
                  <a:lnTo>
                    <a:pt x="2699083" y="1430742"/>
                  </a:lnTo>
                  <a:lnTo>
                    <a:pt x="2695779" y="1430742"/>
                  </a:lnTo>
                  <a:lnTo>
                    <a:pt x="2692476" y="1430742"/>
                  </a:lnTo>
                  <a:lnTo>
                    <a:pt x="2689172" y="1430742"/>
                  </a:lnTo>
                  <a:lnTo>
                    <a:pt x="2685868" y="1430742"/>
                  </a:lnTo>
                  <a:lnTo>
                    <a:pt x="2682565" y="1430742"/>
                  </a:lnTo>
                  <a:lnTo>
                    <a:pt x="2679261" y="1430742"/>
                  </a:lnTo>
                  <a:lnTo>
                    <a:pt x="2675957" y="1430742"/>
                  </a:lnTo>
                  <a:lnTo>
                    <a:pt x="2672654" y="1430742"/>
                  </a:lnTo>
                  <a:lnTo>
                    <a:pt x="2669350" y="1430742"/>
                  </a:lnTo>
                  <a:lnTo>
                    <a:pt x="2666047" y="1430742"/>
                  </a:lnTo>
                  <a:lnTo>
                    <a:pt x="2662743" y="1430742"/>
                  </a:lnTo>
                  <a:lnTo>
                    <a:pt x="2659439" y="1430742"/>
                  </a:lnTo>
                  <a:lnTo>
                    <a:pt x="2656136" y="1430742"/>
                  </a:lnTo>
                  <a:lnTo>
                    <a:pt x="2652832" y="1430742"/>
                  </a:lnTo>
                  <a:lnTo>
                    <a:pt x="2649528" y="1430742"/>
                  </a:lnTo>
                  <a:lnTo>
                    <a:pt x="2646225" y="1430742"/>
                  </a:lnTo>
                  <a:lnTo>
                    <a:pt x="2642921" y="1430742"/>
                  </a:lnTo>
                  <a:lnTo>
                    <a:pt x="2639617" y="1430742"/>
                  </a:lnTo>
                  <a:lnTo>
                    <a:pt x="2636314" y="1430742"/>
                  </a:lnTo>
                  <a:lnTo>
                    <a:pt x="2633010" y="1430742"/>
                  </a:lnTo>
                  <a:lnTo>
                    <a:pt x="2629706" y="1430742"/>
                  </a:lnTo>
                  <a:lnTo>
                    <a:pt x="2626403" y="1430742"/>
                  </a:lnTo>
                  <a:lnTo>
                    <a:pt x="2623099" y="1430742"/>
                  </a:lnTo>
                  <a:lnTo>
                    <a:pt x="2619795" y="1430742"/>
                  </a:lnTo>
                  <a:lnTo>
                    <a:pt x="2616492" y="1430742"/>
                  </a:lnTo>
                  <a:lnTo>
                    <a:pt x="2613188" y="1430742"/>
                  </a:lnTo>
                  <a:lnTo>
                    <a:pt x="2609884" y="1430742"/>
                  </a:lnTo>
                  <a:lnTo>
                    <a:pt x="2606581" y="1430742"/>
                  </a:lnTo>
                  <a:lnTo>
                    <a:pt x="2603277" y="1430742"/>
                  </a:lnTo>
                  <a:lnTo>
                    <a:pt x="2599973" y="1430742"/>
                  </a:lnTo>
                  <a:lnTo>
                    <a:pt x="2596670" y="1430742"/>
                  </a:lnTo>
                  <a:lnTo>
                    <a:pt x="2593366" y="1430742"/>
                  </a:lnTo>
                  <a:lnTo>
                    <a:pt x="2590063" y="1430742"/>
                  </a:lnTo>
                  <a:lnTo>
                    <a:pt x="2586759" y="1430742"/>
                  </a:lnTo>
                  <a:lnTo>
                    <a:pt x="2583455" y="1430742"/>
                  </a:lnTo>
                  <a:lnTo>
                    <a:pt x="2580152" y="1430742"/>
                  </a:lnTo>
                  <a:lnTo>
                    <a:pt x="2576848" y="1430742"/>
                  </a:lnTo>
                  <a:lnTo>
                    <a:pt x="2573544" y="1430742"/>
                  </a:lnTo>
                  <a:lnTo>
                    <a:pt x="2570241" y="1430742"/>
                  </a:lnTo>
                  <a:lnTo>
                    <a:pt x="2566937" y="1430742"/>
                  </a:lnTo>
                  <a:lnTo>
                    <a:pt x="2563633" y="1430742"/>
                  </a:lnTo>
                  <a:lnTo>
                    <a:pt x="2560330" y="1430742"/>
                  </a:lnTo>
                  <a:lnTo>
                    <a:pt x="2557026" y="1430742"/>
                  </a:lnTo>
                  <a:lnTo>
                    <a:pt x="2553722" y="1430742"/>
                  </a:lnTo>
                  <a:lnTo>
                    <a:pt x="2550419" y="1430742"/>
                  </a:lnTo>
                  <a:lnTo>
                    <a:pt x="2547115" y="1430742"/>
                  </a:lnTo>
                  <a:lnTo>
                    <a:pt x="2543811" y="1430742"/>
                  </a:lnTo>
                  <a:lnTo>
                    <a:pt x="2540508" y="1430742"/>
                  </a:lnTo>
                  <a:lnTo>
                    <a:pt x="2537204" y="1430742"/>
                  </a:lnTo>
                  <a:lnTo>
                    <a:pt x="2533900" y="1430742"/>
                  </a:lnTo>
                  <a:lnTo>
                    <a:pt x="2530597" y="1430742"/>
                  </a:lnTo>
                  <a:lnTo>
                    <a:pt x="2527293" y="1430742"/>
                  </a:lnTo>
                  <a:lnTo>
                    <a:pt x="2523989" y="1430742"/>
                  </a:lnTo>
                  <a:lnTo>
                    <a:pt x="2520686" y="1430742"/>
                  </a:lnTo>
                  <a:lnTo>
                    <a:pt x="2517382" y="1430742"/>
                  </a:lnTo>
                  <a:lnTo>
                    <a:pt x="2514079" y="1430742"/>
                  </a:lnTo>
                  <a:lnTo>
                    <a:pt x="2510775" y="1430742"/>
                  </a:lnTo>
                  <a:lnTo>
                    <a:pt x="2507471" y="1430742"/>
                  </a:lnTo>
                  <a:lnTo>
                    <a:pt x="2504168" y="1430742"/>
                  </a:lnTo>
                  <a:lnTo>
                    <a:pt x="2500864" y="1430742"/>
                  </a:lnTo>
                  <a:lnTo>
                    <a:pt x="2497560" y="1430742"/>
                  </a:lnTo>
                  <a:lnTo>
                    <a:pt x="2494257" y="1430742"/>
                  </a:lnTo>
                  <a:lnTo>
                    <a:pt x="2490953" y="1430742"/>
                  </a:lnTo>
                  <a:lnTo>
                    <a:pt x="2487649" y="1430742"/>
                  </a:lnTo>
                  <a:lnTo>
                    <a:pt x="2484346" y="1430742"/>
                  </a:lnTo>
                  <a:lnTo>
                    <a:pt x="2481042" y="1430742"/>
                  </a:lnTo>
                  <a:lnTo>
                    <a:pt x="2477738" y="1430742"/>
                  </a:lnTo>
                  <a:lnTo>
                    <a:pt x="2474435" y="1430742"/>
                  </a:lnTo>
                  <a:lnTo>
                    <a:pt x="2471131" y="1430742"/>
                  </a:lnTo>
                  <a:lnTo>
                    <a:pt x="2467827" y="1430742"/>
                  </a:lnTo>
                  <a:lnTo>
                    <a:pt x="2464524" y="1430742"/>
                  </a:lnTo>
                  <a:lnTo>
                    <a:pt x="2461220" y="1430742"/>
                  </a:lnTo>
                  <a:lnTo>
                    <a:pt x="2457916" y="1430742"/>
                  </a:lnTo>
                  <a:lnTo>
                    <a:pt x="2454613" y="1430742"/>
                  </a:lnTo>
                  <a:lnTo>
                    <a:pt x="2451309" y="1430742"/>
                  </a:lnTo>
                  <a:lnTo>
                    <a:pt x="2448006" y="1430742"/>
                  </a:lnTo>
                  <a:lnTo>
                    <a:pt x="2444702" y="1430742"/>
                  </a:lnTo>
                  <a:lnTo>
                    <a:pt x="2441398" y="1430742"/>
                  </a:lnTo>
                  <a:lnTo>
                    <a:pt x="2438095" y="1430742"/>
                  </a:lnTo>
                  <a:lnTo>
                    <a:pt x="2434791" y="1430742"/>
                  </a:lnTo>
                  <a:lnTo>
                    <a:pt x="2431487" y="1430742"/>
                  </a:lnTo>
                  <a:lnTo>
                    <a:pt x="2428184" y="1430742"/>
                  </a:lnTo>
                  <a:lnTo>
                    <a:pt x="2424880" y="1430742"/>
                  </a:lnTo>
                  <a:lnTo>
                    <a:pt x="2421576" y="1430742"/>
                  </a:lnTo>
                  <a:lnTo>
                    <a:pt x="2418273" y="1430742"/>
                  </a:lnTo>
                  <a:lnTo>
                    <a:pt x="2414969" y="1430742"/>
                  </a:lnTo>
                  <a:lnTo>
                    <a:pt x="2411665" y="1430742"/>
                  </a:lnTo>
                  <a:lnTo>
                    <a:pt x="2408362" y="1430742"/>
                  </a:lnTo>
                  <a:lnTo>
                    <a:pt x="2405058" y="1430742"/>
                  </a:lnTo>
                  <a:lnTo>
                    <a:pt x="2401754" y="1430742"/>
                  </a:lnTo>
                  <a:lnTo>
                    <a:pt x="2398451" y="1430742"/>
                  </a:lnTo>
                  <a:lnTo>
                    <a:pt x="2395147" y="1430742"/>
                  </a:lnTo>
                  <a:lnTo>
                    <a:pt x="2391843" y="1430742"/>
                  </a:lnTo>
                  <a:lnTo>
                    <a:pt x="2388540" y="1430742"/>
                  </a:lnTo>
                  <a:lnTo>
                    <a:pt x="2385236" y="1430742"/>
                  </a:lnTo>
                  <a:lnTo>
                    <a:pt x="2381932" y="1430742"/>
                  </a:lnTo>
                  <a:lnTo>
                    <a:pt x="2378629" y="1430742"/>
                  </a:lnTo>
                  <a:lnTo>
                    <a:pt x="2375325" y="1430742"/>
                  </a:lnTo>
                  <a:lnTo>
                    <a:pt x="2372022" y="1430742"/>
                  </a:lnTo>
                  <a:lnTo>
                    <a:pt x="2368718" y="1430742"/>
                  </a:lnTo>
                  <a:lnTo>
                    <a:pt x="2365414" y="1430742"/>
                  </a:lnTo>
                  <a:lnTo>
                    <a:pt x="2362111" y="1430742"/>
                  </a:lnTo>
                  <a:lnTo>
                    <a:pt x="2358807" y="1430742"/>
                  </a:lnTo>
                  <a:lnTo>
                    <a:pt x="2355503" y="1430742"/>
                  </a:lnTo>
                  <a:lnTo>
                    <a:pt x="2352200" y="1430742"/>
                  </a:lnTo>
                  <a:lnTo>
                    <a:pt x="2348896" y="1430742"/>
                  </a:lnTo>
                  <a:lnTo>
                    <a:pt x="2345592" y="1430742"/>
                  </a:lnTo>
                  <a:lnTo>
                    <a:pt x="2342289" y="1430742"/>
                  </a:lnTo>
                  <a:lnTo>
                    <a:pt x="2338985" y="1430742"/>
                  </a:lnTo>
                  <a:lnTo>
                    <a:pt x="2335681" y="1430742"/>
                  </a:lnTo>
                  <a:lnTo>
                    <a:pt x="2332378" y="1430742"/>
                  </a:lnTo>
                  <a:lnTo>
                    <a:pt x="2329074" y="1430742"/>
                  </a:lnTo>
                  <a:lnTo>
                    <a:pt x="2325770" y="1430742"/>
                  </a:lnTo>
                  <a:lnTo>
                    <a:pt x="2322467" y="1430742"/>
                  </a:lnTo>
                  <a:lnTo>
                    <a:pt x="2319163" y="1430742"/>
                  </a:lnTo>
                  <a:lnTo>
                    <a:pt x="2315859" y="1430742"/>
                  </a:lnTo>
                  <a:lnTo>
                    <a:pt x="2312556" y="1430742"/>
                  </a:lnTo>
                  <a:lnTo>
                    <a:pt x="2309252" y="1430742"/>
                  </a:lnTo>
                  <a:lnTo>
                    <a:pt x="2305948" y="1430742"/>
                  </a:lnTo>
                  <a:lnTo>
                    <a:pt x="2302645" y="1430742"/>
                  </a:lnTo>
                  <a:lnTo>
                    <a:pt x="2299341" y="1430742"/>
                  </a:lnTo>
                  <a:lnTo>
                    <a:pt x="2296038" y="1430742"/>
                  </a:lnTo>
                  <a:lnTo>
                    <a:pt x="2292734" y="1430742"/>
                  </a:lnTo>
                  <a:lnTo>
                    <a:pt x="2289430" y="1430742"/>
                  </a:lnTo>
                  <a:lnTo>
                    <a:pt x="2286127" y="1430742"/>
                  </a:lnTo>
                  <a:lnTo>
                    <a:pt x="2282823" y="1430742"/>
                  </a:lnTo>
                  <a:lnTo>
                    <a:pt x="2279519" y="1430742"/>
                  </a:lnTo>
                  <a:lnTo>
                    <a:pt x="2276216" y="1430742"/>
                  </a:lnTo>
                  <a:lnTo>
                    <a:pt x="2272912" y="1430742"/>
                  </a:lnTo>
                  <a:lnTo>
                    <a:pt x="2269608" y="1430742"/>
                  </a:lnTo>
                  <a:lnTo>
                    <a:pt x="2266305" y="1430742"/>
                  </a:lnTo>
                  <a:lnTo>
                    <a:pt x="2263001" y="1430742"/>
                  </a:lnTo>
                  <a:lnTo>
                    <a:pt x="2259697" y="1430742"/>
                  </a:lnTo>
                  <a:lnTo>
                    <a:pt x="2256394" y="1430742"/>
                  </a:lnTo>
                  <a:lnTo>
                    <a:pt x="2253090" y="1430742"/>
                  </a:lnTo>
                  <a:lnTo>
                    <a:pt x="2249786" y="1430742"/>
                  </a:lnTo>
                  <a:lnTo>
                    <a:pt x="2246483" y="1430742"/>
                  </a:lnTo>
                  <a:lnTo>
                    <a:pt x="2243179" y="1430742"/>
                  </a:lnTo>
                  <a:lnTo>
                    <a:pt x="2239875" y="1430742"/>
                  </a:lnTo>
                  <a:lnTo>
                    <a:pt x="2236572" y="1430742"/>
                  </a:lnTo>
                  <a:lnTo>
                    <a:pt x="2233268" y="1430742"/>
                  </a:lnTo>
                  <a:lnTo>
                    <a:pt x="2229964" y="1430742"/>
                  </a:lnTo>
                  <a:lnTo>
                    <a:pt x="2226661" y="1430742"/>
                  </a:lnTo>
                  <a:lnTo>
                    <a:pt x="2223357" y="1430742"/>
                  </a:lnTo>
                  <a:lnTo>
                    <a:pt x="2220054" y="1430742"/>
                  </a:lnTo>
                  <a:lnTo>
                    <a:pt x="2216750" y="1430742"/>
                  </a:lnTo>
                  <a:lnTo>
                    <a:pt x="2213446" y="1430742"/>
                  </a:lnTo>
                  <a:lnTo>
                    <a:pt x="2210143" y="1430742"/>
                  </a:lnTo>
                  <a:lnTo>
                    <a:pt x="2206839" y="1430742"/>
                  </a:lnTo>
                  <a:lnTo>
                    <a:pt x="2203535" y="1430742"/>
                  </a:lnTo>
                  <a:lnTo>
                    <a:pt x="2200232" y="1430742"/>
                  </a:lnTo>
                  <a:lnTo>
                    <a:pt x="2196928" y="1430742"/>
                  </a:lnTo>
                  <a:lnTo>
                    <a:pt x="2193624" y="1430742"/>
                  </a:lnTo>
                  <a:lnTo>
                    <a:pt x="2190321" y="1430742"/>
                  </a:lnTo>
                  <a:lnTo>
                    <a:pt x="2187017" y="1430742"/>
                  </a:lnTo>
                  <a:lnTo>
                    <a:pt x="2183713" y="1430742"/>
                  </a:lnTo>
                  <a:lnTo>
                    <a:pt x="2180410" y="1430742"/>
                  </a:lnTo>
                  <a:lnTo>
                    <a:pt x="2177106" y="1430742"/>
                  </a:lnTo>
                  <a:lnTo>
                    <a:pt x="2173802" y="1430742"/>
                  </a:lnTo>
                  <a:lnTo>
                    <a:pt x="2170499" y="1430742"/>
                  </a:lnTo>
                  <a:lnTo>
                    <a:pt x="2167195" y="1430742"/>
                  </a:lnTo>
                  <a:lnTo>
                    <a:pt x="2163891" y="1430742"/>
                  </a:lnTo>
                  <a:lnTo>
                    <a:pt x="2160588" y="1430742"/>
                  </a:lnTo>
                  <a:lnTo>
                    <a:pt x="2157284" y="1430742"/>
                  </a:lnTo>
                  <a:lnTo>
                    <a:pt x="2153980" y="1430742"/>
                  </a:lnTo>
                  <a:lnTo>
                    <a:pt x="2150677" y="1430742"/>
                  </a:lnTo>
                  <a:lnTo>
                    <a:pt x="2147373" y="1430742"/>
                  </a:lnTo>
                  <a:lnTo>
                    <a:pt x="2144070" y="1430742"/>
                  </a:lnTo>
                  <a:lnTo>
                    <a:pt x="2140766" y="1430742"/>
                  </a:lnTo>
                  <a:lnTo>
                    <a:pt x="2137462" y="1430742"/>
                  </a:lnTo>
                  <a:lnTo>
                    <a:pt x="2134159" y="1430742"/>
                  </a:lnTo>
                  <a:lnTo>
                    <a:pt x="2130855" y="1430742"/>
                  </a:lnTo>
                  <a:lnTo>
                    <a:pt x="2127551" y="1430742"/>
                  </a:lnTo>
                  <a:lnTo>
                    <a:pt x="2124248" y="1430742"/>
                  </a:lnTo>
                  <a:lnTo>
                    <a:pt x="2120944" y="1430742"/>
                  </a:lnTo>
                  <a:lnTo>
                    <a:pt x="2117640" y="1430742"/>
                  </a:lnTo>
                  <a:lnTo>
                    <a:pt x="2114337" y="1430742"/>
                  </a:lnTo>
                  <a:lnTo>
                    <a:pt x="2111033" y="1430742"/>
                  </a:lnTo>
                  <a:lnTo>
                    <a:pt x="2107729" y="1430742"/>
                  </a:lnTo>
                  <a:lnTo>
                    <a:pt x="2104426" y="1430742"/>
                  </a:lnTo>
                  <a:lnTo>
                    <a:pt x="2101122" y="1430742"/>
                  </a:lnTo>
                  <a:lnTo>
                    <a:pt x="2097818" y="1430742"/>
                  </a:lnTo>
                  <a:lnTo>
                    <a:pt x="2094515" y="1430742"/>
                  </a:lnTo>
                  <a:lnTo>
                    <a:pt x="2091211" y="1430742"/>
                  </a:lnTo>
                  <a:lnTo>
                    <a:pt x="2087907" y="1430742"/>
                  </a:lnTo>
                  <a:lnTo>
                    <a:pt x="2084604" y="1430742"/>
                  </a:lnTo>
                  <a:lnTo>
                    <a:pt x="2081300" y="1430742"/>
                  </a:lnTo>
                  <a:lnTo>
                    <a:pt x="2077996" y="1430742"/>
                  </a:lnTo>
                  <a:lnTo>
                    <a:pt x="2074693" y="1430742"/>
                  </a:lnTo>
                  <a:lnTo>
                    <a:pt x="2071389" y="1430742"/>
                  </a:lnTo>
                  <a:lnTo>
                    <a:pt x="2068086" y="1430742"/>
                  </a:lnTo>
                  <a:lnTo>
                    <a:pt x="2064782" y="1430742"/>
                  </a:lnTo>
                  <a:lnTo>
                    <a:pt x="2061478" y="1430742"/>
                  </a:lnTo>
                  <a:lnTo>
                    <a:pt x="2058175" y="1430742"/>
                  </a:lnTo>
                  <a:lnTo>
                    <a:pt x="2054871" y="1430742"/>
                  </a:lnTo>
                  <a:lnTo>
                    <a:pt x="2051567" y="1430742"/>
                  </a:lnTo>
                  <a:lnTo>
                    <a:pt x="2048264" y="1430742"/>
                  </a:lnTo>
                  <a:lnTo>
                    <a:pt x="2044960" y="1430742"/>
                  </a:lnTo>
                  <a:lnTo>
                    <a:pt x="2041656" y="1430742"/>
                  </a:lnTo>
                  <a:lnTo>
                    <a:pt x="2038353" y="1430742"/>
                  </a:lnTo>
                  <a:lnTo>
                    <a:pt x="2035049" y="1430742"/>
                  </a:lnTo>
                  <a:lnTo>
                    <a:pt x="2031745" y="1430742"/>
                  </a:lnTo>
                  <a:lnTo>
                    <a:pt x="2028442" y="1430742"/>
                  </a:lnTo>
                  <a:lnTo>
                    <a:pt x="2025138" y="1430742"/>
                  </a:lnTo>
                  <a:lnTo>
                    <a:pt x="2021834" y="1430742"/>
                  </a:lnTo>
                  <a:lnTo>
                    <a:pt x="2018531" y="1430742"/>
                  </a:lnTo>
                  <a:lnTo>
                    <a:pt x="2015227" y="1430742"/>
                  </a:lnTo>
                  <a:lnTo>
                    <a:pt x="2011923" y="1430742"/>
                  </a:lnTo>
                  <a:lnTo>
                    <a:pt x="2008620" y="1430742"/>
                  </a:lnTo>
                  <a:lnTo>
                    <a:pt x="2005316" y="1430742"/>
                  </a:lnTo>
                  <a:lnTo>
                    <a:pt x="2002013" y="1430742"/>
                  </a:lnTo>
                  <a:lnTo>
                    <a:pt x="1998709" y="1430742"/>
                  </a:lnTo>
                  <a:lnTo>
                    <a:pt x="1995405" y="1430742"/>
                  </a:lnTo>
                  <a:lnTo>
                    <a:pt x="1992102" y="1430742"/>
                  </a:lnTo>
                  <a:lnTo>
                    <a:pt x="1988798" y="1430742"/>
                  </a:lnTo>
                  <a:lnTo>
                    <a:pt x="1985494" y="1430742"/>
                  </a:lnTo>
                  <a:lnTo>
                    <a:pt x="1982191" y="1430742"/>
                  </a:lnTo>
                  <a:lnTo>
                    <a:pt x="1978887" y="1430742"/>
                  </a:lnTo>
                  <a:lnTo>
                    <a:pt x="1975583" y="1430742"/>
                  </a:lnTo>
                  <a:lnTo>
                    <a:pt x="1972280" y="1430742"/>
                  </a:lnTo>
                  <a:lnTo>
                    <a:pt x="1968976" y="1430742"/>
                  </a:lnTo>
                  <a:lnTo>
                    <a:pt x="1965672" y="1430742"/>
                  </a:lnTo>
                  <a:lnTo>
                    <a:pt x="1962369" y="1430742"/>
                  </a:lnTo>
                  <a:lnTo>
                    <a:pt x="1959065" y="1430742"/>
                  </a:lnTo>
                  <a:lnTo>
                    <a:pt x="1955761" y="1430742"/>
                  </a:lnTo>
                  <a:lnTo>
                    <a:pt x="1952458" y="1430742"/>
                  </a:lnTo>
                  <a:lnTo>
                    <a:pt x="1949154" y="1430742"/>
                  </a:lnTo>
                  <a:lnTo>
                    <a:pt x="1945850" y="1430742"/>
                  </a:lnTo>
                  <a:lnTo>
                    <a:pt x="1942547" y="1430742"/>
                  </a:lnTo>
                  <a:lnTo>
                    <a:pt x="1939243" y="1430742"/>
                  </a:lnTo>
                  <a:lnTo>
                    <a:pt x="1935939" y="1430742"/>
                  </a:lnTo>
                  <a:lnTo>
                    <a:pt x="1932636" y="1430742"/>
                  </a:lnTo>
                  <a:lnTo>
                    <a:pt x="1929332" y="1430742"/>
                  </a:lnTo>
                  <a:lnTo>
                    <a:pt x="1926029" y="1430742"/>
                  </a:lnTo>
                  <a:lnTo>
                    <a:pt x="1922725" y="1430742"/>
                  </a:lnTo>
                  <a:lnTo>
                    <a:pt x="1919421" y="1430742"/>
                  </a:lnTo>
                  <a:lnTo>
                    <a:pt x="1916118" y="1430742"/>
                  </a:lnTo>
                  <a:lnTo>
                    <a:pt x="1912814" y="1430742"/>
                  </a:lnTo>
                  <a:lnTo>
                    <a:pt x="1909510" y="1430742"/>
                  </a:lnTo>
                  <a:lnTo>
                    <a:pt x="1906207" y="1430742"/>
                  </a:lnTo>
                  <a:lnTo>
                    <a:pt x="1902903" y="1430742"/>
                  </a:lnTo>
                  <a:lnTo>
                    <a:pt x="1899599" y="1430742"/>
                  </a:lnTo>
                  <a:lnTo>
                    <a:pt x="1896296" y="1430742"/>
                  </a:lnTo>
                  <a:lnTo>
                    <a:pt x="1892992" y="1430742"/>
                  </a:lnTo>
                  <a:lnTo>
                    <a:pt x="1889688" y="1430742"/>
                  </a:lnTo>
                  <a:lnTo>
                    <a:pt x="1886385" y="1430742"/>
                  </a:lnTo>
                  <a:lnTo>
                    <a:pt x="1883081" y="1430742"/>
                  </a:lnTo>
                  <a:lnTo>
                    <a:pt x="1879777" y="1430742"/>
                  </a:lnTo>
                  <a:lnTo>
                    <a:pt x="1876474" y="1430742"/>
                  </a:lnTo>
                  <a:lnTo>
                    <a:pt x="1873170" y="1430742"/>
                  </a:lnTo>
                  <a:lnTo>
                    <a:pt x="1869866" y="1430742"/>
                  </a:lnTo>
                  <a:lnTo>
                    <a:pt x="1866563" y="1430742"/>
                  </a:lnTo>
                  <a:lnTo>
                    <a:pt x="1863259" y="1430742"/>
                  </a:lnTo>
                  <a:lnTo>
                    <a:pt x="1859955" y="1430742"/>
                  </a:lnTo>
                  <a:lnTo>
                    <a:pt x="1856652" y="1430742"/>
                  </a:lnTo>
                  <a:lnTo>
                    <a:pt x="1853348" y="1430742"/>
                  </a:lnTo>
                  <a:lnTo>
                    <a:pt x="1850045" y="1430742"/>
                  </a:lnTo>
                  <a:lnTo>
                    <a:pt x="1846741" y="1430742"/>
                  </a:lnTo>
                  <a:lnTo>
                    <a:pt x="1843437" y="1430742"/>
                  </a:lnTo>
                  <a:lnTo>
                    <a:pt x="1840134" y="1430742"/>
                  </a:lnTo>
                  <a:lnTo>
                    <a:pt x="1836830" y="1430742"/>
                  </a:lnTo>
                  <a:lnTo>
                    <a:pt x="1833526" y="1430742"/>
                  </a:lnTo>
                  <a:lnTo>
                    <a:pt x="1830223" y="1430742"/>
                  </a:lnTo>
                  <a:lnTo>
                    <a:pt x="1826919" y="1430742"/>
                  </a:lnTo>
                  <a:lnTo>
                    <a:pt x="1823615" y="1430742"/>
                  </a:lnTo>
                  <a:lnTo>
                    <a:pt x="1820312" y="1430742"/>
                  </a:lnTo>
                  <a:lnTo>
                    <a:pt x="1817008" y="1430742"/>
                  </a:lnTo>
                  <a:lnTo>
                    <a:pt x="1813704" y="1430742"/>
                  </a:lnTo>
                  <a:lnTo>
                    <a:pt x="1810401" y="1430742"/>
                  </a:lnTo>
                  <a:lnTo>
                    <a:pt x="1807097" y="1430742"/>
                  </a:lnTo>
                  <a:lnTo>
                    <a:pt x="1803793" y="1430742"/>
                  </a:lnTo>
                  <a:lnTo>
                    <a:pt x="1800490" y="1430742"/>
                  </a:lnTo>
                  <a:lnTo>
                    <a:pt x="1797186" y="1430742"/>
                  </a:lnTo>
                  <a:lnTo>
                    <a:pt x="1793882" y="1430742"/>
                  </a:lnTo>
                  <a:lnTo>
                    <a:pt x="1790579" y="1430742"/>
                  </a:lnTo>
                  <a:lnTo>
                    <a:pt x="1787275" y="1430742"/>
                  </a:lnTo>
                  <a:lnTo>
                    <a:pt x="1783971" y="1430742"/>
                  </a:lnTo>
                  <a:lnTo>
                    <a:pt x="1780668" y="1430742"/>
                  </a:lnTo>
                  <a:lnTo>
                    <a:pt x="1777364" y="1430742"/>
                  </a:lnTo>
                  <a:lnTo>
                    <a:pt x="1774061" y="1430742"/>
                  </a:lnTo>
                  <a:lnTo>
                    <a:pt x="1770757" y="1430742"/>
                  </a:lnTo>
                  <a:lnTo>
                    <a:pt x="1767453" y="1430742"/>
                  </a:lnTo>
                  <a:lnTo>
                    <a:pt x="1764150" y="1430742"/>
                  </a:lnTo>
                  <a:lnTo>
                    <a:pt x="1760846" y="1430742"/>
                  </a:lnTo>
                  <a:lnTo>
                    <a:pt x="1757542" y="1430742"/>
                  </a:lnTo>
                  <a:lnTo>
                    <a:pt x="1754239" y="1430742"/>
                  </a:lnTo>
                  <a:lnTo>
                    <a:pt x="1750935" y="1430742"/>
                  </a:lnTo>
                  <a:lnTo>
                    <a:pt x="1747631" y="1430742"/>
                  </a:lnTo>
                  <a:lnTo>
                    <a:pt x="1744328" y="1430742"/>
                  </a:lnTo>
                  <a:lnTo>
                    <a:pt x="1741024" y="1430742"/>
                  </a:lnTo>
                  <a:lnTo>
                    <a:pt x="1737720" y="1430742"/>
                  </a:lnTo>
                  <a:lnTo>
                    <a:pt x="1734417" y="1430742"/>
                  </a:lnTo>
                  <a:lnTo>
                    <a:pt x="1731113" y="1430742"/>
                  </a:lnTo>
                  <a:lnTo>
                    <a:pt x="1727809" y="1430742"/>
                  </a:lnTo>
                  <a:lnTo>
                    <a:pt x="1724506" y="1430742"/>
                  </a:lnTo>
                  <a:lnTo>
                    <a:pt x="1721202" y="1430742"/>
                  </a:lnTo>
                  <a:lnTo>
                    <a:pt x="1717898" y="1430742"/>
                  </a:lnTo>
                  <a:lnTo>
                    <a:pt x="1714595" y="1430742"/>
                  </a:lnTo>
                  <a:lnTo>
                    <a:pt x="1711291" y="1430742"/>
                  </a:lnTo>
                  <a:lnTo>
                    <a:pt x="1707987" y="1430742"/>
                  </a:lnTo>
                  <a:lnTo>
                    <a:pt x="1704684" y="1430742"/>
                  </a:lnTo>
                  <a:lnTo>
                    <a:pt x="1701380" y="1430742"/>
                  </a:lnTo>
                  <a:lnTo>
                    <a:pt x="1698077" y="1430742"/>
                  </a:lnTo>
                  <a:lnTo>
                    <a:pt x="1694773" y="1430742"/>
                  </a:lnTo>
                  <a:lnTo>
                    <a:pt x="1691469" y="1430742"/>
                  </a:lnTo>
                  <a:lnTo>
                    <a:pt x="1688166" y="1430742"/>
                  </a:lnTo>
                  <a:lnTo>
                    <a:pt x="1684862" y="1430742"/>
                  </a:lnTo>
                  <a:lnTo>
                    <a:pt x="1681558" y="1430742"/>
                  </a:lnTo>
                  <a:lnTo>
                    <a:pt x="1678255" y="1430742"/>
                  </a:lnTo>
                  <a:lnTo>
                    <a:pt x="1674951" y="1430742"/>
                  </a:lnTo>
                  <a:lnTo>
                    <a:pt x="1671647" y="1430742"/>
                  </a:lnTo>
                  <a:lnTo>
                    <a:pt x="1668344" y="1430742"/>
                  </a:lnTo>
                  <a:lnTo>
                    <a:pt x="1665040" y="1430742"/>
                  </a:lnTo>
                  <a:lnTo>
                    <a:pt x="1661736" y="1430742"/>
                  </a:lnTo>
                  <a:lnTo>
                    <a:pt x="1658433" y="1430742"/>
                  </a:lnTo>
                  <a:lnTo>
                    <a:pt x="1655129" y="1430742"/>
                  </a:lnTo>
                  <a:lnTo>
                    <a:pt x="1651825" y="1430742"/>
                  </a:lnTo>
                  <a:lnTo>
                    <a:pt x="1648522" y="1430742"/>
                  </a:lnTo>
                  <a:lnTo>
                    <a:pt x="1645218" y="1430742"/>
                  </a:lnTo>
                  <a:lnTo>
                    <a:pt x="1641914" y="1430742"/>
                  </a:lnTo>
                  <a:lnTo>
                    <a:pt x="1638611" y="1430742"/>
                  </a:lnTo>
                  <a:lnTo>
                    <a:pt x="1635307" y="1430742"/>
                  </a:lnTo>
                  <a:lnTo>
                    <a:pt x="1632004" y="1430742"/>
                  </a:lnTo>
                  <a:lnTo>
                    <a:pt x="1628700" y="1430742"/>
                  </a:lnTo>
                  <a:lnTo>
                    <a:pt x="1625396" y="1430742"/>
                  </a:lnTo>
                  <a:lnTo>
                    <a:pt x="1622093" y="1430742"/>
                  </a:lnTo>
                  <a:lnTo>
                    <a:pt x="1618789" y="1430742"/>
                  </a:lnTo>
                  <a:lnTo>
                    <a:pt x="1615485" y="1430742"/>
                  </a:lnTo>
                  <a:lnTo>
                    <a:pt x="1612182" y="1430742"/>
                  </a:lnTo>
                  <a:lnTo>
                    <a:pt x="1608878" y="1430742"/>
                  </a:lnTo>
                  <a:lnTo>
                    <a:pt x="1605574" y="1430742"/>
                  </a:lnTo>
                  <a:lnTo>
                    <a:pt x="1602271" y="1430742"/>
                  </a:lnTo>
                  <a:lnTo>
                    <a:pt x="1598967" y="1430742"/>
                  </a:lnTo>
                  <a:lnTo>
                    <a:pt x="1595663" y="1430742"/>
                  </a:lnTo>
                  <a:lnTo>
                    <a:pt x="1592360" y="1430742"/>
                  </a:lnTo>
                  <a:lnTo>
                    <a:pt x="1589056" y="1430742"/>
                  </a:lnTo>
                  <a:lnTo>
                    <a:pt x="1585752" y="1430742"/>
                  </a:lnTo>
                  <a:lnTo>
                    <a:pt x="1582449" y="1430742"/>
                  </a:lnTo>
                  <a:lnTo>
                    <a:pt x="1579145" y="1430742"/>
                  </a:lnTo>
                  <a:lnTo>
                    <a:pt x="1575841" y="1430742"/>
                  </a:lnTo>
                  <a:lnTo>
                    <a:pt x="1572538" y="1430742"/>
                  </a:lnTo>
                  <a:lnTo>
                    <a:pt x="1569234" y="1430742"/>
                  </a:lnTo>
                  <a:lnTo>
                    <a:pt x="1565930" y="1430742"/>
                  </a:lnTo>
                  <a:lnTo>
                    <a:pt x="1562627" y="1430742"/>
                  </a:lnTo>
                  <a:lnTo>
                    <a:pt x="1559323" y="1430742"/>
                  </a:lnTo>
                  <a:lnTo>
                    <a:pt x="1556020" y="1430742"/>
                  </a:lnTo>
                  <a:lnTo>
                    <a:pt x="1552716" y="1430742"/>
                  </a:lnTo>
                  <a:lnTo>
                    <a:pt x="1549412" y="1430742"/>
                  </a:lnTo>
                  <a:lnTo>
                    <a:pt x="1546109" y="1430742"/>
                  </a:lnTo>
                  <a:lnTo>
                    <a:pt x="1542805" y="1430742"/>
                  </a:lnTo>
                  <a:lnTo>
                    <a:pt x="1539501" y="1430742"/>
                  </a:lnTo>
                  <a:lnTo>
                    <a:pt x="1536198" y="1430742"/>
                  </a:lnTo>
                  <a:lnTo>
                    <a:pt x="1532894" y="1430742"/>
                  </a:lnTo>
                  <a:lnTo>
                    <a:pt x="1529590" y="1430742"/>
                  </a:lnTo>
                  <a:lnTo>
                    <a:pt x="1526287" y="1430742"/>
                  </a:lnTo>
                  <a:lnTo>
                    <a:pt x="1522983" y="1430742"/>
                  </a:lnTo>
                  <a:lnTo>
                    <a:pt x="1519679" y="1430742"/>
                  </a:lnTo>
                  <a:lnTo>
                    <a:pt x="1516376" y="1430742"/>
                  </a:lnTo>
                  <a:lnTo>
                    <a:pt x="1513072" y="1430742"/>
                  </a:lnTo>
                  <a:lnTo>
                    <a:pt x="1509768" y="1430742"/>
                  </a:lnTo>
                  <a:lnTo>
                    <a:pt x="1506465" y="1430742"/>
                  </a:lnTo>
                  <a:lnTo>
                    <a:pt x="1503161" y="1430742"/>
                  </a:lnTo>
                  <a:lnTo>
                    <a:pt x="1499857" y="1430742"/>
                  </a:lnTo>
                  <a:lnTo>
                    <a:pt x="1496554" y="1430742"/>
                  </a:lnTo>
                  <a:lnTo>
                    <a:pt x="1493250" y="1430742"/>
                  </a:lnTo>
                  <a:lnTo>
                    <a:pt x="1489946" y="1430742"/>
                  </a:lnTo>
                  <a:lnTo>
                    <a:pt x="1486643" y="1430742"/>
                  </a:lnTo>
                  <a:lnTo>
                    <a:pt x="1483339" y="1430742"/>
                  </a:lnTo>
                  <a:lnTo>
                    <a:pt x="1480036" y="1430742"/>
                  </a:lnTo>
                  <a:lnTo>
                    <a:pt x="1476732" y="1430742"/>
                  </a:lnTo>
                  <a:lnTo>
                    <a:pt x="1473428" y="1430742"/>
                  </a:lnTo>
                  <a:lnTo>
                    <a:pt x="1470125" y="1430742"/>
                  </a:lnTo>
                  <a:lnTo>
                    <a:pt x="1466821" y="1430742"/>
                  </a:lnTo>
                  <a:lnTo>
                    <a:pt x="1463517" y="1430742"/>
                  </a:lnTo>
                  <a:lnTo>
                    <a:pt x="1460214" y="1430742"/>
                  </a:lnTo>
                  <a:lnTo>
                    <a:pt x="1456910" y="1430742"/>
                  </a:lnTo>
                  <a:lnTo>
                    <a:pt x="1453606" y="1430742"/>
                  </a:lnTo>
                  <a:lnTo>
                    <a:pt x="1450303" y="1430742"/>
                  </a:lnTo>
                  <a:lnTo>
                    <a:pt x="1446999" y="1430742"/>
                  </a:lnTo>
                  <a:lnTo>
                    <a:pt x="1443695" y="1430742"/>
                  </a:lnTo>
                  <a:lnTo>
                    <a:pt x="1440392" y="1430742"/>
                  </a:lnTo>
                  <a:lnTo>
                    <a:pt x="1437088" y="1430742"/>
                  </a:lnTo>
                  <a:lnTo>
                    <a:pt x="1433784" y="1430742"/>
                  </a:lnTo>
                  <a:lnTo>
                    <a:pt x="1430481" y="1430742"/>
                  </a:lnTo>
                  <a:lnTo>
                    <a:pt x="1427177" y="1430742"/>
                  </a:lnTo>
                  <a:lnTo>
                    <a:pt x="1423873" y="1430742"/>
                  </a:lnTo>
                  <a:lnTo>
                    <a:pt x="1420570" y="1430742"/>
                  </a:lnTo>
                  <a:lnTo>
                    <a:pt x="1417266" y="1430742"/>
                  </a:lnTo>
                  <a:lnTo>
                    <a:pt x="1413962" y="1430742"/>
                  </a:lnTo>
                  <a:lnTo>
                    <a:pt x="1410659" y="1430742"/>
                  </a:lnTo>
                  <a:lnTo>
                    <a:pt x="1407355" y="1430742"/>
                  </a:lnTo>
                  <a:lnTo>
                    <a:pt x="1404052" y="1430742"/>
                  </a:lnTo>
                  <a:lnTo>
                    <a:pt x="1400748" y="1430742"/>
                  </a:lnTo>
                  <a:lnTo>
                    <a:pt x="1397444" y="1430742"/>
                  </a:lnTo>
                  <a:lnTo>
                    <a:pt x="1394141" y="1430742"/>
                  </a:lnTo>
                  <a:lnTo>
                    <a:pt x="1390837" y="1430742"/>
                  </a:lnTo>
                  <a:lnTo>
                    <a:pt x="1387533" y="1430742"/>
                  </a:lnTo>
                  <a:lnTo>
                    <a:pt x="1384230" y="1430742"/>
                  </a:lnTo>
                  <a:lnTo>
                    <a:pt x="1380926" y="1430742"/>
                  </a:lnTo>
                  <a:lnTo>
                    <a:pt x="1377622" y="1430742"/>
                  </a:lnTo>
                  <a:lnTo>
                    <a:pt x="1374319" y="1430742"/>
                  </a:lnTo>
                  <a:lnTo>
                    <a:pt x="1371015" y="1430742"/>
                  </a:lnTo>
                  <a:lnTo>
                    <a:pt x="1367711" y="1430742"/>
                  </a:lnTo>
                  <a:lnTo>
                    <a:pt x="1364408" y="1430742"/>
                  </a:lnTo>
                  <a:lnTo>
                    <a:pt x="1361104" y="1430742"/>
                  </a:lnTo>
                  <a:lnTo>
                    <a:pt x="1357800" y="1430742"/>
                  </a:lnTo>
                  <a:lnTo>
                    <a:pt x="1354497" y="1430742"/>
                  </a:lnTo>
                  <a:lnTo>
                    <a:pt x="1351193" y="1430742"/>
                  </a:lnTo>
                  <a:lnTo>
                    <a:pt x="1347889" y="1430742"/>
                  </a:lnTo>
                  <a:lnTo>
                    <a:pt x="1344586" y="1430742"/>
                  </a:lnTo>
                  <a:lnTo>
                    <a:pt x="1341282" y="1430742"/>
                  </a:lnTo>
                  <a:lnTo>
                    <a:pt x="1337978" y="1430742"/>
                  </a:lnTo>
                  <a:lnTo>
                    <a:pt x="1334675" y="1430742"/>
                  </a:lnTo>
                  <a:lnTo>
                    <a:pt x="1331371" y="1430742"/>
                  </a:lnTo>
                  <a:lnTo>
                    <a:pt x="1328068" y="1430742"/>
                  </a:lnTo>
                  <a:lnTo>
                    <a:pt x="1324764" y="1430742"/>
                  </a:lnTo>
                  <a:lnTo>
                    <a:pt x="1321460" y="1430742"/>
                  </a:lnTo>
                  <a:lnTo>
                    <a:pt x="1318157" y="1430742"/>
                  </a:lnTo>
                  <a:lnTo>
                    <a:pt x="1314853" y="1430742"/>
                  </a:lnTo>
                  <a:lnTo>
                    <a:pt x="1311549" y="1430742"/>
                  </a:lnTo>
                  <a:lnTo>
                    <a:pt x="1308246" y="1430742"/>
                  </a:lnTo>
                  <a:lnTo>
                    <a:pt x="1304942" y="1430742"/>
                  </a:lnTo>
                  <a:lnTo>
                    <a:pt x="1301638" y="1430742"/>
                  </a:lnTo>
                  <a:lnTo>
                    <a:pt x="1298335" y="1430742"/>
                  </a:lnTo>
                  <a:lnTo>
                    <a:pt x="1295031" y="1430742"/>
                  </a:lnTo>
                  <a:lnTo>
                    <a:pt x="1291727" y="1430742"/>
                  </a:lnTo>
                  <a:lnTo>
                    <a:pt x="1288424" y="1430742"/>
                  </a:lnTo>
                  <a:lnTo>
                    <a:pt x="1285120" y="1430742"/>
                  </a:lnTo>
                  <a:lnTo>
                    <a:pt x="1281816" y="1430742"/>
                  </a:lnTo>
                  <a:lnTo>
                    <a:pt x="1278513" y="1430742"/>
                  </a:lnTo>
                  <a:lnTo>
                    <a:pt x="1275209" y="1430742"/>
                  </a:lnTo>
                  <a:lnTo>
                    <a:pt x="1271905" y="1430742"/>
                  </a:lnTo>
                  <a:lnTo>
                    <a:pt x="1268602" y="1430742"/>
                  </a:lnTo>
                  <a:lnTo>
                    <a:pt x="1265298" y="1430742"/>
                  </a:lnTo>
                  <a:lnTo>
                    <a:pt x="1261994" y="1430742"/>
                  </a:lnTo>
                  <a:lnTo>
                    <a:pt x="1258691" y="1430742"/>
                  </a:lnTo>
                  <a:lnTo>
                    <a:pt x="1255387" y="1430742"/>
                  </a:lnTo>
                  <a:lnTo>
                    <a:pt x="1252084" y="1430742"/>
                  </a:lnTo>
                  <a:lnTo>
                    <a:pt x="1248780" y="1430742"/>
                  </a:lnTo>
                  <a:lnTo>
                    <a:pt x="1245476" y="1430742"/>
                  </a:lnTo>
                  <a:lnTo>
                    <a:pt x="1242173" y="1430742"/>
                  </a:lnTo>
                  <a:lnTo>
                    <a:pt x="1238869" y="1430742"/>
                  </a:lnTo>
                  <a:lnTo>
                    <a:pt x="1235565" y="1430742"/>
                  </a:lnTo>
                  <a:lnTo>
                    <a:pt x="1232262" y="1430742"/>
                  </a:lnTo>
                  <a:lnTo>
                    <a:pt x="1228958" y="1430742"/>
                  </a:lnTo>
                  <a:lnTo>
                    <a:pt x="1225654" y="1430742"/>
                  </a:lnTo>
                  <a:lnTo>
                    <a:pt x="1222351" y="1430742"/>
                  </a:lnTo>
                  <a:lnTo>
                    <a:pt x="1219047" y="1430742"/>
                  </a:lnTo>
                  <a:lnTo>
                    <a:pt x="1215743" y="1430742"/>
                  </a:lnTo>
                  <a:lnTo>
                    <a:pt x="1212440" y="1430742"/>
                  </a:lnTo>
                  <a:lnTo>
                    <a:pt x="1209136" y="1430742"/>
                  </a:lnTo>
                  <a:lnTo>
                    <a:pt x="1205832" y="1430742"/>
                  </a:lnTo>
                  <a:lnTo>
                    <a:pt x="1202529" y="1430742"/>
                  </a:lnTo>
                  <a:lnTo>
                    <a:pt x="1199225" y="1430742"/>
                  </a:lnTo>
                  <a:lnTo>
                    <a:pt x="1195921" y="1430742"/>
                  </a:lnTo>
                  <a:lnTo>
                    <a:pt x="1192618" y="1430742"/>
                  </a:lnTo>
                  <a:lnTo>
                    <a:pt x="1189314" y="1430742"/>
                  </a:lnTo>
                  <a:lnTo>
                    <a:pt x="1186011" y="1430742"/>
                  </a:lnTo>
                  <a:lnTo>
                    <a:pt x="1182707" y="1430742"/>
                  </a:lnTo>
                  <a:lnTo>
                    <a:pt x="1179403" y="1430742"/>
                  </a:lnTo>
                  <a:lnTo>
                    <a:pt x="1176100" y="1430742"/>
                  </a:lnTo>
                  <a:lnTo>
                    <a:pt x="1172796" y="1430742"/>
                  </a:lnTo>
                  <a:lnTo>
                    <a:pt x="1169492" y="1430742"/>
                  </a:lnTo>
                  <a:lnTo>
                    <a:pt x="1166189" y="1430742"/>
                  </a:lnTo>
                  <a:lnTo>
                    <a:pt x="1162885" y="1430742"/>
                  </a:lnTo>
                  <a:lnTo>
                    <a:pt x="1159581" y="1430742"/>
                  </a:lnTo>
                  <a:lnTo>
                    <a:pt x="1156278" y="1430742"/>
                  </a:lnTo>
                  <a:lnTo>
                    <a:pt x="1152974" y="1430742"/>
                  </a:lnTo>
                  <a:lnTo>
                    <a:pt x="1149670" y="1430742"/>
                  </a:lnTo>
                  <a:lnTo>
                    <a:pt x="1146367" y="1430742"/>
                  </a:lnTo>
                  <a:lnTo>
                    <a:pt x="1143063" y="1430742"/>
                  </a:lnTo>
                  <a:lnTo>
                    <a:pt x="1139759" y="1430742"/>
                  </a:lnTo>
                  <a:lnTo>
                    <a:pt x="1136456" y="1430742"/>
                  </a:lnTo>
                  <a:lnTo>
                    <a:pt x="1133152" y="1430742"/>
                  </a:lnTo>
                  <a:lnTo>
                    <a:pt x="1129848" y="1430742"/>
                  </a:lnTo>
                  <a:lnTo>
                    <a:pt x="1126545" y="1430742"/>
                  </a:lnTo>
                  <a:lnTo>
                    <a:pt x="1123241" y="1430742"/>
                  </a:lnTo>
                  <a:lnTo>
                    <a:pt x="1119937" y="1430742"/>
                  </a:lnTo>
                  <a:lnTo>
                    <a:pt x="1116634" y="1430742"/>
                  </a:lnTo>
                  <a:lnTo>
                    <a:pt x="1113330" y="1430742"/>
                  </a:lnTo>
                  <a:lnTo>
                    <a:pt x="1110027" y="1430742"/>
                  </a:lnTo>
                  <a:lnTo>
                    <a:pt x="1106723" y="1430742"/>
                  </a:lnTo>
                  <a:lnTo>
                    <a:pt x="1103419" y="1430742"/>
                  </a:lnTo>
                  <a:lnTo>
                    <a:pt x="1100116" y="1430742"/>
                  </a:lnTo>
                  <a:lnTo>
                    <a:pt x="1096812" y="1430742"/>
                  </a:lnTo>
                  <a:lnTo>
                    <a:pt x="1093508" y="1430742"/>
                  </a:lnTo>
                  <a:lnTo>
                    <a:pt x="1090205" y="1430742"/>
                  </a:lnTo>
                  <a:lnTo>
                    <a:pt x="1086901" y="1430742"/>
                  </a:lnTo>
                  <a:lnTo>
                    <a:pt x="1083597" y="1430742"/>
                  </a:lnTo>
                  <a:lnTo>
                    <a:pt x="1080294" y="1430742"/>
                  </a:lnTo>
                  <a:lnTo>
                    <a:pt x="1076990" y="1430742"/>
                  </a:lnTo>
                  <a:lnTo>
                    <a:pt x="1073686" y="1430742"/>
                  </a:lnTo>
                  <a:lnTo>
                    <a:pt x="1070383" y="1430742"/>
                  </a:lnTo>
                  <a:lnTo>
                    <a:pt x="1067079" y="1430742"/>
                  </a:lnTo>
                  <a:lnTo>
                    <a:pt x="1063775" y="1430742"/>
                  </a:lnTo>
                  <a:lnTo>
                    <a:pt x="1060472" y="1430742"/>
                  </a:lnTo>
                  <a:lnTo>
                    <a:pt x="1057168" y="1430742"/>
                  </a:lnTo>
                  <a:lnTo>
                    <a:pt x="1053864" y="1430742"/>
                  </a:lnTo>
                  <a:lnTo>
                    <a:pt x="1050561" y="1430742"/>
                  </a:lnTo>
                  <a:lnTo>
                    <a:pt x="1047257" y="1430742"/>
                  </a:lnTo>
                  <a:lnTo>
                    <a:pt x="1043953" y="1430742"/>
                  </a:lnTo>
                  <a:lnTo>
                    <a:pt x="1040650" y="1430742"/>
                  </a:lnTo>
                  <a:lnTo>
                    <a:pt x="1037346" y="1430742"/>
                  </a:lnTo>
                  <a:lnTo>
                    <a:pt x="1034043" y="1430742"/>
                  </a:lnTo>
                  <a:lnTo>
                    <a:pt x="1030739" y="1430742"/>
                  </a:lnTo>
                  <a:lnTo>
                    <a:pt x="1027435" y="1430742"/>
                  </a:lnTo>
                  <a:lnTo>
                    <a:pt x="1024132" y="1430742"/>
                  </a:lnTo>
                  <a:lnTo>
                    <a:pt x="1020828" y="1430742"/>
                  </a:lnTo>
                  <a:lnTo>
                    <a:pt x="1017524" y="1430742"/>
                  </a:lnTo>
                  <a:lnTo>
                    <a:pt x="1014221" y="1430742"/>
                  </a:lnTo>
                  <a:lnTo>
                    <a:pt x="1010917" y="1430742"/>
                  </a:lnTo>
                  <a:lnTo>
                    <a:pt x="1007613" y="1430742"/>
                  </a:lnTo>
                  <a:lnTo>
                    <a:pt x="1004310" y="1430742"/>
                  </a:lnTo>
                  <a:lnTo>
                    <a:pt x="1001006" y="1430742"/>
                  </a:lnTo>
                  <a:lnTo>
                    <a:pt x="997702" y="1430742"/>
                  </a:lnTo>
                  <a:lnTo>
                    <a:pt x="994399" y="1430742"/>
                  </a:lnTo>
                  <a:lnTo>
                    <a:pt x="991095" y="1430742"/>
                  </a:lnTo>
                  <a:lnTo>
                    <a:pt x="987791" y="1430742"/>
                  </a:lnTo>
                  <a:lnTo>
                    <a:pt x="984488" y="1430742"/>
                  </a:lnTo>
                  <a:lnTo>
                    <a:pt x="981184" y="1430742"/>
                  </a:lnTo>
                  <a:lnTo>
                    <a:pt x="977880" y="1430742"/>
                  </a:lnTo>
                  <a:lnTo>
                    <a:pt x="974577" y="1430742"/>
                  </a:lnTo>
                  <a:lnTo>
                    <a:pt x="971273" y="1430742"/>
                  </a:lnTo>
                  <a:lnTo>
                    <a:pt x="967969" y="1430742"/>
                  </a:lnTo>
                  <a:lnTo>
                    <a:pt x="964666" y="1430742"/>
                  </a:lnTo>
                  <a:lnTo>
                    <a:pt x="961362" y="1430742"/>
                  </a:lnTo>
                  <a:lnTo>
                    <a:pt x="958059" y="1430742"/>
                  </a:lnTo>
                  <a:lnTo>
                    <a:pt x="954755" y="1430742"/>
                  </a:lnTo>
                  <a:lnTo>
                    <a:pt x="951451" y="1430742"/>
                  </a:lnTo>
                  <a:lnTo>
                    <a:pt x="948148" y="1430742"/>
                  </a:lnTo>
                  <a:lnTo>
                    <a:pt x="944844" y="1430742"/>
                  </a:lnTo>
                  <a:lnTo>
                    <a:pt x="941540" y="1430742"/>
                  </a:lnTo>
                  <a:lnTo>
                    <a:pt x="938237" y="1430742"/>
                  </a:lnTo>
                  <a:lnTo>
                    <a:pt x="934933" y="1430742"/>
                  </a:lnTo>
                  <a:lnTo>
                    <a:pt x="931629" y="1430742"/>
                  </a:lnTo>
                  <a:lnTo>
                    <a:pt x="928326" y="1430742"/>
                  </a:lnTo>
                  <a:lnTo>
                    <a:pt x="925022" y="1430742"/>
                  </a:lnTo>
                  <a:lnTo>
                    <a:pt x="921718" y="1430742"/>
                  </a:lnTo>
                  <a:lnTo>
                    <a:pt x="918415" y="1430742"/>
                  </a:lnTo>
                  <a:lnTo>
                    <a:pt x="915111" y="1430742"/>
                  </a:lnTo>
                  <a:lnTo>
                    <a:pt x="911807" y="1430742"/>
                  </a:lnTo>
                  <a:lnTo>
                    <a:pt x="908504" y="1430742"/>
                  </a:lnTo>
                  <a:lnTo>
                    <a:pt x="905200" y="1430742"/>
                  </a:lnTo>
                  <a:lnTo>
                    <a:pt x="901896" y="1430742"/>
                  </a:lnTo>
                  <a:lnTo>
                    <a:pt x="898593" y="1430742"/>
                  </a:lnTo>
                  <a:lnTo>
                    <a:pt x="895289" y="1430742"/>
                  </a:lnTo>
                  <a:lnTo>
                    <a:pt x="891985" y="1430742"/>
                  </a:lnTo>
                  <a:lnTo>
                    <a:pt x="888682" y="1430742"/>
                  </a:lnTo>
                  <a:lnTo>
                    <a:pt x="885378" y="1430742"/>
                  </a:lnTo>
                  <a:lnTo>
                    <a:pt x="882075" y="1430742"/>
                  </a:lnTo>
                  <a:lnTo>
                    <a:pt x="878771" y="1430742"/>
                  </a:lnTo>
                  <a:lnTo>
                    <a:pt x="875467" y="1430742"/>
                  </a:lnTo>
                  <a:lnTo>
                    <a:pt x="872164" y="1430742"/>
                  </a:lnTo>
                  <a:lnTo>
                    <a:pt x="868860" y="1430742"/>
                  </a:lnTo>
                  <a:lnTo>
                    <a:pt x="865556" y="1430742"/>
                  </a:lnTo>
                  <a:lnTo>
                    <a:pt x="862253" y="1430742"/>
                  </a:lnTo>
                  <a:lnTo>
                    <a:pt x="858949" y="1430742"/>
                  </a:lnTo>
                  <a:lnTo>
                    <a:pt x="855645" y="1430742"/>
                  </a:lnTo>
                  <a:lnTo>
                    <a:pt x="852342" y="1430742"/>
                  </a:lnTo>
                  <a:lnTo>
                    <a:pt x="849038" y="1430742"/>
                  </a:lnTo>
                  <a:lnTo>
                    <a:pt x="845734" y="1430742"/>
                  </a:lnTo>
                  <a:lnTo>
                    <a:pt x="842431" y="1430742"/>
                  </a:lnTo>
                  <a:lnTo>
                    <a:pt x="839127" y="1430742"/>
                  </a:lnTo>
                  <a:lnTo>
                    <a:pt x="835823" y="1430742"/>
                  </a:lnTo>
                  <a:lnTo>
                    <a:pt x="832520" y="1430742"/>
                  </a:lnTo>
                  <a:lnTo>
                    <a:pt x="829216" y="1430742"/>
                  </a:lnTo>
                  <a:lnTo>
                    <a:pt x="825912" y="1430742"/>
                  </a:lnTo>
                  <a:lnTo>
                    <a:pt x="822609" y="1430742"/>
                  </a:lnTo>
                  <a:lnTo>
                    <a:pt x="819305" y="1430742"/>
                  </a:lnTo>
                  <a:lnTo>
                    <a:pt x="816002" y="1430742"/>
                  </a:lnTo>
                  <a:lnTo>
                    <a:pt x="812698" y="1430742"/>
                  </a:lnTo>
                  <a:lnTo>
                    <a:pt x="809394" y="1430742"/>
                  </a:lnTo>
                  <a:lnTo>
                    <a:pt x="806091" y="1430742"/>
                  </a:lnTo>
                  <a:lnTo>
                    <a:pt x="802787" y="1430742"/>
                  </a:lnTo>
                  <a:lnTo>
                    <a:pt x="799483" y="1430742"/>
                  </a:lnTo>
                  <a:lnTo>
                    <a:pt x="796180" y="1430742"/>
                  </a:lnTo>
                  <a:lnTo>
                    <a:pt x="792876" y="1430742"/>
                  </a:lnTo>
                  <a:lnTo>
                    <a:pt x="789572" y="1430742"/>
                  </a:lnTo>
                  <a:lnTo>
                    <a:pt x="786269" y="1430742"/>
                  </a:lnTo>
                  <a:lnTo>
                    <a:pt x="782965" y="1430742"/>
                  </a:lnTo>
                  <a:lnTo>
                    <a:pt x="779661" y="1430742"/>
                  </a:lnTo>
                  <a:lnTo>
                    <a:pt x="776358" y="1430742"/>
                  </a:lnTo>
                  <a:lnTo>
                    <a:pt x="773054" y="1430742"/>
                  </a:lnTo>
                  <a:lnTo>
                    <a:pt x="769750" y="1430742"/>
                  </a:lnTo>
                  <a:lnTo>
                    <a:pt x="766447" y="1430742"/>
                  </a:lnTo>
                  <a:lnTo>
                    <a:pt x="763143" y="1430742"/>
                  </a:lnTo>
                  <a:lnTo>
                    <a:pt x="759839" y="1430742"/>
                  </a:lnTo>
                  <a:lnTo>
                    <a:pt x="756536" y="1430742"/>
                  </a:lnTo>
                  <a:lnTo>
                    <a:pt x="753232" y="1430742"/>
                  </a:lnTo>
                  <a:lnTo>
                    <a:pt x="749928" y="1430742"/>
                  </a:lnTo>
                  <a:lnTo>
                    <a:pt x="746625" y="1430742"/>
                  </a:lnTo>
                  <a:lnTo>
                    <a:pt x="743321" y="1430742"/>
                  </a:lnTo>
                  <a:lnTo>
                    <a:pt x="740018" y="1430742"/>
                  </a:lnTo>
                  <a:lnTo>
                    <a:pt x="736714" y="1430742"/>
                  </a:lnTo>
                  <a:lnTo>
                    <a:pt x="733410" y="1430742"/>
                  </a:lnTo>
                  <a:lnTo>
                    <a:pt x="730107" y="1430742"/>
                  </a:lnTo>
                  <a:lnTo>
                    <a:pt x="726803" y="1430742"/>
                  </a:lnTo>
                  <a:lnTo>
                    <a:pt x="723499" y="1430742"/>
                  </a:lnTo>
                  <a:lnTo>
                    <a:pt x="720196" y="1430742"/>
                  </a:lnTo>
                  <a:lnTo>
                    <a:pt x="716892" y="1430742"/>
                  </a:lnTo>
                  <a:lnTo>
                    <a:pt x="713588" y="1430742"/>
                  </a:lnTo>
                  <a:lnTo>
                    <a:pt x="710285" y="1430742"/>
                  </a:lnTo>
                  <a:lnTo>
                    <a:pt x="706981" y="1430742"/>
                  </a:lnTo>
                  <a:lnTo>
                    <a:pt x="703677" y="1430742"/>
                  </a:lnTo>
                  <a:lnTo>
                    <a:pt x="700374" y="1430742"/>
                  </a:lnTo>
                  <a:lnTo>
                    <a:pt x="697070" y="1430742"/>
                  </a:lnTo>
                  <a:lnTo>
                    <a:pt x="693766" y="1430742"/>
                  </a:lnTo>
                  <a:lnTo>
                    <a:pt x="690463" y="1430742"/>
                  </a:lnTo>
                  <a:lnTo>
                    <a:pt x="687159" y="1430742"/>
                  </a:lnTo>
                  <a:lnTo>
                    <a:pt x="683855" y="1430742"/>
                  </a:lnTo>
                  <a:lnTo>
                    <a:pt x="680552" y="1430742"/>
                  </a:lnTo>
                  <a:lnTo>
                    <a:pt x="677248" y="1430742"/>
                  </a:lnTo>
                  <a:lnTo>
                    <a:pt x="673944" y="1430742"/>
                  </a:lnTo>
                  <a:lnTo>
                    <a:pt x="670641" y="1430742"/>
                  </a:lnTo>
                  <a:lnTo>
                    <a:pt x="667337" y="1430742"/>
                  </a:lnTo>
                  <a:lnTo>
                    <a:pt x="664034" y="1430742"/>
                  </a:lnTo>
                  <a:lnTo>
                    <a:pt x="660730" y="1430742"/>
                  </a:lnTo>
                  <a:lnTo>
                    <a:pt x="657426" y="1430742"/>
                  </a:lnTo>
                  <a:lnTo>
                    <a:pt x="654123" y="1430742"/>
                  </a:lnTo>
                  <a:lnTo>
                    <a:pt x="650819" y="1430742"/>
                  </a:lnTo>
                  <a:lnTo>
                    <a:pt x="647515" y="1430742"/>
                  </a:lnTo>
                  <a:lnTo>
                    <a:pt x="644212" y="1430742"/>
                  </a:lnTo>
                  <a:lnTo>
                    <a:pt x="640908" y="1430742"/>
                  </a:lnTo>
                  <a:lnTo>
                    <a:pt x="637604" y="1430742"/>
                  </a:lnTo>
                  <a:lnTo>
                    <a:pt x="634301" y="1430742"/>
                  </a:lnTo>
                  <a:lnTo>
                    <a:pt x="630997" y="1430742"/>
                  </a:lnTo>
                  <a:lnTo>
                    <a:pt x="627693" y="1430742"/>
                  </a:lnTo>
                  <a:lnTo>
                    <a:pt x="624390" y="1430742"/>
                  </a:lnTo>
                  <a:lnTo>
                    <a:pt x="621086" y="1430742"/>
                  </a:lnTo>
                  <a:lnTo>
                    <a:pt x="617782" y="1430742"/>
                  </a:lnTo>
                  <a:lnTo>
                    <a:pt x="614479" y="1430742"/>
                  </a:lnTo>
                  <a:lnTo>
                    <a:pt x="611175" y="1430742"/>
                  </a:lnTo>
                  <a:lnTo>
                    <a:pt x="607871" y="1430742"/>
                  </a:lnTo>
                  <a:lnTo>
                    <a:pt x="604568" y="1430742"/>
                  </a:lnTo>
                  <a:lnTo>
                    <a:pt x="601264" y="1430742"/>
                  </a:lnTo>
                  <a:lnTo>
                    <a:pt x="597960" y="1430742"/>
                  </a:lnTo>
                  <a:lnTo>
                    <a:pt x="594657" y="1430742"/>
                  </a:lnTo>
                  <a:lnTo>
                    <a:pt x="591353" y="1430742"/>
                  </a:lnTo>
                  <a:lnTo>
                    <a:pt x="588050" y="1430742"/>
                  </a:lnTo>
                  <a:lnTo>
                    <a:pt x="584746" y="1430742"/>
                  </a:lnTo>
                  <a:lnTo>
                    <a:pt x="581442" y="1430742"/>
                  </a:lnTo>
                  <a:lnTo>
                    <a:pt x="578139" y="1430742"/>
                  </a:lnTo>
                  <a:lnTo>
                    <a:pt x="574835" y="1430742"/>
                  </a:lnTo>
                  <a:lnTo>
                    <a:pt x="571531" y="1430742"/>
                  </a:lnTo>
                  <a:lnTo>
                    <a:pt x="568228" y="1430742"/>
                  </a:lnTo>
                  <a:lnTo>
                    <a:pt x="564924" y="1430742"/>
                  </a:lnTo>
                  <a:lnTo>
                    <a:pt x="561620" y="1430742"/>
                  </a:lnTo>
                  <a:lnTo>
                    <a:pt x="558317" y="1430742"/>
                  </a:lnTo>
                  <a:lnTo>
                    <a:pt x="555013" y="1430742"/>
                  </a:lnTo>
                  <a:lnTo>
                    <a:pt x="551709" y="1430742"/>
                  </a:lnTo>
                  <a:lnTo>
                    <a:pt x="548406" y="1430742"/>
                  </a:lnTo>
                  <a:lnTo>
                    <a:pt x="545102" y="1430742"/>
                  </a:lnTo>
                  <a:lnTo>
                    <a:pt x="541798" y="1430742"/>
                  </a:lnTo>
                  <a:lnTo>
                    <a:pt x="538495" y="1430742"/>
                  </a:lnTo>
                  <a:lnTo>
                    <a:pt x="535191" y="1430742"/>
                  </a:lnTo>
                  <a:lnTo>
                    <a:pt x="531887" y="1430742"/>
                  </a:lnTo>
                  <a:lnTo>
                    <a:pt x="528584" y="1430742"/>
                  </a:lnTo>
                  <a:lnTo>
                    <a:pt x="525280" y="1430742"/>
                  </a:lnTo>
                  <a:lnTo>
                    <a:pt x="521976" y="1430742"/>
                  </a:lnTo>
                  <a:lnTo>
                    <a:pt x="518673" y="1430742"/>
                  </a:lnTo>
                  <a:lnTo>
                    <a:pt x="515369" y="1430742"/>
                  </a:lnTo>
                  <a:lnTo>
                    <a:pt x="512066" y="1430742"/>
                  </a:lnTo>
                  <a:lnTo>
                    <a:pt x="508762" y="1430742"/>
                  </a:lnTo>
                  <a:lnTo>
                    <a:pt x="505458" y="1430742"/>
                  </a:lnTo>
                  <a:lnTo>
                    <a:pt x="502155" y="1430742"/>
                  </a:lnTo>
                  <a:lnTo>
                    <a:pt x="498851" y="1430742"/>
                  </a:lnTo>
                  <a:lnTo>
                    <a:pt x="495547" y="1430742"/>
                  </a:lnTo>
                  <a:lnTo>
                    <a:pt x="492244" y="1430742"/>
                  </a:lnTo>
                  <a:lnTo>
                    <a:pt x="488940" y="1430742"/>
                  </a:lnTo>
                  <a:lnTo>
                    <a:pt x="485636" y="1430742"/>
                  </a:lnTo>
                  <a:lnTo>
                    <a:pt x="482333" y="1430742"/>
                  </a:lnTo>
                  <a:lnTo>
                    <a:pt x="479029" y="1430742"/>
                  </a:lnTo>
                  <a:lnTo>
                    <a:pt x="475725" y="1430742"/>
                  </a:lnTo>
                  <a:lnTo>
                    <a:pt x="472422" y="1430742"/>
                  </a:lnTo>
                  <a:lnTo>
                    <a:pt x="469118" y="1430742"/>
                  </a:lnTo>
                  <a:lnTo>
                    <a:pt x="465814" y="1430742"/>
                  </a:lnTo>
                  <a:lnTo>
                    <a:pt x="462511" y="1430742"/>
                  </a:lnTo>
                  <a:lnTo>
                    <a:pt x="459207" y="1430742"/>
                  </a:lnTo>
                  <a:lnTo>
                    <a:pt x="455903" y="1430742"/>
                  </a:lnTo>
                  <a:lnTo>
                    <a:pt x="452600" y="1430742"/>
                  </a:lnTo>
                  <a:lnTo>
                    <a:pt x="449296" y="1430742"/>
                  </a:lnTo>
                  <a:lnTo>
                    <a:pt x="445992" y="1430742"/>
                  </a:lnTo>
                  <a:lnTo>
                    <a:pt x="442689" y="1430742"/>
                  </a:lnTo>
                  <a:lnTo>
                    <a:pt x="439385" y="1430742"/>
                  </a:lnTo>
                  <a:lnTo>
                    <a:pt x="436082" y="1430742"/>
                  </a:lnTo>
                  <a:lnTo>
                    <a:pt x="432778" y="1430742"/>
                  </a:lnTo>
                  <a:lnTo>
                    <a:pt x="429474" y="1430742"/>
                  </a:lnTo>
                  <a:lnTo>
                    <a:pt x="426171" y="1430742"/>
                  </a:lnTo>
                  <a:lnTo>
                    <a:pt x="422867" y="1430742"/>
                  </a:lnTo>
                  <a:lnTo>
                    <a:pt x="419563" y="1430742"/>
                  </a:lnTo>
                  <a:lnTo>
                    <a:pt x="416260" y="1430742"/>
                  </a:lnTo>
                  <a:lnTo>
                    <a:pt x="412956" y="1430742"/>
                  </a:lnTo>
                  <a:lnTo>
                    <a:pt x="409652" y="1430742"/>
                  </a:lnTo>
                  <a:lnTo>
                    <a:pt x="406349" y="1430742"/>
                  </a:lnTo>
                  <a:lnTo>
                    <a:pt x="403045" y="1430742"/>
                  </a:lnTo>
                  <a:lnTo>
                    <a:pt x="399741" y="1430742"/>
                  </a:lnTo>
                  <a:lnTo>
                    <a:pt x="396438" y="1430742"/>
                  </a:lnTo>
                  <a:lnTo>
                    <a:pt x="393134" y="1430742"/>
                  </a:lnTo>
                  <a:lnTo>
                    <a:pt x="389830" y="1430742"/>
                  </a:lnTo>
                  <a:lnTo>
                    <a:pt x="386527" y="1430742"/>
                  </a:lnTo>
                  <a:lnTo>
                    <a:pt x="383223" y="1430742"/>
                  </a:lnTo>
                  <a:lnTo>
                    <a:pt x="379919" y="1430742"/>
                  </a:lnTo>
                  <a:lnTo>
                    <a:pt x="376616" y="1430742"/>
                  </a:lnTo>
                  <a:lnTo>
                    <a:pt x="373312" y="1430742"/>
                  </a:lnTo>
                  <a:lnTo>
                    <a:pt x="370009" y="1430742"/>
                  </a:lnTo>
                  <a:lnTo>
                    <a:pt x="366705" y="1430742"/>
                  </a:lnTo>
                  <a:lnTo>
                    <a:pt x="363401" y="1430742"/>
                  </a:lnTo>
                  <a:lnTo>
                    <a:pt x="360098" y="1430742"/>
                  </a:lnTo>
                  <a:lnTo>
                    <a:pt x="356794" y="1430742"/>
                  </a:lnTo>
                  <a:lnTo>
                    <a:pt x="353490" y="1430742"/>
                  </a:lnTo>
                  <a:lnTo>
                    <a:pt x="350187" y="1430742"/>
                  </a:lnTo>
                  <a:lnTo>
                    <a:pt x="346883" y="1430742"/>
                  </a:lnTo>
                  <a:lnTo>
                    <a:pt x="343579" y="1430742"/>
                  </a:lnTo>
                  <a:lnTo>
                    <a:pt x="340276" y="1430742"/>
                  </a:lnTo>
                  <a:lnTo>
                    <a:pt x="336972" y="1430742"/>
                  </a:lnTo>
                  <a:lnTo>
                    <a:pt x="333668" y="1430742"/>
                  </a:lnTo>
                  <a:lnTo>
                    <a:pt x="330365" y="1430742"/>
                  </a:lnTo>
                  <a:lnTo>
                    <a:pt x="327061" y="1430742"/>
                  </a:lnTo>
                  <a:lnTo>
                    <a:pt x="323757" y="1430742"/>
                  </a:lnTo>
                  <a:lnTo>
                    <a:pt x="320454" y="1430742"/>
                  </a:lnTo>
                  <a:lnTo>
                    <a:pt x="317150" y="1430742"/>
                  </a:lnTo>
                  <a:lnTo>
                    <a:pt x="313846" y="1430742"/>
                  </a:lnTo>
                  <a:lnTo>
                    <a:pt x="310543" y="1430742"/>
                  </a:lnTo>
                  <a:lnTo>
                    <a:pt x="307239" y="1430742"/>
                  </a:lnTo>
                  <a:lnTo>
                    <a:pt x="303935" y="1430742"/>
                  </a:lnTo>
                  <a:lnTo>
                    <a:pt x="300632" y="1430742"/>
                  </a:lnTo>
                  <a:lnTo>
                    <a:pt x="297328" y="1430742"/>
                  </a:lnTo>
                  <a:lnTo>
                    <a:pt x="294025" y="1430742"/>
                  </a:lnTo>
                  <a:lnTo>
                    <a:pt x="290721" y="1430742"/>
                  </a:lnTo>
                  <a:lnTo>
                    <a:pt x="287417" y="1430742"/>
                  </a:lnTo>
                  <a:lnTo>
                    <a:pt x="284114" y="1430742"/>
                  </a:lnTo>
                  <a:lnTo>
                    <a:pt x="280810" y="1430742"/>
                  </a:lnTo>
                  <a:lnTo>
                    <a:pt x="277506" y="1430742"/>
                  </a:lnTo>
                  <a:lnTo>
                    <a:pt x="274203" y="1430742"/>
                  </a:lnTo>
                  <a:lnTo>
                    <a:pt x="270899" y="1430742"/>
                  </a:lnTo>
                  <a:lnTo>
                    <a:pt x="267595" y="1430742"/>
                  </a:lnTo>
                  <a:lnTo>
                    <a:pt x="264292" y="1430742"/>
                  </a:lnTo>
                  <a:lnTo>
                    <a:pt x="260988" y="1430742"/>
                  </a:lnTo>
                  <a:lnTo>
                    <a:pt x="257684" y="1430742"/>
                  </a:lnTo>
                  <a:lnTo>
                    <a:pt x="254381" y="1430742"/>
                  </a:lnTo>
                  <a:lnTo>
                    <a:pt x="251077" y="1430742"/>
                  </a:lnTo>
                  <a:lnTo>
                    <a:pt x="247773" y="1430742"/>
                  </a:lnTo>
                  <a:lnTo>
                    <a:pt x="244470" y="1430742"/>
                  </a:lnTo>
                  <a:lnTo>
                    <a:pt x="241166" y="1430742"/>
                  </a:lnTo>
                  <a:lnTo>
                    <a:pt x="237862" y="1430742"/>
                  </a:lnTo>
                  <a:lnTo>
                    <a:pt x="234559" y="1430742"/>
                  </a:lnTo>
                  <a:lnTo>
                    <a:pt x="231255" y="1430742"/>
                  </a:lnTo>
                  <a:lnTo>
                    <a:pt x="227951" y="1430742"/>
                  </a:lnTo>
                  <a:lnTo>
                    <a:pt x="224648" y="1430742"/>
                  </a:lnTo>
                  <a:lnTo>
                    <a:pt x="221344" y="1430742"/>
                  </a:lnTo>
                  <a:lnTo>
                    <a:pt x="218041" y="1430742"/>
                  </a:lnTo>
                  <a:lnTo>
                    <a:pt x="214737" y="1430742"/>
                  </a:lnTo>
                  <a:lnTo>
                    <a:pt x="211433" y="1430742"/>
                  </a:lnTo>
                  <a:lnTo>
                    <a:pt x="208130" y="1430742"/>
                  </a:lnTo>
                  <a:lnTo>
                    <a:pt x="204826" y="1430742"/>
                  </a:lnTo>
                  <a:lnTo>
                    <a:pt x="201522" y="1430742"/>
                  </a:lnTo>
                  <a:lnTo>
                    <a:pt x="198219" y="1430742"/>
                  </a:lnTo>
                  <a:lnTo>
                    <a:pt x="194915" y="1430742"/>
                  </a:lnTo>
                  <a:lnTo>
                    <a:pt x="191611" y="1430742"/>
                  </a:lnTo>
                  <a:lnTo>
                    <a:pt x="188308" y="1430742"/>
                  </a:lnTo>
                  <a:lnTo>
                    <a:pt x="185004" y="1430742"/>
                  </a:lnTo>
                  <a:lnTo>
                    <a:pt x="181700" y="1430742"/>
                  </a:lnTo>
                  <a:lnTo>
                    <a:pt x="178397" y="1430742"/>
                  </a:lnTo>
                  <a:lnTo>
                    <a:pt x="175093" y="1430742"/>
                  </a:lnTo>
                  <a:lnTo>
                    <a:pt x="171789" y="1430742"/>
                  </a:lnTo>
                  <a:lnTo>
                    <a:pt x="168486" y="1430742"/>
                  </a:lnTo>
                  <a:lnTo>
                    <a:pt x="165182" y="1430742"/>
                  </a:lnTo>
                  <a:lnTo>
                    <a:pt x="161878" y="1430742"/>
                  </a:lnTo>
                  <a:lnTo>
                    <a:pt x="158575" y="1430742"/>
                  </a:lnTo>
                  <a:lnTo>
                    <a:pt x="155271" y="1430742"/>
                  </a:lnTo>
                  <a:lnTo>
                    <a:pt x="151967" y="1430742"/>
                  </a:lnTo>
                  <a:lnTo>
                    <a:pt x="148664" y="1430742"/>
                  </a:lnTo>
                  <a:lnTo>
                    <a:pt x="145360" y="1430742"/>
                  </a:lnTo>
                  <a:lnTo>
                    <a:pt x="142057" y="1430742"/>
                  </a:lnTo>
                  <a:lnTo>
                    <a:pt x="138753" y="1430742"/>
                  </a:lnTo>
                  <a:lnTo>
                    <a:pt x="135449" y="1430742"/>
                  </a:lnTo>
                  <a:lnTo>
                    <a:pt x="132146" y="1430742"/>
                  </a:lnTo>
                  <a:lnTo>
                    <a:pt x="128842" y="1430742"/>
                  </a:lnTo>
                  <a:lnTo>
                    <a:pt x="125538" y="1430742"/>
                  </a:lnTo>
                  <a:lnTo>
                    <a:pt x="122235" y="1430742"/>
                  </a:lnTo>
                  <a:lnTo>
                    <a:pt x="118931" y="1430742"/>
                  </a:lnTo>
                  <a:lnTo>
                    <a:pt x="115627" y="1430742"/>
                  </a:lnTo>
                  <a:lnTo>
                    <a:pt x="112324" y="1430742"/>
                  </a:lnTo>
                  <a:lnTo>
                    <a:pt x="109020" y="1430742"/>
                  </a:lnTo>
                  <a:lnTo>
                    <a:pt x="105716" y="1430742"/>
                  </a:lnTo>
                  <a:lnTo>
                    <a:pt x="102413" y="1430742"/>
                  </a:lnTo>
                  <a:lnTo>
                    <a:pt x="99109" y="1430742"/>
                  </a:lnTo>
                  <a:lnTo>
                    <a:pt x="95805" y="1430742"/>
                  </a:lnTo>
                  <a:lnTo>
                    <a:pt x="92502" y="1430742"/>
                  </a:lnTo>
                  <a:lnTo>
                    <a:pt x="89198" y="1430742"/>
                  </a:lnTo>
                  <a:lnTo>
                    <a:pt x="85894" y="1430742"/>
                  </a:lnTo>
                  <a:lnTo>
                    <a:pt x="82591" y="1430742"/>
                  </a:lnTo>
                  <a:lnTo>
                    <a:pt x="79287" y="1430742"/>
                  </a:lnTo>
                  <a:lnTo>
                    <a:pt x="75983" y="1430742"/>
                  </a:lnTo>
                  <a:lnTo>
                    <a:pt x="72680" y="1430742"/>
                  </a:lnTo>
                  <a:lnTo>
                    <a:pt x="69376" y="1430742"/>
                  </a:lnTo>
                  <a:lnTo>
                    <a:pt x="66073" y="1430742"/>
                  </a:lnTo>
                  <a:lnTo>
                    <a:pt x="62769" y="1430742"/>
                  </a:lnTo>
                  <a:lnTo>
                    <a:pt x="59465" y="1430742"/>
                  </a:lnTo>
                  <a:lnTo>
                    <a:pt x="56162" y="1430742"/>
                  </a:lnTo>
                  <a:lnTo>
                    <a:pt x="52858" y="1430742"/>
                  </a:lnTo>
                  <a:lnTo>
                    <a:pt x="49554" y="1430742"/>
                  </a:lnTo>
                  <a:lnTo>
                    <a:pt x="46251" y="1430742"/>
                  </a:lnTo>
                  <a:lnTo>
                    <a:pt x="42947" y="1430742"/>
                  </a:lnTo>
                  <a:lnTo>
                    <a:pt x="39643" y="1430742"/>
                  </a:lnTo>
                  <a:lnTo>
                    <a:pt x="36340" y="1430742"/>
                  </a:lnTo>
                  <a:lnTo>
                    <a:pt x="33036" y="1430742"/>
                  </a:lnTo>
                  <a:lnTo>
                    <a:pt x="29732" y="1430742"/>
                  </a:lnTo>
                  <a:lnTo>
                    <a:pt x="26429" y="1430742"/>
                  </a:lnTo>
                  <a:lnTo>
                    <a:pt x="23125" y="1430742"/>
                  </a:lnTo>
                  <a:lnTo>
                    <a:pt x="19821" y="1430742"/>
                  </a:lnTo>
                  <a:lnTo>
                    <a:pt x="16518" y="1430742"/>
                  </a:lnTo>
                  <a:lnTo>
                    <a:pt x="13214" y="1430742"/>
                  </a:lnTo>
                  <a:lnTo>
                    <a:pt x="9910" y="1430742"/>
                  </a:lnTo>
                  <a:lnTo>
                    <a:pt x="6607" y="1430742"/>
                  </a:lnTo>
                  <a:lnTo>
                    <a:pt x="3303" y="1430742"/>
                  </a:lnTo>
                  <a:lnTo>
                    <a:pt x="0" y="1430742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005839" y="2862726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572743" y="1965960"/>
              <a:ext cx="0" cy="1545202"/>
            </a:xfrm>
            <a:custGeom>
              <a:avLst/>
              <a:pathLst>
                <a:path w="0" h="1545202">
                  <a:moveTo>
                    <a:pt x="0" y="154520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269999" y="3841122"/>
              <a:ext cx="6603999" cy="1301231"/>
            </a:xfrm>
            <a:custGeom>
              <a:avLst/>
              <a:pathLst>
                <a:path w="6603999" h="1301231">
                  <a:moveTo>
                    <a:pt x="0" y="1297251"/>
                  </a:moveTo>
                  <a:lnTo>
                    <a:pt x="3303" y="1276597"/>
                  </a:lnTo>
                  <a:lnTo>
                    <a:pt x="6607" y="1292418"/>
                  </a:lnTo>
                  <a:lnTo>
                    <a:pt x="9910" y="1300791"/>
                  </a:lnTo>
                  <a:lnTo>
                    <a:pt x="13214" y="1301231"/>
                  </a:lnTo>
                  <a:lnTo>
                    <a:pt x="16518" y="1301231"/>
                  </a:lnTo>
                  <a:lnTo>
                    <a:pt x="19821" y="1300791"/>
                  </a:lnTo>
                  <a:lnTo>
                    <a:pt x="23125" y="1289582"/>
                  </a:lnTo>
                  <a:lnTo>
                    <a:pt x="26429" y="1278872"/>
                  </a:lnTo>
                  <a:lnTo>
                    <a:pt x="29732" y="1298000"/>
                  </a:lnTo>
                  <a:lnTo>
                    <a:pt x="33036" y="1300221"/>
                  </a:lnTo>
                  <a:lnTo>
                    <a:pt x="36340" y="1296628"/>
                  </a:lnTo>
                  <a:lnTo>
                    <a:pt x="39643" y="1297509"/>
                  </a:lnTo>
                  <a:lnTo>
                    <a:pt x="42947" y="1298909"/>
                  </a:lnTo>
                  <a:lnTo>
                    <a:pt x="46251" y="1287596"/>
                  </a:lnTo>
                  <a:lnTo>
                    <a:pt x="49554" y="1271701"/>
                  </a:lnTo>
                  <a:lnTo>
                    <a:pt x="52858" y="1279753"/>
                  </a:lnTo>
                  <a:lnTo>
                    <a:pt x="56162" y="1278895"/>
                  </a:lnTo>
                  <a:lnTo>
                    <a:pt x="59465" y="1299538"/>
                  </a:lnTo>
                  <a:lnTo>
                    <a:pt x="62769" y="1299538"/>
                  </a:lnTo>
                  <a:lnTo>
                    <a:pt x="66073" y="1298429"/>
                  </a:lnTo>
                  <a:lnTo>
                    <a:pt x="69376" y="1298429"/>
                  </a:lnTo>
                  <a:lnTo>
                    <a:pt x="72680" y="1300123"/>
                  </a:lnTo>
                  <a:lnTo>
                    <a:pt x="75983" y="1287501"/>
                  </a:lnTo>
                  <a:lnTo>
                    <a:pt x="79287" y="1273020"/>
                  </a:lnTo>
                  <a:lnTo>
                    <a:pt x="82591" y="1283032"/>
                  </a:lnTo>
                  <a:lnTo>
                    <a:pt x="85894" y="1273020"/>
                  </a:lnTo>
                  <a:lnTo>
                    <a:pt x="89198" y="1295188"/>
                  </a:lnTo>
                  <a:lnTo>
                    <a:pt x="92502" y="1276676"/>
                  </a:lnTo>
                  <a:lnTo>
                    <a:pt x="95805" y="1262797"/>
                  </a:lnTo>
                  <a:lnTo>
                    <a:pt x="99109" y="1282981"/>
                  </a:lnTo>
                  <a:lnTo>
                    <a:pt x="102413" y="1298429"/>
                  </a:lnTo>
                  <a:lnTo>
                    <a:pt x="105716" y="1297533"/>
                  </a:lnTo>
                  <a:lnTo>
                    <a:pt x="109020" y="1284263"/>
                  </a:lnTo>
                  <a:lnTo>
                    <a:pt x="112324" y="1268210"/>
                  </a:lnTo>
                  <a:lnTo>
                    <a:pt x="115627" y="1297234"/>
                  </a:lnTo>
                  <a:lnTo>
                    <a:pt x="118931" y="1298429"/>
                  </a:lnTo>
                  <a:lnTo>
                    <a:pt x="122235" y="1298429"/>
                  </a:lnTo>
                  <a:lnTo>
                    <a:pt x="125538" y="1298429"/>
                  </a:lnTo>
                  <a:lnTo>
                    <a:pt x="128842" y="1298429"/>
                  </a:lnTo>
                  <a:lnTo>
                    <a:pt x="132146" y="1288702"/>
                  </a:lnTo>
                  <a:lnTo>
                    <a:pt x="135449" y="1290401"/>
                  </a:lnTo>
                  <a:lnTo>
                    <a:pt x="138753" y="1283921"/>
                  </a:lnTo>
                  <a:lnTo>
                    <a:pt x="142057" y="1266816"/>
                  </a:lnTo>
                  <a:lnTo>
                    <a:pt x="145360" y="1290823"/>
                  </a:lnTo>
                  <a:lnTo>
                    <a:pt x="148664" y="1294445"/>
                  </a:lnTo>
                  <a:lnTo>
                    <a:pt x="151967" y="1291593"/>
                  </a:lnTo>
                  <a:lnTo>
                    <a:pt x="155271" y="1294574"/>
                  </a:lnTo>
                  <a:lnTo>
                    <a:pt x="158575" y="1283921"/>
                  </a:lnTo>
                  <a:lnTo>
                    <a:pt x="161878" y="1262616"/>
                  </a:lnTo>
                  <a:lnTo>
                    <a:pt x="165182" y="1280365"/>
                  </a:lnTo>
                  <a:lnTo>
                    <a:pt x="168486" y="1280780"/>
                  </a:lnTo>
                  <a:lnTo>
                    <a:pt x="171789" y="1277336"/>
                  </a:lnTo>
                  <a:lnTo>
                    <a:pt x="175093" y="1290680"/>
                  </a:lnTo>
                  <a:lnTo>
                    <a:pt x="178397" y="1289574"/>
                  </a:lnTo>
                  <a:lnTo>
                    <a:pt x="181700" y="1292396"/>
                  </a:lnTo>
                  <a:lnTo>
                    <a:pt x="185004" y="1298112"/>
                  </a:lnTo>
                  <a:lnTo>
                    <a:pt x="188308" y="1297008"/>
                  </a:lnTo>
                  <a:lnTo>
                    <a:pt x="191611" y="1296607"/>
                  </a:lnTo>
                  <a:lnTo>
                    <a:pt x="194915" y="1297035"/>
                  </a:lnTo>
                  <a:lnTo>
                    <a:pt x="198219" y="1297035"/>
                  </a:lnTo>
                  <a:lnTo>
                    <a:pt x="201522" y="1294748"/>
                  </a:lnTo>
                  <a:lnTo>
                    <a:pt x="204826" y="1270354"/>
                  </a:lnTo>
                  <a:lnTo>
                    <a:pt x="208130" y="1287163"/>
                  </a:lnTo>
                  <a:lnTo>
                    <a:pt x="211433" y="1289007"/>
                  </a:lnTo>
                  <a:lnTo>
                    <a:pt x="214737" y="1290474"/>
                  </a:lnTo>
                  <a:lnTo>
                    <a:pt x="218041" y="1290447"/>
                  </a:lnTo>
                  <a:lnTo>
                    <a:pt x="221344" y="1274751"/>
                  </a:lnTo>
                  <a:lnTo>
                    <a:pt x="224648" y="1290960"/>
                  </a:lnTo>
                  <a:lnTo>
                    <a:pt x="227951" y="1288062"/>
                  </a:lnTo>
                  <a:lnTo>
                    <a:pt x="231255" y="1292860"/>
                  </a:lnTo>
                  <a:lnTo>
                    <a:pt x="234559" y="1295183"/>
                  </a:lnTo>
                  <a:lnTo>
                    <a:pt x="237862" y="1292369"/>
                  </a:lnTo>
                  <a:lnTo>
                    <a:pt x="241166" y="1261789"/>
                  </a:lnTo>
                  <a:lnTo>
                    <a:pt x="244470" y="1239158"/>
                  </a:lnTo>
                  <a:lnTo>
                    <a:pt x="247773" y="1274751"/>
                  </a:lnTo>
                  <a:lnTo>
                    <a:pt x="251077" y="1296112"/>
                  </a:lnTo>
                  <a:lnTo>
                    <a:pt x="254381" y="1275746"/>
                  </a:lnTo>
                  <a:lnTo>
                    <a:pt x="257684" y="1278249"/>
                  </a:lnTo>
                  <a:lnTo>
                    <a:pt x="260988" y="1295809"/>
                  </a:lnTo>
                  <a:lnTo>
                    <a:pt x="264292" y="1296846"/>
                  </a:lnTo>
                  <a:lnTo>
                    <a:pt x="267595" y="1292887"/>
                  </a:lnTo>
                  <a:lnTo>
                    <a:pt x="270899" y="1291610"/>
                  </a:lnTo>
                  <a:lnTo>
                    <a:pt x="274203" y="1273669"/>
                  </a:lnTo>
                  <a:lnTo>
                    <a:pt x="277506" y="1290048"/>
                  </a:lnTo>
                  <a:lnTo>
                    <a:pt x="280810" y="1294619"/>
                  </a:lnTo>
                  <a:lnTo>
                    <a:pt x="284114" y="1272406"/>
                  </a:lnTo>
                  <a:lnTo>
                    <a:pt x="287417" y="1292533"/>
                  </a:lnTo>
                  <a:lnTo>
                    <a:pt x="290721" y="1296059"/>
                  </a:lnTo>
                  <a:lnTo>
                    <a:pt x="294025" y="1296255"/>
                  </a:lnTo>
                  <a:lnTo>
                    <a:pt x="297328" y="1289228"/>
                  </a:lnTo>
                  <a:lnTo>
                    <a:pt x="300632" y="1290048"/>
                  </a:lnTo>
                  <a:lnTo>
                    <a:pt x="303935" y="1267893"/>
                  </a:lnTo>
                  <a:lnTo>
                    <a:pt x="307239" y="1265791"/>
                  </a:lnTo>
                  <a:lnTo>
                    <a:pt x="310543" y="1294024"/>
                  </a:lnTo>
                  <a:lnTo>
                    <a:pt x="313846" y="1292828"/>
                  </a:lnTo>
                  <a:lnTo>
                    <a:pt x="317150" y="1294437"/>
                  </a:lnTo>
                  <a:lnTo>
                    <a:pt x="320454" y="1291735"/>
                  </a:lnTo>
                  <a:lnTo>
                    <a:pt x="323757" y="1286310"/>
                  </a:lnTo>
                  <a:lnTo>
                    <a:pt x="327061" y="1263151"/>
                  </a:lnTo>
                  <a:lnTo>
                    <a:pt x="330365" y="1243745"/>
                  </a:lnTo>
                  <a:lnTo>
                    <a:pt x="333668" y="1276796"/>
                  </a:lnTo>
                  <a:lnTo>
                    <a:pt x="336972" y="1280636"/>
                  </a:lnTo>
                  <a:lnTo>
                    <a:pt x="340276" y="1259012"/>
                  </a:lnTo>
                  <a:lnTo>
                    <a:pt x="343579" y="1281934"/>
                  </a:lnTo>
                  <a:lnTo>
                    <a:pt x="346883" y="1264729"/>
                  </a:lnTo>
                  <a:lnTo>
                    <a:pt x="350187" y="1251734"/>
                  </a:lnTo>
                  <a:lnTo>
                    <a:pt x="353490" y="1292140"/>
                  </a:lnTo>
                  <a:lnTo>
                    <a:pt x="356794" y="1294964"/>
                  </a:lnTo>
                  <a:lnTo>
                    <a:pt x="360098" y="1294964"/>
                  </a:lnTo>
                  <a:lnTo>
                    <a:pt x="363401" y="1294775"/>
                  </a:lnTo>
                  <a:lnTo>
                    <a:pt x="366705" y="1290816"/>
                  </a:lnTo>
                  <a:lnTo>
                    <a:pt x="370009" y="1283153"/>
                  </a:lnTo>
                  <a:lnTo>
                    <a:pt x="373312" y="1289203"/>
                  </a:lnTo>
                  <a:lnTo>
                    <a:pt x="376616" y="1286634"/>
                  </a:lnTo>
                  <a:lnTo>
                    <a:pt x="379919" y="1277164"/>
                  </a:lnTo>
                  <a:lnTo>
                    <a:pt x="383223" y="1269732"/>
                  </a:lnTo>
                  <a:lnTo>
                    <a:pt x="386527" y="1221432"/>
                  </a:lnTo>
                  <a:lnTo>
                    <a:pt x="389830" y="1228860"/>
                  </a:lnTo>
                  <a:lnTo>
                    <a:pt x="393134" y="1233037"/>
                  </a:lnTo>
                  <a:lnTo>
                    <a:pt x="396438" y="1238883"/>
                  </a:lnTo>
                  <a:lnTo>
                    <a:pt x="399741" y="1243480"/>
                  </a:lnTo>
                  <a:lnTo>
                    <a:pt x="403045" y="1278806"/>
                  </a:lnTo>
                  <a:lnTo>
                    <a:pt x="406349" y="1280005"/>
                  </a:lnTo>
                  <a:lnTo>
                    <a:pt x="409652" y="1277540"/>
                  </a:lnTo>
                  <a:lnTo>
                    <a:pt x="412956" y="1278844"/>
                  </a:lnTo>
                  <a:lnTo>
                    <a:pt x="416260" y="1274226"/>
                  </a:lnTo>
                  <a:lnTo>
                    <a:pt x="419563" y="1262174"/>
                  </a:lnTo>
                  <a:lnTo>
                    <a:pt x="422867" y="1261963"/>
                  </a:lnTo>
                  <a:lnTo>
                    <a:pt x="426171" y="1265695"/>
                  </a:lnTo>
                  <a:lnTo>
                    <a:pt x="429474" y="1265962"/>
                  </a:lnTo>
                  <a:lnTo>
                    <a:pt x="432778" y="1247492"/>
                  </a:lnTo>
                  <a:lnTo>
                    <a:pt x="436082" y="1242116"/>
                  </a:lnTo>
                  <a:lnTo>
                    <a:pt x="439385" y="1242823"/>
                  </a:lnTo>
                  <a:lnTo>
                    <a:pt x="442689" y="1234721"/>
                  </a:lnTo>
                  <a:lnTo>
                    <a:pt x="445992" y="1221254"/>
                  </a:lnTo>
                  <a:lnTo>
                    <a:pt x="449296" y="1215993"/>
                  </a:lnTo>
                  <a:lnTo>
                    <a:pt x="452600" y="1193691"/>
                  </a:lnTo>
                  <a:lnTo>
                    <a:pt x="455903" y="1172214"/>
                  </a:lnTo>
                  <a:lnTo>
                    <a:pt x="459207" y="1161765"/>
                  </a:lnTo>
                  <a:lnTo>
                    <a:pt x="462511" y="1140122"/>
                  </a:lnTo>
                  <a:lnTo>
                    <a:pt x="465814" y="1092138"/>
                  </a:lnTo>
                  <a:lnTo>
                    <a:pt x="469118" y="1038071"/>
                  </a:lnTo>
                  <a:lnTo>
                    <a:pt x="472422" y="1000450"/>
                  </a:lnTo>
                  <a:lnTo>
                    <a:pt x="475725" y="931892"/>
                  </a:lnTo>
                  <a:lnTo>
                    <a:pt x="479029" y="929057"/>
                  </a:lnTo>
                  <a:lnTo>
                    <a:pt x="482333" y="901704"/>
                  </a:lnTo>
                  <a:lnTo>
                    <a:pt x="485636" y="903056"/>
                  </a:lnTo>
                  <a:lnTo>
                    <a:pt x="488940" y="950022"/>
                  </a:lnTo>
                  <a:lnTo>
                    <a:pt x="492244" y="955020"/>
                  </a:lnTo>
                  <a:lnTo>
                    <a:pt x="495547" y="1019533"/>
                  </a:lnTo>
                  <a:lnTo>
                    <a:pt x="498851" y="1115406"/>
                  </a:lnTo>
                  <a:lnTo>
                    <a:pt x="502155" y="1102273"/>
                  </a:lnTo>
                  <a:lnTo>
                    <a:pt x="505458" y="1136509"/>
                  </a:lnTo>
                  <a:lnTo>
                    <a:pt x="508762" y="1153788"/>
                  </a:lnTo>
                  <a:lnTo>
                    <a:pt x="512066" y="1140905"/>
                  </a:lnTo>
                  <a:lnTo>
                    <a:pt x="515369" y="1145469"/>
                  </a:lnTo>
                  <a:lnTo>
                    <a:pt x="518673" y="1170541"/>
                  </a:lnTo>
                  <a:lnTo>
                    <a:pt x="521976" y="1224297"/>
                  </a:lnTo>
                  <a:lnTo>
                    <a:pt x="525280" y="1249052"/>
                  </a:lnTo>
                  <a:lnTo>
                    <a:pt x="528584" y="1229991"/>
                  </a:lnTo>
                  <a:lnTo>
                    <a:pt x="531887" y="1215193"/>
                  </a:lnTo>
                  <a:lnTo>
                    <a:pt x="535191" y="1195969"/>
                  </a:lnTo>
                  <a:lnTo>
                    <a:pt x="538495" y="1210521"/>
                  </a:lnTo>
                  <a:lnTo>
                    <a:pt x="541798" y="1216180"/>
                  </a:lnTo>
                  <a:lnTo>
                    <a:pt x="545102" y="1192973"/>
                  </a:lnTo>
                  <a:lnTo>
                    <a:pt x="548406" y="1193341"/>
                  </a:lnTo>
                  <a:lnTo>
                    <a:pt x="551709" y="1236539"/>
                  </a:lnTo>
                  <a:lnTo>
                    <a:pt x="555013" y="1259747"/>
                  </a:lnTo>
                  <a:lnTo>
                    <a:pt x="558317" y="1247739"/>
                  </a:lnTo>
                  <a:lnTo>
                    <a:pt x="561620" y="1243480"/>
                  </a:lnTo>
                  <a:lnTo>
                    <a:pt x="564924" y="1265802"/>
                  </a:lnTo>
                  <a:lnTo>
                    <a:pt x="568228" y="1262565"/>
                  </a:lnTo>
                  <a:lnTo>
                    <a:pt x="571531" y="1270354"/>
                  </a:lnTo>
                  <a:lnTo>
                    <a:pt x="574835" y="1266582"/>
                  </a:lnTo>
                  <a:lnTo>
                    <a:pt x="578139" y="1270354"/>
                  </a:lnTo>
                  <a:lnTo>
                    <a:pt x="581442" y="1253801"/>
                  </a:lnTo>
                  <a:lnTo>
                    <a:pt x="584746" y="1243480"/>
                  </a:lnTo>
                  <a:lnTo>
                    <a:pt x="588050" y="1259185"/>
                  </a:lnTo>
                  <a:lnTo>
                    <a:pt x="591353" y="1252373"/>
                  </a:lnTo>
                  <a:lnTo>
                    <a:pt x="594657" y="1256029"/>
                  </a:lnTo>
                  <a:lnTo>
                    <a:pt x="597960" y="1267141"/>
                  </a:lnTo>
                  <a:lnTo>
                    <a:pt x="601264" y="1262126"/>
                  </a:lnTo>
                  <a:lnTo>
                    <a:pt x="604568" y="1264779"/>
                  </a:lnTo>
                  <a:lnTo>
                    <a:pt x="607871" y="1276272"/>
                  </a:lnTo>
                  <a:lnTo>
                    <a:pt x="611175" y="1263716"/>
                  </a:lnTo>
                  <a:lnTo>
                    <a:pt x="614479" y="1268179"/>
                  </a:lnTo>
                  <a:lnTo>
                    <a:pt x="617782" y="1285881"/>
                  </a:lnTo>
                  <a:lnTo>
                    <a:pt x="621086" y="1276416"/>
                  </a:lnTo>
                  <a:lnTo>
                    <a:pt x="624390" y="1265139"/>
                  </a:lnTo>
                  <a:lnTo>
                    <a:pt x="627693" y="1276736"/>
                  </a:lnTo>
                  <a:lnTo>
                    <a:pt x="630997" y="1287570"/>
                  </a:lnTo>
                  <a:lnTo>
                    <a:pt x="634301" y="1285157"/>
                  </a:lnTo>
                  <a:lnTo>
                    <a:pt x="637604" y="1273845"/>
                  </a:lnTo>
                  <a:lnTo>
                    <a:pt x="640908" y="1257895"/>
                  </a:lnTo>
                  <a:lnTo>
                    <a:pt x="644212" y="1241674"/>
                  </a:lnTo>
                  <a:lnTo>
                    <a:pt x="647515" y="1235807"/>
                  </a:lnTo>
                  <a:lnTo>
                    <a:pt x="650819" y="1235807"/>
                  </a:lnTo>
                  <a:lnTo>
                    <a:pt x="654123" y="1240230"/>
                  </a:lnTo>
                  <a:lnTo>
                    <a:pt x="657426" y="1237039"/>
                  </a:lnTo>
                  <a:lnTo>
                    <a:pt x="660730" y="1250712"/>
                  </a:lnTo>
                  <a:lnTo>
                    <a:pt x="664034" y="1274522"/>
                  </a:lnTo>
                  <a:lnTo>
                    <a:pt x="667337" y="1261356"/>
                  </a:lnTo>
                  <a:lnTo>
                    <a:pt x="670641" y="1260725"/>
                  </a:lnTo>
                  <a:lnTo>
                    <a:pt x="673944" y="1263112"/>
                  </a:lnTo>
                  <a:lnTo>
                    <a:pt x="677248" y="1254976"/>
                  </a:lnTo>
                  <a:lnTo>
                    <a:pt x="680552" y="1239319"/>
                  </a:lnTo>
                  <a:lnTo>
                    <a:pt x="683855" y="1255470"/>
                  </a:lnTo>
                  <a:lnTo>
                    <a:pt x="687159" y="1238683"/>
                  </a:lnTo>
                  <a:lnTo>
                    <a:pt x="690463" y="1241031"/>
                  </a:lnTo>
                  <a:lnTo>
                    <a:pt x="693766" y="1252216"/>
                  </a:lnTo>
                  <a:lnTo>
                    <a:pt x="697070" y="1257470"/>
                  </a:lnTo>
                  <a:lnTo>
                    <a:pt x="700374" y="1276929"/>
                  </a:lnTo>
                  <a:lnTo>
                    <a:pt x="703677" y="1256808"/>
                  </a:lnTo>
                  <a:lnTo>
                    <a:pt x="706981" y="1278617"/>
                  </a:lnTo>
                  <a:lnTo>
                    <a:pt x="710285" y="1282721"/>
                  </a:lnTo>
                  <a:lnTo>
                    <a:pt x="713588" y="1266175"/>
                  </a:lnTo>
                  <a:lnTo>
                    <a:pt x="716892" y="1247567"/>
                  </a:lnTo>
                  <a:lnTo>
                    <a:pt x="720196" y="1244055"/>
                  </a:lnTo>
                  <a:lnTo>
                    <a:pt x="723499" y="1227782"/>
                  </a:lnTo>
                  <a:lnTo>
                    <a:pt x="726803" y="1227782"/>
                  </a:lnTo>
                  <a:lnTo>
                    <a:pt x="730107" y="1229054"/>
                  </a:lnTo>
                  <a:lnTo>
                    <a:pt x="733410" y="1229054"/>
                  </a:lnTo>
                  <a:lnTo>
                    <a:pt x="736714" y="1240894"/>
                  </a:lnTo>
                  <a:lnTo>
                    <a:pt x="740018" y="1264081"/>
                  </a:lnTo>
                  <a:lnTo>
                    <a:pt x="743321" y="1256290"/>
                  </a:lnTo>
                  <a:lnTo>
                    <a:pt x="746625" y="1253686"/>
                  </a:lnTo>
                  <a:lnTo>
                    <a:pt x="749928" y="1247071"/>
                  </a:lnTo>
                  <a:lnTo>
                    <a:pt x="753232" y="1265395"/>
                  </a:lnTo>
                  <a:lnTo>
                    <a:pt x="756536" y="1275376"/>
                  </a:lnTo>
                  <a:lnTo>
                    <a:pt x="759839" y="1282673"/>
                  </a:lnTo>
                  <a:lnTo>
                    <a:pt x="763143" y="1283872"/>
                  </a:lnTo>
                  <a:lnTo>
                    <a:pt x="766447" y="1283872"/>
                  </a:lnTo>
                  <a:lnTo>
                    <a:pt x="769750" y="1273633"/>
                  </a:lnTo>
                  <a:lnTo>
                    <a:pt x="773054" y="1270035"/>
                  </a:lnTo>
                  <a:lnTo>
                    <a:pt x="776358" y="1269162"/>
                  </a:lnTo>
                  <a:lnTo>
                    <a:pt x="779661" y="1268026"/>
                  </a:lnTo>
                  <a:lnTo>
                    <a:pt x="782965" y="1256901"/>
                  </a:lnTo>
                  <a:lnTo>
                    <a:pt x="786269" y="1266176"/>
                  </a:lnTo>
                  <a:lnTo>
                    <a:pt x="789572" y="1267011"/>
                  </a:lnTo>
                  <a:lnTo>
                    <a:pt x="792876" y="1273509"/>
                  </a:lnTo>
                  <a:lnTo>
                    <a:pt x="796180" y="1275203"/>
                  </a:lnTo>
                  <a:lnTo>
                    <a:pt x="799483" y="1271589"/>
                  </a:lnTo>
                  <a:lnTo>
                    <a:pt x="802787" y="1268317"/>
                  </a:lnTo>
                  <a:lnTo>
                    <a:pt x="806091" y="1253390"/>
                  </a:lnTo>
                  <a:lnTo>
                    <a:pt x="809394" y="1268481"/>
                  </a:lnTo>
                  <a:lnTo>
                    <a:pt x="812698" y="1266428"/>
                  </a:lnTo>
                  <a:lnTo>
                    <a:pt x="816002" y="1244922"/>
                  </a:lnTo>
                  <a:lnTo>
                    <a:pt x="819305" y="1247789"/>
                  </a:lnTo>
                  <a:lnTo>
                    <a:pt x="822609" y="1256090"/>
                  </a:lnTo>
                  <a:lnTo>
                    <a:pt x="825912" y="1243767"/>
                  </a:lnTo>
                  <a:lnTo>
                    <a:pt x="829216" y="1240111"/>
                  </a:lnTo>
                  <a:lnTo>
                    <a:pt x="832520" y="1260457"/>
                  </a:lnTo>
                  <a:lnTo>
                    <a:pt x="835823" y="1257484"/>
                  </a:lnTo>
                  <a:lnTo>
                    <a:pt x="839127" y="1249183"/>
                  </a:lnTo>
                  <a:lnTo>
                    <a:pt x="842431" y="1253643"/>
                  </a:lnTo>
                  <a:lnTo>
                    <a:pt x="845734" y="1237553"/>
                  </a:lnTo>
                  <a:lnTo>
                    <a:pt x="849038" y="1250693"/>
                  </a:lnTo>
                  <a:lnTo>
                    <a:pt x="852342" y="1272794"/>
                  </a:lnTo>
                  <a:lnTo>
                    <a:pt x="855645" y="1263063"/>
                  </a:lnTo>
                  <a:lnTo>
                    <a:pt x="858949" y="1253704"/>
                  </a:lnTo>
                  <a:lnTo>
                    <a:pt x="862253" y="1271777"/>
                  </a:lnTo>
                  <a:lnTo>
                    <a:pt x="865556" y="1271929"/>
                  </a:lnTo>
                  <a:lnTo>
                    <a:pt x="868860" y="1251874"/>
                  </a:lnTo>
                  <a:lnTo>
                    <a:pt x="872164" y="1264324"/>
                  </a:lnTo>
                  <a:lnTo>
                    <a:pt x="875467" y="1269629"/>
                  </a:lnTo>
                  <a:lnTo>
                    <a:pt x="878771" y="1255409"/>
                  </a:lnTo>
                  <a:lnTo>
                    <a:pt x="882075" y="1259874"/>
                  </a:lnTo>
                  <a:lnTo>
                    <a:pt x="885378" y="1267479"/>
                  </a:lnTo>
                  <a:lnTo>
                    <a:pt x="888682" y="1267850"/>
                  </a:lnTo>
                  <a:lnTo>
                    <a:pt x="891985" y="1234481"/>
                  </a:lnTo>
                  <a:lnTo>
                    <a:pt x="895289" y="1229093"/>
                  </a:lnTo>
                  <a:lnTo>
                    <a:pt x="898593" y="1222657"/>
                  </a:lnTo>
                  <a:lnTo>
                    <a:pt x="901896" y="1223981"/>
                  </a:lnTo>
                  <a:lnTo>
                    <a:pt x="905200" y="1252331"/>
                  </a:lnTo>
                  <a:lnTo>
                    <a:pt x="908504" y="1246504"/>
                  </a:lnTo>
                  <a:lnTo>
                    <a:pt x="911807" y="1247337"/>
                  </a:lnTo>
                  <a:lnTo>
                    <a:pt x="915111" y="1249371"/>
                  </a:lnTo>
                  <a:lnTo>
                    <a:pt x="918415" y="1237547"/>
                  </a:lnTo>
                  <a:lnTo>
                    <a:pt x="921718" y="1224965"/>
                  </a:lnTo>
                  <a:lnTo>
                    <a:pt x="925022" y="1237547"/>
                  </a:lnTo>
                  <a:lnTo>
                    <a:pt x="928326" y="1217698"/>
                  </a:lnTo>
                  <a:lnTo>
                    <a:pt x="931629" y="1203238"/>
                  </a:lnTo>
                  <a:lnTo>
                    <a:pt x="934933" y="1224004"/>
                  </a:lnTo>
                  <a:lnTo>
                    <a:pt x="938237" y="1237547"/>
                  </a:lnTo>
                  <a:lnTo>
                    <a:pt x="941540" y="1262199"/>
                  </a:lnTo>
                  <a:lnTo>
                    <a:pt x="944844" y="1274004"/>
                  </a:lnTo>
                  <a:lnTo>
                    <a:pt x="948148" y="1268532"/>
                  </a:lnTo>
                  <a:lnTo>
                    <a:pt x="951451" y="1237547"/>
                  </a:lnTo>
                  <a:lnTo>
                    <a:pt x="954755" y="1237741"/>
                  </a:lnTo>
                  <a:lnTo>
                    <a:pt x="958059" y="1244935"/>
                  </a:lnTo>
                  <a:lnTo>
                    <a:pt x="961362" y="1251630"/>
                  </a:lnTo>
                  <a:lnTo>
                    <a:pt x="964666" y="1243141"/>
                  </a:lnTo>
                  <a:lnTo>
                    <a:pt x="967969" y="1250566"/>
                  </a:lnTo>
                  <a:lnTo>
                    <a:pt x="971273" y="1256181"/>
                  </a:lnTo>
                  <a:lnTo>
                    <a:pt x="974577" y="1248343"/>
                  </a:lnTo>
                  <a:lnTo>
                    <a:pt x="977880" y="1249564"/>
                  </a:lnTo>
                  <a:lnTo>
                    <a:pt x="981184" y="1248203"/>
                  </a:lnTo>
                  <a:lnTo>
                    <a:pt x="984488" y="1269893"/>
                  </a:lnTo>
                  <a:lnTo>
                    <a:pt x="987791" y="1271929"/>
                  </a:lnTo>
                  <a:lnTo>
                    <a:pt x="991095" y="1252466"/>
                  </a:lnTo>
                  <a:lnTo>
                    <a:pt x="994399" y="1254972"/>
                  </a:lnTo>
                  <a:lnTo>
                    <a:pt x="997702" y="1272306"/>
                  </a:lnTo>
                  <a:lnTo>
                    <a:pt x="1001006" y="1267770"/>
                  </a:lnTo>
                  <a:lnTo>
                    <a:pt x="1004310" y="1259787"/>
                  </a:lnTo>
                  <a:lnTo>
                    <a:pt x="1007613" y="1251867"/>
                  </a:lnTo>
                  <a:lnTo>
                    <a:pt x="1010917" y="1244336"/>
                  </a:lnTo>
                  <a:lnTo>
                    <a:pt x="1014221" y="1236727"/>
                  </a:lnTo>
                  <a:lnTo>
                    <a:pt x="1017524" y="1248823"/>
                  </a:lnTo>
                  <a:lnTo>
                    <a:pt x="1020828" y="1242859"/>
                  </a:lnTo>
                  <a:lnTo>
                    <a:pt x="1024132" y="1226732"/>
                  </a:lnTo>
                  <a:lnTo>
                    <a:pt x="1027435" y="1229339"/>
                  </a:lnTo>
                  <a:lnTo>
                    <a:pt x="1030739" y="1242037"/>
                  </a:lnTo>
                  <a:lnTo>
                    <a:pt x="1034043" y="1236533"/>
                  </a:lnTo>
                  <a:lnTo>
                    <a:pt x="1037346" y="1245568"/>
                  </a:lnTo>
                  <a:lnTo>
                    <a:pt x="1040650" y="1246433"/>
                  </a:lnTo>
                  <a:lnTo>
                    <a:pt x="1043953" y="1250401"/>
                  </a:lnTo>
                  <a:lnTo>
                    <a:pt x="1047257" y="1264566"/>
                  </a:lnTo>
                  <a:lnTo>
                    <a:pt x="1050561" y="1262172"/>
                  </a:lnTo>
                  <a:lnTo>
                    <a:pt x="1053864" y="1252122"/>
                  </a:lnTo>
                  <a:lnTo>
                    <a:pt x="1057168" y="1252061"/>
                  </a:lnTo>
                  <a:lnTo>
                    <a:pt x="1060472" y="1244360"/>
                  </a:lnTo>
                  <a:lnTo>
                    <a:pt x="1063775" y="1234946"/>
                  </a:lnTo>
                  <a:lnTo>
                    <a:pt x="1067079" y="1232391"/>
                  </a:lnTo>
                  <a:lnTo>
                    <a:pt x="1070383" y="1243921"/>
                  </a:lnTo>
                  <a:lnTo>
                    <a:pt x="1073686" y="1255146"/>
                  </a:lnTo>
                  <a:lnTo>
                    <a:pt x="1076990" y="1239178"/>
                  </a:lnTo>
                  <a:lnTo>
                    <a:pt x="1080294" y="1225300"/>
                  </a:lnTo>
                  <a:lnTo>
                    <a:pt x="1083597" y="1236727"/>
                  </a:lnTo>
                  <a:lnTo>
                    <a:pt x="1086901" y="1236727"/>
                  </a:lnTo>
                  <a:lnTo>
                    <a:pt x="1090205" y="1233173"/>
                  </a:lnTo>
                  <a:lnTo>
                    <a:pt x="1093508" y="1237237"/>
                  </a:lnTo>
                  <a:lnTo>
                    <a:pt x="1096812" y="1245030"/>
                  </a:lnTo>
                  <a:lnTo>
                    <a:pt x="1100116" y="1225840"/>
                  </a:lnTo>
                  <a:lnTo>
                    <a:pt x="1103419" y="1225840"/>
                  </a:lnTo>
                  <a:lnTo>
                    <a:pt x="1106723" y="1229519"/>
                  </a:lnTo>
                  <a:lnTo>
                    <a:pt x="1110027" y="1241078"/>
                  </a:lnTo>
                  <a:lnTo>
                    <a:pt x="1113330" y="1259641"/>
                  </a:lnTo>
                  <a:lnTo>
                    <a:pt x="1116634" y="1249936"/>
                  </a:lnTo>
                  <a:lnTo>
                    <a:pt x="1119937" y="1236814"/>
                  </a:lnTo>
                  <a:lnTo>
                    <a:pt x="1123241" y="1265843"/>
                  </a:lnTo>
                  <a:lnTo>
                    <a:pt x="1126545" y="1257163"/>
                  </a:lnTo>
                  <a:lnTo>
                    <a:pt x="1129848" y="1264470"/>
                  </a:lnTo>
                  <a:lnTo>
                    <a:pt x="1133152" y="1264278"/>
                  </a:lnTo>
                  <a:lnTo>
                    <a:pt x="1136456" y="1263495"/>
                  </a:lnTo>
                  <a:lnTo>
                    <a:pt x="1139759" y="1231151"/>
                  </a:lnTo>
                  <a:lnTo>
                    <a:pt x="1143063" y="1213293"/>
                  </a:lnTo>
                  <a:lnTo>
                    <a:pt x="1146367" y="1254166"/>
                  </a:lnTo>
                  <a:lnTo>
                    <a:pt x="1149670" y="1250985"/>
                  </a:lnTo>
                  <a:lnTo>
                    <a:pt x="1152974" y="1250985"/>
                  </a:lnTo>
                  <a:lnTo>
                    <a:pt x="1156278" y="1236814"/>
                  </a:lnTo>
                  <a:lnTo>
                    <a:pt x="1159581" y="1225840"/>
                  </a:lnTo>
                  <a:lnTo>
                    <a:pt x="1162885" y="1229036"/>
                  </a:lnTo>
                  <a:lnTo>
                    <a:pt x="1166189" y="1261042"/>
                  </a:lnTo>
                  <a:lnTo>
                    <a:pt x="1169492" y="1250985"/>
                  </a:lnTo>
                  <a:lnTo>
                    <a:pt x="1172796" y="1192184"/>
                  </a:lnTo>
                  <a:lnTo>
                    <a:pt x="1176100" y="1192184"/>
                  </a:lnTo>
                  <a:lnTo>
                    <a:pt x="1179403" y="1216841"/>
                  </a:lnTo>
                  <a:lnTo>
                    <a:pt x="1182707" y="1182415"/>
                  </a:lnTo>
                  <a:lnTo>
                    <a:pt x="1186011" y="1193974"/>
                  </a:lnTo>
                  <a:lnTo>
                    <a:pt x="1189314" y="1227974"/>
                  </a:lnTo>
                  <a:lnTo>
                    <a:pt x="1192618" y="1240408"/>
                  </a:lnTo>
                  <a:lnTo>
                    <a:pt x="1195921" y="1240408"/>
                  </a:lnTo>
                  <a:lnTo>
                    <a:pt x="1199225" y="1231151"/>
                  </a:lnTo>
                  <a:lnTo>
                    <a:pt x="1202529" y="1256106"/>
                  </a:lnTo>
                  <a:lnTo>
                    <a:pt x="1205832" y="1251572"/>
                  </a:lnTo>
                  <a:lnTo>
                    <a:pt x="1209136" y="1236814"/>
                  </a:lnTo>
                  <a:lnTo>
                    <a:pt x="1212440" y="1236814"/>
                  </a:lnTo>
                  <a:lnTo>
                    <a:pt x="1215743" y="1257163"/>
                  </a:lnTo>
                  <a:lnTo>
                    <a:pt x="1219047" y="1254643"/>
                  </a:lnTo>
                  <a:lnTo>
                    <a:pt x="1222351" y="1213293"/>
                  </a:lnTo>
                  <a:lnTo>
                    <a:pt x="1225654" y="1229087"/>
                  </a:lnTo>
                  <a:lnTo>
                    <a:pt x="1228958" y="1237179"/>
                  </a:lnTo>
                  <a:lnTo>
                    <a:pt x="1232262" y="1203264"/>
                  </a:lnTo>
                  <a:lnTo>
                    <a:pt x="1235565" y="1242544"/>
                  </a:lnTo>
                  <a:lnTo>
                    <a:pt x="1238869" y="1238173"/>
                  </a:lnTo>
                  <a:lnTo>
                    <a:pt x="1242173" y="1241794"/>
                  </a:lnTo>
                  <a:lnTo>
                    <a:pt x="1245476" y="1244789"/>
                  </a:lnTo>
                  <a:lnTo>
                    <a:pt x="1248780" y="1239080"/>
                  </a:lnTo>
                  <a:lnTo>
                    <a:pt x="1252084" y="1213238"/>
                  </a:lnTo>
                  <a:lnTo>
                    <a:pt x="1255387" y="1214459"/>
                  </a:lnTo>
                  <a:lnTo>
                    <a:pt x="1258691" y="1183533"/>
                  </a:lnTo>
                  <a:lnTo>
                    <a:pt x="1261994" y="1178095"/>
                  </a:lnTo>
                  <a:lnTo>
                    <a:pt x="1265298" y="1178578"/>
                  </a:lnTo>
                  <a:lnTo>
                    <a:pt x="1268602" y="1215741"/>
                  </a:lnTo>
                  <a:lnTo>
                    <a:pt x="1271905" y="1210854"/>
                  </a:lnTo>
                  <a:lnTo>
                    <a:pt x="1275209" y="1186910"/>
                  </a:lnTo>
                  <a:lnTo>
                    <a:pt x="1278513" y="1193908"/>
                  </a:lnTo>
                  <a:lnTo>
                    <a:pt x="1281816" y="1185765"/>
                  </a:lnTo>
                  <a:lnTo>
                    <a:pt x="1285120" y="1207035"/>
                  </a:lnTo>
                  <a:lnTo>
                    <a:pt x="1288424" y="1220622"/>
                  </a:lnTo>
                  <a:lnTo>
                    <a:pt x="1291727" y="1226177"/>
                  </a:lnTo>
                  <a:lnTo>
                    <a:pt x="1295031" y="1220245"/>
                  </a:lnTo>
                  <a:lnTo>
                    <a:pt x="1298335" y="1185837"/>
                  </a:lnTo>
                  <a:lnTo>
                    <a:pt x="1301638" y="1166817"/>
                  </a:lnTo>
                  <a:lnTo>
                    <a:pt x="1304942" y="1183210"/>
                  </a:lnTo>
                  <a:lnTo>
                    <a:pt x="1308246" y="1187096"/>
                  </a:lnTo>
                  <a:lnTo>
                    <a:pt x="1311549" y="1181942"/>
                  </a:lnTo>
                  <a:lnTo>
                    <a:pt x="1314853" y="1171394"/>
                  </a:lnTo>
                  <a:lnTo>
                    <a:pt x="1318157" y="1175619"/>
                  </a:lnTo>
                  <a:lnTo>
                    <a:pt x="1321460" y="1201628"/>
                  </a:lnTo>
                  <a:lnTo>
                    <a:pt x="1324764" y="1201116"/>
                  </a:lnTo>
                  <a:lnTo>
                    <a:pt x="1328068" y="1203234"/>
                  </a:lnTo>
                  <a:lnTo>
                    <a:pt x="1331371" y="1187677"/>
                  </a:lnTo>
                  <a:lnTo>
                    <a:pt x="1334675" y="1189313"/>
                  </a:lnTo>
                  <a:lnTo>
                    <a:pt x="1337978" y="1180527"/>
                  </a:lnTo>
                  <a:lnTo>
                    <a:pt x="1341282" y="1161429"/>
                  </a:lnTo>
                  <a:lnTo>
                    <a:pt x="1344586" y="1152682"/>
                  </a:lnTo>
                  <a:lnTo>
                    <a:pt x="1347889" y="1171075"/>
                  </a:lnTo>
                  <a:lnTo>
                    <a:pt x="1351193" y="1190434"/>
                  </a:lnTo>
                  <a:lnTo>
                    <a:pt x="1354497" y="1169155"/>
                  </a:lnTo>
                  <a:lnTo>
                    <a:pt x="1357800" y="1116647"/>
                  </a:lnTo>
                  <a:lnTo>
                    <a:pt x="1361104" y="1143447"/>
                  </a:lnTo>
                  <a:lnTo>
                    <a:pt x="1364408" y="1153421"/>
                  </a:lnTo>
                  <a:lnTo>
                    <a:pt x="1367711" y="1119823"/>
                  </a:lnTo>
                  <a:lnTo>
                    <a:pt x="1371015" y="1109446"/>
                  </a:lnTo>
                  <a:lnTo>
                    <a:pt x="1374319" y="1142489"/>
                  </a:lnTo>
                  <a:lnTo>
                    <a:pt x="1377622" y="1141108"/>
                  </a:lnTo>
                  <a:lnTo>
                    <a:pt x="1380926" y="1155899"/>
                  </a:lnTo>
                  <a:lnTo>
                    <a:pt x="1384230" y="1187566"/>
                  </a:lnTo>
                  <a:lnTo>
                    <a:pt x="1387533" y="1189834"/>
                  </a:lnTo>
                  <a:lnTo>
                    <a:pt x="1390837" y="1170758"/>
                  </a:lnTo>
                  <a:lnTo>
                    <a:pt x="1394141" y="1136434"/>
                  </a:lnTo>
                  <a:lnTo>
                    <a:pt x="1397444" y="1171815"/>
                  </a:lnTo>
                  <a:lnTo>
                    <a:pt x="1400748" y="1186585"/>
                  </a:lnTo>
                  <a:lnTo>
                    <a:pt x="1404052" y="1170249"/>
                  </a:lnTo>
                  <a:lnTo>
                    <a:pt x="1407355" y="1133183"/>
                  </a:lnTo>
                  <a:lnTo>
                    <a:pt x="1410659" y="1172188"/>
                  </a:lnTo>
                  <a:lnTo>
                    <a:pt x="1413962" y="1141048"/>
                  </a:lnTo>
                  <a:lnTo>
                    <a:pt x="1417266" y="1107466"/>
                  </a:lnTo>
                  <a:lnTo>
                    <a:pt x="1420570" y="1135455"/>
                  </a:lnTo>
                  <a:lnTo>
                    <a:pt x="1423873" y="1155591"/>
                  </a:lnTo>
                  <a:lnTo>
                    <a:pt x="1427177" y="1138180"/>
                  </a:lnTo>
                  <a:lnTo>
                    <a:pt x="1430481" y="1147107"/>
                  </a:lnTo>
                  <a:lnTo>
                    <a:pt x="1433784" y="1119190"/>
                  </a:lnTo>
                  <a:lnTo>
                    <a:pt x="1437088" y="1079936"/>
                  </a:lnTo>
                  <a:lnTo>
                    <a:pt x="1440392" y="1095957"/>
                  </a:lnTo>
                  <a:lnTo>
                    <a:pt x="1443695" y="1124176"/>
                  </a:lnTo>
                  <a:lnTo>
                    <a:pt x="1446999" y="1120403"/>
                  </a:lnTo>
                  <a:lnTo>
                    <a:pt x="1450303" y="1054351"/>
                  </a:lnTo>
                  <a:lnTo>
                    <a:pt x="1453606" y="1047360"/>
                  </a:lnTo>
                  <a:lnTo>
                    <a:pt x="1456910" y="1078466"/>
                  </a:lnTo>
                  <a:lnTo>
                    <a:pt x="1460214" y="1046780"/>
                  </a:lnTo>
                  <a:lnTo>
                    <a:pt x="1463517" y="1085200"/>
                  </a:lnTo>
                  <a:lnTo>
                    <a:pt x="1466821" y="1044792"/>
                  </a:lnTo>
                  <a:lnTo>
                    <a:pt x="1470125" y="1010278"/>
                  </a:lnTo>
                  <a:lnTo>
                    <a:pt x="1473428" y="993018"/>
                  </a:lnTo>
                  <a:lnTo>
                    <a:pt x="1476732" y="982064"/>
                  </a:lnTo>
                  <a:lnTo>
                    <a:pt x="1480036" y="995194"/>
                  </a:lnTo>
                  <a:lnTo>
                    <a:pt x="1483339" y="1026539"/>
                  </a:lnTo>
                  <a:lnTo>
                    <a:pt x="1486643" y="970499"/>
                  </a:lnTo>
                  <a:lnTo>
                    <a:pt x="1489946" y="930972"/>
                  </a:lnTo>
                  <a:lnTo>
                    <a:pt x="1493250" y="948678"/>
                  </a:lnTo>
                  <a:lnTo>
                    <a:pt x="1496554" y="922999"/>
                  </a:lnTo>
                  <a:lnTo>
                    <a:pt x="1499857" y="949566"/>
                  </a:lnTo>
                  <a:lnTo>
                    <a:pt x="1503161" y="910458"/>
                  </a:lnTo>
                  <a:lnTo>
                    <a:pt x="1506465" y="826343"/>
                  </a:lnTo>
                  <a:lnTo>
                    <a:pt x="1509768" y="792435"/>
                  </a:lnTo>
                  <a:lnTo>
                    <a:pt x="1513072" y="787974"/>
                  </a:lnTo>
                  <a:lnTo>
                    <a:pt x="1516376" y="770832"/>
                  </a:lnTo>
                  <a:lnTo>
                    <a:pt x="1519679" y="775636"/>
                  </a:lnTo>
                  <a:lnTo>
                    <a:pt x="1522983" y="792435"/>
                  </a:lnTo>
                  <a:lnTo>
                    <a:pt x="1526287" y="800817"/>
                  </a:lnTo>
                  <a:lnTo>
                    <a:pt x="1529590" y="815543"/>
                  </a:lnTo>
                  <a:lnTo>
                    <a:pt x="1532894" y="867984"/>
                  </a:lnTo>
                  <a:lnTo>
                    <a:pt x="1536198" y="899389"/>
                  </a:lnTo>
                  <a:lnTo>
                    <a:pt x="1539501" y="865917"/>
                  </a:lnTo>
                  <a:lnTo>
                    <a:pt x="1542805" y="851118"/>
                  </a:lnTo>
                  <a:lnTo>
                    <a:pt x="1546109" y="875941"/>
                  </a:lnTo>
                  <a:lnTo>
                    <a:pt x="1549412" y="935956"/>
                  </a:lnTo>
                  <a:lnTo>
                    <a:pt x="1552716" y="970939"/>
                  </a:lnTo>
                  <a:lnTo>
                    <a:pt x="1556020" y="979074"/>
                  </a:lnTo>
                  <a:lnTo>
                    <a:pt x="1559323" y="962164"/>
                  </a:lnTo>
                  <a:lnTo>
                    <a:pt x="1562627" y="976601"/>
                  </a:lnTo>
                  <a:lnTo>
                    <a:pt x="1565930" y="969579"/>
                  </a:lnTo>
                  <a:lnTo>
                    <a:pt x="1569234" y="997661"/>
                  </a:lnTo>
                  <a:lnTo>
                    <a:pt x="1572538" y="983971"/>
                  </a:lnTo>
                  <a:lnTo>
                    <a:pt x="1575841" y="981697"/>
                  </a:lnTo>
                  <a:lnTo>
                    <a:pt x="1579145" y="981226"/>
                  </a:lnTo>
                  <a:lnTo>
                    <a:pt x="1582449" y="1002890"/>
                  </a:lnTo>
                  <a:lnTo>
                    <a:pt x="1585752" y="1000214"/>
                  </a:lnTo>
                  <a:lnTo>
                    <a:pt x="1589056" y="1052400"/>
                  </a:lnTo>
                  <a:lnTo>
                    <a:pt x="1592360" y="1038274"/>
                  </a:lnTo>
                  <a:lnTo>
                    <a:pt x="1595663" y="1048062"/>
                  </a:lnTo>
                  <a:lnTo>
                    <a:pt x="1598967" y="1033610"/>
                  </a:lnTo>
                  <a:lnTo>
                    <a:pt x="1602271" y="1035703"/>
                  </a:lnTo>
                  <a:lnTo>
                    <a:pt x="1605574" y="1009141"/>
                  </a:lnTo>
                  <a:lnTo>
                    <a:pt x="1608878" y="1023055"/>
                  </a:lnTo>
                  <a:lnTo>
                    <a:pt x="1612182" y="1032388"/>
                  </a:lnTo>
                  <a:lnTo>
                    <a:pt x="1615485" y="1032388"/>
                  </a:lnTo>
                  <a:lnTo>
                    <a:pt x="1618789" y="1030355"/>
                  </a:lnTo>
                  <a:lnTo>
                    <a:pt x="1622093" y="1051817"/>
                  </a:lnTo>
                  <a:lnTo>
                    <a:pt x="1625396" y="1077709"/>
                  </a:lnTo>
                  <a:lnTo>
                    <a:pt x="1628700" y="1073172"/>
                  </a:lnTo>
                  <a:lnTo>
                    <a:pt x="1632004" y="1053015"/>
                  </a:lnTo>
                  <a:lnTo>
                    <a:pt x="1635307" y="1082709"/>
                  </a:lnTo>
                  <a:lnTo>
                    <a:pt x="1638611" y="1079625"/>
                  </a:lnTo>
                  <a:lnTo>
                    <a:pt x="1641914" y="1073085"/>
                  </a:lnTo>
                  <a:lnTo>
                    <a:pt x="1645218" y="1072165"/>
                  </a:lnTo>
                  <a:lnTo>
                    <a:pt x="1648522" y="1075515"/>
                  </a:lnTo>
                  <a:lnTo>
                    <a:pt x="1651825" y="1050777"/>
                  </a:lnTo>
                  <a:lnTo>
                    <a:pt x="1655129" y="1028048"/>
                  </a:lnTo>
                  <a:lnTo>
                    <a:pt x="1658433" y="1039660"/>
                  </a:lnTo>
                  <a:lnTo>
                    <a:pt x="1661736" y="1049345"/>
                  </a:lnTo>
                  <a:lnTo>
                    <a:pt x="1665040" y="1042842"/>
                  </a:lnTo>
                  <a:lnTo>
                    <a:pt x="1668344" y="1077510"/>
                  </a:lnTo>
                  <a:lnTo>
                    <a:pt x="1671647" y="1099863"/>
                  </a:lnTo>
                  <a:lnTo>
                    <a:pt x="1674951" y="1072922"/>
                  </a:lnTo>
                  <a:lnTo>
                    <a:pt x="1678255" y="1068050"/>
                  </a:lnTo>
                  <a:lnTo>
                    <a:pt x="1681558" y="1087470"/>
                  </a:lnTo>
                  <a:lnTo>
                    <a:pt x="1684862" y="1077510"/>
                  </a:lnTo>
                  <a:lnTo>
                    <a:pt x="1688166" y="1099125"/>
                  </a:lnTo>
                  <a:lnTo>
                    <a:pt x="1691469" y="1098642"/>
                  </a:lnTo>
                  <a:lnTo>
                    <a:pt x="1694773" y="1065894"/>
                  </a:lnTo>
                  <a:lnTo>
                    <a:pt x="1698077" y="1052906"/>
                  </a:lnTo>
                  <a:lnTo>
                    <a:pt x="1701380" y="1044897"/>
                  </a:lnTo>
                  <a:lnTo>
                    <a:pt x="1704684" y="1049579"/>
                  </a:lnTo>
                  <a:lnTo>
                    <a:pt x="1707987" y="1065894"/>
                  </a:lnTo>
                  <a:lnTo>
                    <a:pt x="1711291" y="1085236"/>
                  </a:lnTo>
                  <a:lnTo>
                    <a:pt x="1714595" y="1095196"/>
                  </a:lnTo>
                  <a:lnTo>
                    <a:pt x="1717898" y="1069351"/>
                  </a:lnTo>
                  <a:lnTo>
                    <a:pt x="1721202" y="1106568"/>
                  </a:lnTo>
                  <a:lnTo>
                    <a:pt x="1724506" y="1119012"/>
                  </a:lnTo>
                  <a:lnTo>
                    <a:pt x="1727809" y="1123055"/>
                  </a:lnTo>
                  <a:lnTo>
                    <a:pt x="1731113" y="1116701"/>
                  </a:lnTo>
                  <a:lnTo>
                    <a:pt x="1734417" y="1107115"/>
                  </a:lnTo>
                  <a:lnTo>
                    <a:pt x="1737720" y="1112397"/>
                  </a:lnTo>
                  <a:lnTo>
                    <a:pt x="1741024" y="1115812"/>
                  </a:lnTo>
                  <a:lnTo>
                    <a:pt x="1744328" y="1066269"/>
                  </a:lnTo>
                  <a:lnTo>
                    <a:pt x="1747631" y="1086671"/>
                  </a:lnTo>
                  <a:lnTo>
                    <a:pt x="1750935" y="1096488"/>
                  </a:lnTo>
                  <a:lnTo>
                    <a:pt x="1754239" y="1105584"/>
                  </a:lnTo>
                  <a:lnTo>
                    <a:pt x="1757542" y="1102646"/>
                  </a:lnTo>
                  <a:lnTo>
                    <a:pt x="1760846" y="1089775"/>
                  </a:lnTo>
                  <a:lnTo>
                    <a:pt x="1764150" y="1123903"/>
                  </a:lnTo>
                  <a:lnTo>
                    <a:pt x="1767453" y="1129408"/>
                  </a:lnTo>
                  <a:lnTo>
                    <a:pt x="1770757" y="1113036"/>
                  </a:lnTo>
                  <a:lnTo>
                    <a:pt x="1774061" y="1106847"/>
                  </a:lnTo>
                  <a:lnTo>
                    <a:pt x="1777364" y="1127106"/>
                  </a:lnTo>
                  <a:lnTo>
                    <a:pt x="1780668" y="1105289"/>
                  </a:lnTo>
                  <a:lnTo>
                    <a:pt x="1783971" y="1096904"/>
                  </a:lnTo>
                  <a:lnTo>
                    <a:pt x="1787275" y="1092199"/>
                  </a:lnTo>
                  <a:lnTo>
                    <a:pt x="1790579" y="1126836"/>
                  </a:lnTo>
                  <a:lnTo>
                    <a:pt x="1793882" y="1125792"/>
                  </a:lnTo>
                  <a:lnTo>
                    <a:pt x="1797186" y="1085525"/>
                  </a:lnTo>
                  <a:lnTo>
                    <a:pt x="1800490" y="1092199"/>
                  </a:lnTo>
                  <a:lnTo>
                    <a:pt x="1803793" y="1104926"/>
                  </a:lnTo>
                  <a:lnTo>
                    <a:pt x="1807097" y="1133765"/>
                  </a:lnTo>
                  <a:lnTo>
                    <a:pt x="1810401" y="1134848"/>
                  </a:lnTo>
                  <a:lnTo>
                    <a:pt x="1813704" y="1133774"/>
                  </a:lnTo>
                  <a:lnTo>
                    <a:pt x="1817008" y="1135741"/>
                  </a:lnTo>
                  <a:lnTo>
                    <a:pt x="1820312" y="1132762"/>
                  </a:lnTo>
                  <a:lnTo>
                    <a:pt x="1823615" y="1133506"/>
                  </a:lnTo>
                  <a:lnTo>
                    <a:pt x="1826919" y="1106403"/>
                  </a:lnTo>
                  <a:lnTo>
                    <a:pt x="1830223" y="1112123"/>
                  </a:lnTo>
                  <a:lnTo>
                    <a:pt x="1833526" y="1113924"/>
                  </a:lnTo>
                  <a:lnTo>
                    <a:pt x="1836830" y="1093399"/>
                  </a:lnTo>
                  <a:lnTo>
                    <a:pt x="1840134" y="1040145"/>
                  </a:lnTo>
                  <a:lnTo>
                    <a:pt x="1843437" y="1062778"/>
                  </a:lnTo>
                  <a:lnTo>
                    <a:pt x="1846741" y="1062193"/>
                  </a:lnTo>
                  <a:lnTo>
                    <a:pt x="1850045" y="1085115"/>
                  </a:lnTo>
                  <a:lnTo>
                    <a:pt x="1853348" y="1081012"/>
                  </a:lnTo>
                  <a:lnTo>
                    <a:pt x="1856652" y="1068748"/>
                  </a:lnTo>
                  <a:lnTo>
                    <a:pt x="1859955" y="1086873"/>
                  </a:lnTo>
                  <a:lnTo>
                    <a:pt x="1863259" y="1078510"/>
                  </a:lnTo>
                  <a:lnTo>
                    <a:pt x="1866563" y="1038694"/>
                  </a:lnTo>
                  <a:lnTo>
                    <a:pt x="1869866" y="1057668"/>
                  </a:lnTo>
                  <a:lnTo>
                    <a:pt x="1873170" y="1031286"/>
                  </a:lnTo>
                  <a:lnTo>
                    <a:pt x="1876474" y="1026351"/>
                  </a:lnTo>
                  <a:lnTo>
                    <a:pt x="1879777" y="1038666"/>
                  </a:lnTo>
                  <a:lnTo>
                    <a:pt x="1883081" y="1050145"/>
                  </a:lnTo>
                  <a:lnTo>
                    <a:pt x="1886385" y="1057397"/>
                  </a:lnTo>
                  <a:lnTo>
                    <a:pt x="1889688" y="1068575"/>
                  </a:lnTo>
                  <a:lnTo>
                    <a:pt x="1892992" y="1059408"/>
                  </a:lnTo>
                  <a:lnTo>
                    <a:pt x="1896296" y="1030615"/>
                  </a:lnTo>
                  <a:lnTo>
                    <a:pt x="1899599" y="1026027"/>
                  </a:lnTo>
                  <a:lnTo>
                    <a:pt x="1902903" y="1019926"/>
                  </a:lnTo>
                  <a:lnTo>
                    <a:pt x="1906207" y="1031038"/>
                  </a:lnTo>
                  <a:lnTo>
                    <a:pt x="1909510" y="1051772"/>
                  </a:lnTo>
                  <a:lnTo>
                    <a:pt x="1912814" y="1044726"/>
                  </a:lnTo>
                  <a:lnTo>
                    <a:pt x="1916118" y="1046619"/>
                  </a:lnTo>
                  <a:lnTo>
                    <a:pt x="1919421" y="1027276"/>
                  </a:lnTo>
                  <a:lnTo>
                    <a:pt x="1922725" y="1012792"/>
                  </a:lnTo>
                  <a:lnTo>
                    <a:pt x="1926029" y="1027276"/>
                  </a:lnTo>
                  <a:lnTo>
                    <a:pt x="1929332" y="928591"/>
                  </a:lnTo>
                  <a:lnTo>
                    <a:pt x="1932636" y="945099"/>
                  </a:lnTo>
                  <a:lnTo>
                    <a:pt x="1935939" y="927487"/>
                  </a:lnTo>
                  <a:lnTo>
                    <a:pt x="1939243" y="927347"/>
                  </a:lnTo>
                  <a:lnTo>
                    <a:pt x="1942547" y="917930"/>
                  </a:lnTo>
                  <a:lnTo>
                    <a:pt x="1945850" y="912198"/>
                  </a:lnTo>
                  <a:lnTo>
                    <a:pt x="1949154" y="875553"/>
                  </a:lnTo>
                  <a:lnTo>
                    <a:pt x="1952458" y="878455"/>
                  </a:lnTo>
                  <a:lnTo>
                    <a:pt x="1955761" y="867188"/>
                  </a:lnTo>
                  <a:lnTo>
                    <a:pt x="1959065" y="886596"/>
                  </a:lnTo>
                  <a:lnTo>
                    <a:pt x="1962369" y="857032"/>
                  </a:lnTo>
                  <a:lnTo>
                    <a:pt x="1965672" y="858725"/>
                  </a:lnTo>
                  <a:lnTo>
                    <a:pt x="1968976" y="854021"/>
                  </a:lnTo>
                  <a:lnTo>
                    <a:pt x="1972280" y="848916"/>
                  </a:lnTo>
                  <a:lnTo>
                    <a:pt x="1975583" y="844520"/>
                  </a:lnTo>
                  <a:lnTo>
                    <a:pt x="1978887" y="823487"/>
                  </a:lnTo>
                  <a:lnTo>
                    <a:pt x="1982191" y="835039"/>
                  </a:lnTo>
                  <a:lnTo>
                    <a:pt x="1985494" y="852467"/>
                  </a:lnTo>
                  <a:lnTo>
                    <a:pt x="1988798" y="828870"/>
                  </a:lnTo>
                  <a:lnTo>
                    <a:pt x="1992102" y="833167"/>
                  </a:lnTo>
                  <a:lnTo>
                    <a:pt x="1995405" y="849812"/>
                  </a:lnTo>
                  <a:lnTo>
                    <a:pt x="1998709" y="807939"/>
                  </a:lnTo>
                  <a:lnTo>
                    <a:pt x="2002013" y="777679"/>
                  </a:lnTo>
                  <a:lnTo>
                    <a:pt x="2005316" y="775639"/>
                  </a:lnTo>
                  <a:lnTo>
                    <a:pt x="2008620" y="792770"/>
                  </a:lnTo>
                  <a:lnTo>
                    <a:pt x="2011923" y="795753"/>
                  </a:lnTo>
                  <a:lnTo>
                    <a:pt x="2015227" y="778440"/>
                  </a:lnTo>
                  <a:lnTo>
                    <a:pt x="2018531" y="740114"/>
                  </a:lnTo>
                  <a:lnTo>
                    <a:pt x="2021834" y="747707"/>
                  </a:lnTo>
                  <a:lnTo>
                    <a:pt x="2025138" y="766937"/>
                  </a:lnTo>
                  <a:lnTo>
                    <a:pt x="2028442" y="748674"/>
                  </a:lnTo>
                  <a:lnTo>
                    <a:pt x="2031745" y="762826"/>
                  </a:lnTo>
                  <a:lnTo>
                    <a:pt x="2035049" y="719774"/>
                  </a:lnTo>
                  <a:lnTo>
                    <a:pt x="2038353" y="612952"/>
                  </a:lnTo>
                  <a:lnTo>
                    <a:pt x="2041656" y="580690"/>
                  </a:lnTo>
                  <a:lnTo>
                    <a:pt x="2044960" y="599383"/>
                  </a:lnTo>
                  <a:lnTo>
                    <a:pt x="2048264" y="537905"/>
                  </a:lnTo>
                  <a:lnTo>
                    <a:pt x="2051567" y="475279"/>
                  </a:lnTo>
                  <a:lnTo>
                    <a:pt x="2054871" y="489467"/>
                  </a:lnTo>
                  <a:lnTo>
                    <a:pt x="2058175" y="475077"/>
                  </a:lnTo>
                  <a:lnTo>
                    <a:pt x="2061478" y="477674"/>
                  </a:lnTo>
                  <a:lnTo>
                    <a:pt x="2064782" y="442020"/>
                  </a:lnTo>
                  <a:lnTo>
                    <a:pt x="2068086" y="400900"/>
                  </a:lnTo>
                  <a:lnTo>
                    <a:pt x="2071389" y="390978"/>
                  </a:lnTo>
                  <a:lnTo>
                    <a:pt x="2074693" y="373404"/>
                  </a:lnTo>
                  <a:lnTo>
                    <a:pt x="2077996" y="380405"/>
                  </a:lnTo>
                  <a:lnTo>
                    <a:pt x="2081300" y="332529"/>
                  </a:lnTo>
                  <a:lnTo>
                    <a:pt x="2084604" y="338532"/>
                  </a:lnTo>
                  <a:lnTo>
                    <a:pt x="2087907" y="335025"/>
                  </a:lnTo>
                  <a:lnTo>
                    <a:pt x="2091211" y="268863"/>
                  </a:lnTo>
                  <a:lnTo>
                    <a:pt x="2094515" y="291113"/>
                  </a:lnTo>
                  <a:lnTo>
                    <a:pt x="2097818" y="315806"/>
                  </a:lnTo>
                  <a:lnTo>
                    <a:pt x="2101122" y="398106"/>
                  </a:lnTo>
                  <a:lnTo>
                    <a:pt x="2104426" y="324642"/>
                  </a:lnTo>
                  <a:lnTo>
                    <a:pt x="2107729" y="300089"/>
                  </a:lnTo>
                  <a:lnTo>
                    <a:pt x="2111033" y="292620"/>
                  </a:lnTo>
                  <a:lnTo>
                    <a:pt x="2114337" y="295274"/>
                  </a:lnTo>
                  <a:lnTo>
                    <a:pt x="2117640" y="286539"/>
                  </a:lnTo>
                  <a:lnTo>
                    <a:pt x="2120944" y="217109"/>
                  </a:lnTo>
                  <a:lnTo>
                    <a:pt x="2124248" y="177361"/>
                  </a:lnTo>
                  <a:lnTo>
                    <a:pt x="2127551" y="166932"/>
                  </a:lnTo>
                  <a:lnTo>
                    <a:pt x="2130855" y="171428"/>
                  </a:lnTo>
                  <a:lnTo>
                    <a:pt x="2134159" y="162957"/>
                  </a:lnTo>
                  <a:lnTo>
                    <a:pt x="2137462" y="162584"/>
                  </a:lnTo>
                  <a:lnTo>
                    <a:pt x="2140766" y="45870"/>
                  </a:lnTo>
                  <a:lnTo>
                    <a:pt x="2144070" y="46508"/>
                  </a:lnTo>
                  <a:lnTo>
                    <a:pt x="2147373" y="55986"/>
                  </a:lnTo>
                  <a:lnTo>
                    <a:pt x="2150677" y="60961"/>
                  </a:lnTo>
                  <a:lnTo>
                    <a:pt x="2153980" y="75633"/>
                  </a:lnTo>
                  <a:lnTo>
                    <a:pt x="2157284" y="84478"/>
                  </a:lnTo>
                  <a:lnTo>
                    <a:pt x="2160588" y="97072"/>
                  </a:lnTo>
                  <a:lnTo>
                    <a:pt x="2163891" y="140773"/>
                  </a:lnTo>
                  <a:lnTo>
                    <a:pt x="2167195" y="181847"/>
                  </a:lnTo>
                  <a:lnTo>
                    <a:pt x="2170499" y="196358"/>
                  </a:lnTo>
                  <a:lnTo>
                    <a:pt x="2173802" y="194436"/>
                  </a:lnTo>
                  <a:lnTo>
                    <a:pt x="2177106" y="290608"/>
                  </a:lnTo>
                  <a:lnTo>
                    <a:pt x="2180410" y="373221"/>
                  </a:lnTo>
                  <a:lnTo>
                    <a:pt x="2183713" y="411915"/>
                  </a:lnTo>
                  <a:lnTo>
                    <a:pt x="2187017" y="412156"/>
                  </a:lnTo>
                  <a:lnTo>
                    <a:pt x="2190321" y="460955"/>
                  </a:lnTo>
                  <a:lnTo>
                    <a:pt x="2193624" y="479411"/>
                  </a:lnTo>
                  <a:lnTo>
                    <a:pt x="2196928" y="503560"/>
                  </a:lnTo>
                  <a:lnTo>
                    <a:pt x="2200232" y="554675"/>
                  </a:lnTo>
                  <a:lnTo>
                    <a:pt x="2203535" y="584404"/>
                  </a:lnTo>
                  <a:lnTo>
                    <a:pt x="2206839" y="600701"/>
                  </a:lnTo>
                  <a:lnTo>
                    <a:pt x="2210143" y="625588"/>
                  </a:lnTo>
                  <a:lnTo>
                    <a:pt x="2213446" y="590924"/>
                  </a:lnTo>
                  <a:lnTo>
                    <a:pt x="2216750" y="678066"/>
                  </a:lnTo>
                  <a:lnTo>
                    <a:pt x="2220054" y="635871"/>
                  </a:lnTo>
                  <a:lnTo>
                    <a:pt x="2223357" y="635369"/>
                  </a:lnTo>
                  <a:lnTo>
                    <a:pt x="2226661" y="643936"/>
                  </a:lnTo>
                  <a:lnTo>
                    <a:pt x="2229964" y="703759"/>
                  </a:lnTo>
                  <a:lnTo>
                    <a:pt x="2233268" y="673006"/>
                  </a:lnTo>
                  <a:lnTo>
                    <a:pt x="2236572" y="734276"/>
                  </a:lnTo>
                  <a:lnTo>
                    <a:pt x="2239875" y="706977"/>
                  </a:lnTo>
                  <a:lnTo>
                    <a:pt x="2243179" y="696336"/>
                  </a:lnTo>
                  <a:lnTo>
                    <a:pt x="2246483" y="685626"/>
                  </a:lnTo>
                  <a:lnTo>
                    <a:pt x="2249786" y="625990"/>
                  </a:lnTo>
                  <a:lnTo>
                    <a:pt x="2253090" y="607132"/>
                  </a:lnTo>
                  <a:lnTo>
                    <a:pt x="2256394" y="528067"/>
                  </a:lnTo>
                  <a:lnTo>
                    <a:pt x="2259697" y="542684"/>
                  </a:lnTo>
                  <a:lnTo>
                    <a:pt x="2263001" y="548314"/>
                  </a:lnTo>
                  <a:lnTo>
                    <a:pt x="2266305" y="502610"/>
                  </a:lnTo>
                  <a:lnTo>
                    <a:pt x="2269608" y="429735"/>
                  </a:lnTo>
                  <a:lnTo>
                    <a:pt x="2272912" y="426842"/>
                  </a:lnTo>
                  <a:lnTo>
                    <a:pt x="2276216" y="381436"/>
                  </a:lnTo>
                  <a:lnTo>
                    <a:pt x="2279519" y="404623"/>
                  </a:lnTo>
                  <a:lnTo>
                    <a:pt x="2282823" y="466392"/>
                  </a:lnTo>
                  <a:lnTo>
                    <a:pt x="2286127" y="364859"/>
                  </a:lnTo>
                  <a:lnTo>
                    <a:pt x="2289430" y="250581"/>
                  </a:lnTo>
                  <a:lnTo>
                    <a:pt x="2292734" y="271473"/>
                  </a:lnTo>
                  <a:lnTo>
                    <a:pt x="2296038" y="166545"/>
                  </a:lnTo>
                  <a:lnTo>
                    <a:pt x="2299341" y="102792"/>
                  </a:lnTo>
                  <a:lnTo>
                    <a:pt x="2302645" y="97753"/>
                  </a:lnTo>
                  <a:lnTo>
                    <a:pt x="2305948" y="134386"/>
                  </a:lnTo>
                  <a:lnTo>
                    <a:pt x="2309252" y="182585"/>
                  </a:lnTo>
                  <a:lnTo>
                    <a:pt x="2312556" y="189848"/>
                  </a:lnTo>
                  <a:lnTo>
                    <a:pt x="2315859" y="48311"/>
                  </a:lnTo>
                  <a:lnTo>
                    <a:pt x="2319163" y="49088"/>
                  </a:lnTo>
                  <a:lnTo>
                    <a:pt x="2322467" y="45076"/>
                  </a:lnTo>
                  <a:lnTo>
                    <a:pt x="2325770" y="57624"/>
                  </a:lnTo>
                  <a:lnTo>
                    <a:pt x="2329074" y="44679"/>
                  </a:lnTo>
                  <a:lnTo>
                    <a:pt x="2332378" y="28785"/>
                  </a:lnTo>
                  <a:lnTo>
                    <a:pt x="2335681" y="28785"/>
                  </a:lnTo>
                  <a:lnTo>
                    <a:pt x="2338985" y="28785"/>
                  </a:lnTo>
                  <a:lnTo>
                    <a:pt x="2342289" y="167207"/>
                  </a:lnTo>
                  <a:lnTo>
                    <a:pt x="2345592" y="100323"/>
                  </a:lnTo>
                  <a:lnTo>
                    <a:pt x="2348896" y="32396"/>
                  </a:lnTo>
                  <a:lnTo>
                    <a:pt x="2352200" y="31231"/>
                  </a:lnTo>
                  <a:lnTo>
                    <a:pt x="2355503" y="30767"/>
                  </a:lnTo>
                  <a:lnTo>
                    <a:pt x="2358807" y="33873"/>
                  </a:lnTo>
                  <a:lnTo>
                    <a:pt x="2362111" y="28785"/>
                  </a:lnTo>
                  <a:lnTo>
                    <a:pt x="2365414" y="32797"/>
                  </a:lnTo>
                  <a:lnTo>
                    <a:pt x="2368718" y="33178"/>
                  </a:lnTo>
                  <a:lnTo>
                    <a:pt x="2372022" y="26890"/>
                  </a:lnTo>
                  <a:lnTo>
                    <a:pt x="2375325" y="26890"/>
                  </a:lnTo>
                  <a:lnTo>
                    <a:pt x="2378629" y="26890"/>
                  </a:lnTo>
                  <a:lnTo>
                    <a:pt x="2381932" y="30902"/>
                  </a:lnTo>
                  <a:lnTo>
                    <a:pt x="2385236" y="33362"/>
                  </a:lnTo>
                  <a:lnTo>
                    <a:pt x="2388540" y="46203"/>
                  </a:lnTo>
                  <a:lnTo>
                    <a:pt x="2391843" y="38124"/>
                  </a:lnTo>
                  <a:lnTo>
                    <a:pt x="2395147" y="35162"/>
                  </a:lnTo>
                  <a:lnTo>
                    <a:pt x="2398451" y="123884"/>
                  </a:lnTo>
                  <a:lnTo>
                    <a:pt x="2401754" y="34801"/>
                  </a:lnTo>
                  <a:lnTo>
                    <a:pt x="2405058" y="60944"/>
                  </a:lnTo>
                  <a:lnTo>
                    <a:pt x="2408362" y="60944"/>
                  </a:lnTo>
                  <a:lnTo>
                    <a:pt x="2411665" y="107900"/>
                  </a:lnTo>
                  <a:lnTo>
                    <a:pt x="2414969" y="161326"/>
                  </a:lnTo>
                  <a:lnTo>
                    <a:pt x="2418273" y="185073"/>
                  </a:lnTo>
                  <a:lnTo>
                    <a:pt x="2421576" y="306303"/>
                  </a:lnTo>
                  <a:lnTo>
                    <a:pt x="2424880" y="320110"/>
                  </a:lnTo>
                  <a:lnTo>
                    <a:pt x="2428184" y="264508"/>
                  </a:lnTo>
                  <a:lnTo>
                    <a:pt x="2431487" y="229568"/>
                  </a:lnTo>
                  <a:lnTo>
                    <a:pt x="2434791" y="181951"/>
                  </a:lnTo>
                  <a:lnTo>
                    <a:pt x="2438095" y="87432"/>
                  </a:lnTo>
                  <a:lnTo>
                    <a:pt x="2441398" y="104434"/>
                  </a:lnTo>
                  <a:lnTo>
                    <a:pt x="2444702" y="190601"/>
                  </a:lnTo>
                  <a:lnTo>
                    <a:pt x="2448006" y="215190"/>
                  </a:lnTo>
                  <a:lnTo>
                    <a:pt x="2451309" y="152215"/>
                  </a:lnTo>
                  <a:lnTo>
                    <a:pt x="2454613" y="34061"/>
                  </a:lnTo>
                  <a:lnTo>
                    <a:pt x="2457916" y="123013"/>
                  </a:lnTo>
                  <a:lnTo>
                    <a:pt x="2461220" y="66591"/>
                  </a:lnTo>
                  <a:lnTo>
                    <a:pt x="2464524" y="26514"/>
                  </a:lnTo>
                  <a:lnTo>
                    <a:pt x="2467827" y="26514"/>
                  </a:lnTo>
                  <a:lnTo>
                    <a:pt x="2471131" y="31472"/>
                  </a:lnTo>
                  <a:lnTo>
                    <a:pt x="2474435" y="28627"/>
                  </a:lnTo>
                  <a:lnTo>
                    <a:pt x="2477738" y="43731"/>
                  </a:lnTo>
                  <a:lnTo>
                    <a:pt x="2481042" y="34276"/>
                  </a:lnTo>
                  <a:lnTo>
                    <a:pt x="2484346" y="18715"/>
                  </a:lnTo>
                  <a:lnTo>
                    <a:pt x="2487649" y="16020"/>
                  </a:lnTo>
                  <a:lnTo>
                    <a:pt x="2490953" y="16020"/>
                  </a:lnTo>
                  <a:lnTo>
                    <a:pt x="2494257" y="16020"/>
                  </a:lnTo>
                  <a:lnTo>
                    <a:pt x="2497560" y="23932"/>
                  </a:lnTo>
                  <a:lnTo>
                    <a:pt x="2500864" y="25409"/>
                  </a:lnTo>
                  <a:lnTo>
                    <a:pt x="2504168" y="18544"/>
                  </a:lnTo>
                  <a:lnTo>
                    <a:pt x="2507471" y="22556"/>
                  </a:lnTo>
                  <a:lnTo>
                    <a:pt x="2510775" y="25016"/>
                  </a:lnTo>
                  <a:lnTo>
                    <a:pt x="2514079" y="18681"/>
                  </a:lnTo>
                  <a:lnTo>
                    <a:pt x="2517382" y="20419"/>
                  </a:lnTo>
                  <a:lnTo>
                    <a:pt x="2520686" y="121203"/>
                  </a:lnTo>
                  <a:lnTo>
                    <a:pt x="2523989" y="195955"/>
                  </a:lnTo>
                  <a:lnTo>
                    <a:pt x="2527293" y="133238"/>
                  </a:lnTo>
                  <a:lnTo>
                    <a:pt x="2530597" y="59079"/>
                  </a:lnTo>
                  <a:lnTo>
                    <a:pt x="2533900" y="19386"/>
                  </a:lnTo>
                  <a:lnTo>
                    <a:pt x="2537204" y="5825"/>
                  </a:lnTo>
                  <a:lnTo>
                    <a:pt x="2540508" y="5825"/>
                  </a:lnTo>
                  <a:lnTo>
                    <a:pt x="2543811" y="5825"/>
                  </a:lnTo>
                  <a:lnTo>
                    <a:pt x="2547115" y="5825"/>
                  </a:lnTo>
                  <a:lnTo>
                    <a:pt x="2550419" y="63568"/>
                  </a:lnTo>
                  <a:lnTo>
                    <a:pt x="2553722" y="33404"/>
                  </a:lnTo>
                  <a:lnTo>
                    <a:pt x="2557026" y="34881"/>
                  </a:lnTo>
                  <a:lnTo>
                    <a:pt x="2560330" y="36966"/>
                  </a:lnTo>
                  <a:lnTo>
                    <a:pt x="2563633" y="42152"/>
                  </a:lnTo>
                  <a:lnTo>
                    <a:pt x="2566937" y="51118"/>
                  </a:lnTo>
                  <a:lnTo>
                    <a:pt x="2570241" y="58878"/>
                  </a:lnTo>
                  <a:lnTo>
                    <a:pt x="2573544" y="57624"/>
                  </a:lnTo>
                  <a:lnTo>
                    <a:pt x="2576848" y="57624"/>
                  </a:lnTo>
                  <a:lnTo>
                    <a:pt x="2580152" y="90796"/>
                  </a:lnTo>
                  <a:lnTo>
                    <a:pt x="2583455" y="97113"/>
                  </a:lnTo>
                  <a:lnTo>
                    <a:pt x="2586759" y="151310"/>
                  </a:lnTo>
                  <a:lnTo>
                    <a:pt x="2590063" y="159615"/>
                  </a:lnTo>
                  <a:lnTo>
                    <a:pt x="2593366" y="221807"/>
                  </a:lnTo>
                  <a:lnTo>
                    <a:pt x="2596670" y="245305"/>
                  </a:lnTo>
                  <a:lnTo>
                    <a:pt x="2599973" y="258478"/>
                  </a:lnTo>
                  <a:lnTo>
                    <a:pt x="2603277" y="256322"/>
                  </a:lnTo>
                  <a:lnTo>
                    <a:pt x="2606581" y="314054"/>
                  </a:lnTo>
                  <a:lnTo>
                    <a:pt x="2609884" y="427524"/>
                  </a:lnTo>
                  <a:lnTo>
                    <a:pt x="2613188" y="376255"/>
                  </a:lnTo>
                  <a:lnTo>
                    <a:pt x="2616492" y="354114"/>
                  </a:lnTo>
                  <a:lnTo>
                    <a:pt x="2619795" y="362831"/>
                  </a:lnTo>
                  <a:lnTo>
                    <a:pt x="2623099" y="362969"/>
                  </a:lnTo>
                  <a:lnTo>
                    <a:pt x="2626403" y="417965"/>
                  </a:lnTo>
                  <a:lnTo>
                    <a:pt x="2629706" y="342964"/>
                  </a:lnTo>
                  <a:lnTo>
                    <a:pt x="2633010" y="359500"/>
                  </a:lnTo>
                  <a:lnTo>
                    <a:pt x="2636314" y="357049"/>
                  </a:lnTo>
                  <a:lnTo>
                    <a:pt x="2639617" y="352410"/>
                  </a:lnTo>
                  <a:lnTo>
                    <a:pt x="2642921" y="379965"/>
                  </a:lnTo>
                  <a:lnTo>
                    <a:pt x="2646225" y="352230"/>
                  </a:lnTo>
                  <a:lnTo>
                    <a:pt x="2649528" y="289957"/>
                  </a:lnTo>
                  <a:lnTo>
                    <a:pt x="2652832" y="288236"/>
                  </a:lnTo>
                  <a:lnTo>
                    <a:pt x="2656136" y="275223"/>
                  </a:lnTo>
                  <a:lnTo>
                    <a:pt x="2659439" y="238858"/>
                  </a:lnTo>
                  <a:lnTo>
                    <a:pt x="2662743" y="239775"/>
                  </a:lnTo>
                  <a:lnTo>
                    <a:pt x="2666047" y="193367"/>
                  </a:lnTo>
                  <a:lnTo>
                    <a:pt x="2669350" y="150902"/>
                  </a:lnTo>
                  <a:lnTo>
                    <a:pt x="2672654" y="138579"/>
                  </a:lnTo>
                  <a:lnTo>
                    <a:pt x="2675957" y="134925"/>
                  </a:lnTo>
                  <a:lnTo>
                    <a:pt x="2679261" y="84408"/>
                  </a:lnTo>
                  <a:lnTo>
                    <a:pt x="2682565" y="84861"/>
                  </a:lnTo>
                  <a:lnTo>
                    <a:pt x="2685868" y="77332"/>
                  </a:lnTo>
                  <a:lnTo>
                    <a:pt x="2689172" y="65792"/>
                  </a:lnTo>
                  <a:lnTo>
                    <a:pt x="2692476" y="65792"/>
                  </a:lnTo>
                  <a:lnTo>
                    <a:pt x="2695779" y="66708"/>
                  </a:lnTo>
                  <a:lnTo>
                    <a:pt x="2699083" y="67171"/>
                  </a:lnTo>
                  <a:lnTo>
                    <a:pt x="2702387" y="67478"/>
                  </a:lnTo>
                  <a:lnTo>
                    <a:pt x="2705690" y="186758"/>
                  </a:lnTo>
                  <a:lnTo>
                    <a:pt x="2708994" y="62970"/>
                  </a:lnTo>
                  <a:lnTo>
                    <a:pt x="2712298" y="80366"/>
                  </a:lnTo>
                  <a:lnTo>
                    <a:pt x="2715601" y="84525"/>
                  </a:lnTo>
                  <a:lnTo>
                    <a:pt x="2718905" y="96522"/>
                  </a:lnTo>
                  <a:lnTo>
                    <a:pt x="2722209" y="89258"/>
                  </a:lnTo>
                  <a:lnTo>
                    <a:pt x="2725512" y="93792"/>
                  </a:lnTo>
                  <a:lnTo>
                    <a:pt x="2728816" y="85183"/>
                  </a:lnTo>
                  <a:lnTo>
                    <a:pt x="2732120" y="90356"/>
                  </a:lnTo>
                  <a:lnTo>
                    <a:pt x="2735423" y="122485"/>
                  </a:lnTo>
                  <a:lnTo>
                    <a:pt x="2738727" y="174597"/>
                  </a:lnTo>
                  <a:lnTo>
                    <a:pt x="2742031" y="169441"/>
                  </a:lnTo>
                  <a:lnTo>
                    <a:pt x="2745334" y="218854"/>
                  </a:lnTo>
                  <a:lnTo>
                    <a:pt x="2748638" y="238054"/>
                  </a:lnTo>
                  <a:lnTo>
                    <a:pt x="2751941" y="242066"/>
                  </a:lnTo>
                  <a:lnTo>
                    <a:pt x="2755245" y="290026"/>
                  </a:lnTo>
                  <a:lnTo>
                    <a:pt x="2758549" y="357755"/>
                  </a:lnTo>
                  <a:lnTo>
                    <a:pt x="2761852" y="344480"/>
                  </a:lnTo>
                  <a:lnTo>
                    <a:pt x="2765156" y="390826"/>
                  </a:lnTo>
                  <a:lnTo>
                    <a:pt x="2768460" y="269939"/>
                  </a:lnTo>
                  <a:lnTo>
                    <a:pt x="2771763" y="296875"/>
                  </a:lnTo>
                  <a:lnTo>
                    <a:pt x="2775067" y="220557"/>
                  </a:lnTo>
                  <a:lnTo>
                    <a:pt x="2778371" y="190314"/>
                  </a:lnTo>
                  <a:lnTo>
                    <a:pt x="2781674" y="102824"/>
                  </a:lnTo>
                  <a:lnTo>
                    <a:pt x="2784978" y="44492"/>
                  </a:lnTo>
                  <a:lnTo>
                    <a:pt x="2788282" y="81904"/>
                  </a:lnTo>
                  <a:lnTo>
                    <a:pt x="2791585" y="61926"/>
                  </a:lnTo>
                  <a:lnTo>
                    <a:pt x="2794889" y="23838"/>
                  </a:lnTo>
                  <a:lnTo>
                    <a:pt x="2798193" y="32586"/>
                  </a:lnTo>
                  <a:lnTo>
                    <a:pt x="2801496" y="35098"/>
                  </a:lnTo>
                  <a:lnTo>
                    <a:pt x="2804800" y="34315"/>
                  </a:lnTo>
                  <a:lnTo>
                    <a:pt x="2808104" y="40787"/>
                  </a:lnTo>
                  <a:lnTo>
                    <a:pt x="2811407" y="40787"/>
                  </a:lnTo>
                  <a:lnTo>
                    <a:pt x="2814711" y="34315"/>
                  </a:lnTo>
                  <a:lnTo>
                    <a:pt x="2818015" y="34315"/>
                  </a:lnTo>
                  <a:lnTo>
                    <a:pt x="2821318" y="43161"/>
                  </a:lnTo>
                  <a:lnTo>
                    <a:pt x="2824622" y="46461"/>
                  </a:lnTo>
                  <a:lnTo>
                    <a:pt x="2827925" y="40163"/>
                  </a:lnTo>
                  <a:lnTo>
                    <a:pt x="2831229" y="35053"/>
                  </a:lnTo>
                  <a:lnTo>
                    <a:pt x="2834533" y="46930"/>
                  </a:lnTo>
                  <a:lnTo>
                    <a:pt x="2837836" y="55707"/>
                  </a:lnTo>
                  <a:lnTo>
                    <a:pt x="2841140" y="112403"/>
                  </a:lnTo>
                  <a:lnTo>
                    <a:pt x="2844444" y="118021"/>
                  </a:lnTo>
                  <a:lnTo>
                    <a:pt x="2847747" y="182672"/>
                  </a:lnTo>
                  <a:lnTo>
                    <a:pt x="2851051" y="212785"/>
                  </a:lnTo>
                  <a:lnTo>
                    <a:pt x="2854355" y="264927"/>
                  </a:lnTo>
                  <a:lnTo>
                    <a:pt x="2857658" y="290840"/>
                  </a:lnTo>
                  <a:lnTo>
                    <a:pt x="2860962" y="366543"/>
                  </a:lnTo>
                  <a:lnTo>
                    <a:pt x="2864266" y="241507"/>
                  </a:lnTo>
                  <a:lnTo>
                    <a:pt x="2867569" y="190545"/>
                  </a:lnTo>
                  <a:lnTo>
                    <a:pt x="2870873" y="147654"/>
                  </a:lnTo>
                  <a:lnTo>
                    <a:pt x="2874177" y="209010"/>
                  </a:lnTo>
                  <a:lnTo>
                    <a:pt x="2877480" y="209010"/>
                  </a:lnTo>
                  <a:lnTo>
                    <a:pt x="2880784" y="170677"/>
                  </a:lnTo>
                  <a:lnTo>
                    <a:pt x="2884088" y="163606"/>
                  </a:lnTo>
                  <a:lnTo>
                    <a:pt x="2887391" y="97529"/>
                  </a:lnTo>
                  <a:lnTo>
                    <a:pt x="2890695" y="48820"/>
                  </a:lnTo>
                  <a:lnTo>
                    <a:pt x="2893998" y="41640"/>
                  </a:lnTo>
                  <a:lnTo>
                    <a:pt x="2897302" y="48797"/>
                  </a:lnTo>
                  <a:lnTo>
                    <a:pt x="2900606" y="55095"/>
                  </a:lnTo>
                  <a:lnTo>
                    <a:pt x="2903909" y="46262"/>
                  </a:lnTo>
                  <a:lnTo>
                    <a:pt x="2907213" y="54694"/>
                  </a:lnTo>
                  <a:lnTo>
                    <a:pt x="2910517" y="55530"/>
                  </a:lnTo>
                  <a:lnTo>
                    <a:pt x="2913820" y="55530"/>
                  </a:lnTo>
                  <a:lnTo>
                    <a:pt x="2917124" y="65699"/>
                  </a:lnTo>
                  <a:lnTo>
                    <a:pt x="2920428" y="58124"/>
                  </a:lnTo>
                  <a:lnTo>
                    <a:pt x="2923731" y="58722"/>
                  </a:lnTo>
                  <a:lnTo>
                    <a:pt x="2927035" y="58722"/>
                  </a:lnTo>
                  <a:lnTo>
                    <a:pt x="2930339" y="61736"/>
                  </a:lnTo>
                  <a:lnTo>
                    <a:pt x="2933642" y="58124"/>
                  </a:lnTo>
                  <a:lnTo>
                    <a:pt x="2936946" y="58124"/>
                  </a:lnTo>
                  <a:lnTo>
                    <a:pt x="2940250" y="58124"/>
                  </a:lnTo>
                  <a:lnTo>
                    <a:pt x="2943553" y="62136"/>
                  </a:lnTo>
                  <a:lnTo>
                    <a:pt x="2946857" y="64597"/>
                  </a:lnTo>
                  <a:lnTo>
                    <a:pt x="2950161" y="94164"/>
                  </a:lnTo>
                  <a:lnTo>
                    <a:pt x="2953464" y="174420"/>
                  </a:lnTo>
                  <a:lnTo>
                    <a:pt x="2956768" y="194431"/>
                  </a:lnTo>
                  <a:lnTo>
                    <a:pt x="2960072" y="88357"/>
                  </a:lnTo>
                  <a:lnTo>
                    <a:pt x="2963375" y="91920"/>
                  </a:lnTo>
                  <a:lnTo>
                    <a:pt x="2966679" y="102694"/>
                  </a:lnTo>
                  <a:lnTo>
                    <a:pt x="2969982" y="81885"/>
                  </a:lnTo>
                  <a:lnTo>
                    <a:pt x="2973286" y="73953"/>
                  </a:lnTo>
                  <a:lnTo>
                    <a:pt x="2976590" y="61576"/>
                  </a:lnTo>
                  <a:lnTo>
                    <a:pt x="2979893" y="43221"/>
                  </a:lnTo>
                  <a:lnTo>
                    <a:pt x="2983197" y="39209"/>
                  </a:lnTo>
                  <a:lnTo>
                    <a:pt x="2986501" y="40686"/>
                  </a:lnTo>
                  <a:lnTo>
                    <a:pt x="2989804" y="44297"/>
                  </a:lnTo>
                  <a:lnTo>
                    <a:pt x="2993108" y="41192"/>
                  </a:lnTo>
                  <a:lnTo>
                    <a:pt x="2996412" y="41322"/>
                  </a:lnTo>
                  <a:lnTo>
                    <a:pt x="2999715" y="65748"/>
                  </a:lnTo>
                  <a:lnTo>
                    <a:pt x="3003019" y="62136"/>
                  </a:lnTo>
                  <a:lnTo>
                    <a:pt x="3006323" y="58124"/>
                  </a:lnTo>
                  <a:lnTo>
                    <a:pt x="3009626" y="74505"/>
                  </a:lnTo>
                  <a:lnTo>
                    <a:pt x="3012930" y="96286"/>
                  </a:lnTo>
                  <a:lnTo>
                    <a:pt x="3016234" y="105770"/>
                  </a:lnTo>
                  <a:lnTo>
                    <a:pt x="3019537" y="108230"/>
                  </a:lnTo>
                  <a:lnTo>
                    <a:pt x="3022841" y="207332"/>
                  </a:lnTo>
                  <a:lnTo>
                    <a:pt x="3026145" y="195388"/>
                  </a:lnTo>
                  <a:lnTo>
                    <a:pt x="3029448" y="80134"/>
                  </a:lnTo>
                  <a:lnTo>
                    <a:pt x="3032752" y="71292"/>
                  </a:lnTo>
                  <a:lnTo>
                    <a:pt x="3036056" y="67765"/>
                  </a:lnTo>
                  <a:lnTo>
                    <a:pt x="3039359" y="58698"/>
                  </a:lnTo>
                  <a:lnTo>
                    <a:pt x="3042663" y="55530"/>
                  </a:lnTo>
                  <a:lnTo>
                    <a:pt x="3045966" y="44785"/>
                  </a:lnTo>
                  <a:lnTo>
                    <a:pt x="3049270" y="42700"/>
                  </a:lnTo>
                  <a:lnTo>
                    <a:pt x="3052574" y="41223"/>
                  </a:lnTo>
                  <a:lnTo>
                    <a:pt x="3055877" y="41223"/>
                  </a:lnTo>
                  <a:lnTo>
                    <a:pt x="3059181" y="38078"/>
                  </a:lnTo>
                  <a:lnTo>
                    <a:pt x="3062485" y="38078"/>
                  </a:lnTo>
                  <a:lnTo>
                    <a:pt x="3065788" y="42090"/>
                  </a:lnTo>
                  <a:lnTo>
                    <a:pt x="3069092" y="84157"/>
                  </a:lnTo>
                  <a:lnTo>
                    <a:pt x="3072396" y="29958"/>
                  </a:lnTo>
                  <a:lnTo>
                    <a:pt x="3075699" y="42327"/>
                  </a:lnTo>
                  <a:lnTo>
                    <a:pt x="3079003" y="62041"/>
                  </a:lnTo>
                  <a:lnTo>
                    <a:pt x="3082307" y="73985"/>
                  </a:lnTo>
                  <a:lnTo>
                    <a:pt x="3085610" y="101467"/>
                  </a:lnTo>
                  <a:lnTo>
                    <a:pt x="3088914" y="84310"/>
                  </a:lnTo>
                  <a:lnTo>
                    <a:pt x="3092218" y="108624"/>
                  </a:lnTo>
                  <a:lnTo>
                    <a:pt x="3095521" y="148777"/>
                  </a:lnTo>
                  <a:lnTo>
                    <a:pt x="3098825" y="197338"/>
                  </a:lnTo>
                  <a:lnTo>
                    <a:pt x="3102129" y="201559"/>
                  </a:lnTo>
                  <a:lnTo>
                    <a:pt x="3105432" y="218038"/>
                  </a:lnTo>
                  <a:lnTo>
                    <a:pt x="3108736" y="246297"/>
                  </a:lnTo>
                  <a:lnTo>
                    <a:pt x="3112040" y="242770"/>
                  </a:lnTo>
                  <a:lnTo>
                    <a:pt x="3115343" y="207418"/>
                  </a:lnTo>
                  <a:lnTo>
                    <a:pt x="3118647" y="188218"/>
                  </a:lnTo>
                  <a:lnTo>
                    <a:pt x="3121950" y="184264"/>
                  </a:lnTo>
                  <a:lnTo>
                    <a:pt x="3125254" y="134851"/>
                  </a:lnTo>
                  <a:lnTo>
                    <a:pt x="3128558" y="93512"/>
                  </a:lnTo>
                  <a:lnTo>
                    <a:pt x="3131861" y="87895"/>
                  </a:lnTo>
                  <a:lnTo>
                    <a:pt x="3135165" y="58042"/>
                  </a:lnTo>
                  <a:lnTo>
                    <a:pt x="3138469" y="42977"/>
                  </a:lnTo>
                  <a:lnTo>
                    <a:pt x="3141772" y="28640"/>
                  </a:lnTo>
                  <a:lnTo>
                    <a:pt x="3145076" y="34235"/>
                  </a:lnTo>
                  <a:lnTo>
                    <a:pt x="3148380" y="42340"/>
                  </a:lnTo>
                  <a:lnTo>
                    <a:pt x="3151683" y="36707"/>
                  </a:lnTo>
                  <a:lnTo>
                    <a:pt x="3154987" y="76087"/>
                  </a:lnTo>
                  <a:lnTo>
                    <a:pt x="3158291" y="27898"/>
                  </a:lnTo>
                  <a:lnTo>
                    <a:pt x="3161594" y="43530"/>
                  </a:lnTo>
                  <a:lnTo>
                    <a:pt x="3164898" y="27898"/>
                  </a:lnTo>
                  <a:lnTo>
                    <a:pt x="3168202" y="27898"/>
                  </a:lnTo>
                  <a:lnTo>
                    <a:pt x="3171505" y="34370"/>
                  </a:lnTo>
                  <a:lnTo>
                    <a:pt x="3174809" y="27898"/>
                  </a:lnTo>
                  <a:lnTo>
                    <a:pt x="3178113" y="32986"/>
                  </a:lnTo>
                  <a:lnTo>
                    <a:pt x="3181416" y="31509"/>
                  </a:lnTo>
                  <a:lnTo>
                    <a:pt x="3184720" y="34370"/>
                  </a:lnTo>
                  <a:lnTo>
                    <a:pt x="3188024" y="27898"/>
                  </a:lnTo>
                  <a:lnTo>
                    <a:pt x="3191327" y="27898"/>
                  </a:lnTo>
                  <a:lnTo>
                    <a:pt x="3194631" y="31272"/>
                  </a:lnTo>
                  <a:lnTo>
                    <a:pt x="3197934" y="27260"/>
                  </a:lnTo>
                  <a:lnTo>
                    <a:pt x="3201238" y="27260"/>
                  </a:lnTo>
                  <a:lnTo>
                    <a:pt x="3204542" y="27260"/>
                  </a:lnTo>
                  <a:lnTo>
                    <a:pt x="3207845" y="21872"/>
                  </a:lnTo>
                  <a:lnTo>
                    <a:pt x="3211149" y="22390"/>
                  </a:lnTo>
                  <a:lnTo>
                    <a:pt x="3214453" y="27579"/>
                  </a:lnTo>
                  <a:lnTo>
                    <a:pt x="3217756" y="34186"/>
                  </a:lnTo>
                  <a:lnTo>
                    <a:pt x="3221060" y="28344"/>
                  </a:lnTo>
                  <a:lnTo>
                    <a:pt x="3224364" y="21872"/>
                  </a:lnTo>
                  <a:lnTo>
                    <a:pt x="3227667" y="26960"/>
                  </a:lnTo>
                  <a:lnTo>
                    <a:pt x="3230971" y="35315"/>
                  </a:lnTo>
                  <a:lnTo>
                    <a:pt x="3234275" y="23349"/>
                  </a:lnTo>
                  <a:lnTo>
                    <a:pt x="3237578" y="21872"/>
                  </a:lnTo>
                  <a:lnTo>
                    <a:pt x="3240882" y="21872"/>
                  </a:lnTo>
                  <a:lnTo>
                    <a:pt x="3244186" y="21872"/>
                  </a:lnTo>
                  <a:lnTo>
                    <a:pt x="3247489" y="21872"/>
                  </a:lnTo>
                  <a:lnTo>
                    <a:pt x="3250793" y="26960"/>
                  </a:lnTo>
                  <a:lnTo>
                    <a:pt x="3254097" y="26830"/>
                  </a:lnTo>
                  <a:lnTo>
                    <a:pt x="3257400" y="25483"/>
                  </a:lnTo>
                  <a:lnTo>
                    <a:pt x="3260704" y="21872"/>
                  </a:lnTo>
                  <a:lnTo>
                    <a:pt x="3264008" y="25884"/>
                  </a:lnTo>
                  <a:lnTo>
                    <a:pt x="3267311" y="28344"/>
                  </a:lnTo>
                  <a:lnTo>
                    <a:pt x="3270615" y="27579"/>
                  </a:lnTo>
                  <a:lnTo>
                    <a:pt x="3273918" y="19474"/>
                  </a:lnTo>
                  <a:lnTo>
                    <a:pt x="3277222" y="14737"/>
                  </a:lnTo>
                  <a:lnTo>
                    <a:pt x="3280526" y="29074"/>
                  </a:lnTo>
                  <a:lnTo>
                    <a:pt x="3283829" y="26614"/>
                  </a:lnTo>
                  <a:lnTo>
                    <a:pt x="3287133" y="35333"/>
                  </a:lnTo>
                  <a:lnTo>
                    <a:pt x="3290437" y="89014"/>
                  </a:lnTo>
                  <a:lnTo>
                    <a:pt x="3293740" y="118430"/>
                  </a:lnTo>
                  <a:lnTo>
                    <a:pt x="3297044" y="118430"/>
                  </a:lnTo>
                  <a:lnTo>
                    <a:pt x="3300348" y="73079"/>
                  </a:lnTo>
                  <a:lnTo>
                    <a:pt x="3303651" y="54555"/>
                  </a:lnTo>
                  <a:lnTo>
                    <a:pt x="3306955" y="31944"/>
                  </a:lnTo>
                  <a:lnTo>
                    <a:pt x="3310259" y="31944"/>
                  </a:lnTo>
                  <a:lnTo>
                    <a:pt x="3313562" y="13594"/>
                  </a:lnTo>
                  <a:lnTo>
                    <a:pt x="3316866" y="24803"/>
                  </a:lnTo>
                  <a:lnTo>
                    <a:pt x="3320170" y="27765"/>
                  </a:lnTo>
                  <a:lnTo>
                    <a:pt x="3323473" y="22933"/>
                  </a:lnTo>
                  <a:lnTo>
                    <a:pt x="3326777" y="18921"/>
                  </a:lnTo>
                  <a:lnTo>
                    <a:pt x="3330081" y="18921"/>
                  </a:lnTo>
                  <a:lnTo>
                    <a:pt x="3333384" y="18921"/>
                  </a:lnTo>
                  <a:lnTo>
                    <a:pt x="3336688" y="18921"/>
                  </a:lnTo>
                  <a:lnTo>
                    <a:pt x="3339991" y="22933"/>
                  </a:lnTo>
                  <a:lnTo>
                    <a:pt x="3343295" y="22933"/>
                  </a:lnTo>
                  <a:lnTo>
                    <a:pt x="3346599" y="122694"/>
                  </a:lnTo>
                  <a:lnTo>
                    <a:pt x="3349902" y="34800"/>
                  </a:lnTo>
                  <a:lnTo>
                    <a:pt x="3353206" y="17119"/>
                  </a:lnTo>
                  <a:lnTo>
                    <a:pt x="3356510" y="36252"/>
                  </a:lnTo>
                  <a:lnTo>
                    <a:pt x="3359813" y="57061"/>
                  </a:lnTo>
                  <a:lnTo>
                    <a:pt x="3363117" y="63533"/>
                  </a:lnTo>
                  <a:lnTo>
                    <a:pt x="3366421" y="91121"/>
                  </a:lnTo>
                  <a:lnTo>
                    <a:pt x="3369724" y="87594"/>
                  </a:lnTo>
                  <a:lnTo>
                    <a:pt x="3373028" y="50045"/>
                  </a:lnTo>
                  <a:lnTo>
                    <a:pt x="3376332" y="50867"/>
                  </a:lnTo>
                  <a:lnTo>
                    <a:pt x="3379635" y="40013"/>
                  </a:lnTo>
                  <a:lnTo>
                    <a:pt x="3382939" y="31962"/>
                  </a:lnTo>
                  <a:lnTo>
                    <a:pt x="3386243" y="88009"/>
                  </a:lnTo>
                  <a:lnTo>
                    <a:pt x="3389546" y="25490"/>
                  </a:lnTo>
                  <a:lnTo>
                    <a:pt x="3392850" y="29502"/>
                  </a:lnTo>
                  <a:lnTo>
                    <a:pt x="3396154" y="29502"/>
                  </a:lnTo>
                  <a:lnTo>
                    <a:pt x="3399457" y="31962"/>
                  </a:lnTo>
                  <a:lnTo>
                    <a:pt x="3402761" y="71180"/>
                  </a:lnTo>
                  <a:lnTo>
                    <a:pt x="3406065" y="70788"/>
                  </a:lnTo>
                  <a:lnTo>
                    <a:pt x="3409368" y="82105"/>
                  </a:lnTo>
                  <a:lnTo>
                    <a:pt x="3412672" y="218657"/>
                  </a:lnTo>
                  <a:lnTo>
                    <a:pt x="3415975" y="236911"/>
                  </a:lnTo>
                  <a:lnTo>
                    <a:pt x="3419279" y="170119"/>
                  </a:lnTo>
                  <a:lnTo>
                    <a:pt x="3422583" y="207552"/>
                  </a:lnTo>
                  <a:lnTo>
                    <a:pt x="3425886" y="207953"/>
                  </a:lnTo>
                  <a:lnTo>
                    <a:pt x="3429190" y="163827"/>
                  </a:lnTo>
                  <a:lnTo>
                    <a:pt x="3432494" y="163827"/>
                  </a:lnTo>
                  <a:lnTo>
                    <a:pt x="3435797" y="137053"/>
                  </a:lnTo>
                  <a:lnTo>
                    <a:pt x="3439101" y="84012"/>
                  </a:lnTo>
                  <a:lnTo>
                    <a:pt x="3442405" y="82293"/>
                  </a:lnTo>
                  <a:lnTo>
                    <a:pt x="3445708" y="62579"/>
                  </a:lnTo>
                  <a:lnTo>
                    <a:pt x="3449012" y="38386"/>
                  </a:lnTo>
                  <a:lnTo>
                    <a:pt x="3452316" y="46380"/>
                  </a:lnTo>
                  <a:lnTo>
                    <a:pt x="3455619" y="46380"/>
                  </a:lnTo>
                  <a:lnTo>
                    <a:pt x="3458923" y="51469"/>
                  </a:lnTo>
                  <a:lnTo>
                    <a:pt x="3462227" y="50158"/>
                  </a:lnTo>
                  <a:lnTo>
                    <a:pt x="3465530" y="62800"/>
                  </a:lnTo>
                  <a:lnTo>
                    <a:pt x="3468834" y="70466"/>
                  </a:lnTo>
                  <a:lnTo>
                    <a:pt x="3472138" y="65437"/>
                  </a:lnTo>
                  <a:lnTo>
                    <a:pt x="3475441" y="63738"/>
                  </a:lnTo>
                  <a:lnTo>
                    <a:pt x="3478745" y="70835"/>
                  </a:lnTo>
                  <a:lnTo>
                    <a:pt x="3482049" y="63738"/>
                  </a:lnTo>
                  <a:lnTo>
                    <a:pt x="3485352" y="63738"/>
                  </a:lnTo>
                  <a:lnTo>
                    <a:pt x="3488656" y="63319"/>
                  </a:lnTo>
                  <a:lnTo>
                    <a:pt x="3491959" y="61144"/>
                  </a:lnTo>
                  <a:lnTo>
                    <a:pt x="3495263" y="67616"/>
                  </a:lnTo>
                  <a:lnTo>
                    <a:pt x="3498567" y="58768"/>
                  </a:lnTo>
                  <a:lnTo>
                    <a:pt x="3501870" y="50448"/>
                  </a:lnTo>
                  <a:lnTo>
                    <a:pt x="3505174" y="41770"/>
                  </a:lnTo>
                  <a:lnTo>
                    <a:pt x="3508478" y="49547"/>
                  </a:lnTo>
                  <a:lnTo>
                    <a:pt x="3511781" y="40916"/>
                  </a:lnTo>
                  <a:lnTo>
                    <a:pt x="3515085" y="29731"/>
                  </a:lnTo>
                  <a:lnTo>
                    <a:pt x="3518389" y="36203"/>
                  </a:lnTo>
                  <a:lnTo>
                    <a:pt x="3521692" y="21162"/>
                  </a:lnTo>
                  <a:lnTo>
                    <a:pt x="3524996" y="19712"/>
                  </a:lnTo>
                  <a:lnTo>
                    <a:pt x="3528300" y="19712"/>
                  </a:lnTo>
                  <a:lnTo>
                    <a:pt x="3531603" y="27509"/>
                  </a:lnTo>
                  <a:lnTo>
                    <a:pt x="3534907" y="31443"/>
                  </a:lnTo>
                  <a:lnTo>
                    <a:pt x="3538211" y="21612"/>
                  </a:lnTo>
                  <a:lnTo>
                    <a:pt x="3541514" y="31034"/>
                  </a:lnTo>
                  <a:lnTo>
                    <a:pt x="3544818" y="50156"/>
                  </a:lnTo>
                  <a:lnTo>
                    <a:pt x="3548122" y="151034"/>
                  </a:lnTo>
                  <a:lnTo>
                    <a:pt x="3551425" y="24072"/>
                  </a:lnTo>
                  <a:lnTo>
                    <a:pt x="3554729" y="21612"/>
                  </a:lnTo>
                  <a:lnTo>
                    <a:pt x="3558033" y="24780"/>
                  </a:lnTo>
                  <a:lnTo>
                    <a:pt x="3561336" y="37557"/>
                  </a:lnTo>
                  <a:lnTo>
                    <a:pt x="3564640" y="59492"/>
                  </a:lnTo>
                  <a:lnTo>
                    <a:pt x="3567943" y="35718"/>
                  </a:lnTo>
                  <a:lnTo>
                    <a:pt x="3571247" y="64263"/>
                  </a:lnTo>
                  <a:lnTo>
                    <a:pt x="3574551" y="62524"/>
                  </a:lnTo>
                  <a:lnTo>
                    <a:pt x="3577854" y="50156"/>
                  </a:lnTo>
                  <a:lnTo>
                    <a:pt x="3581158" y="17599"/>
                  </a:lnTo>
                  <a:lnTo>
                    <a:pt x="3584462" y="19076"/>
                  </a:lnTo>
                  <a:lnTo>
                    <a:pt x="3587765" y="19076"/>
                  </a:lnTo>
                  <a:lnTo>
                    <a:pt x="3591069" y="21612"/>
                  </a:lnTo>
                  <a:lnTo>
                    <a:pt x="3594373" y="27598"/>
                  </a:lnTo>
                  <a:lnTo>
                    <a:pt x="3597676" y="17599"/>
                  </a:lnTo>
                  <a:lnTo>
                    <a:pt x="3600980" y="24072"/>
                  </a:lnTo>
                  <a:lnTo>
                    <a:pt x="3604284" y="18285"/>
                  </a:lnTo>
                  <a:lnTo>
                    <a:pt x="3607587" y="18309"/>
                  </a:lnTo>
                  <a:lnTo>
                    <a:pt x="3610891" y="10296"/>
                  </a:lnTo>
                  <a:lnTo>
                    <a:pt x="3614195" y="10296"/>
                  </a:lnTo>
                  <a:lnTo>
                    <a:pt x="3617498" y="10522"/>
                  </a:lnTo>
                  <a:lnTo>
                    <a:pt x="3620802" y="5956"/>
                  </a:lnTo>
                  <a:lnTo>
                    <a:pt x="3624106" y="5956"/>
                  </a:lnTo>
                  <a:lnTo>
                    <a:pt x="3627409" y="5956"/>
                  </a:lnTo>
                  <a:lnTo>
                    <a:pt x="3630713" y="9612"/>
                  </a:lnTo>
                  <a:lnTo>
                    <a:pt x="3634017" y="18812"/>
                  </a:lnTo>
                  <a:lnTo>
                    <a:pt x="3637320" y="17235"/>
                  </a:lnTo>
                  <a:lnTo>
                    <a:pt x="3640624" y="17235"/>
                  </a:lnTo>
                  <a:lnTo>
                    <a:pt x="3643927" y="11660"/>
                  </a:lnTo>
                  <a:lnTo>
                    <a:pt x="3647231" y="11660"/>
                  </a:lnTo>
                  <a:lnTo>
                    <a:pt x="3650535" y="15672"/>
                  </a:lnTo>
                  <a:lnTo>
                    <a:pt x="3653838" y="20379"/>
                  </a:lnTo>
                  <a:lnTo>
                    <a:pt x="3657142" y="24416"/>
                  </a:lnTo>
                  <a:lnTo>
                    <a:pt x="3660446" y="20767"/>
                  </a:lnTo>
                  <a:lnTo>
                    <a:pt x="3663749" y="22009"/>
                  </a:lnTo>
                  <a:lnTo>
                    <a:pt x="3667053" y="22009"/>
                  </a:lnTo>
                  <a:lnTo>
                    <a:pt x="3670357" y="30098"/>
                  </a:lnTo>
                  <a:lnTo>
                    <a:pt x="3673660" y="38875"/>
                  </a:lnTo>
                  <a:lnTo>
                    <a:pt x="3676964" y="31327"/>
                  </a:lnTo>
                  <a:lnTo>
                    <a:pt x="3680268" y="35339"/>
                  </a:lnTo>
                  <a:lnTo>
                    <a:pt x="3683571" y="21045"/>
                  </a:lnTo>
                  <a:lnTo>
                    <a:pt x="3686875" y="51830"/>
                  </a:lnTo>
                  <a:lnTo>
                    <a:pt x="3690179" y="24052"/>
                  </a:lnTo>
                  <a:lnTo>
                    <a:pt x="3693482" y="15252"/>
                  </a:lnTo>
                  <a:lnTo>
                    <a:pt x="3696786" y="15252"/>
                  </a:lnTo>
                  <a:lnTo>
                    <a:pt x="3700090" y="12717"/>
                  </a:lnTo>
                  <a:lnTo>
                    <a:pt x="3703393" y="14431"/>
                  </a:lnTo>
                  <a:lnTo>
                    <a:pt x="3706697" y="14431"/>
                  </a:lnTo>
                  <a:lnTo>
                    <a:pt x="3710001" y="16328"/>
                  </a:lnTo>
                  <a:lnTo>
                    <a:pt x="3713304" y="14851"/>
                  </a:lnTo>
                  <a:lnTo>
                    <a:pt x="3716608" y="14431"/>
                  </a:lnTo>
                  <a:lnTo>
                    <a:pt x="3719911" y="14431"/>
                  </a:lnTo>
                  <a:lnTo>
                    <a:pt x="3723215" y="14851"/>
                  </a:lnTo>
                  <a:lnTo>
                    <a:pt x="3726519" y="14851"/>
                  </a:lnTo>
                  <a:lnTo>
                    <a:pt x="3729822" y="12717"/>
                  </a:lnTo>
                  <a:lnTo>
                    <a:pt x="3733126" y="0"/>
                  </a:lnTo>
                  <a:lnTo>
                    <a:pt x="3736430" y="4012"/>
                  </a:lnTo>
                  <a:lnTo>
                    <a:pt x="3739733" y="13304"/>
                  </a:lnTo>
                  <a:lnTo>
                    <a:pt x="3743037" y="11030"/>
                  </a:lnTo>
                  <a:lnTo>
                    <a:pt x="3746341" y="32003"/>
                  </a:lnTo>
                  <a:lnTo>
                    <a:pt x="3749644" y="29652"/>
                  </a:lnTo>
                  <a:lnTo>
                    <a:pt x="3752948" y="33664"/>
                  </a:lnTo>
                  <a:lnTo>
                    <a:pt x="3756252" y="42441"/>
                  </a:lnTo>
                  <a:lnTo>
                    <a:pt x="3759555" y="100775"/>
                  </a:lnTo>
                  <a:lnTo>
                    <a:pt x="3762859" y="132838"/>
                  </a:lnTo>
                  <a:lnTo>
                    <a:pt x="3766163" y="131232"/>
                  </a:lnTo>
                  <a:lnTo>
                    <a:pt x="3769466" y="180646"/>
                  </a:lnTo>
                  <a:lnTo>
                    <a:pt x="3772770" y="190451"/>
                  </a:lnTo>
                  <a:lnTo>
                    <a:pt x="3776074" y="186439"/>
                  </a:lnTo>
                  <a:lnTo>
                    <a:pt x="3779377" y="272260"/>
                  </a:lnTo>
                  <a:lnTo>
                    <a:pt x="3782681" y="411536"/>
                  </a:lnTo>
                  <a:lnTo>
                    <a:pt x="3785984" y="411536"/>
                  </a:lnTo>
                  <a:lnTo>
                    <a:pt x="3789288" y="335920"/>
                  </a:lnTo>
                  <a:lnTo>
                    <a:pt x="3792592" y="286178"/>
                  </a:lnTo>
                  <a:lnTo>
                    <a:pt x="3795895" y="253102"/>
                  </a:lnTo>
                  <a:lnTo>
                    <a:pt x="3799199" y="217797"/>
                  </a:lnTo>
                  <a:lnTo>
                    <a:pt x="3802503" y="219336"/>
                  </a:lnTo>
                  <a:lnTo>
                    <a:pt x="3805806" y="168470"/>
                  </a:lnTo>
                  <a:lnTo>
                    <a:pt x="3809110" y="121514"/>
                  </a:lnTo>
                  <a:lnTo>
                    <a:pt x="3812414" y="125672"/>
                  </a:lnTo>
                  <a:lnTo>
                    <a:pt x="3815717" y="89531"/>
                  </a:lnTo>
                  <a:lnTo>
                    <a:pt x="3819021" y="115392"/>
                  </a:lnTo>
                  <a:lnTo>
                    <a:pt x="3822325" y="94531"/>
                  </a:lnTo>
                  <a:lnTo>
                    <a:pt x="3825628" y="94520"/>
                  </a:lnTo>
                  <a:lnTo>
                    <a:pt x="3828932" y="82978"/>
                  </a:lnTo>
                  <a:lnTo>
                    <a:pt x="3832236" y="59704"/>
                  </a:lnTo>
                  <a:lnTo>
                    <a:pt x="3835539" y="42614"/>
                  </a:lnTo>
                  <a:lnTo>
                    <a:pt x="3838843" y="50066"/>
                  </a:lnTo>
                  <a:lnTo>
                    <a:pt x="3842147" y="59176"/>
                  </a:lnTo>
                  <a:lnTo>
                    <a:pt x="3845450" y="65508"/>
                  </a:lnTo>
                  <a:lnTo>
                    <a:pt x="3848754" y="66985"/>
                  </a:lnTo>
                  <a:lnTo>
                    <a:pt x="3852058" y="94111"/>
                  </a:lnTo>
                  <a:lnTo>
                    <a:pt x="3855361" y="90499"/>
                  </a:lnTo>
                  <a:lnTo>
                    <a:pt x="3858665" y="90499"/>
                  </a:lnTo>
                  <a:lnTo>
                    <a:pt x="3861968" y="61896"/>
                  </a:lnTo>
                  <a:lnTo>
                    <a:pt x="3865272" y="65909"/>
                  </a:lnTo>
                  <a:lnTo>
                    <a:pt x="3868576" y="77703"/>
                  </a:lnTo>
                  <a:lnTo>
                    <a:pt x="3871879" y="77408"/>
                  </a:lnTo>
                  <a:lnTo>
                    <a:pt x="3875183" y="76190"/>
                  </a:lnTo>
                  <a:lnTo>
                    <a:pt x="3878487" y="69596"/>
                  </a:lnTo>
                  <a:lnTo>
                    <a:pt x="3881790" y="65866"/>
                  </a:lnTo>
                  <a:lnTo>
                    <a:pt x="3885094" y="48510"/>
                  </a:lnTo>
                  <a:lnTo>
                    <a:pt x="3888398" y="60320"/>
                  </a:lnTo>
                  <a:lnTo>
                    <a:pt x="3891701" y="62522"/>
                  </a:lnTo>
                  <a:lnTo>
                    <a:pt x="3895005" y="66985"/>
                  </a:lnTo>
                  <a:lnTo>
                    <a:pt x="3898309" y="61896"/>
                  </a:lnTo>
                  <a:lnTo>
                    <a:pt x="3901612" y="65685"/>
                  </a:lnTo>
                  <a:lnTo>
                    <a:pt x="3904916" y="83041"/>
                  </a:lnTo>
                  <a:lnTo>
                    <a:pt x="3908220" y="79029"/>
                  </a:lnTo>
                  <a:lnTo>
                    <a:pt x="3911523" y="84478"/>
                  </a:lnTo>
                  <a:lnTo>
                    <a:pt x="3914827" y="92650"/>
                  </a:lnTo>
                  <a:lnTo>
                    <a:pt x="3918131" y="138718"/>
                  </a:lnTo>
                  <a:lnTo>
                    <a:pt x="3921434" y="255357"/>
                  </a:lnTo>
                  <a:lnTo>
                    <a:pt x="3924738" y="265993"/>
                  </a:lnTo>
                  <a:lnTo>
                    <a:pt x="3928042" y="197820"/>
                  </a:lnTo>
                  <a:lnTo>
                    <a:pt x="3931345" y="234083"/>
                  </a:lnTo>
                  <a:lnTo>
                    <a:pt x="3934649" y="262105"/>
                  </a:lnTo>
                  <a:lnTo>
                    <a:pt x="3937952" y="237596"/>
                  </a:lnTo>
                  <a:lnTo>
                    <a:pt x="3941256" y="247377"/>
                  </a:lnTo>
                  <a:lnTo>
                    <a:pt x="3944560" y="209774"/>
                  </a:lnTo>
                  <a:lnTo>
                    <a:pt x="3947863" y="157729"/>
                  </a:lnTo>
                  <a:lnTo>
                    <a:pt x="3951167" y="115931"/>
                  </a:lnTo>
                  <a:lnTo>
                    <a:pt x="3954471" y="115705"/>
                  </a:lnTo>
                  <a:lnTo>
                    <a:pt x="3957774" y="100941"/>
                  </a:lnTo>
                  <a:lnTo>
                    <a:pt x="3961078" y="66769"/>
                  </a:lnTo>
                  <a:lnTo>
                    <a:pt x="3964382" y="143923"/>
                  </a:lnTo>
                  <a:lnTo>
                    <a:pt x="3967685" y="68514"/>
                  </a:lnTo>
                  <a:lnTo>
                    <a:pt x="3970989" y="57526"/>
                  </a:lnTo>
                  <a:lnTo>
                    <a:pt x="3974293" y="49356"/>
                  </a:lnTo>
                  <a:lnTo>
                    <a:pt x="3977596" y="49356"/>
                  </a:lnTo>
                  <a:lnTo>
                    <a:pt x="3980900" y="49356"/>
                  </a:lnTo>
                  <a:lnTo>
                    <a:pt x="3984204" y="47922"/>
                  </a:lnTo>
                  <a:lnTo>
                    <a:pt x="3987507" y="51533"/>
                  </a:lnTo>
                  <a:lnTo>
                    <a:pt x="3990811" y="54239"/>
                  </a:lnTo>
                  <a:lnTo>
                    <a:pt x="3994115" y="54239"/>
                  </a:lnTo>
                  <a:lnTo>
                    <a:pt x="3997418" y="49151"/>
                  </a:lnTo>
                  <a:lnTo>
                    <a:pt x="4000722" y="53368"/>
                  </a:lnTo>
                  <a:lnTo>
                    <a:pt x="4004026" y="55828"/>
                  </a:lnTo>
                  <a:lnTo>
                    <a:pt x="4007329" y="72159"/>
                  </a:lnTo>
                  <a:lnTo>
                    <a:pt x="4010633" y="99602"/>
                  </a:lnTo>
                  <a:lnTo>
                    <a:pt x="4013936" y="85831"/>
                  </a:lnTo>
                  <a:lnTo>
                    <a:pt x="4017240" y="100168"/>
                  </a:lnTo>
                  <a:lnTo>
                    <a:pt x="4020544" y="108054"/>
                  </a:lnTo>
                  <a:lnTo>
                    <a:pt x="4023847" y="133726"/>
                  </a:lnTo>
                  <a:lnTo>
                    <a:pt x="4027151" y="144717"/>
                  </a:lnTo>
                  <a:lnTo>
                    <a:pt x="4030455" y="127678"/>
                  </a:lnTo>
                  <a:lnTo>
                    <a:pt x="4033758" y="114695"/>
                  </a:lnTo>
                  <a:lnTo>
                    <a:pt x="4037062" y="118854"/>
                  </a:lnTo>
                  <a:lnTo>
                    <a:pt x="4040366" y="101773"/>
                  </a:lnTo>
                  <a:lnTo>
                    <a:pt x="4043669" y="75709"/>
                  </a:lnTo>
                  <a:lnTo>
                    <a:pt x="4046973" y="52459"/>
                  </a:lnTo>
                  <a:lnTo>
                    <a:pt x="4050277" y="52459"/>
                  </a:lnTo>
                  <a:lnTo>
                    <a:pt x="4053580" y="52503"/>
                  </a:lnTo>
                  <a:lnTo>
                    <a:pt x="4056884" y="68265"/>
                  </a:lnTo>
                  <a:lnTo>
                    <a:pt x="4060188" y="67646"/>
                  </a:lnTo>
                  <a:lnTo>
                    <a:pt x="4063491" y="76842"/>
                  </a:lnTo>
                  <a:lnTo>
                    <a:pt x="4066795" y="84076"/>
                  </a:lnTo>
                  <a:lnTo>
                    <a:pt x="4070099" y="211720"/>
                  </a:lnTo>
                  <a:lnTo>
                    <a:pt x="4073402" y="237255"/>
                  </a:lnTo>
                  <a:lnTo>
                    <a:pt x="4076706" y="344550"/>
                  </a:lnTo>
                  <a:lnTo>
                    <a:pt x="4080010" y="340538"/>
                  </a:lnTo>
                  <a:lnTo>
                    <a:pt x="4083313" y="400541"/>
                  </a:lnTo>
                  <a:lnTo>
                    <a:pt x="4086617" y="403431"/>
                  </a:lnTo>
                  <a:lnTo>
                    <a:pt x="4089920" y="433262"/>
                  </a:lnTo>
                  <a:lnTo>
                    <a:pt x="4093224" y="465171"/>
                  </a:lnTo>
                  <a:lnTo>
                    <a:pt x="4096528" y="433024"/>
                  </a:lnTo>
                  <a:lnTo>
                    <a:pt x="4099831" y="447609"/>
                  </a:lnTo>
                  <a:lnTo>
                    <a:pt x="4103135" y="474678"/>
                  </a:lnTo>
                  <a:lnTo>
                    <a:pt x="4106439" y="504632"/>
                  </a:lnTo>
                  <a:lnTo>
                    <a:pt x="4109742" y="555861"/>
                  </a:lnTo>
                  <a:lnTo>
                    <a:pt x="4113046" y="632622"/>
                  </a:lnTo>
                  <a:lnTo>
                    <a:pt x="4116350" y="660127"/>
                  </a:lnTo>
                  <a:lnTo>
                    <a:pt x="4119653" y="694109"/>
                  </a:lnTo>
                  <a:lnTo>
                    <a:pt x="4122957" y="653552"/>
                  </a:lnTo>
                  <a:lnTo>
                    <a:pt x="4126261" y="672966"/>
                  </a:lnTo>
                  <a:lnTo>
                    <a:pt x="4129564" y="762137"/>
                  </a:lnTo>
                  <a:lnTo>
                    <a:pt x="4132868" y="723438"/>
                  </a:lnTo>
                  <a:lnTo>
                    <a:pt x="4136172" y="712210"/>
                  </a:lnTo>
                  <a:lnTo>
                    <a:pt x="4139475" y="725411"/>
                  </a:lnTo>
                  <a:lnTo>
                    <a:pt x="4142779" y="769774"/>
                  </a:lnTo>
                  <a:lnTo>
                    <a:pt x="4146083" y="830566"/>
                  </a:lnTo>
                  <a:lnTo>
                    <a:pt x="4149386" y="874749"/>
                  </a:lnTo>
                  <a:lnTo>
                    <a:pt x="4152690" y="869915"/>
                  </a:lnTo>
                  <a:lnTo>
                    <a:pt x="4155993" y="867071"/>
                  </a:lnTo>
                  <a:lnTo>
                    <a:pt x="4159297" y="874749"/>
                  </a:lnTo>
                  <a:lnTo>
                    <a:pt x="4162601" y="869982"/>
                  </a:lnTo>
                  <a:lnTo>
                    <a:pt x="4165904" y="866754"/>
                  </a:lnTo>
                  <a:lnTo>
                    <a:pt x="4169208" y="838421"/>
                  </a:lnTo>
                  <a:lnTo>
                    <a:pt x="4172512" y="805361"/>
                  </a:lnTo>
                  <a:lnTo>
                    <a:pt x="4175815" y="827361"/>
                  </a:lnTo>
                  <a:lnTo>
                    <a:pt x="4179119" y="882526"/>
                  </a:lnTo>
                  <a:lnTo>
                    <a:pt x="4182423" y="883782"/>
                  </a:lnTo>
                  <a:lnTo>
                    <a:pt x="4185726" y="888444"/>
                  </a:lnTo>
                  <a:lnTo>
                    <a:pt x="4189030" y="860243"/>
                  </a:lnTo>
                  <a:lnTo>
                    <a:pt x="4192334" y="912393"/>
                  </a:lnTo>
                  <a:lnTo>
                    <a:pt x="4195637" y="880459"/>
                  </a:lnTo>
                  <a:lnTo>
                    <a:pt x="4198941" y="905815"/>
                  </a:lnTo>
                  <a:lnTo>
                    <a:pt x="4202245" y="912393"/>
                  </a:lnTo>
                  <a:lnTo>
                    <a:pt x="4205548" y="919748"/>
                  </a:lnTo>
                  <a:lnTo>
                    <a:pt x="4208852" y="962140"/>
                  </a:lnTo>
                  <a:lnTo>
                    <a:pt x="4212156" y="937448"/>
                  </a:lnTo>
                  <a:lnTo>
                    <a:pt x="4215459" y="872688"/>
                  </a:lnTo>
                  <a:lnTo>
                    <a:pt x="4218763" y="927719"/>
                  </a:lnTo>
                  <a:lnTo>
                    <a:pt x="4222067" y="959928"/>
                  </a:lnTo>
                  <a:lnTo>
                    <a:pt x="4225370" y="948013"/>
                  </a:lnTo>
                  <a:lnTo>
                    <a:pt x="4228674" y="926826"/>
                  </a:lnTo>
                  <a:lnTo>
                    <a:pt x="4231977" y="896891"/>
                  </a:lnTo>
                  <a:lnTo>
                    <a:pt x="4235281" y="912333"/>
                  </a:lnTo>
                  <a:lnTo>
                    <a:pt x="4238585" y="959469"/>
                  </a:lnTo>
                  <a:lnTo>
                    <a:pt x="4241888" y="938453"/>
                  </a:lnTo>
                  <a:lnTo>
                    <a:pt x="4245192" y="964031"/>
                  </a:lnTo>
                  <a:lnTo>
                    <a:pt x="4248496" y="969692"/>
                  </a:lnTo>
                  <a:lnTo>
                    <a:pt x="4251799" y="979435"/>
                  </a:lnTo>
                  <a:lnTo>
                    <a:pt x="4255103" y="936386"/>
                  </a:lnTo>
                  <a:lnTo>
                    <a:pt x="4258407" y="933218"/>
                  </a:lnTo>
                  <a:lnTo>
                    <a:pt x="4261710" y="956451"/>
                  </a:lnTo>
                  <a:lnTo>
                    <a:pt x="4265014" y="1012390"/>
                  </a:lnTo>
                  <a:lnTo>
                    <a:pt x="4268318" y="1010377"/>
                  </a:lnTo>
                  <a:lnTo>
                    <a:pt x="4271621" y="999385"/>
                  </a:lnTo>
                  <a:lnTo>
                    <a:pt x="4274925" y="1002350"/>
                  </a:lnTo>
                  <a:lnTo>
                    <a:pt x="4278229" y="995493"/>
                  </a:lnTo>
                  <a:lnTo>
                    <a:pt x="4281532" y="1015289"/>
                  </a:lnTo>
                  <a:lnTo>
                    <a:pt x="4284836" y="1031085"/>
                  </a:lnTo>
                  <a:lnTo>
                    <a:pt x="4288140" y="1032503"/>
                  </a:lnTo>
                  <a:lnTo>
                    <a:pt x="4291443" y="1036513"/>
                  </a:lnTo>
                  <a:lnTo>
                    <a:pt x="4294747" y="1029018"/>
                  </a:lnTo>
                  <a:lnTo>
                    <a:pt x="4298051" y="991785"/>
                  </a:lnTo>
                  <a:lnTo>
                    <a:pt x="4301354" y="1040674"/>
                  </a:lnTo>
                  <a:lnTo>
                    <a:pt x="4304658" y="1029018"/>
                  </a:lnTo>
                  <a:lnTo>
                    <a:pt x="4307961" y="988509"/>
                  </a:lnTo>
                  <a:lnTo>
                    <a:pt x="4311265" y="1034733"/>
                  </a:lnTo>
                  <a:lnTo>
                    <a:pt x="4314569" y="1026939"/>
                  </a:lnTo>
                  <a:lnTo>
                    <a:pt x="4317872" y="988748"/>
                  </a:lnTo>
                  <a:lnTo>
                    <a:pt x="4321176" y="1016086"/>
                  </a:lnTo>
                  <a:lnTo>
                    <a:pt x="4324480" y="1007626"/>
                  </a:lnTo>
                  <a:lnTo>
                    <a:pt x="4327783" y="986681"/>
                  </a:lnTo>
                  <a:lnTo>
                    <a:pt x="4331087" y="1020977"/>
                  </a:lnTo>
                  <a:lnTo>
                    <a:pt x="4334391" y="1017361"/>
                  </a:lnTo>
                  <a:lnTo>
                    <a:pt x="4337694" y="1016827"/>
                  </a:lnTo>
                  <a:lnTo>
                    <a:pt x="4340998" y="1007989"/>
                  </a:lnTo>
                  <a:lnTo>
                    <a:pt x="4344302" y="1000155"/>
                  </a:lnTo>
                  <a:lnTo>
                    <a:pt x="4347605" y="996135"/>
                  </a:lnTo>
                  <a:lnTo>
                    <a:pt x="4350909" y="1003896"/>
                  </a:lnTo>
                  <a:lnTo>
                    <a:pt x="4354213" y="1012376"/>
                  </a:lnTo>
                  <a:lnTo>
                    <a:pt x="4357516" y="1034619"/>
                  </a:lnTo>
                  <a:lnTo>
                    <a:pt x="4360820" y="1038039"/>
                  </a:lnTo>
                  <a:lnTo>
                    <a:pt x="4364124" y="999418"/>
                  </a:lnTo>
                  <a:lnTo>
                    <a:pt x="4367427" y="985696"/>
                  </a:lnTo>
                  <a:lnTo>
                    <a:pt x="4370731" y="999418"/>
                  </a:lnTo>
                  <a:lnTo>
                    <a:pt x="4374035" y="1017193"/>
                  </a:lnTo>
                  <a:lnTo>
                    <a:pt x="4377338" y="1029567"/>
                  </a:lnTo>
                  <a:lnTo>
                    <a:pt x="4380642" y="1034619"/>
                  </a:lnTo>
                  <a:lnTo>
                    <a:pt x="4383945" y="1038039"/>
                  </a:lnTo>
                  <a:lnTo>
                    <a:pt x="4387249" y="1033361"/>
                  </a:lnTo>
                  <a:lnTo>
                    <a:pt x="4390553" y="1006966"/>
                  </a:lnTo>
                  <a:lnTo>
                    <a:pt x="4393856" y="987303"/>
                  </a:lnTo>
                  <a:lnTo>
                    <a:pt x="4397160" y="999767"/>
                  </a:lnTo>
                  <a:lnTo>
                    <a:pt x="4400464" y="991616"/>
                  </a:lnTo>
                  <a:lnTo>
                    <a:pt x="4403767" y="1026782"/>
                  </a:lnTo>
                  <a:lnTo>
                    <a:pt x="4407071" y="1026782"/>
                  </a:lnTo>
                  <a:lnTo>
                    <a:pt x="4410375" y="1017193"/>
                  </a:lnTo>
                  <a:lnTo>
                    <a:pt x="4413678" y="999283"/>
                  </a:lnTo>
                  <a:lnTo>
                    <a:pt x="4416982" y="1004256"/>
                  </a:lnTo>
                  <a:lnTo>
                    <a:pt x="4420286" y="1024861"/>
                  </a:lnTo>
                  <a:lnTo>
                    <a:pt x="4423589" y="995147"/>
                  </a:lnTo>
                  <a:lnTo>
                    <a:pt x="4426893" y="1024861"/>
                  </a:lnTo>
                  <a:lnTo>
                    <a:pt x="4430197" y="1005370"/>
                  </a:lnTo>
                  <a:lnTo>
                    <a:pt x="4433500" y="1024245"/>
                  </a:lnTo>
                  <a:lnTo>
                    <a:pt x="4436804" y="992127"/>
                  </a:lnTo>
                  <a:lnTo>
                    <a:pt x="4440108" y="976014"/>
                  </a:lnTo>
                  <a:lnTo>
                    <a:pt x="4443411" y="987561"/>
                  </a:lnTo>
                  <a:lnTo>
                    <a:pt x="4446715" y="987561"/>
                  </a:lnTo>
                  <a:lnTo>
                    <a:pt x="4450019" y="1016932"/>
                  </a:lnTo>
                  <a:lnTo>
                    <a:pt x="4453322" y="1013787"/>
                  </a:lnTo>
                  <a:lnTo>
                    <a:pt x="4456626" y="1018819"/>
                  </a:lnTo>
                  <a:lnTo>
                    <a:pt x="4459929" y="1031954"/>
                  </a:lnTo>
                  <a:lnTo>
                    <a:pt x="4463233" y="1040532"/>
                  </a:lnTo>
                  <a:lnTo>
                    <a:pt x="4466537" y="1038618"/>
                  </a:lnTo>
                  <a:lnTo>
                    <a:pt x="4469840" y="999993"/>
                  </a:lnTo>
                  <a:lnTo>
                    <a:pt x="4473144" y="999682"/>
                  </a:lnTo>
                  <a:lnTo>
                    <a:pt x="4476448" y="957409"/>
                  </a:lnTo>
                  <a:lnTo>
                    <a:pt x="4479751" y="952410"/>
                  </a:lnTo>
                  <a:lnTo>
                    <a:pt x="4483055" y="968468"/>
                  </a:lnTo>
                  <a:lnTo>
                    <a:pt x="4486359" y="988937"/>
                  </a:lnTo>
                  <a:lnTo>
                    <a:pt x="4489662" y="1006994"/>
                  </a:lnTo>
                  <a:lnTo>
                    <a:pt x="4492966" y="1011014"/>
                  </a:lnTo>
                  <a:lnTo>
                    <a:pt x="4496270" y="998494"/>
                  </a:lnTo>
                  <a:lnTo>
                    <a:pt x="4499573" y="1011014"/>
                  </a:lnTo>
                  <a:lnTo>
                    <a:pt x="4502877" y="1027317"/>
                  </a:lnTo>
                  <a:lnTo>
                    <a:pt x="4506181" y="1023652"/>
                  </a:lnTo>
                  <a:lnTo>
                    <a:pt x="4509484" y="998477"/>
                  </a:lnTo>
                  <a:lnTo>
                    <a:pt x="4512788" y="994503"/>
                  </a:lnTo>
                  <a:lnTo>
                    <a:pt x="4516092" y="957099"/>
                  </a:lnTo>
                  <a:lnTo>
                    <a:pt x="4519395" y="966688"/>
                  </a:lnTo>
                  <a:lnTo>
                    <a:pt x="4522699" y="954664"/>
                  </a:lnTo>
                  <a:lnTo>
                    <a:pt x="4526003" y="942517"/>
                  </a:lnTo>
                  <a:lnTo>
                    <a:pt x="4529306" y="916427"/>
                  </a:lnTo>
                  <a:lnTo>
                    <a:pt x="4532610" y="931464"/>
                  </a:lnTo>
                  <a:lnTo>
                    <a:pt x="4535913" y="935346"/>
                  </a:lnTo>
                  <a:lnTo>
                    <a:pt x="4539217" y="934782"/>
                  </a:lnTo>
                  <a:lnTo>
                    <a:pt x="4542521" y="946302"/>
                  </a:lnTo>
                  <a:lnTo>
                    <a:pt x="4545824" y="959402"/>
                  </a:lnTo>
                  <a:lnTo>
                    <a:pt x="4549128" y="964706"/>
                  </a:lnTo>
                  <a:lnTo>
                    <a:pt x="4552432" y="959738"/>
                  </a:lnTo>
                  <a:lnTo>
                    <a:pt x="4555735" y="839089"/>
                  </a:lnTo>
                  <a:lnTo>
                    <a:pt x="4559039" y="788806"/>
                  </a:lnTo>
                  <a:lnTo>
                    <a:pt x="4562343" y="763333"/>
                  </a:lnTo>
                  <a:lnTo>
                    <a:pt x="4565646" y="794432"/>
                  </a:lnTo>
                  <a:lnTo>
                    <a:pt x="4568950" y="756695"/>
                  </a:lnTo>
                  <a:lnTo>
                    <a:pt x="4572254" y="760004"/>
                  </a:lnTo>
                  <a:lnTo>
                    <a:pt x="4575557" y="749771"/>
                  </a:lnTo>
                  <a:lnTo>
                    <a:pt x="4578861" y="681833"/>
                  </a:lnTo>
                  <a:lnTo>
                    <a:pt x="4582165" y="682914"/>
                  </a:lnTo>
                  <a:lnTo>
                    <a:pt x="4585468" y="685004"/>
                  </a:lnTo>
                  <a:lnTo>
                    <a:pt x="4588772" y="691692"/>
                  </a:lnTo>
                  <a:lnTo>
                    <a:pt x="4592076" y="731681"/>
                  </a:lnTo>
                  <a:lnTo>
                    <a:pt x="4595379" y="740774"/>
                  </a:lnTo>
                  <a:lnTo>
                    <a:pt x="4598683" y="776375"/>
                  </a:lnTo>
                  <a:lnTo>
                    <a:pt x="4601986" y="829043"/>
                  </a:lnTo>
                  <a:lnTo>
                    <a:pt x="4605290" y="825083"/>
                  </a:lnTo>
                  <a:lnTo>
                    <a:pt x="4608594" y="787867"/>
                  </a:lnTo>
                  <a:lnTo>
                    <a:pt x="4611897" y="804028"/>
                  </a:lnTo>
                  <a:lnTo>
                    <a:pt x="4615201" y="832144"/>
                  </a:lnTo>
                  <a:lnTo>
                    <a:pt x="4618505" y="938313"/>
                  </a:lnTo>
                  <a:lnTo>
                    <a:pt x="4621808" y="912884"/>
                  </a:lnTo>
                  <a:lnTo>
                    <a:pt x="4625112" y="925778"/>
                  </a:lnTo>
                  <a:lnTo>
                    <a:pt x="4628416" y="958246"/>
                  </a:lnTo>
                  <a:lnTo>
                    <a:pt x="4631719" y="979391"/>
                  </a:lnTo>
                  <a:lnTo>
                    <a:pt x="4635023" y="954970"/>
                  </a:lnTo>
                  <a:lnTo>
                    <a:pt x="4638327" y="958196"/>
                  </a:lnTo>
                  <a:lnTo>
                    <a:pt x="4641630" y="990910"/>
                  </a:lnTo>
                  <a:lnTo>
                    <a:pt x="4644934" y="974818"/>
                  </a:lnTo>
                  <a:lnTo>
                    <a:pt x="4648238" y="984648"/>
                  </a:lnTo>
                  <a:lnTo>
                    <a:pt x="4651541" y="974112"/>
                  </a:lnTo>
                  <a:lnTo>
                    <a:pt x="4654845" y="1009640"/>
                  </a:lnTo>
                  <a:lnTo>
                    <a:pt x="4658149" y="1009640"/>
                  </a:lnTo>
                  <a:lnTo>
                    <a:pt x="4661452" y="1017739"/>
                  </a:lnTo>
                  <a:lnTo>
                    <a:pt x="4664756" y="1007300"/>
                  </a:lnTo>
                  <a:lnTo>
                    <a:pt x="4668060" y="1028084"/>
                  </a:lnTo>
                  <a:lnTo>
                    <a:pt x="4671363" y="1001090"/>
                  </a:lnTo>
                  <a:lnTo>
                    <a:pt x="4674667" y="1007165"/>
                  </a:lnTo>
                  <a:lnTo>
                    <a:pt x="4677970" y="1016712"/>
                  </a:lnTo>
                  <a:lnTo>
                    <a:pt x="4681274" y="1015019"/>
                  </a:lnTo>
                  <a:lnTo>
                    <a:pt x="4684578" y="1024028"/>
                  </a:lnTo>
                  <a:lnTo>
                    <a:pt x="4687881" y="983765"/>
                  </a:lnTo>
                  <a:lnTo>
                    <a:pt x="4691185" y="1017923"/>
                  </a:lnTo>
                  <a:lnTo>
                    <a:pt x="4694489" y="1064846"/>
                  </a:lnTo>
                  <a:lnTo>
                    <a:pt x="4697792" y="1071077"/>
                  </a:lnTo>
                  <a:lnTo>
                    <a:pt x="4701096" y="1051826"/>
                  </a:lnTo>
                  <a:lnTo>
                    <a:pt x="4704400" y="1036896"/>
                  </a:lnTo>
                  <a:lnTo>
                    <a:pt x="4707703" y="1043218"/>
                  </a:lnTo>
                  <a:lnTo>
                    <a:pt x="4711007" y="1088529"/>
                  </a:lnTo>
                  <a:lnTo>
                    <a:pt x="4714311" y="1078700"/>
                  </a:lnTo>
                  <a:lnTo>
                    <a:pt x="4717614" y="1036896"/>
                  </a:lnTo>
                  <a:lnTo>
                    <a:pt x="4720918" y="1081245"/>
                  </a:lnTo>
                  <a:lnTo>
                    <a:pt x="4724222" y="1103296"/>
                  </a:lnTo>
                  <a:lnTo>
                    <a:pt x="4727525" y="1103296"/>
                  </a:lnTo>
                  <a:lnTo>
                    <a:pt x="4730829" y="1097483"/>
                  </a:lnTo>
                  <a:lnTo>
                    <a:pt x="4734133" y="1085061"/>
                  </a:lnTo>
                  <a:lnTo>
                    <a:pt x="4737436" y="1058727"/>
                  </a:lnTo>
                  <a:lnTo>
                    <a:pt x="4740740" y="1069243"/>
                  </a:lnTo>
                  <a:lnTo>
                    <a:pt x="4744044" y="1089456"/>
                  </a:lnTo>
                  <a:lnTo>
                    <a:pt x="4747347" y="1117020"/>
                  </a:lnTo>
                  <a:lnTo>
                    <a:pt x="4750651" y="1100828"/>
                  </a:lnTo>
                  <a:lnTo>
                    <a:pt x="4753954" y="1078321"/>
                  </a:lnTo>
                  <a:lnTo>
                    <a:pt x="4757258" y="1102862"/>
                  </a:lnTo>
                  <a:lnTo>
                    <a:pt x="4760562" y="1100033"/>
                  </a:lnTo>
                  <a:lnTo>
                    <a:pt x="4763865" y="1089758"/>
                  </a:lnTo>
                  <a:lnTo>
                    <a:pt x="4767169" y="1111302"/>
                  </a:lnTo>
                  <a:lnTo>
                    <a:pt x="4770473" y="1115195"/>
                  </a:lnTo>
                  <a:lnTo>
                    <a:pt x="4773776" y="1089456"/>
                  </a:lnTo>
                  <a:lnTo>
                    <a:pt x="4777080" y="1100893"/>
                  </a:lnTo>
                  <a:lnTo>
                    <a:pt x="4780384" y="1111831"/>
                  </a:lnTo>
                  <a:lnTo>
                    <a:pt x="4783687" y="1111079"/>
                  </a:lnTo>
                  <a:lnTo>
                    <a:pt x="4786991" y="1111079"/>
                  </a:lnTo>
                  <a:lnTo>
                    <a:pt x="4790295" y="1111079"/>
                  </a:lnTo>
                  <a:lnTo>
                    <a:pt x="4793598" y="1119550"/>
                  </a:lnTo>
                  <a:lnTo>
                    <a:pt x="4796902" y="1111079"/>
                  </a:lnTo>
                  <a:lnTo>
                    <a:pt x="4800206" y="1125680"/>
                  </a:lnTo>
                  <a:lnTo>
                    <a:pt x="4803509" y="1123988"/>
                  </a:lnTo>
                  <a:lnTo>
                    <a:pt x="4806813" y="1152134"/>
                  </a:lnTo>
                  <a:lnTo>
                    <a:pt x="4810117" y="1154519"/>
                  </a:lnTo>
                  <a:lnTo>
                    <a:pt x="4813420" y="1125680"/>
                  </a:lnTo>
                  <a:lnTo>
                    <a:pt x="4816724" y="1139086"/>
                  </a:lnTo>
                  <a:lnTo>
                    <a:pt x="4820028" y="1155625"/>
                  </a:lnTo>
                  <a:lnTo>
                    <a:pt x="4823331" y="1153273"/>
                  </a:lnTo>
                  <a:lnTo>
                    <a:pt x="4826635" y="1160839"/>
                  </a:lnTo>
                  <a:lnTo>
                    <a:pt x="4829938" y="1160839"/>
                  </a:lnTo>
                  <a:lnTo>
                    <a:pt x="4833242" y="1162935"/>
                  </a:lnTo>
                  <a:lnTo>
                    <a:pt x="4836546" y="1150295"/>
                  </a:lnTo>
                  <a:lnTo>
                    <a:pt x="4839849" y="1149013"/>
                  </a:lnTo>
                  <a:lnTo>
                    <a:pt x="4843153" y="1161163"/>
                  </a:lnTo>
                  <a:lnTo>
                    <a:pt x="4846457" y="1154290"/>
                  </a:lnTo>
                  <a:lnTo>
                    <a:pt x="4849760" y="1124640"/>
                  </a:lnTo>
                  <a:lnTo>
                    <a:pt x="4853064" y="1129360"/>
                  </a:lnTo>
                  <a:lnTo>
                    <a:pt x="4856368" y="1123900"/>
                  </a:lnTo>
                  <a:lnTo>
                    <a:pt x="4859671" y="1129696"/>
                  </a:lnTo>
                  <a:lnTo>
                    <a:pt x="4862975" y="1089411"/>
                  </a:lnTo>
                  <a:lnTo>
                    <a:pt x="4866279" y="1146037"/>
                  </a:lnTo>
                  <a:lnTo>
                    <a:pt x="4869582" y="1150793"/>
                  </a:lnTo>
                  <a:lnTo>
                    <a:pt x="4872886" y="1145845"/>
                  </a:lnTo>
                  <a:lnTo>
                    <a:pt x="4876190" y="1146100"/>
                  </a:lnTo>
                  <a:lnTo>
                    <a:pt x="4879493" y="1132695"/>
                  </a:lnTo>
                  <a:lnTo>
                    <a:pt x="4882797" y="1111011"/>
                  </a:lnTo>
                  <a:lnTo>
                    <a:pt x="4886101" y="1122722"/>
                  </a:lnTo>
                  <a:lnTo>
                    <a:pt x="4889404" y="1130360"/>
                  </a:lnTo>
                  <a:lnTo>
                    <a:pt x="4892708" y="1130360"/>
                  </a:lnTo>
                  <a:lnTo>
                    <a:pt x="4896012" y="1129881"/>
                  </a:lnTo>
                  <a:lnTo>
                    <a:pt x="4899315" y="1118264"/>
                  </a:lnTo>
                  <a:lnTo>
                    <a:pt x="4902619" y="1150989"/>
                  </a:lnTo>
                  <a:lnTo>
                    <a:pt x="4905922" y="1158754"/>
                  </a:lnTo>
                  <a:lnTo>
                    <a:pt x="4909226" y="1113352"/>
                  </a:lnTo>
                  <a:lnTo>
                    <a:pt x="4912530" y="1146100"/>
                  </a:lnTo>
                  <a:lnTo>
                    <a:pt x="4915833" y="1132695"/>
                  </a:lnTo>
                  <a:lnTo>
                    <a:pt x="4919137" y="1132695"/>
                  </a:lnTo>
                  <a:lnTo>
                    <a:pt x="4922441" y="1144959"/>
                  </a:lnTo>
                  <a:lnTo>
                    <a:pt x="4925744" y="1147322"/>
                  </a:lnTo>
                  <a:lnTo>
                    <a:pt x="4929048" y="1090717"/>
                  </a:lnTo>
                  <a:lnTo>
                    <a:pt x="4932352" y="1131002"/>
                  </a:lnTo>
                  <a:lnTo>
                    <a:pt x="4935655" y="1075673"/>
                  </a:lnTo>
                  <a:lnTo>
                    <a:pt x="4938959" y="1067558"/>
                  </a:lnTo>
                  <a:lnTo>
                    <a:pt x="4942263" y="1056382"/>
                  </a:lnTo>
                  <a:lnTo>
                    <a:pt x="4945566" y="1114266"/>
                  </a:lnTo>
                  <a:lnTo>
                    <a:pt x="4948870" y="1126916"/>
                  </a:lnTo>
                  <a:lnTo>
                    <a:pt x="4952174" y="1129881"/>
                  </a:lnTo>
                  <a:lnTo>
                    <a:pt x="4955477" y="1123909"/>
                  </a:lnTo>
                  <a:lnTo>
                    <a:pt x="4958781" y="1087846"/>
                  </a:lnTo>
                  <a:lnTo>
                    <a:pt x="4962085" y="1104352"/>
                  </a:lnTo>
                  <a:lnTo>
                    <a:pt x="4965388" y="1120777"/>
                  </a:lnTo>
                  <a:lnTo>
                    <a:pt x="4968692" y="1124667"/>
                  </a:lnTo>
                  <a:lnTo>
                    <a:pt x="4971995" y="1099399"/>
                  </a:lnTo>
                  <a:lnTo>
                    <a:pt x="4975299" y="1053156"/>
                  </a:lnTo>
                  <a:lnTo>
                    <a:pt x="4978603" y="1046162"/>
                  </a:lnTo>
                  <a:lnTo>
                    <a:pt x="4981906" y="1066197"/>
                  </a:lnTo>
                  <a:lnTo>
                    <a:pt x="4985210" y="1092076"/>
                  </a:lnTo>
                  <a:lnTo>
                    <a:pt x="4988514" y="1087403"/>
                  </a:lnTo>
                  <a:lnTo>
                    <a:pt x="4991817" y="1085384"/>
                  </a:lnTo>
                  <a:lnTo>
                    <a:pt x="4995121" y="1095208"/>
                  </a:lnTo>
                  <a:lnTo>
                    <a:pt x="4998425" y="1108911"/>
                  </a:lnTo>
                  <a:lnTo>
                    <a:pt x="5001728" y="1108911"/>
                  </a:lnTo>
                  <a:lnTo>
                    <a:pt x="5005032" y="1067897"/>
                  </a:lnTo>
                  <a:lnTo>
                    <a:pt x="5008336" y="1067897"/>
                  </a:lnTo>
                  <a:lnTo>
                    <a:pt x="5011639" y="1050414"/>
                  </a:lnTo>
                  <a:lnTo>
                    <a:pt x="5014943" y="1044458"/>
                  </a:lnTo>
                  <a:lnTo>
                    <a:pt x="5018247" y="1050859"/>
                  </a:lnTo>
                  <a:lnTo>
                    <a:pt x="5021550" y="1087050"/>
                  </a:lnTo>
                  <a:lnTo>
                    <a:pt x="5024854" y="1060722"/>
                  </a:lnTo>
                  <a:lnTo>
                    <a:pt x="5028158" y="1028504"/>
                  </a:lnTo>
                  <a:lnTo>
                    <a:pt x="5031461" y="1036452"/>
                  </a:lnTo>
                  <a:lnTo>
                    <a:pt x="5034765" y="1052168"/>
                  </a:lnTo>
                  <a:lnTo>
                    <a:pt x="5038069" y="1057351"/>
                  </a:lnTo>
                  <a:lnTo>
                    <a:pt x="5041372" y="1032992"/>
                  </a:lnTo>
                  <a:lnTo>
                    <a:pt x="5044676" y="1014443"/>
                  </a:lnTo>
                  <a:lnTo>
                    <a:pt x="5047979" y="1022590"/>
                  </a:lnTo>
                  <a:lnTo>
                    <a:pt x="5051283" y="1031042"/>
                  </a:lnTo>
                  <a:lnTo>
                    <a:pt x="5054587" y="1046450"/>
                  </a:lnTo>
                  <a:lnTo>
                    <a:pt x="5057890" y="1069582"/>
                  </a:lnTo>
                  <a:lnTo>
                    <a:pt x="5061194" y="1059045"/>
                  </a:lnTo>
                  <a:lnTo>
                    <a:pt x="5064498" y="1031885"/>
                  </a:lnTo>
                  <a:lnTo>
                    <a:pt x="5067801" y="1031885"/>
                  </a:lnTo>
                  <a:lnTo>
                    <a:pt x="5071105" y="973628"/>
                  </a:lnTo>
                  <a:lnTo>
                    <a:pt x="5074409" y="982579"/>
                  </a:lnTo>
                  <a:lnTo>
                    <a:pt x="5077712" y="986342"/>
                  </a:lnTo>
                  <a:lnTo>
                    <a:pt x="5081016" y="1001996"/>
                  </a:lnTo>
                  <a:lnTo>
                    <a:pt x="5084320" y="979551"/>
                  </a:lnTo>
                  <a:lnTo>
                    <a:pt x="5087623" y="970991"/>
                  </a:lnTo>
                  <a:lnTo>
                    <a:pt x="5090927" y="979069"/>
                  </a:lnTo>
                  <a:lnTo>
                    <a:pt x="5094231" y="992142"/>
                  </a:lnTo>
                  <a:lnTo>
                    <a:pt x="5097534" y="939113"/>
                  </a:lnTo>
                  <a:lnTo>
                    <a:pt x="5100838" y="940615"/>
                  </a:lnTo>
                  <a:lnTo>
                    <a:pt x="5104142" y="970584"/>
                  </a:lnTo>
                  <a:lnTo>
                    <a:pt x="5107445" y="960936"/>
                  </a:lnTo>
                  <a:lnTo>
                    <a:pt x="5110749" y="935358"/>
                  </a:lnTo>
                  <a:lnTo>
                    <a:pt x="5114053" y="939230"/>
                  </a:lnTo>
                  <a:lnTo>
                    <a:pt x="5117356" y="948214"/>
                  </a:lnTo>
                  <a:lnTo>
                    <a:pt x="5120660" y="948244"/>
                  </a:lnTo>
                  <a:lnTo>
                    <a:pt x="5123963" y="892528"/>
                  </a:lnTo>
                  <a:lnTo>
                    <a:pt x="5127267" y="874704"/>
                  </a:lnTo>
                  <a:lnTo>
                    <a:pt x="5130571" y="896291"/>
                  </a:lnTo>
                  <a:lnTo>
                    <a:pt x="5133874" y="900616"/>
                  </a:lnTo>
                  <a:lnTo>
                    <a:pt x="5137178" y="880681"/>
                  </a:lnTo>
                  <a:lnTo>
                    <a:pt x="5140482" y="884093"/>
                  </a:lnTo>
                  <a:lnTo>
                    <a:pt x="5143785" y="846568"/>
                  </a:lnTo>
                  <a:lnTo>
                    <a:pt x="5147089" y="868393"/>
                  </a:lnTo>
                  <a:lnTo>
                    <a:pt x="5150393" y="818725"/>
                  </a:lnTo>
                  <a:lnTo>
                    <a:pt x="5153696" y="754741"/>
                  </a:lnTo>
                  <a:lnTo>
                    <a:pt x="5157000" y="766336"/>
                  </a:lnTo>
                  <a:lnTo>
                    <a:pt x="5160304" y="779243"/>
                  </a:lnTo>
                  <a:lnTo>
                    <a:pt x="5163607" y="750971"/>
                  </a:lnTo>
                  <a:lnTo>
                    <a:pt x="5166911" y="732044"/>
                  </a:lnTo>
                  <a:lnTo>
                    <a:pt x="5170215" y="723725"/>
                  </a:lnTo>
                  <a:lnTo>
                    <a:pt x="5173518" y="722866"/>
                  </a:lnTo>
                  <a:lnTo>
                    <a:pt x="5176822" y="741466"/>
                  </a:lnTo>
                  <a:lnTo>
                    <a:pt x="5180126" y="763834"/>
                  </a:lnTo>
                  <a:lnTo>
                    <a:pt x="5183429" y="700558"/>
                  </a:lnTo>
                  <a:lnTo>
                    <a:pt x="5186733" y="666494"/>
                  </a:lnTo>
                  <a:lnTo>
                    <a:pt x="5190037" y="634560"/>
                  </a:lnTo>
                  <a:lnTo>
                    <a:pt x="5193340" y="643891"/>
                  </a:lnTo>
                  <a:lnTo>
                    <a:pt x="5196644" y="621108"/>
                  </a:lnTo>
                  <a:lnTo>
                    <a:pt x="5199947" y="547218"/>
                  </a:lnTo>
                  <a:lnTo>
                    <a:pt x="5203251" y="539190"/>
                  </a:lnTo>
                  <a:lnTo>
                    <a:pt x="5206555" y="470103"/>
                  </a:lnTo>
                  <a:lnTo>
                    <a:pt x="5209858" y="445226"/>
                  </a:lnTo>
                  <a:lnTo>
                    <a:pt x="5213162" y="409694"/>
                  </a:lnTo>
                  <a:lnTo>
                    <a:pt x="5216466" y="349668"/>
                  </a:lnTo>
                  <a:lnTo>
                    <a:pt x="5219769" y="336764"/>
                  </a:lnTo>
                  <a:lnTo>
                    <a:pt x="5223073" y="278594"/>
                  </a:lnTo>
                  <a:lnTo>
                    <a:pt x="5226377" y="275205"/>
                  </a:lnTo>
                  <a:lnTo>
                    <a:pt x="5229680" y="193297"/>
                  </a:lnTo>
                  <a:lnTo>
                    <a:pt x="5232984" y="189494"/>
                  </a:lnTo>
                  <a:lnTo>
                    <a:pt x="5236288" y="219345"/>
                  </a:lnTo>
                  <a:lnTo>
                    <a:pt x="5239591" y="211028"/>
                  </a:lnTo>
                  <a:lnTo>
                    <a:pt x="5242895" y="102358"/>
                  </a:lnTo>
                  <a:lnTo>
                    <a:pt x="5246199" y="62364"/>
                  </a:lnTo>
                  <a:lnTo>
                    <a:pt x="5249502" y="58352"/>
                  </a:lnTo>
                  <a:lnTo>
                    <a:pt x="5252806" y="41649"/>
                  </a:lnTo>
                  <a:lnTo>
                    <a:pt x="5256110" y="50161"/>
                  </a:lnTo>
                  <a:lnTo>
                    <a:pt x="5259413" y="36619"/>
                  </a:lnTo>
                  <a:lnTo>
                    <a:pt x="5262717" y="37908"/>
                  </a:lnTo>
                  <a:lnTo>
                    <a:pt x="5266021" y="44896"/>
                  </a:lnTo>
                  <a:lnTo>
                    <a:pt x="5269324" y="49775"/>
                  </a:lnTo>
                  <a:lnTo>
                    <a:pt x="5272628" y="49251"/>
                  </a:lnTo>
                  <a:lnTo>
                    <a:pt x="5275931" y="54790"/>
                  </a:lnTo>
                  <a:lnTo>
                    <a:pt x="5279235" y="57230"/>
                  </a:lnTo>
                  <a:lnTo>
                    <a:pt x="5282539" y="81334"/>
                  </a:lnTo>
                  <a:lnTo>
                    <a:pt x="5285842" y="104542"/>
                  </a:lnTo>
                  <a:lnTo>
                    <a:pt x="5289146" y="94818"/>
                  </a:lnTo>
                  <a:lnTo>
                    <a:pt x="5292450" y="171380"/>
                  </a:lnTo>
                  <a:lnTo>
                    <a:pt x="5295753" y="195723"/>
                  </a:lnTo>
                  <a:lnTo>
                    <a:pt x="5299057" y="265772"/>
                  </a:lnTo>
                  <a:lnTo>
                    <a:pt x="5302361" y="192284"/>
                  </a:lnTo>
                  <a:lnTo>
                    <a:pt x="5305664" y="130722"/>
                  </a:lnTo>
                  <a:lnTo>
                    <a:pt x="5308968" y="93173"/>
                  </a:lnTo>
                  <a:lnTo>
                    <a:pt x="5312272" y="85165"/>
                  </a:lnTo>
                  <a:lnTo>
                    <a:pt x="5315575" y="85229"/>
                  </a:lnTo>
                  <a:lnTo>
                    <a:pt x="5318879" y="76469"/>
                  </a:lnTo>
                  <a:lnTo>
                    <a:pt x="5322183" y="55594"/>
                  </a:lnTo>
                  <a:lnTo>
                    <a:pt x="5325486" y="54829"/>
                  </a:lnTo>
                  <a:lnTo>
                    <a:pt x="5328790" y="54829"/>
                  </a:lnTo>
                  <a:lnTo>
                    <a:pt x="5332094" y="45441"/>
                  </a:lnTo>
                  <a:lnTo>
                    <a:pt x="5335397" y="58841"/>
                  </a:lnTo>
                  <a:lnTo>
                    <a:pt x="5338701" y="151954"/>
                  </a:lnTo>
                  <a:lnTo>
                    <a:pt x="5342005" y="130578"/>
                  </a:lnTo>
                  <a:lnTo>
                    <a:pt x="5345308" y="110835"/>
                  </a:lnTo>
                  <a:lnTo>
                    <a:pt x="5348612" y="82425"/>
                  </a:lnTo>
                  <a:lnTo>
                    <a:pt x="5351915" y="59088"/>
                  </a:lnTo>
                  <a:lnTo>
                    <a:pt x="5355219" y="59088"/>
                  </a:lnTo>
                  <a:lnTo>
                    <a:pt x="5358523" y="59088"/>
                  </a:lnTo>
                  <a:lnTo>
                    <a:pt x="5361826" y="48299"/>
                  </a:lnTo>
                  <a:lnTo>
                    <a:pt x="5365130" y="58479"/>
                  </a:lnTo>
                  <a:lnTo>
                    <a:pt x="5368434" y="49170"/>
                  </a:lnTo>
                  <a:lnTo>
                    <a:pt x="5371737" y="51630"/>
                  </a:lnTo>
                  <a:lnTo>
                    <a:pt x="5375041" y="64627"/>
                  </a:lnTo>
                  <a:lnTo>
                    <a:pt x="5378345" y="61123"/>
                  </a:lnTo>
                  <a:lnTo>
                    <a:pt x="5381648" y="47407"/>
                  </a:lnTo>
                  <a:lnTo>
                    <a:pt x="5384952" y="60827"/>
                  </a:lnTo>
                  <a:lnTo>
                    <a:pt x="5388256" y="70631"/>
                  </a:lnTo>
                  <a:lnTo>
                    <a:pt x="5391559" y="38705"/>
                  </a:lnTo>
                  <a:lnTo>
                    <a:pt x="5394863" y="42625"/>
                  </a:lnTo>
                  <a:lnTo>
                    <a:pt x="5398167" y="40079"/>
                  </a:lnTo>
                  <a:lnTo>
                    <a:pt x="5401470" y="29712"/>
                  </a:lnTo>
                  <a:lnTo>
                    <a:pt x="5404774" y="31411"/>
                  </a:lnTo>
                  <a:lnTo>
                    <a:pt x="5408078" y="30122"/>
                  </a:lnTo>
                  <a:lnTo>
                    <a:pt x="5411381" y="19076"/>
                  </a:lnTo>
                  <a:lnTo>
                    <a:pt x="5414685" y="29864"/>
                  </a:lnTo>
                  <a:lnTo>
                    <a:pt x="5417988" y="48363"/>
                  </a:lnTo>
                  <a:lnTo>
                    <a:pt x="5421292" y="32397"/>
                  </a:lnTo>
                  <a:lnTo>
                    <a:pt x="5424596" y="32397"/>
                  </a:lnTo>
                  <a:lnTo>
                    <a:pt x="5427899" y="45208"/>
                  </a:lnTo>
                  <a:lnTo>
                    <a:pt x="5431203" y="60424"/>
                  </a:lnTo>
                  <a:lnTo>
                    <a:pt x="5434507" y="56323"/>
                  </a:lnTo>
                  <a:lnTo>
                    <a:pt x="5437810" y="98800"/>
                  </a:lnTo>
                  <a:lnTo>
                    <a:pt x="5441114" y="174005"/>
                  </a:lnTo>
                  <a:lnTo>
                    <a:pt x="5444418" y="308864"/>
                  </a:lnTo>
                  <a:lnTo>
                    <a:pt x="5447721" y="334534"/>
                  </a:lnTo>
                  <a:lnTo>
                    <a:pt x="5451025" y="306144"/>
                  </a:lnTo>
                  <a:lnTo>
                    <a:pt x="5454329" y="292669"/>
                  </a:lnTo>
                  <a:lnTo>
                    <a:pt x="5457632" y="330419"/>
                  </a:lnTo>
                  <a:lnTo>
                    <a:pt x="5460936" y="290327"/>
                  </a:lnTo>
                  <a:lnTo>
                    <a:pt x="5464240" y="283191"/>
                  </a:lnTo>
                  <a:lnTo>
                    <a:pt x="5467543" y="282833"/>
                  </a:lnTo>
                  <a:lnTo>
                    <a:pt x="5470847" y="224290"/>
                  </a:lnTo>
                  <a:lnTo>
                    <a:pt x="5474151" y="185000"/>
                  </a:lnTo>
                  <a:lnTo>
                    <a:pt x="5477454" y="178318"/>
                  </a:lnTo>
                  <a:lnTo>
                    <a:pt x="5480758" y="152673"/>
                  </a:lnTo>
                  <a:lnTo>
                    <a:pt x="5484062" y="128143"/>
                  </a:lnTo>
                  <a:lnTo>
                    <a:pt x="5487365" y="124859"/>
                  </a:lnTo>
                  <a:lnTo>
                    <a:pt x="5490669" y="103199"/>
                  </a:lnTo>
                  <a:lnTo>
                    <a:pt x="5493972" y="110744"/>
                  </a:lnTo>
                  <a:lnTo>
                    <a:pt x="5497276" y="185813"/>
                  </a:lnTo>
                  <a:lnTo>
                    <a:pt x="5500580" y="156715"/>
                  </a:lnTo>
                  <a:lnTo>
                    <a:pt x="5503883" y="119526"/>
                  </a:lnTo>
                  <a:lnTo>
                    <a:pt x="5507187" y="137497"/>
                  </a:lnTo>
                  <a:lnTo>
                    <a:pt x="5510491" y="141714"/>
                  </a:lnTo>
                  <a:lnTo>
                    <a:pt x="5513794" y="203114"/>
                  </a:lnTo>
                  <a:lnTo>
                    <a:pt x="5517098" y="195419"/>
                  </a:lnTo>
                  <a:lnTo>
                    <a:pt x="5520402" y="240595"/>
                  </a:lnTo>
                  <a:lnTo>
                    <a:pt x="5523705" y="306422"/>
                  </a:lnTo>
                  <a:lnTo>
                    <a:pt x="5527009" y="392874"/>
                  </a:lnTo>
                  <a:lnTo>
                    <a:pt x="5530313" y="397394"/>
                  </a:lnTo>
                  <a:lnTo>
                    <a:pt x="5533616" y="378297"/>
                  </a:lnTo>
                  <a:lnTo>
                    <a:pt x="5536920" y="417183"/>
                  </a:lnTo>
                  <a:lnTo>
                    <a:pt x="5540224" y="435265"/>
                  </a:lnTo>
                  <a:lnTo>
                    <a:pt x="5543527" y="411065"/>
                  </a:lnTo>
                  <a:lnTo>
                    <a:pt x="5546831" y="380422"/>
                  </a:lnTo>
                  <a:lnTo>
                    <a:pt x="5550135" y="435091"/>
                  </a:lnTo>
                  <a:lnTo>
                    <a:pt x="5553438" y="313076"/>
                  </a:lnTo>
                  <a:lnTo>
                    <a:pt x="5556742" y="238017"/>
                  </a:lnTo>
                  <a:lnTo>
                    <a:pt x="5560046" y="224684"/>
                  </a:lnTo>
                  <a:lnTo>
                    <a:pt x="5563349" y="206640"/>
                  </a:lnTo>
                  <a:lnTo>
                    <a:pt x="5566653" y="166631"/>
                  </a:lnTo>
                  <a:lnTo>
                    <a:pt x="5569956" y="179810"/>
                  </a:lnTo>
                  <a:lnTo>
                    <a:pt x="5573260" y="115229"/>
                  </a:lnTo>
                  <a:lnTo>
                    <a:pt x="5576564" y="102231"/>
                  </a:lnTo>
                  <a:lnTo>
                    <a:pt x="5579867" y="115561"/>
                  </a:lnTo>
                  <a:lnTo>
                    <a:pt x="5583171" y="113711"/>
                  </a:lnTo>
                  <a:lnTo>
                    <a:pt x="5586475" y="113711"/>
                  </a:lnTo>
                  <a:lnTo>
                    <a:pt x="5589778" y="137698"/>
                  </a:lnTo>
                  <a:lnTo>
                    <a:pt x="5593082" y="138792"/>
                  </a:lnTo>
                  <a:lnTo>
                    <a:pt x="5596386" y="169652"/>
                  </a:lnTo>
                  <a:lnTo>
                    <a:pt x="5599689" y="208641"/>
                  </a:lnTo>
                  <a:lnTo>
                    <a:pt x="5602993" y="287531"/>
                  </a:lnTo>
                  <a:lnTo>
                    <a:pt x="5606297" y="206144"/>
                  </a:lnTo>
                  <a:lnTo>
                    <a:pt x="5609600" y="260721"/>
                  </a:lnTo>
                  <a:lnTo>
                    <a:pt x="5612904" y="266682"/>
                  </a:lnTo>
                  <a:lnTo>
                    <a:pt x="5616208" y="407003"/>
                  </a:lnTo>
                  <a:lnTo>
                    <a:pt x="5619511" y="406748"/>
                  </a:lnTo>
                  <a:lnTo>
                    <a:pt x="5622815" y="518349"/>
                  </a:lnTo>
                  <a:lnTo>
                    <a:pt x="5626119" y="506717"/>
                  </a:lnTo>
                  <a:lnTo>
                    <a:pt x="5629422" y="558646"/>
                  </a:lnTo>
                  <a:lnTo>
                    <a:pt x="5632726" y="544290"/>
                  </a:lnTo>
                  <a:lnTo>
                    <a:pt x="5636030" y="666246"/>
                  </a:lnTo>
                  <a:lnTo>
                    <a:pt x="5639333" y="693981"/>
                  </a:lnTo>
                  <a:lnTo>
                    <a:pt x="5642637" y="644104"/>
                  </a:lnTo>
                  <a:lnTo>
                    <a:pt x="5645940" y="642982"/>
                  </a:lnTo>
                  <a:lnTo>
                    <a:pt x="5649244" y="681655"/>
                  </a:lnTo>
                  <a:lnTo>
                    <a:pt x="5652548" y="716641"/>
                  </a:lnTo>
                  <a:lnTo>
                    <a:pt x="5655851" y="693078"/>
                  </a:lnTo>
                  <a:lnTo>
                    <a:pt x="5659155" y="695919"/>
                  </a:lnTo>
                  <a:lnTo>
                    <a:pt x="5662459" y="654081"/>
                  </a:lnTo>
                  <a:lnTo>
                    <a:pt x="5665762" y="682152"/>
                  </a:lnTo>
                  <a:lnTo>
                    <a:pt x="5669066" y="685432"/>
                  </a:lnTo>
                  <a:lnTo>
                    <a:pt x="5672370" y="681541"/>
                  </a:lnTo>
                  <a:lnTo>
                    <a:pt x="5675673" y="515977"/>
                  </a:lnTo>
                  <a:lnTo>
                    <a:pt x="5678977" y="386894"/>
                  </a:lnTo>
                  <a:lnTo>
                    <a:pt x="5682281" y="347318"/>
                  </a:lnTo>
                  <a:lnTo>
                    <a:pt x="5685584" y="308122"/>
                  </a:lnTo>
                  <a:lnTo>
                    <a:pt x="5688888" y="325854"/>
                  </a:lnTo>
                  <a:lnTo>
                    <a:pt x="5692192" y="274074"/>
                  </a:lnTo>
                  <a:lnTo>
                    <a:pt x="5695495" y="219199"/>
                  </a:lnTo>
                  <a:lnTo>
                    <a:pt x="5698799" y="186273"/>
                  </a:lnTo>
                  <a:lnTo>
                    <a:pt x="5702103" y="242837"/>
                  </a:lnTo>
                  <a:lnTo>
                    <a:pt x="5705406" y="111969"/>
                  </a:lnTo>
                  <a:lnTo>
                    <a:pt x="5708710" y="140133"/>
                  </a:lnTo>
                  <a:lnTo>
                    <a:pt x="5712014" y="113579"/>
                  </a:lnTo>
                  <a:lnTo>
                    <a:pt x="5715317" y="98420"/>
                  </a:lnTo>
                  <a:lnTo>
                    <a:pt x="5718621" y="98420"/>
                  </a:lnTo>
                  <a:lnTo>
                    <a:pt x="5721924" y="97334"/>
                  </a:lnTo>
                  <a:lnTo>
                    <a:pt x="5725228" y="90617"/>
                  </a:lnTo>
                  <a:lnTo>
                    <a:pt x="5728532" y="90617"/>
                  </a:lnTo>
                  <a:lnTo>
                    <a:pt x="5731835" y="106928"/>
                  </a:lnTo>
                  <a:lnTo>
                    <a:pt x="5735139" y="134189"/>
                  </a:lnTo>
                  <a:lnTo>
                    <a:pt x="5738443" y="204048"/>
                  </a:lnTo>
                  <a:lnTo>
                    <a:pt x="5741746" y="221631"/>
                  </a:lnTo>
                  <a:lnTo>
                    <a:pt x="5745050" y="223318"/>
                  </a:lnTo>
                  <a:lnTo>
                    <a:pt x="5748354" y="226144"/>
                  </a:lnTo>
                  <a:lnTo>
                    <a:pt x="5751657" y="214452"/>
                  </a:lnTo>
                  <a:lnTo>
                    <a:pt x="5754961" y="254981"/>
                  </a:lnTo>
                  <a:lnTo>
                    <a:pt x="5758265" y="244441"/>
                  </a:lnTo>
                  <a:lnTo>
                    <a:pt x="5761568" y="379600"/>
                  </a:lnTo>
                  <a:lnTo>
                    <a:pt x="5764872" y="378782"/>
                  </a:lnTo>
                  <a:lnTo>
                    <a:pt x="5768176" y="430435"/>
                  </a:lnTo>
                  <a:lnTo>
                    <a:pt x="5771479" y="489134"/>
                  </a:lnTo>
                  <a:lnTo>
                    <a:pt x="5774783" y="533722"/>
                  </a:lnTo>
                  <a:lnTo>
                    <a:pt x="5778087" y="502968"/>
                  </a:lnTo>
                  <a:lnTo>
                    <a:pt x="5781390" y="477670"/>
                  </a:lnTo>
                  <a:lnTo>
                    <a:pt x="5784694" y="381897"/>
                  </a:lnTo>
                  <a:lnTo>
                    <a:pt x="5787997" y="357472"/>
                  </a:lnTo>
                  <a:lnTo>
                    <a:pt x="5791301" y="446905"/>
                  </a:lnTo>
                  <a:lnTo>
                    <a:pt x="5794605" y="392945"/>
                  </a:lnTo>
                  <a:lnTo>
                    <a:pt x="5797908" y="371701"/>
                  </a:lnTo>
                  <a:lnTo>
                    <a:pt x="5801212" y="340316"/>
                  </a:lnTo>
                  <a:lnTo>
                    <a:pt x="5804516" y="324334"/>
                  </a:lnTo>
                  <a:lnTo>
                    <a:pt x="5807819" y="325152"/>
                  </a:lnTo>
                  <a:lnTo>
                    <a:pt x="5811123" y="322900"/>
                  </a:lnTo>
                  <a:lnTo>
                    <a:pt x="5814427" y="324354"/>
                  </a:lnTo>
                  <a:lnTo>
                    <a:pt x="5817730" y="332342"/>
                  </a:lnTo>
                  <a:lnTo>
                    <a:pt x="5821034" y="333178"/>
                  </a:lnTo>
                  <a:lnTo>
                    <a:pt x="5824338" y="363941"/>
                  </a:lnTo>
                  <a:lnTo>
                    <a:pt x="5827641" y="342646"/>
                  </a:lnTo>
                  <a:lnTo>
                    <a:pt x="5830945" y="335732"/>
                  </a:lnTo>
                  <a:lnTo>
                    <a:pt x="5834249" y="318538"/>
                  </a:lnTo>
                  <a:lnTo>
                    <a:pt x="5837552" y="391514"/>
                  </a:lnTo>
                  <a:lnTo>
                    <a:pt x="5840856" y="391514"/>
                  </a:lnTo>
                  <a:lnTo>
                    <a:pt x="5844160" y="401821"/>
                  </a:lnTo>
                  <a:lnTo>
                    <a:pt x="5847463" y="390027"/>
                  </a:lnTo>
                  <a:lnTo>
                    <a:pt x="5850767" y="386852"/>
                  </a:lnTo>
                  <a:lnTo>
                    <a:pt x="5854071" y="404029"/>
                  </a:lnTo>
                  <a:lnTo>
                    <a:pt x="5857374" y="407831"/>
                  </a:lnTo>
                  <a:lnTo>
                    <a:pt x="5860678" y="432116"/>
                  </a:lnTo>
                  <a:lnTo>
                    <a:pt x="5863981" y="445152"/>
                  </a:lnTo>
                  <a:lnTo>
                    <a:pt x="5867285" y="451386"/>
                  </a:lnTo>
                  <a:lnTo>
                    <a:pt x="5870589" y="503793"/>
                  </a:lnTo>
                  <a:lnTo>
                    <a:pt x="5873892" y="552083"/>
                  </a:lnTo>
                  <a:lnTo>
                    <a:pt x="5877196" y="544763"/>
                  </a:lnTo>
                  <a:lnTo>
                    <a:pt x="5880500" y="558351"/>
                  </a:lnTo>
                  <a:lnTo>
                    <a:pt x="5883803" y="566975"/>
                  </a:lnTo>
                  <a:lnTo>
                    <a:pt x="5887107" y="593770"/>
                  </a:lnTo>
                  <a:lnTo>
                    <a:pt x="5890411" y="646720"/>
                  </a:lnTo>
                  <a:lnTo>
                    <a:pt x="5893714" y="671974"/>
                  </a:lnTo>
                  <a:lnTo>
                    <a:pt x="5897018" y="757268"/>
                  </a:lnTo>
                  <a:lnTo>
                    <a:pt x="5900322" y="777852"/>
                  </a:lnTo>
                  <a:lnTo>
                    <a:pt x="5903625" y="907869"/>
                  </a:lnTo>
                  <a:lnTo>
                    <a:pt x="5906929" y="915167"/>
                  </a:lnTo>
                  <a:lnTo>
                    <a:pt x="5910233" y="905373"/>
                  </a:lnTo>
                  <a:lnTo>
                    <a:pt x="5913536" y="910517"/>
                  </a:lnTo>
                  <a:lnTo>
                    <a:pt x="5916840" y="924150"/>
                  </a:lnTo>
                  <a:lnTo>
                    <a:pt x="5920144" y="987189"/>
                  </a:lnTo>
                  <a:lnTo>
                    <a:pt x="5923447" y="1011282"/>
                  </a:lnTo>
                  <a:lnTo>
                    <a:pt x="5926751" y="1036525"/>
                  </a:lnTo>
                  <a:lnTo>
                    <a:pt x="5930055" y="1010142"/>
                  </a:lnTo>
                  <a:lnTo>
                    <a:pt x="5933358" y="1017973"/>
                  </a:lnTo>
                  <a:lnTo>
                    <a:pt x="5936662" y="1019786"/>
                  </a:lnTo>
                  <a:lnTo>
                    <a:pt x="5939965" y="994033"/>
                  </a:lnTo>
                  <a:lnTo>
                    <a:pt x="5943269" y="997905"/>
                  </a:lnTo>
                  <a:lnTo>
                    <a:pt x="5946573" y="997507"/>
                  </a:lnTo>
                  <a:lnTo>
                    <a:pt x="5949876" y="1019576"/>
                  </a:lnTo>
                  <a:lnTo>
                    <a:pt x="5953180" y="1044017"/>
                  </a:lnTo>
                  <a:lnTo>
                    <a:pt x="5956484" y="1078194"/>
                  </a:lnTo>
                  <a:lnTo>
                    <a:pt x="5959787" y="1066759"/>
                  </a:lnTo>
                  <a:lnTo>
                    <a:pt x="5963091" y="1102301"/>
                  </a:lnTo>
                  <a:lnTo>
                    <a:pt x="5966395" y="1101715"/>
                  </a:lnTo>
                  <a:lnTo>
                    <a:pt x="5969698" y="1079217"/>
                  </a:lnTo>
                  <a:lnTo>
                    <a:pt x="5973002" y="1081151"/>
                  </a:lnTo>
                  <a:lnTo>
                    <a:pt x="5976306" y="1090170"/>
                  </a:lnTo>
                  <a:lnTo>
                    <a:pt x="5979609" y="1157057"/>
                  </a:lnTo>
                  <a:lnTo>
                    <a:pt x="5982913" y="1159655"/>
                  </a:lnTo>
                  <a:lnTo>
                    <a:pt x="5986217" y="1130620"/>
                  </a:lnTo>
                  <a:lnTo>
                    <a:pt x="5989520" y="1124948"/>
                  </a:lnTo>
                  <a:lnTo>
                    <a:pt x="5992824" y="1124948"/>
                  </a:lnTo>
                  <a:lnTo>
                    <a:pt x="5996128" y="1106239"/>
                  </a:lnTo>
                  <a:lnTo>
                    <a:pt x="5999431" y="1165804"/>
                  </a:lnTo>
                  <a:lnTo>
                    <a:pt x="6002735" y="1165040"/>
                  </a:lnTo>
                  <a:lnTo>
                    <a:pt x="6006039" y="1180817"/>
                  </a:lnTo>
                  <a:lnTo>
                    <a:pt x="6009342" y="1185260"/>
                  </a:lnTo>
                  <a:lnTo>
                    <a:pt x="6012646" y="1183826"/>
                  </a:lnTo>
                  <a:lnTo>
                    <a:pt x="6015949" y="1186053"/>
                  </a:lnTo>
                  <a:lnTo>
                    <a:pt x="6019253" y="1187274"/>
                  </a:lnTo>
                  <a:lnTo>
                    <a:pt x="6022557" y="1188556"/>
                  </a:lnTo>
                  <a:lnTo>
                    <a:pt x="6025860" y="1132098"/>
                  </a:lnTo>
                  <a:lnTo>
                    <a:pt x="6029164" y="1173967"/>
                  </a:lnTo>
                  <a:lnTo>
                    <a:pt x="6032468" y="1148435"/>
                  </a:lnTo>
                  <a:lnTo>
                    <a:pt x="6035771" y="1167777"/>
                  </a:lnTo>
                  <a:lnTo>
                    <a:pt x="6039075" y="1200314"/>
                  </a:lnTo>
                  <a:lnTo>
                    <a:pt x="6042379" y="1179883"/>
                  </a:lnTo>
                  <a:lnTo>
                    <a:pt x="6045682" y="1161381"/>
                  </a:lnTo>
                  <a:lnTo>
                    <a:pt x="6048986" y="1140331"/>
                  </a:lnTo>
                  <a:lnTo>
                    <a:pt x="6052290" y="1127811"/>
                  </a:lnTo>
                  <a:lnTo>
                    <a:pt x="6055593" y="1137623"/>
                  </a:lnTo>
                  <a:lnTo>
                    <a:pt x="6058897" y="1139257"/>
                  </a:lnTo>
                  <a:lnTo>
                    <a:pt x="6062201" y="1174331"/>
                  </a:lnTo>
                  <a:lnTo>
                    <a:pt x="6065504" y="1189010"/>
                  </a:lnTo>
                  <a:lnTo>
                    <a:pt x="6068808" y="1156537"/>
                  </a:lnTo>
                  <a:lnTo>
                    <a:pt x="6072112" y="1155393"/>
                  </a:lnTo>
                  <a:lnTo>
                    <a:pt x="6075415" y="1158306"/>
                  </a:lnTo>
                  <a:lnTo>
                    <a:pt x="6078719" y="1174331"/>
                  </a:lnTo>
                  <a:lnTo>
                    <a:pt x="6082023" y="1134210"/>
                  </a:lnTo>
                  <a:lnTo>
                    <a:pt x="6085326" y="1146200"/>
                  </a:lnTo>
                  <a:lnTo>
                    <a:pt x="6088630" y="1166323"/>
                  </a:lnTo>
                  <a:lnTo>
                    <a:pt x="6091933" y="1146708"/>
                  </a:lnTo>
                  <a:lnTo>
                    <a:pt x="6095237" y="1178517"/>
                  </a:lnTo>
                  <a:lnTo>
                    <a:pt x="6098541" y="1196545"/>
                  </a:lnTo>
                  <a:lnTo>
                    <a:pt x="6101844" y="1216958"/>
                  </a:lnTo>
                  <a:lnTo>
                    <a:pt x="6105148" y="1210975"/>
                  </a:lnTo>
                  <a:lnTo>
                    <a:pt x="6108452" y="1153892"/>
                  </a:lnTo>
                  <a:lnTo>
                    <a:pt x="6111755" y="1213640"/>
                  </a:lnTo>
                  <a:lnTo>
                    <a:pt x="6115059" y="1206961"/>
                  </a:lnTo>
                  <a:lnTo>
                    <a:pt x="6118363" y="1216697"/>
                  </a:lnTo>
                  <a:lnTo>
                    <a:pt x="6121666" y="1221577"/>
                  </a:lnTo>
                  <a:lnTo>
                    <a:pt x="6124970" y="1225671"/>
                  </a:lnTo>
                  <a:lnTo>
                    <a:pt x="6128274" y="1200575"/>
                  </a:lnTo>
                  <a:lnTo>
                    <a:pt x="6131577" y="1223755"/>
                  </a:lnTo>
                  <a:lnTo>
                    <a:pt x="6134881" y="1230437"/>
                  </a:lnTo>
                  <a:lnTo>
                    <a:pt x="6138185" y="1195127"/>
                  </a:lnTo>
                  <a:lnTo>
                    <a:pt x="6141488" y="1221414"/>
                  </a:lnTo>
                  <a:lnTo>
                    <a:pt x="6144792" y="1236122"/>
                  </a:lnTo>
                  <a:lnTo>
                    <a:pt x="6148096" y="1240689"/>
                  </a:lnTo>
                  <a:lnTo>
                    <a:pt x="6151399" y="1237992"/>
                  </a:lnTo>
                  <a:lnTo>
                    <a:pt x="6154703" y="1221060"/>
                  </a:lnTo>
                  <a:lnTo>
                    <a:pt x="6158007" y="1209773"/>
                  </a:lnTo>
                  <a:lnTo>
                    <a:pt x="6161310" y="1203441"/>
                  </a:lnTo>
                  <a:lnTo>
                    <a:pt x="6164614" y="1241347"/>
                  </a:lnTo>
                  <a:lnTo>
                    <a:pt x="6167917" y="1224120"/>
                  </a:lnTo>
                  <a:lnTo>
                    <a:pt x="6171221" y="1241585"/>
                  </a:lnTo>
                  <a:lnTo>
                    <a:pt x="6174525" y="1242296"/>
                  </a:lnTo>
                  <a:lnTo>
                    <a:pt x="6177828" y="1222393"/>
                  </a:lnTo>
                  <a:lnTo>
                    <a:pt x="6181132" y="1241526"/>
                  </a:lnTo>
                  <a:lnTo>
                    <a:pt x="6184436" y="1244787"/>
                  </a:lnTo>
                  <a:lnTo>
                    <a:pt x="6187739" y="1242433"/>
                  </a:lnTo>
                  <a:lnTo>
                    <a:pt x="6191043" y="1211730"/>
                  </a:lnTo>
                  <a:lnTo>
                    <a:pt x="6194347" y="1240608"/>
                  </a:lnTo>
                  <a:lnTo>
                    <a:pt x="6197650" y="1248093"/>
                  </a:lnTo>
                  <a:lnTo>
                    <a:pt x="6200954" y="1229669"/>
                  </a:lnTo>
                  <a:lnTo>
                    <a:pt x="6204258" y="1251529"/>
                  </a:lnTo>
                  <a:lnTo>
                    <a:pt x="6207561" y="1249179"/>
                  </a:lnTo>
                  <a:lnTo>
                    <a:pt x="6210865" y="1251090"/>
                  </a:lnTo>
                  <a:lnTo>
                    <a:pt x="6214169" y="1253490"/>
                  </a:lnTo>
                  <a:lnTo>
                    <a:pt x="6217472" y="1235927"/>
                  </a:lnTo>
                  <a:lnTo>
                    <a:pt x="6220776" y="1188282"/>
                  </a:lnTo>
                  <a:lnTo>
                    <a:pt x="6224080" y="1194196"/>
                  </a:lnTo>
                  <a:lnTo>
                    <a:pt x="6227383" y="1197944"/>
                  </a:lnTo>
                  <a:lnTo>
                    <a:pt x="6230687" y="1214776"/>
                  </a:lnTo>
                  <a:lnTo>
                    <a:pt x="6233990" y="1254295"/>
                  </a:lnTo>
                  <a:lnTo>
                    <a:pt x="6237294" y="1245348"/>
                  </a:lnTo>
                  <a:lnTo>
                    <a:pt x="6240598" y="1204299"/>
                  </a:lnTo>
                  <a:lnTo>
                    <a:pt x="6243901" y="1197359"/>
                  </a:lnTo>
                  <a:lnTo>
                    <a:pt x="6247205" y="1237068"/>
                  </a:lnTo>
                  <a:lnTo>
                    <a:pt x="6250509" y="1254295"/>
                  </a:lnTo>
                  <a:lnTo>
                    <a:pt x="6253812" y="1255223"/>
                  </a:lnTo>
                  <a:lnTo>
                    <a:pt x="6257116" y="1255871"/>
                  </a:lnTo>
                  <a:lnTo>
                    <a:pt x="6260420" y="1251623"/>
                  </a:lnTo>
                  <a:lnTo>
                    <a:pt x="6263723" y="1253656"/>
                  </a:lnTo>
                  <a:lnTo>
                    <a:pt x="6267027" y="1247808"/>
                  </a:lnTo>
                  <a:lnTo>
                    <a:pt x="6270331" y="1258610"/>
                  </a:lnTo>
                  <a:lnTo>
                    <a:pt x="6273634" y="1258572"/>
                  </a:lnTo>
                  <a:lnTo>
                    <a:pt x="6276938" y="1270523"/>
                  </a:lnTo>
                  <a:lnTo>
                    <a:pt x="6280242" y="1250039"/>
                  </a:lnTo>
                  <a:lnTo>
                    <a:pt x="6283545" y="1248614"/>
                  </a:lnTo>
                  <a:lnTo>
                    <a:pt x="6286849" y="1269740"/>
                  </a:lnTo>
                  <a:lnTo>
                    <a:pt x="6290153" y="1258342"/>
                  </a:lnTo>
                  <a:lnTo>
                    <a:pt x="6293456" y="1252341"/>
                  </a:lnTo>
                  <a:lnTo>
                    <a:pt x="6296760" y="1250880"/>
                  </a:lnTo>
                  <a:lnTo>
                    <a:pt x="6300064" y="1214135"/>
                  </a:lnTo>
                  <a:lnTo>
                    <a:pt x="6303367" y="1250547"/>
                  </a:lnTo>
                  <a:lnTo>
                    <a:pt x="6306671" y="1251120"/>
                  </a:lnTo>
                  <a:lnTo>
                    <a:pt x="6309974" y="1226682"/>
                  </a:lnTo>
                  <a:lnTo>
                    <a:pt x="6313278" y="1247335"/>
                  </a:lnTo>
                  <a:lnTo>
                    <a:pt x="6316582" y="1255227"/>
                  </a:lnTo>
                  <a:lnTo>
                    <a:pt x="6319885" y="1252341"/>
                  </a:lnTo>
                  <a:lnTo>
                    <a:pt x="6323189" y="1266790"/>
                  </a:lnTo>
                  <a:lnTo>
                    <a:pt x="6326493" y="1266870"/>
                  </a:lnTo>
                  <a:lnTo>
                    <a:pt x="6329796" y="1231579"/>
                  </a:lnTo>
                  <a:lnTo>
                    <a:pt x="6333100" y="1208627"/>
                  </a:lnTo>
                  <a:lnTo>
                    <a:pt x="6336404" y="1205686"/>
                  </a:lnTo>
                  <a:lnTo>
                    <a:pt x="6339707" y="1183302"/>
                  </a:lnTo>
                  <a:lnTo>
                    <a:pt x="6343011" y="1186756"/>
                  </a:lnTo>
                  <a:lnTo>
                    <a:pt x="6346315" y="1202693"/>
                  </a:lnTo>
                  <a:lnTo>
                    <a:pt x="6349618" y="1235356"/>
                  </a:lnTo>
                  <a:lnTo>
                    <a:pt x="6352922" y="1226945"/>
                  </a:lnTo>
                  <a:lnTo>
                    <a:pt x="6356226" y="1182121"/>
                  </a:lnTo>
                  <a:lnTo>
                    <a:pt x="6359529" y="1171162"/>
                  </a:lnTo>
                  <a:lnTo>
                    <a:pt x="6362833" y="1176097"/>
                  </a:lnTo>
                  <a:lnTo>
                    <a:pt x="6366137" y="1202468"/>
                  </a:lnTo>
                  <a:lnTo>
                    <a:pt x="6369440" y="1200568"/>
                  </a:lnTo>
                  <a:lnTo>
                    <a:pt x="6372744" y="1209919"/>
                  </a:lnTo>
                  <a:lnTo>
                    <a:pt x="6376048" y="1218097"/>
                  </a:lnTo>
                  <a:lnTo>
                    <a:pt x="6379351" y="1208397"/>
                  </a:lnTo>
                  <a:lnTo>
                    <a:pt x="6382655" y="1209504"/>
                  </a:lnTo>
                  <a:lnTo>
                    <a:pt x="6385958" y="1199925"/>
                  </a:lnTo>
                  <a:lnTo>
                    <a:pt x="6389262" y="1193544"/>
                  </a:lnTo>
                  <a:lnTo>
                    <a:pt x="6392566" y="1207562"/>
                  </a:lnTo>
                  <a:lnTo>
                    <a:pt x="6395869" y="1220942"/>
                  </a:lnTo>
                  <a:lnTo>
                    <a:pt x="6399173" y="1220942"/>
                  </a:lnTo>
                  <a:lnTo>
                    <a:pt x="6402477" y="1195064"/>
                  </a:lnTo>
                  <a:lnTo>
                    <a:pt x="6405780" y="1202468"/>
                  </a:lnTo>
                  <a:lnTo>
                    <a:pt x="6409084" y="1224479"/>
                  </a:lnTo>
                  <a:lnTo>
                    <a:pt x="6412388" y="1269549"/>
                  </a:lnTo>
                  <a:lnTo>
                    <a:pt x="6415691" y="1270702"/>
                  </a:lnTo>
                  <a:lnTo>
                    <a:pt x="6418995" y="1256786"/>
                  </a:lnTo>
                  <a:lnTo>
                    <a:pt x="6422299" y="1212149"/>
                  </a:lnTo>
                  <a:lnTo>
                    <a:pt x="6425602" y="1190733"/>
                  </a:lnTo>
                  <a:lnTo>
                    <a:pt x="6428906" y="1191005"/>
                  </a:lnTo>
                  <a:lnTo>
                    <a:pt x="6432210" y="1195052"/>
                  </a:lnTo>
                  <a:lnTo>
                    <a:pt x="6435513" y="1196841"/>
                  </a:lnTo>
                  <a:lnTo>
                    <a:pt x="6438817" y="1188310"/>
                  </a:lnTo>
                  <a:lnTo>
                    <a:pt x="6442121" y="1183742"/>
                  </a:lnTo>
                  <a:lnTo>
                    <a:pt x="6445424" y="1198334"/>
                  </a:lnTo>
                  <a:lnTo>
                    <a:pt x="6448728" y="1188310"/>
                  </a:lnTo>
                  <a:lnTo>
                    <a:pt x="6452032" y="1183742"/>
                  </a:lnTo>
                  <a:lnTo>
                    <a:pt x="6455335" y="1179219"/>
                  </a:lnTo>
                  <a:lnTo>
                    <a:pt x="6458639" y="1201378"/>
                  </a:lnTo>
                  <a:lnTo>
                    <a:pt x="6461942" y="1210146"/>
                  </a:lnTo>
                  <a:lnTo>
                    <a:pt x="6465246" y="1207201"/>
                  </a:lnTo>
                  <a:lnTo>
                    <a:pt x="6468550" y="1208645"/>
                  </a:lnTo>
                  <a:lnTo>
                    <a:pt x="6471853" y="1254887"/>
                  </a:lnTo>
                  <a:lnTo>
                    <a:pt x="6475157" y="1263426"/>
                  </a:lnTo>
                  <a:lnTo>
                    <a:pt x="6478461" y="1220929"/>
                  </a:lnTo>
                  <a:lnTo>
                    <a:pt x="6481764" y="1220929"/>
                  </a:lnTo>
                  <a:lnTo>
                    <a:pt x="6485068" y="1218670"/>
                  </a:lnTo>
                  <a:lnTo>
                    <a:pt x="6488372" y="1220929"/>
                  </a:lnTo>
                  <a:lnTo>
                    <a:pt x="6491675" y="1202456"/>
                  </a:lnTo>
                  <a:lnTo>
                    <a:pt x="6494979" y="1185663"/>
                  </a:lnTo>
                  <a:lnTo>
                    <a:pt x="6498283" y="1195052"/>
                  </a:lnTo>
                  <a:lnTo>
                    <a:pt x="6501586" y="1185964"/>
                  </a:lnTo>
                  <a:lnTo>
                    <a:pt x="6504890" y="1191005"/>
                  </a:lnTo>
                  <a:lnTo>
                    <a:pt x="6508194" y="1204364"/>
                  </a:lnTo>
                  <a:lnTo>
                    <a:pt x="6511497" y="1218670"/>
                  </a:lnTo>
                  <a:lnTo>
                    <a:pt x="6514801" y="1251764"/>
                  </a:lnTo>
                  <a:lnTo>
                    <a:pt x="6518105" y="1243275"/>
                  </a:lnTo>
                  <a:lnTo>
                    <a:pt x="6521408" y="1231903"/>
                  </a:lnTo>
                  <a:lnTo>
                    <a:pt x="6524712" y="1231903"/>
                  </a:lnTo>
                  <a:lnTo>
                    <a:pt x="6528016" y="1219535"/>
                  </a:lnTo>
                  <a:lnTo>
                    <a:pt x="6531319" y="1208483"/>
                  </a:lnTo>
                  <a:lnTo>
                    <a:pt x="6534623" y="1213356"/>
                  </a:lnTo>
                  <a:lnTo>
                    <a:pt x="6537926" y="1206269"/>
                  </a:lnTo>
                  <a:lnTo>
                    <a:pt x="6541230" y="1229781"/>
                  </a:lnTo>
                  <a:lnTo>
                    <a:pt x="6544534" y="1229447"/>
                  </a:lnTo>
                  <a:lnTo>
                    <a:pt x="6547837" y="1219535"/>
                  </a:lnTo>
                  <a:lnTo>
                    <a:pt x="6551141" y="1211528"/>
                  </a:lnTo>
                  <a:lnTo>
                    <a:pt x="6554445" y="1218134"/>
                  </a:lnTo>
                  <a:lnTo>
                    <a:pt x="6557748" y="1231148"/>
                  </a:lnTo>
                  <a:lnTo>
                    <a:pt x="6561052" y="1227610"/>
                  </a:lnTo>
                  <a:lnTo>
                    <a:pt x="6564356" y="1237522"/>
                  </a:lnTo>
                  <a:lnTo>
                    <a:pt x="6567659" y="1227610"/>
                  </a:lnTo>
                  <a:lnTo>
                    <a:pt x="6570963" y="1255659"/>
                  </a:lnTo>
                  <a:lnTo>
                    <a:pt x="6574267" y="1230623"/>
                  </a:lnTo>
                  <a:lnTo>
                    <a:pt x="6577570" y="1214138"/>
                  </a:lnTo>
                  <a:lnTo>
                    <a:pt x="6580874" y="1200712"/>
                  </a:lnTo>
                  <a:lnTo>
                    <a:pt x="6584178" y="1221047"/>
                  </a:lnTo>
                  <a:lnTo>
                    <a:pt x="6587481" y="1238303"/>
                  </a:lnTo>
                  <a:lnTo>
                    <a:pt x="6590785" y="1221047"/>
                  </a:lnTo>
                  <a:lnTo>
                    <a:pt x="6594089" y="1231109"/>
                  </a:lnTo>
                  <a:lnTo>
                    <a:pt x="6597392" y="1257676"/>
                  </a:lnTo>
                  <a:lnTo>
                    <a:pt x="6600696" y="1246504"/>
                  </a:lnTo>
                  <a:lnTo>
                    <a:pt x="6603999" y="1222548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630098" y="5211762"/>
              <a:ext cx="4955477" cy="0"/>
            </a:xfrm>
            <a:custGeom>
              <a:avLst/>
              <a:pathLst>
                <a:path w="4955477" h="0">
                  <a:moveTo>
                    <a:pt x="0" y="0"/>
                  </a:moveTo>
                  <a:lnTo>
                    <a:pt x="4955477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630098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281923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933749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6585575" y="5211762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tx27"/>
            <p:cNvSpPr/>
            <p:nvPr/>
          </p:nvSpPr>
          <p:spPr>
            <a:xfrm>
              <a:off x="1242251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46500000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2894077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46600000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545903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46700000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6197729" y="5425679"/>
              <a:ext cx="775692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46800000</a:t>
              </a:r>
            </a:p>
          </p:txBody>
        </p:sp>
        <p:sp>
          <p:nvSpPr>
            <p:cNvPr id="32" name="pl31"/>
            <p:cNvSpPr/>
            <p:nvPr/>
          </p:nvSpPr>
          <p:spPr>
            <a:xfrm>
              <a:off x="1005839" y="3904034"/>
              <a:ext cx="0" cy="1072728"/>
            </a:xfrm>
            <a:custGeom>
              <a:avLst/>
              <a:pathLst>
                <a:path w="0" h="1072728">
                  <a:moveTo>
                    <a:pt x="0" y="107272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914399" y="4976762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914399" y="461918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914399" y="426161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914399" y="3904034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6"/>
            <p:cNvSpPr/>
            <p:nvPr/>
          </p:nvSpPr>
          <p:spPr>
            <a:xfrm rot="-5400000">
              <a:off x="681348" y="4920208"/>
              <a:ext cx="96961" cy="1131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38" name="tx37"/>
            <p:cNvSpPr/>
            <p:nvPr/>
          </p:nvSpPr>
          <p:spPr>
            <a:xfrm rot="-5400000">
              <a:off x="682353" y="4563636"/>
              <a:ext cx="96961" cy="1111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39" name="tx38"/>
            <p:cNvSpPr/>
            <p:nvPr/>
          </p:nvSpPr>
          <p:spPr>
            <a:xfrm rot="-5400000">
              <a:off x="680269" y="4203976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40" name="tx39"/>
            <p:cNvSpPr/>
            <p:nvPr/>
          </p:nvSpPr>
          <p:spPr>
            <a:xfrm rot="-5400000">
              <a:off x="680269" y="3846400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41" name="pg40"/>
            <p:cNvSpPr/>
            <p:nvPr/>
          </p:nvSpPr>
          <p:spPr>
            <a:xfrm>
              <a:off x="1005839" y="3694042"/>
              <a:ext cx="7132319" cy="1517720"/>
            </a:xfrm>
            <a:custGeom>
              <a:avLst/>
              <a:pathLst>
                <a:path w="7132319" h="1517720">
                  <a:moveTo>
                    <a:pt x="0" y="1517720"/>
                  </a:moveTo>
                  <a:lnTo>
                    <a:pt x="7132319" y="1517720"/>
                  </a:lnTo>
                  <a:lnTo>
                    <a:pt x="7132319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4111228" y="3492275"/>
              <a:ext cx="921543" cy="176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prediction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353520" y="5788760"/>
              <a:ext cx="436959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chr17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17783" y="4377037"/>
              <a:ext cx="653950" cy="1517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pred_sm</a:t>
              </a:r>
            </a:p>
          </p:txBody>
        </p:sp>
        <p:sp>
          <p:nvSpPr>
            <p:cNvPr id="45" name="pg44"/>
            <p:cNvSpPr/>
            <p:nvPr/>
          </p:nvSpPr>
          <p:spPr>
            <a:xfrm>
              <a:off x="1269999" y="3841122"/>
              <a:ext cx="6603999" cy="1314429"/>
            </a:xfrm>
            <a:custGeom>
              <a:avLst/>
              <a:pathLst>
                <a:path w="6603999" h="1314429">
                  <a:moveTo>
                    <a:pt x="0" y="1297251"/>
                  </a:moveTo>
                  <a:lnTo>
                    <a:pt x="3303" y="1276597"/>
                  </a:lnTo>
                  <a:lnTo>
                    <a:pt x="6607" y="1292418"/>
                  </a:lnTo>
                  <a:lnTo>
                    <a:pt x="9910" y="1300791"/>
                  </a:lnTo>
                  <a:lnTo>
                    <a:pt x="13214" y="1301231"/>
                  </a:lnTo>
                  <a:lnTo>
                    <a:pt x="16518" y="1301231"/>
                  </a:lnTo>
                  <a:lnTo>
                    <a:pt x="19821" y="1300791"/>
                  </a:lnTo>
                  <a:lnTo>
                    <a:pt x="23125" y="1289582"/>
                  </a:lnTo>
                  <a:lnTo>
                    <a:pt x="26429" y="1278872"/>
                  </a:lnTo>
                  <a:lnTo>
                    <a:pt x="29732" y="1298000"/>
                  </a:lnTo>
                  <a:lnTo>
                    <a:pt x="33036" y="1300221"/>
                  </a:lnTo>
                  <a:lnTo>
                    <a:pt x="36340" y="1296628"/>
                  </a:lnTo>
                  <a:lnTo>
                    <a:pt x="39643" y="1297509"/>
                  </a:lnTo>
                  <a:lnTo>
                    <a:pt x="42947" y="1298909"/>
                  </a:lnTo>
                  <a:lnTo>
                    <a:pt x="46251" y="1287596"/>
                  </a:lnTo>
                  <a:lnTo>
                    <a:pt x="49554" y="1271701"/>
                  </a:lnTo>
                  <a:lnTo>
                    <a:pt x="52858" y="1279753"/>
                  </a:lnTo>
                  <a:lnTo>
                    <a:pt x="56162" y="1278895"/>
                  </a:lnTo>
                  <a:lnTo>
                    <a:pt x="59465" y="1299538"/>
                  </a:lnTo>
                  <a:lnTo>
                    <a:pt x="62769" y="1299538"/>
                  </a:lnTo>
                  <a:lnTo>
                    <a:pt x="66073" y="1298429"/>
                  </a:lnTo>
                  <a:lnTo>
                    <a:pt x="69376" y="1298429"/>
                  </a:lnTo>
                  <a:lnTo>
                    <a:pt x="72680" y="1300123"/>
                  </a:lnTo>
                  <a:lnTo>
                    <a:pt x="75983" y="1287501"/>
                  </a:lnTo>
                  <a:lnTo>
                    <a:pt x="79287" y="1273020"/>
                  </a:lnTo>
                  <a:lnTo>
                    <a:pt x="82591" y="1283032"/>
                  </a:lnTo>
                  <a:lnTo>
                    <a:pt x="85894" y="1273020"/>
                  </a:lnTo>
                  <a:lnTo>
                    <a:pt x="89198" y="1295188"/>
                  </a:lnTo>
                  <a:lnTo>
                    <a:pt x="92502" y="1276676"/>
                  </a:lnTo>
                  <a:lnTo>
                    <a:pt x="95805" y="1262797"/>
                  </a:lnTo>
                  <a:lnTo>
                    <a:pt x="99109" y="1282981"/>
                  </a:lnTo>
                  <a:lnTo>
                    <a:pt x="102413" y="1298429"/>
                  </a:lnTo>
                  <a:lnTo>
                    <a:pt x="105716" y="1297533"/>
                  </a:lnTo>
                  <a:lnTo>
                    <a:pt x="109020" y="1284263"/>
                  </a:lnTo>
                  <a:lnTo>
                    <a:pt x="112324" y="1268210"/>
                  </a:lnTo>
                  <a:lnTo>
                    <a:pt x="115627" y="1297234"/>
                  </a:lnTo>
                  <a:lnTo>
                    <a:pt x="118931" y="1298429"/>
                  </a:lnTo>
                  <a:lnTo>
                    <a:pt x="122235" y="1298429"/>
                  </a:lnTo>
                  <a:lnTo>
                    <a:pt x="125538" y="1298429"/>
                  </a:lnTo>
                  <a:lnTo>
                    <a:pt x="128842" y="1298429"/>
                  </a:lnTo>
                  <a:lnTo>
                    <a:pt x="132146" y="1288702"/>
                  </a:lnTo>
                  <a:lnTo>
                    <a:pt x="135449" y="1290401"/>
                  </a:lnTo>
                  <a:lnTo>
                    <a:pt x="138753" y="1283921"/>
                  </a:lnTo>
                  <a:lnTo>
                    <a:pt x="142057" y="1266816"/>
                  </a:lnTo>
                  <a:lnTo>
                    <a:pt x="145360" y="1290823"/>
                  </a:lnTo>
                  <a:lnTo>
                    <a:pt x="148664" y="1294445"/>
                  </a:lnTo>
                  <a:lnTo>
                    <a:pt x="151967" y="1291593"/>
                  </a:lnTo>
                  <a:lnTo>
                    <a:pt x="155271" y="1294574"/>
                  </a:lnTo>
                  <a:lnTo>
                    <a:pt x="158575" y="1283921"/>
                  </a:lnTo>
                  <a:lnTo>
                    <a:pt x="161878" y="1262616"/>
                  </a:lnTo>
                  <a:lnTo>
                    <a:pt x="165182" y="1280365"/>
                  </a:lnTo>
                  <a:lnTo>
                    <a:pt x="168486" y="1280780"/>
                  </a:lnTo>
                  <a:lnTo>
                    <a:pt x="171789" y="1277336"/>
                  </a:lnTo>
                  <a:lnTo>
                    <a:pt x="175093" y="1290680"/>
                  </a:lnTo>
                  <a:lnTo>
                    <a:pt x="178397" y="1289574"/>
                  </a:lnTo>
                  <a:lnTo>
                    <a:pt x="181700" y="1292396"/>
                  </a:lnTo>
                  <a:lnTo>
                    <a:pt x="185004" y="1298112"/>
                  </a:lnTo>
                  <a:lnTo>
                    <a:pt x="188308" y="1297008"/>
                  </a:lnTo>
                  <a:lnTo>
                    <a:pt x="191611" y="1296607"/>
                  </a:lnTo>
                  <a:lnTo>
                    <a:pt x="194915" y="1297035"/>
                  </a:lnTo>
                  <a:lnTo>
                    <a:pt x="198219" y="1297035"/>
                  </a:lnTo>
                  <a:lnTo>
                    <a:pt x="201522" y="1294748"/>
                  </a:lnTo>
                  <a:lnTo>
                    <a:pt x="204826" y="1270354"/>
                  </a:lnTo>
                  <a:lnTo>
                    <a:pt x="208130" y="1287163"/>
                  </a:lnTo>
                  <a:lnTo>
                    <a:pt x="211433" y="1289007"/>
                  </a:lnTo>
                  <a:lnTo>
                    <a:pt x="214737" y="1290474"/>
                  </a:lnTo>
                  <a:lnTo>
                    <a:pt x="218041" y="1290447"/>
                  </a:lnTo>
                  <a:lnTo>
                    <a:pt x="221344" y="1274751"/>
                  </a:lnTo>
                  <a:lnTo>
                    <a:pt x="224648" y="1290960"/>
                  </a:lnTo>
                  <a:lnTo>
                    <a:pt x="227951" y="1288062"/>
                  </a:lnTo>
                  <a:lnTo>
                    <a:pt x="231255" y="1292860"/>
                  </a:lnTo>
                  <a:lnTo>
                    <a:pt x="234559" y="1295183"/>
                  </a:lnTo>
                  <a:lnTo>
                    <a:pt x="237862" y="1292369"/>
                  </a:lnTo>
                  <a:lnTo>
                    <a:pt x="241166" y="1261789"/>
                  </a:lnTo>
                  <a:lnTo>
                    <a:pt x="244470" y="1239158"/>
                  </a:lnTo>
                  <a:lnTo>
                    <a:pt x="247773" y="1274751"/>
                  </a:lnTo>
                  <a:lnTo>
                    <a:pt x="251077" y="1296112"/>
                  </a:lnTo>
                  <a:lnTo>
                    <a:pt x="254381" y="1275746"/>
                  </a:lnTo>
                  <a:lnTo>
                    <a:pt x="257684" y="1278249"/>
                  </a:lnTo>
                  <a:lnTo>
                    <a:pt x="260988" y="1295809"/>
                  </a:lnTo>
                  <a:lnTo>
                    <a:pt x="264292" y="1296846"/>
                  </a:lnTo>
                  <a:lnTo>
                    <a:pt x="267595" y="1292887"/>
                  </a:lnTo>
                  <a:lnTo>
                    <a:pt x="270899" y="1291610"/>
                  </a:lnTo>
                  <a:lnTo>
                    <a:pt x="274203" y="1273669"/>
                  </a:lnTo>
                  <a:lnTo>
                    <a:pt x="277506" y="1290048"/>
                  </a:lnTo>
                  <a:lnTo>
                    <a:pt x="280810" y="1294619"/>
                  </a:lnTo>
                  <a:lnTo>
                    <a:pt x="284114" y="1272406"/>
                  </a:lnTo>
                  <a:lnTo>
                    <a:pt x="287417" y="1292533"/>
                  </a:lnTo>
                  <a:lnTo>
                    <a:pt x="290721" y="1296059"/>
                  </a:lnTo>
                  <a:lnTo>
                    <a:pt x="294025" y="1296255"/>
                  </a:lnTo>
                  <a:lnTo>
                    <a:pt x="297328" y="1289228"/>
                  </a:lnTo>
                  <a:lnTo>
                    <a:pt x="300632" y="1290048"/>
                  </a:lnTo>
                  <a:lnTo>
                    <a:pt x="303935" y="1267893"/>
                  </a:lnTo>
                  <a:lnTo>
                    <a:pt x="307239" y="1265791"/>
                  </a:lnTo>
                  <a:lnTo>
                    <a:pt x="310543" y="1294024"/>
                  </a:lnTo>
                  <a:lnTo>
                    <a:pt x="313846" y="1292828"/>
                  </a:lnTo>
                  <a:lnTo>
                    <a:pt x="317150" y="1294437"/>
                  </a:lnTo>
                  <a:lnTo>
                    <a:pt x="320454" y="1291735"/>
                  </a:lnTo>
                  <a:lnTo>
                    <a:pt x="323757" y="1286310"/>
                  </a:lnTo>
                  <a:lnTo>
                    <a:pt x="327061" y="1263151"/>
                  </a:lnTo>
                  <a:lnTo>
                    <a:pt x="330365" y="1243745"/>
                  </a:lnTo>
                  <a:lnTo>
                    <a:pt x="333668" y="1276796"/>
                  </a:lnTo>
                  <a:lnTo>
                    <a:pt x="336972" y="1280636"/>
                  </a:lnTo>
                  <a:lnTo>
                    <a:pt x="340276" y="1259012"/>
                  </a:lnTo>
                  <a:lnTo>
                    <a:pt x="343579" y="1281934"/>
                  </a:lnTo>
                  <a:lnTo>
                    <a:pt x="346883" y="1264729"/>
                  </a:lnTo>
                  <a:lnTo>
                    <a:pt x="350187" y="1251734"/>
                  </a:lnTo>
                  <a:lnTo>
                    <a:pt x="353490" y="1292140"/>
                  </a:lnTo>
                  <a:lnTo>
                    <a:pt x="356794" y="1294964"/>
                  </a:lnTo>
                  <a:lnTo>
                    <a:pt x="360098" y="1294964"/>
                  </a:lnTo>
                  <a:lnTo>
                    <a:pt x="363401" y="1294775"/>
                  </a:lnTo>
                  <a:lnTo>
                    <a:pt x="366705" y="1290816"/>
                  </a:lnTo>
                  <a:lnTo>
                    <a:pt x="370009" y="1283153"/>
                  </a:lnTo>
                  <a:lnTo>
                    <a:pt x="373312" y="1289203"/>
                  </a:lnTo>
                  <a:lnTo>
                    <a:pt x="376616" y="1286634"/>
                  </a:lnTo>
                  <a:lnTo>
                    <a:pt x="379919" y="1277164"/>
                  </a:lnTo>
                  <a:lnTo>
                    <a:pt x="383223" y="1269732"/>
                  </a:lnTo>
                  <a:lnTo>
                    <a:pt x="386527" y="1221432"/>
                  </a:lnTo>
                  <a:lnTo>
                    <a:pt x="389830" y="1228860"/>
                  </a:lnTo>
                  <a:lnTo>
                    <a:pt x="393134" y="1233037"/>
                  </a:lnTo>
                  <a:lnTo>
                    <a:pt x="396438" y="1238883"/>
                  </a:lnTo>
                  <a:lnTo>
                    <a:pt x="399741" y="1243480"/>
                  </a:lnTo>
                  <a:lnTo>
                    <a:pt x="403045" y="1278806"/>
                  </a:lnTo>
                  <a:lnTo>
                    <a:pt x="406349" y="1280005"/>
                  </a:lnTo>
                  <a:lnTo>
                    <a:pt x="409652" y="1277540"/>
                  </a:lnTo>
                  <a:lnTo>
                    <a:pt x="412956" y="1278844"/>
                  </a:lnTo>
                  <a:lnTo>
                    <a:pt x="416260" y="1274226"/>
                  </a:lnTo>
                  <a:lnTo>
                    <a:pt x="419563" y="1262174"/>
                  </a:lnTo>
                  <a:lnTo>
                    <a:pt x="422867" y="1261963"/>
                  </a:lnTo>
                  <a:lnTo>
                    <a:pt x="426171" y="1265695"/>
                  </a:lnTo>
                  <a:lnTo>
                    <a:pt x="429474" y="1265962"/>
                  </a:lnTo>
                  <a:lnTo>
                    <a:pt x="432778" y="1247492"/>
                  </a:lnTo>
                  <a:lnTo>
                    <a:pt x="436082" y="1242116"/>
                  </a:lnTo>
                  <a:lnTo>
                    <a:pt x="439385" y="1242823"/>
                  </a:lnTo>
                  <a:lnTo>
                    <a:pt x="442689" y="1234721"/>
                  </a:lnTo>
                  <a:lnTo>
                    <a:pt x="445992" y="1221254"/>
                  </a:lnTo>
                  <a:lnTo>
                    <a:pt x="449296" y="1215993"/>
                  </a:lnTo>
                  <a:lnTo>
                    <a:pt x="452600" y="1193691"/>
                  </a:lnTo>
                  <a:lnTo>
                    <a:pt x="455903" y="1172214"/>
                  </a:lnTo>
                  <a:lnTo>
                    <a:pt x="459207" y="1161765"/>
                  </a:lnTo>
                  <a:lnTo>
                    <a:pt x="462511" y="1140122"/>
                  </a:lnTo>
                  <a:lnTo>
                    <a:pt x="465814" y="1092138"/>
                  </a:lnTo>
                  <a:lnTo>
                    <a:pt x="469118" y="1038071"/>
                  </a:lnTo>
                  <a:lnTo>
                    <a:pt x="472422" y="1000450"/>
                  </a:lnTo>
                  <a:lnTo>
                    <a:pt x="475725" y="931892"/>
                  </a:lnTo>
                  <a:lnTo>
                    <a:pt x="479029" y="929057"/>
                  </a:lnTo>
                  <a:lnTo>
                    <a:pt x="482333" y="901704"/>
                  </a:lnTo>
                  <a:lnTo>
                    <a:pt x="485636" y="903056"/>
                  </a:lnTo>
                  <a:lnTo>
                    <a:pt x="488940" y="950022"/>
                  </a:lnTo>
                  <a:lnTo>
                    <a:pt x="492244" y="955020"/>
                  </a:lnTo>
                  <a:lnTo>
                    <a:pt x="495547" y="1019533"/>
                  </a:lnTo>
                  <a:lnTo>
                    <a:pt x="498851" y="1115406"/>
                  </a:lnTo>
                  <a:lnTo>
                    <a:pt x="502155" y="1102273"/>
                  </a:lnTo>
                  <a:lnTo>
                    <a:pt x="505458" y="1136509"/>
                  </a:lnTo>
                  <a:lnTo>
                    <a:pt x="508762" y="1153788"/>
                  </a:lnTo>
                  <a:lnTo>
                    <a:pt x="512066" y="1140905"/>
                  </a:lnTo>
                  <a:lnTo>
                    <a:pt x="515369" y="1145469"/>
                  </a:lnTo>
                  <a:lnTo>
                    <a:pt x="518673" y="1170541"/>
                  </a:lnTo>
                  <a:lnTo>
                    <a:pt x="521976" y="1224297"/>
                  </a:lnTo>
                  <a:lnTo>
                    <a:pt x="525280" y="1249052"/>
                  </a:lnTo>
                  <a:lnTo>
                    <a:pt x="528584" y="1229991"/>
                  </a:lnTo>
                  <a:lnTo>
                    <a:pt x="531887" y="1215193"/>
                  </a:lnTo>
                  <a:lnTo>
                    <a:pt x="535191" y="1195969"/>
                  </a:lnTo>
                  <a:lnTo>
                    <a:pt x="538495" y="1210521"/>
                  </a:lnTo>
                  <a:lnTo>
                    <a:pt x="541798" y="1216180"/>
                  </a:lnTo>
                  <a:lnTo>
                    <a:pt x="545102" y="1192973"/>
                  </a:lnTo>
                  <a:lnTo>
                    <a:pt x="548406" y="1193341"/>
                  </a:lnTo>
                  <a:lnTo>
                    <a:pt x="551709" y="1236539"/>
                  </a:lnTo>
                  <a:lnTo>
                    <a:pt x="555013" y="1259747"/>
                  </a:lnTo>
                  <a:lnTo>
                    <a:pt x="558317" y="1247739"/>
                  </a:lnTo>
                  <a:lnTo>
                    <a:pt x="561620" y="1243480"/>
                  </a:lnTo>
                  <a:lnTo>
                    <a:pt x="564924" y="1265802"/>
                  </a:lnTo>
                  <a:lnTo>
                    <a:pt x="568228" y="1262565"/>
                  </a:lnTo>
                  <a:lnTo>
                    <a:pt x="571531" y="1270354"/>
                  </a:lnTo>
                  <a:lnTo>
                    <a:pt x="574835" y="1266582"/>
                  </a:lnTo>
                  <a:lnTo>
                    <a:pt x="578139" y="1270354"/>
                  </a:lnTo>
                  <a:lnTo>
                    <a:pt x="581442" y="1253801"/>
                  </a:lnTo>
                  <a:lnTo>
                    <a:pt x="584746" y="1243480"/>
                  </a:lnTo>
                  <a:lnTo>
                    <a:pt x="588050" y="1259185"/>
                  </a:lnTo>
                  <a:lnTo>
                    <a:pt x="591353" y="1252373"/>
                  </a:lnTo>
                  <a:lnTo>
                    <a:pt x="594657" y="1256029"/>
                  </a:lnTo>
                  <a:lnTo>
                    <a:pt x="597960" y="1267141"/>
                  </a:lnTo>
                  <a:lnTo>
                    <a:pt x="601264" y="1262126"/>
                  </a:lnTo>
                  <a:lnTo>
                    <a:pt x="604568" y="1264779"/>
                  </a:lnTo>
                  <a:lnTo>
                    <a:pt x="607871" y="1276272"/>
                  </a:lnTo>
                  <a:lnTo>
                    <a:pt x="611175" y="1263716"/>
                  </a:lnTo>
                  <a:lnTo>
                    <a:pt x="614479" y="1268179"/>
                  </a:lnTo>
                  <a:lnTo>
                    <a:pt x="617782" y="1285881"/>
                  </a:lnTo>
                  <a:lnTo>
                    <a:pt x="621086" y="1276416"/>
                  </a:lnTo>
                  <a:lnTo>
                    <a:pt x="624390" y="1265139"/>
                  </a:lnTo>
                  <a:lnTo>
                    <a:pt x="627693" y="1276736"/>
                  </a:lnTo>
                  <a:lnTo>
                    <a:pt x="630997" y="1287570"/>
                  </a:lnTo>
                  <a:lnTo>
                    <a:pt x="634301" y="1285157"/>
                  </a:lnTo>
                  <a:lnTo>
                    <a:pt x="637604" y="1273845"/>
                  </a:lnTo>
                  <a:lnTo>
                    <a:pt x="640908" y="1257895"/>
                  </a:lnTo>
                  <a:lnTo>
                    <a:pt x="644212" y="1241674"/>
                  </a:lnTo>
                  <a:lnTo>
                    <a:pt x="647515" y="1235807"/>
                  </a:lnTo>
                  <a:lnTo>
                    <a:pt x="650819" y="1235807"/>
                  </a:lnTo>
                  <a:lnTo>
                    <a:pt x="654123" y="1240230"/>
                  </a:lnTo>
                  <a:lnTo>
                    <a:pt x="657426" y="1237039"/>
                  </a:lnTo>
                  <a:lnTo>
                    <a:pt x="660730" y="1250712"/>
                  </a:lnTo>
                  <a:lnTo>
                    <a:pt x="664034" y="1274522"/>
                  </a:lnTo>
                  <a:lnTo>
                    <a:pt x="667337" y="1261356"/>
                  </a:lnTo>
                  <a:lnTo>
                    <a:pt x="670641" y="1260725"/>
                  </a:lnTo>
                  <a:lnTo>
                    <a:pt x="673944" y="1263112"/>
                  </a:lnTo>
                  <a:lnTo>
                    <a:pt x="677248" y="1254976"/>
                  </a:lnTo>
                  <a:lnTo>
                    <a:pt x="680552" y="1239319"/>
                  </a:lnTo>
                  <a:lnTo>
                    <a:pt x="683855" y="1255470"/>
                  </a:lnTo>
                  <a:lnTo>
                    <a:pt x="687159" y="1238683"/>
                  </a:lnTo>
                  <a:lnTo>
                    <a:pt x="690463" y="1241031"/>
                  </a:lnTo>
                  <a:lnTo>
                    <a:pt x="693766" y="1252216"/>
                  </a:lnTo>
                  <a:lnTo>
                    <a:pt x="697070" y="1257470"/>
                  </a:lnTo>
                  <a:lnTo>
                    <a:pt x="700374" y="1276929"/>
                  </a:lnTo>
                  <a:lnTo>
                    <a:pt x="703677" y="1256808"/>
                  </a:lnTo>
                  <a:lnTo>
                    <a:pt x="706981" y="1278617"/>
                  </a:lnTo>
                  <a:lnTo>
                    <a:pt x="710285" y="1282721"/>
                  </a:lnTo>
                  <a:lnTo>
                    <a:pt x="713588" y="1266175"/>
                  </a:lnTo>
                  <a:lnTo>
                    <a:pt x="716892" y="1247567"/>
                  </a:lnTo>
                  <a:lnTo>
                    <a:pt x="720196" y="1244055"/>
                  </a:lnTo>
                  <a:lnTo>
                    <a:pt x="723499" y="1227782"/>
                  </a:lnTo>
                  <a:lnTo>
                    <a:pt x="726803" y="1227782"/>
                  </a:lnTo>
                  <a:lnTo>
                    <a:pt x="730107" y="1229054"/>
                  </a:lnTo>
                  <a:lnTo>
                    <a:pt x="733410" y="1229054"/>
                  </a:lnTo>
                  <a:lnTo>
                    <a:pt x="736714" y="1240894"/>
                  </a:lnTo>
                  <a:lnTo>
                    <a:pt x="740018" y="1264081"/>
                  </a:lnTo>
                  <a:lnTo>
                    <a:pt x="743321" y="1256290"/>
                  </a:lnTo>
                  <a:lnTo>
                    <a:pt x="746625" y="1253686"/>
                  </a:lnTo>
                  <a:lnTo>
                    <a:pt x="749928" y="1247071"/>
                  </a:lnTo>
                  <a:lnTo>
                    <a:pt x="753232" y="1265395"/>
                  </a:lnTo>
                  <a:lnTo>
                    <a:pt x="756536" y="1275376"/>
                  </a:lnTo>
                  <a:lnTo>
                    <a:pt x="759839" y="1282673"/>
                  </a:lnTo>
                  <a:lnTo>
                    <a:pt x="763143" y="1283872"/>
                  </a:lnTo>
                  <a:lnTo>
                    <a:pt x="766447" y="1283872"/>
                  </a:lnTo>
                  <a:lnTo>
                    <a:pt x="769750" y="1273633"/>
                  </a:lnTo>
                  <a:lnTo>
                    <a:pt x="773054" y="1270035"/>
                  </a:lnTo>
                  <a:lnTo>
                    <a:pt x="776358" y="1269162"/>
                  </a:lnTo>
                  <a:lnTo>
                    <a:pt x="779661" y="1268026"/>
                  </a:lnTo>
                  <a:lnTo>
                    <a:pt x="782965" y="1256901"/>
                  </a:lnTo>
                  <a:lnTo>
                    <a:pt x="786269" y="1266176"/>
                  </a:lnTo>
                  <a:lnTo>
                    <a:pt x="789572" y="1267011"/>
                  </a:lnTo>
                  <a:lnTo>
                    <a:pt x="792876" y="1273509"/>
                  </a:lnTo>
                  <a:lnTo>
                    <a:pt x="796180" y="1275203"/>
                  </a:lnTo>
                  <a:lnTo>
                    <a:pt x="799483" y="1271589"/>
                  </a:lnTo>
                  <a:lnTo>
                    <a:pt x="802787" y="1268317"/>
                  </a:lnTo>
                  <a:lnTo>
                    <a:pt x="806091" y="1253390"/>
                  </a:lnTo>
                  <a:lnTo>
                    <a:pt x="809394" y="1268481"/>
                  </a:lnTo>
                  <a:lnTo>
                    <a:pt x="812698" y="1266428"/>
                  </a:lnTo>
                  <a:lnTo>
                    <a:pt x="816002" y="1244922"/>
                  </a:lnTo>
                  <a:lnTo>
                    <a:pt x="819305" y="1247789"/>
                  </a:lnTo>
                  <a:lnTo>
                    <a:pt x="822609" y="1256090"/>
                  </a:lnTo>
                  <a:lnTo>
                    <a:pt x="825912" y="1243767"/>
                  </a:lnTo>
                  <a:lnTo>
                    <a:pt x="829216" y="1240111"/>
                  </a:lnTo>
                  <a:lnTo>
                    <a:pt x="832520" y="1260457"/>
                  </a:lnTo>
                  <a:lnTo>
                    <a:pt x="835823" y="1257484"/>
                  </a:lnTo>
                  <a:lnTo>
                    <a:pt x="839127" y="1249183"/>
                  </a:lnTo>
                  <a:lnTo>
                    <a:pt x="842431" y="1253643"/>
                  </a:lnTo>
                  <a:lnTo>
                    <a:pt x="845734" y="1237553"/>
                  </a:lnTo>
                  <a:lnTo>
                    <a:pt x="849038" y="1250693"/>
                  </a:lnTo>
                  <a:lnTo>
                    <a:pt x="852342" y="1272794"/>
                  </a:lnTo>
                  <a:lnTo>
                    <a:pt x="855645" y="1263063"/>
                  </a:lnTo>
                  <a:lnTo>
                    <a:pt x="858949" y="1253704"/>
                  </a:lnTo>
                  <a:lnTo>
                    <a:pt x="862253" y="1271777"/>
                  </a:lnTo>
                  <a:lnTo>
                    <a:pt x="865556" y="1271929"/>
                  </a:lnTo>
                  <a:lnTo>
                    <a:pt x="868860" y="1251874"/>
                  </a:lnTo>
                  <a:lnTo>
                    <a:pt x="872164" y="1264324"/>
                  </a:lnTo>
                  <a:lnTo>
                    <a:pt x="875467" y="1269629"/>
                  </a:lnTo>
                  <a:lnTo>
                    <a:pt x="878771" y="1255409"/>
                  </a:lnTo>
                  <a:lnTo>
                    <a:pt x="882075" y="1259874"/>
                  </a:lnTo>
                  <a:lnTo>
                    <a:pt x="885378" y="1267479"/>
                  </a:lnTo>
                  <a:lnTo>
                    <a:pt x="888682" y="1267850"/>
                  </a:lnTo>
                  <a:lnTo>
                    <a:pt x="891985" y="1234481"/>
                  </a:lnTo>
                  <a:lnTo>
                    <a:pt x="895289" y="1229093"/>
                  </a:lnTo>
                  <a:lnTo>
                    <a:pt x="898593" y="1222657"/>
                  </a:lnTo>
                  <a:lnTo>
                    <a:pt x="901896" y="1223981"/>
                  </a:lnTo>
                  <a:lnTo>
                    <a:pt x="905200" y="1252331"/>
                  </a:lnTo>
                  <a:lnTo>
                    <a:pt x="908504" y="1246504"/>
                  </a:lnTo>
                  <a:lnTo>
                    <a:pt x="911807" y="1247337"/>
                  </a:lnTo>
                  <a:lnTo>
                    <a:pt x="915111" y="1249371"/>
                  </a:lnTo>
                  <a:lnTo>
                    <a:pt x="918415" y="1237547"/>
                  </a:lnTo>
                  <a:lnTo>
                    <a:pt x="921718" y="1224965"/>
                  </a:lnTo>
                  <a:lnTo>
                    <a:pt x="925022" y="1237547"/>
                  </a:lnTo>
                  <a:lnTo>
                    <a:pt x="928326" y="1217698"/>
                  </a:lnTo>
                  <a:lnTo>
                    <a:pt x="931629" y="1203238"/>
                  </a:lnTo>
                  <a:lnTo>
                    <a:pt x="934933" y="1224004"/>
                  </a:lnTo>
                  <a:lnTo>
                    <a:pt x="938237" y="1237547"/>
                  </a:lnTo>
                  <a:lnTo>
                    <a:pt x="941540" y="1262199"/>
                  </a:lnTo>
                  <a:lnTo>
                    <a:pt x="944844" y="1274004"/>
                  </a:lnTo>
                  <a:lnTo>
                    <a:pt x="948148" y="1268532"/>
                  </a:lnTo>
                  <a:lnTo>
                    <a:pt x="951451" y="1237547"/>
                  </a:lnTo>
                  <a:lnTo>
                    <a:pt x="954755" y="1237741"/>
                  </a:lnTo>
                  <a:lnTo>
                    <a:pt x="958059" y="1244935"/>
                  </a:lnTo>
                  <a:lnTo>
                    <a:pt x="961362" y="1251630"/>
                  </a:lnTo>
                  <a:lnTo>
                    <a:pt x="964666" y="1243141"/>
                  </a:lnTo>
                  <a:lnTo>
                    <a:pt x="967969" y="1250566"/>
                  </a:lnTo>
                  <a:lnTo>
                    <a:pt x="971273" y="1256181"/>
                  </a:lnTo>
                  <a:lnTo>
                    <a:pt x="974577" y="1248343"/>
                  </a:lnTo>
                  <a:lnTo>
                    <a:pt x="977880" y="1249564"/>
                  </a:lnTo>
                  <a:lnTo>
                    <a:pt x="981184" y="1248203"/>
                  </a:lnTo>
                  <a:lnTo>
                    <a:pt x="984488" y="1269893"/>
                  </a:lnTo>
                  <a:lnTo>
                    <a:pt x="987791" y="1271929"/>
                  </a:lnTo>
                  <a:lnTo>
                    <a:pt x="991095" y="1252466"/>
                  </a:lnTo>
                  <a:lnTo>
                    <a:pt x="994399" y="1254972"/>
                  </a:lnTo>
                  <a:lnTo>
                    <a:pt x="997702" y="1272306"/>
                  </a:lnTo>
                  <a:lnTo>
                    <a:pt x="1001006" y="1267770"/>
                  </a:lnTo>
                  <a:lnTo>
                    <a:pt x="1004310" y="1259787"/>
                  </a:lnTo>
                  <a:lnTo>
                    <a:pt x="1007613" y="1251867"/>
                  </a:lnTo>
                  <a:lnTo>
                    <a:pt x="1010917" y="1244336"/>
                  </a:lnTo>
                  <a:lnTo>
                    <a:pt x="1014221" y="1236727"/>
                  </a:lnTo>
                  <a:lnTo>
                    <a:pt x="1017524" y="1248823"/>
                  </a:lnTo>
                  <a:lnTo>
                    <a:pt x="1020828" y="1242859"/>
                  </a:lnTo>
                  <a:lnTo>
                    <a:pt x="1024132" y="1226732"/>
                  </a:lnTo>
                  <a:lnTo>
                    <a:pt x="1027435" y="1229339"/>
                  </a:lnTo>
                  <a:lnTo>
                    <a:pt x="1030739" y="1242037"/>
                  </a:lnTo>
                  <a:lnTo>
                    <a:pt x="1034043" y="1236533"/>
                  </a:lnTo>
                  <a:lnTo>
                    <a:pt x="1037346" y="1245568"/>
                  </a:lnTo>
                  <a:lnTo>
                    <a:pt x="1040650" y="1246433"/>
                  </a:lnTo>
                  <a:lnTo>
                    <a:pt x="1043953" y="1250401"/>
                  </a:lnTo>
                  <a:lnTo>
                    <a:pt x="1047257" y="1264566"/>
                  </a:lnTo>
                  <a:lnTo>
                    <a:pt x="1050561" y="1262172"/>
                  </a:lnTo>
                  <a:lnTo>
                    <a:pt x="1053864" y="1252122"/>
                  </a:lnTo>
                  <a:lnTo>
                    <a:pt x="1057168" y="1252061"/>
                  </a:lnTo>
                  <a:lnTo>
                    <a:pt x="1060472" y="1244360"/>
                  </a:lnTo>
                  <a:lnTo>
                    <a:pt x="1063775" y="1234946"/>
                  </a:lnTo>
                  <a:lnTo>
                    <a:pt x="1067079" y="1232391"/>
                  </a:lnTo>
                  <a:lnTo>
                    <a:pt x="1070383" y="1243921"/>
                  </a:lnTo>
                  <a:lnTo>
                    <a:pt x="1073686" y="1255146"/>
                  </a:lnTo>
                  <a:lnTo>
                    <a:pt x="1076990" y="1239178"/>
                  </a:lnTo>
                  <a:lnTo>
                    <a:pt x="1080294" y="1225300"/>
                  </a:lnTo>
                  <a:lnTo>
                    <a:pt x="1083597" y="1236727"/>
                  </a:lnTo>
                  <a:lnTo>
                    <a:pt x="1086901" y="1236727"/>
                  </a:lnTo>
                  <a:lnTo>
                    <a:pt x="1090205" y="1233173"/>
                  </a:lnTo>
                  <a:lnTo>
                    <a:pt x="1093508" y="1237237"/>
                  </a:lnTo>
                  <a:lnTo>
                    <a:pt x="1096812" y="1245030"/>
                  </a:lnTo>
                  <a:lnTo>
                    <a:pt x="1100116" y="1225840"/>
                  </a:lnTo>
                  <a:lnTo>
                    <a:pt x="1103419" y="1225840"/>
                  </a:lnTo>
                  <a:lnTo>
                    <a:pt x="1106723" y="1229519"/>
                  </a:lnTo>
                  <a:lnTo>
                    <a:pt x="1110027" y="1241078"/>
                  </a:lnTo>
                  <a:lnTo>
                    <a:pt x="1113330" y="1259641"/>
                  </a:lnTo>
                  <a:lnTo>
                    <a:pt x="1116634" y="1249936"/>
                  </a:lnTo>
                  <a:lnTo>
                    <a:pt x="1119937" y="1236814"/>
                  </a:lnTo>
                  <a:lnTo>
                    <a:pt x="1123241" y="1265843"/>
                  </a:lnTo>
                  <a:lnTo>
                    <a:pt x="1126545" y="1257163"/>
                  </a:lnTo>
                  <a:lnTo>
                    <a:pt x="1129848" y="1264470"/>
                  </a:lnTo>
                  <a:lnTo>
                    <a:pt x="1133152" y="1264278"/>
                  </a:lnTo>
                  <a:lnTo>
                    <a:pt x="1136456" y="1263495"/>
                  </a:lnTo>
                  <a:lnTo>
                    <a:pt x="1139759" y="1231151"/>
                  </a:lnTo>
                  <a:lnTo>
                    <a:pt x="1143063" y="1213293"/>
                  </a:lnTo>
                  <a:lnTo>
                    <a:pt x="1146367" y="1254166"/>
                  </a:lnTo>
                  <a:lnTo>
                    <a:pt x="1149670" y="1250985"/>
                  </a:lnTo>
                  <a:lnTo>
                    <a:pt x="1152974" y="1250985"/>
                  </a:lnTo>
                  <a:lnTo>
                    <a:pt x="1156278" y="1236814"/>
                  </a:lnTo>
                  <a:lnTo>
                    <a:pt x="1159581" y="1225840"/>
                  </a:lnTo>
                  <a:lnTo>
                    <a:pt x="1162885" y="1229036"/>
                  </a:lnTo>
                  <a:lnTo>
                    <a:pt x="1166189" y="1261042"/>
                  </a:lnTo>
                  <a:lnTo>
                    <a:pt x="1169492" y="1250985"/>
                  </a:lnTo>
                  <a:lnTo>
                    <a:pt x="1172796" y="1192184"/>
                  </a:lnTo>
                  <a:lnTo>
                    <a:pt x="1176100" y="1192184"/>
                  </a:lnTo>
                  <a:lnTo>
                    <a:pt x="1179403" y="1216841"/>
                  </a:lnTo>
                  <a:lnTo>
                    <a:pt x="1182707" y="1182415"/>
                  </a:lnTo>
                  <a:lnTo>
                    <a:pt x="1186011" y="1193974"/>
                  </a:lnTo>
                  <a:lnTo>
                    <a:pt x="1189314" y="1227974"/>
                  </a:lnTo>
                  <a:lnTo>
                    <a:pt x="1192618" y="1240408"/>
                  </a:lnTo>
                  <a:lnTo>
                    <a:pt x="1195921" y="1240408"/>
                  </a:lnTo>
                  <a:lnTo>
                    <a:pt x="1199225" y="1231151"/>
                  </a:lnTo>
                  <a:lnTo>
                    <a:pt x="1202529" y="1256106"/>
                  </a:lnTo>
                  <a:lnTo>
                    <a:pt x="1205832" y="1251572"/>
                  </a:lnTo>
                  <a:lnTo>
                    <a:pt x="1209136" y="1236814"/>
                  </a:lnTo>
                  <a:lnTo>
                    <a:pt x="1212440" y="1236814"/>
                  </a:lnTo>
                  <a:lnTo>
                    <a:pt x="1215743" y="1257163"/>
                  </a:lnTo>
                  <a:lnTo>
                    <a:pt x="1219047" y="1254643"/>
                  </a:lnTo>
                  <a:lnTo>
                    <a:pt x="1222351" y="1213293"/>
                  </a:lnTo>
                  <a:lnTo>
                    <a:pt x="1225654" y="1229087"/>
                  </a:lnTo>
                  <a:lnTo>
                    <a:pt x="1228958" y="1237179"/>
                  </a:lnTo>
                  <a:lnTo>
                    <a:pt x="1232262" y="1203264"/>
                  </a:lnTo>
                  <a:lnTo>
                    <a:pt x="1235565" y="1242544"/>
                  </a:lnTo>
                  <a:lnTo>
                    <a:pt x="1238869" y="1238173"/>
                  </a:lnTo>
                  <a:lnTo>
                    <a:pt x="1242173" y="1241794"/>
                  </a:lnTo>
                  <a:lnTo>
                    <a:pt x="1245476" y="1244789"/>
                  </a:lnTo>
                  <a:lnTo>
                    <a:pt x="1248780" y="1239080"/>
                  </a:lnTo>
                  <a:lnTo>
                    <a:pt x="1252084" y="1213238"/>
                  </a:lnTo>
                  <a:lnTo>
                    <a:pt x="1255387" y="1214459"/>
                  </a:lnTo>
                  <a:lnTo>
                    <a:pt x="1258691" y="1183533"/>
                  </a:lnTo>
                  <a:lnTo>
                    <a:pt x="1261994" y="1178095"/>
                  </a:lnTo>
                  <a:lnTo>
                    <a:pt x="1265298" y="1178578"/>
                  </a:lnTo>
                  <a:lnTo>
                    <a:pt x="1268602" y="1215741"/>
                  </a:lnTo>
                  <a:lnTo>
                    <a:pt x="1271905" y="1210854"/>
                  </a:lnTo>
                  <a:lnTo>
                    <a:pt x="1275209" y="1186910"/>
                  </a:lnTo>
                  <a:lnTo>
                    <a:pt x="1278513" y="1193908"/>
                  </a:lnTo>
                  <a:lnTo>
                    <a:pt x="1281816" y="1185765"/>
                  </a:lnTo>
                  <a:lnTo>
                    <a:pt x="1285120" y="1207035"/>
                  </a:lnTo>
                  <a:lnTo>
                    <a:pt x="1288424" y="1220622"/>
                  </a:lnTo>
                  <a:lnTo>
                    <a:pt x="1291727" y="1226177"/>
                  </a:lnTo>
                  <a:lnTo>
                    <a:pt x="1295031" y="1220245"/>
                  </a:lnTo>
                  <a:lnTo>
                    <a:pt x="1298335" y="1185837"/>
                  </a:lnTo>
                  <a:lnTo>
                    <a:pt x="1301638" y="1166817"/>
                  </a:lnTo>
                  <a:lnTo>
                    <a:pt x="1304942" y="1183210"/>
                  </a:lnTo>
                  <a:lnTo>
                    <a:pt x="1308246" y="1187096"/>
                  </a:lnTo>
                  <a:lnTo>
                    <a:pt x="1311549" y="1181942"/>
                  </a:lnTo>
                  <a:lnTo>
                    <a:pt x="1314853" y="1171394"/>
                  </a:lnTo>
                  <a:lnTo>
                    <a:pt x="1318157" y="1175619"/>
                  </a:lnTo>
                  <a:lnTo>
                    <a:pt x="1321460" y="1201628"/>
                  </a:lnTo>
                  <a:lnTo>
                    <a:pt x="1324764" y="1201116"/>
                  </a:lnTo>
                  <a:lnTo>
                    <a:pt x="1328068" y="1203234"/>
                  </a:lnTo>
                  <a:lnTo>
                    <a:pt x="1331371" y="1187677"/>
                  </a:lnTo>
                  <a:lnTo>
                    <a:pt x="1334675" y="1189313"/>
                  </a:lnTo>
                  <a:lnTo>
                    <a:pt x="1337978" y="1180527"/>
                  </a:lnTo>
                  <a:lnTo>
                    <a:pt x="1341282" y="1161429"/>
                  </a:lnTo>
                  <a:lnTo>
                    <a:pt x="1344586" y="1152682"/>
                  </a:lnTo>
                  <a:lnTo>
                    <a:pt x="1347889" y="1171075"/>
                  </a:lnTo>
                  <a:lnTo>
                    <a:pt x="1351193" y="1190434"/>
                  </a:lnTo>
                  <a:lnTo>
                    <a:pt x="1354497" y="1169155"/>
                  </a:lnTo>
                  <a:lnTo>
                    <a:pt x="1357800" y="1116647"/>
                  </a:lnTo>
                  <a:lnTo>
                    <a:pt x="1361104" y="1143447"/>
                  </a:lnTo>
                  <a:lnTo>
                    <a:pt x="1364408" y="1153421"/>
                  </a:lnTo>
                  <a:lnTo>
                    <a:pt x="1367711" y="1119823"/>
                  </a:lnTo>
                  <a:lnTo>
                    <a:pt x="1371015" y="1109446"/>
                  </a:lnTo>
                  <a:lnTo>
                    <a:pt x="1374319" y="1142489"/>
                  </a:lnTo>
                  <a:lnTo>
                    <a:pt x="1377622" y="1141108"/>
                  </a:lnTo>
                  <a:lnTo>
                    <a:pt x="1380926" y="1155899"/>
                  </a:lnTo>
                  <a:lnTo>
                    <a:pt x="1384230" y="1187566"/>
                  </a:lnTo>
                  <a:lnTo>
                    <a:pt x="1387533" y="1189834"/>
                  </a:lnTo>
                  <a:lnTo>
                    <a:pt x="1390837" y="1170758"/>
                  </a:lnTo>
                  <a:lnTo>
                    <a:pt x="1394141" y="1136434"/>
                  </a:lnTo>
                  <a:lnTo>
                    <a:pt x="1397444" y="1171815"/>
                  </a:lnTo>
                  <a:lnTo>
                    <a:pt x="1400748" y="1186585"/>
                  </a:lnTo>
                  <a:lnTo>
                    <a:pt x="1404052" y="1170249"/>
                  </a:lnTo>
                  <a:lnTo>
                    <a:pt x="1407355" y="1133183"/>
                  </a:lnTo>
                  <a:lnTo>
                    <a:pt x="1410659" y="1172188"/>
                  </a:lnTo>
                  <a:lnTo>
                    <a:pt x="1413962" y="1141048"/>
                  </a:lnTo>
                  <a:lnTo>
                    <a:pt x="1417266" y="1107466"/>
                  </a:lnTo>
                  <a:lnTo>
                    <a:pt x="1420570" y="1135455"/>
                  </a:lnTo>
                  <a:lnTo>
                    <a:pt x="1423873" y="1155591"/>
                  </a:lnTo>
                  <a:lnTo>
                    <a:pt x="1427177" y="1138180"/>
                  </a:lnTo>
                  <a:lnTo>
                    <a:pt x="1430481" y="1147107"/>
                  </a:lnTo>
                  <a:lnTo>
                    <a:pt x="1433784" y="1119190"/>
                  </a:lnTo>
                  <a:lnTo>
                    <a:pt x="1437088" y="1079936"/>
                  </a:lnTo>
                  <a:lnTo>
                    <a:pt x="1440392" y="1095957"/>
                  </a:lnTo>
                  <a:lnTo>
                    <a:pt x="1443695" y="1124176"/>
                  </a:lnTo>
                  <a:lnTo>
                    <a:pt x="1446999" y="1120403"/>
                  </a:lnTo>
                  <a:lnTo>
                    <a:pt x="1450303" y="1054351"/>
                  </a:lnTo>
                  <a:lnTo>
                    <a:pt x="1453606" y="1047360"/>
                  </a:lnTo>
                  <a:lnTo>
                    <a:pt x="1456910" y="1078466"/>
                  </a:lnTo>
                  <a:lnTo>
                    <a:pt x="1460214" y="1046780"/>
                  </a:lnTo>
                  <a:lnTo>
                    <a:pt x="1463517" y="1085200"/>
                  </a:lnTo>
                  <a:lnTo>
                    <a:pt x="1466821" y="1044792"/>
                  </a:lnTo>
                  <a:lnTo>
                    <a:pt x="1470125" y="1010278"/>
                  </a:lnTo>
                  <a:lnTo>
                    <a:pt x="1473428" y="993018"/>
                  </a:lnTo>
                  <a:lnTo>
                    <a:pt x="1476732" y="982064"/>
                  </a:lnTo>
                  <a:lnTo>
                    <a:pt x="1480036" y="995194"/>
                  </a:lnTo>
                  <a:lnTo>
                    <a:pt x="1483339" y="1026539"/>
                  </a:lnTo>
                  <a:lnTo>
                    <a:pt x="1486643" y="970499"/>
                  </a:lnTo>
                  <a:lnTo>
                    <a:pt x="1489946" y="930972"/>
                  </a:lnTo>
                  <a:lnTo>
                    <a:pt x="1493250" y="948678"/>
                  </a:lnTo>
                  <a:lnTo>
                    <a:pt x="1496554" y="922999"/>
                  </a:lnTo>
                  <a:lnTo>
                    <a:pt x="1499857" y="949566"/>
                  </a:lnTo>
                  <a:lnTo>
                    <a:pt x="1503161" y="910458"/>
                  </a:lnTo>
                  <a:lnTo>
                    <a:pt x="1506465" y="826343"/>
                  </a:lnTo>
                  <a:lnTo>
                    <a:pt x="1509768" y="792435"/>
                  </a:lnTo>
                  <a:lnTo>
                    <a:pt x="1513072" y="787974"/>
                  </a:lnTo>
                  <a:lnTo>
                    <a:pt x="1516376" y="770832"/>
                  </a:lnTo>
                  <a:lnTo>
                    <a:pt x="1519679" y="775636"/>
                  </a:lnTo>
                  <a:lnTo>
                    <a:pt x="1522983" y="792435"/>
                  </a:lnTo>
                  <a:lnTo>
                    <a:pt x="1526287" y="800817"/>
                  </a:lnTo>
                  <a:lnTo>
                    <a:pt x="1529590" y="815543"/>
                  </a:lnTo>
                  <a:lnTo>
                    <a:pt x="1532894" y="867984"/>
                  </a:lnTo>
                  <a:lnTo>
                    <a:pt x="1536198" y="899389"/>
                  </a:lnTo>
                  <a:lnTo>
                    <a:pt x="1539501" y="865917"/>
                  </a:lnTo>
                  <a:lnTo>
                    <a:pt x="1542805" y="851118"/>
                  </a:lnTo>
                  <a:lnTo>
                    <a:pt x="1546109" y="875941"/>
                  </a:lnTo>
                  <a:lnTo>
                    <a:pt x="1549412" y="935956"/>
                  </a:lnTo>
                  <a:lnTo>
                    <a:pt x="1552716" y="970939"/>
                  </a:lnTo>
                  <a:lnTo>
                    <a:pt x="1556020" y="979074"/>
                  </a:lnTo>
                  <a:lnTo>
                    <a:pt x="1559323" y="962164"/>
                  </a:lnTo>
                  <a:lnTo>
                    <a:pt x="1562627" y="976601"/>
                  </a:lnTo>
                  <a:lnTo>
                    <a:pt x="1565930" y="969579"/>
                  </a:lnTo>
                  <a:lnTo>
                    <a:pt x="1569234" y="997661"/>
                  </a:lnTo>
                  <a:lnTo>
                    <a:pt x="1572538" y="983971"/>
                  </a:lnTo>
                  <a:lnTo>
                    <a:pt x="1575841" y="981697"/>
                  </a:lnTo>
                  <a:lnTo>
                    <a:pt x="1579145" y="981226"/>
                  </a:lnTo>
                  <a:lnTo>
                    <a:pt x="1582449" y="1002890"/>
                  </a:lnTo>
                  <a:lnTo>
                    <a:pt x="1585752" y="1000214"/>
                  </a:lnTo>
                  <a:lnTo>
                    <a:pt x="1589056" y="1052400"/>
                  </a:lnTo>
                  <a:lnTo>
                    <a:pt x="1592360" y="1038274"/>
                  </a:lnTo>
                  <a:lnTo>
                    <a:pt x="1595663" y="1048062"/>
                  </a:lnTo>
                  <a:lnTo>
                    <a:pt x="1598967" y="1033610"/>
                  </a:lnTo>
                  <a:lnTo>
                    <a:pt x="1602271" y="1035703"/>
                  </a:lnTo>
                  <a:lnTo>
                    <a:pt x="1605574" y="1009141"/>
                  </a:lnTo>
                  <a:lnTo>
                    <a:pt x="1608878" y="1023055"/>
                  </a:lnTo>
                  <a:lnTo>
                    <a:pt x="1612182" y="1032388"/>
                  </a:lnTo>
                  <a:lnTo>
                    <a:pt x="1615485" y="1032388"/>
                  </a:lnTo>
                  <a:lnTo>
                    <a:pt x="1618789" y="1030355"/>
                  </a:lnTo>
                  <a:lnTo>
                    <a:pt x="1622093" y="1051817"/>
                  </a:lnTo>
                  <a:lnTo>
                    <a:pt x="1625396" y="1077709"/>
                  </a:lnTo>
                  <a:lnTo>
                    <a:pt x="1628700" y="1073172"/>
                  </a:lnTo>
                  <a:lnTo>
                    <a:pt x="1632004" y="1053015"/>
                  </a:lnTo>
                  <a:lnTo>
                    <a:pt x="1635307" y="1082709"/>
                  </a:lnTo>
                  <a:lnTo>
                    <a:pt x="1638611" y="1079625"/>
                  </a:lnTo>
                  <a:lnTo>
                    <a:pt x="1641914" y="1073085"/>
                  </a:lnTo>
                  <a:lnTo>
                    <a:pt x="1645218" y="1072165"/>
                  </a:lnTo>
                  <a:lnTo>
                    <a:pt x="1648522" y="1075515"/>
                  </a:lnTo>
                  <a:lnTo>
                    <a:pt x="1651825" y="1050777"/>
                  </a:lnTo>
                  <a:lnTo>
                    <a:pt x="1655129" y="1028048"/>
                  </a:lnTo>
                  <a:lnTo>
                    <a:pt x="1658433" y="1039660"/>
                  </a:lnTo>
                  <a:lnTo>
                    <a:pt x="1661736" y="1049345"/>
                  </a:lnTo>
                  <a:lnTo>
                    <a:pt x="1665040" y="1042842"/>
                  </a:lnTo>
                  <a:lnTo>
                    <a:pt x="1668344" y="1077510"/>
                  </a:lnTo>
                  <a:lnTo>
                    <a:pt x="1671647" y="1099863"/>
                  </a:lnTo>
                  <a:lnTo>
                    <a:pt x="1674951" y="1072922"/>
                  </a:lnTo>
                  <a:lnTo>
                    <a:pt x="1678255" y="1068050"/>
                  </a:lnTo>
                  <a:lnTo>
                    <a:pt x="1681558" y="1087470"/>
                  </a:lnTo>
                  <a:lnTo>
                    <a:pt x="1684862" y="1077510"/>
                  </a:lnTo>
                  <a:lnTo>
                    <a:pt x="1688166" y="1099125"/>
                  </a:lnTo>
                  <a:lnTo>
                    <a:pt x="1691469" y="1098642"/>
                  </a:lnTo>
                  <a:lnTo>
                    <a:pt x="1694773" y="1065894"/>
                  </a:lnTo>
                  <a:lnTo>
                    <a:pt x="1698077" y="1052906"/>
                  </a:lnTo>
                  <a:lnTo>
                    <a:pt x="1701380" y="1044897"/>
                  </a:lnTo>
                  <a:lnTo>
                    <a:pt x="1704684" y="1049579"/>
                  </a:lnTo>
                  <a:lnTo>
                    <a:pt x="1707987" y="1065894"/>
                  </a:lnTo>
                  <a:lnTo>
                    <a:pt x="1711291" y="1085236"/>
                  </a:lnTo>
                  <a:lnTo>
                    <a:pt x="1714595" y="1095196"/>
                  </a:lnTo>
                  <a:lnTo>
                    <a:pt x="1717898" y="1069351"/>
                  </a:lnTo>
                  <a:lnTo>
                    <a:pt x="1721202" y="1106568"/>
                  </a:lnTo>
                  <a:lnTo>
                    <a:pt x="1724506" y="1119012"/>
                  </a:lnTo>
                  <a:lnTo>
                    <a:pt x="1727809" y="1123055"/>
                  </a:lnTo>
                  <a:lnTo>
                    <a:pt x="1731113" y="1116701"/>
                  </a:lnTo>
                  <a:lnTo>
                    <a:pt x="1734417" y="1107115"/>
                  </a:lnTo>
                  <a:lnTo>
                    <a:pt x="1737720" y="1112397"/>
                  </a:lnTo>
                  <a:lnTo>
                    <a:pt x="1741024" y="1115812"/>
                  </a:lnTo>
                  <a:lnTo>
                    <a:pt x="1744328" y="1066269"/>
                  </a:lnTo>
                  <a:lnTo>
                    <a:pt x="1747631" y="1086671"/>
                  </a:lnTo>
                  <a:lnTo>
                    <a:pt x="1750935" y="1096488"/>
                  </a:lnTo>
                  <a:lnTo>
                    <a:pt x="1754239" y="1105584"/>
                  </a:lnTo>
                  <a:lnTo>
                    <a:pt x="1757542" y="1102646"/>
                  </a:lnTo>
                  <a:lnTo>
                    <a:pt x="1760846" y="1089775"/>
                  </a:lnTo>
                  <a:lnTo>
                    <a:pt x="1764150" y="1123903"/>
                  </a:lnTo>
                  <a:lnTo>
                    <a:pt x="1767453" y="1129408"/>
                  </a:lnTo>
                  <a:lnTo>
                    <a:pt x="1770757" y="1113036"/>
                  </a:lnTo>
                  <a:lnTo>
                    <a:pt x="1774061" y="1106847"/>
                  </a:lnTo>
                  <a:lnTo>
                    <a:pt x="1777364" y="1127106"/>
                  </a:lnTo>
                  <a:lnTo>
                    <a:pt x="1780668" y="1105289"/>
                  </a:lnTo>
                  <a:lnTo>
                    <a:pt x="1783971" y="1096904"/>
                  </a:lnTo>
                  <a:lnTo>
                    <a:pt x="1787275" y="1092199"/>
                  </a:lnTo>
                  <a:lnTo>
                    <a:pt x="1790579" y="1126836"/>
                  </a:lnTo>
                  <a:lnTo>
                    <a:pt x="1793882" y="1125792"/>
                  </a:lnTo>
                  <a:lnTo>
                    <a:pt x="1797186" y="1085525"/>
                  </a:lnTo>
                  <a:lnTo>
                    <a:pt x="1800490" y="1092199"/>
                  </a:lnTo>
                  <a:lnTo>
                    <a:pt x="1803793" y="1104926"/>
                  </a:lnTo>
                  <a:lnTo>
                    <a:pt x="1807097" y="1133765"/>
                  </a:lnTo>
                  <a:lnTo>
                    <a:pt x="1810401" y="1134848"/>
                  </a:lnTo>
                  <a:lnTo>
                    <a:pt x="1813704" y="1133774"/>
                  </a:lnTo>
                  <a:lnTo>
                    <a:pt x="1817008" y="1135741"/>
                  </a:lnTo>
                  <a:lnTo>
                    <a:pt x="1820312" y="1132762"/>
                  </a:lnTo>
                  <a:lnTo>
                    <a:pt x="1823615" y="1133506"/>
                  </a:lnTo>
                  <a:lnTo>
                    <a:pt x="1826919" y="1106403"/>
                  </a:lnTo>
                  <a:lnTo>
                    <a:pt x="1830223" y="1112123"/>
                  </a:lnTo>
                  <a:lnTo>
                    <a:pt x="1833526" y="1113924"/>
                  </a:lnTo>
                  <a:lnTo>
                    <a:pt x="1836830" y="1093399"/>
                  </a:lnTo>
                  <a:lnTo>
                    <a:pt x="1840134" y="1040145"/>
                  </a:lnTo>
                  <a:lnTo>
                    <a:pt x="1843437" y="1062778"/>
                  </a:lnTo>
                  <a:lnTo>
                    <a:pt x="1846741" y="1062193"/>
                  </a:lnTo>
                  <a:lnTo>
                    <a:pt x="1850045" y="1085115"/>
                  </a:lnTo>
                  <a:lnTo>
                    <a:pt x="1853348" y="1081012"/>
                  </a:lnTo>
                  <a:lnTo>
                    <a:pt x="1856652" y="1068748"/>
                  </a:lnTo>
                  <a:lnTo>
                    <a:pt x="1859955" y="1086873"/>
                  </a:lnTo>
                  <a:lnTo>
                    <a:pt x="1863259" y="1078510"/>
                  </a:lnTo>
                  <a:lnTo>
                    <a:pt x="1866563" y="1038694"/>
                  </a:lnTo>
                  <a:lnTo>
                    <a:pt x="1869866" y="1057668"/>
                  </a:lnTo>
                  <a:lnTo>
                    <a:pt x="1873170" y="1031286"/>
                  </a:lnTo>
                  <a:lnTo>
                    <a:pt x="1876474" y="1026351"/>
                  </a:lnTo>
                  <a:lnTo>
                    <a:pt x="1879777" y="1038666"/>
                  </a:lnTo>
                  <a:lnTo>
                    <a:pt x="1883081" y="1050145"/>
                  </a:lnTo>
                  <a:lnTo>
                    <a:pt x="1886385" y="1057397"/>
                  </a:lnTo>
                  <a:lnTo>
                    <a:pt x="1889688" y="1068575"/>
                  </a:lnTo>
                  <a:lnTo>
                    <a:pt x="1892992" y="1059408"/>
                  </a:lnTo>
                  <a:lnTo>
                    <a:pt x="1896296" y="1030615"/>
                  </a:lnTo>
                  <a:lnTo>
                    <a:pt x="1899599" y="1026027"/>
                  </a:lnTo>
                  <a:lnTo>
                    <a:pt x="1902903" y="1019926"/>
                  </a:lnTo>
                  <a:lnTo>
                    <a:pt x="1906207" y="1031038"/>
                  </a:lnTo>
                  <a:lnTo>
                    <a:pt x="1909510" y="1051772"/>
                  </a:lnTo>
                  <a:lnTo>
                    <a:pt x="1912814" y="1044726"/>
                  </a:lnTo>
                  <a:lnTo>
                    <a:pt x="1916118" y="1046619"/>
                  </a:lnTo>
                  <a:lnTo>
                    <a:pt x="1919421" y="1027276"/>
                  </a:lnTo>
                  <a:lnTo>
                    <a:pt x="1922725" y="1012792"/>
                  </a:lnTo>
                  <a:lnTo>
                    <a:pt x="1926029" y="1027276"/>
                  </a:lnTo>
                  <a:lnTo>
                    <a:pt x="1929332" y="928591"/>
                  </a:lnTo>
                  <a:lnTo>
                    <a:pt x="1932636" y="945099"/>
                  </a:lnTo>
                  <a:lnTo>
                    <a:pt x="1935939" y="927487"/>
                  </a:lnTo>
                  <a:lnTo>
                    <a:pt x="1939243" y="927347"/>
                  </a:lnTo>
                  <a:lnTo>
                    <a:pt x="1942547" y="917930"/>
                  </a:lnTo>
                  <a:lnTo>
                    <a:pt x="1945850" y="912198"/>
                  </a:lnTo>
                  <a:lnTo>
                    <a:pt x="1949154" y="875553"/>
                  </a:lnTo>
                  <a:lnTo>
                    <a:pt x="1952458" y="878455"/>
                  </a:lnTo>
                  <a:lnTo>
                    <a:pt x="1955761" y="867188"/>
                  </a:lnTo>
                  <a:lnTo>
                    <a:pt x="1959065" y="886596"/>
                  </a:lnTo>
                  <a:lnTo>
                    <a:pt x="1962369" y="857032"/>
                  </a:lnTo>
                  <a:lnTo>
                    <a:pt x="1965672" y="858725"/>
                  </a:lnTo>
                  <a:lnTo>
                    <a:pt x="1968976" y="854021"/>
                  </a:lnTo>
                  <a:lnTo>
                    <a:pt x="1972280" y="848916"/>
                  </a:lnTo>
                  <a:lnTo>
                    <a:pt x="1975583" y="844520"/>
                  </a:lnTo>
                  <a:lnTo>
                    <a:pt x="1978887" y="823487"/>
                  </a:lnTo>
                  <a:lnTo>
                    <a:pt x="1982191" y="835039"/>
                  </a:lnTo>
                  <a:lnTo>
                    <a:pt x="1985494" y="852467"/>
                  </a:lnTo>
                  <a:lnTo>
                    <a:pt x="1988798" y="828870"/>
                  </a:lnTo>
                  <a:lnTo>
                    <a:pt x="1992102" y="833167"/>
                  </a:lnTo>
                  <a:lnTo>
                    <a:pt x="1995405" y="849812"/>
                  </a:lnTo>
                  <a:lnTo>
                    <a:pt x="1998709" y="807939"/>
                  </a:lnTo>
                  <a:lnTo>
                    <a:pt x="2002013" y="777679"/>
                  </a:lnTo>
                  <a:lnTo>
                    <a:pt x="2005316" y="775639"/>
                  </a:lnTo>
                  <a:lnTo>
                    <a:pt x="2008620" y="792770"/>
                  </a:lnTo>
                  <a:lnTo>
                    <a:pt x="2011923" y="795753"/>
                  </a:lnTo>
                  <a:lnTo>
                    <a:pt x="2015227" y="778440"/>
                  </a:lnTo>
                  <a:lnTo>
                    <a:pt x="2018531" y="740114"/>
                  </a:lnTo>
                  <a:lnTo>
                    <a:pt x="2021834" y="747707"/>
                  </a:lnTo>
                  <a:lnTo>
                    <a:pt x="2025138" y="766937"/>
                  </a:lnTo>
                  <a:lnTo>
                    <a:pt x="2028442" y="748674"/>
                  </a:lnTo>
                  <a:lnTo>
                    <a:pt x="2031745" y="762826"/>
                  </a:lnTo>
                  <a:lnTo>
                    <a:pt x="2035049" y="719774"/>
                  </a:lnTo>
                  <a:lnTo>
                    <a:pt x="2038353" y="612952"/>
                  </a:lnTo>
                  <a:lnTo>
                    <a:pt x="2041656" y="580690"/>
                  </a:lnTo>
                  <a:lnTo>
                    <a:pt x="2044960" y="599383"/>
                  </a:lnTo>
                  <a:lnTo>
                    <a:pt x="2048264" y="537905"/>
                  </a:lnTo>
                  <a:lnTo>
                    <a:pt x="2051567" y="475279"/>
                  </a:lnTo>
                  <a:lnTo>
                    <a:pt x="2054871" y="489467"/>
                  </a:lnTo>
                  <a:lnTo>
                    <a:pt x="2058175" y="475077"/>
                  </a:lnTo>
                  <a:lnTo>
                    <a:pt x="2061478" y="477674"/>
                  </a:lnTo>
                  <a:lnTo>
                    <a:pt x="2064782" y="442020"/>
                  </a:lnTo>
                  <a:lnTo>
                    <a:pt x="2068086" y="400900"/>
                  </a:lnTo>
                  <a:lnTo>
                    <a:pt x="2071389" y="390978"/>
                  </a:lnTo>
                  <a:lnTo>
                    <a:pt x="2074693" y="373404"/>
                  </a:lnTo>
                  <a:lnTo>
                    <a:pt x="2077996" y="380405"/>
                  </a:lnTo>
                  <a:lnTo>
                    <a:pt x="2081300" y="332529"/>
                  </a:lnTo>
                  <a:lnTo>
                    <a:pt x="2084604" y="338532"/>
                  </a:lnTo>
                  <a:lnTo>
                    <a:pt x="2087907" y="335025"/>
                  </a:lnTo>
                  <a:lnTo>
                    <a:pt x="2091211" y="268863"/>
                  </a:lnTo>
                  <a:lnTo>
                    <a:pt x="2094515" y="291113"/>
                  </a:lnTo>
                  <a:lnTo>
                    <a:pt x="2097818" y="315806"/>
                  </a:lnTo>
                  <a:lnTo>
                    <a:pt x="2101122" y="398106"/>
                  </a:lnTo>
                  <a:lnTo>
                    <a:pt x="2104426" y="324642"/>
                  </a:lnTo>
                  <a:lnTo>
                    <a:pt x="2107729" y="300089"/>
                  </a:lnTo>
                  <a:lnTo>
                    <a:pt x="2111033" y="292620"/>
                  </a:lnTo>
                  <a:lnTo>
                    <a:pt x="2114337" y="295274"/>
                  </a:lnTo>
                  <a:lnTo>
                    <a:pt x="2117640" y="286539"/>
                  </a:lnTo>
                  <a:lnTo>
                    <a:pt x="2120944" y="217109"/>
                  </a:lnTo>
                  <a:lnTo>
                    <a:pt x="2124248" y="177361"/>
                  </a:lnTo>
                  <a:lnTo>
                    <a:pt x="2127551" y="166932"/>
                  </a:lnTo>
                  <a:lnTo>
                    <a:pt x="2130855" y="171428"/>
                  </a:lnTo>
                  <a:lnTo>
                    <a:pt x="2134159" y="162957"/>
                  </a:lnTo>
                  <a:lnTo>
                    <a:pt x="2137462" y="162584"/>
                  </a:lnTo>
                  <a:lnTo>
                    <a:pt x="2140766" y="45870"/>
                  </a:lnTo>
                  <a:lnTo>
                    <a:pt x="2144070" y="46508"/>
                  </a:lnTo>
                  <a:lnTo>
                    <a:pt x="2147373" y="55986"/>
                  </a:lnTo>
                  <a:lnTo>
                    <a:pt x="2150677" y="60961"/>
                  </a:lnTo>
                  <a:lnTo>
                    <a:pt x="2153980" y="75633"/>
                  </a:lnTo>
                  <a:lnTo>
                    <a:pt x="2157284" y="84478"/>
                  </a:lnTo>
                  <a:lnTo>
                    <a:pt x="2160588" y="97072"/>
                  </a:lnTo>
                  <a:lnTo>
                    <a:pt x="2163891" y="140773"/>
                  </a:lnTo>
                  <a:lnTo>
                    <a:pt x="2167195" y="181847"/>
                  </a:lnTo>
                  <a:lnTo>
                    <a:pt x="2170499" y="196358"/>
                  </a:lnTo>
                  <a:lnTo>
                    <a:pt x="2173802" y="194436"/>
                  </a:lnTo>
                  <a:lnTo>
                    <a:pt x="2177106" y="290608"/>
                  </a:lnTo>
                  <a:lnTo>
                    <a:pt x="2180410" y="373221"/>
                  </a:lnTo>
                  <a:lnTo>
                    <a:pt x="2183713" y="411915"/>
                  </a:lnTo>
                  <a:lnTo>
                    <a:pt x="2187017" y="412156"/>
                  </a:lnTo>
                  <a:lnTo>
                    <a:pt x="2190321" y="460955"/>
                  </a:lnTo>
                  <a:lnTo>
                    <a:pt x="2193624" y="479411"/>
                  </a:lnTo>
                  <a:lnTo>
                    <a:pt x="2196928" y="503560"/>
                  </a:lnTo>
                  <a:lnTo>
                    <a:pt x="2200232" y="554675"/>
                  </a:lnTo>
                  <a:lnTo>
                    <a:pt x="2203535" y="584404"/>
                  </a:lnTo>
                  <a:lnTo>
                    <a:pt x="2206839" y="600701"/>
                  </a:lnTo>
                  <a:lnTo>
                    <a:pt x="2210143" y="625588"/>
                  </a:lnTo>
                  <a:lnTo>
                    <a:pt x="2213446" y="590924"/>
                  </a:lnTo>
                  <a:lnTo>
                    <a:pt x="2216750" y="678066"/>
                  </a:lnTo>
                  <a:lnTo>
                    <a:pt x="2220054" y="635871"/>
                  </a:lnTo>
                  <a:lnTo>
                    <a:pt x="2223357" y="635369"/>
                  </a:lnTo>
                  <a:lnTo>
                    <a:pt x="2226661" y="643936"/>
                  </a:lnTo>
                  <a:lnTo>
                    <a:pt x="2229964" y="703759"/>
                  </a:lnTo>
                  <a:lnTo>
                    <a:pt x="2233268" y="673006"/>
                  </a:lnTo>
                  <a:lnTo>
                    <a:pt x="2236572" y="734276"/>
                  </a:lnTo>
                  <a:lnTo>
                    <a:pt x="2239875" y="706977"/>
                  </a:lnTo>
                  <a:lnTo>
                    <a:pt x="2243179" y="696336"/>
                  </a:lnTo>
                  <a:lnTo>
                    <a:pt x="2246483" y="685626"/>
                  </a:lnTo>
                  <a:lnTo>
                    <a:pt x="2249786" y="625990"/>
                  </a:lnTo>
                  <a:lnTo>
                    <a:pt x="2253090" y="607132"/>
                  </a:lnTo>
                  <a:lnTo>
                    <a:pt x="2256394" y="528067"/>
                  </a:lnTo>
                  <a:lnTo>
                    <a:pt x="2259697" y="542684"/>
                  </a:lnTo>
                  <a:lnTo>
                    <a:pt x="2263001" y="548314"/>
                  </a:lnTo>
                  <a:lnTo>
                    <a:pt x="2266305" y="502610"/>
                  </a:lnTo>
                  <a:lnTo>
                    <a:pt x="2269608" y="429735"/>
                  </a:lnTo>
                  <a:lnTo>
                    <a:pt x="2272912" y="426842"/>
                  </a:lnTo>
                  <a:lnTo>
                    <a:pt x="2276216" y="381436"/>
                  </a:lnTo>
                  <a:lnTo>
                    <a:pt x="2279519" y="404623"/>
                  </a:lnTo>
                  <a:lnTo>
                    <a:pt x="2282823" y="466392"/>
                  </a:lnTo>
                  <a:lnTo>
                    <a:pt x="2286127" y="364859"/>
                  </a:lnTo>
                  <a:lnTo>
                    <a:pt x="2289430" y="250581"/>
                  </a:lnTo>
                  <a:lnTo>
                    <a:pt x="2292734" y="271473"/>
                  </a:lnTo>
                  <a:lnTo>
                    <a:pt x="2296038" y="166545"/>
                  </a:lnTo>
                  <a:lnTo>
                    <a:pt x="2299341" y="102792"/>
                  </a:lnTo>
                  <a:lnTo>
                    <a:pt x="2302645" y="97753"/>
                  </a:lnTo>
                  <a:lnTo>
                    <a:pt x="2305948" y="134386"/>
                  </a:lnTo>
                  <a:lnTo>
                    <a:pt x="2309252" y="182585"/>
                  </a:lnTo>
                  <a:lnTo>
                    <a:pt x="2312556" y="189848"/>
                  </a:lnTo>
                  <a:lnTo>
                    <a:pt x="2315859" y="48311"/>
                  </a:lnTo>
                  <a:lnTo>
                    <a:pt x="2319163" y="49088"/>
                  </a:lnTo>
                  <a:lnTo>
                    <a:pt x="2322467" y="45076"/>
                  </a:lnTo>
                  <a:lnTo>
                    <a:pt x="2325770" y="57624"/>
                  </a:lnTo>
                  <a:lnTo>
                    <a:pt x="2329074" y="44679"/>
                  </a:lnTo>
                  <a:lnTo>
                    <a:pt x="2332378" y="28785"/>
                  </a:lnTo>
                  <a:lnTo>
                    <a:pt x="2335681" y="28785"/>
                  </a:lnTo>
                  <a:lnTo>
                    <a:pt x="2338985" y="28785"/>
                  </a:lnTo>
                  <a:lnTo>
                    <a:pt x="2342289" y="167207"/>
                  </a:lnTo>
                  <a:lnTo>
                    <a:pt x="2345592" y="100323"/>
                  </a:lnTo>
                  <a:lnTo>
                    <a:pt x="2348896" y="32396"/>
                  </a:lnTo>
                  <a:lnTo>
                    <a:pt x="2352200" y="31231"/>
                  </a:lnTo>
                  <a:lnTo>
                    <a:pt x="2355503" y="30767"/>
                  </a:lnTo>
                  <a:lnTo>
                    <a:pt x="2358807" y="33873"/>
                  </a:lnTo>
                  <a:lnTo>
                    <a:pt x="2362111" y="28785"/>
                  </a:lnTo>
                  <a:lnTo>
                    <a:pt x="2365414" y="32797"/>
                  </a:lnTo>
                  <a:lnTo>
                    <a:pt x="2368718" y="33178"/>
                  </a:lnTo>
                  <a:lnTo>
                    <a:pt x="2372022" y="26890"/>
                  </a:lnTo>
                  <a:lnTo>
                    <a:pt x="2375325" y="26890"/>
                  </a:lnTo>
                  <a:lnTo>
                    <a:pt x="2378629" y="26890"/>
                  </a:lnTo>
                  <a:lnTo>
                    <a:pt x="2381932" y="30902"/>
                  </a:lnTo>
                  <a:lnTo>
                    <a:pt x="2385236" y="33362"/>
                  </a:lnTo>
                  <a:lnTo>
                    <a:pt x="2388540" y="46203"/>
                  </a:lnTo>
                  <a:lnTo>
                    <a:pt x="2391843" y="38124"/>
                  </a:lnTo>
                  <a:lnTo>
                    <a:pt x="2395147" y="35162"/>
                  </a:lnTo>
                  <a:lnTo>
                    <a:pt x="2398451" y="123884"/>
                  </a:lnTo>
                  <a:lnTo>
                    <a:pt x="2401754" y="34801"/>
                  </a:lnTo>
                  <a:lnTo>
                    <a:pt x="2405058" y="60944"/>
                  </a:lnTo>
                  <a:lnTo>
                    <a:pt x="2408362" y="60944"/>
                  </a:lnTo>
                  <a:lnTo>
                    <a:pt x="2411665" y="107900"/>
                  </a:lnTo>
                  <a:lnTo>
                    <a:pt x="2414969" y="161326"/>
                  </a:lnTo>
                  <a:lnTo>
                    <a:pt x="2418273" y="185073"/>
                  </a:lnTo>
                  <a:lnTo>
                    <a:pt x="2421576" y="306303"/>
                  </a:lnTo>
                  <a:lnTo>
                    <a:pt x="2424880" y="320110"/>
                  </a:lnTo>
                  <a:lnTo>
                    <a:pt x="2428184" y="264508"/>
                  </a:lnTo>
                  <a:lnTo>
                    <a:pt x="2431487" y="229568"/>
                  </a:lnTo>
                  <a:lnTo>
                    <a:pt x="2434791" y="181951"/>
                  </a:lnTo>
                  <a:lnTo>
                    <a:pt x="2438095" y="87432"/>
                  </a:lnTo>
                  <a:lnTo>
                    <a:pt x="2441398" y="104434"/>
                  </a:lnTo>
                  <a:lnTo>
                    <a:pt x="2444702" y="190601"/>
                  </a:lnTo>
                  <a:lnTo>
                    <a:pt x="2448006" y="215190"/>
                  </a:lnTo>
                  <a:lnTo>
                    <a:pt x="2451309" y="152215"/>
                  </a:lnTo>
                  <a:lnTo>
                    <a:pt x="2454613" y="34061"/>
                  </a:lnTo>
                  <a:lnTo>
                    <a:pt x="2457916" y="123013"/>
                  </a:lnTo>
                  <a:lnTo>
                    <a:pt x="2461220" y="66591"/>
                  </a:lnTo>
                  <a:lnTo>
                    <a:pt x="2464524" y="26514"/>
                  </a:lnTo>
                  <a:lnTo>
                    <a:pt x="2467827" y="26514"/>
                  </a:lnTo>
                  <a:lnTo>
                    <a:pt x="2471131" y="31472"/>
                  </a:lnTo>
                  <a:lnTo>
                    <a:pt x="2474435" y="28627"/>
                  </a:lnTo>
                  <a:lnTo>
                    <a:pt x="2477738" y="43731"/>
                  </a:lnTo>
                  <a:lnTo>
                    <a:pt x="2481042" y="34276"/>
                  </a:lnTo>
                  <a:lnTo>
                    <a:pt x="2484346" y="18715"/>
                  </a:lnTo>
                  <a:lnTo>
                    <a:pt x="2487649" y="16020"/>
                  </a:lnTo>
                  <a:lnTo>
                    <a:pt x="2490953" y="16020"/>
                  </a:lnTo>
                  <a:lnTo>
                    <a:pt x="2494257" y="16020"/>
                  </a:lnTo>
                  <a:lnTo>
                    <a:pt x="2497560" y="23932"/>
                  </a:lnTo>
                  <a:lnTo>
                    <a:pt x="2500864" y="25409"/>
                  </a:lnTo>
                  <a:lnTo>
                    <a:pt x="2504168" y="18544"/>
                  </a:lnTo>
                  <a:lnTo>
                    <a:pt x="2507471" y="22556"/>
                  </a:lnTo>
                  <a:lnTo>
                    <a:pt x="2510775" y="25016"/>
                  </a:lnTo>
                  <a:lnTo>
                    <a:pt x="2514079" y="18681"/>
                  </a:lnTo>
                  <a:lnTo>
                    <a:pt x="2517382" y="20419"/>
                  </a:lnTo>
                  <a:lnTo>
                    <a:pt x="2520686" y="121203"/>
                  </a:lnTo>
                  <a:lnTo>
                    <a:pt x="2523989" y="195955"/>
                  </a:lnTo>
                  <a:lnTo>
                    <a:pt x="2527293" y="133238"/>
                  </a:lnTo>
                  <a:lnTo>
                    <a:pt x="2530597" y="59079"/>
                  </a:lnTo>
                  <a:lnTo>
                    <a:pt x="2533900" y="19386"/>
                  </a:lnTo>
                  <a:lnTo>
                    <a:pt x="2537204" y="5825"/>
                  </a:lnTo>
                  <a:lnTo>
                    <a:pt x="2540508" y="5825"/>
                  </a:lnTo>
                  <a:lnTo>
                    <a:pt x="2543811" y="5825"/>
                  </a:lnTo>
                  <a:lnTo>
                    <a:pt x="2547115" y="5825"/>
                  </a:lnTo>
                  <a:lnTo>
                    <a:pt x="2550419" y="63568"/>
                  </a:lnTo>
                  <a:lnTo>
                    <a:pt x="2553722" y="33404"/>
                  </a:lnTo>
                  <a:lnTo>
                    <a:pt x="2557026" y="34881"/>
                  </a:lnTo>
                  <a:lnTo>
                    <a:pt x="2560330" y="36966"/>
                  </a:lnTo>
                  <a:lnTo>
                    <a:pt x="2563633" y="42152"/>
                  </a:lnTo>
                  <a:lnTo>
                    <a:pt x="2566937" y="51118"/>
                  </a:lnTo>
                  <a:lnTo>
                    <a:pt x="2570241" y="58878"/>
                  </a:lnTo>
                  <a:lnTo>
                    <a:pt x="2573544" y="57624"/>
                  </a:lnTo>
                  <a:lnTo>
                    <a:pt x="2576848" y="57624"/>
                  </a:lnTo>
                  <a:lnTo>
                    <a:pt x="2580152" y="90796"/>
                  </a:lnTo>
                  <a:lnTo>
                    <a:pt x="2583455" y="97113"/>
                  </a:lnTo>
                  <a:lnTo>
                    <a:pt x="2586759" y="151310"/>
                  </a:lnTo>
                  <a:lnTo>
                    <a:pt x="2590063" y="159615"/>
                  </a:lnTo>
                  <a:lnTo>
                    <a:pt x="2593366" y="221807"/>
                  </a:lnTo>
                  <a:lnTo>
                    <a:pt x="2596670" y="245305"/>
                  </a:lnTo>
                  <a:lnTo>
                    <a:pt x="2599973" y="258478"/>
                  </a:lnTo>
                  <a:lnTo>
                    <a:pt x="2603277" y="256322"/>
                  </a:lnTo>
                  <a:lnTo>
                    <a:pt x="2606581" y="314054"/>
                  </a:lnTo>
                  <a:lnTo>
                    <a:pt x="2609884" y="427524"/>
                  </a:lnTo>
                  <a:lnTo>
                    <a:pt x="2613188" y="376255"/>
                  </a:lnTo>
                  <a:lnTo>
                    <a:pt x="2616492" y="354114"/>
                  </a:lnTo>
                  <a:lnTo>
                    <a:pt x="2619795" y="362831"/>
                  </a:lnTo>
                  <a:lnTo>
                    <a:pt x="2623099" y="362969"/>
                  </a:lnTo>
                  <a:lnTo>
                    <a:pt x="2626403" y="417965"/>
                  </a:lnTo>
                  <a:lnTo>
                    <a:pt x="2629706" y="342964"/>
                  </a:lnTo>
                  <a:lnTo>
                    <a:pt x="2633010" y="359500"/>
                  </a:lnTo>
                  <a:lnTo>
                    <a:pt x="2636314" y="357049"/>
                  </a:lnTo>
                  <a:lnTo>
                    <a:pt x="2639617" y="352410"/>
                  </a:lnTo>
                  <a:lnTo>
                    <a:pt x="2642921" y="379965"/>
                  </a:lnTo>
                  <a:lnTo>
                    <a:pt x="2646225" y="352230"/>
                  </a:lnTo>
                  <a:lnTo>
                    <a:pt x="2649528" y="289957"/>
                  </a:lnTo>
                  <a:lnTo>
                    <a:pt x="2652832" y="288236"/>
                  </a:lnTo>
                  <a:lnTo>
                    <a:pt x="2656136" y="275223"/>
                  </a:lnTo>
                  <a:lnTo>
                    <a:pt x="2659439" y="238858"/>
                  </a:lnTo>
                  <a:lnTo>
                    <a:pt x="2662743" y="239775"/>
                  </a:lnTo>
                  <a:lnTo>
                    <a:pt x="2666047" y="193367"/>
                  </a:lnTo>
                  <a:lnTo>
                    <a:pt x="2669350" y="150902"/>
                  </a:lnTo>
                  <a:lnTo>
                    <a:pt x="2672654" y="138579"/>
                  </a:lnTo>
                  <a:lnTo>
                    <a:pt x="2675957" y="134925"/>
                  </a:lnTo>
                  <a:lnTo>
                    <a:pt x="2679261" y="84408"/>
                  </a:lnTo>
                  <a:lnTo>
                    <a:pt x="2682565" y="84861"/>
                  </a:lnTo>
                  <a:lnTo>
                    <a:pt x="2685868" y="77332"/>
                  </a:lnTo>
                  <a:lnTo>
                    <a:pt x="2689172" y="65792"/>
                  </a:lnTo>
                  <a:lnTo>
                    <a:pt x="2692476" y="65792"/>
                  </a:lnTo>
                  <a:lnTo>
                    <a:pt x="2695779" y="66708"/>
                  </a:lnTo>
                  <a:lnTo>
                    <a:pt x="2699083" y="67171"/>
                  </a:lnTo>
                  <a:lnTo>
                    <a:pt x="2702387" y="67478"/>
                  </a:lnTo>
                  <a:lnTo>
                    <a:pt x="2705690" y="186758"/>
                  </a:lnTo>
                  <a:lnTo>
                    <a:pt x="2708994" y="62970"/>
                  </a:lnTo>
                  <a:lnTo>
                    <a:pt x="2712298" y="80366"/>
                  </a:lnTo>
                  <a:lnTo>
                    <a:pt x="2715601" y="84525"/>
                  </a:lnTo>
                  <a:lnTo>
                    <a:pt x="2718905" y="96522"/>
                  </a:lnTo>
                  <a:lnTo>
                    <a:pt x="2722209" y="89258"/>
                  </a:lnTo>
                  <a:lnTo>
                    <a:pt x="2725512" y="93792"/>
                  </a:lnTo>
                  <a:lnTo>
                    <a:pt x="2728816" y="85183"/>
                  </a:lnTo>
                  <a:lnTo>
                    <a:pt x="2732120" y="90356"/>
                  </a:lnTo>
                  <a:lnTo>
                    <a:pt x="2735423" y="122485"/>
                  </a:lnTo>
                  <a:lnTo>
                    <a:pt x="2738727" y="174597"/>
                  </a:lnTo>
                  <a:lnTo>
                    <a:pt x="2742031" y="169441"/>
                  </a:lnTo>
                  <a:lnTo>
                    <a:pt x="2745334" y="218854"/>
                  </a:lnTo>
                  <a:lnTo>
                    <a:pt x="2748638" y="238054"/>
                  </a:lnTo>
                  <a:lnTo>
                    <a:pt x="2751941" y="242066"/>
                  </a:lnTo>
                  <a:lnTo>
                    <a:pt x="2755245" y="290026"/>
                  </a:lnTo>
                  <a:lnTo>
                    <a:pt x="2758549" y="357755"/>
                  </a:lnTo>
                  <a:lnTo>
                    <a:pt x="2761852" y="344480"/>
                  </a:lnTo>
                  <a:lnTo>
                    <a:pt x="2765156" y="390826"/>
                  </a:lnTo>
                  <a:lnTo>
                    <a:pt x="2768460" y="269939"/>
                  </a:lnTo>
                  <a:lnTo>
                    <a:pt x="2771763" y="296875"/>
                  </a:lnTo>
                  <a:lnTo>
                    <a:pt x="2775067" y="220557"/>
                  </a:lnTo>
                  <a:lnTo>
                    <a:pt x="2778371" y="190314"/>
                  </a:lnTo>
                  <a:lnTo>
                    <a:pt x="2781674" y="102824"/>
                  </a:lnTo>
                  <a:lnTo>
                    <a:pt x="2784978" y="44492"/>
                  </a:lnTo>
                  <a:lnTo>
                    <a:pt x="2788282" y="81904"/>
                  </a:lnTo>
                  <a:lnTo>
                    <a:pt x="2791585" y="61926"/>
                  </a:lnTo>
                  <a:lnTo>
                    <a:pt x="2794889" y="23838"/>
                  </a:lnTo>
                  <a:lnTo>
                    <a:pt x="2798193" y="32586"/>
                  </a:lnTo>
                  <a:lnTo>
                    <a:pt x="2801496" y="35098"/>
                  </a:lnTo>
                  <a:lnTo>
                    <a:pt x="2804800" y="34315"/>
                  </a:lnTo>
                  <a:lnTo>
                    <a:pt x="2808104" y="40787"/>
                  </a:lnTo>
                  <a:lnTo>
                    <a:pt x="2811407" y="40787"/>
                  </a:lnTo>
                  <a:lnTo>
                    <a:pt x="2814711" y="34315"/>
                  </a:lnTo>
                  <a:lnTo>
                    <a:pt x="2818015" y="34315"/>
                  </a:lnTo>
                  <a:lnTo>
                    <a:pt x="2821318" y="43161"/>
                  </a:lnTo>
                  <a:lnTo>
                    <a:pt x="2824622" y="46461"/>
                  </a:lnTo>
                  <a:lnTo>
                    <a:pt x="2827925" y="40163"/>
                  </a:lnTo>
                  <a:lnTo>
                    <a:pt x="2831229" y="35053"/>
                  </a:lnTo>
                  <a:lnTo>
                    <a:pt x="2834533" y="46930"/>
                  </a:lnTo>
                  <a:lnTo>
                    <a:pt x="2837836" y="55707"/>
                  </a:lnTo>
                  <a:lnTo>
                    <a:pt x="2841140" y="112403"/>
                  </a:lnTo>
                  <a:lnTo>
                    <a:pt x="2844444" y="118021"/>
                  </a:lnTo>
                  <a:lnTo>
                    <a:pt x="2847747" y="182672"/>
                  </a:lnTo>
                  <a:lnTo>
                    <a:pt x="2851051" y="212785"/>
                  </a:lnTo>
                  <a:lnTo>
                    <a:pt x="2854355" y="264927"/>
                  </a:lnTo>
                  <a:lnTo>
                    <a:pt x="2857658" y="290840"/>
                  </a:lnTo>
                  <a:lnTo>
                    <a:pt x="2860962" y="366543"/>
                  </a:lnTo>
                  <a:lnTo>
                    <a:pt x="2864266" y="241507"/>
                  </a:lnTo>
                  <a:lnTo>
                    <a:pt x="2867569" y="190545"/>
                  </a:lnTo>
                  <a:lnTo>
                    <a:pt x="2870873" y="147654"/>
                  </a:lnTo>
                  <a:lnTo>
                    <a:pt x="2874177" y="209010"/>
                  </a:lnTo>
                  <a:lnTo>
                    <a:pt x="2877480" y="209010"/>
                  </a:lnTo>
                  <a:lnTo>
                    <a:pt x="2880784" y="170677"/>
                  </a:lnTo>
                  <a:lnTo>
                    <a:pt x="2884088" y="163606"/>
                  </a:lnTo>
                  <a:lnTo>
                    <a:pt x="2887391" y="97529"/>
                  </a:lnTo>
                  <a:lnTo>
                    <a:pt x="2890695" y="48820"/>
                  </a:lnTo>
                  <a:lnTo>
                    <a:pt x="2893998" y="41640"/>
                  </a:lnTo>
                  <a:lnTo>
                    <a:pt x="2897302" y="48797"/>
                  </a:lnTo>
                  <a:lnTo>
                    <a:pt x="2900606" y="55095"/>
                  </a:lnTo>
                  <a:lnTo>
                    <a:pt x="2903909" y="46262"/>
                  </a:lnTo>
                  <a:lnTo>
                    <a:pt x="2907213" y="54694"/>
                  </a:lnTo>
                  <a:lnTo>
                    <a:pt x="2910517" y="55530"/>
                  </a:lnTo>
                  <a:lnTo>
                    <a:pt x="2913820" y="55530"/>
                  </a:lnTo>
                  <a:lnTo>
                    <a:pt x="2917124" y="65699"/>
                  </a:lnTo>
                  <a:lnTo>
                    <a:pt x="2920428" y="58124"/>
                  </a:lnTo>
                  <a:lnTo>
                    <a:pt x="2923731" y="58722"/>
                  </a:lnTo>
                  <a:lnTo>
                    <a:pt x="2927035" y="58722"/>
                  </a:lnTo>
                  <a:lnTo>
                    <a:pt x="2930339" y="61736"/>
                  </a:lnTo>
                  <a:lnTo>
                    <a:pt x="2933642" y="58124"/>
                  </a:lnTo>
                  <a:lnTo>
                    <a:pt x="2936946" y="58124"/>
                  </a:lnTo>
                  <a:lnTo>
                    <a:pt x="2940250" y="58124"/>
                  </a:lnTo>
                  <a:lnTo>
                    <a:pt x="2943553" y="62136"/>
                  </a:lnTo>
                  <a:lnTo>
                    <a:pt x="2946857" y="64597"/>
                  </a:lnTo>
                  <a:lnTo>
                    <a:pt x="2950161" y="94164"/>
                  </a:lnTo>
                  <a:lnTo>
                    <a:pt x="2953464" y="174420"/>
                  </a:lnTo>
                  <a:lnTo>
                    <a:pt x="2956768" y="194431"/>
                  </a:lnTo>
                  <a:lnTo>
                    <a:pt x="2960072" y="88357"/>
                  </a:lnTo>
                  <a:lnTo>
                    <a:pt x="2963375" y="91920"/>
                  </a:lnTo>
                  <a:lnTo>
                    <a:pt x="2966679" y="102694"/>
                  </a:lnTo>
                  <a:lnTo>
                    <a:pt x="2969982" y="81885"/>
                  </a:lnTo>
                  <a:lnTo>
                    <a:pt x="2973286" y="73953"/>
                  </a:lnTo>
                  <a:lnTo>
                    <a:pt x="2976590" y="61576"/>
                  </a:lnTo>
                  <a:lnTo>
                    <a:pt x="2979893" y="43221"/>
                  </a:lnTo>
                  <a:lnTo>
                    <a:pt x="2983197" y="39209"/>
                  </a:lnTo>
                  <a:lnTo>
                    <a:pt x="2986501" y="40686"/>
                  </a:lnTo>
                  <a:lnTo>
                    <a:pt x="2989804" y="44297"/>
                  </a:lnTo>
                  <a:lnTo>
                    <a:pt x="2993108" y="41192"/>
                  </a:lnTo>
                  <a:lnTo>
                    <a:pt x="2996412" y="41322"/>
                  </a:lnTo>
                  <a:lnTo>
                    <a:pt x="2999715" y="65748"/>
                  </a:lnTo>
                  <a:lnTo>
                    <a:pt x="3003019" y="62136"/>
                  </a:lnTo>
                  <a:lnTo>
                    <a:pt x="3006323" y="58124"/>
                  </a:lnTo>
                  <a:lnTo>
                    <a:pt x="3009626" y="74505"/>
                  </a:lnTo>
                  <a:lnTo>
                    <a:pt x="3012930" y="96286"/>
                  </a:lnTo>
                  <a:lnTo>
                    <a:pt x="3016234" y="105770"/>
                  </a:lnTo>
                  <a:lnTo>
                    <a:pt x="3019537" y="108230"/>
                  </a:lnTo>
                  <a:lnTo>
                    <a:pt x="3022841" y="207332"/>
                  </a:lnTo>
                  <a:lnTo>
                    <a:pt x="3026145" y="195388"/>
                  </a:lnTo>
                  <a:lnTo>
                    <a:pt x="3029448" y="80134"/>
                  </a:lnTo>
                  <a:lnTo>
                    <a:pt x="3032752" y="71292"/>
                  </a:lnTo>
                  <a:lnTo>
                    <a:pt x="3036056" y="67765"/>
                  </a:lnTo>
                  <a:lnTo>
                    <a:pt x="3039359" y="58698"/>
                  </a:lnTo>
                  <a:lnTo>
                    <a:pt x="3042663" y="55530"/>
                  </a:lnTo>
                  <a:lnTo>
                    <a:pt x="3045966" y="44785"/>
                  </a:lnTo>
                  <a:lnTo>
                    <a:pt x="3049270" y="42700"/>
                  </a:lnTo>
                  <a:lnTo>
                    <a:pt x="3052574" y="41223"/>
                  </a:lnTo>
                  <a:lnTo>
                    <a:pt x="3055877" y="41223"/>
                  </a:lnTo>
                  <a:lnTo>
                    <a:pt x="3059181" y="38078"/>
                  </a:lnTo>
                  <a:lnTo>
                    <a:pt x="3062485" y="38078"/>
                  </a:lnTo>
                  <a:lnTo>
                    <a:pt x="3065788" y="42090"/>
                  </a:lnTo>
                  <a:lnTo>
                    <a:pt x="3069092" y="84157"/>
                  </a:lnTo>
                  <a:lnTo>
                    <a:pt x="3072396" y="29958"/>
                  </a:lnTo>
                  <a:lnTo>
                    <a:pt x="3075699" y="42327"/>
                  </a:lnTo>
                  <a:lnTo>
                    <a:pt x="3079003" y="62041"/>
                  </a:lnTo>
                  <a:lnTo>
                    <a:pt x="3082307" y="73985"/>
                  </a:lnTo>
                  <a:lnTo>
                    <a:pt x="3085610" y="101467"/>
                  </a:lnTo>
                  <a:lnTo>
                    <a:pt x="3088914" y="84310"/>
                  </a:lnTo>
                  <a:lnTo>
                    <a:pt x="3092218" y="108624"/>
                  </a:lnTo>
                  <a:lnTo>
                    <a:pt x="3095521" y="148777"/>
                  </a:lnTo>
                  <a:lnTo>
                    <a:pt x="3098825" y="197338"/>
                  </a:lnTo>
                  <a:lnTo>
                    <a:pt x="3102129" y="201559"/>
                  </a:lnTo>
                  <a:lnTo>
                    <a:pt x="3105432" y="218038"/>
                  </a:lnTo>
                  <a:lnTo>
                    <a:pt x="3108736" y="246297"/>
                  </a:lnTo>
                  <a:lnTo>
                    <a:pt x="3112040" y="242770"/>
                  </a:lnTo>
                  <a:lnTo>
                    <a:pt x="3115343" y="207418"/>
                  </a:lnTo>
                  <a:lnTo>
                    <a:pt x="3118647" y="188218"/>
                  </a:lnTo>
                  <a:lnTo>
                    <a:pt x="3121950" y="184264"/>
                  </a:lnTo>
                  <a:lnTo>
                    <a:pt x="3125254" y="134851"/>
                  </a:lnTo>
                  <a:lnTo>
                    <a:pt x="3128558" y="93512"/>
                  </a:lnTo>
                  <a:lnTo>
                    <a:pt x="3131861" y="87895"/>
                  </a:lnTo>
                  <a:lnTo>
                    <a:pt x="3135165" y="58042"/>
                  </a:lnTo>
                  <a:lnTo>
                    <a:pt x="3138469" y="42977"/>
                  </a:lnTo>
                  <a:lnTo>
                    <a:pt x="3141772" y="28640"/>
                  </a:lnTo>
                  <a:lnTo>
                    <a:pt x="3145076" y="34235"/>
                  </a:lnTo>
                  <a:lnTo>
                    <a:pt x="3148380" y="42340"/>
                  </a:lnTo>
                  <a:lnTo>
                    <a:pt x="3151683" y="36707"/>
                  </a:lnTo>
                  <a:lnTo>
                    <a:pt x="3154987" y="76087"/>
                  </a:lnTo>
                  <a:lnTo>
                    <a:pt x="3158291" y="27898"/>
                  </a:lnTo>
                  <a:lnTo>
                    <a:pt x="3161594" y="43530"/>
                  </a:lnTo>
                  <a:lnTo>
                    <a:pt x="3164898" y="27898"/>
                  </a:lnTo>
                  <a:lnTo>
                    <a:pt x="3168202" y="27898"/>
                  </a:lnTo>
                  <a:lnTo>
                    <a:pt x="3171505" y="34370"/>
                  </a:lnTo>
                  <a:lnTo>
                    <a:pt x="3174809" y="27898"/>
                  </a:lnTo>
                  <a:lnTo>
                    <a:pt x="3178113" y="32986"/>
                  </a:lnTo>
                  <a:lnTo>
                    <a:pt x="3181416" y="31509"/>
                  </a:lnTo>
                  <a:lnTo>
                    <a:pt x="3184720" y="34370"/>
                  </a:lnTo>
                  <a:lnTo>
                    <a:pt x="3188024" y="27898"/>
                  </a:lnTo>
                  <a:lnTo>
                    <a:pt x="3191327" y="27898"/>
                  </a:lnTo>
                  <a:lnTo>
                    <a:pt x="3194631" y="31272"/>
                  </a:lnTo>
                  <a:lnTo>
                    <a:pt x="3197934" y="27260"/>
                  </a:lnTo>
                  <a:lnTo>
                    <a:pt x="3201238" y="27260"/>
                  </a:lnTo>
                  <a:lnTo>
                    <a:pt x="3204542" y="27260"/>
                  </a:lnTo>
                  <a:lnTo>
                    <a:pt x="3207845" y="21872"/>
                  </a:lnTo>
                  <a:lnTo>
                    <a:pt x="3211149" y="22390"/>
                  </a:lnTo>
                  <a:lnTo>
                    <a:pt x="3214453" y="27579"/>
                  </a:lnTo>
                  <a:lnTo>
                    <a:pt x="3217756" y="34186"/>
                  </a:lnTo>
                  <a:lnTo>
                    <a:pt x="3221060" y="28344"/>
                  </a:lnTo>
                  <a:lnTo>
                    <a:pt x="3224364" y="21872"/>
                  </a:lnTo>
                  <a:lnTo>
                    <a:pt x="3227667" y="26960"/>
                  </a:lnTo>
                  <a:lnTo>
                    <a:pt x="3230971" y="35315"/>
                  </a:lnTo>
                  <a:lnTo>
                    <a:pt x="3234275" y="23349"/>
                  </a:lnTo>
                  <a:lnTo>
                    <a:pt x="3237578" y="21872"/>
                  </a:lnTo>
                  <a:lnTo>
                    <a:pt x="3240882" y="21872"/>
                  </a:lnTo>
                  <a:lnTo>
                    <a:pt x="3244186" y="21872"/>
                  </a:lnTo>
                  <a:lnTo>
                    <a:pt x="3247489" y="21872"/>
                  </a:lnTo>
                  <a:lnTo>
                    <a:pt x="3250793" y="26960"/>
                  </a:lnTo>
                  <a:lnTo>
                    <a:pt x="3254097" y="26830"/>
                  </a:lnTo>
                  <a:lnTo>
                    <a:pt x="3257400" y="25483"/>
                  </a:lnTo>
                  <a:lnTo>
                    <a:pt x="3260704" y="21872"/>
                  </a:lnTo>
                  <a:lnTo>
                    <a:pt x="3264008" y="25884"/>
                  </a:lnTo>
                  <a:lnTo>
                    <a:pt x="3267311" y="28344"/>
                  </a:lnTo>
                  <a:lnTo>
                    <a:pt x="3270615" y="27579"/>
                  </a:lnTo>
                  <a:lnTo>
                    <a:pt x="3273918" y="19474"/>
                  </a:lnTo>
                  <a:lnTo>
                    <a:pt x="3277222" y="14737"/>
                  </a:lnTo>
                  <a:lnTo>
                    <a:pt x="3280526" y="29074"/>
                  </a:lnTo>
                  <a:lnTo>
                    <a:pt x="3283829" y="26614"/>
                  </a:lnTo>
                  <a:lnTo>
                    <a:pt x="3287133" y="35333"/>
                  </a:lnTo>
                  <a:lnTo>
                    <a:pt x="3290437" y="89014"/>
                  </a:lnTo>
                  <a:lnTo>
                    <a:pt x="3293740" y="118430"/>
                  </a:lnTo>
                  <a:lnTo>
                    <a:pt x="3297044" y="118430"/>
                  </a:lnTo>
                  <a:lnTo>
                    <a:pt x="3300348" y="73079"/>
                  </a:lnTo>
                  <a:lnTo>
                    <a:pt x="3303651" y="54555"/>
                  </a:lnTo>
                  <a:lnTo>
                    <a:pt x="3306955" y="31944"/>
                  </a:lnTo>
                  <a:lnTo>
                    <a:pt x="3310259" y="31944"/>
                  </a:lnTo>
                  <a:lnTo>
                    <a:pt x="3313562" y="13594"/>
                  </a:lnTo>
                  <a:lnTo>
                    <a:pt x="3316866" y="24803"/>
                  </a:lnTo>
                  <a:lnTo>
                    <a:pt x="3320170" y="27765"/>
                  </a:lnTo>
                  <a:lnTo>
                    <a:pt x="3323473" y="22933"/>
                  </a:lnTo>
                  <a:lnTo>
                    <a:pt x="3326777" y="18921"/>
                  </a:lnTo>
                  <a:lnTo>
                    <a:pt x="3330081" y="18921"/>
                  </a:lnTo>
                  <a:lnTo>
                    <a:pt x="3333384" y="18921"/>
                  </a:lnTo>
                  <a:lnTo>
                    <a:pt x="3336688" y="18921"/>
                  </a:lnTo>
                  <a:lnTo>
                    <a:pt x="3339991" y="22933"/>
                  </a:lnTo>
                  <a:lnTo>
                    <a:pt x="3343295" y="22933"/>
                  </a:lnTo>
                  <a:lnTo>
                    <a:pt x="3346599" y="122694"/>
                  </a:lnTo>
                  <a:lnTo>
                    <a:pt x="3349902" y="34800"/>
                  </a:lnTo>
                  <a:lnTo>
                    <a:pt x="3353206" y="17119"/>
                  </a:lnTo>
                  <a:lnTo>
                    <a:pt x="3356510" y="36252"/>
                  </a:lnTo>
                  <a:lnTo>
                    <a:pt x="3359813" y="57061"/>
                  </a:lnTo>
                  <a:lnTo>
                    <a:pt x="3363117" y="63533"/>
                  </a:lnTo>
                  <a:lnTo>
                    <a:pt x="3366421" y="91121"/>
                  </a:lnTo>
                  <a:lnTo>
                    <a:pt x="3369724" y="87594"/>
                  </a:lnTo>
                  <a:lnTo>
                    <a:pt x="3373028" y="50045"/>
                  </a:lnTo>
                  <a:lnTo>
                    <a:pt x="3376332" y="50867"/>
                  </a:lnTo>
                  <a:lnTo>
                    <a:pt x="3379635" y="40013"/>
                  </a:lnTo>
                  <a:lnTo>
                    <a:pt x="3382939" y="31962"/>
                  </a:lnTo>
                  <a:lnTo>
                    <a:pt x="3386243" y="88009"/>
                  </a:lnTo>
                  <a:lnTo>
                    <a:pt x="3389546" y="25490"/>
                  </a:lnTo>
                  <a:lnTo>
                    <a:pt x="3392850" y="29502"/>
                  </a:lnTo>
                  <a:lnTo>
                    <a:pt x="3396154" y="29502"/>
                  </a:lnTo>
                  <a:lnTo>
                    <a:pt x="3399457" y="31962"/>
                  </a:lnTo>
                  <a:lnTo>
                    <a:pt x="3402761" y="71180"/>
                  </a:lnTo>
                  <a:lnTo>
                    <a:pt x="3406065" y="70788"/>
                  </a:lnTo>
                  <a:lnTo>
                    <a:pt x="3409368" y="82105"/>
                  </a:lnTo>
                  <a:lnTo>
                    <a:pt x="3412672" y="218657"/>
                  </a:lnTo>
                  <a:lnTo>
                    <a:pt x="3415975" y="236911"/>
                  </a:lnTo>
                  <a:lnTo>
                    <a:pt x="3419279" y="170119"/>
                  </a:lnTo>
                  <a:lnTo>
                    <a:pt x="3422583" y="207552"/>
                  </a:lnTo>
                  <a:lnTo>
                    <a:pt x="3425886" y="207953"/>
                  </a:lnTo>
                  <a:lnTo>
                    <a:pt x="3429190" y="163827"/>
                  </a:lnTo>
                  <a:lnTo>
                    <a:pt x="3432494" y="163827"/>
                  </a:lnTo>
                  <a:lnTo>
                    <a:pt x="3435797" y="137053"/>
                  </a:lnTo>
                  <a:lnTo>
                    <a:pt x="3439101" y="84012"/>
                  </a:lnTo>
                  <a:lnTo>
                    <a:pt x="3442405" y="82293"/>
                  </a:lnTo>
                  <a:lnTo>
                    <a:pt x="3445708" y="62579"/>
                  </a:lnTo>
                  <a:lnTo>
                    <a:pt x="3449012" y="38386"/>
                  </a:lnTo>
                  <a:lnTo>
                    <a:pt x="3452316" y="46380"/>
                  </a:lnTo>
                  <a:lnTo>
                    <a:pt x="3455619" y="46380"/>
                  </a:lnTo>
                  <a:lnTo>
                    <a:pt x="3458923" y="51469"/>
                  </a:lnTo>
                  <a:lnTo>
                    <a:pt x="3462227" y="50158"/>
                  </a:lnTo>
                  <a:lnTo>
                    <a:pt x="3465530" y="62800"/>
                  </a:lnTo>
                  <a:lnTo>
                    <a:pt x="3468834" y="70466"/>
                  </a:lnTo>
                  <a:lnTo>
                    <a:pt x="3472138" y="65437"/>
                  </a:lnTo>
                  <a:lnTo>
                    <a:pt x="3475441" y="63738"/>
                  </a:lnTo>
                  <a:lnTo>
                    <a:pt x="3478745" y="70835"/>
                  </a:lnTo>
                  <a:lnTo>
                    <a:pt x="3482049" y="63738"/>
                  </a:lnTo>
                  <a:lnTo>
                    <a:pt x="3485352" y="63738"/>
                  </a:lnTo>
                  <a:lnTo>
                    <a:pt x="3488656" y="63319"/>
                  </a:lnTo>
                  <a:lnTo>
                    <a:pt x="3491959" y="61144"/>
                  </a:lnTo>
                  <a:lnTo>
                    <a:pt x="3495263" y="67616"/>
                  </a:lnTo>
                  <a:lnTo>
                    <a:pt x="3498567" y="58768"/>
                  </a:lnTo>
                  <a:lnTo>
                    <a:pt x="3501870" y="50448"/>
                  </a:lnTo>
                  <a:lnTo>
                    <a:pt x="3505174" y="41770"/>
                  </a:lnTo>
                  <a:lnTo>
                    <a:pt x="3508478" y="49547"/>
                  </a:lnTo>
                  <a:lnTo>
                    <a:pt x="3511781" y="40916"/>
                  </a:lnTo>
                  <a:lnTo>
                    <a:pt x="3515085" y="29731"/>
                  </a:lnTo>
                  <a:lnTo>
                    <a:pt x="3518389" y="36203"/>
                  </a:lnTo>
                  <a:lnTo>
                    <a:pt x="3521692" y="21162"/>
                  </a:lnTo>
                  <a:lnTo>
                    <a:pt x="3524996" y="19712"/>
                  </a:lnTo>
                  <a:lnTo>
                    <a:pt x="3528300" y="19712"/>
                  </a:lnTo>
                  <a:lnTo>
                    <a:pt x="3531603" y="27509"/>
                  </a:lnTo>
                  <a:lnTo>
                    <a:pt x="3534907" y="31443"/>
                  </a:lnTo>
                  <a:lnTo>
                    <a:pt x="3538211" y="21612"/>
                  </a:lnTo>
                  <a:lnTo>
                    <a:pt x="3541514" y="31034"/>
                  </a:lnTo>
                  <a:lnTo>
                    <a:pt x="3544818" y="50156"/>
                  </a:lnTo>
                  <a:lnTo>
                    <a:pt x="3548122" y="151034"/>
                  </a:lnTo>
                  <a:lnTo>
                    <a:pt x="3551425" y="24072"/>
                  </a:lnTo>
                  <a:lnTo>
                    <a:pt x="3554729" y="21612"/>
                  </a:lnTo>
                  <a:lnTo>
                    <a:pt x="3558033" y="24780"/>
                  </a:lnTo>
                  <a:lnTo>
                    <a:pt x="3561336" y="37557"/>
                  </a:lnTo>
                  <a:lnTo>
                    <a:pt x="3564640" y="59492"/>
                  </a:lnTo>
                  <a:lnTo>
                    <a:pt x="3567943" y="35718"/>
                  </a:lnTo>
                  <a:lnTo>
                    <a:pt x="3571247" y="64263"/>
                  </a:lnTo>
                  <a:lnTo>
                    <a:pt x="3574551" y="62524"/>
                  </a:lnTo>
                  <a:lnTo>
                    <a:pt x="3577854" y="50156"/>
                  </a:lnTo>
                  <a:lnTo>
                    <a:pt x="3581158" y="17599"/>
                  </a:lnTo>
                  <a:lnTo>
                    <a:pt x="3584462" y="19076"/>
                  </a:lnTo>
                  <a:lnTo>
                    <a:pt x="3587765" y="19076"/>
                  </a:lnTo>
                  <a:lnTo>
                    <a:pt x="3591069" y="21612"/>
                  </a:lnTo>
                  <a:lnTo>
                    <a:pt x="3594373" y="27598"/>
                  </a:lnTo>
                  <a:lnTo>
                    <a:pt x="3597676" y="17599"/>
                  </a:lnTo>
                  <a:lnTo>
                    <a:pt x="3600980" y="24072"/>
                  </a:lnTo>
                  <a:lnTo>
                    <a:pt x="3604284" y="18285"/>
                  </a:lnTo>
                  <a:lnTo>
                    <a:pt x="3607587" y="18309"/>
                  </a:lnTo>
                  <a:lnTo>
                    <a:pt x="3610891" y="10296"/>
                  </a:lnTo>
                  <a:lnTo>
                    <a:pt x="3614195" y="10296"/>
                  </a:lnTo>
                  <a:lnTo>
                    <a:pt x="3617498" y="10522"/>
                  </a:lnTo>
                  <a:lnTo>
                    <a:pt x="3620802" y="5956"/>
                  </a:lnTo>
                  <a:lnTo>
                    <a:pt x="3624106" y="5956"/>
                  </a:lnTo>
                  <a:lnTo>
                    <a:pt x="3627409" y="5956"/>
                  </a:lnTo>
                  <a:lnTo>
                    <a:pt x="3630713" y="9612"/>
                  </a:lnTo>
                  <a:lnTo>
                    <a:pt x="3634017" y="18812"/>
                  </a:lnTo>
                  <a:lnTo>
                    <a:pt x="3637320" y="17235"/>
                  </a:lnTo>
                  <a:lnTo>
                    <a:pt x="3640624" y="17235"/>
                  </a:lnTo>
                  <a:lnTo>
                    <a:pt x="3643927" y="11660"/>
                  </a:lnTo>
                  <a:lnTo>
                    <a:pt x="3647231" y="11660"/>
                  </a:lnTo>
                  <a:lnTo>
                    <a:pt x="3650535" y="15672"/>
                  </a:lnTo>
                  <a:lnTo>
                    <a:pt x="3653838" y="20379"/>
                  </a:lnTo>
                  <a:lnTo>
                    <a:pt x="3657142" y="24416"/>
                  </a:lnTo>
                  <a:lnTo>
                    <a:pt x="3660446" y="20767"/>
                  </a:lnTo>
                  <a:lnTo>
                    <a:pt x="3663749" y="22009"/>
                  </a:lnTo>
                  <a:lnTo>
                    <a:pt x="3667053" y="22009"/>
                  </a:lnTo>
                  <a:lnTo>
                    <a:pt x="3670357" y="30098"/>
                  </a:lnTo>
                  <a:lnTo>
                    <a:pt x="3673660" y="38875"/>
                  </a:lnTo>
                  <a:lnTo>
                    <a:pt x="3676964" y="31327"/>
                  </a:lnTo>
                  <a:lnTo>
                    <a:pt x="3680268" y="35339"/>
                  </a:lnTo>
                  <a:lnTo>
                    <a:pt x="3683571" y="21045"/>
                  </a:lnTo>
                  <a:lnTo>
                    <a:pt x="3686875" y="51830"/>
                  </a:lnTo>
                  <a:lnTo>
                    <a:pt x="3690179" y="24052"/>
                  </a:lnTo>
                  <a:lnTo>
                    <a:pt x="3693482" y="15252"/>
                  </a:lnTo>
                  <a:lnTo>
                    <a:pt x="3696786" y="15252"/>
                  </a:lnTo>
                  <a:lnTo>
                    <a:pt x="3700090" y="12717"/>
                  </a:lnTo>
                  <a:lnTo>
                    <a:pt x="3703393" y="14431"/>
                  </a:lnTo>
                  <a:lnTo>
                    <a:pt x="3706697" y="14431"/>
                  </a:lnTo>
                  <a:lnTo>
                    <a:pt x="3710001" y="16328"/>
                  </a:lnTo>
                  <a:lnTo>
                    <a:pt x="3713304" y="14851"/>
                  </a:lnTo>
                  <a:lnTo>
                    <a:pt x="3716608" y="14431"/>
                  </a:lnTo>
                  <a:lnTo>
                    <a:pt x="3719911" y="14431"/>
                  </a:lnTo>
                  <a:lnTo>
                    <a:pt x="3723215" y="14851"/>
                  </a:lnTo>
                  <a:lnTo>
                    <a:pt x="3726519" y="14851"/>
                  </a:lnTo>
                  <a:lnTo>
                    <a:pt x="3729822" y="12717"/>
                  </a:lnTo>
                  <a:lnTo>
                    <a:pt x="3733126" y="0"/>
                  </a:lnTo>
                  <a:lnTo>
                    <a:pt x="3736430" y="4012"/>
                  </a:lnTo>
                  <a:lnTo>
                    <a:pt x="3739733" y="13304"/>
                  </a:lnTo>
                  <a:lnTo>
                    <a:pt x="3743037" y="11030"/>
                  </a:lnTo>
                  <a:lnTo>
                    <a:pt x="3746341" y="32003"/>
                  </a:lnTo>
                  <a:lnTo>
                    <a:pt x="3749644" y="29652"/>
                  </a:lnTo>
                  <a:lnTo>
                    <a:pt x="3752948" y="33664"/>
                  </a:lnTo>
                  <a:lnTo>
                    <a:pt x="3756252" y="42441"/>
                  </a:lnTo>
                  <a:lnTo>
                    <a:pt x="3759555" y="100775"/>
                  </a:lnTo>
                  <a:lnTo>
                    <a:pt x="3762859" y="132838"/>
                  </a:lnTo>
                  <a:lnTo>
                    <a:pt x="3766163" y="131232"/>
                  </a:lnTo>
                  <a:lnTo>
                    <a:pt x="3769466" y="180646"/>
                  </a:lnTo>
                  <a:lnTo>
                    <a:pt x="3772770" y="190451"/>
                  </a:lnTo>
                  <a:lnTo>
                    <a:pt x="3776074" y="186439"/>
                  </a:lnTo>
                  <a:lnTo>
                    <a:pt x="3779377" y="272260"/>
                  </a:lnTo>
                  <a:lnTo>
                    <a:pt x="3782681" y="411536"/>
                  </a:lnTo>
                  <a:lnTo>
                    <a:pt x="3785984" y="411536"/>
                  </a:lnTo>
                  <a:lnTo>
                    <a:pt x="3789288" y="335920"/>
                  </a:lnTo>
                  <a:lnTo>
                    <a:pt x="3792592" y="286178"/>
                  </a:lnTo>
                  <a:lnTo>
                    <a:pt x="3795895" y="253102"/>
                  </a:lnTo>
                  <a:lnTo>
                    <a:pt x="3799199" y="217797"/>
                  </a:lnTo>
                  <a:lnTo>
                    <a:pt x="3802503" y="219336"/>
                  </a:lnTo>
                  <a:lnTo>
                    <a:pt x="3805806" y="168470"/>
                  </a:lnTo>
                  <a:lnTo>
                    <a:pt x="3809110" y="121514"/>
                  </a:lnTo>
                  <a:lnTo>
                    <a:pt x="3812414" y="125672"/>
                  </a:lnTo>
                  <a:lnTo>
                    <a:pt x="3815717" y="89531"/>
                  </a:lnTo>
                  <a:lnTo>
                    <a:pt x="3819021" y="115392"/>
                  </a:lnTo>
                  <a:lnTo>
                    <a:pt x="3822325" y="94531"/>
                  </a:lnTo>
                  <a:lnTo>
                    <a:pt x="3825628" y="94520"/>
                  </a:lnTo>
                  <a:lnTo>
                    <a:pt x="3828932" y="82978"/>
                  </a:lnTo>
                  <a:lnTo>
                    <a:pt x="3832236" y="59704"/>
                  </a:lnTo>
                  <a:lnTo>
                    <a:pt x="3835539" y="42614"/>
                  </a:lnTo>
                  <a:lnTo>
                    <a:pt x="3838843" y="50066"/>
                  </a:lnTo>
                  <a:lnTo>
                    <a:pt x="3842147" y="59176"/>
                  </a:lnTo>
                  <a:lnTo>
                    <a:pt x="3845450" y="65508"/>
                  </a:lnTo>
                  <a:lnTo>
                    <a:pt x="3848754" y="66985"/>
                  </a:lnTo>
                  <a:lnTo>
                    <a:pt x="3852058" y="94111"/>
                  </a:lnTo>
                  <a:lnTo>
                    <a:pt x="3855361" y="90499"/>
                  </a:lnTo>
                  <a:lnTo>
                    <a:pt x="3858665" y="90499"/>
                  </a:lnTo>
                  <a:lnTo>
                    <a:pt x="3861968" y="61896"/>
                  </a:lnTo>
                  <a:lnTo>
                    <a:pt x="3865272" y="65909"/>
                  </a:lnTo>
                  <a:lnTo>
                    <a:pt x="3868576" y="77703"/>
                  </a:lnTo>
                  <a:lnTo>
                    <a:pt x="3871879" y="77408"/>
                  </a:lnTo>
                  <a:lnTo>
                    <a:pt x="3875183" y="76190"/>
                  </a:lnTo>
                  <a:lnTo>
                    <a:pt x="3878487" y="69596"/>
                  </a:lnTo>
                  <a:lnTo>
                    <a:pt x="3881790" y="65866"/>
                  </a:lnTo>
                  <a:lnTo>
                    <a:pt x="3885094" y="48510"/>
                  </a:lnTo>
                  <a:lnTo>
                    <a:pt x="3888398" y="60320"/>
                  </a:lnTo>
                  <a:lnTo>
                    <a:pt x="3891701" y="62522"/>
                  </a:lnTo>
                  <a:lnTo>
                    <a:pt x="3895005" y="66985"/>
                  </a:lnTo>
                  <a:lnTo>
                    <a:pt x="3898309" y="61896"/>
                  </a:lnTo>
                  <a:lnTo>
                    <a:pt x="3901612" y="65685"/>
                  </a:lnTo>
                  <a:lnTo>
                    <a:pt x="3904916" y="83041"/>
                  </a:lnTo>
                  <a:lnTo>
                    <a:pt x="3908220" y="79029"/>
                  </a:lnTo>
                  <a:lnTo>
                    <a:pt x="3911523" y="84478"/>
                  </a:lnTo>
                  <a:lnTo>
                    <a:pt x="3914827" y="92650"/>
                  </a:lnTo>
                  <a:lnTo>
                    <a:pt x="3918131" y="138718"/>
                  </a:lnTo>
                  <a:lnTo>
                    <a:pt x="3921434" y="255357"/>
                  </a:lnTo>
                  <a:lnTo>
                    <a:pt x="3924738" y="265993"/>
                  </a:lnTo>
                  <a:lnTo>
                    <a:pt x="3928042" y="197820"/>
                  </a:lnTo>
                  <a:lnTo>
                    <a:pt x="3931345" y="234083"/>
                  </a:lnTo>
                  <a:lnTo>
                    <a:pt x="3934649" y="262105"/>
                  </a:lnTo>
                  <a:lnTo>
                    <a:pt x="3937952" y="237596"/>
                  </a:lnTo>
                  <a:lnTo>
                    <a:pt x="3941256" y="247377"/>
                  </a:lnTo>
                  <a:lnTo>
                    <a:pt x="3944560" y="209774"/>
                  </a:lnTo>
                  <a:lnTo>
                    <a:pt x="3947863" y="157729"/>
                  </a:lnTo>
                  <a:lnTo>
                    <a:pt x="3951167" y="115931"/>
                  </a:lnTo>
                  <a:lnTo>
                    <a:pt x="3954471" y="115705"/>
                  </a:lnTo>
                  <a:lnTo>
                    <a:pt x="3957774" y="100941"/>
                  </a:lnTo>
                  <a:lnTo>
                    <a:pt x="3961078" y="66769"/>
                  </a:lnTo>
                  <a:lnTo>
                    <a:pt x="3964382" y="143923"/>
                  </a:lnTo>
                  <a:lnTo>
                    <a:pt x="3967685" y="68514"/>
                  </a:lnTo>
                  <a:lnTo>
                    <a:pt x="3970989" y="57526"/>
                  </a:lnTo>
                  <a:lnTo>
                    <a:pt x="3974293" y="49356"/>
                  </a:lnTo>
                  <a:lnTo>
                    <a:pt x="3977596" y="49356"/>
                  </a:lnTo>
                  <a:lnTo>
                    <a:pt x="3980900" y="49356"/>
                  </a:lnTo>
                  <a:lnTo>
                    <a:pt x="3984204" y="47922"/>
                  </a:lnTo>
                  <a:lnTo>
                    <a:pt x="3987507" y="51533"/>
                  </a:lnTo>
                  <a:lnTo>
                    <a:pt x="3990811" y="54239"/>
                  </a:lnTo>
                  <a:lnTo>
                    <a:pt x="3994115" y="54239"/>
                  </a:lnTo>
                  <a:lnTo>
                    <a:pt x="3997418" y="49151"/>
                  </a:lnTo>
                  <a:lnTo>
                    <a:pt x="4000722" y="53368"/>
                  </a:lnTo>
                  <a:lnTo>
                    <a:pt x="4004026" y="55828"/>
                  </a:lnTo>
                  <a:lnTo>
                    <a:pt x="4007329" y="72159"/>
                  </a:lnTo>
                  <a:lnTo>
                    <a:pt x="4010633" y="99602"/>
                  </a:lnTo>
                  <a:lnTo>
                    <a:pt x="4013936" y="85831"/>
                  </a:lnTo>
                  <a:lnTo>
                    <a:pt x="4017240" y="100168"/>
                  </a:lnTo>
                  <a:lnTo>
                    <a:pt x="4020544" y="108054"/>
                  </a:lnTo>
                  <a:lnTo>
                    <a:pt x="4023847" y="133726"/>
                  </a:lnTo>
                  <a:lnTo>
                    <a:pt x="4027151" y="144717"/>
                  </a:lnTo>
                  <a:lnTo>
                    <a:pt x="4030455" y="127678"/>
                  </a:lnTo>
                  <a:lnTo>
                    <a:pt x="4033758" y="114695"/>
                  </a:lnTo>
                  <a:lnTo>
                    <a:pt x="4037062" y="118854"/>
                  </a:lnTo>
                  <a:lnTo>
                    <a:pt x="4040366" y="101773"/>
                  </a:lnTo>
                  <a:lnTo>
                    <a:pt x="4043669" y="75709"/>
                  </a:lnTo>
                  <a:lnTo>
                    <a:pt x="4046973" y="52459"/>
                  </a:lnTo>
                  <a:lnTo>
                    <a:pt x="4050277" y="52459"/>
                  </a:lnTo>
                  <a:lnTo>
                    <a:pt x="4053580" y="52503"/>
                  </a:lnTo>
                  <a:lnTo>
                    <a:pt x="4056884" y="68265"/>
                  </a:lnTo>
                  <a:lnTo>
                    <a:pt x="4060188" y="67646"/>
                  </a:lnTo>
                  <a:lnTo>
                    <a:pt x="4063491" y="76842"/>
                  </a:lnTo>
                  <a:lnTo>
                    <a:pt x="4066795" y="84076"/>
                  </a:lnTo>
                  <a:lnTo>
                    <a:pt x="4070099" y="211720"/>
                  </a:lnTo>
                  <a:lnTo>
                    <a:pt x="4073402" y="237255"/>
                  </a:lnTo>
                  <a:lnTo>
                    <a:pt x="4076706" y="344550"/>
                  </a:lnTo>
                  <a:lnTo>
                    <a:pt x="4080010" y="340538"/>
                  </a:lnTo>
                  <a:lnTo>
                    <a:pt x="4083313" y="400541"/>
                  </a:lnTo>
                  <a:lnTo>
                    <a:pt x="4086617" y="403431"/>
                  </a:lnTo>
                  <a:lnTo>
                    <a:pt x="4089920" y="433262"/>
                  </a:lnTo>
                  <a:lnTo>
                    <a:pt x="4093224" y="465171"/>
                  </a:lnTo>
                  <a:lnTo>
                    <a:pt x="4096528" y="433024"/>
                  </a:lnTo>
                  <a:lnTo>
                    <a:pt x="4099831" y="447609"/>
                  </a:lnTo>
                  <a:lnTo>
                    <a:pt x="4103135" y="474678"/>
                  </a:lnTo>
                  <a:lnTo>
                    <a:pt x="4106439" y="504632"/>
                  </a:lnTo>
                  <a:lnTo>
                    <a:pt x="4109742" y="555861"/>
                  </a:lnTo>
                  <a:lnTo>
                    <a:pt x="4113046" y="632622"/>
                  </a:lnTo>
                  <a:lnTo>
                    <a:pt x="4116350" y="660127"/>
                  </a:lnTo>
                  <a:lnTo>
                    <a:pt x="4119653" y="694109"/>
                  </a:lnTo>
                  <a:lnTo>
                    <a:pt x="4122957" y="653552"/>
                  </a:lnTo>
                  <a:lnTo>
                    <a:pt x="4126261" y="672966"/>
                  </a:lnTo>
                  <a:lnTo>
                    <a:pt x="4129564" y="762137"/>
                  </a:lnTo>
                  <a:lnTo>
                    <a:pt x="4132868" y="723438"/>
                  </a:lnTo>
                  <a:lnTo>
                    <a:pt x="4136172" y="712210"/>
                  </a:lnTo>
                  <a:lnTo>
                    <a:pt x="4139475" y="725411"/>
                  </a:lnTo>
                  <a:lnTo>
                    <a:pt x="4142779" y="769774"/>
                  </a:lnTo>
                  <a:lnTo>
                    <a:pt x="4146083" y="830566"/>
                  </a:lnTo>
                  <a:lnTo>
                    <a:pt x="4149386" y="874749"/>
                  </a:lnTo>
                  <a:lnTo>
                    <a:pt x="4152690" y="869915"/>
                  </a:lnTo>
                  <a:lnTo>
                    <a:pt x="4155993" y="867071"/>
                  </a:lnTo>
                  <a:lnTo>
                    <a:pt x="4159297" y="874749"/>
                  </a:lnTo>
                  <a:lnTo>
                    <a:pt x="4162601" y="869982"/>
                  </a:lnTo>
                  <a:lnTo>
                    <a:pt x="4165904" y="866754"/>
                  </a:lnTo>
                  <a:lnTo>
                    <a:pt x="4169208" y="838421"/>
                  </a:lnTo>
                  <a:lnTo>
                    <a:pt x="4172512" y="805361"/>
                  </a:lnTo>
                  <a:lnTo>
                    <a:pt x="4175815" y="827361"/>
                  </a:lnTo>
                  <a:lnTo>
                    <a:pt x="4179119" y="882526"/>
                  </a:lnTo>
                  <a:lnTo>
                    <a:pt x="4182423" y="883782"/>
                  </a:lnTo>
                  <a:lnTo>
                    <a:pt x="4185726" y="888444"/>
                  </a:lnTo>
                  <a:lnTo>
                    <a:pt x="4189030" y="860243"/>
                  </a:lnTo>
                  <a:lnTo>
                    <a:pt x="4192334" y="912393"/>
                  </a:lnTo>
                  <a:lnTo>
                    <a:pt x="4195637" y="880459"/>
                  </a:lnTo>
                  <a:lnTo>
                    <a:pt x="4198941" y="905815"/>
                  </a:lnTo>
                  <a:lnTo>
                    <a:pt x="4202245" y="912393"/>
                  </a:lnTo>
                  <a:lnTo>
                    <a:pt x="4205548" y="919748"/>
                  </a:lnTo>
                  <a:lnTo>
                    <a:pt x="4208852" y="962140"/>
                  </a:lnTo>
                  <a:lnTo>
                    <a:pt x="4212156" y="937448"/>
                  </a:lnTo>
                  <a:lnTo>
                    <a:pt x="4215459" y="872688"/>
                  </a:lnTo>
                  <a:lnTo>
                    <a:pt x="4218763" y="927719"/>
                  </a:lnTo>
                  <a:lnTo>
                    <a:pt x="4222067" y="959928"/>
                  </a:lnTo>
                  <a:lnTo>
                    <a:pt x="4225370" y="948013"/>
                  </a:lnTo>
                  <a:lnTo>
                    <a:pt x="4228674" y="926826"/>
                  </a:lnTo>
                  <a:lnTo>
                    <a:pt x="4231977" y="896891"/>
                  </a:lnTo>
                  <a:lnTo>
                    <a:pt x="4235281" y="912333"/>
                  </a:lnTo>
                  <a:lnTo>
                    <a:pt x="4238585" y="959469"/>
                  </a:lnTo>
                  <a:lnTo>
                    <a:pt x="4241888" y="938453"/>
                  </a:lnTo>
                  <a:lnTo>
                    <a:pt x="4245192" y="964031"/>
                  </a:lnTo>
                  <a:lnTo>
                    <a:pt x="4248496" y="969692"/>
                  </a:lnTo>
                  <a:lnTo>
                    <a:pt x="4251799" y="979435"/>
                  </a:lnTo>
                  <a:lnTo>
                    <a:pt x="4255103" y="936386"/>
                  </a:lnTo>
                  <a:lnTo>
                    <a:pt x="4258407" y="933218"/>
                  </a:lnTo>
                  <a:lnTo>
                    <a:pt x="4261710" y="956451"/>
                  </a:lnTo>
                  <a:lnTo>
                    <a:pt x="4265014" y="1012390"/>
                  </a:lnTo>
                  <a:lnTo>
                    <a:pt x="4268318" y="1010377"/>
                  </a:lnTo>
                  <a:lnTo>
                    <a:pt x="4271621" y="999385"/>
                  </a:lnTo>
                  <a:lnTo>
                    <a:pt x="4274925" y="1002350"/>
                  </a:lnTo>
                  <a:lnTo>
                    <a:pt x="4278229" y="995493"/>
                  </a:lnTo>
                  <a:lnTo>
                    <a:pt x="4281532" y="1015289"/>
                  </a:lnTo>
                  <a:lnTo>
                    <a:pt x="4284836" y="1031085"/>
                  </a:lnTo>
                  <a:lnTo>
                    <a:pt x="4288140" y="1032503"/>
                  </a:lnTo>
                  <a:lnTo>
                    <a:pt x="4291443" y="1036513"/>
                  </a:lnTo>
                  <a:lnTo>
                    <a:pt x="4294747" y="1029018"/>
                  </a:lnTo>
                  <a:lnTo>
                    <a:pt x="4298051" y="991785"/>
                  </a:lnTo>
                  <a:lnTo>
                    <a:pt x="4301354" y="1040674"/>
                  </a:lnTo>
                  <a:lnTo>
                    <a:pt x="4304658" y="1029018"/>
                  </a:lnTo>
                  <a:lnTo>
                    <a:pt x="4307961" y="988509"/>
                  </a:lnTo>
                  <a:lnTo>
                    <a:pt x="4311265" y="1034733"/>
                  </a:lnTo>
                  <a:lnTo>
                    <a:pt x="4314569" y="1026939"/>
                  </a:lnTo>
                  <a:lnTo>
                    <a:pt x="4317872" y="988748"/>
                  </a:lnTo>
                  <a:lnTo>
                    <a:pt x="4321176" y="1016086"/>
                  </a:lnTo>
                  <a:lnTo>
                    <a:pt x="4324480" y="1007626"/>
                  </a:lnTo>
                  <a:lnTo>
                    <a:pt x="4327783" y="986681"/>
                  </a:lnTo>
                  <a:lnTo>
                    <a:pt x="4331087" y="1020977"/>
                  </a:lnTo>
                  <a:lnTo>
                    <a:pt x="4334391" y="1017361"/>
                  </a:lnTo>
                  <a:lnTo>
                    <a:pt x="4337694" y="1016827"/>
                  </a:lnTo>
                  <a:lnTo>
                    <a:pt x="4340998" y="1007989"/>
                  </a:lnTo>
                  <a:lnTo>
                    <a:pt x="4344302" y="1000155"/>
                  </a:lnTo>
                  <a:lnTo>
                    <a:pt x="4347605" y="996135"/>
                  </a:lnTo>
                  <a:lnTo>
                    <a:pt x="4350909" y="1003896"/>
                  </a:lnTo>
                  <a:lnTo>
                    <a:pt x="4354213" y="1012376"/>
                  </a:lnTo>
                  <a:lnTo>
                    <a:pt x="4357516" y="1034619"/>
                  </a:lnTo>
                  <a:lnTo>
                    <a:pt x="4360820" y="1038039"/>
                  </a:lnTo>
                  <a:lnTo>
                    <a:pt x="4364124" y="999418"/>
                  </a:lnTo>
                  <a:lnTo>
                    <a:pt x="4367427" y="985696"/>
                  </a:lnTo>
                  <a:lnTo>
                    <a:pt x="4370731" y="999418"/>
                  </a:lnTo>
                  <a:lnTo>
                    <a:pt x="4374035" y="1017193"/>
                  </a:lnTo>
                  <a:lnTo>
                    <a:pt x="4377338" y="1029567"/>
                  </a:lnTo>
                  <a:lnTo>
                    <a:pt x="4380642" y="1034619"/>
                  </a:lnTo>
                  <a:lnTo>
                    <a:pt x="4383945" y="1038039"/>
                  </a:lnTo>
                  <a:lnTo>
                    <a:pt x="4387249" y="1033361"/>
                  </a:lnTo>
                  <a:lnTo>
                    <a:pt x="4390553" y="1006966"/>
                  </a:lnTo>
                  <a:lnTo>
                    <a:pt x="4393856" y="987303"/>
                  </a:lnTo>
                  <a:lnTo>
                    <a:pt x="4397160" y="999767"/>
                  </a:lnTo>
                  <a:lnTo>
                    <a:pt x="4400464" y="991616"/>
                  </a:lnTo>
                  <a:lnTo>
                    <a:pt x="4403767" y="1026782"/>
                  </a:lnTo>
                  <a:lnTo>
                    <a:pt x="4407071" y="1026782"/>
                  </a:lnTo>
                  <a:lnTo>
                    <a:pt x="4410375" y="1017193"/>
                  </a:lnTo>
                  <a:lnTo>
                    <a:pt x="4413678" y="999283"/>
                  </a:lnTo>
                  <a:lnTo>
                    <a:pt x="4416982" y="1004256"/>
                  </a:lnTo>
                  <a:lnTo>
                    <a:pt x="4420286" y="1024861"/>
                  </a:lnTo>
                  <a:lnTo>
                    <a:pt x="4423589" y="995147"/>
                  </a:lnTo>
                  <a:lnTo>
                    <a:pt x="4426893" y="1024861"/>
                  </a:lnTo>
                  <a:lnTo>
                    <a:pt x="4430197" y="1005370"/>
                  </a:lnTo>
                  <a:lnTo>
                    <a:pt x="4433500" y="1024245"/>
                  </a:lnTo>
                  <a:lnTo>
                    <a:pt x="4436804" y="992127"/>
                  </a:lnTo>
                  <a:lnTo>
                    <a:pt x="4440108" y="976014"/>
                  </a:lnTo>
                  <a:lnTo>
                    <a:pt x="4443411" y="987561"/>
                  </a:lnTo>
                  <a:lnTo>
                    <a:pt x="4446715" y="987561"/>
                  </a:lnTo>
                  <a:lnTo>
                    <a:pt x="4450019" y="1016932"/>
                  </a:lnTo>
                  <a:lnTo>
                    <a:pt x="4453322" y="1013787"/>
                  </a:lnTo>
                  <a:lnTo>
                    <a:pt x="4456626" y="1018819"/>
                  </a:lnTo>
                  <a:lnTo>
                    <a:pt x="4459929" y="1031954"/>
                  </a:lnTo>
                  <a:lnTo>
                    <a:pt x="4463233" y="1040532"/>
                  </a:lnTo>
                  <a:lnTo>
                    <a:pt x="4466537" y="1038618"/>
                  </a:lnTo>
                  <a:lnTo>
                    <a:pt x="4469840" y="999993"/>
                  </a:lnTo>
                  <a:lnTo>
                    <a:pt x="4473144" y="999682"/>
                  </a:lnTo>
                  <a:lnTo>
                    <a:pt x="4476448" y="957409"/>
                  </a:lnTo>
                  <a:lnTo>
                    <a:pt x="4479751" y="952410"/>
                  </a:lnTo>
                  <a:lnTo>
                    <a:pt x="4483055" y="968468"/>
                  </a:lnTo>
                  <a:lnTo>
                    <a:pt x="4486359" y="988937"/>
                  </a:lnTo>
                  <a:lnTo>
                    <a:pt x="4489662" y="1006994"/>
                  </a:lnTo>
                  <a:lnTo>
                    <a:pt x="4492966" y="1011014"/>
                  </a:lnTo>
                  <a:lnTo>
                    <a:pt x="4496270" y="998494"/>
                  </a:lnTo>
                  <a:lnTo>
                    <a:pt x="4499573" y="1011014"/>
                  </a:lnTo>
                  <a:lnTo>
                    <a:pt x="4502877" y="1027317"/>
                  </a:lnTo>
                  <a:lnTo>
                    <a:pt x="4506181" y="1023652"/>
                  </a:lnTo>
                  <a:lnTo>
                    <a:pt x="4509484" y="998477"/>
                  </a:lnTo>
                  <a:lnTo>
                    <a:pt x="4512788" y="994503"/>
                  </a:lnTo>
                  <a:lnTo>
                    <a:pt x="4516092" y="957099"/>
                  </a:lnTo>
                  <a:lnTo>
                    <a:pt x="4519395" y="966688"/>
                  </a:lnTo>
                  <a:lnTo>
                    <a:pt x="4522699" y="954664"/>
                  </a:lnTo>
                  <a:lnTo>
                    <a:pt x="4526003" y="942517"/>
                  </a:lnTo>
                  <a:lnTo>
                    <a:pt x="4529306" y="916427"/>
                  </a:lnTo>
                  <a:lnTo>
                    <a:pt x="4532610" y="931464"/>
                  </a:lnTo>
                  <a:lnTo>
                    <a:pt x="4535913" y="935346"/>
                  </a:lnTo>
                  <a:lnTo>
                    <a:pt x="4539217" y="934782"/>
                  </a:lnTo>
                  <a:lnTo>
                    <a:pt x="4542521" y="946302"/>
                  </a:lnTo>
                  <a:lnTo>
                    <a:pt x="4545824" y="959402"/>
                  </a:lnTo>
                  <a:lnTo>
                    <a:pt x="4549128" y="964706"/>
                  </a:lnTo>
                  <a:lnTo>
                    <a:pt x="4552432" y="959738"/>
                  </a:lnTo>
                  <a:lnTo>
                    <a:pt x="4555735" y="839089"/>
                  </a:lnTo>
                  <a:lnTo>
                    <a:pt x="4559039" y="788806"/>
                  </a:lnTo>
                  <a:lnTo>
                    <a:pt x="4562343" y="763333"/>
                  </a:lnTo>
                  <a:lnTo>
                    <a:pt x="4565646" y="794432"/>
                  </a:lnTo>
                  <a:lnTo>
                    <a:pt x="4568950" y="756695"/>
                  </a:lnTo>
                  <a:lnTo>
                    <a:pt x="4572254" y="760004"/>
                  </a:lnTo>
                  <a:lnTo>
                    <a:pt x="4575557" y="749771"/>
                  </a:lnTo>
                  <a:lnTo>
                    <a:pt x="4578861" y="681833"/>
                  </a:lnTo>
                  <a:lnTo>
                    <a:pt x="4582165" y="682914"/>
                  </a:lnTo>
                  <a:lnTo>
                    <a:pt x="4585468" y="685004"/>
                  </a:lnTo>
                  <a:lnTo>
                    <a:pt x="4588772" y="691692"/>
                  </a:lnTo>
                  <a:lnTo>
                    <a:pt x="4592076" y="731681"/>
                  </a:lnTo>
                  <a:lnTo>
                    <a:pt x="4595379" y="740774"/>
                  </a:lnTo>
                  <a:lnTo>
                    <a:pt x="4598683" y="776375"/>
                  </a:lnTo>
                  <a:lnTo>
                    <a:pt x="4601986" y="829043"/>
                  </a:lnTo>
                  <a:lnTo>
                    <a:pt x="4605290" y="825083"/>
                  </a:lnTo>
                  <a:lnTo>
                    <a:pt x="4608594" y="787867"/>
                  </a:lnTo>
                  <a:lnTo>
                    <a:pt x="4611897" y="804028"/>
                  </a:lnTo>
                  <a:lnTo>
                    <a:pt x="4615201" y="832144"/>
                  </a:lnTo>
                  <a:lnTo>
                    <a:pt x="4618505" y="938313"/>
                  </a:lnTo>
                  <a:lnTo>
                    <a:pt x="4621808" y="912884"/>
                  </a:lnTo>
                  <a:lnTo>
                    <a:pt x="4625112" y="925778"/>
                  </a:lnTo>
                  <a:lnTo>
                    <a:pt x="4628416" y="958246"/>
                  </a:lnTo>
                  <a:lnTo>
                    <a:pt x="4631719" y="979391"/>
                  </a:lnTo>
                  <a:lnTo>
                    <a:pt x="4635023" y="954970"/>
                  </a:lnTo>
                  <a:lnTo>
                    <a:pt x="4638327" y="958196"/>
                  </a:lnTo>
                  <a:lnTo>
                    <a:pt x="4641630" y="990910"/>
                  </a:lnTo>
                  <a:lnTo>
                    <a:pt x="4644934" y="974818"/>
                  </a:lnTo>
                  <a:lnTo>
                    <a:pt x="4648238" y="984648"/>
                  </a:lnTo>
                  <a:lnTo>
                    <a:pt x="4651541" y="974112"/>
                  </a:lnTo>
                  <a:lnTo>
                    <a:pt x="4654845" y="1009640"/>
                  </a:lnTo>
                  <a:lnTo>
                    <a:pt x="4658149" y="1009640"/>
                  </a:lnTo>
                  <a:lnTo>
                    <a:pt x="4661452" y="1017739"/>
                  </a:lnTo>
                  <a:lnTo>
                    <a:pt x="4664756" y="1007300"/>
                  </a:lnTo>
                  <a:lnTo>
                    <a:pt x="4668060" y="1028084"/>
                  </a:lnTo>
                  <a:lnTo>
                    <a:pt x="4671363" y="1001090"/>
                  </a:lnTo>
                  <a:lnTo>
                    <a:pt x="4674667" y="1007165"/>
                  </a:lnTo>
                  <a:lnTo>
                    <a:pt x="4677970" y="1016712"/>
                  </a:lnTo>
                  <a:lnTo>
                    <a:pt x="4681274" y="1015019"/>
                  </a:lnTo>
                  <a:lnTo>
                    <a:pt x="4684578" y="1024028"/>
                  </a:lnTo>
                  <a:lnTo>
                    <a:pt x="4687881" y="983765"/>
                  </a:lnTo>
                  <a:lnTo>
                    <a:pt x="4691185" y="1017923"/>
                  </a:lnTo>
                  <a:lnTo>
                    <a:pt x="4694489" y="1064846"/>
                  </a:lnTo>
                  <a:lnTo>
                    <a:pt x="4697792" y="1071077"/>
                  </a:lnTo>
                  <a:lnTo>
                    <a:pt x="4701096" y="1051826"/>
                  </a:lnTo>
                  <a:lnTo>
                    <a:pt x="4704400" y="1036896"/>
                  </a:lnTo>
                  <a:lnTo>
                    <a:pt x="4707703" y="1043218"/>
                  </a:lnTo>
                  <a:lnTo>
                    <a:pt x="4711007" y="1088529"/>
                  </a:lnTo>
                  <a:lnTo>
                    <a:pt x="4714311" y="1078700"/>
                  </a:lnTo>
                  <a:lnTo>
                    <a:pt x="4717614" y="1036896"/>
                  </a:lnTo>
                  <a:lnTo>
                    <a:pt x="4720918" y="1081245"/>
                  </a:lnTo>
                  <a:lnTo>
                    <a:pt x="4724222" y="1103296"/>
                  </a:lnTo>
                  <a:lnTo>
                    <a:pt x="4727525" y="1103296"/>
                  </a:lnTo>
                  <a:lnTo>
                    <a:pt x="4730829" y="1097483"/>
                  </a:lnTo>
                  <a:lnTo>
                    <a:pt x="4734133" y="1085061"/>
                  </a:lnTo>
                  <a:lnTo>
                    <a:pt x="4737436" y="1058727"/>
                  </a:lnTo>
                  <a:lnTo>
                    <a:pt x="4740740" y="1069243"/>
                  </a:lnTo>
                  <a:lnTo>
                    <a:pt x="4744044" y="1089456"/>
                  </a:lnTo>
                  <a:lnTo>
                    <a:pt x="4747347" y="1117020"/>
                  </a:lnTo>
                  <a:lnTo>
                    <a:pt x="4750651" y="1100828"/>
                  </a:lnTo>
                  <a:lnTo>
                    <a:pt x="4753954" y="1078321"/>
                  </a:lnTo>
                  <a:lnTo>
                    <a:pt x="4757258" y="1102862"/>
                  </a:lnTo>
                  <a:lnTo>
                    <a:pt x="4760562" y="1100033"/>
                  </a:lnTo>
                  <a:lnTo>
                    <a:pt x="4763865" y="1089758"/>
                  </a:lnTo>
                  <a:lnTo>
                    <a:pt x="4767169" y="1111302"/>
                  </a:lnTo>
                  <a:lnTo>
                    <a:pt x="4770473" y="1115195"/>
                  </a:lnTo>
                  <a:lnTo>
                    <a:pt x="4773776" y="1089456"/>
                  </a:lnTo>
                  <a:lnTo>
                    <a:pt x="4777080" y="1100893"/>
                  </a:lnTo>
                  <a:lnTo>
                    <a:pt x="4780384" y="1111831"/>
                  </a:lnTo>
                  <a:lnTo>
                    <a:pt x="4783687" y="1111079"/>
                  </a:lnTo>
                  <a:lnTo>
                    <a:pt x="4786991" y="1111079"/>
                  </a:lnTo>
                  <a:lnTo>
                    <a:pt x="4790295" y="1111079"/>
                  </a:lnTo>
                  <a:lnTo>
                    <a:pt x="4793598" y="1119550"/>
                  </a:lnTo>
                  <a:lnTo>
                    <a:pt x="4796902" y="1111079"/>
                  </a:lnTo>
                  <a:lnTo>
                    <a:pt x="4800206" y="1125680"/>
                  </a:lnTo>
                  <a:lnTo>
                    <a:pt x="4803509" y="1123988"/>
                  </a:lnTo>
                  <a:lnTo>
                    <a:pt x="4806813" y="1152134"/>
                  </a:lnTo>
                  <a:lnTo>
                    <a:pt x="4810117" y="1154519"/>
                  </a:lnTo>
                  <a:lnTo>
                    <a:pt x="4813420" y="1125680"/>
                  </a:lnTo>
                  <a:lnTo>
                    <a:pt x="4816724" y="1139086"/>
                  </a:lnTo>
                  <a:lnTo>
                    <a:pt x="4820028" y="1155625"/>
                  </a:lnTo>
                  <a:lnTo>
                    <a:pt x="4823331" y="1153273"/>
                  </a:lnTo>
                  <a:lnTo>
                    <a:pt x="4826635" y="1160839"/>
                  </a:lnTo>
                  <a:lnTo>
                    <a:pt x="4829938" y="1160839"/>
                  </a:lnTo>
                  <a:lnTo>
                    <a:pt x="4833242" y="1162935"/>
                  </a:lnTo>
                  <a:lnTo>
                    <a:pt x="4836546" y="1150295"/>
                  </a:lnTo>
                  <a:lnTo>
                    <a:pt x="4839849" y="1149013"/>
                  </a:lnTo>
                  <a:lnTo>
                    <a:pt x="4843153" y="1161163"/>
                  </a:lnTo>
                  <a:lnTo>
                    <a:pt x="4846457" y="1154290"/>
                  </a:lnTo>
                  <a:lnTo>
                    <a:pt x="4849760" y="1124640"/>
                  </a:lnTo>
                  <a:lnTo>
                    <a:pt x="4853064" y="1129360"/>
                  </a:lnTo>
                  <a:lnTo>
                    <a:pt x="4856368" y="1123900"/>
                  </a:lnTo>
                  <a:lnTo>
                    <a:pt x="4859671" y="1129696"/>
                  </a:lnTo>
                  <a:lnTo>
                    <a:pt x="4862975" y="1089411"/>
                  </a:lnTo>
                  <a:lnTo>
                    <a:pt x="4866279" y="1146037"/>
                  </a:lnTo>
                  <a:lnTo>
                    <a:pt x="4869582" y="1150793"/>
                  </a:lnTo>
                  <a:lnTo>
                    <a:pt x="4872886" y="1145845"/>
                  </a:lnTo>
                  <a:lnTo>
                    <a:pt x="4876190" y="1146100"/>
                  </a:lnTo>
                  <a:lnTo>
                    <a:pt x="4879493" y="1132695"/>
                  </a:lnTo>
                  <a:lnTo>
                    <a:pt x="4882797" y="1111011"/>
                  </a:lnTo>
                  <a:lnTo>
                    <a:pt x="4886101" y="1122722"/>
                  </a:lnTo>
                  <a:lnTo>
                    <a:pt x="4889404" y="1130360"/>
                  </a:lnTo>
                  <a:lnTo>
                    <a:pt x="4892708" y="1130360"/>
                  </a:lnTo>
                  <a:lnTo>
                    <a:pt x="4896012" y="1129881"/>
                  </a:lnTo>
                  <a:lnTo>
                    <a:pt x="4899315" y="1118264"/>
                  </a:lnTo>
                  <a:lnTo>
                    <a:pt x="4902619" y="1150989"/>
                  </a:lnTo>
                  <a:lnTo>
                    <a:pt x="4905922" y="1158754"/>
                  </a:lnTo>
                  <a:lnTo>
                    <a:pt x="4909226" y="1113352"/>
                  </a:lnTo>
                  <a:lnTo>
                    <a:pt x="4912530" y="1146100"/>
                  </a:lnTo>
                  <a:lnTo>
                    <a:pt x="4915833" y="1132695"/>
                  </a:lnTo>
                  <a:lnTo>
                    <a:pt x="4919137" y="1132695"/>
                  </a:lnTo>
                  <a:lnTo>
                    <a:pt x="4922441" y="1144959"/>
                  </a:lnTo>
                  <a:lnTo>
                    <a:pt x="4925744" y="1147322"/>
                  </a:lnTo>
                  <a:lnTo>
                    <a:pt x="4929048" y="1090717"/>
                  </a:lnTo>
                  <a:lnTo>
                    <a:pt x="4932352" y="1131002"/>
                  </a:lnTo>
                  <a:lnTo>
                    <a:pt x="4935655" y="1075673"/>
                  </a:lnTo>
                  <a:lnTo>
                    <a:pt x="4938959" y="1067558"/>
                  </a:lnTo>
                  <a:lnTo>
                    <a:pt x="4942263" y="1056382"/>
                  </a:lnTo>
                  <a:lnTo>
                    <a:pt x="4945566" y="1114266"/>
                  </a:lnTo>
                  <a:lnTo>
                    <a:pt x="4948870" y="1126916"/>
                  </a:lnTo>
                  <a:lnTo>
                    <a:pt x="4952174" y="1129881"/>
                  </a:lnTo>
                  <a:lnTo>
                    <a:pt x="4955477" y="1123909"/>
                  </a:lnTo>
                  <a:lnTo>
                    <a:pt x="4958781" y="1087846"/>
                  </a:lnTo>
                  <a:lnTo>
                    <a:pt x="4962085" y="1104352"/>
                  </a:lnTo>
                  <a:lnTo>
                    <a:pt x="4965388" y="1120777"/>
                  </a:lnTo>
                  <a:lnTo>
                    <a:pt x="4968692" y="1124667"/>
                  </a:lnTo>
                  <a:lnTo>
                    <a:pt x="4971995" y="1099399"/>
                  </a:lnTo>
                  <a:lnTo>
                    <a:pt x="4975299" y="1053156"/>
                  </a:lnTo>
                  <a:lnTo>
                    <a:pt x="4978603" y="1046162"/>
                  </a:lnTo>
                  <a:lnTo>
                    <a:pt x="4981906" y="1066197"/>
                  </a:lnTo>
                  <a:lnTo>
                    <a:pt x="4985210" y="1092076"/>
                  </a:lnTo>
                  <a:lnTo>
                    <a:pt x="4988514" y="1087403"/>
                  </a:lnTo>
                  <a:lnTo>
                    <a:pt x="4991817" y="1085384"/>
                  </a:lnTo>
                  <a:lnTo>
                    <a:pt x="4995121" y="1095208"/>
                  </a:lnTo>
                  <a:lnTo>
                    <a:pt x="4998425" y="1108911"/>
                  </a:lnTo>
                  <a:lnTo>
                    <a:pt x="5001728" y="1108911"/>
                  </a:lnTo>
                  <a:lnTo>
                    <a:pt x="5005032" y="1067897"/>
                  </a:lnTo>
                  <a:lnTo>
                    <a:pt x="5008336" y="1067897"/>
                  </a:lnTo>
                  <a:lnTo>
                    <a:pt x="5011639" y="1050414"/>
                  </a:lnTo>
                  <a:lnTo>
                    <a:pt x="5014943" y="1044458"/>
                  </a:lnTo>
                  <a:lnTo>
                    <a:pt x="5018247" y="1050859"/>
                  </a:lnTo>
                  <a:lnTo>
                    <a:pt x="5021550" y="1087050"/>
                  </a:lnTo>
                  <a:lnTo>
                    <a:pt x="5024854" y="1060722"/>
                  </a:lnTo>
                  <a:lnTo>
                    <a:pt x="5028158" y="1028504"/>
                  </a:lnTo>
                  <a:lnTo>
                    <a:pt x="5031461" y="1036452"/>
                  </a:lnTo>
                  <a:lnTo>
                    <a:pt x="5034765" y="1052168"/>
                  </a:lnTo>
                  <a:lnTo>
                    <a:pt x="5038069" y="1057351"/>
                  </a:lnTo>
                  <a:lnTo>
                    <a:pt x="5041372" y="1032992"/>
                  </a:lnTo>
                  <a:lnTo>
                    <a:pt x="5044676" y="1014443"/>
                  </a:lnTo>
                  <a:lnTo>
                    <a:pt x="5047979" y="1022590"/>
                  </a:lnTo>
                  <a:lnTo>
                    <a:pt x="5051283" y="1031042"/>
                  </a:lnTo>
                  <a:lnTo>
                    <a:pt x="5054587" y="1046450"/>
                  </a:lnTo>
                  <a:lnTo>
                    <a:pt x="5057890" y="1069582"/>
                  </a:lnTo>
                  <a:lnTo>
                    <a:pt x="5061194" y="1059045"/>
                  </a:lnTo>
                  <a:lnTo>
                    <a:pt x="5064498" y="1031885"/>
                  </a:lnTo>
                  <a:lnTo>
                    <a:pt x="5067801" y="1031885"/>
                  </a:lnTo>
                  <a:lnTo>
                    <a:pt x="5071105" y="973628"/>
                  </a:lnTo>
                  <a:lnTo>
                    <a:pt x="5074409" y="982579"/>
                  </a:lnTo>
                  <a:lnTo>
                    <a:pt x="5077712" y="986342"/>
                  </a:lnTo>
                  <a:lnTo>
                    <a:pt x="5081016" y="1001996"/>
                  </a:lnTo>
                  <a:lnTo>
                    <a:pt x="5084320" y="979551"/>
                  </a:lnTo>
                  <a:lnTo>
                    <a:pt x="5087623" y="970991"/>
                  </a:lnTo>
                  <a:lnTo>
                    <a:pt x="5090927" y="979069"/>
                  </a:lnTo>
                  <a:lnTo>
                    <a:pt x="5094231" y="992142"/>
                  </a:lnTo>
                  <a:lnTo>
                    <a:pt x="5097534" y="939113"/>
                  </a:lnTo>
                  <a:lnTo>
                    <a:pt x="5100838" y="940615"/>
                  </a:lnTo>
                  <a:lnTo>
                    <a:pt x="5104142" y="970584"/>
                  </a:lnTo>
                  <a:lnTo>
                    <a:pt x="5107445" y="960936"/>
                  </a:lnTo>
                  <a:lnTo>
                    <a:pt x="5110749" y="935358"/>
                  </a:lnTo>
                  <a:lnTo>
                    <a:pt x="5114053" y="939230"/>
                  </a:lnTo>
                  <a:lnTo>
                    <a:pt x="5117356" y="948214"/>
                  </a:lnTo>
                  <a:lnTo>
                    <a:pt x="5120660" y="948244"/>
                  </a:lnTo>
                  <a:lnTo>
                    <a:pt x="5123963" y="892528"/>
                  </a:lnTo>
                  <a:lnTo>
                    <a:pt x="5127267" y="874704"/>
                  </a:lnTo>
                  <a:lnTo>
                    <a:pt x="5130571" y="896291"/>
                  </a:lnTo>
                  <a:lnTo>
                    <a:pt x="5133874" y="900616"/>
                  </a:lnTo>
                  <a:lnTo>
                    <a:pt x="5137178" y="880681"/>
                  </a:lnTo>
                  <a:lnTo>
                    <a:pt x="5140482" y="884093"/>
                  </a:lnTo>
                  <a:lnTo>
                    <a:pt x="5143785" y="846568"/>
                  </a:lnTo>
                  <a:lnTo>
                    <a:pt x="5147089" y="868393"/>
                  </a:lnTo>
                  <a:lnTo>
                    <a:pt x="5150393" y="818725"/>
                  </a:lnTo>
                  <a:lnTo>
                    <a:pt x="5153696" y="754741"/>
                  </a:lnTo>
                  <a:lnTo>
                    <a:pt x="5157000" y="766336"/>
                  </a:lnTo>
                  <a:lnTo>
                    <a:pt x="5160304" y="779243"/>
                  </a:lnTo>
                  <a:lnTo>
                    <a:pt x="5163607" y="750971"/>
                  </a:lnTo>
                  <a:lnTo>
                    <a:pt x="5166911" y="732044"/>
                  </a:lnTo>
                  <a:lnTo>
                    <a:pt x="5170215" y="723725"/>
                  </a:lnTo>
                  <a:lnTo>
                    <a:pt x="5173518" y="722866"/>
                  </a:lnTo>
                  <a:lnTo>
                    <a:pt x="5176822" y="741466"/>
                  </a:lnTo>
                  <a:lnTo>
                    <a:pt x="5180126" y="763834"/>
                  </a:lnTo>
                  <a:lnTo>
                    <a:pt x="5183429" y="700558"/>
                  </a:lnTo>
                  <a:lnTo>
                    <a:pt x="5186733" y="666494"/>
                  </a:lnTo>
                  <a:lnTo>
                    <a:pt x="5190037" y="634560"/>
                  </a:lnTo>
                  <a:lnTo>
                    <a:pt x="5193340" y="643891"/>
                  </a:lnTo>
                  <a:lnTo>
                    <a:pt x="5196644" y="621108"/>
                  </a:lnTo>
                  <a:lnTo>
                    <a:pt x="5199947" y="547218"/>
                  </a:lnTo>
                  <a:lnTo>
                    <a:pt x="5203251" y="539190"/>
                  </a:lnTo>
                  <a:lnTo>
                    <a:pt x="5206555" y="470103"/>
                  </a:lnTo>
                  <a:lnTo>
                    <a:pt x="5209858" y="445226"/>
                  </a:lnTo>
                  <a:lnTo>
                    <a:pt x="5213162" y="409694"/>
                  </a:lnTo>
                  <a:lnTo>
                    <a:pt x="5216466" y="349668"/>
                  </a:lnTo>
                  <a:lnTo>
                    <a:pt x="5219769" y="336764"/>
                  </a:lnTo>
                  <a:lnTo>
                    <a:pt x="5223073" y="278594"/>
                  </a:lnTo>
                  <a:lnTo>
                    <a:pt x="5226377" y="275205"/>
                  </a:lnTo>
                  <a:lnTo>
                    <a:pt x="5229680" y="193297"/>
                  </a:lnTo>
                  <a:lnTo>
                    <a:pt x="5232984" y="189494"/>
                  </a:lnTo>
                  <a:lnTo>
                    <a:pt x="5236288" y="219345"/>
                  </a:lnTo>
                  <a:lnTo>
                    <a:pt x="5239591" y="211028"/>
                  </a:lnTo>
                  <a:lnTo>
                    <a:pt x="5242895" y="102358"/>
                  </a:lnTo>
                  <a:lnTo>
                    <a:pt x="5246199" y="62364"/>
                  </a:lnTo>
                  <a:lnTo>
                    <a:pt x="5249502" y="58352"/>
                  </a:lnTo>
                  <a:lnTo>
                    <a:pt x="5252806" y="41649"/>
                  </a:lnTo>
                  <a:lnTo>
                    <a:pt x="5256110" y="50161"/>
                  </a:lnTo>
                  <a:lnTo>
                    <a:pt x="5259413" y="36619"/>
                  </a:lnTo>
                  <a:lnTo>
                    <a:pt x="5262717" y="37908"/>
                  </a:lnTo>
                  <a:lnTo>
                    <a:pt x="5266021" y="44896"/>
                  </a:lnTo>
                  <a:lnTo>
                    <a:pt x="5269324" y="49775"/>
                  </a:lnTo>
                  <a:lnTo>
                    <a:pt x="5272628" y="49251"/>
                  </a:lnTo>
                  <a:lnTo>
                    <a:pt x="5275931" y="54790"/>
                  </a:lnTo>
                  <a:lnTo>
                    <a:pt x="5279235" y="57230"/>
                  </a:lnTo>
                  <a:lnTo>
                    <a:pt x="5282539" y="81334"/>
                  </a:lnTo>
                  <a:lnTo>
                    <a:pt x="5285842" y="104542"/>
                  </a:lnTo>
                  <a:lnTo>
                    <a:pt x="5289146" y="94818"/>
                  </a:lnTo>
                  <a:lnTo>
                    <a:pt x="5292450" y="171380"/>
                  </a:lnTo>
                  <a:lnTo>
                    <a:pt x="5295753" y="195723"/>
                  </a:lnTo>
                  <a:lnTo>
                    <a:pt x="5299057" y="265772"/>
                  </a:lnTo>
                  <a:lnTo>
                    <a:pt x="5302361" y="192284"/>
                  </a:lnTo>
                  <a:lnTo>
                    <a:pt x="5305664" y="130722"/>
                  </a:lnTo>
                  <a:lnTo>
                    <a:pt x="5308968" y="93173"/>
                  </a:lnTo>
                  <a:lnTo>
                    <a:pt x="5312272" y="85165"/>
                  </a:lnTo>
                  <a:lnTo>
                    <a:pt x="5315575" y="85229"/>
                  </a:lnTo>
                  <a:lnTo>
                    <a:pt x="5318879" y="76469"/>
                  </a:lnTo>
                  <a:lnTo>
                    <a:pt x="5322183" y="55594"/>
                  </a:lnTo>
                  <a:lnTo>
                    <a:pt x="5325486" y="54829"/>
                  </a:lnTo>
                  <a:lnTo>
                    <a:pt x="5328790" y="54829"/>
                  </a:lnTo>
                  <a:lnTo>
                    <a:pt x="5332094" y="45441"/>
                  </a:lnTo>
                  <a:lnTo>
                    <a:pt x="5335397" y="58841"/>
                  </a:lnTo>
                  <a:lnTo>
                    <a:pt x="5338701" y="151954"/>
                  </a:lnTo>
                  <a:lnTo>
                    <a:pt x="5342005" y="130578"/>
                  </a:lnTo>
                  <a:lnTo>
                    <a:pt x="5345308" y="110835"/>
                  </a:lnTo>
                  <a:lnTo>
                    <a:pt x="5348612" y="82425"/>
                  </a:lnTo>
                  <a:lnTo>
                    <a:pt x="5351915" y="59088"/>
                  </a:lnTo>
                  <a:lnTo>
                    <a:pt x="5355219" y="59088"/>
                  </a:lnTo>
                  <a:lnTo>
                    <a:pt x="5358523" y="59088"/>
                  </a:lnTo>
                  <a:lnTo>
                    <a:pt x="5361826" y="48299"/>
                  </a:lnTo>
                  <a:lnTo>
                    <a:pt x="5365130" y="58479"/>
                  </a:lnTo>
                  <a:lnTo>
                    <a:pt x="5368434" y="49170"/>
                  </a:lnTo>
                  <a:lnTo>
                    <a:pt x="5371737" y="51630"/>
                  </a:lnTo>
                  <a:lnTo>
                    <a:pt x="5375041" y="64627"/>
                  </a:lnTo>
                  <a:lnTo>
                    <a:pt x="5378345" y="61123"/>
                  </a:lnTo>
                  <a:lnTo>
                    <a:pt x="5381648" y="47407"/>
                  </a:lnTo>
                  <a:lnTo>
                    <a:pt x="5384952" y="60827"/>
                  </a:lnTo>
                  <a:lnTo>
                    <a:pt x="5388256" y="70631"/>
                  </a:lnTo>
                  <a:lnTo>
                    <a:pt x="5391559" y="38705"/>
                  </a:lnTo>
                  <a:lnTo>
                    <a:pt x="5394863" y="42625"/>
                  </a:lnTo>
                  <a:lnTo>
                    <a:pt x="5398167" y="40079"/>
                  </a:lnTo>
                  <a:lnTo>
                    <a:pt x="5401470" y="29712"/>
                  </a:lnTo>
                  <a:lnTo>
                    <a:pt x="5404774" y="31411"/>
                  </a:lnTo>
                  <a:lnTo>
                    <a:pt x="5408078" y="30122"/>
                  </a:lnTo>
                  <a:lnTo>
                    <a:pt x="5411381" y="19076"/>
                  </a:lnTo>
                  <a:lnTo>
                    <a:pt x="5414685" y="29864"/>
                  </a:lnTo>
                  <a:lnTo>
                    <a:pt x="5417988" y="48363"/>
                  </a:lnTo>
                  <a:lnTo>
                    <a:pt x="5421292" y="32397"/>
                  </a:lnTo>
                  <a:lnTo>
                    <a:pt x="5424596" y="32397"/>
                  </a:lnTo>
                  <a:lnTo>
                    <a:pt x="5427899" y="45208"/>
                  </a:lnTo>
                  <a:lnTo>
                    <a:pt x="5431203" y="60424"/>
                  </a:lnTo>
                  <a:lnTo>
                    <a:pt x="5434507" y="56323"/>
                  </a:lnTo>
                  <a:lnTo>
                    <a:pt x="5437810" y="98800"/>
                  </a:lnTo>
                  <a:lnTo>
                    <a:pt x="5441114" y="174005"/>
                  </a:lnTo>
                  <a:lnTo>
                    <a:pt x="5444418" y="308864"/>
                  </a:lnTo>
                  <a:lnTo>
                    <a:pt x="5447721" y="334534"/>
                  </a:lnTo>
                  <a:lnTo>
                    <a:pt x="5451025" y="306144"/>
                  </a:lnTo>
                  <a:lnTo>
                    <a:pt x="5454329" y="292669"/>
                  </a:lnTo>
                  <a:lnTo>
                    <a:pt x="5457632" y="330419"/>
                  </a:lnTo>
                  <a:lnTo>
                    <a:pt x="5460936" y="290327"/>
                  </a:lnTo>
                  <a:lnTo>
                    <a:pt x="5464240" y="283191"/>
                  </a:lnTo>
                  <a:lnTo>
                    <a:pt x="5467543" y="282833"/>
                  </a:lnTo>
                  <a:lnTo>
                    <a:pt x="5470847" y="224290"/>
                  </a:lnTo>
                  <a:lnTo>
                    <a:pt x="5474151" y="185000"/>
                  </a:lnTo>
                  <a:lnTo>
                    <a:pt x="5477454" y="178318"/>
                  </a:lnTo>
                  <a:lnTo>
                    <a:pt x="5480758" y="152673"/>
                  </a:lnTo>
                  <a:lnTo>
                    <a:pt x="5484062" y="128143"/>
                  </a:lnTo>
                  <a:lnTo>
                    <a:pt x="5487365" y="124859"/>
                  </a:lnTo>
                  <a:lnTo>
                    <a:pt x="5490669" y="103199"/>
                  </a:lnTo>
                  <a:lnTo>
                    <a:pt x="5493972" y="110744"/>
                  </a:lnTo>
                  <a:lnTo>
                    <a:pt x="5497276" y="185813"/>
                  </a:lnTo>
                  <a:lnTo>
                    <a:pt x="5500580" y="156715"/>
                  </a:lnTo>
                  <a:lnTo>
                    <a:pt x="5503883" y="119526"/>
                  </a:lnTo>
                  <a:lnTo>
                    <a:pt x="5507187" y="137497"/>
                  </a:lnTo>
                  <a:lnTo>
                    <a:pt x="5510491" y="141714"/>
                  </a:lnTo>
                  <a:lnTo>
                    <a:pt x="5513794" y="203114"/>
                  </a:lnTo>
                  <a:lnTo>
                    <a:pt x="5517098" y="195419"/>
                  </a:lnTo>
                  <a:lnTo>
                    <a:pt x="5520402" y="240595"/>
                  </a:lnTo>
                  <a:lnTo>
                    <a:pt x="5523705" y="306422"/>
                  </a:lnTo>
                  <a:lnTo>
                    <a:pt x="5527009" y="392874"/>
                  </a:lnTo>
                  <a:lnTo>
                    <a:pt x="5530313" y="397394"/>
                  </a:lnTo>
                  <a:lnTo>
                    <a:pt x="5533616" y="378297"/>
                  </a:lnTo>
                  <a:lnTo>
                    <a:pt x="5536920" y="417183"/>
                  </a:lnTo>
                  <a:lnTo>
                    <a:pt x="5540224" y="435265"/>
                  </a:lnTo>
                  <a:lnTo>
                    <a:pt x="5543527" y="411065"/>
                  </a:lnTo>
                  <a:lnTo>
                    <a:pt x="5546831" y="380422"/>
                  </a:lnTo>
                  <a:lnTo>
                    <a:pt x="5550135" y="435091"/>
                  </a:lnTo>
                  <a:lnTo>
                    <a:pt x="5553438" y="313076"/>
                  </a:lnTo>
                  <a:lnTo>
                    <a:pt x="5556742" y="238017"/>
                  </a:lnTo>
                  <a:lnTo>
                    <a:pt x="5560046" y="224684"/>
                  </a:lnTo>
                  <a:lnTo>
                    <a:pt x="5563349" y="206640"/>
                  </a:lnTo>
                  <a:lnTo>
                    <a:pt x="5566653" y="166631"/>
                  </a:lnTo>
                  <a:lnTo>
                    <a:pt x="5569956" y="179810"/>
                  </a:lnTo>
                  <a:lnTo>
                    <a:pt x="5573260" y="115229"/>
                  </a:lnTo>
                  <a:lnTo>
                    <a:pt x="5576564" y="102231"/>
                  </a:lnTo>
                  <a:lnTo>
                    <a:pt x="5579867" y="115561"/>
                  </a:lnTo>
                  <a:lnTo>
                    <a:pt x="5583171" y="113711"/>
                  </a:lnTo>
                  <a:lnTo>
                    <a:pt x="5586475" y="113711"/>
                  </a:lnTo>
                  <a:lnTo>
                    <a:pt x="5589778" y="137698"/>
                  </a:lnTo>
                  <a:lnTo>
                    <a:pt x="5593082" y="138792"/>
                  </a:lnTo>
                  <a:lnTo>
                    <a:pt x="5596386" y="169652"/>
                  </a:lnTo>
                  <a:lnTo>
                    <a:pt x="5599689" y="208641"/>
                  </a:lnTo>
                  <a:lnTo>
                    <a:pt x="5602993" y="287531"/>
                  </a:lnTo>
                  <a:lnTo>
                    <a:pt x="5606297" y="206144"/>
                  </a:lnTo>
                  <a:lnTo>
                    <a:pt x="5609600" y="260721"/>
                  </a:lnTo>
                  <a:lnTo>
                    <a:pt x="5612904" y="266682"/>
                  </a:lnTo>
                  <a:lnTo>
                    <a:pt x="5616208" y="407003"/>
                  </a:lnTo>
                  <a:lnTo>
                    <a:pt x="5619511" y="406748"/>
                  </a:lnTo>
                  <a:lnTo>
                    <a:pt x="5622815" y="518349"/>
                  </a:lnTo>
                  <a:lnTo>
                    <a:pt x="5626119" y="506717"/>
                  </a:lnTo>
                  <a:lnTo>
                    <a:pt x="5629422" y="558646"/>
                  </a:lnTo>
                  <a:lnTo>
                    <a:pt x="5632726" y="544290"/>
                  </a:lnTo>
                  <a:lnTo>
                    <a:pt x="5636030" y="666246"/>
                  </a:lnTo>
                  <a:lnTo>
                    <a:pt x="5639333" y="693981"/>
                  </a:lnTo>
                  <a:lnTo>
                    <a:pt x="5642637" y="644104"/>
                  </a:lnTo>
                  <a:lnTo>
                    <a:pt x="5645940" y="642982"/>
                  </a:lnTo>
                  <a:lnTo>
                    <a:pt x="5649244" y="681655"/>
                  </a:lnTo>
                  <a:lnTo>
                    <a:pt x="5652548" y="716641"/>
                  </a:lnTo>
                  <a:lnTo>
                    <a:pt x="5655851" y="693078"/>
                  </a:lnTo>
                  <a:lnTo>
                    <a:pt x="5659155" y="695919"/>
                  </a:lnTo>
                  <a:lnTo>
                    <a:pt x="5662459" y="654081"/>
                  </a:lnTo>
                  <a:lnTo>
                    <a:pt x="5665762" y="682152"/>
                  </a:lnTo>
                  <a:lnTo>
                    <a:pt x="5669066" y="685432"/>
                  </a:lnTo>
                  <a:lnTo>
                    <a:pt x="5672370" y="681541"/>
                  </a:lnTo>
                  <a:lnTo>
                    <a:pt x="5675673" y="515977"/>
                  </a:lnTo>
                  <a:lnTo>
                    <a:pt x="5678977" y="386894"/>
                  </a:lnTo>
                  <a:lnTo>
                    <a:pt x="5682281" y="347318"/>
                  </a:lnTo>
                  <a:lnTo>
                    <a:pt x="5685584" y="308122"/>
                  </a:lnTo>
                  <a:lnTo>
                    <a:pt x="5688888" y="325854"/>
                  </a:lnTo>
                  <a:lnTo>
                    <a:pt x="5692192" y="274074"/>
                  </a:lnTo>
                  <a:lnTo>
                    <a:pt x="5695495" y="219199"/>
                  </a:lnTo>
                  <a:lnTo>
                    <a:pt x="5698799" y="186273"/>
                  </a:lnTo>
                  <a:lnTo>
                    <a:pt x="5702103" y="242837"/>
                  </a:lnTo>
                  <a:lnTo>
                    <a:pt x="5705406" y="111969"/>
                  </a:lnTo>
                  <a:lnTo>
                    <a:pt x="5708710" y="140133"/>
                  </a:lnTo>
                  <a:lnTo>
                    <a:pt x="5712014" y="113579"/>
                  </a:lnTo>
                  <a:lnTo>
                    <a:pt x="5715317" y="98420"/>
                  </a:lnTo>
                  <a:lnTo>
                    <a:pt x="5718621" y="98420"/>
                  </a:lnTo>
                  <a:lnTo>
                    <a:pt x="5721924" y="97334"/>
                  </a:lnTo>
                  <a:lnTo>
                    <a:pt x="5725228" y="90617"/>
                  </a:lnTo>
                  <a:lnTo>
                    <a:pt x="5728532" y="90617"/>
                  </a:lnTo>
                  <a:lnTo>
                    <a:pt x="5731835" y="106928"/>
                  </a:lnTo>
                  <a:lnTo>
                    <a:pt x="5735139" y="134189"/>
                  </a:lnTo>
                  <a:lnTo>
                    <a:pt x="5738443" y="204048"/>
                  </a:lnTo>
                  <a:lnTo>
                    <a:pt x="5741746" y="221631"/>
                  </a:lnTo>
                  <a:lnTo>
                    <a:pt x="5745050" y="223318"/>
                  </a:lnTo>
                  <a:lnTo>
                    <a:pt x="5748354" y="226144"/>
                  </a:lnTo>
                  <a:lnTo>
                    <a:pt x="5751657" y="214452"/>
                  </a:lnTo>
                  <a:lnTo>
                    <a:pt x="5754961" y="254981"/>
                  </a:lnTo>
                  <a:lnTo>
                    <a:pt x="5758265" y="244441"/>
                  </a:lnTo>
                  <a:lnTo>
                    <a:pt x="5761568" y="379600"/>
                  </a:lnTo>
                  <a:lnTo>
                    <a:pt x="5764872" y="378782"/>
                  </a:lnTo>
                  <a:lnTo>
                    <a:pt x="5768176" y="430435"/>
                  </a:lnTo>
                  <a:lnTo>
                    <a:pt x="5771479" y="489134"/>
                  </a:lnTo>
                  <a:lnTo>
                    <a:pt x="5774783" y="533722"/>
                  </a:lnTo>
                  <a:lnTo>
                    <a:pt x="5778087" y="502968"/>
                  </a:lnTo>
                  <a:lnTo>
                    <a:pt x="5781390" y="477670"/>
                  </a:lnTo>
                  <a:lnTo>
                    <a:pt x="5784694" y="381897"/>
                  </a:lnTo>
                  <a:lnTo>
                    <a:pt x="5787997" y="357472"/>
                  </a:lnTo>
                  <a:lnTo>
                    <a:pt x="5791301" y="446905"/>
                  </a:lnTo>
                  <a:lnTo>
                    <a:pt x="5794605" y="392945"/>
                  </a:lnTo>
                  <a:lnTo>
                    <a:pt x="5797908" y="371701"/>
                  </a:lnTo>
                  <a:lnTo>
                    <a:pt x="5801212" y="340316"/>
                  </a:lnTo>
                  <a:lnTo>
                    <a:pt x="5804516" y="324334"/>
                  </a:lnTo>
                  <a:lnTo>
                    <a:pt x="5807819" y="325152"/>
                  </a:lnTo>
                  <a:lnTo>
                    <a:pt x="5811123" y="322900"/>
                  </a:lnTo>
                  <a:lnTo>
                    <a:pt x="5814427" y="324354"/>
                  </a:lnTo>
                  <a:lnTo>
                    <a:pt x="5817730" y="332342"/>
                  </a:lnTo>
                  <a:lnTo>
                    <a:pt x="5821034" y="333178"/>
                  </a:lnTo>
                  <a:lnTo>
                    <a:pt x="5824338" y="363941"/>
                  </a:lnTo>
                  <a:lnTo>
                    <a:pt x="5827641" y="342646"/>
                  </a:lnTo>
                  <a:lnTo>
                    <a:pt x="5830945" y="335732"/>
                  </a:lnTo>
                  <a:lnTo>
                    <a:pt x="5834249" y="318538"/>
                  </a:lnTo>
                  <a:lnTo>
                    <a:pt x="5837552" y="391514"/>
                  </a:lnTo>
                  <a:lnTo>
                    <a:pt x="5840856" y="391514"/>
                  </a:lnTo>
                  <a:lnTo>
                    <a:pt x="5844160" y="401821"/>
                  </a:lnTo>
                  <a:lnTo>
                    <a:pt x="5847463" y="390027"/>
                  </a:lnTo>
                  <a:lnTo>
                    <a:pt x="5850767" y="386852"/>
                  </a:lnTo>
                  <a:lnTo>
                    <a:pt x="5854071" y="404029"/>
                  </a:lnTo>
                  <a:lnTo>
                    <a:pt x="5857374" y="407831"/>
                  </a:lnTo>
                  <a:lnTo>
                    <a:pt x="5860678" y="432116"/>
                  </a:lnTo>
                  <a:lnTo>
                    <a:pt x="5863981" y="445152"/>
                  </a:lnTo>
                  <a:lnTo>
                    <a:pt x="5867285" y="451386"/>
                  </a:lnTo>
                  <a:lnTo>
                    <a:pt x="5870589" y="503793"/>
                  </a:lnTo>
                  <a:lnTo>
                    <a:pt x="5873892" y="552083"/>
                  </a:lnTo>
                  <a:lnTo>
                    <a:pt x="5877196" y="544763"/>
                  </a:lnTo>
                  <a:lnTo>
                    <a:pt x="5880500" y="558351"/>
                  </a:lnTo>
                  <a:lnTo>
                    <a:pt x="5883803" y="566975"/>
                  </a:lnTo>
                  <a:lnTo>
                    <a:pt x="5887107" y="593770"/>
                  </a:lnTo>
                  <a:lnTo>
                    <a:pt x="5890411" y="646720"/>
                  </a:lnTo>
                  <a:lnTo>
                    <a:pt x="5893714" y="671974"/>
                  </a:lnTo>
                  <a:lnTo>
                    <a:pt x="5897018" y="757268"/>
                  </a:lnTo>
                  <a:lnTo>
                    <a:pt x="5900322" y="777852"/>
                  </a:lnTo>
                  <a:lnTo>
                    <a:pt x="5903625" y="907869"/>
                  </a:lnTo>
                  <a:lnTo>
                    <a:pt x="5906929" y="915167"/>
                  </a:lnTo>
                  <a:lnTo>
                    <a:pt x="5910233" y="905373"/>
                  </a:lnTo>
                  <a:lnTo>
                    <a:pt x="5913536" y="910517"/>
                  </a:lnTo>
                  <a:lnTo>
                    <a:pt x="5916840" y="924150"/>
                  </a:lnTo>
                  <a:lnTo>
                    <a:pt x="5920144" y="987189"/>
                  </a:lnTo>
                  <a:lnTo>
                    <a:pt x="5923447" y="1011282"/>
                  </a:lnTo>
                  <a:lnTo>
                    <a:pt x="5926751" y="1036525"/>
                  </a:lnTo>
                  <a:lnTo>
                    <a:pt x="5930055" y="1010142"/>
                  </a:lnTo>
                  <a:lnTo>
                    <a:pt x="5933358" y="1017973"/>
                  </a:lnTo>
                  <a:lnTo>
                    <a:pt x="5936662" y="1019786"/>
                  </a:lnTo>
                  <a:lnTo>
                    <a:pt x="5939965" y="994033"/>
                  </a:lnTo>
                  <a:lnTo>
                    <a:pt x="5943269" y="997905"/>
                  </a:lnTo>
                  <a:lnTo>
                    <a:pt x="5946573" y="997507"/>
                  </a:lnTo>
                  <a:lnTo>
                    <a:pt x="5949876" y="1019576"/>
                  </a:lnTo>
                  <a:lnTo>
                    <a:pt x="5953180" y="1044017"/>
                  </a:lnTo>
                  <a:lnTo>
                    <a:pt x="5956484" y="1078194"/>
                  </a:lnTo>
                  <a:lnTo>
                    <a:pt x="5959787" y="1066759"/>
                  </a:lnTo>
                  <a:lnTo>
                    <a:pt x="5963091" y="1102301"/>
                  </a:lnTo>
                  <a:lnTo>
                    <a:pt x="5966395" y="1101715"/>
                  </a:lnTo>
                  <a:lnTo>
                    <a:pt x="5969698" y="1079217"/>
                  </a:lnTo>
                  <a:lnTo>
                    <a:pt x="5973002" y="1081151"/>
                  </a:lnTo>
                  <a:lnTo>
                    <a:pt x="5976306" y="1090170"/>
                  </a:lnTo>
                  <a:lnTo>
                    <a:pt x="5979609" y="1157057"/>
                  </a:lnTo>
                  <a:lnTo>
                    <a:pt x="5982913" y="1159655"/>
                  </a:lnTo>
                  <a:lnTo>
                    <a:pt x="5986217" y="1130620"/>
                  </a:lnTo>
                  <a:lnTo>
                    <a:pt x="5989520" y="1124948"/>
                  </a:lnTo>
                  <a:lnTo>
                    <a:pt x="5992824" y="1124948"/>
                  </a:lnTo>
                  <a:lnTo>
                    <a:pt x="5996128" y="1106239"/>
                  </a:lnTo>
                  <a:lnTo>
                    <a:pt x="5999431" y="1165804"/>
                  </a:lnTo>
                  <a:lnTo>
                    <a:pt x="6002735" y="1165040"/>
                  </a:lnTo>
                  <a:lnTo>
                    <a:pt x="6006039" y="1180817"/>
                  </a:lnTo>
                  <a:lnTo>
                    <a:pt x="6009342" y="1185260"/>
                  </a:lnTo>
                  <a:lnTo>
                    <a:pt x="6012646" y="1183826"/>
                  </a:lnTo>
                  <a:lnTo>
                    <a:pt x="6015949" y="1186053"/>
                  </a:lnTo>
                  <a:lnTo>
                    <a:pt x="6019253" y="1187274"/>
                  </a:lnTo>
                  <a:lnTo>
                    <a:pt x="6022557" y="1188556"/>
                  </a:lnTo>
                  <a:lnTo>
                    <a:pt x="6025860" y="1132098"/>
                  </a:lnTo>
                  <a:lnTo>
                    <a:pt x="6029164" y="1173967"/>
                  </a:lnTo>
                  <a:lnTo>
                    <a:pt x="6032468" y="1148435"/>
                  </a:lnTo>
                  <a:lnTo>
                    <a:pt x="6035771" y="1167777"/>
                  </a:lnTo>
                  <a:lnTo>
                    <a:pt x="6039075" y="1200314"/>
                  </a:lnTo>
                  <a:lnTo>
                    <a:pt x="6042379" y="1179883"/>
                  </a:lnTo>
                  <a:lnTo>
                    <a:pt x="6045682" y="1161381"/>
                  </a:lnTo>
                  <a:lnTo>
                    <a:pt x="6048986" y="1140331"/>
                  </a:lnTo>
                  <a:lnTo>
                    <a:pt x="6052290" y="1127811"/>
                  </a:lnTo>
                  <a:lnTo>
                    <a:pt x="6055593" y="1137623"/>
                  </a:lnTo>
                  <a:lnTo>
                    <a:pt x="6058897" y="1139257"/>
                  </a:lnTo>
                  <a:lnTo>
                    <a:pt x="6062201" y="1174331"/>
                  </a:lnTo>
                  <a:lnTo>
                    <a:pt x="6065504" y="1189010"/>
                  </a:lnTo>
                  <a:lnTo>
                    <a:pt x="6068808" y="1156537"/>
                  </a:lnTo>
                  <a:lnTo>
                    <a:pt x="6072112" y="1155393"/>
                  </a:lnTo>
                  <a:lnTo>
                    <a:pt x="6075415" y="1158306"/>
                  </a:lnTo>
                  <a:lnTo>
                    <a:pt x="6078719" y="1174331"/>
                  </a:lnTo>
                  <a:lnTo>
                    <a:pt x="6082023" y="1134210"/>
                  </a:lnTo>
                  <a:lnTo>
                    <a:pt x="6085326" y="1146200"/>
                  </a:lnTo>
                  <a:lnTo>
                    <a:pt x="6088630" y="1166323"/>
                  </a:lnTo>
                  <a:lnTo>
                    <a:pt x="6091933" y="1146708"/>
                  </a:lnTo>
                  <a:lnTo>
                    <a:pt x="6095237" y="1178517"/>
                  </a:lnTo>
                  <a:lnTo>
                    <a:pt x="6098541" y="1196545"/>
                  </a:lnTo>
                  <a:lnTo>
                    <a:pt x="6101844" y="1216958"/>
                  </a:lnTo>
                  <a:lnTo>
                    <a:pt x="6105148" y="1210975"/>
                  </a:lnTo>
                  <a:lnTo>
                    <a:pt x="6108452" y="1153892"/>
                  </a:lnTo>
                  <a:lnTo>
                    <a:pt x="6111755" y="1213640"/>
                  </a:lnTo>
                  <a:lnTo>
                    <a:pt x="6115059" y="1206961"/>
                  </a:lnTo>
                  <a:lnTo>
                    <a:pt x="6118363" y="1216697"/>
                  </a:lnTo>
                  <a:lnTo>
                    <a:pt x="6121666" y="1221577"/>
                  </a:lnTo>
                  <a:lnTo>
                    <a:pt x="6124970" y="1225671"/>
                  </a:lnTo>
                  <a:lnTo>
                    <a:pt x="6128274" y="1200575"/>
                  </a:lnTo>
                  <a:lnTo>
                    <a:pt x="6131577" y="1223755"/>
                  </a:lnTo>
                  <a:lnTo>
                    <a:pt x="6134881" y="1230437"/>
                  </a:lnTo>
                  <a:lnTo>
                    <a:pt x="6138185" y="1195127"/>
                  </a:lnTo>
                  <a:lnTo>
                    <a:pt x="6141488" y="1221414"/>
                  </a:lnTo>
                  <a:lnTo>
                    <a:pt x="6144792" y="1236122"/>
                  </a:lnTo>
                  <a:lnTo>
                    <a:pt x="6148096" y="1240689"/>
                  </a:lnTo>
                  <a:lnTo>
                    <a:pt x="6151399" y="1237992"/>
                  </a:lnTo>
                  <a:lnTo>
                    <a:pt x="6154703" y="1221060"/>
                  </a:lnTo>
                  <a:lnTo>
                    <a:pt x="6158007" y="1209773"/>
                  </a:lnTo>
                  <a:lnTo>
                    <a:pt x="6161310" y="1203441"/>
                  </a:lnTo>
                  <a:lnTo>
                    <a:pt x="6164614" y="1241347"/>
                  </a:lnTo>
                  <a:lnTo>
                    <a:pt x="6167917" y="1224120"/>
                  </a:lnTo>
                  <a:lnTo>
                    <a:pt x="6171221" y="1241585"/>
                  </a:lnTo>
                  <a:lnTo>
                    <a:pt x="6174525" y="1242296"/>
                  </a:lnTo>
                  <a:lnTo>
                    <a:pt x="6177828" y="1222393"/>
                  </a:lnTo>
                  <a:lnTo>
                    <a:pt x="6181132" y="1241526"/>
                  </a:lnTo>
                  <a:lnTo>
                    <a:pt x="6184436" y="1244787"/>
                  </a:lnTo>
                  <a:lnTo>
                    <a:pt x="6187739" y="1242433"/>
                  </a:lnTo>
                  <a:lnTo>
                    <a:pt x="6191043" y="1211730"/>
                  </a:lnTo>
                  <a:lnTo>
                    <a:pt x="6194347" y="1240608"/>
                  </a:lnTo>
                  <a:lnTo>
                    <a:pt x="6197650" y="1248093"/>
                  </a:lnTo>
                  <a:lnTo>
                    <a:pt x="6200954" y="1229669"/>
                  </a:lnTo>
                  <a:lnTo>
                    <a:pt x="6204258" y="1251529"/>
                  </a:lnTo>
                  <a:lnTo>
                    <a:pt x="6207561" y="1249179"/>
                  </a:lnTo>
                  <a:lnTo>
                    <a:pt x="6210865" y="1251090"/>
                  </a:lnTo>
                  <a:lnTo>
                    <a:pt x="6214169" y="1253490"/>
                  </a:lnTo>
                  <a:lnTo>
                    <a:pt x="6217472" y="1235927"/>
                  </a:lnTo>
                  <a:lnTo>
                    <a:pt x="6220776" y="1188282"/>
                  </a:lnTo>
                  <a:lnTo>
                    <a:pt x="6224080" y="1194196"/>
                  </a:lnTo>
                  <a:lnTo>
                    <a:pt x="6227383" y="1197944"/>
                  </a:lnTo>
                  <a:lnTo>
                    <a:pt x="6230687" y="1214776"/>
                  </a:lnTo>
                  <a:lnTo>
                    <a:pt x="6233990" y="1254295"/>
                  </a:lnTo>
                  <a:lnTo>
                    <a:pt x="6237294" y="1245348"/>
                  </a:lnTo>
                  <a:lnTo>
                    <a:pt x="6240598" y="1204299"/>
                  </a:lnTo>
                  <a:lnTo>
                    <a:pt x="6243901" y="1197359"/>
                  </a:lnTo>
                  <a:lnTo>
                    <a:pt x="6247205" y="1237068"/>
                  </a:lnTo>
                  <a:lnTo>
                    <a:pt x="6250509" y="1254295"/>
                  </a:lnTo>
                  <a:lnTo>
                    <a:pt x="6253812" y="1255223"/>
                  </a:lnTo>
                  <a:lnTo>
                    <a:pt x="6257116" y="1255871"/>
                  </a:lnTo>
                  <a:lnTo>
                    <a:pt x="6260420" y="1251623"/>
                  </a:lnTo>
                  <a:lnTo>
                    <a:pt x="6263723" y="1253656"/>
                  </a:lnTo>
                  <a:lnTo>
                    <a:pt x="6267027" y="1247808"/>
                  </a:lnTo>
                  <a:lnTo>
                    <a:pt x="6270331" y="1258610"/>
                  </a:lnTo>
                  <a:lnTo>
                    <a:pt x="6273634" y="1258572"/>
                  </a:lnTo>
                  <a:lnTo>
                    <a:pt x="6276938" y="1270523"/>
                  </a:lnTo>
                  <a:lnTo>
                    <a:pt x="6280242" y="1250039"/>
                  </a:lnTo>
                  <a:lnTo>
                    <a:pt x="6283545" y="1248614"/>
                  </a:lnTo>
                  <a:lnTo>
                    <a:pt x="6286849" y="1269740"/>
                  </a:lnTo>
                  <a:lnTo>
                    <a:pt x="6290153" y="1258342"/>
                  </a:lnTo>
                  <a:lnTo>
                    <a:pt x="6293456" y="1252341"/>
                  </a:lnTo>
                  <a:lnTo>
                    <a:pt x="6296760" y="1250880"/>
                  </a:lnTo>
                  <a:lnTo>
                    <a:pt x="6300064" y="1214135"/>
                  </a:lnTo>
                  <a:lnTo>
                    <a:pt x="6303367" y="1250547"/>
                  </a:lnTo>
                  <a:lnTo>
                    <a:pt x="6306671" y="1251120"/>
                  </a:lnTo>
                  <a:lnTo>
                    <a:pt x="6309974" y="1226682"/>
                  </a:lnTo>
                  <a:lnTo>
                    <a:pt x="6313278" y="1247335"/>
                  </a:lnTo>
                  <a:lnTo>
                    <a:pt x="6316582" y="1255227"/>
                  </a:lnTo>
                  <a:lnTo>
                    <a:pt x="6319885" y="1252341"/>
                  </a:lnTo>
                  <a:lnTo>
                    <a:pt x="6323189" y="1266790"/>
                  </a:lnTo>
                  <a:lnTo>
                    <a:pt x="6326493" y="1266870"/>
                  </a:lnTo>
                  <a:lnTo>
                    <a:pt x="6329796" y="1231579"/>
                  </a:lnTo>
                  <a:lnTo>
                    <a:pt x="6333100" y="1208627"/>
                  </a:lnTo>
                  <a:lnTo>
                    <a:pt x="6336404" y="1205686"/>
                  </a:lnTo>
                  <a:lnTo>
                    <a:pt x="6339707" y="1183302"/>
                  </a:lnTo>
                  <a:lnTo>
                    <a:pt x="6343011" y="1186756"/>
                  </a:lnTo>
                  <a:lnTo>
                    <a:pt x="6346315" y="1202693"/>
                  </a:lnTo>
                  <a:lnTo>
                    <a:pt x="6349618" y="1235356"/>
                  </a:lnTo>
                  <a:lnTo>
                    <a:pt x="6352922" y="1226945"/>
                  </a:lnTo>
                  <a:lnTo>
                    <a:pt x="6356226" y="1182121"/>
                  </a:lnTo>
                  <a:lnTo>
                    <a:pt x="6359529" y="1171162"/>
                  </a:lnTo>
                  <a:lnTo>
                    <a:pt x="6362833" y="1176097"/>
                  </a:lnTo>
                  <a:lnTo>
                    <a:pt x="6366137" y="1202468"/>
                  </a:lnTo>
                  <a:lnTo>
                    <a:pt x="6369440" y="1200568"/>
                  </a:lnTo>
                  <a:lnTo>
                    <a:pt x="6372744" y="1209919"/>
                  </a:lnTo>
                  <a:lnTo>
                    <a:pt x="6376048" y="1218097"/>
                  </a:lnTo>
                  <a:lnTo>
                    <a:pt x="6379351" y="1208397"/>
                  </a:lnTo>
                  <a:lnTo>
                    <a:pt x="6382655" y="1209504"/>
                  </a:lnTo>
                  <a:lnTo>
                    <a:pt x="6385958" y="1199925"/>
                  </a:lnTo>
                  <a:lnTo>
                    <a:pt x="6389262" y="1193544"/>
                  </a:lnTo>
                  <a:lnTo>
                    <a:pt x="6392566" y="1207562"/>
                  </a:lnTo>
                  <a:lnTo>
                    <a:pt x="6395869" y="1220942"/>
                  </a:lnTo>
                  <a:lnTo>
                    <a:pt x="6399173" y="1220942"/>
                  </a:lnTo>
                  <a:lnTo>
                    <a:pt x="6402477" y="1195064"/>
                  </a:lnTo>
                  <a:lnTo>
                    <a:pt x="6405780" y="1202468"/>
                  </a:lnTo>
                  <a:lnTo>
                    <a:pt x="6409084" y="1224479"/>
                  </a:lnTo>
                  <a:lnTo>
                    <a:pt x="6412388" y="1269549"/>
                  </a:lnTo>
                  <a:lnTo>
                    <a:pt x="6415691" y="1270702"/>
                  </a:lnTo>
                  <a:lnTo>
                    <a:pt x="6418995" y="1256786"/>
                  </a:lnTo>
                  <a:lnTo>
                    <a:pt x="6422299" y="1212149"/>
                  </a:lnTo>
                  <a:lnTo>
                    <a:pt x="6425602" y="1190733"/>
                  </a:lnTo>
                  <a:lnTo>
                    <a:pt x="6428906" y="1191005"/>
                  </a:lnTo>
                  <a:lnTo>
                    <a:pt x="6432210" y="1195052"/>
                  </a:lnTo>
                  <a:lnTo>
                    <a:pt x="6435513" y="1196841"/>
                  </a:lnTo>
                  <a:lnTo>
                    <a:pt x="6438817" y="1188310"/>
                  </a:lnTo>
                  <a:lnTo>
                    <a:pt x="6442121" y="1183742"/>
                  </a:lnTo>
                  <a:lnTo>
                    <a:pt x="6445424" y="1198334"/>
                  </a:lnTo>
                  <a:lnTo>
                    <a:pt x="6448728" y="1188310"/>
                  </a:lnTo>
                  <a:lnTo>
                    <a:pt x="6452032" y="1183742"/>
                  </a:lnTo>
                  <a:lnTo>
                    <a:pt x="6455335" y="1179219"/>
                  </a:lnTo>
                  <a:lnTo>
                    <a:pt x="6458639" y="1201378"/>
                  </a:lnTo>
                  <a:lnTo>
                    <a:pt x="6461942" y="1210146"/>
                  </a:lnTo>
                  <a:lnTo>
                    <a:pt x="6465246" y="1207201"/>
                  </a:lnTo>
                  <a:lnTo>
                    <a:pt x="6468550" y="1208645"/>
                  </a:lnTo>
                  <a:lnTo>
                    <a:pt x="6471853" y="1254887"/>
                  </a:lnTo>
                  <a:lnTo>
                    <a:pt x="6475157" y="1263426"/>
                  </a:lnTo>
                  <a:lnTo>
                    <a:pt x="6478461" y="1220929"/>
                  </a:lnTo>
                  <a:lnTo>
                    <a:pt x="6481764" y="1220929"/>
                  </a:lnTo>
                  <a:lnTo>
                    <a:pt x="6485068" y="1218670"/>
                  </a:lnTo>
                  <a:lnTo>
                    <a:pt x="6488372" y="1220929"/>
                  </a:lnTo>
                  <a:lnTo>
                    <a:pt x="6491675" y="1202456"/>
                  </a:lnTo>
                  <a:lnTo>
                    <a:pt x="6494979" y="1185663"/>
                  </a:lnTo>
                  <a:lnTo>
                    <a:pt x="6498283" y="1195052"/>
                  </a:lnTo>
                  <a:lnTo>
                    <a:pt x="6501586" y="1185964"/>
                  </a:lnTo>
                  <a:lnTo>
                    <a:pt x="6504890" y="1191005"/>
                  </a:lnTo>
                  <a:lnTo>
                    <a:pt x="6508194" y="1204364"/>
                  </a:lnTo>
                  <a:lnTo>
                    <a:pt x="6511497" y="1218670"/>
                  </a:lnTo>
                  <a:lnTo>
                    <a:pt x="6514801" y="1251764"/>
                  </a:lnTo>
                  <a:lnTo>
                    <a:pt x="6518105" y="1243275"/>
                  </a:lnTo>
                  <a:lnTo>
                    <a:pt x="6521408" y="1231903"/>
                  </a:lnTo>
                  <a:lnTo>
                    <a:pt x="6524712" y="1231903"/>
                  </a:lnTo>
                  <a:lnTo>
                    <a:pt x="6528016" y="1219535"/>
                  </a:lnTo>
                  <a:lnTo>
                    <a:pt x="6531319" y="1208483"/>
                  </a:lnTo>
                  <a:lnTo>
                    <a:pt x="6534623" y="1213356"/>
                  </a:lnTo>
                  <a:lnTo>
                    <a:pt x="6537926" y="1206269"/>
                  </a:lnTo>
                  <a:lnTo>
                    <a:pt x="6541230" y="1229781"/>
                  </a:lnTo>
                  <a:lnTo>
                    <a:pt x="6544534" y="1229447"/>
                  </a:lnTo>
                  <a:lnTo>
                    <a:pt x="6547837" y="1219535"/>
                  </a:lnTo>
                  <a:lnTo>
                    <a:pt x="6551141" y="1211528"/>
                  </a:lnTo>
                  <a:lnTo>
                    <a:pt x="6554445" y="1218134"/>
                  </a:lnTo>
                  <a:lnTo>
                    <a:pt x="6557748" y="1231148"/>
                  </a:lnTo>
                  <a:lnTo>
                    <a:pt x="6561052" y="1227610"/>
                  </a:lnTo>
                  <a:lnTo>
                    <a:pt x="6564356" y="1237522"/>
                  </a:lnTo>
                  <a:lnTo>
                    <a:pt x="6567659" y="1227610"/>
                  </a:lnTo>
                  <a:lnTo>
                    <a:pt x="6570963" y="1255659"/>
                  </a:lnTo>
                  <a:lnTo>
                    <a:pt x="6574267" y="1230623"/>
                  </a:lnTo>
                  <a:lnTo>
                    <a:pt x="6577570" y="1214138"/>
                  </a:lnTo>
                  <a:lnTo>
                    <a:pt x="6580874" y="1200712"/>
                  </a:lnTo>
                  <a:lnTo>
                    <a:pt x="6584178" y="1221047"/>
                  </a:lnTo>
                  <a:lnTo>
                    <a:pt x="6587481" y="1238303"/>
                  </a:lnTo>
                  <a:lnTo>
                    <a:pt x="6590785" y="1221047"/>
                  </a:lnTo>
                  <a:lnTo>
                    <a:pt x="6594089" y="1231109"/>
                  </a:lnTo>
                  <a:lnTo>
                    <a:pt x="6597392" y="1257676"/>
                  </a:lnTo>
                  <a:lnTo>
                    <a:pt x="6600696" y="1246504"/>
                  </a:lnTo>
                  <a:lnTo>
                    <a:pt x="6603999" y="1222548"/>
                  </a:lnTo>
                  <a:lnTo>
                    <a:pt x="6603999" y="1314429"/>
                  </a:lnTo>
                  <a:lnTo>
                    <a:pt x="6600696" y="1314429"/>
                  </a:lnTo>
                  <a:lnTo>
                    <a:pt x="6597392" y="1314429"/>
                  </a:lnTo>
                  <a:lnTo>
                    <a:pt x="6594089" y="1314429"/>
                  </a:lnTo>
                  <a:lnTo>
                    <a:pt x="6590785" y="1314429"/>
                  </a:lnTo>
                  <a:lnTo>
                    <a:pt x="6587481" y="1314429"/>
                  </a:lnTo>
                  <a:lnTo>
                    <a:pt x="6584178" y="1314429"/>
                  </a:lnTo>
                  <a:lnTo>
                    <a:pt x="6580874" y="1314429"/>
                  </a:lnTo>
                  <a:lnTo>
                    <a:pt x="6577570" y="1314429"/>
                  </a:lnTo>
                  <a:lnTo>
                    <a:pt x="6574267" y="1314429"/>
                  </a:lnTo>
                  <a:lnTo>
                    <a:pt x="6570963" y="1314429"/>
                  </a:lnTo>
                  <a:lnTo>
                    <a:pt x="6567659" y="1314429"/>
                  </a:lnTo>
                  <a:lnTo>
                    <a:pt x="6564356" y="1314429"/>
                  </a:lnTo>
                  <a:lnTo>
                    <a:pt x="6561052" y="1314429"/>
                  </a:lnTo>
                  <a:lnTo>
                    <a:pt x="6557748" y="1314429"/>
                  </a:lnTo>
                  <a:lnTo>
                    <a:pt x="6554445" y="1314429"/>
                  </a:lnTo>
                  <a:lnTo>
                    <a:pt x="6551141" y="1314429"/>
                  </a:lnTo>
                  <a:lnTo>
                    <a:pt x="6547837" y="1314429"/>
                  </a:lnTo>
                  <a:lnTo>
                    <a:pt x="6544534" y="1314429"/>
                  </a:lnTo>
                  <a:lnTo>
                    <a:pt x="6541230" y="1314429"/>
                  </a:lnTo>
                  <a:lnTo>
                    <a:pt x="6537926" y="1314429"/>
                  </a:lnTo>
                  <a:lnTo>
                    <a:pt x="6534623" y="1314429"/>
                  </a:lnTo>
                  <a:lnTo>
                    <a:pt x="6531319" y="1314429"/>
                  </a:lnTo>
                  <a:lnTo>
                    <a:pt x="6528016" y="1314429"/>
                  </a:lnTo>
                  <a:lnTo>
                    <a:pt x="6524712" y="1314429"/>
                  </a:lnTo>
                  <a:lnTo>
                    <a:pt x="6521408" y="1314429"/>
                  </a:lnTo>
                  <a:lnTo>
                    <a:pt x="6518105" y="1314429"/>
                  </a:lnTo>
                  <a:lnTo>
                    <a:pt x="6514801" y="1314429"/>
                  </a:lnTo>
                  <a:lnTo>
                    <a:pt x="6511497" y="1314429"/>
                  </a:lnTo>
                  <a:lnTo>
                    <a:pt x="6508194" y="1314429"/>
                  </a:lnTo>
                  <a:lnTo>
                    <a:pt x="6504890" y="1314429"/>
                  </a:lnTo>
                  <a:lnTo>
                    <a:pt x="6501586" y="1314429"/>
                  </a:lnTo>
                  <a:lnTo>
                    <a:pt x="6498283" y="1314429"/>
                  </a:lnTo>
                  <a:lnTo>
                    <a:pt x="6494979" y="1314429"/>
                  </a:lnTo>
                  <a:lnTo>
                    <a:pt x="6491675" y="1314429"/>
                  </a:lnTo>
                  <a:lnTo>
                    <a:pt x="6488372" y="1314429"/>
                  </a:lnTo>
                  <a:lnTo>
                    <a:pt x="6485068" y="1314429"/>
                  </a:lnTo>
                  <a:lnTo>
                    <a:pt x="6481764" y="1314429"/>
                  </a:lnTo>
                  <a:lnTo>
                    <a:pt x="6478461" y="1314429"/>
                  </a:lnTo>
                  <a:lnTo>
                    <a:pt x="6475157" y="1314429"/>
                  </a:lnTo>
                  <a:lnTo>
                    <a:pt x="6471853" y="1314429"/>
                  </a:lnTo>
                  <a:lnTo>
                    <a:pt x="6468550" y="1314429"/>
                  </a:lnTo>
                  <a:lnTo>
                    <a:pt x="6465246" y="1314429"/>
                  </a:lnTo>
                  <a:lnTo>
                    <a:pt x="6461942" y="1314429"/>
                  </a:lnTo>
                  <a:lnTo>
                    <a:pt x="6458639" y="1314429"/>
                  </a:lnTo>
                  <a:lnTo>
                    <a:pt x="6455335" y="1314429"/>
                  </a:lnTo>
                  <a:lnTo>
                    <a:pt x="6452032" y="1314429"/>
                  </a:lnTo>
                  <a:lnTo>
                    <a:pt x="6448728" y="1314429"/>
                  </a:lnTo>
                  <a:lnTo>
                    <a:pt x="6445424" y="1314429"/>
                  </a:lnTo>
                  <a:lnTo>
                    <a:pt x="6442121" y="1314429"/>
                  </a:lnTo>
                  <a:lnTo>
                    <a:pt x="6438817" y="1314429"/>
                  </a:lnTo>
                  <a:lnTo>
                    <a:pt x="6435513" y="1314429"/>
                  </a:lnTo>
                  <a:lnTo>
                    <a:pt x="6432210" y="1314429"/>
                  </a:lnTo>
                  <a:lnTo>
                    <a:pt x="6428906" y="1314429"/>
                  </a:lnTo>
                  <a:lnTo>
                    <a:pt x="6425602" y="1314429"/>
                  </a:lnTo>
                  <a:lnTo>
                    <a:pt x="6422299" y="1314429"/>
                  </a:lnTo>
                  <a:lnTo>
                    <a:pt x="6418995" y="1314429"/>
                  </a:lnTo>
                  <a:lnTo>
                    <a:pt x="6415691" y="1314429"/>
                  </a:lnTo>
                  <a:lnTo>
                    <a:pt x="6412388" y="1314429"/>
                  </a:lnTo>
                  <a:lnTo>
                    <a:pt x="6409084" y="1314429"/>
                  </a:lnTo>
                  <a:lnTo>
                    <a:pt x="6405780" y="1314429"/>
                  </a:lnTo>
                  <a:lnTo>
                    <a:pt x="6402477" y="1314429"/>
                  </a:lnTo>
                  <a:lnTo>
                    <a:pt x="6399173" y="1314429"/>
                  </a:lnTo>
                  <a:lnTo>
                    <a:pt x="6395869" y="1314429"/>
                  </a:lnTo>
                  <a:lnTo>
                    <a:pt x="6392566" y="1314429"/>
                  </a:lnTo>
                  <a:lnTo>
                    <a:pt x="6389262" y="1314429"/>
                  </a:lnTo>
                  <a:lnTo>
                    <a:pt x="6385958" y="1314429"/>
                  </a:lnTo>
                  <a:lnTo>
                    <a:pt x="6382655" y="1314429"/>
                  </a:lnTo>
                  <a:lnTo>
                    <a:pt x="6379351" y="1314429"/>
                  </a:lnTo>
                  <a:lnTo>
                    <a:pt x="6376048" y="1314429"/>
                  </a:lnTo>
                  <a:lnTo>
                    <a:pt x="6372744" y="1314429"/>
                  </a:lnTo>
                  <a:lnTo>
                    <a:pt x="6369440" y="1314429"/>
                  </a:lnTo>
                  <a:lnTo>
                    <a:pt x="6366137" y="1314429"/>
                  </a:lnTo>
                  <a:lnTo>
                    <a:pt x="6362833" y="1314429"/>
                  </a:lnTo>
                  <a:lnTo>
                    <a:pt x="6359529" y="1314429"/>
                  </a:lnTo>
                  <a:lnTo>
                    <a:pt x="6356226" y="1314429"/>
                  </a:lnTo>
                  <a:lnTo>
                    <a:pt x="6352922" y="1314429"/>
                  </a:lnTo>
                  <a:lnTo>
                    <a:pt x="6349618" y="1314429"/>
                  </a:lnTo>
                  <a:lnTo>
                    <a:pt x="6346315" y="1314429"/>
                  </a:lnTo>
                  <a:lnTo>
                    <a:pt x="6343011" y="1314429"/>
                  </a:lnTo>
                  <a:lnTo>
                    <a:pt x="6339707" y="1314429"/>
                  </a:lnTo>
                  <a:lnTo>
                    <a:pt x="6336404" y="1314429"/>
                  </a:lnTo>
                  <a:lnTo>
                    <a:pt x="6333100" y="1314429"/>
                  </a:lnTo>
                  <a:lnTo>
                    <a:pt x="6329796" y="1314429"/>
                  </a:lnTo>
                  <a:lnTo>
                    <a:pt x="6326493" y="1314429"/>
                  </a:lnTo>
                  <a:lnTo>
                    <a:pt x="6323189" y="1314429"/>
                  </a:lnTo>
                  <a:lnTo>
                    <a:pt x="6319885" y="1314429"/>
                  </a:lnTo>
                  <a:lnTo>
                    <a:pt x="6316582" y="1314429"/>
                  </a:lnTo>
                  <a:lnTo>
                    <a:pt x="6313278" y="1314429"/>
                  </a:lnTo>
                  <a:lnTo>
                    <a:pt x="6309974" y="1314429"/>
                  </a:lnTo>
                  <a:lnTo>
                    <a:pt x="6306671" y="1314429"/>
                  </a:lnTo>
                  <a:lnTo>
                    <a:pt x="6303367" y="1314429"/>
                  </a:lnTo>
                  <a:lnTo>
                    <a:pt x="6300064" y="1314429"/>
                  </a:lnTo>
                  <a:lnTo>
                    <a:pt x="6296760" y="1314429"/>
                  </a:lnTo>
                  <a:lnTo>
                    <a:pt x="6293456" y="1314429"/>
                  </a:lnTo>
                  <a:lnTo>
                    <a:pt x="6290153" y="1314429"/>
                  </a:lnTo>
                  <a:lnTo>
                    <a:pt x="6286849" y="1314429"/>
                  </a:lnTo>
                  <a:lnTo>
                    <a:pt x="6283545" y="1314429"/>
                  </a:lnTo>
                  <a:lnTo>
                    <a:pt x="6280242" y="1314429"/>
                  </a:lnTo>
                  <a:lnTo>
                    <a:pt x="6276938" y="1314429"/>
                  </a:lnTo>
                  <a:lnTo>
                    <a:pt x="6273634" y="1314429"/>
                  </a:lnTo>
                  <a:lnTo>
                    <a:pt x="6270331" y="1314429"/>
                  </a:lnTo>
                  <a:lnTo>
                    <a:pt x="6267027" y="1314429"/>
                  </a:lnTo>
                  <a:lnTo>
                    <a:pt x="6263723" y="1314429"/>
                  </a:lnTo>
                  <a:lnTo>
                    <a:pt x="6260420" y="1314429"/>
                  </a:lnTo>
                  <a:lnTo>
                    <a:pt x="6257116" y="1314429"/>
                  </a:lnTo>
                  <a:lnTo>
                    <a:pt x="6253812" y="1314429"/>
                  </a:lnTo>
                  <a:lnTo>
                    <a:pt x="6250509" y="1314429"/>
                  </a:lnTo>
                  <a:lnTo>
                    <a:pt x="6247205" y="1314429"/>
                  </a:lnTo>
                  <a:lnTo>
                    <a:pt x="6243901" y="1314429"/>
                  </a:lnTo>
                  <a:lnTo>
                    <a:pt x="6240598" y="1314429"/>
                  </a:lnTo>
                  <a:lnTo>
                    <a:pt x="6237294" y="1314429"/>
                  </a:lnTo>
                  <a:lnTo>
                    <a:pt x="6233990" y="1314429"/>
                  </a:lnTo>
                  <a:lnTo>
                    <a:pt x="6230687" y="1314429"/>
                  </a:lnTo>
                  <a:lnTo>
                    <a:pt x="6227383" y="1314429"/>
                  </a:lnTo>
                  <a:lnTo>
                    <a:pt x="6224080" y="1314429"/>
                  </a:lnTo>
                  <a:lnTo>
                    <a:pt x="6220776" y="1314429"/>
                  </a:lnTo>
                  <a:lnTo>
                    <a:pt x="6217472" y="1314429"/>
                  </a:lnTo>
                  <a:lnTo>
                    <a:pt x="6214169" y="1314429"/>
                  </a:lnTo>
                  <a:lnTo>
                    <a:pt x="6210865" y="1314429"/>
                  </a:lnTo>
                  <a:lnTo>
                    <a:pt x="6207561" y="1314429"/>
                  </a:lnTo>
                  <a:lnTo>
                    <a:pt x="6204258" y="1314429"/>
                  </a:lnTo>
                  <a:lnTo>
                    <a:pt x="6200954" y="1314429"/>
                  </a:lnTo>
                  <a:lnTo>
                    <a:pt x="6197650" y="1314429"/>
                  </a:lnTo>
                  <a:lnTo>
                    <a:pt x="6194347" y="1314429"/>
                  </a:lnTo>
                  <a:lnTo>
                    <a:pt x="6191043" y="1314429"/>
                  </a:lnTo>
                  <a:lnTo>
                    <a:pt x="6187739" y="1314429"/>
                  </a:lnTo>
                  <a:lnTo>
                    <a:pt x="6184436" y="1314429"/>
                  </a:lnTo>
                  <a:lnTo>
                    <a:pt x="6181132" y="1314429"/>
                  </a:lnTo>
                  <a:lnTo>
                    <a:pt x="6177828" y="1314429"/>
                  </a:lnTo>
                  <a:lnTo>
                    <a:pt x="6174525" y="1314429"/>
                  </a:lnTo>
                  <a:lnTo>
                    <a:pt x="6171221" y="1314429"/>
                  </a:lnTo>
                  <a:lnTo>
                    <a:pt x="6167917" y="1314429"/>
                  </a:lnTo>
                  <a:lnTo>
                    <a:pt x="6164614" y="1314429"/>
                  </a:lnTo>
                  <a:lnTo>
                    <a:pt x="6161310" y="1314429"/>
                  </a:lnTo>
                  <a:lnTo>
                    <a:pt x="6158007" y="1314429"/>
                  </a:lnTo>
                  <a:lnTo>
                    <a:pt x="6154703" y="1314429"/>
                  </a:lnTo>
                  <a:lnTo>
                    <a:pt x="6151399" y="1314429"/>
                  </a:lnTo>
                  <a:lnTo>
                    <a:pt x="6148096" y="1314429"/>
                  </a:lnTo>
                  <a:lnTo>
                    <a:pt x="6144792" y="1314429"/>
                  </a:lnTo>
                  <a:lnTo>
                    <a:pt x="6141488" y="1314429"/>
                  </a:lnTo>
                  <a:lnTo>
                    <a:pt x="6138185" y="1314429"/>
                  </a:lnTo>
                  <a:lnTo>
                    <a:pt x="6134881" y="1314429"/>
                  </a:lnTo>
                  <a:lnTo>
                    <a:pt x="6131577" y="1314429"/>
                  </a:lnTo>
                  <a:lnTo>
                    <a:pt x="6128274" y="1314429"/>
                  </a:lnTo>
                  <a:lnTo>
                    <a:pt x="6124970" y="1314429"/>
                  </a:lnTo>
                  <a:lnTo>
                    <a:pt x="6121666" y="1314429"/>
                  </a:lnTo>
                  <a:lnTo>
                    <a:pt x="6118363" y="1314429"/>
                  </a:lnTo>
                  <a:lnTo>
                    <a:pt x="6115059" y="1314429"/>
                  </a:lnTo>
                  <a:lnTo>
                    <a:pt x="6111755" y="1314429"/>
                  </a:lnTo>
                  <a:lnTo>
                    <a:pt x="6108452" y="1314429"/>
                  </a:lnTo>
                  <a:lnTo>
                    <a:pt x="6105148" y="1314429"/>
                  </a:lnTo>
                  <a:lnTo>
                    <a:pt x="6101844" y="1314429"/>
                  </a:lnTo>
                  <a:lnTo>
                    <a:pt x="6098541" y="1314429"/>
                  </a:lnTo>
                  <a:lnTo>
                    <a:pt x="6095237" y="1314429"/>
                  </a:lnTo>
                  <a:lnTo>
                    <a:pt x="6091933" y="1314429"/>
                  </a:lnTo>
                  <a:lnTo>
                    <a:pt x="6088630" y="1314429"/>
                  </a:lnTo>
                  <a:lnTo>
                    <a:pt x="6085326" y="1314429"/>
                  </a:lnTo>
                  <a:lnTo>
                    <a:pt x="6082023" y="1314429"/>
                  </a:lnTo>
                  <a:lnTo>
                    <a:pt x="6078719" y="1314429"/>
                  </a:lnTo>
                  <a:lnTo>
                    <a:pt x="6075415" y="1314429"/>
                  </a:lnTo>
                  <a:lnTo>
                    <a:pt x="6072112" y="1314429"/>
                  </a:lnTo>
                  <a:lnTo>
                    <a:pt x="6068808" y="1314429"/>
                  </a:lnTo>
                  <a:lnTo>
                    <a:pt x="6065504" y="1314429"/>
                  </a:lnTo>
                  <a:lnTo>
                    <a:pt x="6062201" y="1314429"/>
                  </a:lnTo>
                  <a:lnTo>
                    <a:pt x="6058897" y="1314429"/>
                  </a:lnTo>
                  <a:lnTo>
                    <a:pt x="6055593" y="1314429"/>
                  </a:lnTo>
                  <a:lnTo>
                    <a:pt x="6052290" y="1314429"/>
                  </a:lnTo>
                  <a:lnTo>
                    <a:pt x="6048986" y="1314429"/>
                  </a:lnTo>
                  <a:lnTo>
                    <a:pt x="6045682" y="1314429"/>
                  </a:lnTo>
                  <a:lnTo>
                    <a:pt x="6042379" y="1314429"/>
                  </a:lnTo>
                  <a:lnTo>
                    <a:pt x="6039075" y="1314429"/>
                  </a:lnTo>
                  <a:lnTo>
                    <a:pt x="6035771" y="1314429"/>
                  </a:lnTo>
                  <a:lnTo>
                    <a:pt x="6032468" y="1314429"/>
                  </a:lnTo>
                  <a:lnTo>
                    <a:pt x="6029164" y="1314429"/>
                  </a:lnTo>
                  <a:lnTo>
                    <a:pt x="6025860" y="1314429"/>
                  </a:lnTo>
                  <a:lnTo>
                    <a:pt x="6022557" y="1314429"/>
                  </a:lnTo>
                  <a:lnTo>
                    <a:pt x="6019253" y="1314429"/>
                  </a:lnTo>
                  <a:lnTo>
                    <a:pt x="6015949" y="1314429"/>
                  </a:lnTo>
                  <a:lnTo>
                    <a:pt x="6012646" y="1314429"/>
                  </a:lnTo>
                  <a:lnTo>
                    <a:pt x="6009342" y="1314429"/>
                  </a:lnTo>
                  <a:lnTo>
                    <a:pt x="6006039" y="1314429"/>
                  </a:lnTo>
                  <a:lnTo>
                    <a:pt x="6002735" y="1314429"/>
                  </a:lnTo>
                  <a:lnTo>
                    <a:pt x="5999431" y="1314429"/>
                  </a:lnTo>
                  <a:lnTo>
                    <a:pt x="5996128" y="1314429"/>
                  </a:lnTo>
                  <a:lnTo>
                    <a:pt x="5992824" y="1314429"/>
                  </a:lnTo>
                  <a:lnTo>
                    <a:pt x="5989520" y="1314429"/>
                  </a:lnTo>
                  <a:lnTo>
                    <a:pt x="5986217" y="1314429"/>
                  </a:lnTo>
                  <a:lnTo>
                    <a:pt x="5982913" y="1314429"/>
                  </a:lnTo>
                  <a:lnTo>
                    <a:pt x="5979609" y="1314429"/>
                  </a:lnTo>
                  <a:lnTo>
                    <a:pt x="5976306" y="1314429"/>
                  </a:lnTo>
                  <a:lnTo>
                    <a:pt x="5973002" y="1314429"/>
                  </a:lnTo>
                  <a:lnTo>
                    <a:pt x="5969698" y="1314429"/>
                  </a:lnTo>
                  <a:lnTo>
                    <a:pt x="5966395" y="1314429"/>
                  </a:lnTo>
                  <a:lnTo>
                    <a:pt x="5963091" y="1314429"/>
                  </a:lnTo>
                  <a:lnTo>
                    <a:pt x="5959787" y="1314429"/>
                  </a:lnTo>
                  <a:lnTo>
                    <a:pt x="5956484" y="1314429"/>
                  </a:lnTo>
                  <a:lnTo>
                    <a:pt x="5953180" y="1314429"/>
                  </a:lnTo>
                  <a:lnTo>
                    <a:pt x="5949876" y="1314429"/>
                  </a:lnTo>
                  <a:lnTo>
                    <a:pt x="5946573" y="1314429"/>
                  </a:lnTo>
                  <a:lnTo>
                    <a:pt x="5943269" y="1314429"/>
                  </a:lnTo>
                  <a:lnTo>
                    <a:pt x="5939965" y="1314429"/>
                  </a:lnTo>
                  <a:lnTo>
                    <a:pt x="5936662" y="1314429"/>
                  </a:lnTo>
                  <a:lnTo>
                    <a:pt x="5933358" y="1314429"/>
                  </a:lnTo>
                  <a:lnTo>
                    <a:pt x="5930055" y="1314429"/>
                  </a:lnTo>
                  <a:lnTo>
                    <a:pt x="5926751" y="1314429"/>
                  </a:lnTo>
                  <a:lnTo>
                    <a:pt x="5923447" y="1314429"/>
                  </a:lnTo>
                  <a:lnTo>
                    <a:pt x="5920144" y="1314429"/>
                  </a:lnTo>
                  <a:lnTo>
                    <a:pt x="5916840" y="1314429"/>
                  </a:lnTo>
                  <a:lnTo>
                    <a:pt x="5913536" y="1314429"/>
                  </a:lnTo>
                  <a:lnTo>
                    <a:pt x="5910233" y="1314429"/>
                  </a:lnTo>
                  <a:lnTo>
                    <a:pt x="5906929" y="1314429"/>
                  </a:lnTo>
                  <a:lnTo>
                    <a:pt x="5903625" y="1314429"/>
                  </a:lnTo>
                  <a:lnTo>
                    <a:pt x="5900322" y="1314429"/>
                  </a:lnTo>
                  <a:lnTo>
                    <a:pt x="5897018" y="1314429"/>
                  </a:lnTo>
                  <a:lnTo>
                    <a:pt x="5893714" y="1314429"/>
                  </a:lnTo>
                  <a:lnTo>
                    <a:pt x="5890411" y="1314429"/>
                  </a:lnTo>
                  <a:lnTo>
                    <a:pt x="5887107" y="1314429"/>
                  </a:lnTo>
                  <a:lnTo>
                    <a:pt x="5883803" y="1314429"/>
                  </a:lnTo>
                  <a:lnTo>
                    <a:pt x="5880500" y="1314429"/>
                  </a:lnTo>
                  <a:lnTo>
                    <a:pt x="5877196" y="1314429"/>
                  </a:lnTo>
                  <a:lnTo>
                    <a:pt x="5873892" y="1314429"/>
                  </a:lnTo>
                  <a:lnTo>
                    <a:pt x="5870589" y="1314429"/>
                  </a:lnTo>
                  <a:lnTo>
                    <a:pt x="5867285" y="1314429"/>
                  </a:lnTo>
                  <a:lnTo>
                    <a:pt x="5863981" y="1314429"/>
                  </a:lnTo>
                  <a:lnTo>
                    <a:pt x="5860678" y="1314429"/>
                  </a:lnTo>
                  <a:lnTo>
                    <a:pt x="5857374" y="1314429"/>
                  </a:lnTo>
                  <a:lnTo>
                    <a:pt x="5854071" y="1314429"/>
                  </a:lnTo>
                  <a:lnTo>
                    <a:pt x="5850767" y="1314429"/>
                  </a:lnTo>
                  <a:lnTo>
                    <a:pt x="5847463" y="1314429"/>
                  </a:lnTo>
                  <a:lnTo>
                    <a:pt x="5844160" y="1314429"/>
                  </a:lnTo>
                  <a:lnTo>
                    <a:pt x="5840856" y="1314429"/>
                  </a:lnTo>
                  <a:lnTo>
                    <a:pt x="5837552" y="1314429"/>
                  </a:lnTo>
                  <a:lnTo>
                    <a:pt x="5834249" y="1314429"/>
                  </a:lnTo>
                  <a:lnTo>
                    <a:pt x="5830945" y="1314429"/>
                  </a:lnTo>
                  <a:lnTo>
                    <a:pt x="5827641" y="1314429"/>
                  </a:lnTo>
                  <a:lnTo>
                    <a:pt x="5824338" y="1314429"/>
                  </a:lnTo>
                  <a:lnTo>
                    <a:pt x="5821034" y="1314429"/>
                  </a:lnTo>
                  <a:lnTo>
                    <a:pt x="5817730" y="1314429"/>
                  </a:lnTo>
                  <a:lnTo>
                    <a:pt x="5814427" y="1314429"/>
                  </a:lnTo>
                  <a:lnTo>
                    <a:pt x="5811123" y="1314429"/>
                  </a:lnTo>
                  <a:lnTo>
                    <a:pt x="5807819" y="1314429"/>
                  </a:lnTo>
                  <a:lnTo>
                    <a:pt x="5804516" y="1314429"/>
                  </a:lnTo>
                  <a:lnTo>
                    <a:pt x="5801212" y="1314429"/>
                  </a:lnTo>
                  <a:lnTo>
                    <a:pt x="5797908" y="1314429"/>
                  </a:lnTo>
                  <a:lnTo>
                    <a:pt x="5794605" y="1314429"/>
                  </a:lnTo>
                  <a:lnTo>
                    <a:pt x="5791301" y="1314429"/>
                  </a:lnTo>
                  <a:lnTo>
                    <a:pt x="5787997" y="1314429"/>
                  </a:lnTo>
                  <a:lnTo>
                    <a:pt x="5784694" y="1314429"/>
                  </a:lnTo>
                  <a:lnTo>
                    <a:pt x="5781390" y="1314429"/>
                  </a:lnTo>
                  <a:lnTo>
                    <a:pt x="5778087" y="1314429"/>
                  </a:lnTo>
                  <a:lnTo>
                    <a:pt x="5774783" y="1314429"/>
                  </a:lnTo>
                  <a:lnTo>
                    <a:pt x="5771479" y="1314429"/>
                  </a:lnTo>
                  <a:lnTo>
                    <a:pt x="5768176" y="1314429"/>
                  </a:lnTo>
                  <a:lnTo>
                    <a:pt x="5764872" y="1314429"/>
                  </a:lnTo>
                  <a:lnTo>
                    <a:pt x="5761568" y="1314429"/>
                  </a:lnTo>
                  <a:lnTo>
                    <a:pt x="5758265" y="1314429"/>
                  </a:lnTo>
                  <a:lnTo>
                    <a:pt x="5754961" y="1314429"/>
                  </a:lnTo>
                  <a:lnTo>
                    <a:pt x="5751657" y="1314429"/>
                  </a:lnTo>
                  <a:lnTo>
                    <a:pt x="5748354" y="1314429"/>
                  </a:lnTo>
                  <a:lnTo>
                    <a:pt x="5745050" y="1314429"/>
                  </a:lnTo>
                  <a:lnTo>
                    <a:pt x="5741746" y="1314429"/>
                  </a:lnTo>
                  <a:lnTo>
                    <a:pt x="5738443" y="1314429"/>
                  </a:lnTo>
                  <a:lnTo>
                    <a:pt x="5735139" y="1314429"/>
                  </a:lnTo>
                  <a:lnTo>
                    <a:pt x="5731835" y="1314429"/>
                  </a:lnTo>
                  <a:lnTo>
                    <a:pt x="5728532" y="1314429"/>
                  </a:lnTo>
                  <a:lnTo>
                    <a:pt x="5725228" y="1314429"/>
                  </a:lnTo>
                  <a:lnTo>
                    <a:pt x="5721924" y="1314429"/>
                  </a:lnTo>
                  <a:lnTo>
                    <a:pt x="5718621" y="1314429"/>
                  </a:lnTo>
                  <a:lnTo>
                    <a:pt x="5715317" y="1314429"/>
                  </a:lnTo>
                  <a:lnTo>
                    <a:pt x="5712014" y="1314429"/>
                  </a:lnTo>
                  <a:lnTo>
                    <a:pt x="5708710" y="1314429"/>
                  </a:lnTo>
                  <a:lnTo>
                    <a:pt x="5705406" y="1314429"/>
                  </a:lnTo>
                  <a:lnTo>
                    <a:pt x="5702103" y="1314429"/>
                  </a:lnTo>
                  <a:lnTo>
                    <a:pt x="5698799" y="1314429"/>
                  </a:lnTo>
                  <a:lnTo>
                    <a:pt x="5695495" y="1314429"/>
                  </a:lnTo>
                  <a:lnTo>
                    <a:pt x="5692192" y="1314429"/>
                  </a:lnTo>
                  <a:lnTo>
                    <a:pt x="5688888" y="1314429"/>
                  </a:lnTo>
                  <a:lnTo>
                    <a:pt x="5685584" y="1314429"/>
                  </a:lnTo>
                  <a:lnTo>
                    <a:pt x="5682281" y="1314429"/>
                  </a:lnTo>
                  <a:lnTo>
                    <a:pt x="5678977" y="1314429"/>
                  </a:lnTo>
                  <a:lnTo>
                    <a:pt x="5675673" y="1314429"/>
                  </a:lnTo>
                  <a:lnTo>
                    <a:pt x="5672370" y="1314429"/>
                  </a:lnTo>
                  <a:lnTo>
                    <a:pt x="5669066" y="1314429"/>
                  </a:lnTo>
                  <a:lnTo>
                    <a:pt x="5665762" y="1314429"/>
                  </a:lnTo>
                  <a:lnTo>
                    <a:pt x="5662459" y="1314429"/>
                  </a:lnTo>
                  <a:lnTo>
                    <a:pt x="5659155" y="1314429"/>
                  </a:lnTo>
                  <a:lnTo>
                    <a:pt x="5655851" y="1314429"/>
                  </a:lnTo>
                  <a:lnTo>
                    <a:pt x="5652548" y="1314429"/>
                  </a:lnTo>
                  <a:lnTo>
                    <a:pt x="5649244" y="1314429"/>
                  </a:lnTo>
                  <a:lnTo>
                    <a:pt x="5645940" y="1314429"/>
                  </a:lnTo>
                  <a:lnTo>
                    <a:pt x="5642637" y="1314429"/>
                  </a:lnTo>
                  <a:lnTo>
                    <a:pt x="5639333" y="1314429"/>
                  </a:lnTo>
                  <a:lnTo>
                    <a:pt x="5636030" y="1314429"/>
                  </a:lnTo>
                  <a:lnTo>
                    <a:pt x="5632726" y="1314429"/>
                  </a:lnTo>
                  <a:lnTo>
                    <a:pt x="5629422" y="1314429"/>
                  </a:lnTo>
                  <a:lnTo>
                    <a:pt x="5626119" y="1314429"/>
                  </a:lnTo>
                  <a:lnTo>
                    <a:pt x="5622815" y="1314429"/>
                  </a:lnTo>
                  <a:lnTo>
                    <a:pt x="5619511" y="1314429"/>
                  </a:lnTo>
                  <a:lnTo>
                    <a:pt x="5616208" y="1314429"/>
                  </a:lnTo>
                  <a:lnTo>
                    <a:pt x="5612904" y="1314429"/>
                  </a:lnTo>
                  <a:lnTo>
                    <a:pt x="5609600" y="1314429"/>
                  </a:lnTo>
                  <a:lnTo>
                    <a:pt x="5606297" y="1314429"/>
                  </a:lnTo>
                  <a:lnTo>
                    <a:pt x="5602993" y="1314429"/>
                  </a:lnTo>
                  <a:lnTo>
                    <a:pt x="5599689" y="1314429"/>
                  </a:lnTo>
                  <a:lnTo>
                    <a:pt x="5596386" y="1314429"/>
                  </a:lnTo>
                  <a:lnTo>
                    <a:pt x="5593082" y="1314429"/>
                  </a:lnTo>
                  <a:lnTo>
                    <a:pt x="5589778" y="1314429"/>
                  </a:lnTo>
                  <a:lnTo>
                    <a:pt x="5586475" y="1314429"/>
                  </a:lnTo>
                  <a:lnTo>
                    <a:pt x="5583171" y="1314429"/>
                  </a:lnTo>
                  <a:lnTo>
                    <a:pt x="5579867" y="1314429"/>
                  </a:lnTo>
                  <a:lnTo>
                    <a:pt x="5576564" y="1314429"/>
                  </a:lnTo>
                  <a:lnTo>
                    <a:pt x="5573260" y="1314429"/>
                  </a:lnTo>
                  <a:lnTo>
                    <a:pt x="5569956" y="1314429"/>
                  </a:lnTo>
                  <a:lnTo>
                    <a:pt x="5566653" y="1314429"/>
                  </a:lnTo>
                  <a:lnTo>
                    <a:pt x="5563349" y="1314429"/>
                  </a:lnTo>
                  <a:lnTo>
                    <a:pt x="5560046" y="1314429"/>
                  </a:lnTo>
                  <a:lnTo>
                    <a:pt x="5556742" y="1314429"/>
                  </a:lnTo>
                  <a:lnTo>
                    <a:pt x="5553438" y="1314429"/>
                  </a:lnTo>
                  <a:lnTo>
                    <a:pt x="5550135" y="1314429"/>
                  </a:lnTo>
                  <a:lnTo>
                    <a:pt x="5546831" y="1314429"/>
                  </a:lnTo>
                  <a:lnTo>
                    <a:pt x="5543527" y="1314429"/>
                  </a:lnTo>
                  <a:lnTo>
                    <a:pt x="5540224" y="1314429"/>
                  </a:lnTo>
                  <a:lnTo>
                    <a:pt x="5536920" y="1314429"/>
                  </a:lnTo>
                  <a:lnTo>
                    <a:pt x="5533616" y="1314429"/>
                  </a:lnTo>
                  <a:lnTo>
                    <a:pt x="5530313" y="1314429"/>
                  </a:lnTo>
                  <a:lnTo>
                    <a:pt x="5527009" y="1314429"/>
                  </a:lnTo>
                  <a:lnTo>
                    <a:pt x="5523705" y="1314429"/>
                  </a:lnTo>
                  <a:lnTo>
                    <a:pt x="5520402" y="1314429"/>
                  </a:lnTo>
                  <a:lnTo>
                    <a:pt x="5517098" y="1314429"/>
                  </a:lnTo>
                  <a:lnTo>
                    <a:pt x="5513794" y="1314429"/>
                  </a:lnTo>
                  <a:lnTo>
                    <a:pt x="5510491" y="1314429"/>
                  </a:lnTo>
                  <a:lnTo>
                    <a:pt x="5507187" y="1314429"/>
                  </a:lnTo>
                  <a:lnTo>
                    <a:pt x="5503883" y="1314429"/>
                  </a:lnTo>
                  <a:lnTo>
                    <a:pt x="5500580" y="1314429"/>
                  </a:lnTo>
                  <a:lnTo>
                    <a:pt x="5497276" y="1314429"/>
                  </a:lnTo>
                  <a:lnTo>
                    <a:pt x="5493972" y="1314429"/>
                  </a:lnTo>
                  <a:lnTo>
                    <a:pt x="5490669" y="1314429"/>
                  </a:lnTo>
                  <a:lnTo>
                    <a:pt x="5487365" y="1314429"/>
                  </a:lnTo>
                  <a:lnTo>
                    <a:pt x="5484062" y="1314429"/>
                  </a:lnTo>
                  <a:lnTo>
                    <a:pt x="5480758" y="1314429"/>
                  </a:lnTo>
                  <a:lnTo>
                    <a:pt x="5477454" y="1314429"/>
                  </a:lnTo>
                  <a:lnTo>
                    <a:pt x="5474151" y="1314429"/>
                  </a:lnTo>
                  <a:lnTo>
                    <a:pt x="5470847" y="1314429"/>
                  </a:lnTo>
                  <a:lnTo>
                    <a:pt x="5467543" y="1314429"/>
                  </a:lnTo>
                  <a:lnTo>
                    <a:pt x="5464240" y="1314429"/>
                  </a:lnTo>
                  <a:lnTo>
                    <a:pt x="5460936" y="1314429"/>
                  </a:lnTo>
                  <a:lnTo>
                    <a:pt x="5457632" y="1314429"/>
                  </a:lnTo>
                  <a:lnTo>
                    <a:pt x="5454329" y="1314429"/>
                  </a:lnTo>
                  <a:lnTo>
                    <a:pt x="5451025" y="1314429"/>
                  </a:lnTo>
                  <a:lnTo>
                    <a:pt x="5447721" y="1314429"/>
                  </a:lnTo>
                  <a:lnTo>
                    <a:pt x="5444418" y="1314429"/>
                  </a:lnTo>
                  <a:lnTo>
                    <a:pt x="5441114" y="1314429"/>
                  </a:lnTo>
                  <a:lnTo>
                    <a:pt x="5437810" y="1314429"/>
                  </a:lnTo>
                  <a:lnTo>
                    <a:pt x="5434507" y="1314429"/>
                  </a:lnTo>
                  <a:lnTo>
                    <a:pt x="5431203" y="1314429"/>
                  </a:lnTo>
                  <a:lnTo>
                    <a:pt x="5427899" y="1314429"/>
                  </a:lnTo>
                  <a:lnTo>
                    <a:pt x="5424596" y="1314429"/>
                  </a:lnTo>
                  <a:lnTo>
                    <a:pt x="5421292" y="1314429"/>
                  </a:lnTo>
                  <a:lnTo>
                    <a:pt x="5417988" y="1314429"/>
                  </a:lnTo>
                  <a:lnTo>
                    <a:pt x="5414685" y="1314429"/>
                  </a:lnTo>
                  <a:lnTo>
                    <a:pt x="5411381" y="1314429"/>
                  </a:lnTo>
                  <a:lnTo>
                    <a:pt x="5408078" y="1314429"/>
                  </a:lnTo>
                  <a:lnTo>
                    <a:pt x="5404774" y="1314429"/>
                  </a:lnTo>
                  <a:lnTo>
                    <a:pt x="5401470" y="1314429"/>
                  </a:lnTo>
                  <a:lnTo>
                    <a:pt x="5398167" y="1314429"/>
                  </a:lnTo>
                  <a:lnTo>
                    <a:pt x="5394863" y="1314429"/>
                  </a:lnTo>
                  <a:lnTo>
                    <a:pt x="5391559" y="1314429"/>
                  </a:lnTo>
                  <a:lnTo>
                    <a:pt x="5388256" y="1314429"/>
                  </a:lnTo>
                  <a:lnTo>
                    <a:pt x="5384952" y="1314429"/>
                  </a:lnTo>
                  <a:lnTo>
                    <a:pt x="5381648" y="1314429"/>
                  </a:lnTo>
                  <a:lnTo>
                    <a:pt x="5378345" y="1314429"/>
                  </a:lnTo>
                  <a:lnTo>
                    <a:pt x="5375041" y="1314429"/>
                  </a:lnTo>
                  <a:lnTo>
                    <a:pt x="5371737" y="1314429"/>
                  </a:lnTo>
                  <a:lnTo>
                    <a:pt x="5368434" y="1314429"/>
                  </a:lnTo>
                  <a:lnTo>
                    <a:pt x="5365130" y="1314429"/>
                  </a:lnTo>
                  <a:lnTo>
                    <a:pt x="5361826" y="1314429"/>
                  </a:lnTo>
                  <a:lnTo>
                    <a:pt x="5358523" y="1314429"/>
                  </a:lnTo>
                  <a:lnTo>
                    <a:pt x="5355219" y="1314429"/>
                  </a:lnTo>
                  <a:lnTo>
                    <a:pt x="5351915" y="1314429"/>
                  </a:lnTo>
                  <a:lnTo>
                    <a:pt x="5348612" y="1314429"/>
                  </a:lnTo>
                  <a:lnTo>
                    <a:pt x="5345308" y="1314429"/>
                  </a:lnTo>
                  <a:lnTo>
                    <a:pt x="5342005" y="1314429"/>
                  </a:lnTo>
                  <a:lnTo>
                    <a:pt x="5338701" y="1314429"/>
                  </a:lnTo>
                  <a:lnTo>
                    <a:pt x="5335397" y="1314429"/>
                  </a:lnTo>
                  <a:lnTo>
                    <a:pt x="5332094" y="1314429"/>
                  </a:lnTo>
                  <a:lnTo>
                    <a:pt x="5328790" y="1314429"/>
                  </a:lnTo>
                  <a:lnTo>
                    <a:pt x="5325486" y="1314429"/>
                  </a:lnTo>
                  <a:lnTo>
                    <a:pt x="5322183" y="1314429"/>
                  </a:lnTo>
                  <a:lnTo>
                    <a:pt x="5318879" y="1314429"/>
                  </a:lnTo>
                  <a:lnTo>
                    <a:pt x="5315575" y="1314429"/>
                  </a:lnTo>
                  <a:lnTo>
                    <a:pt x="5312272" y="1314429"/>
                  </a:lnTo>
                  <a:lnTo>
                    <a:pt x="5308968" y="1314429"/>
                  </a:lnTo>
                  <a:lnTo>
                    <a:pt x="5305664" y="1314429"/>
                  </a:lnTo>
                  <a:lnTo>
                    <a:pt x="5302361" y="1314429"/>
                  </a:lnTo>
                  <a:lnTo>
                    <a:pt x="5299057" y="1314429"/>
                  </a:lnTo>
                  <a:lnTo>
                    <a:pt x="5295753" y="1314429"/>
                  </a:lnTo>
                  <a:lnTo>
                    <a:pt x="5292450" y="1314429"/>
                  </a:lnTo>
                  <a:lnTo>
                    <a:pt x="5289146" y="1314429"/>
                  </a:lnTo>
                  <a:lnTo>
                    <a:pt x="5285842" y="1314429"/>
                  </a:lnTo>
                  <a:lnTo>
                    <a:pt x="5282539" y="1314429"/>
                  </a:lnTo>
                  <a:lnTo>
                    <a:pt x="5279235" y="1314429"/>
                  </a:lnTo>
                  <a:lnTo>
                    <a:pt x="5275931" y="1314429"/>
                  </a:lnTo>
                  <a:lnTo>
                    <a:pt x="5272628" y="1314429"/>
                  </a:lnTo>
                  <a:lnTo>
                    <a:pt x="5269324" y="1314429"/>
                  </a:lnTo>
                  <a:lnTo>
                    <a:pt x="5266021" y="1314429"/>
                  </a:lnTo>
                  <a:lnTo>
                    <a:pt x="5262717" y="1314429"/>
                  </a:lnTo>
                  <a:lnTo>
                    <a:pt x="5259413" y="1314429"/>
                  </a:lnTo>
                  <a:lnTo>
                    <a:pt x="5256110" y="1314429"/>
                  </a:lnTo>
                  <a:lnTo>
                    <a:pt x="5252806" y="1314429"/>
                  </a:lnTo>
                  <a:lnTo>
                    <a:pt x="5249502" y="1314429"/>
                  </a:lnTo>
                  <a:lnTo>
                    <a:pt x="5246199" y="1314429"/>
                  </a:lnTo>
                  <a:lnTo>
                    <a:pt x="5242895" y="1314429"/>
                  </a:lnTo>
                  <a:lnTo>
                    <a:pt x="5239591" y="1314429"/>
                  </a:lnTo>
                  <a:lnTo>
                    <a:pt x="5236288" y="1314429"/>
                  </a:lnTo>
                  <a:lnTo>
                    <a:pt x="5232984" y="1314429"/>
                  </a:lnTo>
                  <a:lnTo>
                    <a:pt x="5229680" y="1314429"/>
                  </a:lnTo>
                  <a:lnTo>
                    <a:pt x="5226377" y="1314429"/>
                  </a:lnTo>
                  <a:lnTo>
                    <a:pt x="5223073" y="1314429"/>
                  </a:lnTo>
                  <a:lnTo>
                    <a:pt x="5219769" y="1314429"/>
                  </a:lnTo>
                  <a:lnTo>
                    <a:pt x="5216466" y="1314429"/>
                  </a:lnTo>
                  <a:lnTo>
                    <a:pt x="5213162" y="1314429"/>
                  </a:lnTo>
                  <a:lnTo>
                    <a:pt x="5209858" y="1314429"/>
                  </a:lnTo>
                  <a:lnTo>
                    <a:pt x="5206555" y="1314429"/>
                  </a:lnTo>
                  <a:lnTo>
                    <a:pt x="5203251" y="1314429"/>
                  </a:lnTo>
                  <a:lnTo>
                    <a:pt x="5199947" y="1314429"/>
                  </a:lnTo>
                  <a:lnTo>
                    <a:pt x="5196644" y="1314429"/>
                  </a:lnTo>
                  <a:lnTo>
                    <a:pt x="5193340" y="1314429"/>
                  </a:lnTo>
                  <a:lnTo>
                    <a:pt x="5190037" y="1314429"/>
                  </a:lnTo>
                  <a:lnTo>
                    <a:pt x="5186733" y="1314429"/>
                  </a:lnTo>
                  <a:lnTo>
                    <a:pt x="5183429" y="1314429"/>
                  </a:lnTo>
                  <a:lnTo>
                    <a:pt x="5180126" y="1314429"/>
                  </a:lnTo>
                  <a:lnTo>
                    <a:pt x="5176822" y="1314429"/>
                  </a:lnTo>
                  <a:lnTo>
                    <a:pt x="5173518" y="1314429"/>
                  </a:lnTo>
                  <a:lnTo>
                    <a:pt x="5170215" y="1314429"/>
                  </a:lnTo>
                  <a:lnTo>
                    <a:pt x="5166911" y="1314429"/>
                  </a:lnTo>
                  <a:lnTo>
                    <a:pt x="5163607" y="1314429"/>
                  </a:lnTo>
                  <a:lnTo>
                    <a:pt x="5160304" y="1314429"/>
                  </a:lnTo>
                  <a:lnTo>
                    <a:pt x="5157000" y="1314429"/>
                  </a:lnTo>
                  <a:lnTo>
                    <a:pt x="5153696" y="1314429"/>
                  </a:lnTo>
                  <a:lnTo>
                    <a:pt x="5150393" y="1314429"/>
                  </a:lnTo>
                  <a:lnTo>
                    <a:pt x="5147089" y="1314429"/>
                  </a:lnTo>
                  <a:lnTo>
                    <a:pt x="5143785" y="1314429"/>
                  </a:lnTo>
                  <a:lnTo>
                    <a:pt x="5140482" y="1314429"/>
                  </a:lnTo>
                  <a:lnTo>
                    <a:pt x="5137178" y="1314429"/>
                  </a:lnTo>
                  <a:lnTo>
                    <a:pt x="5133874" y="1314429"/>
                  </a:lnTo>
                  <a:lnTo>
                    <a:pt x="5130571" y="1314429"/>
                  </a:lnTo>
                  <a:lnTo>
                    <a:pt x="5127267" y="1314429"/>
                  </a:lnTo>
                  <a:lnTo>
                    <a:pt x="5123963" y="1314429"/>
                  </a:lnTo>
                  <a:lnTo>
                    <a:pt x="5120660" y="1314429"/>
                  </a:lnTo>
                  <a:lnTo>
                    <a:pt x="5117356" y="1314429"/>
                  </a:lnTo>
                  <a:lnTo>
                    <a:pt x="5114053" y="1314429"/>
                  </a:lnTo>
                  <a:lnTo>
                    <a:pt x="5110749" y="1314429"/>
                  </a:lnTo>
                  <a:lnTo>
                    <a:pt x="5107445" y="1314429"/>
                  </a:lnTo>
                  <a:lnTo>
                    <a:pt x="5104142" y="1314429"/>
                  </a:lnTo>
                  <a:lnTo>
                    <a:pt x="5100838" y="1314429"/>
                  </a:lnTo>
                  <a:lnTo>
                    <a:pt x="5097534" y="1314429"/>
                  </a:lnTo>
                  <a:lnTo>
                    <a:pt x="5094231" y="1314429"/>
                  </a:lnTo>
                  <a:lnTo>
                    <a:pt x="5090927" y="1314429"/>
                  </a:lnTo>
                  <a:lnTo>
                    <a:pt x="5087623" y="1314429"/>
                  </a:lnTo>
                  <a:lnTo>
                    <a:pt x="5084320" y="1314429"/>
                  </a:lnTo>
                  <a:lnTo>
                    <a:pt x="5081016" y="1314429"/>
                  </a:lnTo>
                  <a:lnTo>
                    <a:pt x="5077712" y="1314429"/>
                  </a:lnTo>
                  <a:lnTo>
                    <a:pt x="5074409" y="1314429"/>
                  </a:lnTo>
                  <a:lnTo>
                    <a:pt x="5071105" y="1314429"/>
                  </a:lnTo>
                  <a:lnTo>
                    <a:pt x="5067801" y="1314429"/>
                  </a:lnTo>
                  <a:lnTo>
                    <a:pt x="5064498" y="1314429"/>
                  </a:lnTo>
                  <a:lnTo>
                    <a:pt x="5061194" y="1314429"/>
                  </a:lnTo>
                  <a:lnTo>
                    <a:pt x="5057890" y="1314429"/>
                  </a:lnTo>
                  <a:lnTo>
                    <a:pt x="5054587" y="1314429"/>
                  </a:lnTo>
                  <a:lnTo>
                    <a:pt x="5051283" y="1314429"/>
                  </a:lnTo>
                  <a:lnTo>
                    <a:pt x="5047979" y="1314429"/>
                  </a:lnTo>
                  <a:lnTo>
                    <a:pt x="5044676" y="1314429"/>
                  </a:lnTo>
                  <a:lnTo>
                    <a:pt x="5041372" y="1314429"/>
                  </a:lnTo>
                  <a:lnTo>
                    <a:pt x="5038069" y="1314429"/>
                  </a:lnTo>
                  <a:lnTo>
                    <a:pt x="5034765" y="1314429"/>
                  </a:lnTo>
                  <a:lnTo>
                    <a:pt x="5031461" y="1314429"/>
                  </a:lnTo>
                  <a:lnTo>
                    <a:pt x="5028158" y="1314429"/>
                  </a:lnTo>
                  <a:lnTo>
                    <a:pt x="5024854" y="1314429"/>
                  </a:lnTo>
                  <a:lnTo>
                    <a:pt x="5021550" y="1314429"/>
                  </a:lnTo>
                  <a:lnTo>
                    <a:pt x="5018247" y="1314429"/>
                  </a:lnTo>
                  <a:lnTo>
                    <a:pt x="5014943" y="1314429"/>
                  </a:lnTo>
                  <a:lnTo>
                    <a:pt x="5011639" y="1314429"/>
                  </a:lnTo>
                  <a:lnTo>
                    <a:pt x="5008336" y="1314429"/>
                  </a:lnTo>
                  <a:lnTo>
                    <a:pt x="5005032" y="1314429"/>
                  </a:lnTo>
                  <a:lnTo>
                    <a:pt x="5001728" y="1314429"/>
                  </a:lnTo>
                  <a:lnTo>
                    <a:pt x="4998425" y="1314429"/>
                  </a:lnTo>
                  <a:lnTo>
                    <a:pt x="4995121" y="1314429"/>
                  </a:lnTo>
                  <a:lnTo>
                    <a:pt x="4991817" y="1314429"/>
                  </a:lnTo>
                  <a:lnTo>
                    <a:pt x="4988514" y="1314429"/>
                  </a:lnTo>
                  <a:lnTo>
                    <a:pt x="4985210" y="1314429"/>
                  </a:lnTo>
                  <a:lnTo>
                    <a:pt x="4981906" y="1314429"/>
                  </a:lnTo>
                  <a:lnTo>
                    <a:pt x="4978603" y="1314429"/>
                  </a:lnTo>
                  <a:lnTo>
                    <a:pt x="4975299" y="1314429"/>
                  </a:lnTo>
                  <a:lnTo>
                    <a:pt x="4971995" y="1314429"/>
                  </a:lnTo>
                  <a:lnTo>
                    <a:pt x="4968692" y="1314429"/>
                  </a:lnTo>
                  <a:lnTo>
                    <a:pt x="4965388" y="1314429"/>
                  </a:lnTo>
                  <a:lnTo>
                    <a:pt x="4962085" y="1314429"/>
                  </a:lnTo>
                  <a:lnTo>
                    <a:pt x="4958781" y="1314429"/>
                  </a:lnTo>
                  <a:lnTo>
                    <a:pt x="4955477" y="1314429"/>
                  </a:lnTo>
                  <a:lnTo>
                    <a:pt x="4952174" y="1314429"/>
                  </a:lnTo>
                  <a:lnTo>
                    <a:pt x="4948870" y="1314429"/>
                  </a:lnTo>
                  <a:lnTo>
                    <a:pt x="4945566" y="1314429"/>
                  </a:lnTo>
                  <a:lnTo>
                    <a:pt x="4942263" y="1314429"/>
                  </a:lnTo>
                  <a:lnTo>
                    <a:pt x="4938959" y="1314429"/>
                  </a:lnTo>
                  <a:lnTo>
                    <a:pt x="4935655" y="1314429"/>
                  </a:lnTo>
                  <a:lnTo>
                    <a:pt x="4932352" y="1314429"/>
                  </a:lnTo>
                  <a:lnTo>
                    <a:pt x="4929048" y="1314429"/>
                  </a:lnTo>
                  <a:lnTo>
                    <a:pt x="4925744" y="1314429"/>
                  </a:lnTo>
                  <a:lnTo>
                    <a:pt x="4922441" y="1314429"/>
                  </a:lnTo>
                  <a:lnTo>
                    <a:pt x="4919137" y="1314429"/>
                  </a:lnTo>
                  <a:lnTo>
                    <a:pt x="4915833" y="1314429"/>
                  </a:lnTo>
                  <a:lnTo>
                    <a:pt x="4912530" y="1314429"/>
                  </a:lnTo>
                  <a:lnTo>
                    <a:pt x="4909226" y="1314429"/>
                  </a:lnTo>
                  <a:lnTo>
                    <a:pt x="4905922" y="1314429"/>
                  </a:lnTo>
                  <a:lnTo>
                    <a:pt x="4902619" y="1314429"/>
                  </a:lnTo>
                  <a:lnTo>
                    <a:pt x="4899315" y="1314429"/>
                  </a:lnTo>
                  <a:lnTo>
                    <a:pt x="4896012" y="1314429"/>
                  </a:lnTo>
                  <a:lnTo>
                    <a:pt x="4892708" y="1314429"/>
                  </a:lnTo>
                  <a:lnTo>
                    <a:pt x="4889404" y="1314429"/>
                  </a:lnTo>
                  <a:lnTo>
                    <a:pt x="4886101" y="1314429"/>
                  </a:lnTo>
                  <a:lnTo>
                    <a:pt x="4882797" y="1314429"/>
                  </a:lnTo>
                  <a:lnTo>
                    <a:pt x="4879493" y="1314429"/>
                  </a:lnTo>
                  <a:lnTo>
                    <a:pt x="4876190" y="1314429"/>
                  </a:lnTo>
                  <a:lnTo>
                    <a:pt x="4872886" y="1314429"/>
                  </a:lnTo>
                  <a:lnTo>
                    <a:pt x="4869582" y="1314429"/>
                  </a:lnTo>
                  <a:lnTo>
                    <a:pt x="4866279" y="1314429"/>
                  </a:lnTo>
                  <a:lnTo>
                    <a:pt x="4862975" y="1314429"/>
                  </a:lnTo>
                  <a:lnTo>
                    <a:pt x="4859671" y="1314429"/>
                  </a:lnTo>
                  <a:lnTo>
                    <a:pt x="4856368" y="1314429"/>
                  </a:lnTo>
                  <a:lnTo>
                    <a:pt x="4853064" y="1314429"/>
                  </a:lnTo>
                  <a:lnTo>
                    <a:pt x="4849760" y="1314429"/>
                  </a:lnTo>
                  <a:lnTo>
                    <a:pt x="4846457" y="1314429"/>
                  </a:lnTo>
                  <a:lnTo>
                    <a:pt x="4843153" y="1314429"/>
                  </a:lnTo>
                  <a:lnTo>
                    <a:pt x="4839849" y="1314429"/>
                  </a:lnTo>
                  <a:lnTo>
                    <a:pt x="4836546" y="1314429"/>
                  </a:lnTo>
                  <a:lnTo>
                    <a:pt x="4833242" y="1314429"/>
                  </a:lnTo>
                  <a:lnTo>
                    <a:pt x="4829938" y="1314429"/>
                  </a:lnTo>
                  <a:lnTo>
                    <a:pt x="4826635" y="1314429"/>
                  </a:lnTo>
                  <a:lnTo>
                    <a:pt x="4823331" y="1314429"/>
                  </a:lnTo>
                  <a:lnTo>
                    <a:pt x="4820028" y="1314429"/>
                  </a:lnTo>
                  <a:lnTo>
                    <a:pt x="4816724" y="1314429"/>
                  </a:lnTo>
                  <a:lnTo>
                    <a:pt x="4813420" y="1314429"/>
                  </a:lnTo>
                  <a:lnTo>
                    <a:pt x="4810117" y="1314429"/>
                  </a:lnTo>
                  <a:lnTo>
                    <a:pt x="4806813" y="1314429"/>
                  </a:lnTo>
                  <a:lnTo>
                    <a:pt x="4803509" y="1314429"/>
                  </a:lnTo>
                  <a:lnTo>
                    <a:pt x="4800206" y="1314429"/>
                  </a:lnTo>
                  <a:lnTo>
                    <a:pt x="4796902" y="1314429"/>
                  </a:lnTo>
                  <a:lnTo>
                    <a:pt x="4793598" y="1314429"/>
                  </a:lnTo>
                  <a:lnTo>
                    <a:pt x="4790295" y="1314429"/>
                  </a:lnTo>
                  <a:lnTo>
                    <a:pt x="4786991" y="1314429"/>
                  </a:lnTo>
                  <a:lnTo>
                    <a:pt x="4783687" y="1314429"/>
                  </a:lnTo>
                  <a:lnTo>
                    <a:pt x="4780384" y="1314429"/>
                  </a:lnTo>
                  <a:lnTo>
                    <a:pt x="4777080" y="1314429"/>
                  </a:lnTo>
                  <a:lnTo>
                    <a:pt x="4773776" y="1314429"/>
                  </a:lnTo>
                  <a:lnTo>
                    <a:pt x="4770473" y="1314429"/>
                  </a:lnTo>
                  <a:lnTo>
                    <a:pt x="4767169" y="1314429"/>
                  </a:lnTo>
                  <a:lnTo>
                    <a:pt x="4763865" y="1314429"/>
                  </a:lnTo>
                  <a:lnTo>
                    <a:pt x="4760562" y="1314429"/>
                  </a:lnTo>
                  <a:lnTo>
                    <a:pt x="4757258" y="1314429"/>
                  </a:lnTo>
                  <a:lnTo>
                    <a:pt x="4753954" y="1314429"/>
                  </a:lnTo>
                  <a:lnTo>
                    <a:pt x="4750651" y="1314429"/>
                  </a:lnTo>
                  <a:lnTo>
                    <a:pt x="4747347" y="1314429"/>
                  </a:lnTo>
                  <a:lnTo>
                    <a:pt x="4744044" y="1314429"/>
                  </a:lnTo>
                  <a:lnTo>
                    <a:pt x="4740740" y="1314429"/>
                  </a:lnTo>
                  <a:lnTo>
                    <a:pt x="4737436" y="1314429"/>
                  </a:lnTo>
                  <a:lnTo>
                    <a:pt x="4734133" y="1314429"/>
                  </a:lnTo>
                  <a:lnTo>
                    <a:pt x="4730829" y="1314429"/>
                  </a:lnTo>
                  <a:lnTo>
                    <a:pt x="4727525" y="1314429"/>
                  </a:lnTo>
                  <a:lnTo>
                    <a:pt x="4724222" y="1314429"/>
                  </a:lnTo>
                  <a:lnTo>
                    <a:pt x="4720918" y="1314429"/>
                  </a:lnTo>
                  <a:lnTo>
                    <a:pt x="4717614" y="1314429"/>
                  </a:lnTo>
                  <a:lnTo>
                    <a:pt x="4714311" y="1314429"/>
                  </a:lnTo>
                  <a:lnTo>
                    <a:pt x="4711007" y="1314429"/>
                  </a:lnTo>
                  <a:lnTo>
                    <a:pt x="4707703" y="1314429"/>
                  </a:lnTo>
                  <a:lnTo>
                    <a:pt x="4704400" y="1314429"/>
                  </a:lnTo>
                  <a:lnTo>
                    <a:pt x="4701096" y="1314429"/>
                  </a:lnTo>
                  <a:lnTo>
                    <a:pt x="4697792" y="1314429"/>
                  </a:lnTo>
                  <a:lnTo>
                    <a:pt x="4694489" y="1314429"/>
                  </a:lnTo>
                  <a:lnTo>
                    <a:pt x="4691185" y="1314429"/>
                  </a:lnTo>
                  <a:lnTo>
                    <a:pt x="4687881" y="1314429"/>
                  </a:lnTo>
                  <a:lnTo>
                    <a:pt x="4684578" y="1314429"/>
                  </a:lnTo>
                  <a:lnTo>
                    <a:pt x="4681274" y="1314429"/>
                  </a:lnTo>
                  <a:lnTo>
                    <a:pt x="4677970" y="1314429"/>
                  </a:lnTo>
                  <a:lnTo>
                    <a:pt x="4674667" y="1314429"/>
                  </a:lnTo>
                  <a:lnTo>
                    <a:pt x="4671363" y="1314429"/>
                  </a:lnTo>
                  <a:lnTo>
                    <a:pt x="4668060" y="1314429"/>
                  </a:lnTo>
                  <a:lnTo>
                    <a:pt x="4664756" y="1314429"/>
                  </a:lnTo>
                  <a:lnTo>
                    <a:pt x="4661452" y="1314429"/>
                  </a:lnTo>
                  <a:lnTo>
                    <a:pt x="4658149" y="1314429"/>
                  </a:lnTo>
                  <a:lnTo>
                    <a:pt x="4654845" y="1314429"/>
                  </a:lnTo>
                  <a:lnTo>
                    <a:pt x="4651541" y="1314429"/>
                  </a:lnTo>
                  <a:lnTo>
                    <a:pt x="4648238" y="1314429"/>
                  </a:lnTo>
                  <a:lnTo>
                    <a:pt x="4644934" y="1314429"/>
                  </a:lnTo>
                  <a:lnTo>
                    <a:pt x="4641630" y="1314429"/>
                  </a:lnTo>
                  <a:lnTo>
                    <a:pt x="4638327" y="1314429"/>
                  </a:lnTo>
                  <a:lnTo>
                    <a:pt x="4635023" y="1314429"/>
                  </a:lnTo>
                  <a:lnTo>
                    <a:pt x="4631719" y="1314429"/>
                  </a:lnTo>
                  <a:lnTo>
                    <a:pt x="4628416" y="1314429"/>
                  </a:lnTo>
                  <a:lnTo>
                    <a:pt x="4625112" y="1314429"/>
                  </a:lnTo>
                  <a:lnTo>
                    <a:pt x="4621808" y="1314429"/>
                  </a:lnTo>
                  <a:lnTo>
                    <a:pt x="4618505" y="1314429"/>
                  </a:lnTo>
                  <a:lnTo>
                    <a:pt x="4615201" y="1314429"/>
                  </a:lnTo>
                  <a:lnTo>
                    <a:pt x="4611897" y="1314429"/>
                  </a:lnTo>
                  <a:lnTo>
                    <a:pt x="4608594" y="1314429"/>
                  </a:lnTo>
                  <a:lnTo>
                    <a:pt x="4605290" y="1314429"/>
                  </a:lnTo>
                  <a:lnTo>
                    <a:pt x="4601986" y="1314429"/>
                  </a:lnTo>
                  <a:lnTo>
                    <a:pt x="4598683" y="1314429"/>
                  </a:lnTo>
                  <a:lnTo>
                    <a:pt x="4595379" y="1314429"/>
                  </a:lnTo>
                  <a:lnTo>
                    <a:pt x="4592076" y="1314429"/>
                  </a:lnTo>
                  <a:lnTo>
                    <a:pt x="4588772" y="1314429"/>
                  </a:lnTo>
                  <a:lnTo>
                    <a:pt x="4585468" y="1314429"/>
                  </a:lnTo>
                  <a:lnTo>
                    <a:pt x="4582165" y="1314429"/>
                  </a:lnTo>
                  <a:lnTo>
                    <a:pt x="4578861" y="1314429"/>
                  </a:lnTo>
                  <a:lnTo>
                    <a:pt x="4575557" y="1314429"/>
                  </a:lnTo>
                  <a:lnTo>
                    <a:pt x="4572254" y="1314429"/>
                  </a:lnTo>
                  <a:lnTo>
                    <a:pt x="4568950" y="1314429"/>
                  </a:lnTo>
                  <a:lnTo>
                    <a:pt x="4565646" y="1314429"/>
                  </a:lnTo>
                  <a:lnTo>
                    <a:pt x="4562343" y="1314429"/>
                  </a:lnTo>
                  <a:lnTo>
                    <a:pt x="4559039" y="1314429"/>
                  </a:lnTo>
                  <a:lnTo>
                    <a:pt x="4555735" y="1314429"/>
                  </a:lnTo>
                  <a:lnTo>
                    <a:pt x="4552432" y="1314429"/>
                  </a:lnTo>
                  <a:lnTo>
                    <a:pt x="4549128" y="1314429"/>
                  </a:lnTo>
                  <a:lnTo>
                    <a:pt x="4545824" y="1314429"/>
                  </a:lnTo>
                  <a:lnTo>
                    <a:pt x="4542521" y="1314429"/>
                  </a:lnTo>
                  <a:lnTo>
                    <a:pt x="4539217" y="1314429"/>
                  </a:lnTo>
                  <a:lnTo>
                    <a:pt x="4535913" y="1314429"/>
                  </a:lnTo>
                  <a:lnTo>
                    <a:pt x="4532610" y="1314429"/>
                  </a:lnTo>
                  <a:lnTo>
                    <a:pt x="4529306" y="1314429"/>
                  </a:lnTo>
                  <a:lnTo>
                    <a:pt x="4526003" y="1314429"/>
                  </a:lnTo>
                  <a:lnTo>
                    <a:pt x="4522699" y="1314429"/>
                  </a:lnTo>
                  <a:lnTo>
                    <a:pt x="4519395" y="1314429"/>
                  </a:lnTo>
                  <a:lnTo>
                    <a:pt x="4516092" y="1314429"/>
                  </a:lnTo>
                  <a:lnTo>
                    <a:pt x="4512788" y="1314429"/>
                  </a:lnTo>
                  <a:lnTo>
                    <a:pt x="4509484" y="1314429"/>
                  </a:lnTo>
                  <a:lnTo>
                    <a:pt x="4506181" y="1314429"/>
                  </a:lnTo>
                  <a:lnTo>
                    <a:pt x="4502877" y="1314429"/>
                  </a:lnTo>
                  <a:lnTo>
                    <a:pt x="4499573" y="1314429"/>
                  </a:lnTo>
                  <a:lnTo>
                    <a:pt x="4496270" y="1314429"/>
                  </a:lnTo>
                  <a:lnTo>
                    <a:pt x="4492966" y="1314429"/>
                  </a:lnTo>
                  <a:lnTo>
                    <a:pt x="4489662" y="1314429"/>
                  </a:lnTo>
                  <a:lnTo>
                    <a:pt x="4486359" y="1314429"/>
                  </a:lnTo>
                  <a:lnTo>
                    <a:pt x="4483055" y="1314429"/>
                  </a:lnTo>
                  <a:lnTo>
                    <a:pt x="4479751" y="1314429"/>
                  </a:lnTo>
                  <a:lnTo>
                    <a:pt x="4476448" y="1314429"/>
                  </a:lnTo>
                  <a:lnTo>
                    <a:pt x="4473144" y="1314429"/>
                  </a:lnTo>
                  <a:lnTo>
                    <a:pt x="4469840" y="1314429"/>
                  </a:lnTo>
                  <a:lnTo>
                    <a:pt x="4466537" y="1314429"/>
                  </a:lnTo>
                  <a:lnTo>
                    <a:pt x="4463233" y="1314429"/>
                  </a:lnTo>
                  <a:lnTo>
                    <a:pt x="4459929" y="1314429"/>
                  </a:lnTo>
                  <a:lnTo>
                    <a:pt x="4456626" y="1314429"/>
                  </a:lnTo>
                  <a:lnTo>
                    <a:pt x="4453322" y="1314429"/>
                  </a:lnTo>
                  <a:lnTo>
                    <a:pt x="4450019" y="1314429"/>
                  </a:lnTo>
                  <a:lnTo>
                    <a:pt x="4446715" y="1314429"/>
                  </a:lnTo>
                  <a:lnTo>
                    <a:pt x="4443411" y="1314429"/>
                  </a:lnTo>
                  <a:lnTo>
                    <a:pt x="4440108" y="1314429"/>
                  </a:lnTo>
                  <a:lnTo>
                    <a:pt x="4436804" y="1314429"/>
                  </a:lnTo>
                  <a:lnTo>
                    <a:pt x="4433500" y="1314429"/>
                  </a:lnTo>
                  <a:lnTo>
                    <a:pt x="4430197" y="1314429"/>
                  </a:lnTo>
                  <a:lnTo>
                    <a:pt x="4426893" y="1314429"/>
                  </a:lnTo>
                  <a:lnTo>
                    <a:pt x="4423589" y="1314429"/>
                  </a:lnTo>
                  <a:lnTo>
                    <a:pt x="4420286" y="1314429"/>
                  </a:lnTo>
                  <a:lnTo>
                    <a:pt x="4416982" y="1314429"/>
                  </a:lnTo>
                  <a:lnTo>
                    <a:pt x="4413678" y="1314429"/>
                  </a:lnTo>
                  <a:lnTo>
                    <a:pt x="4410375" y="1314429"/>
                  </a:lnTo>
                  <a:lnTo>
                    <a:pt x="4407071" y="1314429"/>
                  </a:lnTo>
                  <a:lnTo>
                    <a:pt x="4403767" y="1314429"/>
                  </a:lnTo>
                  <a:lnTo>
                    <a:pt x="4400464" y="1314429"/>
                  </a:lnTo>
                  <a:lnTo>
                    <a:pt x="4397160" y="1314429"/>
                  </a:lnTo>
                  <a:lnTo>
                    <a:pt x="4393856" y="1314429"/>
                  </a:lnTo>
                  <a:lnTo>
                    <a:pt x="4390553" y="1314429"/>
                  </a:lnTo>
                  <a:lnTo>
                    <a:pt x="4387249" y="1314429"/>
                  </a:lnTo>
                  <a:lnTo>
                    <a:pt x="4383945" y="1314429"/>
                  </a:lnTo>
                  <a:lnTo>
                    <a:pt x="4380642" y="1314429"/>
                  </a:lnTo>
                  <a:lnTo>
                    <a:pt x="4377338" y="1314429"/>
                  </a:lnTo>
                  <a:lnTo>
                    <a:pt x="4374035" y="1314429"/>
                  </a:lnTo>
                  <a:lnTo>
                    <a:pt x="4370731" y="1314429"/>
                  </a:lnTo>
                  <a:lnTo>
                    <a:pt x="4367427" y="1314429"/>
                  </a:lnTo>
                  <a:lnTo>
                    <a:pt x="4364124" y="1314429"/>
                  </a:lnTo>
                  <a:lnTo>
                    <a:pt x="4360820" y="1314429"/>
                  </a:lnTo>
                  <a:lnTo>
                    <a:pt x="4357516" y="1314429"/>
                  </a:lnTo>
                  <a:lnTo>
                    <a:pt x="4354213" y="1314429"/>
                  </a:lnTo>
                  <a:lnTo>
                    <a:pt x="4350909" y="1314429"/>
                  </a:lnTo>
                  <a:lnTo>
                    <a:pt x="4347605" y="1314429"/>
                  </a:lnTo>
                  <a:lnTo>
                    <a:pt x="4344302" y="1314429"/>
                  </a:lnTo>
                  <a:lnTo>
                    <a:pt x="4340998" y="1314429"/>
                  </a:lnTo>
                  <a:lnTo>
                    <a:pt x="4337694" y="1314429"/>
                  </a:lnTo>
                  <a:lnTo>
                    <a:pt x="4334391" y="1314429"/>
                  </a:lnTo>
                  <a:lnTo>
                    <a:pt x="4331087" y="1314429"/>
                  </a:lnTo>
                  <a:lnTo>
                    <a:pt x="4327783" y="1314429"/>
                  </a:lnTo>
                  <a:lnTo>
                    <a:pt x="4324480" y="1314429"/>
                  </a:lnTo>
                  <a:lnTo>
                    <a:pt x="4321176" y="1314429"/>
                  </a:lnTo>
                  <a:lnTo>
                    <a:pt x="4317872" y="1314429"/>
                  </a:lnTo>
                  <a:lnTo>
                    <a:pt x="4314569" y="1314429"/>
                  </a:lnTo>
                  <a:lnTo>
                    <a:pt x="4311265" y="1314429"/>
                  </a:lnTo>
                  <a:lnTo>
                    <a:pt x="4307961" y="1314429"/>
                  </a:lnTo>
                  <a:lnTo>
                    <a:pt x="4304658" y="1314429"/>
                  </a:lnTo>
                  <a:lnTo>
                    <a:pt x="4301354" y="1314429"/>
                  </a:lnTo>
                  <a:lnTo>
                    <a:pt x="4298051" y="1314429"/>
                  </a:lnTo>
                  <a:lnTo>
                    <a:pt x="4294747" y="1314429"/>
                  </a:lnTo>
                  <a:lnTo>
                    <a:pt x="4291443" y="1314429"/>
                  </a:lnTo>
                  <a:lnTo>
                    <a:pt x="4288140" y="1314429"/>
                  </a:lnTo>
                  <a:lnTo>
                    <a:pt x="4284836" y="1314429"/>
                  </a:lnTo>
                  <a:lnTo>
                    <a:pt x="4281532" y="1314429"/>
                  </a:lnTo>
                  <a:lnTo>
                    <a:pt x="4278229" y="1314429"/>
                  </a:lnTo>
                  <a:lnTo>
                    <a:pt x="4274925" y="1314429"/>
                  </a:lnTo>
                  <a:lnTo>
                    <a:pt x="4271621" y="1314429"/>
                  </a:lnTo>
                  <a:lnTo>
                    <a:pt x="4268318" y="1314429"/>
                  </a:lnTo>
                  <a:lnTo>
                    <a:pt x="4265014" y="1314429"/>
                  </a:lnTo>
                  <a:lnTo>
                    <a:pt x="4261710" y="1314429"/>
                  </a:lnTo>
                  <a:lnTo>
                    <a:pt x="4258407" y="1314429"/>
                  </a:lnTo>
                  <a:lnTo>
                    <a:pt x="4255103" y="1314429"/>
                  </a:lnTo>
                  <a:lnTo>
                    <a:pt x="4251799" y="1314429"/>
                  </a:lnTo>
                  <a:lnTo>
                    <a:pt x="4248496" y="1314429"/>
                  </a:lnTo>
                  <a:lnTo>
                    <a:pt x="4245192" y="1314429"/>
                  </a:lnTo>
                  <a:lnTo>
                    <a:pt x="4241888" y="1314429"/>
                  </a:lnTo>
                  <a:lnTo>
                    <a:pt x="4238585" y="1314429"/>
                  </a:lnTo>
                  <a:lnTo>
                    <a:pt x="4235281" y="1314429"/>
                  </a:lnTo>
                  <a:lnTo>
                    <a:pt x="4231977" y="1314429"/>
                  </a:lnTo>
                  <a:lnTo>
                    <a:pt x="4228674" y="1314429"/>
                  </a:lnTo>
                  <a:lnTo>
                    <a:pt x="4225370" y="1314429"/>
                  </a:lnTo>
                  <a:lnTo>
                    <a:pt x="4222067" y="1314429"/>
                  </a:lnTo>
                  <a:lnTo>
                    <a:pt x="4218763" y="1314429"/>
                  </a:lnTo>
                  <a:lnTo>
                    <a:pt x="4215459" y="1314429"/>
                  </a:lnTo>
                  <a:lnTo>
                    <a:pt x="4212156" y="1314429"/>
                  </a:lnTo>
                  <a:lnTo>
                    <a:pt x="4208852" y="1314429"/>
                  </a:lnTo>
                  <a:lnTo>
                    <a:pt x="4205548" y="1314429"/>
                  </a:lnTo>
                  <a:lnTo>
                    <a:pt x="4202245" y="1314429"/>
                  </a:lnTo>
                  <a:lnTo>
                    <a:pt x="4198941" y="1314429"/>
                  </a:lnTo>
                  <a:lnTo>
                    <a:pt x="4195637" y="1314429"/>
                  </a:lnTo>
                  <a:lnTo>
                    <a:pt x="4192334" y="1314429"/>
                  </a:lnTo>
                  <a:lnTo>
                    <a:pt x="4189030" y="1314429"/>
                  </a:lnTo>
                  <a:lnTo>
                    <a:pt x="4185726" y="1314429"/>
                  </a:lnTo>
                  <a:lnTo>
                    <a:pt x="4182423" y="1314429"/>
                  </a:lnTo>
                  <a:lnTo>
                    <a:pt x="4179119" y="1314429"/>
                  </a:lnTo>
                  <a:lnTo>
                    <a:pt x="4175815" y="1314429"/>
                  </a:lnTo>
                  <a:lnTo>
                    <a:pt x="4172512" y="1314429"/>
                  </a:lnTo>
                  <a:lnTo>
                    <a:pt x="4169208" y="1314429"/>
                  </a:lnTo>
                  <a:lnTo>
                    <a:pt x="4165904" y="1314429"/>
                  </a:lnTo>
                  <a:lnTo>
                    <a:pt x="4162601" y="1314429"/>
                  </a:lnTo>
                  <a:lnTo>
                    <a:pt x="4159297" y="1314429"/>
                  </a:lnTo>
                  <a:lnTo>
                    <a:pt x="4155993" y="1314429"/>
                  </a:lnTo>
                  <a:lnTo>
                    <a:pt x="4152690" y="1314429"/>
                  </a:lnTo>
                  <a:lnTo>
                    <a:pt x="4149386" y="1314429"/>
                  </a:lnTo>
                  <a:lnTo>
                    <a:pt x="4146083" y="1314429"/>
                  </a:lnTo>
                  <a:lnTo>
                    <a:pt x="4142779" y="1314429"/>
                  </a:lnTo>
                  <a:lnTo>
                    <a:pt x="4139475" y="1314429"/>
                  </a:lnTo>
                  <a:lnTo>
                    <a:pt x="4136172" y="1314429"/>
                  </a:lnTo>
                  <a:lnTo>
                    <a:pt x="4132868" y="1314429"/>
                  </a:lnTo>
                  <a:lnTo>
                    <a:pt x="4129564" y="1314429"/>
                  </a:lnTo>
                  <a:lnTo>
                    <a:pt x="4126261" y="1314429"/>
                  </a:lnTo>
                  <a:lnTo>
                    <a:pt x="4122957" y="1314429"/>
                  </a:lnTo>
                  <a:lnTo>
                    <a:pt x="4119653" y="1314429"/>
                  </a:lnTo>
                  <a:lnTo>
                    <a:pt x="4116350" y="1314429"/>
                  </a:lnTo>
                  <a:lnTo>
                    <a:pt x="4113046" y="1314429"/>
                  </a:lnTo>
                  <a:lnTo>
                    <a:pt x="4109742" y="1314429"/>
                  </a:lnTo>
                  <a:lnTo>
                    <a:pt x="4106439" y="1314429"/>
                  </a:lnTo>
                  <a:lnTo>
                    <a:pt x="4103135" y="1314429"/>
                  </a:lnTo>
                  <a:lnTo>
                    <a:pt x="4099831" y="1314429"/>
                  </a:lnTo>
                  <a:lnTo>
                    <a:pt x="4096528" y="1314429"/>
                  </a:lnTo>
                  <a:lnTo>
                    <a:pt x="4093224" y="1314429"/>
                  </a:lnTo>
                  <a:lnTo>
                    <a:pt x="4089920" y="1314429"/>
                  </a:lnTo>
                  <a:lnTo>
                    <a:pt x="4086617" y="1314429"/>
                  </a:lnTo>
                  <a:lnTo>
                    <a:pt x="4083313" y="1314429"/>
                  </a:lnTo>
                  <a:lnTo>
                    <a:pt x="4080010" y="1314429"/>
                  </a:lnTo>
                  <a:lnTo>
                    <a:pt x="4076706" y="1314429"/>
                  </a:lnTo>
                  <a:lnTo>
                    <a:pt x="4073402" y="1314429"/>
                  </a:lnTo>
                  <a:lnTo>
                    <a:pt x="4070099" y="1314429"/>
                  </a:lnTo>
                  <a:lnTo>
                    <a:pt x="4066795" y="1314429"/>
                  </a:lnTo>
                  <a:lnTo>
                    <a:pt x="4063491" y="1314429"/>
                  </a:lnTo>
                  <a:lnTo>
                    <a:pt x="4060188" y="1314429"/>
                  </a:lnTo>
                  <a:lnTo>
                    <a:pt x="4056884" y="1314429"/>
                  </a:lnTo>
                  <a:lnTo>
                    <a:pt x="4053580" y="1314429"/>
                  </a:lnTo>
                  <a:lnTo>
                    <a:pt x="4050277" y="1314429"/>
                  </a:lnTo>
                  <a:lnTo>
                    <a:pt x="4046973" y="1314429"/>
                  </a:lnTo>
                  <a:lnTo>
                    <a:pt x="4043669" y="1314429"/>
                  </a:lnTo>
                  <a:lnTo>
                    <a:pt x="4040366" y="1314429"/>
                  </a:lnTo>
                  <a:lnTo>
                    <a:pt x="4037062" y="1314429"/>
                  </a:lnTo>
                  <a:lnTo>
                    <a:pt x="4033758" y="1314429"/>
                  </a:lnTo>
                  <a:lnTo>
                    <a:pt x="4030455" y="1314429"/>
                  </a:lnTo>
                  <a:lnTo>
                    <a:pt x="4027151" y="1314429"/>
                  </a:lnTo>
                  <a:lnTo>
                    <a:pt x="4023847" y="1314429"/>
                  </a:lnTo>
                  <a:lnTo>
                    <a:pt x="4020544" y="1314429"/>
                  </a:lnTo>
                  <a:lnTo>
                    <a:pt x="4017240" y="1314429"/>
                  </a:lnTo>
                  <a:lnTo>
                    <a:pt x="4013936" y="1314429"/>
                  </a:lnTo>
                  <a:lnTo>
                    <a:pt x="4010633" y="1314429"/>
                  </a:lnTo>
                  <a:lnTo>
                    <a:pt x="4007329" y="1314429"/>
                  </a:lnTo>
                  <a:lnTo>
                    <a:pt x="4004026" y="1314429"/>
                  </a:lnTo>
                  <a:lnTo>
                    <a:pt x="4000722" y="1314429"/>
                  </a:lnTo>
                  <a:lnTo>
                    <a:pt x="3997418" y="1314429"/>
                  </a:lnTo>
                  <a:lnTo>
                    <a:pt x="3994115" y="1314429"/>
                  </a:lnTo>
                  <a:lnTo>
                    <a:pt x="3990811" y="1314429"/>
                  </a:lnTo>
                  <a:lnTo>
                    <a:pt x="3987507" y="1314429"/>
                  </a:lnTo>
                  <a:lnTo>
                    <a:pt x="3984204" y="1314429"/>
                  </a:lnTo>
                  <a:lnTo>
                    <a:pt x="3980900" y="1314429"/>
                  </a:lnTo>
                  <a:lnTo>
                    <a:pt x="3977596" y="1314429"/>
                  </a:lnTo>
                  <a:lnTo>
                    <a:pt x="3974293" y="1314429"/>
                  </a:lnTo>
                  <a:lnTo>
                    <a:pt x="3970989" y="1314429"/>
                  </a:lnTo>
                  <a:lnTo>
                    <a:pt x="3967685" y="1314429"/>
                  </a:lnTo>
                  <a:lnTo>
                    <a:pt x="3964382" y="1314429"/>
                  </a:lnTo>
                  <a:lnTo>
                    <a:pt x="3961078" y="1314429"/>
                  </a:lnTo>
                  <a:lnTo>
                    <a:pt x="3957774" y="1314429"/>
                  </a:lnTo>
                  <a:lnTo>
                    <a:pt x="3954471" y="1314429"/>
                  </a:lnTo>
                  <a:lnTo>
                    <a:pt x="3951167" y="1314429"/>
                  </a:lnTo>
                  <a:lnTo>
                    <a:pt x="3947863" y="1314429"/>
                  </a:lnTo>
                  <a:lnTo>
                    <a:pt x="3944560" y="1314429"/>
                  </a:lnTo>
                  <a:lnTo>
                    <a:pt x="3941256" y="1314429"/>
                  </a:lnTo>
                  <a:lnTo>
                    <a:pt x="3937952" y="1314429"/>
                  </a:lnTo>
                  <a:lnTo>
                    <a:pt x="3934649" y="1314429"/>
                  </a:lnTo>
                  <a:lnTo>
                    <a:pt x="3931345" y="1314429"/>
                  </a:lnTo>
                  <a:lnTo>
                    <a:pt x="3928042" y="1314429"/>
                  </a:lnTo>
                  <a:lnTo>
                    <a:pt x="3924738" y="1314429"/>
                  </a:lnTo>
                  <a:lnTo>
                    <a:pt x="3921434" y="1314429"/>
                  </a:lnTo>
                  <a:lnTo>
                    <a:pt x="3918131" y="1314429"/>
                  </a:lnTo>
                  <a:lnTo>
                    <a:pt x="3914827" y="1314429"/>
                  </a:lnTo>
                  <a:lnTo>
                    <a:pt x="3911523" y="1314429"/>
                  </a:lnTo>
                  <a:lnTo>
                    <a:pt x="3908220" y="1314429"/>
                  </a:lnTo>
                  <a:lnTo>
                    <a:pt x="3904916" y="1314429"/>
                  </a:lnTo>
                  <a:lnTo>
                    <a:pt x="3901612" y="1314429"/>
                  </a:lnTo>
                  <a:lnTo>
                    <a:pt x="3898309" y="1314429"/>
                  </a:lnTo>
                  <a:lnTo>
                    <a:pt x="3895005" y="1314429"/>
                  </a:lnTo>
                  <a:lnTo>
                    <a:pt x="3891701" y="1314429"/>
                  </a:lnTo>
                  <a:lnTo>
                    <a:pt x="3888398" y="1314429"/>
                  </a:lnTo>
                  <a:lnTo>
                    <a:pt x="3885094" y="1314429"/>
                  </a:lnTo>
                  <a:lnTo>
                    <a:pt x="3881790" y="1314429"/>
                  </a:lnTo>
                  <a:lnTo>
                    <a:pt x="3878487" y="1314429"/>
                  </a:lnTo>
                  <a:lnTo>
                    <a:pt x="3875183" y="1314429"/>
                  </a:lnTo>
                  <a:lnTo>
                    <a:pt x="3871879" y="1314429"/>
                  </a:lnTo>
                  <a:lnTo>
                    <a:pt x="3868576" y="1314429"/>
                  </a:lnTo>
                  <a:lnTo>
                    <a:pt x="3865272" y="1314429"/>
                  </a:lnTo>
                  <a:lnTo>
                    <a:pt x="3861968" y="1314429"/>
                  </a:lnTo>
                  <a:lnTo>
                    <a:pt x="3858665" y="1314429"/>
                  </a:lnTo>
                  <a:lnTo>
                    <a:pt x="3855361" y="1314429"/>
                  </a:lnTo>
                  <a:lnTo>
                    <a:pt x="3852058" y="1314429"/>
                  </a:lnTo>
                  <a:lnTo>
                    <a:pt x="3848754" y="1314429"/>
                  </a:lnTo>
                  <a:lnTo>
                    <a:pt x="3845450" y="1314429"/>
                  </a:lnTo>
                  <a:lnTo>
                    <a:pt x="3842147" y="1314429"/>
                  </a:lnTo>
                  <a:lnTo>
                    <a:pt x="3838843" y="1314429"/>
                  </a:lnTo>
                  <a:lnTo>
                    <a:pt x="3835539" y="1314429"/>
                  </a:lnTo>
                  <a:lnTo>
                    <a:pt x="3832236" y="1314429"/>
                  </a:lnTo>
                  <a:lnTo>
                    <a:pt x="3828932" y="1314429"/>
                  </a:lnTo>
                  <a:lnTo>
                    <a:pt x="3825628" y="1314429"/>
                  </a:lnTo>
                  <a:lnTo>
                    <a:pt x="3822325" y="1314429"/>
                  </a:lnTo>
                  <a:lnTo>
                    <a:pt x="3819021" y="1314429"/>
                  </a:lnTo>
                  <a:lnTo>
                    <a:pt x="3815717" y="1314429"/>
                  </a:lnTo>
                  <a:lnTo>
                    <a:pt x="3812414" y="1314429"/>
                  </a:lnTo>
                  <a:lnTo>
                    <a:pt x="3809110" y="1314429"/>
                  </a:lnTo>
                  <a:lnTo>
                    <a:pt x="3805806" y="1314429"/>
                  </a:lnTo>
                  <a:lnTo>
                    <a:pt x="3802503" y="1314429"/>
                  </a:lnTo>
                  <a:lnTo>
                    <a:pt x="3799199" y="1314429"/>
                  </a:lnTo>
                  <a:lnTo>
                    <a:pt x="3795895" y="1314429"/>
                  </a:lnTo>
                  <a:lnTo>
                    <a:pt x="3792592" y="1314429"/>
                  </a:lnTo>
                  <a:lnTo>
                    <a:pt x="3789288" y="1314429"/>
                  </a:lnTo>
                  <a:lnTo>
                    <a:pt x="3785984" y="1314429"/>
                  </a:lnTo>
                  <a:lnTo>
                    <a:pt x="3782681" y="1314429"/>
                  </a:lnTo>
                  <a:lnTo>
                    <a:pt x="3779377" y="1314429"/>
                  </a:lnTo>
                  <a:lnTo>
                    <a:pt x="3776074" y="1314429"/>
                  </a:lnTo>
                  <a:lnTo>
                    <a:pt x="3772770" y="1314429"/>
                  </a:lnTo>
                  <a:lnTo>
                    <a:pt x="3769466" y="1314429"/>
                  </a:lnTo>
                  <a:lnTo>
                    <a:pt x="3766163" y="1314429"/>
                  </a:lnTo>
                  <a:lnTo>
                    <a:pt x="3762859" y="1314429"/>
                  </a:lnTo>
                  <a:lnTo>
                    <a:pt x="3759555" y="1314429"/>
                  </a:lnTo>
                  <a:lnTo>
                    <a:pt x="3756252" y="1314429"/>
                  </a:lnTo>
                  <a:lnTo>
                    <a:pt x="3752948" y="1314429"/>
                  </a:lnTo>
                  <a:lnTo>
                    <a:pt x="3749644" y="1314429"/>
                  </a:lnTo>
                  <a:lnTo>
                    <a:pt x="3746341" y="1314429"/>
                  </a:lnTo>
                  <a:lnTo>
                    <a:pt x="3743037" y="1314429"/>
                  </a:lnTo>
                  <a:lnTo>
                    <a:pt x="3739733" y="1314429"/>
                  </a:lnTo>
                  <a:lnTo>
                    <a:pt x="3736430" y="1314429"/>
                  </a:lnTo>
                  <a:lnTo>
                    <a:pt x="3733126" y="1314429"/>
                  </a:lnTo>
                  <a:lnTo>
                    <a:pt x="3729822" y="1314429"/>
                  </a:lnTo>
                  <a:lnTo>
                    <a:pt x="3726519" y="1314429"/>
                  </a:lnTo>
                  <a:lnTo>
                    <a:pt x="3723215" y="1314429"/>
                  </a:lnTo>
                  <a:lnTo>
                    <a:pt x="3719911" y="1314429"/>
                  </a:lnTo>
                  <a:lnTo>
                    <a:pt x="3716608" y="1314429"/>
                  </a:lnTo>
                  <a:lnTo>
                    <a:pt x="3713304" y="1314429"/>
                  </a:lnTo>
                  <a:lnTo>
                    <a:pt x="3710001" y="1314429"/>
                  </a:lnTo>
                  <a:lnTo>
                    <a:pt x="3706697" y="1314429"/>
                  </a:lnTo>
                  <a:lnTo>
                    <a:pt x="3703393" y="1314429"/>
                  </a:lnTo>
                  <a:lnTo>
                    <a:pt x="3700090" y="1314429"/>
                  </a:lnTo>
                  <a:lnTo>
                    <a:pt x="3696786" y="1314429"/>
                  </a:lnTo>
                  <a:lnTo>
                    <a:pt x="3693482" y="1314429"/>
                  </a:lnTo>
                  <a:lnTo>
                    <a:pt x="3690179" y="1314429"/>
                  </a:lnTo>
                  <a:lnTo>
                    <a:pt x="3686875" y="1314429"/>
                  </a:lnTo>
                  <a:lnTo>
                    <a:pt x="3683571" y="1314429"/>
                  </a:lnTo>
                  <a:lnTo>
                    <a:pt x="3680268" y="1314429"/>
                  </a:lnTo>
                  <a:lnTo>
                    <a:pt x="3676964" y="1314429"/>
                  </a:lnTo>
                  <a:lnTo>
                    <a:pt x="3673660" y="1314429"/>
                  </a:lnTo>
                  <a:lnTo>
                    <a:pt x="3670357" y="1314429"/>
                  </a:lnTo>
                  <a:lnTo>
                    <a:pt x="3667053" y="1314429"/>
                  </a:lnTo>
                  <a:lnTo>
                    <a:pt x="3663749" y="1314429"/>
                  </a:lnTo>
                  <a:lnTo>
                    <a:pt x="3660446" y="1314429"/>
                  </a:lnTo>
                  <a:lnTo>
                    <a:pt x="3657142" y="1314429"/>
                  </a:lnTo>
                  <a:lnTo>
                    <a:pt x="3653838" y="1314429"/>
                  </a:lnTo>
                  <a:lnTo>
                    <a:pt x="3650535" y="1314429"/>
                  </a:lnTo>
                  <a:lnTo>
                    <a:pt x="3647231" y="1314429"/>
                  </a:lnTo>
                  <a:lnTo>
                    <a:pt x="3643927" y="1314429"/>
                  </a:lnTo>
                  <a:lnTo>
                    <a:pt x="3640624" y="1314429"/>
                  </a:lnTo>
                  <a:lnTo>
                    <a:pt x="3637320" y="1314429"/>
                  </a:lnTo>
                  <a:lnTo>
                    <a:pt x="3634017" y="1314429"/>
                  </a:lnTo>
                  <a:lnTo>
                    <a:pt x="3630713" y="1314429"/>
                  </a:lnTo>
                  <a:lnTo>
                    <a:pt x="3627409" y="1314429"/>
                  </a:lnTo>
                  <a:lnTo>
                    <a:pt x="3624106" y="1314429"/>
                  </a:lnTo>
                  <a:lnTo>
                    <a:pt x="3620802" y="1314429"/>
                  </a:lnTo>
                  <a:lnTo>
                    <a:pt x="3617498" y="1314429"/>
                  </a:lnTo>
                  <a:lnTo>
                    <a:pt x="3614195" y="1314429"/>
                  </a:lnTo>
                  <a:lnTo>
                    <a:pt x="3610891" y="1314429"/>
                  </a:lnTo>
                  <a:lnTo>
                    <a:pt x="3607587" y="1314429"/>
                  </a:lnTo>
                  <a:lnTo>
                    <a:pt x="3604284" y="1314429"/>
                  </a:lnTo>
                  <a:lnTo>
                    <a:pt x="3600980" y="1314429"/>
                  </a:lnTo>
                  <a:lnTo>
                    <a:pt x="3597676" y="1314429"/>
                  </a:lnTo>
                  <a:lnTo>
                    <a:pt x="3594373" y="1314429"/>
                  </a:lnTo>
                  <a:lnTo>
                    <a:pt x="3591069" y="1314429"/>
                  </a:lnTo>
                  <a:lnTo>
                    <a:pt x="3587765" y="1314429"/>
                  </a:lnTo>
                  <a:lnTo>
                    <a:pt x="3584462" y="1314429"/>
                  </a:lnTo>
                  <a:lnTo>
                    <a:pt x="3581158" y="1314429"/>
                  </a:lnTo>
                  <a:lnTo>
                    <a:pt x="3577854" y="1314429"/>
                  </a:lnTo>
                  <a:lnTo>
                    <a:pt x="3574551" y="1314429"/>
                  </a:lnTo>
                  <a:lnTo>
                    <a:pt x="3571247" y="1314429"/>
                  </a:lnTo>
                  <a:lnTo>
                    <a:pt x="3567943" y="1314429"/>
                  </a:lnTo>
                  <a:lnTo>
                    <a:pt x="3564640" y="1314429"/>
                  </a:lnTo>
                  <a:lnTo>
                    <a:pt x="3561336" y="1314429"/>
                  </a:lnTo>
                  <a:lnTo>
                    <a:pt x="3558033" y="1314429"/>
                  </a:lnTo>
                  <a:lnTo>
                    <a:pt x="3554729" y="1314429"/>
                  </a:lnTo>
                  <a:lnTo>
                    <a:pt x="3551425" y="1314429"/>
                  </a:lnTo>
                  <a:lnTo>
                    <a:pt x="3548122" y="1314429"/>
                  </a:lnTo>
                  <a:lnTo>
                    <a:pt x="3544818" y="1314429"/>
                  </a:lnTo>
                  <a:lnTo>
                    <a:pt x="3541514" y="1314429"/>
                  </a:lnTo>
                  <a:lnTo>
                    <a:pt x="3538211" y="1314429"/>
                  </a:lnTo>
                  <a:lnTo>
                    <a:pt x="3534907" y="1314429"/>
                  </a:lnTo>
                  <a:lnTo>
                    <a:pt x="3531603" y="1314429"/>
                  </a:lnTo>
                  <a:lnTo>
                    <a:pt x="3528300" y="1314429"/>
                  </a:lnTo>
                  <a:lnTo>
                    <a:pt x="3524996" y="1314429"/>
                  </a:lnTo>
                  <a:lnTo>
                    <a:pt x="3521692" y="1314429"/>
                  </a:lnTo>
                  <a:lnTo>
                    <a:pt x="3518389" y="1314429"/>
                  </a:lnTo>
                  <a:lnTo>
                    <a:pt x="3515085" y="1314429"/>
                  </a:lnTo>
                  <a:lnTo>
                    <a:pt x="3511781" y="1314429"/>
                  </a:lnTo>
                  <a:lnTo>
                    <a:pt x="3508478" y="1314429"/>
                  </a:lnTo>
                  <a:lnTo>
                    <a:pt x="3505174" y="1314429"/>
                  </a:lnTo>
                  <a:lnTo>
                    <a:pt x="3501870" y="1314429"/>
                  </a:lnTo>
                  <a:lnTo>
                    <a:pt x="3498567" y="1314429"/>
                  </a:lnTo>
                  <a:lnTo>
                    <a:pt x="3495263" y="1314429"/>
                  </a:lnTo>
                  <a:lnTo>
                    <a:pt x="3491959" y="1314429"/>
                  </a:lnTo>
                  <a:lnTo>
                    <a:pt x="3488656" y="1314429"/>
                  </a:lnTo>
                  <a:lnTo>
                    <a:pt x="3485352" y="1314429"/>
                  </a:lnTo>
                  <a:lnTo>
                    <a:pt x="3482049" y="1314429"/>
                  </a:lnTo>
                  <a:lnTo>
                    <a:pt x="3478745" y="1314429"/>
                  </a:lnTo>
                  <a:lnTo>
                    <a:pt x="3475441" y="1314429"/>
                  </a:lnTo>
                  <a:lnTo>
                    <a:pt x="3472138" y="1314429"/>
                  </a:lnTo>
                  <a:lnTo>
                    <a:pt x="3468834" y="1314429"/>
                  </a:lnTo>
                  <a:lnTo>
                    <a:pt x="3465530" y="1314429"/>
                  </a:lnTo>
                  <a:lnTo>
                    <a:pt x="3462227" y="1314429"/>
                  </a:lnTo>
                  <a:lnTo>
                    <a:pt x="3458923" y="1314429"/>
                  </a:lnTo>
                  <a:lnTo>
                    <a:pt x="3455619" y="1314429"/>
                  </a:lnTo>
                  <a:lnTo>
                    <a:pt x="3452316" y="1314429"/>
                  </a:lnTo>
                  <a:lnTo>
                    <a:pt x="3449012" y="1314429"/>
                  </a:lnTo>
                  <a:lnTo>
                    <a:pt x="3445708" y="1314429"/>
                  </a:lnTo>
                  <a:lnTo>
                    <a:pt x="3442405" y="1314429"/>
                  </a:lnTo>
                  <a:lnTo>
                    <a:pt x="3439101" y="1314429"/>
                  </a:lnTo>
                  <a:lnTo>
                    <a:pt x="3435797" y="1314429"/>
                  </a:lnTo>
                  <a:lnTo>
                    <a:pt x="3432494" y="1314429"/>
                  </a:lnTo>
                  <a:lnTo>
                    <a:pt x="3429190" y="1314429"/>
                  </a:lnTo>
                  <a:lnTo>
                    <a:pt x="3425886" y="1314429"/>
                  </a:lnTo>
                  <a:lnTo>
                    <a:pt x="3422583" y="1314429"/>
                  </a:lnTo>
                  <a:lnTo>
                    <a:pt x="3419279" y="1314429"/>
                  </a:lnTo>
                  <a:lnTo>
                    <a:pt x="3415975" y="1314429"/>
                  </a:lnTo>
                  <a:lnTo>
                    <a:pt x="3412672" y="1314429"/>
                  </a:lnTo>
                  <a:lnTo>
                    <a:pt x="3409368" y="1314429"/>
                  </a:lnTo>
                  <a:lnTo>
                    <a:pt x="3406065" y="1314429"/>
                  </a:lnTo>
                  <a:lnTo>
                    <a:pt x="3402761" y="1314429"/>
                  </a:lnTo>
                  <a:lnTo>
                    <a:pt x="3399457" y="1314429"/>
                  </a:lnTo>
                  <a:lnTo>
                    <a:pt x="3396154" y="1314429"/>
                  </a:lnTo>
                  <a:lnTo>
                    <a:pt x="3392850" y="1314429"/>
                  </a:lnTo>
                  <a:lnTo>
                    <a:pt x="3389546" y="1314429"/>
                  </a:lnTo>
                  <a:lnTo>
                    <a:pt x="3386243" y="1314429"/>
                  </a:lnTo>
                  <a:lnTo>
                    <a:pt x="3382939" y="1314429"/>
                  </a:lnTo>
                  <a:lnTo>
                    <a:pt x="3379635" y="1314429"/>
                  </a:lnTo>
                  <a:lnTo>
                    <a:pt x="3376332" y="1314429"/>
                  </a:lnTo>
                  <a:lnTo>
                    <a:pt x="3373028" y="1314429"/>
                  </a:lnTo>
                  <a:lnTo>
                    <a:pt x="3369724" y="1314429"/>
                  </a:lnTo>
                  <a:lnTo>
                    <a:pt x="3366421" y="1314429"/>
                  </a:lnTo>
                  <a:lnTo>
                    <a:pt x="3363117" y="1314429"/>
                  </a:lnTo>
                  <a:lnTo>
                    <a:pt x="3359813" y="1314429"/>
                  </a:lnTo>
                  <a:lnTo>
                    <a:pt x="3356510" y="1314429"/>
                  </a:lnTo>
                  <a:lnTo>
                    <a:pt x="3353206" y="1314429"/>
                  </a:lnTo>
                  <a:lnTo>
                    <a:pt x="3349902" y="1314429"/>
                  </a:lnTo>
                  <a:lnTo>
                    <a:pt x="3346599" y="1314429"/>
                  </a:lnTo>
                  <a:lnTo>
                    <a:pt x="3343295" y="1314429"/>
                  </a:lnTo>
                  <a:lnTo>
                    <a:pt x="3339991" y="1314429"/>
                  </a:lnTo>
                  <a:lnTo>
                    <a:pt x="3336688" y="1314429"/>
                  </a:lnTo>
                  <a:lnTo>
                    <a:pt x="3333384" y="1314429"/>
                  </a:lnTo>
                  <a:lnTo>
                    <a:pt x="3330081" y="1314429"/>
                  </a:lnTo>
                  <a:lnTo>
                    <a:pt x="3326777" y="1314429"/>
                  </a:lnTo>
                  <a:lnTo>
                    <a:pt x="3323473" y="1314429"/>
                  </a:lnTo>
                  <a:lnTo>
                    <a:pt x="3320170" y="1314429"/>
                  </a:lnTo>
                  <a:lnTo>
                    <a:pt x="3316866" y="1314429"/>
                  </a:lnTo>
                  <a:lnTo>
                    <a:pt x="3313562" y="1314429"/>
                  </a:lnTo>
                  <a:lnTo>
                    <a:pt x="3310259" y="1314429"/>
                  </a:lnTo>
                  <a:lnTo>
                    <a:pt x="3306955" y="1314429"/>
                  </a:lnTo>
                  <a:lnTo>
                    <a:pt x="3303651" y="1314429"/>
                  </a:lnTo>
                  <a:lnTo>
                    <a:pt x="3300348" y="1314429"/>
                  </a:lnTo>
                  <a:lnTo>
                    <a:pt x="3297044" y="1314429"/>
                  </a:lnTo>
                  <a:lnTo>
                    <a:pt x="3293740" y="1314429"/>
                  </a:lnTo>
                  <a:lnTo>
                    <a:pt x="3290437" y="1314429"/>
                  </a:lnTo>
                  <a:lnTo>
                    <a:pt x="3287133" y="1314429"/>
                  </a:lnTo>
                  <a:lnTo>
                    <a:pt x="3283829" y="1314429"/>
                  </a:lnTo>
                  <a:lnTo>
                    <a:pt x="3280526" y="1314429"/>
                  </a:lnTo>
                  <a:lnTo>
                    <a:pt x="3277222" y="1314429"/>
                  </a:lnTo>
                  <a:lnTo>
                    <a:pt x="3273918" y="1314429"/>
                  </a:lnTo>
                  <a:lnTo>
                    <a:pt x="3270615" y="1314429"/>
                  </a:lnTo>
                  <a:lnTo>
                    <a:pt x="3267311" y="1314429"/>
                  </a:lnTo>
                  <a:lnTo>
                    <a:pt x="3264008" y="1314429"/>
                  </a:lnTo>
                  <a:lnTo>
                    <a:pt x="3260704" y="1314429"/>
                  </a:lnTo>
                  <a:lnTo>
                    <a:pt x="3257400" y="1314429"/>
                  </a:lnTo>
                  <a:lnTo>
                    <a:pt x="3254097" y="1314429"/>
                  </a:lnTo>
                  <a:lnTo>
                    <a:pt x="3250793" y="1314429"/>
                  </a:lnTo>
                  <a:lnTo>
                    <a:pt x="3247489" y="1314429"/>
                  </a:lnTo>
                  <a:lnTo>
                    <a:pt x="3244186" y="1314429"/>
                  </a:lnTo>
                  <a:lnTo>
                    <a:pt x="3240882" y="1314429"/>
                  </a:lnTo>
                  <a:lnTo>
                    <a:pt x="3237578" y="1314429"/>
                  </a:lnTo>
                  <a:lnTo>
                    <a:pt x="3234275" y="1314429"/>
                  </a:lnTo>
                  <a:lnTo>
                    <a:pt x="3230971" y="1314429"/>
                  </a:lnTo>
                  <a:lnTo>
                    <a:pt x="3227667" y="1314429"/>
                  </a:lnTo>
                  <a:lnTo>
                    <a:pt x="3224364" y="1314429"/>
                  </a:lnTo>
                  <a:lnTo>
                    <a:pt x="3221060" y="1314429"/>
                  </a:lnTo>
                  <a:lnTo>
                    <a:pt x="3217756" y="1314429"/>
                  </a:lnTo>
                  <a:lnTo>
                    <a:pt x="3214453" y="1314429"/>
                  </a:lnTo>
                  <a:lnTo>
                    <a:pt x="3211149" y="1314429"/>
                  </a:lnTo>
                  <a:lnTo>
                    <a:pt x="3207845" y="1314429"/>
                  </a:lnTo>
                  <a:lnTo>
                    <a:pt x="3204542" y="1314429"/>
                  </a:lnTo>
                  <a:lnTo>
                    <a:pt x="3201238" y="1314429"/>
                  </a:lnTo>
                  <a:lnTo>
                    <a:pt x="3197934" y="1314429"/>
                  </a:lnTo>
                  <a:lnTo>
                    <a:pt x="3194631" y="1314429"/>
                  </a:lnTo>
                  <a:lnTo>
                    <a:pt x="3191327" y="1314429"/>
                  </a:lnTo>
                  <a:lnTo>
                    <a:pt x="3188024" y="1314429"/>
                  </a:lnTo>
                  <a:lnTo>
                    <a:pt x="3184720" y="1314429"/>
                  </a:lnTo>
                  <a:lnTo>
                    <a:pt x="3181416" y="1314429"/>
                  </a:lnTo>
                  <a:lnTo>
                    <a:pt x="3178113" y="1314429"/>
                  </a:lnTo>
                  <a:lnTo>
                    <a:pt x="3174809" y="1314429"/>
                  </a:lnTo>
                  <a:lnTo>
                    <a:pt x="3171505" y="1314429"/>
                  </a:lnTo>
                  <a:lnTo>
                    <a:pt x="3168202" y="1314429"/>
                  </a:lnTo>
                  <a:lnTo>
                    <a:pt x="3164898" y="1314429"/>
                  </a:lnTo>
                  <a:lnTo>
                    <a:pt x="3161594" y="1314429"/>
                  </a:lnTo>
                  <a:lnTo>
                    <a:pt x="3158291" y="1314429"/>
                  </a:lnTo>
                  <a:lnTo>
                    <a:pt x="3154987" y="1314429"/>
                  </a:lnTo>
                  <a:lnTo>
                    <a:pt x="3151683" y="1314429"/>
                  </a:lnTo>
                  <a:lnTo>
                    <a:pt x="3148380" y="1314429"/>
                  </a:lnTo>
                  <a:lnTo>
                    <a:pt x="3145076" y="1314429"/>
                  </a:lnTo>
                  <a:lnTo>
                    <a:pt x="3141772" y="1314429"/>
                  </a:lnTo>
                  <a:lnTo>
                    <a:pt x="3138469" y="1314429"/>
                  </a:lnTo>
                  <a:lnTo>
                    <a:pt x="3135165" y="1314429"/>
                  </a:lnTo>
                  <a:lnTo>
                    <a:pt x="3131861" y="1314429"/>
                  </a:lnTo>
                  <a:lnTo>
                    <a:pt x="3128558" y="1314429"/>
                  </a:lnTo>
                  <a:lnTo>
                    <a:pt x="3125254" y="1314429"/>
                  </a:lnTo>
                  <a:lnTo>
                    <a:pt x="3121950" y="1314429"/>
                  </a:lnTo>
                  <a:lnTo>
                    <a:pt x="3118647" y="1314429"/>
                  </a:lnTo>
                  <a:lnTo>
                    <a:pt x="3115343" y="1314429"/>
                  </a:lnTo>
                  <a:lnTo>
                    <a:pt x="3112040" y="1314429"/>
                  </a:lnTo>
                  <a:lnTo>
                    <a:pt x="3108736" y="1314429"/>
                  </a:lnTo>
                  <a:lnTo>
                    <a:pt x="3105432" y="1314429"/>
                  </a:lnTo>
                  <a:lnTo>
                    <a:pt x="3102129" y="1314429"/>
                  </a:lnTo>
                  <a:lnTo>
                    <a:pt x="3098825" y="1314429"/>
                  </a:lnTo>
                  <a:lnTo>
                    <a:pt x="3095521" y="1314429"/>
                  </a:lnTo>
                  <a:lnTo>
                    <a:pt x="3092218" y="1314429"/>
                  </a:lnTo>
                  <a:lnTo>
                    <a:pt x="3088914" y="1314429"/>
                  </a:lnTo>
                  <a:lnTo>
                    <a:pt x="3085610" y="1314429"/>
                  </a:lnTo>
                  <a:lnTo>
                    <a:pt x="3082307" y="1314429"/>
                  </a:lnTo>
                  <a:lnTo>
                    <a:pt x="3079003" y="1314429"/>
                  </a:lnTo>
                  <a:lnTo>
                    <a:pt x="3075699" y="1314429"/>
                  </a:lnTo>
                  <a:lnTo>
                    <a:pt x="3072396" y="1314429"/>
                  </a:lnTo>
                  <a:lnTo>
                    <a:pt x="3069092" y="1314429"/>
                  </a:lnTo>
                  <a:lnTo>
                    <a:pt x="3065788" y="1314429"/>
                  </a:lnTo>
                  <a:lnTo>
                    <a:pt x="3062485" y="1314429"/>
                  </a:lnTo>
                  <a:lnTo>
                    <a:pt x="3059181" y="1314429"/>
                  </a:lnTo>
                  <a:lnTo>
                    <a:pt x="3055877" y="1314429"/>
                  </a:lnTo>
                  <a:lnTo>
                    <a:pt x="3052574" y="1314429"/>
                  </a:lnTo>
                  <a:lnTo>
                    <a:pt x="3049270" y="1314429"/>
                  </a:lnTo>
                  <a:lnTo>
                    <a:pt x="3045966" y="1314429"/>
                  </a:lnTo>
                  <a:lnTo>
                    <a:pt x="3042663" y="1314429"/>
                  </a:lnTo>
                  <a:lnTo>
                    <a:pt x="3039359" y="1314429"/>
                  </a:lnTo>
                  <a:lnTo>
                    <a:pt x="3036056" y="1314429"/>
                  </a:lnTo>
                  <a:lnTo>
                    <a:pt x="3032752" y="1314429"/>
                  </a:lnTo>
                  <a:lnTo>
                    <a:pt x="3029448" y="1314429"/>
                  </a:lnTo>
                  <a:lnTo>
                    <a:pt x="3026145" y="1314429"/>
                  </a:lnTo>
                  <a:lnTo>
                    <a:pt x="3022841" y="1314429"/>
                  </a:lnTo>
                  <a:lnTo>
                    <a:pt x="3019537" y="1314429"/>
                  </a:lnTo>
                  <a:lnTo>
                    <a:pt x="3016234" y="1314429"/>
                  </a:lnTo>
                  <a:lnTo>
                    <a:pt x="3012930" y="1314429"/>
                  </a:lnTo>
                  <a:lnTo>
                    <a:pt x="3009626" y="1314429"/>
                  </a:lnTo>
                  <a:lnTo>
                    <a:pt x="3006323" y="1314429"/>
                  </a:lnTo>
                  <a:lnTo>
                    <a:pt x="3003019" y="1314429"/>
                  </a:lnTo>
                  <a:lnTo>
                    <a:pt x="2999715" y="1314429"/>
                  </a:lnTo>
                  <a:lnTo>
                    <a:pt x="2996412" y="1314429"/>
                  </a:lnTo>
                  <a:lnTo>
                    <a:pt x="2993108" y="1314429"/>
                  </a:lnTo>
                  <a:lnTo>
                    <a:pt x="2989804" y="1314429"/>
                  </a:lnTo>
                  <a:lnTo>
                    <a:pt x="2986501" y="1314429"/>
                  </a:lnTo>
                  <a:lnTo>
                    <a:pt x="2983197" y="1314429"/>
                  </a:lnTo>
                  <a:lnTo>
                    <a:pt x="2979893" y="1314429"/>
                  </a:lnTo>
                  <a:lnTo>
                    <a:pt x="2976590" y="1314429"/>
                  </a:lnTo>
                  <a:lnTo>
                    <a:pt x="2973286" y="1314429"/>
                  </a:lnTo>
                  <a:lnTo>
                    <a:pt x="2969982" y="1314429"/>
                  </a:lnTo>
                  <a:lnTo>
                    <a:pt x="2966679" y="1314429"/>
                  </a:lnTo>
                  <a:lnTo>
                    <a:pt x="2963375" y="1314429"/>
                  </a:lnTo>
                  <a:lnTo>
                    <a:pt x="2960072" y="1314429"/>
                  </a:lnTo>
                  <a:lnTo>
                    <a:pt x="2956768" y="1314429"/>
                  </a:lnTo>
                  <a:lnTo>
                    <a:pt x="2953464" y="1314429"/>
                  </a:lnTo>
                  <a:lnTo>
                    <a:pt x="2950161" y="1314429"/>
                  </a:lnTo>
                  <a:lnTo>
                    <a:pt x="2946857" y="1314429"/>
                  </a:lnTo>
                  <a:lnTo>
                    <a:pt x="2943553" y="1314429"/>
                  </a:lnTo>
                  <a:lnTo>
                    <a:pt x="2940250" y="1314429"/>
                  </a:lnTo>
                  <a:lnTo>
                    <a:pt x="2936946" y="1314429"/>
                  </a:lnTo>
                  <a:lnTo>
                    <a:pt x="2933642" y="1314429"/>
                  </a:lnTo>
                  <a:lnTo>
                    <a:pt x="2930339" y="1314429"/>
                  </a:lnTo>
                  <a:lnTo>
                    <a:pt x="2927035" y="1314429"/>
                  </a:lnTo>
                  <a:lnTo>
                    <a:pt x="2923731" y="1314429"/>
                  </a:lnTo>
                  <a:lnTo>
                    <a:pt x="2920428" y="1314429"/>
                  </a:lnTo>
                  <a:lnTo>
                    <a:pt x="2917124" y="1314429"/>
                  </a:lnTo>
                  <a:lnTo>
                    <a:pt x="2913820" y="1314429"/>
                  </a:lnTo>
                  <a:lnTo>
                    <a:pt x="2910517" y="1314429"/>
                  </a:lnTo>
                  <a:lnTo>
                    <a:pt x="2907213" y="1314429"/>
                  </a:lnTo>
                  <a:lnTo>
                    <a:pt x="2903909" y="1314429"/>
                  </a:lnTo>
                  <a:lnTo>
                    <a:pt x="2900606" y="1314429"/>
                  </a:lnTo>
                  <a:lnTo>
                    <a:pt x="2897302" y="1314429"/>
                  </a:lnTo>
                  <a:lnTo>
                    <a:pt x="2893998" y="1314429"/>
                  </a:lnTo>
                  <a:lnTo>
                    <a:pt x="2890695" y="1314429"/>
                  </a:lnTo>
                  <a:lnTo>
                    <a:pt x="2887391" y="1314429"/>
                  </a:lnTo>
                  <a:lnTo>
                    <a:pt x="2884088" y="1314429"/>
                  </a:lnTo>
                  <a:lnTo>
                    <a:pt x="2880784" y="1314429"/>
                  </a:lnTo>
                  <a:lnTo>
                    <a:pt x="2877480" y="1314429"/>
                  </a:lnTo>
                  <a:lnTo>
                    <a:pt x="2874177" y="1314429"/>
                  </a:lnTo>
                  <a:lnTo>
                    <a:pt x="2870873" y="1314429"/>
                  </a:lnTo>
                  <a:lnTo>
                    <a:pt x="2867569" y="1314429"/>
                  </a:lnTo>
                  <a:lnTo>
                    <a:pt x="2864266" y="1314429"/>
                  </a:lnTo>
                  <a:lnTo>
                    <a:pt x="2860962" y="1314429"/>
                  </a:lnTo>
                  <a:lnTo>
                    <a:pt x="2857658" y="1314429"/>
                  </a:lnTo>
                  <a:lnTo>
                    <a:pt x="2854355" y="1314429"/>
                  </a:lnTo>
                  <a:lnTo>
                    <a:pt x="2851051" y="1314429"/>
                  </a:lnTo>
                  <a:lnTo>
                    <a:pt x="2847747" y="1314429"/>
                  </a:lnTo>
                  <a:lnTo>
                    <a:pt x="2844444" y="1314429"/>
                  </a:lnTo>
                  <a:lnTo>
                    <a:pt x="2841140" y="1314429"/>
                  </a:lnTo>
                  <a:lnTo>
                    <a:pt x="2837836" y="1314429"/>
                  </a:lnTo>
                  <a:lnTo>
                    <a:pt x="2834533" y="1314429"/>
                  </a:lnTo>
                  <a:lnTo>
                    <a:pt x="2831229" y="1314429"/>
                  </a:lnTo>
                  <a:lnTo>
                    <a:pt x="2827925" y="1314429"/>
                  </a:lnTo>
                  <a:lnTo>
                    <a:pt x="2824622" y="1314429"/>
                  </a:lnTo>
                  <a:lnTo>
                    <a:pt x="2821318" y="1314429"/>
                  </a:lnTo>
                  <a:lnTo>
                    <a:pt x="2818015" y="1314429"/>
                  </a:lnTo>
                  <a:lnTo>
                    <a:pt x="2814711" y="1314429"/>
                  </a:lnTo>
                  <a:lnTo>
                    <a:pt x="2811407" y="1314429"/>
                  </a:lnTo>
                  <a:lnTo>
                    <a:pt x="2808104" y="1314429"/>
                  </a:lnTo>
                  <a:lnTo>
                    <a:pt x="2804800" y="1314429"/>
                  </a:lnTo>
                  <a:lnTo>
                    <a:pt x="2801496" y="1314429"/>
                  </a:lnTo>
                  <a:lnTo>
                    <a:pt x="2798193" y="1314429"/>
                  </a:lnTo>
                  <a:lnTo>
                    <a:pt x="2794889" y="1314429"/>
                  </a:lnTo>
                  <a:lnTo>
                    <a:pt x="2791585" y="1314429"/>
                  </a:lnTo>
                  <a:lnTo>
                    <a:pt x="2788282" y="1314429"/>
                  </a:lnTo>
                  <a:lnTo>
                    <a:pt x="2784978" y="1314429"/>
                  </a:lnTo>
                  <a:lnTo>
                    <a:pt x="2781674" y="1314429"/>
                  </a:lnTo>
                  <a:lnTo>
                    <a:pt x="2778371" y="1314429"/>
                  </a:lnTo>
                  <a:lnTo>
                    <a:pt x="2775067" y="1314429"/>
                  </a:lnTo>
                  <a:lnTo>
                    <a:pt x="2771763" y="1314429"/>
                  </a:lnTo>
                  <a:lnTo>
                    <a:pt x="2768460" y="1314429"/>
                  </a:lnTo>
                  <a:lnTo>
                    <a:pt x="2765156" y="1314429"/>
                  </a:lnTo>
                  <a:lnTo>
                    <a:pt x="2761852" y="1314429"/>
                  </a:lnTo>
                  <a:lnTo>
                    <a:pt x="2758549" y="1314429"/>
                  </a:lnTo>
                  <a:lnTo>
                    <a:pt x="2755245" y="1314429"/>
                  </a:lnTo>
                  <a:lnTo>
                    <a:pt x="2751941" y="1314429"/>
                  </a:lnTo>
                  <a:lnTo>
                    <a:pt x="2748638" y="1314429"/>
                  </a:lnTo>
                  <a:lnTo>
                    <a:pt x="2745334" y="1314429"/>
                  </a:lnTo>
                  <a:lnTo>
                    <a:pt x="2742031" y="1314429"/>
                  </a:lnTo>
                  <a:lnTo>
                    <a:pt x="2738727" y="1314429"/>
                  </a:lnTo>
                  <a:lnTo>
                    <a:pt x="2735423" y="1314429"/>
                  </a:lnTo>
                  <a:lnTo>
                    <a:pt x="2732120" y="1314429"/>
                  </a:lnTo>
                  <a:lnTo>
                    <a:pt x="2728816" y="1314429"/>
                  </a:lnTo>
                  <a:lnTo>
                    <a:pt x="2725512" y="1314429"/>
                  </a:lnTo>
                  <a:lnTo>
                    <a:pt x="2722209" y="1314429"/>
                  </a:lnTo>
                  <a:lnTo>
                    <a:pt x="2718905" y="1314429"/>
                  </a:lnTo>
                  <a:lnTo>
                    <a:pt x="2715601" y="1314429"/>
                  </a:lnTo>
                  <a:lnTo>
                    <a:pt x="2712298" y="1314429"/>
                  </a:lnTo>
                  <a:lnTo>
                    <a:pt x="2708994" y="1314429"/>
                  </a:lnTo>
                  <a:lnTo>
                    <a:pt x="2705690" y="1314429"/>
                  </a:lnTo>
                  <a:lnTo>
                    <a:pt x="2702387" y="1314429"/>
                  </a:lnTo>
                  <a:lnTo>
                    <a:pt x="2699083" y="1314429"/>
                  </a:lnTo>
                  <a:lnTo>
                    <a:pt x="2695779" y="1314429"/>
                  </a:lnTo>
                  <a:lnTo>
                    <a:pt x="2692476" y="1314429"/>
                  </a:lnTo>
                  <a:lnTo>
                    <a:pt x="2689172" y="1314429"/>
                  </a:lnTo>
                  <a:lnTo>
                    <a:pt x="2685868" y="1314429"/>
                  </a:lnTo>
                  <a:lnTo>
                    <a:pt x="2682565" y="1314429"/>
                  </a:lnTo>
                  <a:lnTo>
                    <a:pt x="2679261" y="1314429"/>
                  </a:lnTo>
                  <a:lnTo>
                    <a:pt x="2675957" y="1314429"/>
                  </a:lnTo>
                  <a:lnTo>
                    <a:pt x="2672654" y="1314429"/>
                  </a:lnTo>
                  <a:lnTo>
                    <a:pt x="2669350" y="1314429"/>
                  </a:lnTo>
                  <a:lnTo>
                    <a:pt x="2666047" y="1314429"/>
                  </a:lnTo>
                  <a:lnTo>
                    <a:pt x="2662743" y="1314429"/>
                  </a:lnTo>
                  <a:lnTo>
                    <a:pt x="2659439" y="1314429"/>
                  </a:lnTo>
                  <a:lnTo>
                    <a:pt x="2656136" y="1314429"/>
                  </a:lnTo>
                  <a:lnTo>
                    <a:pt x="2652832" y="1314429"/>
                  </a:lnTo>
                  <a:lnTo>
                    <a:pt x="2649528" y="1314429"/>
                  </a:lnTo>
                  <a:lnTo>
                    <a:pt x="2646225" y="1314429"/>
                  </a:lnTo>
                  <a:lnTo>
                    <a:pt x="2642921" y="1314429"/>
                  </a:lnTo>
                  <a:lnTo>
                    <a:pt x="2639617" y="1314429"/>
                  </a:lnTo>
                  <a:lnTo>
                    <a:pt x="2636314" y="1314429"/>
                  </a:lnTo>
                  <a:lnTo>
                    <a:pt x="2633010" y="1314429"/>
                  </a:lnTo>
                  <a:lnTo>
                    <a:pt x="2629706" y="1314429"/>
                  </a:lnTo>
                  <a:lnTo>
                    <a:pt x="2626403" y="1314429"/>
                  </a:lnTo>
                  <a:lnTo>
                    <a:pt x="2623099" y="1314429"/>
                  </a:lnTo>
                  <a:lnTo>
                    <a:pt x="2619795" y="1314429"/>
                  </a:lnTo>
                  <a:lnTo>
                    <a:pt x="2616492" y="1314429"/>
                  </a:lnTo>
                  <a:lnTo>
                    <a:pt x="2613188" y="1314429"/>
                  </a:lnTo>
                  <a:lnTo>
                    <a:pt x="2609884" y="1314429"/>
                  </a:lnTo>
                  <a:lnTo>
                    <a:pt x="2606581" y="1314429"/>
                  </a:lnTo>
                  <a:lnTo>
                    <a:pt x="2603277" y="1314429"/>
                  </a:lnTo>
                  <a:lnTo>
                    <a:pt x="2599973" y="1314429"/>
                  </a:lnTo>
                  <a:lnTo>
                    <a:pt x="2596670" y="1314429"/>
                  </a:lnTo>
                  <a:lnTo>
                    <a:pt x="2593366" y="1314429"/>
                  </a:lnTo>
                  <a:lnTo>
                    <a:pt x="2590063" y="1314429"/>
                  </a:lnTo>
                  <a:lnTo>
                    <a:pt x="2586759" y="1314429"/>
                  </a:lnTo>
                  <a:lnTo>
                    <a:pt x="2583455" y="1314429"/>
                  </a:lnTo>
                  <a:lnTo>
                    <a:pt x="2580152" y="1314429"/>
                  </a:lnTo>
                  <a:lnTo>
                    <a:pt x="2576848" y="1314429"/>
                  </a:lnTo>
                  <a:lnTo>
                    <a:pt x="2573544" y="1314429"/>
                  </a:lnTo>
                  <a:lnTo>
                    <a:pt x="2570241" y="1314429"/>
                  </a:lnTo>
                  <a:lnTo>
                    <a:pt x="2566937" y="1314429"/>
                  </a:lnTo>
                  <a:lnTo>
                    <a:pt x="2563633" y="1314429"/>
                  </a:lnTo>
                  <a:lnTo>
                    <a:pt x="2560330" y="1314429"/>
                  </a:lnTo>
                  <a:lnTo>
                    <a:pt x="2557026" y="1314429"/>
                  </a:lnTo>
                  <a:lnTo>
                    <a:pt x="2553722" y="1314429"/>
                  </a:lnTo>
                  <a:lnTo>
                    <a:pt x="2550419" y="1314429"/>
                  </a:lnTo>
                  <a:lnTo>
                    <a:pt x="2547115" y="1314429"/>
                  </a:lnTo>
                  <a:lnTo>
                    <a:pt x="2543811" y="1314429"/>
                  </a:lnTo>
                  <a:lnTo>
                    <a:pt x="2540508" y="1314429"/>
                  </a:lnTo>
                  <a:lnTo>
                    <a:pt x="2537204" y="1314429"/>
                  </a:lnTo>
                  <a:lnTo>
                    <a:pt x="2533900" y="1314429"/>
                  </a:lnTo>
                  <a:lnTo>
                    <a:pt x="2530597" y="1314429"/>
                  </a:lnTo>
                  <a:lnTo>
                    <a:pt x="2527293" y="1314429"/>
                  </a:lnTo>
                  <a:lnTo>
                    <a:pt x="2523989" y="1314429"/>
                  </a:lnTo>
                  <a:lnTo>
                    <a:pt x="2520686" y="1314429"/>
                  </a:lnTo>
                  <a:lnTo>
                    <a:pt x="2517382" y="1314429"/>
                  </a:lnTo>
                  <a:lnTo>
                    <a:pt x="2514079" y="1314429"/>
                  </a:lnTo>
                  <a:lnTo>
                    <a:pt x="2510775" y="1314429"/>
                  </a:lnTo>
                  <a:lnTo>
                    <a:pt x="2507471" y="1314429"/>
                  </a:lnTo>
                  <a:lnTo>
                    <a:pt x="2504168" y="1314429"/>
                  </a:lnTo>
                  <a:lnTo>
                    <a:pt x="2500864" y="1314429"/>
                  </a:lnTo>
                  <a:lnTo>
                    <a:pt x="2497560" y="1314429"/>
                  </a:lnTo>
                  <a:lnTo>
                    <a:pt x="2494257" y="1314429"/>
                  </a:lnTo>
                  <a:lnTo>
                    <a:pt x="2490953" y="1314429"/>
                  </a:lnTo>
                  <a:lnTo>
                    <a:pt x="2487649" y="1314429"/>
                  </a:lnTo>
                  <a:lnTo>
                    <a:pt x="2484346" y="1314429"/>
                  </a:lnTo>
                  <a:lnTo>
                    <a:pt x="2481042" y="1314429"/>
                  </a:lnTo>
                  <a:lnTo>
                    <a:pt x="2477738" y="1314429"/>
                  </a:lnTo>
                  <a:lnTo>
                    <a:pt x="2474435" y="1314429"/>
                  </a:lnTo>
                  <a:lnTo>
                    <a:pt x="2471131" y="1314429"/>
                  </a:lnTo>
                  <a:lnTo>
                    <a:pt x="2467827" y="1314429"/>
                  </a:lnTo>
                  <a:lnTo>
                    <a:pt x="2464524" y="1314429"/>
                  </a:lnTo>
                  <a:lnTo>
                    <a:pt x="2461220" y="1314429"/>
                  </a:lnTo>
                  <a:lnTo>
                    <a:pt x="2457916" y="1314429"/>
                  </a:lnTo>
                  <a:lnTo>
                    <a:pt x="2454613" y="1314429"/>
                  </a:lnTo>
                  <a:lnTo>
                    <a:pt x="2451309" y="1314429"/>
                  </a:lnTo>
                  <a:lnTo>
                    <a:pt x="2448006" y="1314429"/>
                  </a:lnTo>
                  <a:lnTo>
                    <a:pt x="2444702" y="1314429"/>
                  </a:lnTo>
                  <a:lnTo>
                    <a:pt x="2441398" y="1314429"/>
                  </a:lnTo>
                  <a:lnTo>
                    <a:pt x="2438095" y="1314429"/>
                  </a:lnTo>
                  <a:lnTo>
                    <a:pt x="2434791" y="1314429"/>
                  </a:lnTo>
                  <a:lnTo>
                    <a:pt x="2431487" y="1314429"/>
                  </a:lnTo>
                  <a:lnTo>
                    <a:pt x="2428184" y="1314429"/>
                  </a:lnTo>
                  <a:lnTo>
                    <a:pt x="2424880" y="1314429"/>
                  </a:lnTo>
                  <a:lnTo>
                    <a:pt x="2421576" y="1314429"/>
                  </a:lnTo>
                  <a:lnTo>
                    <a:pt x="2418273" y="1314429"/>
                  </a:lnTo>
                  <a:lnTo>
                    <a:pt x="2414969" y="1314429"/>
                  </a:lnTo>
                  <a:lnTo>
                    <a:pt x="2411665" y="1314429"/>
                  </a:lnTo>
                  <a:lnTo>
                    <a:pt x="2408362" y="1314429"/>
                  </a:lnTo>
                  <a:lnTo>
                    <a:pt x="2405058" y="1314429"/>
                  </a:lnTo>
                  <a:lnTo>
                    <a:pt x="2401754" y="1314429"/>
                  </a:lnTo>
                  <a:lnTo>
                    <a:pt x="2398451" y="1314429"/>
                  </a:lnTo>
                  <a:lnTo>
                    <a:pt x="2395147" y="1314429"/>
                  </a:lnTo>
                  <a:lnTo>
                    <a:pt x="2391843" y="1314429"/>
                  </a:lnTo>
                  <a:lnTo>
                    <a:pt x="2388540" y="1314429"/>
                  </a:lnTo>
                  <a:lnTo>
                    <a:pt x="2385236" y="1314429"/>
                  </a:lnTo>
                  <a:lnTo>
                    <a:pt x="2381932" y="1314429"/>
                  </a:lnTo>
                  <a:lnTo>
                    <a:pt x="2378629" y="1314429"/>
                  </a:lnTo>
                  <a:lnTo>
                    <a:pt x="2375325" y="1314429"/>
                  </a:lnTo>
                  <a:lnTo>
                    <a:pt x="2372022" y="1314429"/>
                  </a:lnTo>
                  <a:lnTo>
                    <a:pt x="2368718" y="1314429"/>
                  </a:lnTo>
                  <a:lnTo>
                    <a:pt x="2365414" y="1314429"/>
                  </a:lnTo>
                  <a:lnTo>
                    <a:pt x="2362111" y="1314429"/>
                  </a:lnTo>
                  <a:lnTo>
                    <a:pt x="2358807" y="1314429"/>
                  </a:lnTo>
                  <a:lnTo>
                    <a:pt x="2355503" y="1314429"/>
                  </a:lnTo>
                  <a:lnTo>
                    <a:pt x="2352200" y="1314429"/>
                  </a:lnTo>
                  <a:lnTo>
                    <a:pt x="2348896" y="1314429"/>
                  </a:lnTo>
                  <a:lnTo>
                    <a:pt x="2345592" y="1314429"/>
                  </a:lnTo>
                  <a:lnTo>
                    <a:pt x="2342289" y="1314429"/>
                  </a:lnTo>
                  <a:lnTo>
                    <a:pt x="2338985" y="1314429"/>
                  </a:lnTo>
                  <a:lnTo>
                    <a:pt x="2335681" y="1314429"/>
                  </a:lnTo>
                  <a:lnTo>
                    <a:pt x="2332378" y="1314429"/>
                  </a:lnTo>
                  <a:lnTo>
                    <a:pt x="2329074" y="1314429"/>
                  </a:lnTo>
                  <a:lnTo>
                    <a:pt x="2325770" y="1314429"/>
                  </a:lnTo>
                  <a:lnTo>
                    <a:pt x="2322467" y="1314429"/>
                  </a:lnTo>
                  <a:lnTo>
                    <a:pt x="2319163" y="1314429"/>
                  </a:lnTo>
                  <a:lnTo>
                    <a:pt x="2315859" y="1314429"/>
                  </a:lnTo>
                  <a:lnTo>
                    <a:pt x="2312556" y="1314429"/>
                  </a:lnTo>
                  <a:lnTo>
                    <a:pt x="2309252" y="1314429"/>
                  </a:lnTo>
                  <a:lnTo>
                    <a:pt x="2305948" y="1314429"/>
                  </a:lnTo>
                  <a:lnTo>
                    <a:pt x="2302645" y="1314429"/>
                  </a:lnTo>
                  <a:lnTo>
                    <a:pt x="2299341" y="1314429"/>
                  </a:lnTo>
                  <a:lnTo>
                    <a:pt x="2296038" y="1314429"/>
                  </a:lnTo>
                  <a:lnTo>
                    <a:pt x="2292734" y="1314429"/>
                  </a:lnTo>
                  <a:lnTo>
                    <a:pt x="2289430" y="1314429"/>
                  </a:lnTo>
                  <a:lnTo>
                    <a:pt x="2286127" y="1314429"/>
                  </a:lnTo>
                  <a:lnTo>
                    <a:pt x="2282823" y="1314429"/>
                  </a:lnTo>
                  <a:lnTo>
                    <a:pt x="2279519" y="1314429"/>
                  </a:lnTo>
                  <a:lnTo>
                    <a:pt x="2276216" y="1314429"/>
                  </a:lnTo>
                  <a:lnTo>
                    <a:pt x="2272912" y="1314429"/>
                  </a:lnTo>
                  <a:lnTo>
                    <a:pt x="2269608" y="1314429"/>
                  </a:lnTo>
                  <a:lnTo>
                    <a:pt x="2266305" y="1314429"/>
                  </a:lnTo>
                  <a:lnTo>
                    <a:pt x="2263001" y="1314429"/>
                  </a:lnTo>
                  <a:lnTo>
                    <a:pt x="2259697" y="1314429"/>
                  </a:lnTo>
                  <a:lnTo>
                    <a:pt x="2256394" y="1314429"/>
                  </a:lnTo>
                  <a:lnTo>
                    <a:pt x="2253090" y="1314429"/>
                  </a:lnTo>
                  <a:lnTo>
                    <a:pt x="2249786" y="1314429"/>
                  </a:lnTo>
                  <a:lnTo>
                    <a:pt x="2246483" y="1314429"/>
                  </a:lnTo>
                  <a:lnTo>
                    <a:pt x="2243179" y="1314429"/>
                  </a:lnTo>
                  <a:lnTo>
                    <a:pt x="2239875" y="1314429"/>
                  </a:lnTo>
                  <a:lnTo>
                    <a:pt x="2236572" y="1314429"/>
                  </a:lnTo>
                  <a:lnTo>
                    <a:pt x="2233268" y="1314429"/>
                  </a:lnTo>
                  <a:lnTo>
                    <a:pt x="2229964" y="1314429"/>
                  </a:lnTo>
                  <a:lnTo>
                    <a:pt x="2226661" y="1314429"/>
                  </a:lnTo>
                  <a:lnTo>
                    <a:pt x="2223357" y="1314429"/>
                  </a:lnTo>
                  <a:lnTo>
                    <a:pt x="2220054" y="1314429"/>
                  </a:lnTo>
                  <a:lnTo>
                    <a:pt x="2216750" y="1314429"/>
                  </a:lnTo>
                  <a:lnTo>
                    <a:pt x="2213446" y="1314429"/>
                  </a:lnTo>
                  <a:lnTo>
                    <a:pt x="2210143" y="1314429"/>
                  </a:lnTo>
                  <a:lnTo>
                    <a:pt x="2206839" y="1314429"/>
                  </a:lnTo>
                  <a:lnTo>
                    <a:pt x="2203535" y="1314429"/>
                  </a:lnTo>
                  <a:lnTo>
                    <a:pt x="2200232" y="1314429"/>
                  </a:lnTo>
                  <a:lnTo>
                    <a:pt x="2196928" y="1314429"/>
                  </a:lnTo>
                  <a:lnTo>
                    <a:pt x="2193624" y="1314429"/>
                  </a:lnTo>
                  <a:lnTo>
                    <a:pt x="2190321" y="1314429"/>
                  </a:lnTo>
                  <a:lnTo>
                    <a:pt x="2187017" y="1314429"/>
                  </a:lnTo>
                  <a:lnTo>
                    <a:pt x="2183713" y="1314429"/>
                  </a:lnTo>
                  <a:lnTo>
                    <a:pt x="2180410" y="1314429"/>
                  </a:lnTo>
                  <a:lnTo>
                    <a:pt x="2177106" y="1314429"/>
                  </a:lnTo>
                  <a:lnTo>
                    <a:pt x="2173802" y="1314429"/>
                  </a:lnTo>
                  <a:lnTo>
                    <a:pt x="2170499" y="1314429"/>
                  </a:lnTo>
                  <a:lnTo>
                    <a:pt x="2167195" y="1314429"/>
                  </a:lnTo>
                  <a:lnTo>
                    <a:pt x="2163891" y="1314429"/>
                  </a:lnTo>
                  <a:lnTo>
                    <a:pt x="2160588" y="1314429"/>
                  </a:lnTo>
                  <a:lnTo>
                    <a:pt x="2157284" y="1314429"/>
                  </a:lnTo>
                  <a:lnTo>
                    <a:pt x="2153980" y="1314429"/>
                  </a:lnTo>
                  <a:lnTo>
                    <a:pt x="2150677" y="1314429"/>
                  </a:lnTo>
                  <a:lnTo>
                    <a:pt x="2147373" y="1314429"/>
                  </a:lnTo>
                  <a:lnTo>
                    <a:pt x="2144070" y="1314429"/>
                  </a:lnTo>
                  <a:lnTo>
                    <a:pt x="2140766" y="1314429"/>
                  </a:lnTo>
                  <a:lnTo>
                    <a:pt x="2137462" y="1314429"/>
                  </a:lnTo>
                  <a:lnTo>
                    <a:pt x="2134159" y="1314429"/>
                  </a:lnTo>
                  <a:lnTo>
                    <a:pt x="2130855" y="1314429"/>
                  </a:lnTo>
                  <a:lnTo>
                    <a:pt x="2127551" y="1314429"/>
                  </a:lnTo>
                  <a:lnTo>
                    <a:pt x="2124248" y="1314429"/>
                  </a:lnTo>
                  <a:lnTo>
                    <a:pt x="2120944" y="1314429"/>
                  </a:lnTo>
                  <a:lnTo>
                    <a:pt x="2117640" y="1314429"/>
                  </a:lnTo>
                  <a:lnTo>
                    <a:pt x="2114337" y="1314429"/>
                  </a:lnTo>
                  <a:lnTo>
                    <a:pt x="2111033" y="1314429"/>
                  </a:lnTo>
                  <a:lnTo>
                    <a:pt x="2107729" y="1314429"/>
                  </a:lnTo>
                  <a:lnTo>
                    <a:pt x="2104426" y="1314429"/>
                  </a:lnTo>
                  <a:lnTo>
                    <a:pt x="2101122" y="1314429"/>
                  </a:lnTo>
                  <a:lnTo>
                    <a:pt x="2097818" y="1314429"/>
                  </a:lnTo>
                  <a:lnTo>
                    <a:pt x="2094515" y="1314429"/>
                  </a:lnTo>
                  <a:lnTo>
                    <a:pt x="2091211" y="1314429"/>
                  </a:lnTo>
                  <a:lnTo>
                    <a:pt x="2087907" y="1314429"/>
                  </a:lnTo>
                  <a:lnTo>
                    <a:pt x="2084604" y="1314429"/>
                  </a:lnTo>
                  <a:lnTo>
                    <a:pt x="2081300" y="1314429"/>
                  </a:lnTo>
                  <a:lnTo>
                    <a:pt x="2077996" y="1314429"/>
                  </a:lnTo>
                  <a:lnTo>
                    <a:pt x="2074693" y="1314429"/>
                  </a:lnTo>
                  <a:lnTo>
                    <a:pt x="2071389" y="1314429"/>
                  </a:lnTo>
                  <a:lnTo>
                    <a:pt x="2068086" y="1314429"/>
                  </a:lnTo>
                  <a:lnTo>
                    <a:pt x="2064782" y="1314429"/>
                  </a:lnTo>
                  <a:lnTo>
                    <a:pt x="2061478" y="1314429"/>
                  </a:lnTo>
                  <a:lnTo>
                    <a:pt x="2058175" y="1314429"/>
                  </a:lnTo>
                  <a:lnTo>
                    <a:pt x="2054871" y="1314429"/>
                  </a:lnTo>
                  <a:lnTo>
                    <a:pt x="2051567" y="1314429"/>
                  </a:lnTo>
                  <a:lnTo>
                    <a:pt x="2048264" y="1314429"/>
                  </a:lnTo>
                  <a:lnTo>
                    <a:pt x="2044960" y="1314429"/>
                  </a:lnTo>
                  <a:lnTo>
                    <a:pt x="2041656" y="1314429"/>
                  </a:lnTo>
                  <a:lnTo>
                    <a:pt x="2038353" y="1314429"/>
                  </a:lnTo>
                  <a:lnTo>
                    <a:pt x="2035049" y="1314429"/>
                  </a:lnTo>
                  <a:lnTo>
                    <a:pt x="2031745" y="1314429"/>
                  </a:lnTo>
                  <a:lnTo>
                    <a:pt x="2028442" y="1314429"/>
                  </a:lnTo>
                  <a:lnTo>
                    <a:pt x="2025138" y="1314429"/>
                  </a:lnTo>
                  <a:lnTo>
                    <a:pt x="2021834" y="1314429"/>
                  </a:lnTo>
                  <a:lnTo>
                    <a:pt x="2018531" y="1314429"/>
                  </a:lnTo>
                  <a:lnTo>
                    <a:pt x="2015227" y="1314429"/>
                  </a:lnTo>
                  <a:lnTo>
                    <a:pt x="2011923" y="1314429"/>
                  </a:lnTo>
                  <a:lnTo>
                    <a:pt x="2008620" y="1314429"/>
                  </a:lnTo>
                  <a:lnTo>
                    <a:pt x="2005316" y="1314429"/>
                  </a:lnTo>
                  <a:lnTo>
                    <a:pt x="2002013" y="1314429"/>
                  </a:lnTo>
                  <a:lnTo>
                    <a:pt x="1998709" y="1314429"/>
                  </a:lnTo>
                  <a:lnTo>
                    <a:pt x="1995405" y="1314429"/>
                  </a:lnTo>
                  <a:lnTo>
                    <a:pt x="1992102" y="1314429"/>
                  </a:lnTo>
                  <a:lnTo>
                    <a:pt x="1988798" y="1314429"/>
                  </a:lnTo>
                  <a:lnTo>
                    <a:pt x="1985494" y="1314429"/>
                  </a:lnTo>
                  <a:lnTo>
                    <a:pt x="1982191" y="1314429"/>
                  </a:lnTo>
                  <a:lnTo>
                    <a:pt x="1978887" y="1314429"/>
                  </a:lnTo>
                  <a:lnTo>
                    <a:pt x="1975583" y="1314429"/>
                  </a:lnTo>
                  <a:lnTo>
                    <a:pt x="1972280" y="1314429"/>
                  </a:lnTo>
                  <a:lnTo>
                    <a:pt x="1968976" y="1314429"/>
                  </a:lnTo>
                  <a:lnTo>
                    <a:pt x="1965672" y="1314429"/>
                  </a:lnTo>
                  <a:lnTo>
                    <a:pt x="1962369" y="1314429"/>
                  </a:lnTo>
                  <a:lnTo>
                    <a:pt x="1959065" y="1314429"/>
                  </a:lnTo>
                  <a:lnTo>
                    <a:pt x="1955761" y="1314429"/>
                  </a:lnTo>
                  <a:lnTo>
                    <a:pt x="1952458" y="1314429"/>
                  </a:lnTo>
                  <a:lnTo>
                    <a:pt x="1949154" y="1314429"/>
                  </a:lnTo>
                  <a:lnTo>
                    <a:pt x="1945850" y="1314429"/>
                  </a:lnTo>
                  <a:lnTo>
                    <a:pt x="1942547" y="1314429"/>
                  </a:lnTo>
                  <a:lnTo>
                    <a:pt x="1939243" y="1314429"/>
                  </a:lnTo>
                  <a:lnTo>
                    <a:pt x="1935939" y="1314429"/>
                  </a:lnTo>
                  <a:lnTo>
                    <a:pt x="1932636" y="1314429"/>
                  </a:lnTo>
                  <a:lnTo>
                    <a:pt x="1929332" y="1314429"/>
                  </a:lnTo>
                  <a:lnTo>
                    <a:pt x="1926029" y="1314429"/>
                  </a:lnTo>
                  <a:lnTo>
                    <a:pt x="1922725" y="1314429"/>
                  </a:lnTo>
                  <a:lnTo>
                    <a:pt x="1919421" y="1314429"/>
                  </a:lnTo>
                  <a:lnTo>
                    <a:pt x="1916118" y="1314429"/>
                  </a:lnTo>
                  <a:lnTo>
                    <a:pt x="1912814" y="1314429"/>
                  </a:lnTo>
                  <a:lnTo>
                    <a:pt x="1909510" y="1314429"/>
                  </a:lnTo>
                  <a:lnTo>
                    <a:pt x="1906207" y="1314429"/>
                  </a:lnTo>
                  <a:lnTo>
                    <a:pt x="1902903" y="1314429"/>
                  </a:lnTo>
                  <a:lnTo>
                    <a:pt x="1899599" y="1314429"/>
                  </a:lnTo>
                  <a:lnTo>
                    <a:pt x="1896296" y="1314429"/>
                  </a:lnTo>
                  <a:lnTo>
                    <a:pt x="1892992" y="1314429"/>
                  </a:lnTo>
                  <a:lnTo>
                    <a:pt x="1889688" y="1314429"/>
                  </a:lnTo>
                  <a:lnTo>
                    <a:pt x="1886385" y="1314429"/>
                  </a:lnTo>
                  <a:lnTo>
                    <a:pt x="1883081" y="1314429"/>
                  </a:lnTo>
                  <a:lnTo>
                    <a:pt x="1879777" y="1314429"/>
                  </a:lnTo>
                  <a:lnTo>
                    <a:pt x="1876474" y="1314429"/>
                  </a:lnTo>
                  <a:lnTo>
                    <a:pt x="1873170" y="1314429"/>
                  </a:lnTo>
                  <a:lnTo>
                    <a:pt x="1869866" y="1314429"/>
                  </a:lnTo>
                  <a:lnTo>
                    <a:pt x="1866563" y="1314429"/>
                  </a:lnTo>
                  <a:lnTo>
                    <a:pt x="1863259" y="1314429"/>
                  </a:lnTo>
                  <a:lnTo>
                    <a:pt x="1859955" y="1314429"/>
                  </a:lnTo>
                  <a:lnTo>
                    <a:pt x="1856652" y="1314429"/>
                  </a:lnTo>
                  <a:lnTo>
                    <a:pt x="1853348" y="1314429"/>
                  </a:lnTo>
                  <a:lnTo>
                    <a:pt x="1850045" y="1314429"/>
                  </a:lnTo>
                  <a:lnTo>
                    <a:pt x="1846741" y="1314429"/>
                  </a:lnTo>
                  <a:lnTo>
                    <a:pt x="1843437" y="1314429"/>
                  </a:lnTo>
                  <a:lnTo>
                    <a:pt x="1840134" y="1314429"/>
                  </a:lnTo>
                  <a:lnTo>
                    <a:pt x="1836830" y="1314429"/>
                  </a:lnTo>
                  <a:lnTo>
                    <a:pt x="1833526" y="1314429"/>
                  </a:lnTo>
                  <a:lnTo>
                    <a:pt x="1830223" y="1314429"/>
                  </a:lnTo>
                  <a:lnTo>
                    <a:pt x="1826919" y="1314429"/>
                  </a:lnTo>
                  <a:lnTo>
                    <a:pt x="1823615" y="1314429"/>
                  </a:lnTo>
                  <a:lnTo>
                    <a:pt x="1820312" y="1314429"/>
                  </a:lnTo>
                  <a:lnTo>
                    <a:pt x="1817008" y="1314429"/>
                  </a:lnTo>
                  <a:lnTo>
                    <a:pt x="1813704" y="1314429"/>
                  </a:lnTo>
                  <a:lnTo>
                    <a:pt x="1810401" y="1314429"/>
                  </a:lnTo>
                  <a:lnTo>
                    <a:pt x="1807097" y="1314429"/>
                  </a:lnTo>
                  <a:lnTo>
                    <a:pt x="1803793" y="1314429"/>
                  </a:lnTo>
                  <a:lnTo>
                    <a:pt x="1800490" y="1314429"/>
                  </a:lnTo>
                  <a:lnTo>
                    <a:pt x="1797186" y="1314429"/>
                  </a:lnTo>
                  <a:lnTo>
                    <a:pt x="1793882" y="1314429"/>
                  </a:lnTo>
                  <a:lnTo>
                    <a:pt x="1790579" y="1314429"/>
                  </a:lnTo>
                  <a:lnTo>
                    <a:pt x="1787275" y="1314429"/>
                  </a:lnTo>
                  <a:lnTo>
                    <a:pt x="1783971" y="1314429"/>
                  </a:lnTo>
                  <a:lnTo>
                    <a:pt x="1780668" y="1314429"/>
                  </a:lnTo>
                  <a:lnTo>
                    <a:pt x="1777364" y="1314429"/>
                  </a:lnTo>
                  <a:lnTo>
                    <a:pt x="1774061" y="1314429"/>
                  </a:lnTo>
                  <a:lnTo>
                    <a:pt x="1770757" y="1314429"/>
                  </a:lnTo>
                  <a:lnTo>
                    <a:pt x="1767453" y="1314429"/>
                  </a:lnTo>
                  <a:lnTo>
                    <a:pt x="1764150" y="1314429"/>
                  </a:lnTo>
                  <a:lnTo>
                    <a:pt x="1760846" y="1314429"/>
                  </a:lnTo>
                  <a:lnTo>
                    <a:pt x="1757542" y="1314429"/>
                  </a:lnTo>
                  <a:lnTo>
                    <a:pt x="1754239" y="1314429"/>
                  </a:lnTo>
                  <a:lnTo>
                    <a:pt x="1750935" y="1314429"/>
                  </a:lnTo>
                  <a:lnTo>
                    <a:pt x="1747631" y="1314429"/>
                  </a:lnTo>
                  <a:lnTo>
                    <a:pt x="1744328" y="1314429"/>
                  </a:lnTo>
                  <a:lnTo>
                    <a:pt x="1741024" y="1314429"/>
                  </a:lnTo>
                  <a:lnTo>
                    <a:pt x="1737720" y="1314429"/>
                  </a:lnTo>
                  <a:lnTo>
                    <a:pt x="1734417" y="1314429"/>
                  </a:lnTo>
                  <a:lnTo>
                    <a:pt x="1731113" y="1314429"/>
                  </a:lnTo>
                  <a:lnTo>
                    <a:pt x="1727809" y="1314429"/>
                  </a:lnTo>
                  <a:lnTo>
                    <a:pt x="1724506" y="1314429"/>
                  </a:lnTo>
                  <a:lnTo>
                    <a:pt x="1721202" y="1314429"/>
                  </a:lnTo>
                  <a:lnTo>
                    <a:pt x="1717898" y="1314429"/>
                  </a:lnTo>
                  <a:lnTo>
                    <a:pt x="1714595" y="1314429"/>
                  </a:lnTo>
                  <a:lnTo>
                    <a:pt x="1711291" y="1314429"/>
                  </a:lnTo>
                  <a:lnTo>
                    <a:pt x="1707987" y="1314429"/>
                  </a:lnTo>
                  <a:lnTo>
                    <a:pt x="1704684" y="1314429"/>
                  </a:lnTo>
                  <a:lnTo>
                    <a:pt x="1701380" y="1314429"/>
                  </a:lnTo>
                  <a:lnTo>
                    <a:pt x="1698077" y="1314429"/>
                  </a:lnTo>
                  <a:lnTo>
                    <a:pt x="1694773" y="1314429"/>
                  </a:lnTo>
                  <a:lnTo>
                    <a:pt x="1691469" y="1314429"/>
                  </a:lnTo>
                  <a:lnTo>
                    <a:pt x="1688166" y="1314429"/>
                  </a:lnTo>
                  <a:lnTo>
                    <a:pt x="1684862" y="1314429"/>
                  </a:lnTo>
                  <a:lnTo>
                    <a:pt x="1681558" y="1314429"/>
                  </a:lnTo>
                  <a:lnTo>
                    <a:pt x="1678255" y="1314429"/>
                  </a:lnTo>
                  <a:lnTo>
                    <a:pt x="1674951" y="1314429"/>
                  </a:lnTo>
                  <a:lnTo>
                    <a:pt x="1671647" y="1314429"/>
                  </a:lnTo>
                  <a:lnTo>
                    <a:pt x="1668344" y="1314429"/>
                  </a:lnTo>
                  <a:lnTo>
                    <a:pt x="1665040" y="1314429"/>
                  </a:lnTo>
                  <a:lnTo>
                    <a:pt x="1661736" y="1314429"/>
                  </a:lnTo>
                  <a:lnTo>
                    <a:pt x="1658433" y="1314429"/>
                  </a:lnTo>
                  <a:lnTo>
                    <a:pt x="1655129" y="1314429"/>
                  </a:lnTo>
                  <a:lnTo>
                    <a:pt x="1651825" y="1314429"/>
                  </a:lnTo>
                  <a:lnTo>
                    <a:pt x="1648522" y="1314429"/>
                  </a:lnTo>
                  <a:lnTo>
                    <a:pt x="1645218" y="1314429"/>
                  </a:lnTo>
                  <a:lnTo>
                    <a:pt x="1641914" y="1314429"/>
                  </a:lnTo>
                  <a:lnTo>
                    <a:pt x="1638611" y="1314429"/>
                  </a:lnTo>
                  <a:lnTo>
                    <a:pt x="1635307" y="1314429"/>
                  </a:lnTo>
                  <a:lnTo>
                    <a:pt x="1632004" y="1314429"/>
                  </a:lnTo>
                  <a:lnTo>
                    <a:pt x="1628700" y="1314429"/>
                  </a:lnTo>
                  <a:lnTo>
                    <a:pt x="1625396" y="1314429"/>
                  </a:lnTo>
                  <a:lnTo>
                    <a:pt x="1622093" y="1314429"/>
                  </a:lnTo>
                  <a:lnTo>
                    <a:pt x="1618789" y="1314429"/>
                  </a:lnTo>
                  <a:lnTo>
                    <a:pt x="1615485" y="1314429"/>
                  </a:lnTo>
                  <a:lnTo>
                    <a:pt x="1612182" y="1314429"/>
                  </a:lnTo>
                  <a:lnTo>
                    <a:pt x="1608878" y="1314429"/>
                  </a:lnTo>
                  <a:lnTo>
                    <a:pt x="1605574" y="1314429"/>
                  </a:lnTo>
                  <a:lnTo>
                    <a:pt x="1602271" y="1314429"/>
                  </a:lnTo>
                  <a:lnTo>
                    <a:pt x="1598967" y="1314429"/>
                  </a:lnTo>
                  <a:lnTo>
                    <a:pt x="1595663" y="1314429"/>
                  </a:lnTo>
                  <a:lnTo>
                    <a:pt x="1592360" y="1314429"/>
                  </a:lnTo>
                  <a:lnTo>
                    <a:pt x="1589056" y="1314429"/>
                  </a:lnTo>
                  <a:lnTo>
                    <a:pt x="1585752" y="1314429"/>
                  </a:lnTo>
                  <a:lnTo>
                    <a:pt x="1582449" y="1314429"/>
                  </a:lnTo>
                  <a:lnTo>
                    <a:pt x="1579145" y="1314429"/>
                  </a:lnTo>
                  <a:lnTo>
                    <a:pt x="1575841" y="1314429"/>
                  </a:lnTo>
                  <a:lnTo>
                    <a:pt x="1572538" y="1314429"/>
                  </a:lnTo>
                  <a:lnTo>
                    <a:pt x="1569234" y="1314429"/>
                  </a:lnTo>
                  <a:lnTo>
                    <a:pt x="1565930" y="1314429"/>
                  </a:lnTo>
                  <a:lnTo>
                    <a:pt x="1562627" y="1314429"/>
                  </a:lnTo>
                  <a:lnTo>
                    <a:pt x="1559323" y="1314429"/>
                  </a:lnTo>
                  <a:lnTo>
                    <a:pt x="1556020" y="1314429"/>
                  </a:lnTo>
                  <a:lnTo>
                    <a:pt x="1552716" y="1314429"/>
                  </a:lnTo>
                  <a:lnTo>
                    <a:pt x="1549412" y="1314429"/>
                  </a:lnTo>
                  <a:lnTo>
                    <a:pt x="1546109" y="1314429"/>
                  </a:lnTo>
                  <a:lnTo>
                    <a:pt x="1542805" y="1314429"/>
                  </a:lnTo>
                  <a:lnTo>
                    <a:pt x="1539501" y="1314429"/>
                  </a:lnTo>
                  <a:lnTo>
                    <a:pt x="1536198" y="1314429"/>
                  </a:lnTo>
                  <a:lnTo>
                    <a:pt x="1532894" y="1314429"/>
                  </a:lnTo>
                  <a:lnTo>
                    <a:pt x="1529590" y="1314429"/>
                  </a:lnTo>
                  <a:lnTo>
                    <a:pt x="1526287" y="1314429"/>
                  </a:lnTo>
                  <a:lnTo>
                    <a:pt x="1522983" y="1314429"/>
                  </a:lnTo>
                  <a:lnTo>
                    <a:pt x="1519679" y="1314429"/>
                  </a:lnTo>
                  <a:lnTo>
                    <a:pt x="1516376" y="1314429"/>
                  </a:lnTo>
                  <a:lnTo>
                    <a:pt x="1513072" y="1314429"/>
                  </a:lnTo>
                  <a:lnTo>
                    <a:pt x="1509768" y="1314429"/>
                  </a:lnTo>
                  <a:lnTo>
                    <a:pt x="1506465" y="1314429"/>
                  </a:lnTo>
                  <a:lnTo>
                    <a:pt x="1503161" y="1314429"/>
                  </a:lnTo>
                  <a:lnTo>
                    <a:pt x="1499857" y="1314429"/>
                  </a:lnTo>
                  <a:lnTo>
                    <a:pt x="1496554" y="1314429"/>
                  </a:lnTo>
                  <a:lnTo>
                    <a:pt x="1493250" y="1314429"/>
                  </a:lnTo>
                  <a:lnTo>
                    <a:pt x="1489946" y="1314429"/>
                  </a:lnTo>
                  <a:lnTo>
                    <a:pt x="1486643" y="1314429"/>
                  </a:lnTo>
                  <a:lnTo>
                    <a:pt x="1483339" y="1314429"/>
                  </a:lnTo>
                  <a:lnTo>
                    <a:pt x="1480036" y="1314429"/>
                  </a:lnTo>
                  <a:lnTo>
                    <a:pt x="1476732" y="1314429"/>
                  </a:lnTo>
                  <a:lnTo>
                    <a:pt x="1473428" y="1314429"/>
                  </a:lnTo>
                  <a:lnTo>
                    <a:pt x="1470125" y="1314429"/>
                  </a:lnTo>
                  <a:lnTo>
                    <a:pt x="1466821" y="1314429"/>
                  </a:lnTo>
                  <a:lnTo>
                    <a:pt x="1463517" y="1314429"/>
                  </a:lnTo>
                  <a:lnTo>
                    <a:pt x="1460214" y="1314429"/>
                  </a:lnTo>
                  <a:lnTo>
                    <a:pt x="1456910" y="1314429"/>
                  </a:lnTo>
                  <a:lnTo>
                    <a:pt x="1453606" y="1314429"/>
                  </a:lnTo>
                  <a:lnTo>
                    <a:pt x="1450303" y="1314429"/>
                  </a:lnTo>
                  <a:lnTo>
                    <a:pt x="1446999" y="1314429"/>
                  </a:lnTo>
                  <a:lnTo>
                    <a:pt x="1443695" y="1314429"/>
                  </a:lnTo>
                  <a:lnTo>
                    <a:pt x="1440392" y="1314429"/>
                  </a:lnTo>
                  <a:lnTo>
                    <a:pt x="1437088" y="1314429"/>
                  </a:lnTo>
                  <a:lnTo>
                    <a:pt x="1433784" y="1314429"/>
                  </a:lnTo>
                  <a:lnTo>
                    <a:pt x="1430481" y="1314429"/>
                  </a:lnTo>
                  <a:lnTo>
                    <a:pt x="1427177" y="1314429"/>
                  </a:lnTo>
                  <a:lnTo>
                    <a:pt x="1423873" y="1314429"/>
                  </a:lnTo>
                  <a:lnTo>
                    <a:pt x="1420570" y="1314429"/>
                  </a:lnTo>
                  <a:lnTo>
                    <a:pt x="1417266" y="1314429"/>
                  </a:lnTo>
                  <a:lnTo>
                    <a:pt x="1413962" y="1314429"/>
                  </a:lnTo>
                  <a:lnTo>
                    <a:pt x="1410659" y="1314429"/>
                  </a:lnTo>
                  <a:lnTo>
                    <a:pt x="1407355" y="1314429"/>
                  </a:lnTo>
                  <a:lnTo>
                    <a:pt x="1404052" y="1314429"/>
                  </a:lnTo>
                  <a:lnTo>
                    <a:pt x="1400748" y="1314429"/>
                  </a:lnTo>
                  <a:lnTo>
                    <a:pt x="1397444" y="1314429"/>
                  </a:lnTo>
                  <a:lnTo>
                    <a:pt x="1394141" y="1314429"/>
                  </a:lnTo>
                  <a:lnTo>
                    <a:pt x="1390837" y="1314429"/>
                  </a:lnTo>
                  <a:lnTo>
                    <a:pt x="1387533" y="1314429"/>
                  </a:lnTo>
                  <a:lnTo>
                    <a:pt x="1384230" y="1314429"/>
                  </a:lnTo>
                  <a:lnTo>
                    <a:pt x="1380926" y="1314429"/>
                  </a:lnTo>
                  <a:lnTo>
                    <a:pt x="1377622" y="1314429"/>
                  </a:lnTo>
                  <a:lnTo>
                    <a:pt x="1374319" y="1314429"/>
                  </a:lnTo>
                  <a:lnTo>
                    <a:pt x="1371015" y="1314429"/>
                  </a:lnTo>
                  <a:lnTo>
                    <a:pt x="1367711" y="1314429"/>
                  </a:lnTo>
                  <a:lnTo>
                    <a:pt x="1364408" y="1314429"/>
                  </a:lnTo>
                  <a:lnTo>
                    <a:pt x="1361104" y="1314429"/>
                  </a:lnTo>
                  <a:lnTo>
                    <a:pt x="1357800" y="1314429"/>
                  </a:lnTo>
                  <a:lnTo>
                    <a:pt x="1354497" y="1314429"/>
                  </a:lnTo>
                  <a:lnTo>
                    <a:pt x="1351193" y="1314429"/>
                  </a:lnTo>
                  <a:lnTo>
                    <a:pt x="1347889" y="1314429"/>
                  </a:lnTo>
                  <a:lnTo>
                    <a:pt x="1344586" y="1314429"/>
                  </a:lnTo>
                  <a:lnTo>
                    <a:pt x="1341282" y="1314429"/>
                  </a:lnTo>
                  <a:lnTo>
                    <a:pt x="1337978" y="1314429"/>
                  </a:lnTo>
                  <a:lnTo>
                    <a:pt x="1334675" y="1314429"/>
                  </a:lnTo>
                  <a:lnTo>
                    <a:pt x="1331371" y="1314429"/>
                  </a:lnTo>
                  <a:lnTo>
                    <a:pt x="1328068" y="1314429"/>
                  </a:lnTo>
                  <a:lnTo>
                    <a:pt x="1324764" y="1314429"/>
                  </a:lnTo>
                  <a:lnTo>
                    <a:pt x="1321460" y="1314429"/>
                  </a:lnTo>
                  <a:lnTo>
                    <a:pt x="1318157" y="1314429"/>
                  </a:lnTo>
                  <a:lnTo>
                    <a:pt x="1314853" y="1314429"/>
                  </a:lnTo>
                  <a:lnTo>
                    <a:pt x="1311549" y="1314429"/>
                  </a:lnTo>
                  <a:lnTo>
                    <a:pt x="1308246" y="1314429"/>
                  </a:lnTo>
                  <a:lnTo>
                    <a:pt x="1304942" y="1314429"/>
                  </a:lnTo>
                  <a:lnTo>
                    <a:pt x="1301638" y="1314429"/>
                  </a:lnTo>
                  <a:lnTo>
                    <a:pt x="1298335" y="1314429"/>
                  </a:lnTo>
                  <a:lnTo>
                    <a:pt x="1295031" y="1314429"/>
                  </a:lnTo>
                  <a:lnTo>
                    <a:pt x="1291727" y="1314429"/>
                  </a:lnTo>
                  <a:lnTo>
                    <a:pt x="1288424" y="1314429"/>
                  </a:lnTo>
                  <a:lnTo>
                    <a:pt x="1285120" y="1314429"/>
                  </a:lnTo>
                  <a:lnTo>
                    <a:pt x="1281816" y="1314429"/>
                  </a:lnTo>
                  <a:lnTo>
                    <a:pt x="1278513" y="1314429"/>
                  </a:lnTo>
                  <a:lnTo>
                    <a:pt x="1275209" y="1314429"/>
                  </a:lnTo>
                  <a:lnTo>
                    <a:pt x="1271905" y="1314429"/>
                  </a:lnTo>
                  <a:lnTo>
                    <a:pt x="1268602" y="1314429"/>
                  </a:lnTo>
                  <a:lnTo>
                    <a:pt x="1265298" y="1314429"/>
                  </a:lnTo>
                  <a:lnTo>
                    <a:pt x="1261994" y="1314429"/>
                  </a:lnTo>
                  <a:lnTo>
                    <a:pt x="1258691" y="1314429"/>
                  </a:lnTo>
                  <a:lnTo>
                    <a:pt x="1255387" y="1314429"/>
                  </a:lnTo>
                  <a:lnTo>
                    <a:pt x="1252084" y="1314429"/>
                  </a:lnTo>
                  <a:lnTo>
                    <a:pt x="1248780" y="1314429"/>
                  </a:lnTo>
                  <a:lnTo>
                    <a:pt x="1245476" y="1314429"/>
                  </a:lnTo>
                  <a:lnTo>
                    <a:pt x="1242173" y="1314429"/>
                  </a:lnTo>
                  <a:lnTo>
                    <a:pt x="1238869" y="1314429"/>
                  </a:lnTo>
                  <a:lnTo>
                    <a:pt x="1235565" y="1314429"/>
                  </a:lnTo>
                  <a:lnTo>
                    <a:pt x="1232262" y="1314429"/>
                  </a:lnTo>
                  <a:lnTo>
                    <a:pt x="1228958" y="1314429"/>
                  </a:lnTo>
                  <a:lnTo>
                    <a:pt x="1225654" y="1314429"/>
                  </a:lnTo>
                  <a:lnTo>
                    <a:pt x="1222351" y="1314429"/>
                  </a:lnTo>
                  <a:lnTo>
                    <a:pt x="1219047" y="1314429"/>
                  </a:lnTo>
                  <a:lnTo>
                    <a:pt x="1215743" y="1314429"/>
                  </a:lnTo>
                  <a:lnTo>
                    <a:pt x="1212440" y="1314429"/>
                  </a:lnTo>
                  <a:lnTo>
                    <a:pt x="1209136" y="1314429"/>
                  </a:lnTo>
                  <a:lnTo>
                    <a:pt x="1205832" y="1314429"/>
                  </a:lnTo>
                  <a:lnTo>
                    <a:pt x="1202529" y="1314429"/>
                  </a:lnTo>
                  <a:lnTo>
                    <a:pt x="1199225" y="1314429"/>
                  </a:lnTo>
                  <a:lnTo>
                    <a:pt x="1195921" y="1314429"/>
                  </a:lnTo>
                  <a:lnTo>
                    <a:pt x="1192618" y="1314429"/>
                  </a:lnTo>
                  <a:lnTo>
                    <a:pt x="1189314" y="1314429"/>
                  </a:lnTo>
                  <a:lnTo>
                    <a:pt x="1186011" y="1314429"/>
                  </a:lnTo>
                  <a:lnTo>
                    <a:pt x="1182707" y="1314429"/>
                  </a:lnTo>
                  <a:lnTo>
                    <a:pt x="1179403" y="1314429"/>
                  </a:lnTo>
                  <a:lnTo>
                    <a:pt x="1176100" y="1314429"/>
                  </a:lnTo>
                  <a:lnTo>
                    <a:pt x="1172796" y="1314429"/>
                  </a:lnTo>
                  <a:lnTo>
                    <a:pt x="1169492" y="1314429"/>
                  </a:lnTo>
                  <a:lnTo>
                    <a:pt x="1166189" y="1314429"/>
                  </a:lnTo>
                  <a:lnTo>
                    <a:pt x="1162885" y="1314429"/>
                  </a:lnTo>
                  <a:lnTo>
                    <a:pt x="1159581" y="1314429"/>
                  </a:lnTo>
                  <a:lnTo>
                    <a:pt x="1156278" y="1314429"/>
                  </a:lnTo>
                  <a:lnTo>
                    <a:pt x="1152974" y="1314429"/>
                  </a:lnTo>
                  <a:lnTo>
                    <a:pt x="1149670" y="1314429"/>
                  </a:lnTo>
                  <a:lnTo>
                    <a:pt x="1146367" y="1314429"/>
                  </a:lnTo>
                  <a:lnTo>
                    <a:pt x="1143063" y="1314429"/>
                  </a:lnTo>
                  <a:lnTo>
                    <a:pt x="1139759" y="1314429"/>
                  </a:lnTo>
                  <a:lnTo>
                    <a:pt x="1136456" y="1314429"/>
                  </a:lnTo>
                  <a:lnTo>
                    <a:pt x="1133152" y="1314429"/>
                  </a:lnTo>
                  <a:lnTo>
                    <a:pt x="1129848" y="1314429"/>
                  </a:lnTo>
                  <a:lnTo>
                    <a:pt x="1126545" y="1314429"/>
                  </a:lnTo>
                  <a:lnTo>
                    <a:pt x="1123241" y="1314429"/>
                  </a:lnTo>
                  <a:lnTo>
                    <a:pt x="1119937" y="1314429"/>
                  </a:lnTo>
                  <a:lnTo>
                    <a:pt x="1116634" y="1314429"/>
                  </a:lnTo>
                  <a:lnTo>
                    <a:pt x="1113330" y="1314429"/>
                  </a:lnTo>
                  <a:lnTo>
                    <a:pt x="1110027" y="1314429"/>
                  </a:lnTo>
                  <a:lnTo>
                    <a:pt x="1106723" y="1314429"/>
                  </a:lnTo>
                  <a:lnTo>
                    <a:pt x="1103419" y="1314429"/>
                  </a:lnTo>
                  <a:lnTo>
                    <a:pt x="1100116" y="1314429"/>
                  </a:lnTo>
                  <a:lnTo>
                    <a:pt x="1096812" y="1314429"/>
                  </a:lnTo>
                  <a:lnTo>
                    <a:pt x="1093508" y="1314429"/>
                  </a:lnTo>
                  <a:lnTo>
                    <a:pt x="1090205" y="1314429"/>
                  </a:lnTo>
                  <a:lnTo>
                    <a:pt x="1086901" y="1314429"/>
                  </a:lnTo>
                  <a:lnTo>
                    <a:pt x="1083597" y="1314429"/>
                  </a:lnTo>
                  <a:lnTo>
                    <a:pt x="1080294" y="1314429"/>
                  </a:lnTo>
                  <a:lnTo>
                    <a:pt x="1076990" y="1314429"/>
                  </a:lnTo>
                  <a:lnTo>
                    <a:pt x="1073686" y="1314429"/>
                  </a:lnTo>
                  <a:lnTo>
                    <a:pt x="1070383" y="1314429"/>
                  </a:lnTo>
                  <a:lnTo>
                    <a:pt x="1067079" y="1314429"/>
                  </a:lnTo>
                  <a:lnTo>
                    <a:pt x="1063775" y="1314429"/>
                  </a:lnTo>
                  <a:lnTo>
                    <a:pt x="1060472" y="1314429"/>
                  </a:lnTo>
                  <a:lnTo>
                    <a:pt x="1057168" y="1314429"/>
                  </a:lnTo>
                  <a:lnTo>
                    <a:pt x="1053864" y="1314429"/>
                  </a:lnTo>
                  <a:lnTo>
                    <a:pt x="1050561" y="1314429"/>
                  </a:lnTo>
                  <a:lnTo>
                    <a:pt x="1047257" y="1314429"/>
                  </a:lnTo>
                  <a:lnTo>
                    <a:pt x="1043953" y="1314429"/>
                  </a:lnTo>
                  <a:lnTo>
                    <a:pt x="1040650" y="1314429"/>
                  </a:lnTo>
                  <a:lnTo>
                    <a:pt x="1037346" y="1314429"/>
                  </a:lnTo>
                  <a:lnTo>
                    <a:pt x="1034043" y="1314429"/>
                  </a:lnTo>
                  <a:lnTo>
                    <a:pt x="1030739" y="1314429"/>
                  </a:lnTo>
                  <a:lnTo>
                    <a:pt x="1027435" y="1314429"/>
                  </a:lnTo>
                  <a:lnTo>
                    <a:pt x="1024132" y="1314429"/>
                  </a:lnTo>
                  <a:lnTo>
                    <a:pt x="1020828" y="1314429"/>
                  </a:lnTo>
                  <a:lnTo>
                    <a:pt x="1017524" y="1314429"/>
                  </a:lnTo>
                  <a:lnTo>
                    <a:pt x="1014221" y="1314429"/>
                  </a:lnTo>
                  <a:lnTo>
                    <a:pt x="1010917" y="1314429"/>
                  </a:lnTo>
                  <a:lnTo>
                    <a:pt x="1007613" y="1314429"/>
                  </a:lnTo>
                  <a:lnTo>
                    <a:pt x="1004310" y="1314429"/>
                  </a:lnTo>
                  <a:lnTo>
                    <a:pt x="1001006" y="1314429"/>
                  </a:lnTo>
                  <a:lnTo>
                    <a:pt x="997702" y="1314429"/>
                  </a:lnTo>
                  <a:lnTo>
                    <a:pt x="994399" y="1314429"/>
                  </a:lnTo>
                  <a:lnTo>
                    <a:pt x="991095" y="1314429"/>
                  </a:lnTo>
                  <a:lnTo>
                    <a:pt x="987791" y="1314429"/>
                  </a:lnTo>
                  <a:lnTo>
                    <a:pt x="984488" y="1314429"/>
                  </a:lnTo>
                  <a:lnTo>
                    <a:pt x="981184" y="1314429"/>
                  </a:lnTo>
                  <a:lnTo>
                    <a:pt x="977880" y="1314429"/>
                  </a:lnTo>
                  <a:lnTo>
                    <a:pt x="974577" y="1314429"/>
                  </a:lnTo>
                  <a:lnTo>
                    <a:pt x="971273" y="1314429"/>
                  </a:lnTo>
                  <a:lnTo>
                    <a:pt x="967969" y="1314429"/>
                  </a:lnTo>
                  <a:lnTo>
                    <a:pt x="964666" y="1314429"/>
                  </a:lnTo>
                  <a:lnTo>
                    <a:pt x="961362" y="1314429"/>
                  </a:lnTo>
                  <a:lnTo>
                    <a:pt x="958059" y="1314429"/>
                  </a:lnTo>
                  <a:lnTo>
                    <a:pt x="954755" y="1314429"/>
                  </a:lnTo>
                  <a:lnTo>
                    <a:pt x="951451" y="1314429"/>
                  </a:lnTo>
                  <a:lnTo>
                    <a:pt x="948148" y="1314429"/>
                  </a:lnTo>
                  <a:lnTo>
                    <a:pt x="944844" y="1314429"/>
                  </a:lnTo>
                  <a:lnTo>
                    <a:pt x="941540" y="1314429"/>
                  </a:lnTo>
                  <a:lnTo>
                    <a:pt x="938237" y="1314429"/>
                  </a:lnTo>
                  <a:lnTo>
                    <a:pt x="934933" y="1314429"/>
                  </a:lnTo>
                  <a:lnTo>
                    <a:pt x="931629" y="1314429"/>
                  </a:lnTo>
                  <a:lnTo>
                    <a:pt x="928326" y="1314429"/>
                  </a:lnTo>
                  <a:lnTo>
                    <a:pt x="925022" y="1314429"/>
                  </a:lnTo>
                  <a:lnTo>
                    <a:pt x="921718" y="1314429"/>
                  </a:lnTo>
                  <a:lnTo>
                    <a:pt x="918415" y="1314429"/>
                  </a:lnTo>
                  <a:lnTo>
                    <a:pt x="915111" y="1314429"/>
                  </a:lnTo>
                  <a:lnTo>
                    <a:pt x="911807" y="1314429"/>
                  </a:lnTo>
                  <a:lnTo>
                    <a:pt x="908504" y="1314429"/>
                  </a:lnTo>
                  <a:lnTo>
                    <a:pt x="905200" y="1314429"/>
                  </a:lnTo>
                  <a:lnTo>
                    <a:pt x="901896" y="1314429"/>
                  </a:lnTo>
                  <a:lnTo>
                    <a:pt x="898593" y="1314429"/>
                  </a:lnTo>
                  <a:lnTo>
                    <a:pt x="895289" y="1314429"/>
                  </a:lnTo>
                  <a:lnTo>
                    <a:pt x="891985" y="1314429"/>
                  </a:lnTo>
                  <a:lnTo>
                    <a:pt x="888682" y="1314429"/>
                  </a:lnTo>
                  <a:lnTo>
                    <a:pt x="885378" y="1314429"/>
                  </a:lnTo>
                  <a:lnTo>
                    <a:pt x="882075" y="1314429"/>
                  </a:lnTo>
                  <a:lnTo>
                    <a:pt x="878771" y="1314429"/>
                  </a:lnTo>
                  <a:lnTo>
                    <a:pt x="875467" y="1314429"/>
                  </a:lnTo>
                  <a:lnTo>
                    <a:pt x="872164" y="1314429"/>
                  </a:lnTo>
                  <a:lnTo>
                    <a:pt x="868860" y="1314429"/>
                  </a:lnTo>
                  <a:lnTo>
                    <a:pt x="865556" y="1314429"/>
                  </a:lnTo>
                  <a:lnTo>
                    <a:pt x="862253" y="1314429"/>
                  </a:lnTo>
                  <a:lnTo>
                    <a:pt x="858949" y="1314429"/>
                  </a:lnTo>
                  <a:lnTo>
                    <a:pt x="855645" y="1314429"/>
                  </a:lnTo>
                  <a:lnTo>
                    <a:pt x="852342" y="1314429"/>
                  </a:lnTo>
                  <a:lnTo>
                    <a:pt x="849038" y="1314429"/>
                  </a:lnTo>
                  <a:lnTo>
                    <a:pt x="845734" y="1314429"/>
                  </a:lnTo>
                  <a:lnTo>
                    <a:pt x="842431" y="1314429"/>
                  </a:lnTo>
                  <a:lnTo>
                    <a:pt x="839127" y="1314429"/>
                  </a:lnTo>
                  <a:lnTo>
                    <a:pt x="835823" y="1314429"/>
                  </a:lnTo>
                  <a:lnTo>
                    <a:pt x="832520" y="1314429"/>
                  </a:lnTo>
                  <a:lnTo>
                    <a:pt x="829216" y="1314429"/>
                  </a:lnTo>
                  <a:lnTo>
                    <a:pt x="825912" y="1314429"/>
                  </a:lnTo>
                  <a:lnTo>
                    <a:pt x="822609" y="1314429"/>
                  </a:lnTo>
                  <a:lnTo>
                    <a:pt x="819305" y="1314429"/>
                  </a:lnTo>
                  <a:lnTo>
                    <a:pt x="816002" y="1314429"/>
                  </a:lnTo>
                  <a:lnTo>
                    <a:pt x="812698" y="1314429"/>
                  </a:lnTo>
                  <a:lnTo>
                    <a:pt x="809394" y="1314429"/>
                  </a:lnTo>
                  <a:lnTo>
                    <a:pt x="806091" y="1314429"/>
                  </a:lnTo>
                  <a:lnTo>
                    <a:pt x="802787" y="1314429"/>
                  </a:lnTo>
                  <a:lnTo>
                    <a:pt x="799483" y="1314429"/>
                  </a:lnTo>
                  <a:lnTo>
                    <a:pt x="796180" y="1314429"/>
                  </a:lnTo>
                  <a:lnTo>
                    <a:pt x="792876" y="1314429"/>
                  </a:lnTo>
                  <a:lnTo>
                    <a:pt x="789572" y="1314429"/>
                  </a:lnTo>
                  <a:lnTo>
                    <a:pt x="786269" y="1314429"/>
                  </a:lnTo>
                  <a:lnTo>
                    <a:pt x="782965" y="1314429"/>
                  </a:lnTo>
                  <a:lnTo>
                    <a:pt x="779661" y="1314429"/>
                  </a:lnTo>
                  <a:lnTo>
                    <a:pt x="776358" y="1314429"/>
                  </a:lnTo>
                  <a:lnTo>
                    <a:pt x="773054" y="1314429"/>
                  </a:lnTo>
                  <a:lnTo>
                    <a:pt x="769750" y="1314429"/>
                  </a:lnTo>
                  <a:lnTo>
                    <a:pt x="766447" y="1314429"/>
                  </a:lnTo>
                  <a:lnTo>
                    <a:pt x="763143" y="1314429"/>
                  </a:lnTo>
                  <a:lnTo>
                    <a:pt x="759839" y="1314429"/>
                  </a:lnTo>
                  <a:lnTo>
                    <a:pt x="756536" y="1314429"/>
                  </a:lnTo>
                  <a:lnTo>
                    <a:pt x="753232" y="1314429"/>
                  </a:lnTo>
                  <a:lnTo>
                    <a:pt x="749928" y="1314429"/>
                  </a:lnTo>
                  <a:lnTo>
                    <a:pt x="746625" y="1314429"/>
                  </a:lnTo>
                  <a:lnTo>
                    <a:pt x="743321" y="1314429"/>
                  </a:lnTo>
                  <a:lnTo>
                    <a:pt x="740018" y="1314429"/>
                  </a:lnTo>
                  <a:lnTo>
                    <a:pt x="736714" y="1314429"/>
                  </a:lnTo>
                  <a:lnTo>
                    <a:pt x="733410" y="1314429"/>
                  </a:lnTo>
                  <a:lnTo>
                    <a:pt x="730107" y="1314429"/>
                  </a:lnTo>
                  <a:lnTo>
                    <a:pt x="726803" y="1314429"/>
                  </a:lnTo>
                  <a:lnTo>
                    <a:pt x="723499" y="1314429"/>
                  </a:lnTo>
                  <a:lnTo>
                    <a:pt x="720196" y="1314429"/>
                  </a:lnTo>
                  <a:lnTo>
                    <a:pt x="716892" y="1314429"/>
                  </a:lnTo>
                  <a:lnTo>
                    <a:pt x="713588" y="1314429"/>
                  </a:lnTo>
                  <a:lnTo>
                    <a:pt x="710285" y="1314429"/>
                  </a:lnTo>
                  <a:lnTo>
                    <a:pt x="706981" y="1314429"/>
                  </a:lnTo>
                  <a:lnTo>
                    <a:pt x="703677" y="1314429"/>
                  </a:lnTo>
                  <a:lnTo>
                    <a:pt x="700374" y="1314429"/>
                  </a:lnTo>
                  <a:lnTo>
                    <a:pt x="697070" y="1314429"/>
                  </a:lnTo>
                  <a:lnTo>
                    <a:pt x="693766" y="1314429"/>
                  </a:lnTo>
                  <a:lnTo>
                    <a:pt x="690463" y="1314429"/>
                  </a:lnTo>
                  <a:lnTo>
                    <a:pt x="687159" y="1314429"/>
                  </a:lnTo>
                  <a:lnTo>
                    <a:pt x="683855" y="1314429"/>
                  </a:lnTo>
                  <a:lnTo>
                    <a:pt x="680552" y="1314429"/>
                  </a:lnTo>
                  <a:lnTo>
                    <a:pt x="677248" y="1314429"/>
                  </a:lnTo>
                  <a:lnTo>
                    <a:pt x="673944" y="1314429"/>
                  </a:lnTo>
                  <a:lnTo>
                    <a:pt x="670641" y="1314429"/>
                  </a:lnTo>
                  <a:lnTo>
                    <a:pt x="667337" y="1314429"/>
                  </a:lnTo>
                  <a:lnTo>
                    <a:pt x="664034" y="1314429"/>
                  </a:lnTo>
                  <a:lnTo>
                    <a:pt x="660730" y="1314429"/>
                  </a:lnTo>
                  <a:lnTo>
                    <a:pt x="657426" y="1314429"/>
                  </a:lnTo>
                  <a:lnTo>
                    <a:pt x="654123" y="1314429"/>
                  </a:lnTo>
                  <a:lnTo>
                    <a:pt x="650819" y="1314429"/>
                  </a:lnTo>
                  <a:lnTo>
                    <a:pt x="647515" y="1314429"/>
                  </a:lnTo>
                  <a:lnTo>
                    <a:pt x="644212" y="1314429"/>
                  </a:lnTo>
                  <a:lnTo>
                    <a:pt x="640908" y="1314429"/>
                  </a:lnTo>
                  <a:lnTo>
                    <a:pt x="637604" y="1314429"/>
                  </a:lnTo>
                  <a:lnTo>
                    <a:pt x="634301" y="1314429"/>
                  </a:lnTo>
                  <a:lnTo>
                    <a:pt x="630997" y="1314429"/>
                  </a:lnTo>
                  <a:lnTo>
                    <a:pt x="627693" y="1314429"/>
                  </a:lnTo>
                  <a:lnTo>
                    <a:pt x="624390" y="1314429"/>
                  </a:lnTo>
                  <a:lnTo>
                    <a:pt x="621086" y="1314429"/>
                  </a:lnTo>
                  <a:lnTo>
                    <a:pt x="617782" y="1314429"/>
                  </a:lnTo>
                  <a:lnTo>
                    <a:pt x="614479" y="1314429"/>
                  </a:lnTo>
                  <a:lnTo>
                    <a:pt x="611175" y="1314429"/>
                  </a:lnTo>
                  <a:lnTo>
                    <a:pt x="607871" y="1314429"/>
                  </a:lnTo>
                  <a:lnTo>
                    <a:pt x="604568" y="1314429"/>
                  </a:lnTo>
                  <a:lnTo>
                    <a:pt x="601264" y="1314429"/>
                  </a:lnTo>
                  <a:lnTo>
                    <a:pt x="597960" y="1314429"/>
                  </a:lnTo>
                  <a:lnTo>
                    <a:pt x="594657" y="1314429"/>
                  </a:lnTo>
                  <a:lnTo>
                    <a:pt x="591353" y="1314429"/>
                  </a:lnTo>
                  <a:lnTo>
                    <a:pt x="588050" y="1314429"/>
                  </a:lnTo>
                  <a:lnTo>
                    <a:pt x="584746" y="1314429"/>
                  </a:lnTo>
                  <a:lnTo>
                    <a:pt x="581442" y="1314429"/>
                  </a:lnTo>
                  <a:lnTo>
                    <a:pt x="578139" y="1314429"/>
                  </a:lnTo>
                  <a:lnTo>
                    <a:pt x="574835" y="1314429"/>
                  </a:lnTo>
                  <a:lnTo>
                    <a:pt x="571531" y="1314429"/>
                  </a:lnTo>
                  <a:lnTo>
                    <a:pt x="568228" y="1314429"/>
                  </a:lnTo>
                  <a:lnTo>
                    <a:pt x="564924" y="1314429"/>
                  </a:lnTo>
                  <a:lnTo>
                    <a:pt x="561620" y="1314429"/>
                  </a:lnTo>
                  <a:lnTo>
                    <a:pt x="558317" y="1314429"/>
                  </a:lnTo>
                  <a:lnTo>
                    <a:pt x="555013" y="1314429"/>
                  </a:lnTo>
                  <a:lnTo>
                    <a:pt x="551709" y="1314429"/>
                  </a:lnTo>
                  <a:lnTo>
                    <a:pt x="548406" y="1314429"/>
                  </a:lnTo>
                  <a:lnTo>
                    <a:pt x="545102" y="1314429"/>
                  </a:lnTo>
                  <a:lnTo>
                    <a:pt x="541798" y="1314429"/>
                  </a:lnTo>
                  <a:lnTo>
                    <a:pt x="538495" y="1314429"/>
                  </a:lnTo>
                  <a:lnTo>
                    <a:pt x="535191" y="1314429"/>
                  </a:lnTo>
                  <a:lnTo>
                    <a:pt x="531887" y="1314429"/>
                  </a:lnTo>
                  <a:lnTo>
                    <a:pt x="528584" y="1314429"/>
                  </a:lnTo>
                  <a:lnTo>
                    <a:pt x="525280" y="1314429"/>
                  </a:lnTo>
                  <a:lnTo>
                    <a:pt x="521976" y="1314429"/>
                  </a:lnTo>
                  <a:lnTo>
                    <a:pt x="518673" y="1314429"/>
                  </a:lnTo>
                  <a:lnTo>
                    <a:pt x="515369" y="1314429"/>
                  </a:lnTo>
                  <a:lnTo>
                    <a:pt x="512066" y="1314429"/>
                  </a:lnTo>
                  <a:lnTo>
                    <a:pt x="508762" y="1314429"/>
                  </a:lnTo>
                  <a:lnTo>
                    <a:pt x="505458" y="1314429"/>
                  </a:lnTo>
                  <a:lnTo>
                    <a:pt x="502155" y="1314429"/>
                  </a:lnTo>
                  <a:lnTo>
                    <a:pt x="498851" y="1314429"/>
                  </a:lnTo>
                  <a:lnTo>
                    <a:pt x="495547" y="1314429"/>
                  </a:lnTo>
                  <a:lnTo>
                    <a:pt x="492244" y="1314429"/>
                  </a:lnTo>
                  <a:lnTo>
                    <a:pt x="488940" y="1314429"/>
                  </a:lnTo>
                  <a:lnTo>
                    <a:pt x="485636" y="1314429"/>
                  </a:lnTo>
                  <a:lnTo>
                    <a:pt x="482333" y="1314429"/>
                  </a:lnTo>
                  <a:lnTo>
                    <a:pt x="479029" y="1314429"/>
                  </a:lnTo>
                  <a:lnTo>
                    <a:pt x="475725" y="1314429"/>
                  </a:lnTo>
                  <a:lnTo>
                    <a:pt x="472422" y="1314429"/>
                  </a:lnTo>
                  <a:lnTo>
                    <a:pt x="469118" y="1314429"/>
                  </a:lnTo>
                  <a:lnTo>
                    <a:pt x="465814" y="1314429"/>
                  </a:lnTo>
                  <a:lnTo>
                    <a:pt x="462511" y="1314429"/>
                  </a:lnTo>
                  <a:lnTo>
                    <a:pt x="459207" y="1314429"/>
                  </a:lnTo>
                  <a:lnTo>
                    <a:pt x="455903" y="1314429"/>
                  </a:lnTo>
                  <a:lnTo>
                    <a:pt x="452600" y="1314429"/>
                  </a:lnTo>
                  <a:lnTo>
                    <a:pt x="449296" y="1314429"/>
                  </a:lnTo>
                  <a:lnTo>
                    <a:pt x="445992" y="1314429"/>
                  </a:lnTo>
                  <a:lnTo>
                    <a:pt x="442689" y="1314429"/>
                  </a:lnTo>
                  <a:lnTo>
                    <a:pt x="439385" y="1314429"/>
                  </a:lnTo>
                  <a:lnTo>
                    <a:pt x="436082" y="1314429"/>
                  </a:lnTo>
                  <a:lnTo>
                    <a:pt x="432778" y="1314429"/>
                  </a:lnTo>
                  <a:lnTo>
                    <a:pt x="429474" y="1314429"/>
                  </a:lnTo>
                  <a:lnTo>
                    <a:pt x="426171" y="1314429"/>
                  </a:lnTo>
                  <a:lnTo>
                    <a:pt x="422867" y="1314429"/>
                  </a:lnTo>
                  <a:lnTo>
                    <a:pt x="419563" y="1314429"/>
                  </a:lnTo>
                  <a:lnTo>
                    <a:pt x="416260" y="1314429"/>
                  </a:lnTo>
                  <a:lnTo>
                    <a:pt x="412956" y="1314429"/>
                  </a:lnTo>
                  <a:lnTo>
                    <a:pt x="409652" y="1314429"/>
                  </a:lnTo>
                  <a:lnTo>
                    <a:pt x="406349" y="1314429"/>
                  </a:lnTo>
                  <a:lnTo>
                    <a:pt x="403045" y="1314429"/>
                  </a:lnTo>
                  <a:lnTo>
                    <a:pt x="399741" y="1314429"/>
                  </a:lnTo>
                  <a:lnTo>
                    <a:pt x="396438" y="1314429"/>
                  </a:lnTo>
                  <a:lnTo>
                    <a:pt x="393134" y="1314429"/>
                  </a:lnTo>
                  <a:lnTo>
                    <a:pt x="389830" y="1314429"/>
                  </a:lnTo>
                  <a:lnTo>
                    <a:pt x="386527" y="1314429"/>
                  </a:lnTo>
                  <a:lnTo>
                    <a:pt x="383223" y="1314429"/>
                  </a:lnTo>
                  <a:lnTo>
                    <a:pt x="379919" y="1314429"/>
                  </a:lnTo>
                  <a:lnTo>
                    <a:pt x="376616" y="1314429"/>
                  </a:lnTo>
                  <a:lnTo>
                    <a:pt x="373312" y="1314429"/>
                  </a:lnTo>
                  <a:lnTo>
                    <a:pt x="370009" y="1314429"/>
                  </a:lnTo>
                  <a:lnTo>
                    <a:pt x="366705" y="1314429"/>
                  </a:lnTo>
                  <a:lnTo>
                    <a:pt x="363401" y="1314429"/>
                  </a:lnTo>
                  <a:lnTo>
                    <a:pt x="360098" y="1314429"/>
                  </a:lnTo>
                  <a:lnTo>
                    <a:pt x="356794" y="1314429"/>
                  </a:lnTo>
                  <a:lnTo>
                    <a:pt x="353490" y="1314429"/>
                  </a:lnTo>
                  <a:lnTo>
                    <a:pt x="350187" y="1314429"/>
                  </a:lnTo>
                  <a:lnTo>
                    <a:pt x="346883" y="1314429"/>
                  </a:lnTo>
                  <a:lnTo>
                    <a:pt x="343579" y="1314429"/>
                  </a:lnTo>
                  <a:lnTo>
                    <a:pt x="340276" y="1314429"/>
                  </a:lnTo>
                  <a:lnTo>
                    <a:pt x="336972" y="1314429"/>
                  </a:lnTo>
                  <a:lnTo>
                    <a:pt x="333668" y="1314429"/>
                  </a:lnTo>
                  <a:lnTo>
                    <a:pt x="330365" y="1314429"/>
                  </a:lnTo>
                  <a:lnTo>
                    <a:pt x="327061" y="1314429"/>
                  </a:lnTo>
                  <a:lnTo>
                    <a:pt x="323757" y="1314429"/>
                  </a:lnTo>
                  <a:lnTo>
                    <a:pt x="320454" y="1314429"/>
                  </a:lnTo>
                  <a:lnTo>
                    <a:pt x="317150" y="1314429"/>
                  </a:lnTo>
                  <a:lnTo>
                    <a:pt x="313846" y="1314429"/>
                  </a:lnTo>
                  <a:lnTo>
                    <a:pt x="310543" y="1314429"/>
                  </a:lnTo>
                  <a:lnTo>
                    <a:pt x="307239" y="1314429"/>
                  </a:lnTo>
                  <a:lnTo>
                    <a:pt x="303935" y="1314429"/>
                  </a:lnTo>
                  <a:lnTo>
                    <a:pt x="300632" y="1314429"/>
                  </a:lnTo>
                  <a:lnTo>
                    <a:pt x="297328" y="1314429"/>
                  </a:lnTo>
                  <a:lnTo>
                    <a:pt x="294025" y="1314429"/>
                  </a:lnTo>
                  <a:lnTo>
                    <a:pt x="290721" y="1314429"/>
                  </a:lnTo>
                  <a:lnTo>
                    <a:pt x="287417" y="1314429"/>
                  </a:lnTo>
                  <a:lnTo>
                    <a:pt x="284114" y="1314429"/>
                  </a:lnTo>
                  <a:lnTo>
                    <a:pt x="280810" y="1314429"/>
                  </a:lnTo>
                  <a:lnTo>
                    <a:pt x="277506" y="1314429"/>
                  </a:lnTo>
                  <a:lnTo>
                    <a:pt x="274203" y="1314429"/>
                  </a:lnTo>
                  <a:lnTo>
                    <a:pt x="270899" y="1314429"/>
                  </a:lnTo>
                  <a:lnTo>
                    <a:pt x="267595" y="1314429"/>
                  </a:lnTo>
                  <a:lnTo>
                    <a:pt x="264292" y="1314429"/>
                  </a:lnTo>
                  <a:lnTo>
                    <a:pt x="260988" y="1314429"/>
                  </a:lnTo>
                  <a:lnTo>
                    <a:pt x="257684" y="1314429"/>
                  </a:lnTo>
                  <a:lnTo>
                    <a:pt x="254381" y="1314429"/>
                  </a:lnTo>
                  <a:lnTo>
                    <a:pt x="251077" y="1314429"/>
                  </a:lnTo>
                  <a:lnTo>
                    <a:pt x="247773" y="1314429"/>
                  </a:lnTo>
                  <a:lnTo>
                    <a:pt x="244470" y="1314429"/>
                  </a:lnTo>
                  <a:lnTo>
                    <a:pt x="241166" y="1314429"/>
                  </a:lnTo>
                  <a:lnTo>
                    <a:pt x="237862" y="1314429"/>
                  </a:lnTo>
                  <a:lnTo>
                    <a:pt x="234559" y="1314429"/>
                  </a:lnTo>
                  <a:lnTo>
                    <a:pt x="231255" y="1314429"/>
                  </a:lnTo>
                  <a:lnTo>
                    <a:pt x="227951" y="1314429"/>
                  </a:lnTo>
                  <a:lnTo>
                    <a:pt x="224648" y="1314429"/>
                  </a:lnTo>
                  <a:lnTo>
                    <a:pt x="221344" y="1314429"/>
                  </a:lnTo>
                  <a:lnTo>
                    <a:pt x="218041" y="1314429"/>
                  </a:lnTo>
                  <a:lnTo>
                    <a:pt x="214737" y="1314429"/>
                  </a:lnTo>
                  <a:lnTo>
                    <a:pt x="211433" y="1314429"/>
                  </a:lnTo>
                  <a:lnTo>
                    <a:pt x="208130" y="1314429"/>
                  </a:lnTo>
                  <a:lnTo>
                    <a:pt x="204826" y="1314429"/>
                  </a:lnTo>
                  <a:lnTo>
                    <a:pt x="201522" y="1314429"/>
                  </a:lnTo>
                  <a:lnTo>
                    <a:pt x="198219" y="1314429"/>
                  </a:lnTo>
                  <a:lnTo>
                    <a:pt x="194915" y="1314429"/>
                  </a:lnTo>
                  <a:lnTo>
                    <a:pt x="191611" y="1314429"/>
                  </a:lnTo>
                  <a:lnTo>
                    <a:pt x="188308" y="1314429"/>
                  </a:lnTo>
                  <a:lnTo>
                    <a:pt x="185004" y="1314429"/>
                  </a:lnTo>
                  <a:lnTo>
                    <a:pt x="181700" y="1314429"/>
                  </a:lnTo>
                  <a:lnTo>
                    <a:pt x="178397" y="1314429"/>
                  </a:lnTo>
                  <a:lnTo>
                    <a:pt x="175093" y="1314429"/>
                  </a:lnTo>
                  <a:lnTo>
                    <a:pt x="171789" y="1314429"/>
                  </a:lnTo>
                  <a:lnTo>
                    <a:pt x="168486" y="1314429"/>
                  </a:lnTo>
                  <a:lnTo>
                    <a:pt x="165182" y="1314429"/>
                  </a:lnTo>
                  <a:lnTo>
                    <a:pt x="161878" y="1314429"/>
                  </a:lnTo>
                  <a:lnTo>
                    <a:pt x="158575" y="1314429"/>
                  </a:lnTo>
                  <a:lnTo>
                    <a:pt x="155271" y="1314429"/>
                  </a:lnTo>
                  <a:lnTo>
                    <a:pt x="151967" y="1314429"/>
                  </a:lnTo>
                  <a:lnTo>
                    <a:pt x="148664" y="1314429"/>
                  </a:lnTo>
                  <a:lnTo>
                    <a:pt x="145360" y="1314429"/>
                  </a:lnTo>
                  <a:lnTo>
                    <a:pt x="142057" y="1314429"/>
                  </a:lnTo>
                  <a:lnTo>
                    <a:pt x="138753" y="1314429"/>
                  </a:lnTo>
                  <a:lnTo>
                    <a:pt x="135449" y="1314429"/>
                  </a:lnTo>
                  <a:lnTo>
                    <a:pt x="132146" y="1314429"/>
                  </a:lnTo>
                  <a:lnTo>
                    <a:pt x="128842" y="1314429"/>
                  </a:lnTo>
                  <a:lnTo>
                    <a:pt x="125538" y="1314429"/>
                  </a:lnTo>
                  <a:lnTo>
                    <a:pt x="122235" y="1314429"/>
                  </a:lnTo>
                  <a:lnTo>
                    <a:pt x="118931" y="1314429"/>
                  </a:lnTo>
                  <a:lnTo>
                    <a:pt x="115627" y="1314429"/>
                  </a:lnTo>
                  <a:lnTo>
                    <a:pt x="112324" y="1314429"/>
                  </a:lnTo>
                  <a:lnTo>
                    <a:pt x="109020" y="1314429"/>
                  </a:lnTo>
                  <a:lnTo>
                    <a:pt x="105716" y="1314429"/>
                  </a:lnTo>
                  <a:lnTo>
                    <a:pt x="102413" y="1314429"/>
                  </a:lnTo>
                  <a:lnTo>
                    <a:pt x="99109" y="1314429"/>
                  </a:lnTo>
                  <a:lnTo>
                    <a:pt x="95805" y="1314429"/>
                  </a:lnTo>
                  <a:lnTo>
                    <a:pt x="92502" y="1314429"/>
                  </a:lnTo>
                  <a:lnTo>
                    <a:pt x="89198" y="1314429"/>
                  </a:lnTo>
                  <a:lnTo>
                    <a:pt x="85894" y="1314429"/>
                  </a:lnTo>
                  <a:lnTo>
                    <a:pt x="82591" y="1314429"/>
                  </a:lnTo>
                  <a:lnTo>
                    <a:pt x="79287" y="1314429"/>
                  </a:lnTo>
                  <a:lnTo>
                    <a:pt x="75983" y="1314429"/>
                  </a:lnTo>
                  <a:lnTo>
                    <a:pt x="72680" y="1314429"/>
                  </a:lnTo>
                  <a:lnTo>
                    <a:pt x="69376" y="1314429"/>
                  </a:lnTo>
                  <a:lnTo>
                    <a:pt x="66073" y="1314429"/>
                  </a:lnTo>
                  <a:lnTo>
                    <a:pt x="62769" y="1314429"/>
                  </a:lnTo>
                  <a:lnTo>
                    <a:pt x="59465" y="1314429"/>
                  </a:lnTo>
                  <a:lnTo>
                    <a:pt x="56162" y="1314429"/>
                  </a:lnTo>
                  <a:lnTo>
                    <a:pt x="52858" y="1314429"/>
                  </a:lnTo>
                  <a:lnTo>
                    <a:pt x="49554" y="1314429"/>
                  </a:lnTo>
                  <a:lnTo>
                    <a:pt x="46251" y="1314429"/>
                  </a:lnTo>
                  <a:lnTo>
                    <a:pt x="42947" y="1314429"/>
                  </a:lnTo>
                  <a:lnTo>
                    <a:pt x="39643" y="1314429"/>
                  </a:lnTo>
                  <a:lnTo>
                    <a:pt x="36340" y="1314429"/>
                  </a:lnTo>
                  <a:lnTo>
                    <a:pt x="33036" y="1314429"/>
                  </a:lnTo>
                  <a:lnTo>
                    <a:pt x="29732" y="1314429"/>
                  </a:lnTo>
                  <a:lnTo>
                    <a:pt x="26429" y="1314429"/>
                  </a:lnTo>
                  <a:lnTo>
                    <a:pt x="23125" y="1314429"/>
                  </a:lnTo>
                  <a:lnTo>
                    <a:pt x="19821" y="1314429"/>
                  </a:lnTo>
                  <a:lnTo>
                    <a:pt x="16518" y="1314429"/>
                  </a:lnTo>
                  <a:lnTo>
                    <a:pt x="13214" y="1314429"/>
                  </a:lnTo>
                  <a:lnTo>
                    <a:pt x="9910" y="1314429"/>
                  </a:lnTo>
                  <a:lnTo>
                    <a:pt x="6607" y="1314429"/>
                  </a:lnTo>
                  <a:lnTo>
                    <a:pt x="3303" y="1314429"/>
                  </a:lnTo>
                  <a:lnTo>
                    <a:pt x="0" y="131442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1005839" y="4574860"/>
              <a:ext cx="7132319" cy="0"/>
            </a:xfrm>
            <a:custGeom>
              <a:avLst/>
              <a:pathLst>
                <a:path w="7132319" h="0">
                  <a:moveTo>
                    <a:pt x="0" y="0"/>
                  </a:moveTo>
                  <a:lnTo>
                    <a:pt x="7132319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4572743" y="3694042"/>
              <a:ext cx="0" cy="1517720"/>
            </a:xfrm>
            <a:custGeom>
              <a:avLst/>
              <a:pathLst>
                <a:path w="0" h="1517720">
                  <a:moveTo>
                    <a:pt x="0" y="151772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0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2026-03-09T10:17:02Z</dcterms:modified>
  <cp:category/>
</cp:coreProperties>
</file>