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51565" y="145504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51565" y="2994038"/>
              <a:ext cx="131725" cy="268439"/>
            </a:xfrm>
            <a:custGeom>
              <a:avLst/>
              <a:pathLst>
                <a:path w="131725" h="268439">
                  <a:moveTo>
                    <a:pt x="0" y="0"/>
                  </a:moveTo>
                  <a:lnTo>
                    <a:pt x="21170" y="94439"/>
                  </a:lnTo>
                  <a:lnTo>
                    <a:pt x="42340" y="142412"/>
                  </a:lnTo>
                  <a:lnTo>
                    <a:pt x="63510" y="153367"/>
                  </a:lnTo>
                  <a:lnTo>
                    <a:pt x="84681" y="153367"/>
                  </a:lnTo>
                  <a:lnTo>
                    <a:pt x="105851" y="186787"/>
                  </a:lnTo>
                  <a:lnTo>
                    <a:pt x="127021" y="256737"/>
                  </a:lnTo>
                  <a:lnTo>
                    <a:pt x="131725" y="2684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42821" y="2468746"/>
              <a:ext cx="868201" cy="793730"/>
            </a:xfrm>
            <a:custGeom>
              <a:avLst/>
              <a:pathLst>
                <a:path w="868201" h="793730">
                  <a:moveTo>
                    <a:pt x="0" y="793730"/>
                  </a:moveTo>
                  <a:lnTo>
                    <a:pt x="16829" y="677351"/>
                  </a:lnTo>
                  <a:lnTo>
                    <a:pt x="38000" y="486820"/>
                  </a:lnTo>
                  <a:lnTo>
                    <a:pt x="59170" y="473135"/>
                  </a:lnTo>
                  <a:lnTo>
                    <a:pt x="80340" y="338407"/>
                  </a:lnTo>
                  <a:lnTo>
                    <a:pt x="101510" y="190165"/>
                  </a:lnTo>
                  <a:lnTo>
                    <a:pt x="122681" y="12611"/>
                  </a:lnTo>
                  <a:lnTo>
                    <a:pt x="143851" y="58824"/>
                  </a:lnTo>
                  <a:lnTo>
                    <a:pt x="165021" y="188399"/>
                  </a:lnTo>
                  <a:lnTo>
                    <a:pt x="186192" y="43618"/>
                  </a:lnTo>
                  <a:lnTo>
                    <a:pt x="207362" y="0"/>
                  </a:lnTo>
                  <a:lnTo>
                    <a:pt x="228532" y="130976"/>
                  </a:lnTo>
                  <a:lnTo>
                    <a:pt x="249702" y="333985"/>
                  </a:lnTo>
                  <a:lnTo>
                    <a:pt x="270873" y="414530"/>
                  </a:lnTo>
                  <a:lnTo>
                    <a:pt x="292043" y="419017"/>
                  </a:lnTo>
                  <a:lnTo>
                    <a:pt x="313213" y="668417"/>
                  </a:lnTo>
                  <a:lnTo>
                    <a:pt x="334383" y="776714"/>
                  </a:lnTo>
                  <a:lnTo>
                    <a:pt x="355554" y="788724"/>
                  </a:lnTo>
                  <a:lnTo>
                    <a:pt x="376724" y="741507"/>
                  </a:lnTo>
                  <a:lnTo>
                    <a:pt x="397894" y="578577"/>
                  </a:lnTo>
                  <a:lnTo>
                    <a:pt x="419064" y="560160"/>
                  </a:lnTo>
                  <a:lnTo>
                    <a:pt x="440235" y="528891"/>
                  </a:lnTo>
                  <a:lnTo>
                    <a:pt x="461405" y="576307"/>
                  </a:lnTo>
                  <a:lnTo>
                    <a:pt x="482575" y="603402"/>
                  </a:lnTo>
                  <a:lnTo>
                    <a:pt x="503745" y="695270"/>
                  </a:lnTo>
                  <a:lnTo>
                    <a:pt x="524916" y="793374"/>
                  </a:lnTo>
                  <a:lnTo>
                    <a:pt x="546086" y="793376"/>
                  </a:lnTo>
                  <a:lnTo>
                    <a:pt x="567256" y="793380"/>
                  </a:lnTo>
                  <a:lnTo>
                    <a:pt x="588426" y="793381"/>
                  </a:lnTo>
                  <a:lnTo>
                    <a:pt x="609597" y="754275"/>
                  </a:lnTo>
                  <a:lnTo>
                    <a:pt x="630767" y="684167"/>
                  </a:lnTo>
                  <a:lnTo>
                    <a:pt x="651937" y="678659"/>
                  </a:lnTo>
                  <a:lnTo>
                    <a:pt x="673107" y="678659"/>
                  </a:lnTo>
                  <a:lnTo>
                    <a:pt x="694278" y="678659"/>
                  </a:lnTo>
                  <a:lnTo>
                    <a:pt x="715448" y="678659"/>
                  </a:lnTo>
                  <a:lnTo>
                    <a:pt x="736618" y="678659"/>
                  </a:lnTo>
                  <a:lnTo>
                    <a:pt x="757788" y="678659"/>
                  </a:lnTo>
                  <a:lnTo>
                    <a:pt x="778959" y="678659"/>
                  </a:lnTo>
                  <a:lnTo>
                    <a:pt x="800129" y="678659"/>
                  </a:lnTo>
                  <a:lnTo>
                    <a:pt x="821299" y="678659"/>
                  </a:lnTo>
                  <a:lnTo>
                    <a:pt x="842469" y="683963"/>
                  </a:lnTo>
                  <a:lnTo>
                    <a:pt x="863640" y="772178"/>
                  </a:lnTo>
                  <a:lnTo>
                    <a:pt x="868201" y="7937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12317" y="2317824"/>
              <a:ext cx="380054" cy="944652"/>
            </a:xfrm>
            <a:custGeom>
              <a:avLst/>
              <a:pathLst>
                <a:path w="380054" h="944652">
                  <a:moveTo>
                    <a:pt x="0" y="944652"/>
                  </a:moveTo>
                  <a:lnTo>
                    <a:pt x="21165" y="777799"/>
                  </a:lnTo>
                  <a:lnTo>
                    <a:pt x="42335" y="625033"/>
                  </a:lnTo>
                  <a:lnTo>
                    <a:pt x="63505" y="601694"/>
                  </a:lnTo>
                  <a:lnTo>
                    <a:pt x="84676" y="521939"/>
                  </a:lnTo>
                  <a:lnTo>
                    <a:pt x="105846" y="408322"/>
                  </a:lnTo>
                  <a:lnTo>
                    <a:pt x="127016" y="357109"/>
                  </a:lnTo>
                  <a:lnTo>
                    <a:pt x="148186" y="371740"/>
                  </a:lnTo>
                  <a:lnTo>
                    <a:pt x="169357" y="525333"/>
                  </a:lnTo>
                  <a:lnTo>
                    <a:pt x="190527" y="504365"/>
                  </a:lnTo>
                  <a:lnTo>
                    <a:pt x="211697" y="465756"/>
                  </a:lnTo>
                  <a:lnTo>
                    <a:pt x="232867" y="381373"/>
                  </a:lnTo>
                  <a:lnTo>
                    <a:pt x="254038" y="298492"/>
                  </a:lnTo>
                  <a:lnTo>
                    <a:pt x="275208" y="191434"/>
                  </a:lnTo>
                  <a:lnTo>
                    <a:pt x="296378" y="0"/>
                  </a:lnTo>
                  <a:lnTo>
                    <a:pt x="317548" y="63975"/>
                  </a:lnTo>
                  <a:lnTo>
                    <a:pt x="338719" y="251295"/>
                  </a:lnTo>
                  <a:lnTo>
                    <a:pt x="359889" y="589658"/>
                  </a:lnTo>
                  <a:lnTo>
                    <a:pt x="380054" y="9446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38099" y="3241269"/>
              <a:ext cx="22953" cy="21207"/>
            </a:xfrm>
            <a:custGeom>
              <a:avLst/>
              <a:pathLst>
                <a:path w="22953" h="21207">
                  <a:moveTo>
                    <a:pt x="0" y="21207"/>
                  </a:moveTo>
                  <a:lnTo>
                    <a:pt x="21022" y="0"/>
                  </a:lnTo>
                  <a:lnTo>
                    <a:pt x="22953" y="212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015068" y="2560164"/>
              <a:ext cx="672357" cy="702312"/>
            </a:xfrm>
            <a:custGeom>
              <a:avLst/>
              <a:pathLst>
                <a:path w="672357" h="702312">
                  <a:moveTo>
                    <a:pt x="0" y="702312"/>
                  </a:moveTo>
                  <a:lnTo>
                    <a:pt x="13416" y="498156"/>
                  </a:lnTo>
                  <a:lnTo>
                    <a:pt x="34586" y="292222"/>
                  </a:lnTo>
                  <a:lnTo>
                    <a:pt x="55757" y="258916"/>
                  </a:lnTo>
                  <a:lnTo>
                    <a:pt x="76927" y="360398"/>
                  </a:lnTo>
                  <a:lnTo>
                    <a:pt x="98097" y="508440"/>
                  </a:lnTo>
                  <a:lnTo>
                    <a:pt x="119267" y="589426"/>
                  </a:lnTo>
                  <a:lnTo>
                    <a:pt x="140438" y="676900"/>
                  </a:lnTo>
                  <a:lnTo>
                    <a:pt x="161608" y="676971"/>
                  </a:lnTo>
                  <a:lnTo>
                    <a:pt x="182778" y="631893"/>
                  </a:lnTo>
                  <a:lnTo>
                    <a:pt x="203948" y="428689"/>
                  </a:lnTo>
                  <a:lnTo>
                    <a:pt x="225119" y="221056"/>
                  </a:lnTo>
                  <a:lnTo>
                    <a:pt x="246289" y="130983"/>
                  </a:lnTo>
                  <a:lnTo>
                    <a:pt x="267459" y="27938"/>
                  </a:lnTo>
                  <a:lnTo>
                    <a:pt x="288629" y="0"/>
                  </a:lnTo>
                  <a:lnTo>
                    <a:pt x="309800" y="53600"/>
                  </a:lnTo>
                  <a:lnTo>
                    <a:pt x="330970" y="196506"/>
                  </a:lnTo>
                  <a:lnTo>
                    <a:pt x="352140" y="222090"/>
                  </a:lnTo>
                  <a:lnTo>
                    <a:pt x="373310" y="278185"/>
                  </a:lnTo>
                  <a:lnTo>
                    <a:pt x="394481" y="380133"/>
                  </a:lnTo>
                  <a:lnTo>
                    <a:pt x="415651" y="379215"/>
                  </a:lnTo>
                  <a:lnTo>
                    <a:pt x="436821" y="344589"/>
                  </a:lnTo>
                  <a:lnTo>
                    <a:pt x="457991" y="270535"/>
                  </a:lnTo>
                  <a:lnTo>
                    <a:pt x="479162" y="283125"/>
                  </a:lnTo>
                  <a:lnTo>
                    <a:pt x="500332" y="264383"/>
                  </a:lnTo>
                  <a:lnTo>
                    <a:pt x="521502" y="201120"/>
                  </a:lnTo>
                  <a:lnTo>
                    <a:pt x="542672" y="128924"/>
                  </a:lnTo>
                  <a:lnTo>
                    <a:pt x="563843" y="131820"/>
                  </a:lnTo>
                  <a:lnTo>
                    <a:pt x="585013" y="320589"/>
                  </a:lnTo>
                  <a:lnTo>
                    <a:pt x="606183" y="490355"/>
                  </a:lnTo>
                  <a:lnTo>
                    <a:pt x="627353" y="428848"/>
                  </a:lnTo>
                  <a:lnTo>
                    <a:pt x="648524" y="517542"/>
                  </a:lnTo>
                  <a:lnTo>
                    <a:pt x="669694" y="679318"/>
                  </a:lnTo>
                  <a:lnTo>
                    <a:pt x="672357" y="7023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317627" y="2996934"/>
              <a:ext cx="71661" cy="265542"/>
            </a:xfrm>
            <a:custGeom>
              <a:avLst/>
              <a:pathLst>
                <a:path w="71661" h="265542">
                  <a:moveTo>
                    <a:pt x="0" y="265542"/>
                  </a:moveTo>
                  <a:lnTo>
                    <a:pt x="2242" y="241636"/>
                  </a:lnTo>
                  <a:lnTo>
                    <a:pt x="23412" y="40509"/>
                  </a:lnTo>
                  <a:lnTo>
                    <a:pt x="44583" y="0"/>
                  </a:lnTo>
                  <a:lnTo>
                    <a:pt x="65753" y="217863"/>
                  </a:lnTo>
                  <a:lnTo>
                    <a:pt x="71661" y="2655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30350" y="3146969"/>
              <a:ext cx="30576" cy="115507"/>
            </a:xfrm>
            <a:custGeom>
              <a:avLst/>
              <a:pathLst>
                <a:path w="30576" h="115507">
                  <a:moveTo>
                    <a:pt x="0" y="115507"/>
                  </a:moveTo>
                  <a:lnTo>
                    <a:pt x="21010" y="0"/>
                  </a:lnTo>
                  <a:lnTo>
                    <a:pt x="30576" y="1155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10175" y="3253348"/>
              <a:ext cx="2249" cy="9128"/>
            </a:xfrm>
            <a:custGeom>
              <a:avLst/>
              <a:pathLst>
                <a:path w="2249" h="9128">
                  <a:moveTo>
                    <a:pt x="0" y="9128"/>
                  </a:moveTo>
                  <a:lnTo>
                    <a:pt x="1079" y="0"/>
                  </a:lnTo>
                  <a:lnTo>
                    <a:pt x="2249" y="91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565662" y="3210327"/>
              <a:ext cx="24051" cy="52149"/>
            </a:xfrm>
            <a:custGeom>
              <a:avLst/>
              <a:pathLst>
                <a:path w="24051" h="52149">
                  <a:moveTo>
                    <a:pt x="0" y="52149"/>
                  </a:moveTo>
                  <a:lnTo>
                    <a:pt x="14426" y="0"/>
                  </a:lnTo>
                  <a:lnTo>
                    <a:pt x="24051" y="521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053755" y="2792629"/>
              <a:ext cx="254990" cy="469847"/>
            </a:xfrm>
            <a:custGeom>
              <a:avLst/>
              <a:pathLst>
                <a:path w="254990" h="469847">
                  <a:moveTo>
                    <a:pt x="0" y="469847"/>
                  </a:moveTo>
                  <a:lnTo>
                    <a:pt x="13249" y="394980"/>
                  </a:lnTo>
                  <a:lnTo>
                    <a:pt x="34419" y="365782"/>
                  </a:lnTo>
                  <a:lnTo>
                    <a:pt x="55589" y="347868"/>
                  </a:lnTo>
                  <a:lnTo>
                    <a:pt x="76760" y="245931"/>
                  </a:lnTo>
                  <a:lnTo>
                    <a:pt x="97930" y="323146"/>
                  </a:lnTo>
                  <a:lnTo>
                    <a:pt x="119100" y="354775"/>
                  </a:lnTo>
                  <a:lnTo>
                    <a:pt x="140270" y="300142"/>
                  </a:lnTo>
                  <a:lnTo>
                    <a:pt x="161441" y="182358"/>
                  </a:lnTo>
                  <a:lnTo>
                    <a:pt x="182611" y="127192"/>
                  </a:lnTo>
                  <a:lnTo>
                    <a:pt x="203781" y="0"/>
                  </a:lnTo>
                  <a:lnTo>
                    <a:pt x="224951" y="90474"/>
                  </a:lnTo>
                  <a:lnTo>
                    <a:pt x="246122" y="380394"/>
                  </a:lnTo>
                  <a:lnTo>
                    <a:pt x="254990" y="4698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490221" y="3260195"/>
              <a:ext cx="784" cy="2281"/>
            </a:xfrm>
            <a:custGeom>
              <a:avLst/>
              <a:pathLst>
                <a:path w="784" h="2281">
                  <a:moveTo>
                    <a:pt x="0" y="2281"/>
                  </a:moveTo>
                  <a:lnTo>
                    <a:pt x="187" y="0"/>
                  </a:lnTo>
                  <a:lnTo>
                    <a:pt x="784" y="22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800140" y="3183600"/>
              <a:ext cx="29226" cy="78876"/>
            </a:xfrm>
            <a:custGeom>
              <a:avLst/>
              <a:pathLst>
                <a:path w="29226" h="78876">
                  <a:moveTo>
                    <a:pt x="0" y="78876"/>
                  </a:moveTo>
                  <a:lnTo>
                    <a:pt x="7822" y="0"/>
                  </a:lnTo>
                  <a:lnTo>
                    <a:pt x="28993" y="74186"/>
                  </a:lnTo>
                  <a:lnTo>
                    <a:pt x="29226" y="788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551565" y="2317824"/>
              <a:ext cx="8446930" cy="944652"/>
            </a:xfrm>
            <a:custGeom>
              <a:avLst/>
              <a:pathLst>
                <a:path w="8446930" h="944652">
                  <a:moveTo>
                    <a:pt x="0" y="676213"/>
                  </a:moveTo>
                  <a:lnTo>
                    <a:pt x="21170" y="770652"/>
                  </a:lnTo>
                  <a:lnTo>
                    <a:pt x="42340" y="818625"/>
                  </a:lnTo>
                  <a:lnTo>
                    <a:pt x="63510" y="829581"/>
                  </a:lnTo>
                  <a:lnTo>
                    <a:pt x="84681" y="829581"/>
                  </a:lnTo>
                  <a:lnTo>
                    <a:pt x="105851" y="863000"/>
                  </a:lnTo>
                  <a:lnTo>
                    <a:pt x="127021" y="932950"/>
                  </a:lnTo>
                  <a:lnTo>
                    <a:pt x="148191" y="944652"/>
                  </a:lnTo>
                  <a:lnTo>
                    <a:pt x="169362" y="944652"/>
                  </a:lnTo>
                  <a:lnTo>
                    <a:pt x="190532" y="944652"/>
                  </a:lnTo>
                  <a:lnTo>
                    <a:pt x="211702" y="944652"/>
                  </a:lnTo>
                  <a:lnTo>
                    <a:pt x="232872" y="944652"/>
                  </a:lnTo>
                  <a:lnTo>
                    <a:pt x="254043" y="944652"/>
                  </a:lnTo>
                  <a:lnTo>
                    <a:pt x="275213" y="944652"/>
                  </a:lnTo>
                  <a:lnTo>
                    <a:pt x="296383" y="944652"/>
                  </a:lnTo>
                  <a:lnTo>
                    <a:pt x="317553" y="944652"/>
                  </a:lnTo>
                  <a:lnTo>
                    <a:pt x="338724" y="944652"/>
                  </a:lnTo>
                  <a:lnTo>
                    <a:pt x="359894" y="944652"/>
                  </a:lnTo>
                  <a:lnTo>
                    <a:pt x="381064" y="944652"/>
                  </a:lnTo>
                  <a:lnTo>
                    <a:pt x="402234" y="944652"/>
                  </a:lnTo>
                  <a:lnTo>
                    <a:pt x="423405" y="944652"/>
                  </a:lnTo>
                  <a:lnTo>
                    <a:pt x="444575" y="944652"/>
                  </a:lnTo>
                  <a:lnTo>
                    <a:pt x="465745" y="944652"/>
                  </a:lnTo>
                  <a:lnTo>
                    <a:pt x="486915" y="944652"/>
                  </a:lnTo>
                  <a:lnTo>
                    <a:pt x="508086" y="828273"/>
                  </a:lnTo>
                  <a:lnTo>
                    <a:pt x="529256" y="637742"/>
                  </a:lnTo>
                  <a:lnTo>
                    <a:pt x="550426" y="624056"/>
                  </a:lnTo>
                  <a:lnTo>
                    <a:pt x="571596" y="489329"/>
                  </a:lnTo>
                  <a:lnTo>
                    <a:pt x="592767" y="341087"/>
                  </a:lnTo>
                  <a:lnTo>
                    <a:pt x="613937" y="163533"/>
                  </a:lnTo>
                  <a:lnTo>
                    <a:pt x="635107" y="209746"/>
                  </a:lnTo>
                  <a:lnTo>
                    <a:pt x="656277" y="339321"/>
                  </a:lnTo>
                  <a:lnTo>
                    <a:pt x="677448" y="194540"/>
                  </a:lnTo>
                  <a:lnTo>
                    <a:pt x="698618" y="150921"/>
                  </a:lnTo>
                  <a:lnTo>
                    <a:pt x="719788" y="281898"/>
                  </a:lnTo>
                  <a:lnTo>
                    <a:pt x="740958" y="484907"/>
                  </a:lnTo>
                  <a:lnTo>
                    <a:pt x="762129" y="565452"/>
                  </a:lnTo>
                  <a:lnTo>
                    <a:pt x="783299" y="569939"/>
                  </a:lnTo>
                  <a:lnTo>
                    <a:pt x="804469" y="819339"/>
                  </a:lnTo>
                  <a:lnTo>
                    <a:pt x="825639" y="927636"/>
                  </a:lnTo>
                  <a:lnTo>
                    <a:pt x="846810" y="939645"/>
                  </a:lnTo>
                  <a:lnTo>
                    <a:pt x="867980" y="892429"/>
                  </a:lnTo>
                  <a:lnTo>
                    <a:pt x="889150" y="729499"/>
                  </a:lnTo>
                  <a:lnTo>
                    <a:pt x="910320" y="711082"/>
                  </a:lnTo>
                  <a:lnTo>
                    <a:pt x="931491" y="679813"/>
                  </a:lnTo>
                  <a:lnTo>
                    <a:pt x="952661" y="727229"/>
                  </a:lnTo>
                  <a:lnTo>
                    <a:pt x="973831" y="754324"/>
                  </a:lnTo>
                  <a:lnTo>
                    <a:pt x="995001" y="846191"/>
                  </a:lnTo>
                  <a:lnTo>
                    <a:pt x="1016172" y="944296"/>
                  </a:lnTo>
                  <a:lnTo>
                    <a:pt x="1037342" y="944298"/>
                  </a:lnTo>
                  <a:lnTo>
                    <a:pt x="1058512" y="944302"/>
                  </a:lnTo>
                  <a:lnTo>
                    <a:pt x="1079682" y="944303"/>
                  </a:lnTo>
                  <a:lnTo>
                    <a:pt x="1100853" y="905197"/>
                  </a:lnTo>
                  <a:lnTo>
                    <a:pt x="1122023" y="835088"/>
                  </a:lnTo>
                  <a:lnTo>
                    <a:pt x="1143193" y="829581"/>
                  </a:lnTo>
                  <a:lnTo>
                    <a:pt x="1164363" y="829581"/>
                  </a:lnTo>
                  <a:lnTo>
                    <a:pt x="1185534" y="829581"/>
                  </a:lnTo>
                  <a:lnTo>
                    <a:pt x="1206704" y="829581"/>
                  </a:lnTo>
                  <a:lnTo>
                    <a:pt x="1227874" y="829581"/>
                  </a:lnTo>
                  <a:lnTo>
                    <a:pt x="1249044" y="829581"/>
                  </a:lnTo>
                  <a:lnTo>
                    <a:pt x="1270215" y="829581"/>
                  </a:lnTo>
                  <a:lnTo>
                    <a:pt x="1291385" y="829581"/>
                  </a:lnTo>
                  <a:lnTo>
                    <a:pt x="1312555" y="829581"/>
                  </a:lnTo>
                  <a:lnTo>
                    <a:pt x="1333725" y="834885"/>
                  </a:lnTo>
                  <a:lnTo>
                    <a:pt x="1354896" y="923100"/>
                  </a:lnTo>
                  <a:lnTo>
                    <a:pt x="1376066" y="944652"/>
                  </a:lnTo>
                  <a:lnTo>
                    <a:pt x="1397236" y="944652"/>
                  </a:lnTo>
                  <a:lnTo>
                    <a:pt x="1418406" y="944652"/>
                  </a:lnTo>
                  <a:lnTo>
                    <a:pt x="1439577" y="944652"/>
                  </a:lnTo>
                  <a:lnTo>
                    <a:pt x="1460747" y="944652"/>
                  </a:lnTo>
                  <a:lnTo>
                    <a:pt x="1481917" y="777799"/>
                  </a:lnTo>
                  <a:lnTo>
                    <a:pt x="1503087" y="625033"/>
                  </a:lnTo>
                  <a:lnTo>
                    <a:pt x="1524258" y="601694"/>
                  </a:lnTo>
                  <a:lnTo>
                    <a:pt x="1545428" y="521939"/>
                  </a:lnTo>
                  <a:lnTo>
                    <a:pt x="1566598" y="408322"/>
                  </a:lnTo>
                  <a:lnTo>
                    <a:pt x="1587768" y="357109"/>
                  </a:lnTo>
                  <a:lnTo>
                    <a:pt x="1608939" y="371740"/>
                  </a:lnTo>
                  <a:lnTo>
                    <a:pt x="1630109" y="525333"/>
                  </a:lnTo>
                  <a:lnTo>
                    <a:pt x="1651279" y="504365"/>
                  </a:lnTo>
                  <a:lnTo>
                    <a:pt x="1672449" y="465756"/>
                  </a:lnTo>
                  <a:lnTo>
                    <a:pt x="1693620" y="381373"/>
                  </a:lnTo>
                  <a:lnTo>
                    <a:pt x="1714790" y="298492"/>
                  </a:lnTo>
                  <a:lnTo>
                    <a:pt x="1735960" y="191434"/>
                  </a:lnTo>
                  <a:lnTo>
                    <a:pt x="1757130" y="0"/>
                  </a:lnTo>
                  <a:lnTo>
                    <a:pt x="1778301" y="63975"/>
                  </a:lnTo>
                  <a:lnTo>
                    <a:pt x="1799471" y="251295"/>
                  </a:lnTo>
                  <a:lnTo>
                    <a:pt x="1820641" y="589658"/>
                  </a:lnTo>
                  <a:lnTo>
                    <a:pt x="1841811" y="944652"/>
                  </a:lnTo>
                  <a:lnTo>
                    <a:pt x="1862982" y="944652"/>
                  </a:lnTo>
                  <a:lnTo>
                    <a:pt x="1884152" y="944652"/>
                  </a:lnTo>
                  <a:lnTo>
                    <a:pt x="1905322" y="944652"/>
                  </a:lnTo>
                  <a:lnTo>
                    <a:pt x="1926492" y="944652"/>
                  </a:lnTo>
                  <a:lnTo>
                    <a:pt x="1947663" y="944652"/>
                  </a:lnTo>
                  <a:lnTo>
                    <a:pt x="1968833" y="944652"/>
                  </a:lnTo>
                  <a:lnTo>
                    <a:pt x="1990003" y="944652"/>
                  </a:lnTo>
                  <a:lnTo>
                    <a:pt x="2011173" y="944652"/>
                  </a:lnTo>
                  <a:lnTo>
                    <a:pt x="2032344" y="944652"/>
                  </a:lnTo>
                  <a:lnTo>
                    <a:pt x="2053514" y="944652"/>
                  </a:lnTo>
                  <a:lnTo>
                    <a:pt x="2074684" y="944652"/>
                  </a:lnTo>
                  <a:lnTo>
                    <a:pt x="2095854" y="944652"/>
                  </a:lnTo>
                  <a:lnTo>
                    <a:pt x="2117025" y="944652"/>
                  </a:lnTo>
                  <a:lnTo>
                    <a:pt x="2138195" y="944652"/>
                  </a:lnTo>
                  <a:lnTo>
                    <a:pt x="2159365" y="944652"/>
                  </a:lnTo>
                  <a:lnTo>
                    <a:pt x="2180535" y="944652"/>
                  </a:lnTo>
                  <a:lnTo>
                    <a:pt x="2201706" y="944652"/>
                  </a:lnTo>
                  <a:lnTo>
                    <a:pt x="2222876" y="944652"/>
                  </a:lnTo>
                  <a:lnTo>
                    <a:pt x="2244046" y="944652"/>
                  </a:lnTo>
                  <a:lnTo>
                    <a:pt x="2265216" y="944652"/>
                  </a:lnTo>
                  <a:lnTo>
                    <a:pt x="2286387" y="944652"/>
                  </a:lnTo>
                  <a:lnTo>
                    <a:pt x="2307557" y="923445"/>
                  </a:lnTo>
                  <a:lnTo>
                    <a:pt x="2328727" y="944652"/>
                  </a:lnTo>
                  <a:lnTo>
                    <a:pt x="2349897" y="944652"/>
                  </a:lnTo>
                  <a:lnTo>
                    <a:pt x="2371068" y="944652"/>
                  </a:lnTo>
                  <a:lnTo>
                    <a:pt x="2392238" y="944652"/>
                  </a:lnTo>
                  <a:lnTo>
                    <a:pt x="2413408" y="944652"/>
                  </a:lnTo>
                  <a:lnTo>
                    <a:pt x="2434578" y="944652"/>
                  </a:lnTo>
                  <a:lnTo>
                    <a:pt x="2455749" y="944652"/>
                  </a:lnTo>
                  <a:lnTo>
                    <a:pt x="2476919" y="740497"/>
                  </a:lnTo>
                  <a:lnTo>
                    <a:pt x="2498089" y="534563"/>
                  </a:lnTo>
                  <a:lnTo>
                    <a:pt x="2519259" y="501256"/>
                  </a:lnTo>
                  <a:lnTo>
                    <a:pt x="2540430" y="602739"/>
                  </a:lnTo>
                  <a:lnTo>
                    <a:pt x="2561600" y="750780"/>
                  </a:lnTo>
                  <a:lnTo>
                    <a:pt x="2582770" y="831766"/>
                  </a:lnTo>
                  <a:lnTo>
                    <a:pt x="2603941" y="919240"/>
                  </a:lnTo>
                  <a:lnTo>
                    <a:pt x="2625111" y="919311"/>
                  </a:lnTo>
                  <a:lnTo>
                    <a:pt x="2646281" y="874234"/>
                  </a:lnTo>
                  <a:lnTo>
                    <a:pt x="2667451" y="671030"/>
                  </a:lnTo>
                  <a:lnTo>
                    <a:pt x="2688622" y="463396"/>
                  </a:lnTo>
                  <a:lnTo>
                    <a:pt x="2709792" y="373323"/>
                  </a:lnTo>
                  <a:lnTo>
                    <a:pt x="2730962" y="270279"/>
                  </a:lnTo>
                  <a:lnTo>
                    <a:pt x="2752132" y="242340"/>
                  </a:lnTo>
                  <a:lnTo>
                    <a:pt x="2773303" y="295941"/>
                  </a:lnTo>
                  <a:lnTo>
                    <a:pt x="2794473" y="438846"/>
                  </a:lnTo>
                  <a:lnTo>
                    <a:pt x="2815643" y="464430"/>
                  </a:lnTo>
                  <a:lnTo>
                    <a:pt x="2836813" y="520525"/>
                  </a:lnTo>
                  <a:lnTo>
                    <a:pt x="2857984" y="622474"/>
                  </a:lnTo>
                  <a:lnTo>
                    <a:pt x="2879154" y="621555"/>
                  </a:lnTo>
                  <a:lnTo>
                    <a:pt x="2900324" y="586929"/>
                  </a:lnTo>
                  <a:lnTo>
                    <a:pt x="2921494" y="512875"/>
                  </a:lnTo>
                  <a:lnTo>
                    <a:pt x="2942665" y="525466"/>
                  </a:lnTo>
                  <a:lnTo>
                    <a:pt x="2963835" y="506723"/>
                  </a:lnTo>
                  <a:lnTo>
                    <a:pt x="2985005" y="443460"/>
                  </a:lnTo>
                  <a:lnTo>
                    <a:pt x="3006175" y="371265"/>
                  </a:lnTo>
                  <a:lnTo>
                    <a:pt x="3027346" y="374161"/>
                  </a:lnTo>
                  <a:lnTo>
                    <a:pt x="3048516" y="562929"/>
                  </a:lnTo>
                  <a:lnTo>
                    <a:pt x="3069686" y="732695"/>
                  </a:lnTo>
                  <a:lnTo>
                    <a:pt x="3090856" y="671189"/>
                  </a:lnTo>
                  <a:lnTo>
                    <a:pt x="3112027" y="759882"/>
                  </a:lnTo>
                  <a:lnTo>
                    <a:pt x="3133197" y="921658"/>
                  </a:lnTo>
                  <a:lnTo>
                    <a:pt x="3154367" y="944652"/>
                  </a:lnTo>
                  <a:lnTo>
                    <a:pt x="3175537" y="944652"/>
                  </a:lnTo>
                  <a:lnTo>
                    <a:pt x="3196708" y="944652"/>
                  </a:lnTo>
                  <a:lnTo>
                    <a:pt x="3217878" y="944652"/>
                  </a:lnTo>
                  <a:lnTo>
                    <a:pt x="3239048" y="944652"/>
                  </a:lnTo>
                  <a:lnTo>
                    <a:pt x="3260218" y="944652"/>
                  </a:lnTo>
                  <a:lnTo>
                    <a:pt x="3281389" y="944652"/>
                  </a:lnTo>
                  <a:lnTo>
                    <a:pt x="3302559" y="944652"/>
                  </a:lnTo>
                  <a:lnTo>
                    <a:pt x="3323729" y="944652"/>
                  </a:lnTo>
                  <a:lnTo>
                    <a:pt x="3344899" y="944652"/>
                  </a:lnTo>
                  <a:lnTo>
                    <a:pt x="3366070" y="944652"/>
                  </a:lnTo>
                  <a:lnTo>
                    <a:pt x="3387240" y="944652"/>
                  </a:lnTo>
                  <a:lnTo>
                    <a:pt x="3408410" y="944652"/>
                  </a:lnTo>
                  <a:lnTo>
                    <a:pt x="3429580" y="944652"/>
                  </a:lnTo>
                  <a:lnTo>
                    <a:pt x="3450751" y="944652"/>
                  </a:lnTo>
                  <a:lnTo>
                    <a:pt x="3471921" y="944652"/>
                  </a:lnTo>
                  <a:lnTo>
                    <a:pt x="3493091" y="944652"/>
                  </a:lnTo>
                  <a:lnTo>
                    <a:pt x="3514261" y="944652"/>
                  </a:lnTo>
                  <a:lnTo>
                    <a:pt x="3535432" y="944652"/>
                  </a:lnTo>
                  <a:lnTo>
                    <a:pt x="3556602" y="944652"/>
                  </a:lnTo>
                  <a:lnTo>
                    <a:pt x="3577772" y="944652"/>
                  </a:lnTo>
                  <a:lnTo>
                    <a:pt x="3598942" y="944652"/>
                  </a:lnTo>
                  <a:lnTo>
                    <a:pt x="3620113" y="944652"/>
                  </a:lnTo>
                  <a:lnTo>
                    <a:pt x="3641283" y="944652"/>
                  </a:lnTo>
                  <a:lnTo>
                    <a:pt x="3662453" y="944652"/>
                  </a:lnTo>
                  <a:lnTo>
                    <a:pt x="3683623" y="944652"/>
                  </a:lnTo>
                  <a:lnTo>
                    <a:pt x="3704794" y="944652"/>
                  </a:lnTo>
                  <a:lnTo>
                    <a:pt x="3725964" y="944652"/>
                  </a:lnTo>
                  <a:lnTo>
                    <a:pt x="3747134" y="944652"/>
                  </a:lnTo>
                  <a:lnTo>
                    <a:pt x="3768304" y="920746"/>
                  </a:lnTo>
                  <a:lnTo>
                    <a:pt x="3789475" y="719619"/>
                  </a:lnTo>
                  <a:lnTo>
                    <a:pt x="3810645" y="679110"/>
                  </a:lnTo>
                  <a:lnTo>
                    <a:pt x="3831815" y="896973"/>
                  </a:lnTo>
                  <a:lnTo>
                    <a:pt x="3852985" y="944652"/>
                  </a:lnTo>
                  <a:lnTo>
                    <a:pt x="3874156" y="944652"/>
                  </a:lnTo>
                  <a:lnTo>
                    <a:pt x="3895326" y="944652"/>
                  </a:lnTo>
                  <a:lnTo>
                    <a:pt x="3916496" y="944652"/>
                  </a:lnTo>
                  <a:lnTo>
                    <a:pt x="3937666" y="944652"/>
                  </a:lnTo>
                  <a:lnTo>
                    <a:pt x="3958837" y="944652"/>
                  </a:lnTo>
                  <a:lnTo>
                    <a:pt x="3980007" y="944652"/>
                  </a:lnTo>
                  <a:lnTo>
                    <a:pt x="4001177" y="944652"/>
                  </a:lnTo>
                  <a:lnTo>
                    <a:pt x="4022347" y="944652"/>
                  </a:lnTo>
                  <a:lnTo>
                    <a:pt x="4043518" y="944652"/>
                  </a:lnTo>
                  <a:lnTo>
                    <a:pt x="4064688" y="944652"/>
                  </a:lnTo>
                  <a:lnTo>
                    <a:pt x="4085858" y="944652"/>
                  </a:lnTo>
                  <a:lnTo>
                    <a:pt x="4107028" y="944652"/>
                  </a:lnTo>
                  <a:lnTo>
                    <a:pt x="4128199" y="944652"/>
                  </a:lnTo>
                  <a:lnTo>
                    <a:pt x="4149369" y="944652"/>
                  </a:lnTo>
                  <a:lnTo>
                    <a:pt x="4170539" y="944652"/>
                  </a:lnTo>
                  <a:lnTo>
                    <a:pt x="4191709" y="944652"/>
                  </a:lnTo>
                  <a:lnTo>
                    <a:pt x="4212880" y="944652"/>
                  </a:lnTo>
                  <a:lnTo>
                    <a:pt x="4234050" y="944652"/>
                  </a:lnTo>
                  <a:lnTo>
                    <a:pt x="4255220" y="944652"/>
                  </a:lnTo>
                  <a:lnTo>
                    <a:pt x="4276390" y="944652"/>
                  </a:lnTo>
                  <a:lnTo>
                    <a:pt x="4297561" y="944652"/>
                  </a:lnTo>
                  <a:lnTo>
                    <a:pt x="4318731" y="944652"/>
                  </a:lnTo>
                  <a:lnTo>
                    <a:pt x="4339901" y="944652"/>
                  </a:lnTo>
                  <a:lnTo>
                    <a:pt x="4361071" y="944652"/>
                  </a:lnTo>
                  <a:lnTo>
                    <a:pt x="4382242" y="944652"/>
                  </a:lnTo>
                  <a:lnTo>
                    <a:pt x="4403412" y="944652"/>
                  </a:lnTo>
                  <a:lnTo>
                    <a:pt x="4424582" y="944652"/>
                  </a:lnTo>
                  <a:lnTo>
                    <a:pt x="4445752" y="944652"/>
                  </a:lnTo>
                  <a:lnTo>
                    <a:pt x="4466923" y="944652"/>
                  </a:lnTo>
                  <a:lnTo>
                    <a:pt x="4488093" y="944652"/>
                  </a:lnTo>
                  <a:lnTo>
                    <a:pt x="4509263" y="944652"/>
                  </a:lnTo>
                  <a:lnTo>
                    <a:pt x="4530433" y="944652"/>
                  </a:lnTo>
                  <a:lnTo>
                    <a:pt x="4551604" y="944652"/>
                  </a:lnTo>
                  <a:lnTo>
                    <a:pt x="4572774" y="944652"/>
                  </a:lnTo>
                  <a:lnTo>
                    <a:pt x="4593944" y="944652"/>
                  </a:lnTo>
                  <a:lnTo>
                    <a:pt x="4615114" y="944652"/>
                  </a:lnTo>
                  <a:lnTo>
                    <a:pt x="4636285" y="944652"/>
                  </a:lnTo>
                  <a:lnTo>
                    <a:pt x="4657455" y="944652"/>
                  </a:lnTo>
                  <a:lnTo>
                    <a:pt x="4678625" y="944652"/>
                  </a:lnTo>
                  <a:lnTo>
                    <a:pt x="4699795" y="829144"/>
                  </a:lnTo>
                  <a:lnTo>
                    <a:pt x="4720966" y="944652"/>
                  </a:lnTo>
                  <a:lnTo>
                    <a:pt x="4742136" y="944652"/>
                  </a:lnTo>
                  <a:lnTo>
                    <a:pt x="4763306" y="944652"/>
                  </a:lnTo>
                  <a:lnTo>
                    <a:pt x="4784476" y="944652"/>
                  </a:lnTo>
                  <a:lnTo>
                    <a:pt x="4805647" y="944652"/>
                  </a:lnTo>
                  <a:lnTo>
                    <a:pt x="4826817" y="944652"/>
                  </a:lnTo>
                  <a:lnTo>
                    <a:pt x="4847987" y="944652"/>
                  </a:lnTo>
                  <a:lnTo>
                    <a:pt x="4869157" y="944652"/>
                  </a:lnTo>
                  <a:lnTo>
                    <a:pt x="4890328" y="944652"/>
                  </a:lnTo>
                  <a:lnTo>
                    <a:pt x="4911498" y="944652"/>
                  </a:lnTo>
                  <a:lnTo>
                    <a:pt x="4932668" y="944652"/>
                  </a:lnTo>
                  <a:lnTo>
                    <a:pt x="4953838" y="944652"/>
                  </a:lnTo>
                  <a:lnTo>
                    <a:pt x="4975009" y="944652"/>
                  </a:lnTo>
                  <a:lnTo>
                    <a:pt x="4996179" y="944652"/>
                  </a:lnTo>
                  <a:lnTo>
                    <a:pt x="5017349" y="944652"/>
                  </a:lnTo>
                  <a:lnTo>
                    <a:pt x="5038519" y="944652"/>
                  </a:lnTo>
                  <a:lnTo>
                    <a:pt x="5059690" y="935524"/>
                  </a:lnTo>
                  <a:lnTo>
                    <a:pt x="5080860" y="944652"/>
                  </a:lnTo>
                  <a:lnTo>
                    <a:pt x="5102030" y="944652"/>
                  </a:lnTo>
                  <a:lnTo>
                    <a:pt x="5123201" y="944652"/>
                  </a:lnTo>
                  <a:lnTo>
                    <a:pt x="5144371" y="944652"/>
                  </a:lnTo>
                  <a:lnTo>
                    <a:pt x="5165541" y="944652"/>
                  </a:lnTo>
                  <a:lnTo>
                    <a:pt x="5186711" y="944652"/>
                  </a:lnTo>
                  <a:lnTo>
                    <a:pt x="5207882" y="944652"/>
                  </a:lnTo>
                  <a:lnTo>
                    <a:pt x="5229052" y="944652"/>
                  </a:lnTo>
                  <a:lnTo>
                    <a:pt x="5250222" y="944652"/>
                  </a:lnTo>
                  <a:lnTo>
                    <a:pt x="5271392" y="944652"/>
                  </a:lnTo>
                  <a:lnTo>
                    <a:pt x="5292563" y="944652"/>
                  </a:lnTo>
                  <a:lnTo>
                    <a:pt x="5313733" y="944652"/>
                  </a:lnTo>
                  <a:lnTo>
                    <a:pt x="5334903" y="944652"/>
                  </a:lnTo>
                  <a:lnTo>
                    <a:pt x="5356073" y="944652"/>
                  </a:lnTo>
                  <a:lnTo>
                    <a:pt x="5377244" y="944652"/>
                  </a:lnTo>
                  <a:lnTo>
                    <a:pt x="5398414" y="944652"/>
                  </a:lnTo>
                  <a:lnTo>
                    <a:pt x="5419584" y="944652"/>
                  </a:lnTo>
                  <a:lnTo>
                    <a:pt x="5440754" y="944652"/>
                  </a:lnTo>
                  <a:lnTo>
                    <a:pt x="5461925" y="944652"/>
                  </a:lnTo>
                  <a:lnTo>
                    <a:pt x="5483095" y="944652"/>
                  </a:lnTo>
                  <a:lnTo>
                    <a:pt x="5504265" y="944652"/>
                  </a:lnTo>
                  <a:lnTo>
                    <a:pt x="5525435" y="944652"/>
                  </a:lnTo>
                  <a:lnTo>
                    <a:pt x="5546606" y="944652"/>
                  </a:lnTo>
                  <a:lnTo>
                    <a:pt x="5567776" y="944652"/>
                  </a:lnTo>
                  <a:lnTo>
                    <a:pt x="5588946" y="944652"/>
                  </a:lnTo>
                  <a:lnTo>
                    <a:pt x="5610116" y="944652"/>
                  </a:lnTo>
                  <a:lnTo>
                    <a:pt x="5631287" y="944652"/>
                  </a:lnTo>
                  <a:lnTo>
                    <a:pt x="5652457" y="944652"/>
                  </a:lnTo>
                  <a:lnTo>
                    <a:pt x="5673627" y="944652"/>
                  </a:lnTo>
                  <a:lnTo>
                    <a:pt x="5694797" y="944652"/>
                  </a:lnTo>
                  <a:lnTo>
                    <a:pt x="5715968" y="944652"/>
                  </a:lnTo>
                  <a:lnTo>
                    <a:pt x="5737138" y="944652"/>
                  </a:lnTo>
                  <a:lnTo>
                    <a:pt x="5758308" y="944652"/>
                  </a:lnTo>
                  <a:lnTo>
                    <a:pt x="5779478" y="944652"/>
                  </a:lnTo>
                  <a:lnTo>
                    <a:pt x="5800649" y="944652"/>
                  </a:lnTo>
                  <a:lnTo>
                    <a:pt x="5821819" y="944652"/>
                  </a:lnTo>
                  <a:lnTo>
                    <a:pt x="5842989" y="944652"/>
                  </a:lnTo>
                  <a:lnTo>
                    <a:pt x="5864159" y="944652"/>
                  </a:lnTo>
                  <a:lnTo>
                    <a:pt x="5885330" y="944652"/>
                  </a:lnTo>
                  <a:lnTo>
                    <a:pt x="5906500" y="944652"/>
                  </a:lnTo>
                  <a:lnTo>
                    <a:pt x="5927670" y="944652"/>
                  </a:lnTo>
                  <a:lnTo>
                    <a:pt x="5948840" y="944652"/>
                  </a:lnTo>
                  <a:lnTo>
                    <a:pt x="5970011" y="944652"/>
                  </a:lnTo>
                  <a:lnTo>
                    <a:pt x="5991181" y="944652"/>
                  </a:lnTo>
                  <a:lnTo>
                    <a:pt x="6012351" y="944652"/>
                  </a:lnTo>
                  <a:lnTo>
                    <a:pt x="6033521" y="944652"/>
                  </a:lnTo>
                  <a:lnTo>
                    <a:pt x="6054692" y="944652"/>
                  </a:lnTo>
                  <a:lnTo>
                    <a:pt x="6075862" y="944652"/>
                  </a:lnTo>
                  <a:lnTo>
                    <a:pt x="6097032" y="944652"/>
                  </a:lnTo>
                  <a:lnTo>
                    <a:pt x="6118202" y="944652"/>
                  </a:lnTo>
                  <a:lnTo>
                    <a:pt x="6139373" y="944652"/>
                  </a:lnTo>
                  <a:lnTo>
                    <a:pt x="6160543" y="944652"/>
                  </a:lnTo>
                  <a:lnTo>
                    <a:pt x="6181713" y="944652"/>
                  </a:lnTo>
                  <a:lnTo>
                    <a:pt x="6202883" y="944652"/>
                  </a:lnTo>
                  <a:lnTo>
                    <a:pt x="6224054" y="944652"/>
                  </a:lnTo>
                  <a:lnTo>
                    <a:pt x="6245224" y="944652"/>
                  </a:lnTo>
                  <a:lnTo>
                    <a:pt x="6266394" y="944652"/>
                  </a:lnTo>
                  <a:lnTo>
                    <a:pt x="6287564" y="944652"/>
                  </a:lnTo>
                  <a:lnTo>
                    <a:pt x="6308735" y="944652"/>
                  </a:lnTo>
                  <a:lnTo>
                    <a:pt x="6329905" y="944652"/>
                  </a:lnTo>
                  <a:lnTo>
                    <a:pt x="6351075" y="944652"/>
                  </a:lnTo>
                  <a:lnTo>
                    <a:pt x="6372245" y="944652"/>
                  </a:lnTo>
                  <a:lnTo>
                    <a:pt x="6393416" y="944652"/>
                  </a:lnTo>
                  <a:lnTo>
                    <a:pt x="6414586" y="944652"/>
                  </a:lnTo>
                  <a:lnTo>
                    <a:pt x="6435756" y="944652"/>
                  </a:lnTo>
                  <a:lnTo>
                    <a:pt x="6456926" y="944652"/>
                  </a:lnTo>
                  <a:lnTo>
                    <a:pt x="6478097" y="944652"/>
                  </a:lnTo>
                  <a:lnTo>
                    <a:pt x="6499267" y="944652"/>
                  </a:lnTo>
                  <a:lnTo>
                    <a:pt x="6520437" y="944652"/>
                  </a:lnTo>
                  <a:lnTo>
                    <a:pt x="6541607" y="944652"/>
                  </a:lnTo>
                  <a:lnTo>
                    <a:pt x="6562778" y="944652"/>
                  </a:lnTo>
                  <a:lnTo>
                    <a:pt x="6583948" y="944652"/>
                  </a:lnTo>
                  <a:lnTo>
                    <a:pt x="6605118" y="944652"/>
                  </a:lnTo>
                  <a:lnTo>
                    <a:pt x="6626288" y="944652"/>
                  </a:lnTo>
                  <a:lnTo>
                    <a:pt x="6647459" y="944652"/>
                  </a:lnTo>
                  <a:lnTo>
                    <a:pt x="6668629" y="944652"/>
                  </a:lnTo>
                  <a:lnTo>
                    <a:pt x="6689799" y="944652"/>
                  </a:lnTo>
                  <a:lnTo>
                    <a:pt x="6710969" y="944652"/>
                  </a:lnTo>
                  <a:lnTo>
                    <a:pt x="6732140" y="944652"/>
                  </a:lnTo>
                  <a:lnTo>
                    <a:pt x="6753310" y="944652"/>
                  </a:lnTo>
                  <a:lnTo>
                    <a:pt x="6774480" y="944652"/>
                  </a:lnTo>
                  <a:lnTo>
                    <a:pt x="6795650" y="944652"/>
                  </a:lnTo>
                  <a:lnTo>
                    <a:pt x="6816821" y="944652"/>
                  </a:lnTo>
                  <a:lnTo>
                    <a:pt x="6837991" y="944652"/>
                  </a:lnTo>
                  <a:lnTo>
                    <a:pt x="6859161" y="944652"/>
                  </a:lnTo>
                  <a:lnTo>
                    <a:pt x="6880331" y="944652"/>
                  </a:lnTo>
                  <a:lnTo>
                    <a:pt x="6901502" y="944652"/>
                  </a:lnTo>
                  <a:lnTo>
                    <a:pt x="6922672" y="944652"/>
                  </a:lnTo>
                  <a:lnTo>
                    <a:pt x="6943842" y="944652"/>
                  </a:lnTo>
                  <a:lnTo>
                    <a:pt x="6965012" y="944652"/>
                  </a:lnTo>
                  <a:lnTo>
                    <a:pt x="6986183" y="944652"/>
                  </a:lnTo>
                  <a:lnTo>
                    <a:pt x="7007353" y="944652"/>
                  </a:lnTo>
                  <a:lnTo>
                    <a:pt x="7028523" y="892503"/>
                  </a:lnTo>
                  <a:lnTo>
                    <a:pt x="7049693" y="944652"/>
                  </a:lnTo>
                  <a:lnTo>
                    <a:pt x="7070864" y="944652"/>
                  </a:lnTo>
                  <a:lnTo>
                    <a:pt x="7092034" y="944652"/>
                  </a:lnTo>
                  <a:lnTo>
                    <a:pt x="7113204" y="944652"/>
                  </a:lnTo>
                  <a:lnTo>
                    <a:pt x="7134374" y="944652"/>
                  </a:lnTo>
                  <a:lnTo>
                    <a:pt x="7155545" y="944652"/>
                  </a:lnTo>
                  <a:lnTo>
                    <a:pt x="7176715" y="944652"/>
                  </a:lnTo>
                  <a:lnTo>
                    <a:pt x="7197885" y="944652"/>
                  </a:lnTo>
                  <a:lnTo>
                    <a:pt x="7219055" y="944652"/>
                  </a:lnTo>
                  <a:lnTo>
                    <a:pt x="7240226" y="944652"/>
                  </a:lnTo>
                  <a:lnTo>
                    <a:pt x="7261396" y="944652"/>
                  </a:lnTo>
                  <a:lnTo>
                    <a:pt x="7282566" y="944652"/>
                  </a:lnTo>
                  <a:lnTo>
                    <a:pt x="7303736" y="944652"/>
                  </a:lnTo>
                  <a:lnTo>
                    <a:pt x="7324907" y="944652"/>
                  </a:lnTo>
                  <a:lnTo>
                    <a:pt x="7346077" y="944652"/>
                  </a:lnTo>
                  <a:lnTo>
                    <a:pt x="7367247" y="944652"/>
                  </a:lnTo>
                  <a:lnTo>
                    <a:pt x="7388417" y="944652"/>
                  </a:lnTo>
                  <a:lnTo>
                    <a:pt x="7409588" y="944652"/>
                  </a:lnTo>
                  <a:lnTo>
                    <a:pt x="7430758" y="944652"/>
                  </a:lnTo>
                  <a:lnTo>
                    <a:pt x="7451928" y="944652"/>
                  </a:lnTo>
                  <a:lnTo>
                    <a:pt x="7473098" y="944652"/>
                  </a:lnTo>
                  <a:lnTo>
                    <a:pt x="7494269" y="944652"/>
                  </a:lnTo>
                  <a:lnTo>
                    <a:pt x="7515439" y="869785"/>
                  </a:lnTo>
                  <a:lnTo>
                    <a:pt x="7536609" y="840587"/>
                  </a:lnTo>
                  <a:lnTo>
                    <a:pt x="7557779" y="822673"/>
                  </a:lnTo>
                  <a:lnTo>
                    <a:pt x="7578950" y="720736"/>
                  </a:lnTo>
                  <a:lnTo>
                    <a:pt x="7600120" y="797951"/>
                  </a:lnTo>
                  <a:lnTo>
                    <a:pt x="7621290" y="829581"/>
                  </a:lnTo>
                  <a:lnTo>
                    <a:pt x="7642461" y="774947"/>
                  </a:lnTo>
                  <a:lnTo>
                    <a:pt x="7663631" y="657163"/>
                  </a:lnTo>
                  <a:lnTo>
                    <a:pt x="7684801" y="601997"/>
                  </a:lnTo>
                  <a:lnTo>
                    <a:pt x="7705971" y="474805"/>
                  </a:lnTo>
                  <a:lnTo>
                    <a:pt x="7727142" y="565279"/>
                  </a:lnTo>
                  <a:lnTo>
                    <a:pt x="7748312" y="855199"/>
                  </a:lnTo>
                  <a:lnTo>
                    <a:pt x="7769482" y="944652"/>
                  </a:lnTo>
                  <a:lnTo>
                    <a:pt x="7790652" y="944652"/>
                  </a:lnTo>
                  <a:lnTo>
                    <a:pt x="7811823" y="944652"/>
                  </a:lnTo>
                  <a:lnTo>
                    <a:pt x="7832993" y="944652"/>
                  </a:lnTo>
                  <a:lnTo>
                    <a:pt x="7854163" y="944652"/>
                  </a:lnTo>
                  <a:lnTo>
                    <a:pt x="7875333" y="944652"/>
                  </a:lnTo>
                  <a:lnTo>
                    <a:pt x="7896504" y="944652"/>
                  </a:lnTo>
                  <a:lnTo>
                    <a:pt x="7917674" y="944652"/>
                  </a:lnTo>
                  <a:lnTo>
                    <a:pt x="7938844" y="942371"/>
                  </a:lnTo>
                  <a:lnTo>
                    <a:pt x="7960014" y="944652"/>
                  </a:lnTo>
                  <a:lnTo>
                    <a:pt x="7981185" y="944652"/>
                  </a:lnTo>
                  <a:lnTo>
                    <a:pt x="8002355" y="944652"/>
                  </a:lnTo>
                  <a:lnTo>
                    <a:pt x="8023525" y="944652"/>
                  </a:lnTo>
                  <a:lnTo>
                    <a:pt x="8044695" y="944652"/>
                  </a:lnTo>
                  <a:lnTo>
                    <a:pt x="8065866" y="944652"/>
                  </a:lnTo>
                  <a:lnTo>
                    <a:pt x="8087036" y="944652"/>
                  </a:lnTo>
                  <a:lnTo>
                    <a:pt x="8108206" y="944652"/>
                  </a:lnTo>
                  <a:lnTo>
                    <a:pt x="8129376" y="944652"/>
                  </a:lnTo>
                  <a:lnTo>
                    <a:pt x="8150547" y="944652"/>
                  </a:lnTo>
                  <a:lnTo>
                    <a:pt x="8171717" y="944652"/>
                  </a:lnTo>
                  <a:lnTo>
                    <a:pt x="8192887" y="944652"/>
                  </a:lnTo>
                  <a:lnTo>
                    <a:pt x="8214057" y="944652"/>
                  </a:lnTo>
                  <a:lnTo>
                    <a:pt x="8235228" y="944652"/>
                  </a:lnTo>
                  <a:lnTo>
                    <a:pt x="8256398" y="865776"/>
                  </a:lnTo>
                  <a:lnTo>
                    <a:pt x="8277568" y="939962"/>
                  </a:lnTo>
                  <a:lnTo>
                    <a:pt x="8298738" y="944652"/>
                  </a:lnTo>
                  <a:lnTo>
                    <a:pt x="8319909" y="944652"/>
                  </a:lnTo>
                  <a:lnTo>
                    <a:pt x="8341079" y="944652"/>
                  </a:lnTo>
                  <a:lnTo>
                    <a:pt x="8362249" y="944652"/>
                  </a:lnTo>
                  <a:lnTo>
                    <a:pt x="8383419" y="944652"/>
                  </a:lnTo>
                  <a:lnTo>
                    <a:pt x="8404590" y="944652"/>
                  </a:lnTo>
                  <a:lnTo>
                    <a:pt x="8425760" y="944652"/>
                  </a:lnTo>
                  <a:lnTo>
                    <a:pt x="8446930" y="944652"/>
                  </a:lnTo>
                  <a:lnTo>
                    <a:pt x="8425760" y="944652"/>
                  </a:lnTo>
                  <a:lnTo>
                    <a:pt x="8404590" y="944652"/>
                  </a:lnTo>
                  <a:lnTo>
                    <a:pt x="8383419" y="944652"/>
                  </a:lnTo>
                  <a:lnTo>
                    <a:pt x="8362249" y="944652"/>
                  </a:lnTo>
                  <a:lnTo>
                    <a:pt x="8341079" y="944652"/>
                  </a:lnTo>
                  <a:lnTo>
                    <a:pt x="8319909" y="944652"/>
                  </a:lnTo>
                  <a:lnTo>
                    <a:pt x="8298738" y="944652"/>
                  </a:lnTo>
                  <a:lnTo>
                    <a:pt x="8277568" y="944652"/>
                  </a:lnTo>
                  <a:lnTo>
                    <a:pt x="8256398" y="944652"/>
                  </a:lnTo>
                  <a:lnTo>
                    <a:pt x="8235228" y="944652"/>
                  </a:lnTo>
                  <a:lnTo>
                    <a:pt x="8214057" y="944652"/>
                  </a:lnTo>
                  <a:lnTo>
                    <a:pt x="8192887" y="944652"/>
                  </a:lnTo>
                  <a:lnTo>
                    <a:pt x="8171717" y="944652"/>
                  </a:lnTo>
                  <a:lnTo>
                    <a:pt x="8150547" y="944652"/>
                  </a:lnTo>
                  <a:lnTo>
                    <a:pt x="8129376" y="944652"/>
                  </a:lnTo>
                  <a:lnTo>
                    <a:pt x="8108206" y="944652"/>
                  </a:lnTo>
                  <a:lnTo>
                    <a:pt x="8087036" y="944652"/>
                  </a:lnTo>
                  <a:lnTo>
                    <a:pt x="8065866" y="944652"/>
                  </a:lnTo>
                  <a:lnTo>
                    <a:pt x="8044695" y="944652"/>
                  </a:lnTo>
                  <a:lnTo>
                    <a:pt x="8023525" y="944652"/>
                  </a:lnTo>
                  <a:lnTo>
                    <a:pt x="8002355" y="944652"/>
                  </a:lnTo>
                  <a:lnTo>
                    <a:pt x="7981185" y="944652"/>
                  </a:lnTo>
                  <a:lnTo>
                    <a:pt x="7960014" y="944652"/>
                  </a:lnTo>
                  <a:lnTo>
                    <a:pt x="7938844" y="944652"/>
                  </a:lnTo>
                  <a:lnTo>
                    <a:pt x="7917674" y="944652"/>
                  </a:lnTo>
                  <a:lnTo>
                    <a:pt x="7896504" y="944652"/>
                  </a:lnTo>
                  <a:lnTo>
                    <a:pt x="7875333" y="944652"/>
                  </a:lnTo>
                  <a:lnTo>
                    <a:pt x="7854163" y="944652"/>
                  </a:lnTo>
                  <a:lnTo>
                    <a:pt x="7832993" y="944652"/>
                  </a:lnTo>
                  <a:lnTo>
                    <a:pt x="7811823" y="944652"/>
                  </a:lnTo>
                  <a:lnTo>
                    <a:pt x="7790652" y="944652"/>
                  </a:lnTo>
                  <a:lnTo>
                    <a:pt x="7769482" y="944652"/>
                  </a:lnTo>
                  <a:lnTo>
                    <a:pt x="7748312" y="944652"/>
                  </a:lnTo>
                  <a:lnTo>
                    <a:pt x="7727142" y="944652"/>
                  </a:lnTo>
                  <a:lnTo>
                    <a:pt x="7705971" y="944652"/>
                  </a:lnTo>
                  <a:lnTo>
                    <a:pt x="7684801" y="944652"/>
                  </a:lnTo>
                  <a:lnTo>
                    <a:pt x="7663631" y="944652"/>
                  </a:lnTo>
                  <a:lnTo>
                    <a:pt x="7642461" y="944652"/>
                  </a:lnTo>
                  <a:lnTo>
                    <a:pt x="7621290" y="944652"/>
                  </a:lnTo>
                  <a:lnTo>
                    <a:pt x="7600120" y="944652"/>
                  </a:lnTo>
                  <a:lnTo>
                    <a:pt x="7578950" y="944652"/>
                  </a:lnTo>
                  <a:lnTo>
                    <a:pt x="7557779" y="944652"/>
                  </a:lnTo>
                  <a:lnTo>
                    <a:pt x="7536609" y="944652"/>
                  </a:lnTo>
                  <a:lnTo>
                    <a:pt x="7515439" y="944652"/>
                  </a:lnTo>
                  <a:lnTo>
                    <a:pt x="7494269" y="944652"/>
                  </a:lnTo>
                  <a:lnTo>
                    <a:pt x="7473098" y="944652"/>
                  </a:lnTo>
                  <a:lnTo>
                    <a:pt x="7451928" y="944652"/>
                  </a:lnTo>
                  <a:lnTo>
                    <a:pt x="7430758" y="944652"/>
                  </a:lnTo>
                  <a:lnTo>
                    <a:pt x="7409588" y="944652"/>
                  </a:lnTo>
                  <a:lnTo>
                    <a:pt x="7388417" y="944652"/>
                  </a:lnTo>
                  <a:lnTo>
                    <a:pt x="7367247" y="944652"/>
                  </a:lnTo>
                  <a:lnTo>
                    <a:pt x="7346077" y="944652"/>
                  </a:lnTo>
                  <a:lnTo>
                    <a:pt x="7324907" y="944652"/>
                  </a:lnTo>
                  <a:lnTo>
                    <a:pt x="7303736" y="944652"/>
                  </a:lnTo>
                  <a:lnTo>
                    <a:pt x="7282566" y="944652"/>
                  </a:lnTo>
                  <a:lnTo>
                    <a:pt x="7261396" y="944652"/>
                  </a:lnTo>
                  <a:lnTo>
                    <a:pt x="7240226" y="944652"/>
                  </a:lnTo>
                  <a:lnTo>
                    <a:pt x="7219055" y="944652"/>
                  </a:lnTo>
                  <a:lnTo>
                    <a:pt x="7197885" y="944652"/>
                  </a:lnTo>
                  <a:lnTo>
                    <a:pt x="7176715" y="944652"/>
                  </a:lnTo>
                  <a:lnTo>
                    <a:pt x="7155545" y="944652"/>
                  </a:lnTo>
                  <a:lnTo>
                    <a:pt x="7134374" y="944652"/>
                  </a:lnTo>
                  <a:lnTo>
                    <a:pt x="7113204" y="944652"/>
                  </a:lnTo>
                  <a:lnTo>
                    <a:pt x="7092034" y="944652"/>
                  </a:lnTo>
                  <a:lnTo>
                    <a:pt x="7070864" y="944652"/>
                  </a:lnTo>
                  <a:lnTo>
                    <a:pt x="7049693" y="944652"/>
                  </a:lnTo>
                  <a:lnTo>
                    <a:pt x="7028523" y="944652"/>
                  </a:lnTo>
                  <a:lnTo>
                    <a:pt x="7007353" y="944652"/>
                  </a:lnTo>
                  <a:lnTo>
                    <a:pt x="6986183" y="944652"/>
                  </a:lnTo>
                  <a:lnTo>
                    <a:pt x="6965012" y="944652"/>
                  </a:lnTo>
                  <a:lnTo>
                    <a:pt x="6943842" y="944652"/>
                  </a:lnTo>
                  <a:lnTo>
                    <a:pt x="6922672" y="944652"/>
                  </a:lnTo>
                  <a:lnTo>
                    <a:pt x="6901502" y="944652"/>
                  </a:lnTo>
                  <a:lnTo>
                    <a:pt x="6880331" y="944652"/>
                  </a:lnTo>
                  <a:lnTo>
                    <a:pt x="6859161" y="944652"/>
                  </a:lnTo>
                  <a:lnTo>
                    <a:pt x="6837991" y="944652"/>
                  </a:lnTo>
                  <a:lnTo>
                    <a:pt x="6816821" y="944652"/>
                  </a:lnTo>
                  <a:lnTo>
                    <a:pt x="6795650" y="944652"/>
                  </a:lnTo>
                  <a:lnTo>
                    <a:pt x="6774480" y="944652"/>
                  </a:lnTo>
                  <a:lnTo>
                    <a:pt x="6753310" y="944652"/>
                  </a:lnTo>
                  <a:lnTo>
                    <a:pt x="6732140" y="944652"/>
                  </a:lnTo>
                  <a:lnTo>
                    <a:pt x="6710969" y="944652"/>
                  </a:lnTo>
                  <a:lnTo>
                    <a:pt x="6689799" y="944652"/>
                  </a:lnTo>
                  <a:lnTo>
                    <a:pt x="6668629" y="944652"/>
                  </a:lnTo>
                  <a:lnTo>
                    <a:pt x="6647459" y="944652"/>
                  </a:lnTo>
                  <a:lnTo>
                    <a:pt x="6626288" y="944652"/>
                  </a:lnTo>
                  <a:lnTo>
                    <a:pt x="6605118" y="944652"/>
                  </a:lnTo>
                  <a:lnTo>
                    <a:pt x="6583948" y="944652"/>
                  </a:lnTo>
                  <a:lnTo>
                    <a:pt x="6562778" y="944652"/>
                  </a:lnTo>
                  <a:lnTo>
                    <a:pt x="6541607" y="944652"/>
                  </a:lnTo>
                  <a:lnTo>
                    <a:pt x="6520437" y="944652"/>
                  </a:lnTo>
                  <a:lnTo>
                    <a:pt x="6499267" y="944652"/>
                  </a:lnTo>
                  <a:lnTo>
                    <a:pt x="6478097" y="944652"/>
                  </a:lnTo>
                  <a:lnTo>
                    <a:pt x="6456926" y="944652"/>
                  </a:lnTo>
                  <a:lnTo>
                    <a:pt x="6435756" y="944652"/>
                  </a:lnTo>
                  <a:lnTo>
                    <a:pt x="6414586" y="944652"/>
                  </a:lnTo>
                  <a:lnTo>
                    <a:pt x="6393416" y="944652"/>
                  </a:lnTo>
                  <a:lnTo>
                    <a:pt x="6372245" y="944652"/>
                  </a:lnTo>
                  <a:lnTo>
                    <a:pt x="6351075" y="944652"/>
                  </a:lnTo>
                  <a:lnTo>
                    <a:pt x="6329905" y="944652"/>
                  </a:lnTo>
                  <a:lnTo>
                    <a:pt x="6308735" y="944652"/>
                  </a:lnTo>
                  <a:lnTo>
                    <a:pt x="6287564" y="944652"/>
                  </a:lnTo>
                  <a:lnTo>
                    <a:pt x="6266394" y="944652"/>
                  </a:lnTo>
                  <a:lnTo>
                    <a:pt x="6245224" y="944652"/>
                  </a:lnTo>
                  <a:lnTo>
                    <a:pt x="6224054" y="944652"/>
                  </a:lnTo>
                  <a:lnTo>
                    <a:pt x="6202883" y="944652"/>
                  </a:lnTo>
                  <a:lnTo>
                    <a:pt x="6181713" y="944652"/>
                  </a:lnTo>
                  <a:lnTo>
                    <a:pt x="6160543" y="944652"/>
                  </a:lnTo>
                  <a:lnTo>
                    <a:pt x="6139373" y="944652"/>
                  </a:lnTo>
                  <a:lnTo>
                    <a:pt x="6118202" y="944652"/>
                  </a:lnTo>
                  <a:lnTo>
                    <a:pt x="6097032" y="944652"/>
                  </a:lnTo>
                  <a:lnTo>
                    <a:pt x="6075862" y="944652"/>
                  </a:lnTo>
                  <a:lnTo>
                    <a:pt x="6054692" y="944652"/>
                  </a:lnTo>
                  <a:lnTo>
                    <a:pt x="6033521" y="944652"/>
                  </a:lnTo>
                  <a:lnTo>
                    <a:pt x="6012351" y="944652"/>
                  </a:lnTo>
                  <a:lnTo>
                    <a:pt x="5991181" y="944652"/>
                  </a:lnTo>
                  <a:lnTo>
                    <a:pt x="5970011" y="944652"/>
                  </a:lnTo>
                  <a:lnTo>
                    <a:pt x="5948840" y="944652"/>
                  </a:lnTo>
                  <a:lnTo>
                    <a:pt x="5927670" y="944652"/>
                  </a:lnTo>
                  <a:lnTo>
                    <a:pt x="5906500" y="944652"/>
                  </a:lnTo>
                  <a:lnTo>
                    <a:pt x="5885330" y="944652"/>
                  </a:lnTo>
                  <a:lnTo>
                    <a:pt x="5864159" y="944652"/>
                  </a:lnTo>
                  <a:lnTo>
                    <a:pt x="5842989" y="944652"/>
                  </a:lnTo>
                  <a:lnTo>
                    <a:pt x="5821819" y="944652"/>
                  </a:lnTo>
                  <a:lnTo>
                    <a:pt x="5800649" y="944652"/>
                  </a:lnTo>
                  <a:lnTo>
                    <a:pt x="5779478" y="944652"/>
                  </a:lnTo>
                  <a:lnTo>
                    <a:pt x="5758308" y="944652"/>
                  </a:lnTo>
                  <a:lnTo>
                    <a:pt x="5737138" y="944652"/>
                  </a:lnTo>
                  <a:lnTo>
                    <a:pt x="5715968" y="944652"/>
                  </a:lnTo>
                  <a:lnTo>
                    <a:pt x="5694797" y="944652"/>
                  </a:lnTo>
                  <a:lnTo>
                    <a:pt x="5673627" y="944652"/>
                  </a:lnTo>
                  <a:lnTo>
                    <a:pt x="5652457" y="944652"/>
                  </a:lnTo>
                  <a:lnTo>
                    <a:pt x="5631287" y="944652"/>
                  </a:lnTo>
                  <a:lnTo>
                    <a:pt x="5610116" y="944652"/>
                  </a:lnTo>
                  <a:lnTo>
                    <a:pt x="5588946" y="944652"/>
                  </a:lnTo>
                  <a:lnTo>
                    <a:pt x="5567776" y="944652"/>
                  </a:lnTo>
                  <a:lnTo>
                    <a:pt x="5546606" y="944652"/>
                  </a:lnTo>
                  <a:lnTo>
                    <a:pt x="5525435" y="944652"/>
                  </a:lnTo>
                  <a:lnTo>
                    <a:pt x="5504265" y="944652"/>
                  </a:lnTo>
                  <a:lnTo>
                    <a:pt x="5483095" y="944652"/>
                  </a:lnTo>
                  <a:lnTo>
                    <a:pt x="5461925" y="944652"/>
                  </a:lnTo>
                  <a:lnTo>
                    <a:pt x="5440754" y="944652"/>
                  </a:lnTo>
                  <a:lnTo>
                    <a:pt x="5419584" y="944652"/>
                  </a:lnTo>
                  <a:lnTo>
                    <a:pt x="5398414" y="944652"/>
                  </a:lnTo>
                  <a:lnTo>
                    <a:pt x="5377244" y="944652"/>
                  </a:lnTo>
                  <a:lnTo>
                    <a:pt x="5356073" y="944652"/>
                  </a:lnTo>
                  <a:lnTo>
                    <a:pt x="5334903" y="944652"/>
                  </a:lnTo>
                  <a:lnTo>
                    <a:pt x="5313733" y="944652"/>
                  </a:lnTo>
                  <a:lnTo>
                    <a:pt x="5292563" y="944652"/>
                  </a:lnTo>
                  <a:lnTo>
                    <a:pt x="5271392" y="944652"/>
                  </a:lnTo>
                  <a:lnTo>
                    <a:pt x="5250222" y="944652"/>
                  </a:lnTo>
                  <a:lnTo>
                    <a:pt x="5229052" y="944652"/>
                  </a:lnTo>
                  <a:lnTo>
                    <a:pt x="5207882" y="944652"/>
                  </a:lnTo>
                  <a:lnTo>
                    <a:pt x="5186711" y="944652"/>
                  </a:lnTo>
                  <a:lnTo>
                    <a:pt x="5165541" y="944652"/>
                  </a:lnTo>
                  <a:lnTo>
                    <a:pt x="5144371" y="944652"/>
                  </a:lnTo>
                  <a:lnTo>
                    <a:pt x="5123201" y="944652"/>
                  </a:lnTo>
                  <a:lnTo>
                    <a:pt x="5102030" y="944652"/>
                  </a:lnTo>
                  <a:lnTo>
                    <a:pt x="5080860" y="944652"/>
                  </a:lnTo>
                  <a:lnTo>
                    <a:pt x="5059690" y="944652"/>
                  </a:lnTo>
                  <a:lnTo>
                    <a:pt x="5038519" y="944652"/>
                  </a:lnTo>
                  <a:lnTo>
                    <a:pt x="5017349" y="944652"/>
                  </a:lnTo>
                  <a:lnTo>
                    <a:pt x="4996179" y="944652"/>
                  </a:lnTo>
                  <a:lnTo>
                    <a:pt x="4975009" y="944652"/>
                  </a:lnTo>
                  <a:lnTo>
                    <a:pt x="4953838" y="944652"/>
                  </a:lnTo>
                  <a:lnTo>
                    <a:pt x="4932668" y="944652"/>
                  </a:lnTo>
                  <a:lnTo>
                    <a:pt x="4911498" y="944652"/>
                  </a:lnTo>
                  <a:lnTo>
                    <a:pt x="4890328" y="944652"/>
                  </a:lnTo>
                  <a:lnTo>
                    <a:pt x="4869157" y="944652"/>
                  </a:lnTo>
                  <a:lnTo>
                    <a:pt x="4847987" y="944652"/>
                  </a:lnTo>
                  <a:lnTo>
                    <a:pt x="4826817" y="944652"/>
                  </a:lnTo>
                  <a:lnTo>
                    <a:pt x="4805647" y="944652"/>
                  </a:lnTo>
                  <a:lnTo>
                    <a:pt x="4784476" y="944652"/>
                  </a:lnTo>
                  <a:lnTo>
                    <a:pt x="4763306" y="944652"/>
                  </a:lnTo>
                  <a:lnTo>
                    <a:pt x="4742136" y="944652"/>
                  </a:lnTo>
                  <a:lnTo>
                    <a:pt x="4720966" y="944652"/>
                  </a:lnTo>
                  <a:lnTo>
                    <a:pt x="4699795" y="944652"/>
                  </a:lnTo>
                  <a:lnTo>
                    <a:pt x="4678625" y="944652"/>
                  </a:lnTo>
                  <a:lnTo>
                    <a:pt x="4657455" y="944652"/>
                  </a:lnTo>
                  <a:lnTo>
                    <a:pt x="4636285" y="944652"/>
                  </a:lnTo>
                  <a:lnTo>
                    <a:pt x="4615114" y="944652"/>
                  </a:lnTo>
                  <a:lnTo>
                    <a:pt x="4593944" y="944652"/>
                  </a:lnTo>
                  <a:lnTo>
                    <a:pt x="4572774" y="944652"/>
                  </a:lnTo>
                  <a:lnTo>
                    <a:pt x="4551604" y="944652"/>
                  </a:lnTo>
                  <a:lnTo>
                    <a:pt x="4530433" y="944652"/>
                  </a:lnTo>
                  <a:lnTo>
                    <a:pt x="4509263" y="944652"/>
                  </a:lnTo>
                  <a:lnTo>
                    <a:pt x="4488093" y="944652"/>
                  </a:lnTo>
                  <a:lnTo>
                    <a:pt x="4466923" y="944652"/>
                  </a:lnTo>
                  <a:lnTo>
                    <a:pt x="4445752" y="944652"/>
                  </a:lnTo>
                  <a:lnTo>
                    <a:pt x="4424582" y="944652"/>
                  </a:lnTo>
                  <a:lnTo>
                    <a:pt x="4403412" y="944652"/>
                  </a:lnTo>
                  <a:lnTo>
                    <a:pt x="4382242" y="944652"/>
                  </a:lnTo>
                  <a:lnTo>
                    <a:pt x="4361071" y="944652"/>
                  </a:lnTo>
                  <a:lnTo>
                    <a:pt x="4339901" y="944652"/>
                  </a:lnTo>
                  <a:lnTo>
                    <a:pt x="4318731" y="944652"/>
                  </a:lnTo>
                  <a:lnTo>
                    <a:pt x="4297561" y="944652"/>
                  </a:lnTo>
                  <a:lnTo>
                    <a:pt x="4276390" y="944652"/>
                  </a:lnTo>
                  <a:lnTo>
                    <a:pt x="4255220" y="944652"/>
                  </a:lnTo>
                  <a:lnTo>
                    <a:pt x="4234050" y="944652"/>
                  </a:lnTo>
                  <a:lnTo>
                    <a:pt x="4212880" y="944652"/>
                  </a:lnTo>
                  <a:lnTo>
                    <a:pt x="4191709" y="944652"/>
                  </a:lnTo>
                  <a:lnTo>
                    <a:pt x="4170539" y="944652"/>
                  </a:lnTo>
                  <a:lnTo>
                    <a:pt x="4149369" y="944652"/>
                  </a:lnTo>
                  <a:lnTo>
                    <a:pt x="4128199" y="944652"/>
                  </a:lnTo>
                  <a:lnTo>
                    <a:pt x="4107028" y="944652"/>
                  </a:lnTo>
                  <a:lnTo>
                    <a:pt x="4085858" y="944652"/>
                  </a:lnTo>
                  <a:lnTo>
                    <a:pt x="4064688" y="944652"/>
                  </a:lnTo>
                  <a:lnTo>
                    <a:pt x="4043518" y="944652"/>
                  </a:lnTo>
                  <a:lnTo>
                    <a:pt x="4022347" y="944652"/>
                  </a:lnTo>
                  <a:lnTo>
                    <a:pt x="4001177" y="944652"/>
                  </a:lnTo>
                  <a:lnTo>
                    <a:pt x="3980007" y="944652"/>
                  </a:lnTo>
                  <a:lnTo>
                    <a:pt x="3958837" y="944652"/>
                  </a:lnTo>
                  <a:lnTo>
                    <a:pt x="3937666" y="944652"/>
                  </a:lnTo>
                  <a:lnTo>
                    <a:pt x="3916496" y="944652"/>
                  </a:lnTo>
                  <a:lnTo>
                    <a:pt x="3895326" y="944652"/>
                  </a:lnTo>
                  <a:lnTo>
                    <a:pt x="3874156" y="944652"/>
                  </a:lnTo>
                  <a:lnTo>
                    <a:pt x="3852985" y="944652"/>
                  </a:lnTo>
                  <a:lnTo>
                    <a:pt x="3831815" y="944652"/>
                  </a:lnTo>
                  <a:lnTo>
                    <a:pt x="3810645" y="944652"/>
                  </a:lnTo>
                  <a:lnTo>
                    <a:pt x="3789475" y="944652"/>
                  </a:lnTo>
                  <a:lnTo>
                    <a:pt x="3768304" y="944652"/>
                  </a:lnTo>
                  <a:lnTo>
                    <a:pt x="3747134" y="944652"/>
                  </a:lnTo>
                  <a:lnTo>
                    <a:pt x="3725964" y="944652"/>
                  </a:lnTo>
                  <a:lnTo>
                    <a:pt x="3704794" y="944652"/>
                  </a:lnTo>
                  <a:lnTo>
                    <a:pt x="3683623" y="944652"/>
                  </a:lnTo>
                  <a:lnTo>
                    <a:pt x="3662453" y="944652"/>
                  </a:lnTo>
                  <a:lnTo>
                    <a:pt x="3641283" y="944652"/>
                  </a:lnTo>
                  <a:lnTo>
                    <a:pt x="3620113" y="944652"/>
                  </a:lnTo>
                  <a:lnTo>
                    <a:pt x="3598942" y="944652"/>
                  </a:lnTo>
                  <a:lnTo>
                    <a:pt x="3577772" y="944652"/>
                  </a:lnTo>
                  <a:lnTo>
                    <a:pt x="3556602" y="944652"/>
                  </a:lnTo>
                  <a:lnTo>
                    <a:pt x="3535432" y="944652"/>
                  </a:lnTo>
                  <a:lnTo>
                    <a:pt x="3514261" y="944652"/>
                  </a:lnTo>
                  <a:lnTo>
                    <a:pt x="3493091" y="944652"/>
                  </a:lnTo>
                  <a:lnTo>
                    <a:pt x="3471921" y="944652"/>
                  </a:lnTo>
                  <a:lnTo>
                    <a:pt x="3450751" y="944652"/>
                  </a:lnTo>
                  <a:lnTo>
                    <a:pt x="3429580" y="944652"/>
                  </a:lnTo>
                  <a:lnTo>
                    <a:pt x="3408410" y="944652"/>
                  </a:lnTo>
                  <a:lnTo>
                    <a:pt x="3387240" y="944652"/>
                  </a:lnTo>
                  <a:lnTo>
                    <a:pt x="3366070" y="944652"/>
                  </a:lnTo>
                  <a:lnTo>
                    <a:pt x="3344899" y="944652"/>
                  </a:lnTo>
                  <a:lnTo>
                    <a:pt x="3323729" y="944652"/>
                  </a:lnTo>
                  <a:lnTo>
                    <a:pt x="3302559" y="944652"/>
                  </a:lnTo>
                  <a:lnTo>
                    <a:pt x="3281389" y="944652"/>
                  </a:lnTo>
                  <a:lnTo>
                    <a:pt x="3260218" y="944652"/>
                  </a:lnTo>
                  <a:lnTo>
                    <a:pt x="3239048" y="944652"/>
                  </a:lnTo>
                  <a:lnTo>
                    <a:pt x="3217878" y="944652"/>
                  </a:lnTo>
                  <a:lnTo>
                    <a:pt x="3196708" y="944652"/>
                  </a:lnTo>
                  <a:lnTo>
                    <a:pt x="3175537" y="944652"/>
                  </a:lnTo>
                  <a:lnTo>
                    <a:pt x="3154367" y="944652"/>
                  </a:lnTo>
                  <a:lnTo>
                    <a:pt x="3133197" y="944652"/>
                  </a:lnTo>
                  <a:lnTo>
                    <a:pt x="3112027" y="944652"/>
                  </a:lnTo>
                  <a:lnTo>
                    <a:pt x="3090856" y="944652"/>
                  </a:lnTo>
                  <a:lnTo>
                    <a:pt x="3069686" y="944652"/>
                  </a:lnTo>
                  <a:lnTo>
                    <a:pt x="3048516" y="944652"/>
                  </a:lnTo>
                  <a:lnTo>
                    <a:pt x="3027346" y="944652"/>
                  </a:lnTo>
                  <a:lnTo>
                    <a:pt x="3006175" y="944652"/>
                  </a:lnTo>
                  <a:lnTo>
                    <a:pt x="2985005" y="944652"/>
                  </a:lnTo>
                  <a:lnTo>
                    <a:pt x="2963835" y="944652"/>
                  </a:lnTo>
                  <a:lnTo>
                    <a:pt x="2942665" y="944652"/>
                  </a:lnTo>
                  <a:lnTo>
                    <a:pt x="2921494" y="944652"/>
                  </a:lnTo>
                  <a:lnTo>
                    <a:pt x="2900324" y="944652"/>
                  </a:lnTo>
                  <a:lnTo>
                    <a:pt x="2879154" y="944652"/>
                  </a:lnTo>
                  <a:lnTo>
                    <a:pt x="2857984" y="944652"/>
                  </a:lnTo>
                  <a:lnTo>
                    <a:pt x="2836813" y="944652"/>
                  </a:lnTo>
                  <a:lnTo>
                    <a:pt x="2815643" y="944652"/>
                  </a:lnTo>
                  <a:lnTo>
                    <a:pt x="2794473" y="944652"/>
                  </a:lnTo>
                  <a:lnTo>
                    <a:pt x="2773303" y="944652"/>
                  </a:lnTo>
                  <a:lnTo>
                    <a:pt x="2752132" y="944652"/>
                  </a:lnTo>
                  <a:lnTo>
                    <a:pt x="2730962" y="944652"/>
                  </a:lnTo>
                  <a:lnTo>
                    <a:pt x="2709792" y="944652"/>
                  </a:lnTo>
                  <a:lnTo>
                    <a:pt x="2688622" y="944652"/>
                  </a:lnTo>
                  <a:lnTo>
                    <a:pt x="2667451" y="944652"/>
                  </a:lnTo>
                  <a:lnTo>
                    <a:pt x="2646281" y="944652"/>
                  </a:lnTo>
                  <a:lnTo>
                    <a:pt x="2625111" y="944652"/>
                  </a:lnTo>
                  <a:lnTo>
                    <a:pt x="2603941" y="944652"/>
                  </a:lnTo>
                  <a:lnTo>
                    <a:pt x="2582770" y="944652"/>
                  </a:lnTo>
                  <a:lnTo>
                    <a:pt x="2561600" y="944652"/>
                  </a:lnTo>
                  <a:lnTo>
                    <a:pt x="2540430" y="944652"/>
                  </a:lnTo>
                  <a:lnTo>
                    <a:pt x="2519259" y="944652"/>
                  </a:lnTo>
                  <a:lnTo>
                    <a:pt x="2498089" y="944652"/>
                  </a:lnTo>
                  <a:lnTo>
                    <a:pt x="2476919" y="944652"/>
                  </a:lnTo>
                  <a:lnTo>
                    <a:pt x="2455749" y="944652"/>
                  </a:lnTo>
                  <a:lnTo>
                    <a:pt x="2434578" y="944652"/>
                  </a:lnTo>
                  <a:lnTo>
                    <a:pt x="2413408" y="944652"/>
                  </a:lnTo>
                  <a:lnTo>
                    <a:pt x="2392238" y="944652"/>
                  </a:lnTo>
                  <a:lnTo>
                    <a:pt x="2371068" y="944652"/>
                  </a:lnTo>
                  <a:lnTo>
                    <a:pt x="2349897" y="944652"/>
                  </a:lnTo>
                  <a:lnTo>
                    <a:pt x="2328727" y="944652"/>
                  </a:lnTo>
                  <a:lnTo>
                    <a:pt x="2307557" y="944652"/>
                  </a:lnTo>
                  <a:lnTo>
                    <a:pt x="2286387" y="944652"/>
                  </a:lnTo>
                  <a:lnTo>
                    <a:pt x="2265216" y="944652"/>
                  </a:lnTo>
                  <a:lnTo>
                    <a:pt x="2244046" y="944652"/>
                  </a:lnTo>
                  <a:lnTo>
                    <a:pt x="2222876" y="944652"/>
                  </a:lnTo>
                  <a:lnTo>
                    <a:pt x="2201706" y="944652"/>
                  </a:lnTo>
                  <a:lnTo>
                    <a:pt x="2180535" y="944652"/>
                  </a:lnTo>
                  <a:lnTo>
                    <a:pt x="2159365" y="944652"/>
                  </a:lnTo>
                  <a:lnTo>
                    <a:pt x="2138195" y="944652"/>
                  </a:lnTo>
                  <a:lnTo>
                    <a:pt x="2117025" y="944652"/>
                  </a:lnTo>
                  <a:lnTo>
                    <a:pt x="2095854" y="944652"/>
                  </a:lnTo>
                  <a:lnTo>
                    <a:pt x="2074684" y="944652"/>
                  </a:lnTo>
                  <a:lnTo>
                    <a:pt x="2053514" y="944652"/>
                  </a:lnTo>
                  <a:lnTo>
                    <a:pt x="2032344" y="944652"/>
                  </a:lnTo>
                  <a:lnTo>
                    <a:pt x="2011173" y="944652"/>
                  </a:lnTo>
                  <a:lnTo>
                    <a:pt x="1990003" y="944652"/>
                  </a:lnTo>
                  <a:lnTo>
                    <a:pt x="1968833" y="944652"/>
                  </a:lnTo>
                  <a:lnTo>
                    <a:pt x="1947663" y="944652"/>
                  </a:lnTo>
                  <a:lnTo>
                    <a:pt x="1926492" y="944652"/>
                  </a:lnTo>
                  <a:lnTo>
                    <a:pt x="1905322" y="944652"/>
                  </a:lnTo>
                  <a:lnTo>
                    <a:pt x="1884152" y="944652"/>
                  </a:lnTo>
                  <a:lnTo>
                    <a:pt x="1862982" y="944652"/>
                  </a:lnTo>
                  <a:lnTo>
                    <a:pt x="1841811" y="944652"/>
                  </a:lnTo>
                  <a:lnTo>
                    <a:pt x="1820641" y="944652"/>
                  </a:lnTo>
                  <a:lnTo>
                    <a:pt x="1799471" y="944652"/>
                  </a:lnTo>
                  <a:lnTo>
                    <a:pt x="1778301" y="944652"/>
                  </a:lnTo>
                  <a:lnTo>
                    <a:pt x="1757130" y="944652"/>
                  </a:lnTo>
                  <a:lnTo>
                    <a:pt x="1735960" y="944652"/>
                  </a:lnTo>
                  <a:lnTo>
                    <a:pt x="1714790" y="944652"/>
                  </a:lnTo>
                  <a:lnTo>
                    <a:pt x="1693620" y="944652"/>
                  </a:lnTo>
                  <a:lnTo>
                    <a:pt x="1672449" y="944652"/>
                  </a:lnTo>
                  <a:lnTo>
                    <a:pt x="1651279" y="944652"/>
                  </a:lnTo>
                  <a:lnTo>
                    <a:pt x="1630109" y="944652"/>
                  </a:lnTo>
                  <a:lnTo>
                    <a:pt x="1608939" y="944652"/>
                  </a:lnTo>
                  <a:lnTo>
                    <a:pt x="1587768" y="944652"/>
                  </a:lnTo>
                  <a:lnTo>
                    <a:pt x="1566598" y="944652"/>
                  </a:lnTo>
                  <a:lnTo>
                    <a:pt x="1545428" y="944652"/>
                  </a:lnTo>
                  <a:lnTo>
                    <a:pt x="1524258" y="944652"/>
                  </a:lnTo>
                  <a:lnTo>
                    <a:pt x="1503087" y="944652"/>
                  </a:lnTo>
                  <a:lnTo>
                    <a:pt x="1481917" y="944652"/>
                  </a:lnTo>
                  <a:lnTo>
                    <a:pt x="1460747" y="944652"/>
                  </a:lnTo>
                  <a:lnTo>
                    <a:pt x="1439577" y="944652"/>
                  </a:lnTo>
                  <a:lnTo>
                    <a:pt x="1418406" y="944652"/>
                  </a:lnTo>
                  <a:lnTo>
                    <a:pt x="1397236" y="944652"/>
                  </a:lnTo>
                  <a:lnTo>
                    <a:pt x="1376066" y="944652"/>
                  </a:lnTo>
                  <a:lnTo>
                    <a:pt x="1354896" y="944652"/>
                  </a:lnTo>
                  <a:lnTo>
                    <a:pt x="1333725" y="944652"/>
                  </a:lnTo>
                  <a:lnTo>
                    <a:pt x="1312555" y="944652"/>
                  </a:lnTo>
                  <a:lnTo>
                    <a:pt x="1291385" y="944652"/>
                  </a:lnTo>
                  <a:lnTo>
                    <a:pt x="1270215" y="944652"/>
                  </a:lnTo>
                  <a:lnTo>
                    <a:pt x="1249044" y="944652"/>
                  </a:lnTo>
                  <a:lnTo>
                    <a:pt x="1227874" y="944652"/>
                  </a:lnTo>
                  <a:lnTo>
                    <a:pt x="1206704" y="944652"/>
                  </a:lnTo>
                  <a:lnTo>
                    <a:pt x="1185534" y="944652"/>
                  </a:lnTo>
                  <a:lnTo>
                    <a:pt x="1164363" y="944652"/>
                  </a:lnTo>
                  <a:lnTo>
                    <a:pt x="1143193" y="944652"/>
                  </a:lnTo>
                  <a:lnTo>
                    <a:pt x="1122023" y="944652"/>
                  </a:lnTo>
                  <a:lnTo>
                    <a:pt x="1100853" y="944652"/>
                  </a:lnTo>
                  <a:lnTo>
                    <a:pt x="1079682" y="944652"/>
                  </a:lnTo>
                  <a:lnTo>
                    <a:pt x="1058512" y="944652"/>
                  </a:lnTo>
                  <a:lnTo>
                    <a:pt x="1037342" y="944652"/>
                  </a:lnTo>
                  <a:lnTo>
                    <a:pt x="1016172" y="944652"/>
                  </a:lnTo>
                  <a:lnTo>
                    <a:pt x="995001" y="944652"/>
                  </a:lnTo>
                  <a:lnTo>
                    <a:pt x="973831" y="944652"/>
                  </a:lnTo>
                  <a:lnTo>
                    <a:pt x="952661" y="944652"/>
                  </a:lnTo>
                  <a:lnTo>
                    <a:pt x="931491" y="944652"/>
                  </a:lnTo>
                  <a:lnTo>
                    <a:pt x="910320" y="944652"/>
                  </a:lnTo>
                  <a:lnTo>
                    <a:pt x="889150" y="944652"/>
                  </a:lnTo>
                  <a:lnTo>
                    <a:pt x="867980" y="944652"/>
                  </a:lnTo>
                  <a:lnTo>
                    <a:pt x="846810" y="944652"/>
                  </a:lnTo>
                  <a:lnTo>
                    <a:pt x="825639" y="944652"/>
                  </a:lnTo>
                  <a:lnTo>
                    <a:pt x="804469" y="944652"/>
                  </a:lnTo>
                  <a:lnTo>
                    <a:pt x="783299" y="944652"/>
                  </a:lnTo>
                  <a:lnTo>
                    <a:pt x="762129" y="944652"/>
                  </a:lnTo>
                  <a:lnTo>
                    <a:pt x="740958" y="944652"/>
                  </a:lnTo>
                  <a:lnTo>
                    <a:pt x="719788" y="944652"/>
                  </a:lnTo>
                  <a:lnTo>
                    <a:pt x="698618" y="944652"/>
                  </a:lnTo>
                  <a:lnTo>
                    <a:pt x="677448" y="944652"/>
                  </a:lnTo>
                  <a:lnTo>
                    <a:pt x="656277" y="944652"/>
                  </a:lnTo>
                  <a:lnTo>
                    <a:pt x="635107" y="944652"/>
                  </a:lnTo>
                  <a:lnTo>
                    <a:pt x="613937" y="944652"/>
                  </a:lnTo>
                  <a:lnTo>
                    <a:pt x="592767" y="944652"/>
                  </a:lnTo>
                  <a:lnTo>
                    <a:pt x="571596" y="944652"/>
                  </a:lnTo>
                  <a:lnTo>
                    <a:pt x="550426" y="944652"/>
                  </a:lnTo>
                  <a:lnTo>
                    <a:pt x="529256" y="944652"/>
                  </a:lnTo>
                  <a:lnTo>
                    <a:pt x="508086" y="944652"/>
                  </a:lnTo>
                  <a:lnTo>
                    <a:pt x="486915" y="944652"/>
                  </a:lnTo>
                  <a:lnTo>
                    <a:pt x="465745" y="944652"/>
                  </a:lnTo>
                  <a:lnTo>
                    <a:pt x="444575" y="944652"/>
                  </a:lnTo>
                  <a:lnTo>
                    <a:pt x="423405" y="944652"/>
                  </a:lnTo>
                  <a:lnTo>
                    <a:pt x="402234" y="944652"/>
                  </a:lnTo>
                  <a:lnTo>
                    <a:pt x="381064" y="944652"/>
                  </a:lnTo>
                  <a:lnTo>
                    <a:pt x="359894" y="944652"/>
                  </a:lnTo>
                  <a:lnTo>
                    <a:pt x="338724" y="944652"/>
                  </a:lnTo>
                  <a:lnTo>
                    <a:pt x="317553" y="944652"/>
                  </a:lnTo>
                  <a:lnTo>
                    <a:pt x="296383" y="944652"/>
                  </a:lnTo>
                  <a:lnTo>
                    <a:pt x="275213" y="944652"/>
                  </a:lnTo>
                  <a:lnTo>
                    <a:pt x="254043" y="944652"/>
                  </a:lnTo>
                  <a:lnTo>
                    <a:pt x="232872" y="944652"/>
                  </a:lnTo>
                  <a:lnTo>
                    <a:pt x="211702" y="944652"/>
                  </a:lnTo>
                  <a:lnTo>
                    <a:pt x="190532" y="944652"/>
                  </a:lnTo>
                  <a:lnTo>
                    <a:pt x="169362" y="944652"/>
                  </a:lnTo>
                  <a:lnTo>
                    <a:pt x="148191" y="944652"/>
                  </a:lnTo>
                  <a:lnTo>
                    <a:pt x="127021" y="944652"/>
                  </a:lnTo>
                  <a:lnTo>
                    <a:pt x="105851" y="944652"/>
                  </a:lnTo>
                  <a:lnTo>
                    <a:pt x="84681" y="944652"/>
                  </a:lnTo>
                  <a:lnTo>
                    <a:pt x="63510" y="944652"/>
                  </a:lnTo>
                  <a:lnTo>
                    <a:pt x="42340" y="944652"/>
                  </a:lnTo>
                  <a:lnTo>
                    <a:pt x="21170" y="944652"/>
                  </a:lnTo>
                  <a:lnTo>
                    <a:pt x="0" y="94465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51565" y="2317824"/>
              <a:ext cx="8446930" cy="944652"/>
            </a:xfrm>
            <a:custGeom>
              <a:avLst/>
              <a:pathLst>
                <a:path w="8446930" h="944652">
                  <a:moveTo>
                    <a:pt x="0" y="676213"/>
                  </a:moveTo>
                  <a:lnTo>
                    <a:pt x="21170" y="770652"/>
                  </a:lnTo>
                  <a:lnTo>
                    <a:pt x="42340" y="818625"/>
                  </a:lnTo>
                  <a:lnTo>
                    <a:pt x="63510" y="829581"/>
                  </a:lnTo>
                  <a:lnTo>
                    <a:pt x="84681" y="829581"/>
                  </a:lnTo>
                  <a:lnTo>
                    <a:pt x="105851" y="863000"/>
                  </a:lnTo>
                  <a:lnTo>
                    <a:pt x="127021" y="932950"/>
                  </a:lnTo>
                  <a:lnTo>
                    <a:pt x="148191" y="944652"/>
                  </a:lnTo>
                  <a:lnTo>
                    <a:pt x="148191" y="944652"/>
                  </a:lnTo>
                  <a:lnTo>
                    <a:pt x="169362" y="944652"/>
                  </a:lnTo>
                  <a:lnTo>
                    <a:pt x="190532" y="944652"/>
                  </a:lnTo>
                  <a:lnTo>
                    <a:pt x="211702" y="944652"/>
                  </a:lnTo>
                  <a:lnTo>
                    <a:pt x="232872" y="944652"/>
                  </a:lnTo>
                  <a:lnTo>
                    <a:pt x="254043" y="944652"/>
                  </a:lnTo>
                  <a:lnTo>
                    <a:pt x="275213" y="944652"/>
                  </a:lnTo>
                  <a:lnTo>
                    <a:pt x="296383" y="944652"/>
                  </a:lnTo>
                  <a:lnTo>
                    <a:pt x="317553" y="944652"/>
                  </a:lnTo>
                  <a:lnTo>
                    <a:pt x="338724" y="944652"/>
                  </a:lnTo>
                  <a:lnTo>
                    <a:pt x="359894" y="944652"/>
                  </a:lnTo>
                  <a:lnTo>
                    <a:pt x="381064" y="944652"/>
                  </a:lnTo>
                  <a:lnTo>
                    <a:pt x="402234" y="944652"/>
                  </a:lnTo>
                  <a:lnTo>
                    <a:pt x="423405" y="944652"/>
                  </a:lnTo>
                  <a:lnTo>
                    <a:pt x="444575" y="944652"/>
                  </a:lnTo>
                  <a:lnTo>
                    <a:pt x="465745" y="944652"/>
                  </a:lnTo>
                  <a:lnTo>
                    <a:pt x="486915" y="944652"/>
                  </a:lnTo>
                  <a:lnTo>
                    <a:pt x="508086" y="828273"/>
                  </a:lnTo>
                  <a:lnTo>
                    <a:pt x="529256" y="637742"/>
                  </a:lnTo>
                  <a:lnTo>
                    <a:pt x="550426" y="624056"/>
                  </a:lnTo>
                  <a:lnTo>
                    <a:pt x="571596" y="489329"/>
                  </a:lnTo>
                  <a:lnTo>
                    <a:pt x="592767" y="341087"/>
                  </a:lnTo>
                  <a:lnTo>
                    <a:pt x="613937" y="163533"/>
                  </a:lnTo>
                  <a:lnTo>
                    <a:pt x="635107" y="209746"/>
                  </a:lnTo>
                  <a:lnTo>
                    <a:pt x="656277" y="339321"/>
                  </a:lnTo>
                  <a:lnTo>
                    <a:pt x="677448" y="194540"/>
                  </a:lnTo>
                  <a:lnTo>
                    <a:pt x="698618" y="150921"/>
                  </a:lnTo>
                  <a:lnTo>
                    <a:pt x="719788" y="281898"/>
                  </a:lnTo>
                  <a:lnTo>
                    <a:pt x="740958" y="484907"/>
                  </a:lnTo>
                  <a:lnTo>
                    <a:pt x="762129" y="565452"/>
                  </a:lnTo>
                  <a:lnTo>
                    <a:pt x="783299" y="569939"/>
                  </a:lnTo>
                  <a:lnTo>
                    <a:pt x="804469" y="819339"/>
                  </a:lnTo>
                  <a:lnTo>
                    <a:pt x="825639" y="927636"/>
                  </a:lnTo>
                  <a:lnTo>
                    <a:pt x="846810" y="939645"/>
                  </a:lnTo>
                  <a:lnTo>
                    <a:pt x="867980" y="892429"/>
                  </a:lnTo>
                  <a:lnTo>
                    <a:pt x="889150" y="729499"/>
                  </a:lnTo>
                  <a:lnTo>
                    <a:pt x="910320" y="711082"/>
                  </a:lnTo>
                  <a:lnTo>
                    <a:pt x="931491" y="679813"/>
                  </a:lnTo>
                  <a:lnTo>
                    <a:pt x="952661" y="727229"/>
                  </a:lnTo>
                  <a:lnTo>
                    <a:pt x="973831" y="754324"/>
                  </a:lnTo>
                  <a:lnTo>
                    <a:pt x="995001" y="846191"/>
                  </a:lnTo>
                  <a:lnTo>
                    <a:pt x="1016172" y="944296"/>
                  </a:lnTo>
                  <a:lnTo>
                    <a:pt x="1037342" y="944298"/>
                  </a:lnTo>
                  <a:lnTo>
                    <a:pt x="1058512" y="944302"/>
                  </a:lnTo>
                  <a:lnTo>
                    <a:pt x="1079682" y="944303"/>
                  </a:lnTo>
                  <a:lnTo>
                    <a:pt x="1100853" y="905197"/>
                  </a:lnTo>
                  <a:lnTo>
                    <a:pt x="1122023" y="835088"/>
                  </a:lnTo>
                  <a:lnTo>
                    <a:pt x="1143193" y="829581"/>
                  </a:lnTo>
                  <a:lnTo>
                    <a:pt x="1164363" y="829581"/>
                  </a:lnTo>
                  <a:lnTo>
                    <a:pt x="1185534" y="829581"/>
                  </a:lnTo>
                  <a:lnTo>
                    <a:pt x="1206704" y="829581"/>
                  </a:lnTo>
                  <a:lnTo>
                    <a:pt x="1227874" y="829581"/>
                  </a:lnTo>
                  <a:lnTo>
                    <a:pt x="1249044" y="829581"/>
                  </a:lnTo>
                  <a:lnTo>
                    <a:pt x="1270215" y="829581"/>
                  </a:lnTo>
                  <a:lnTo>
                    <a:pt x="1291385" y="829581"/>
                  </a:lnTo>
                  <a:lnTo>
                    <a:pt x="1312555" y="829581"/>
                  </a:lnTo>
                  <a:lnTo>
                    <a:pt x="1333725" y="834885"/>
                  </a:lnTo>
                  <a:lnTo>
                    <a:pt x="1354896" y="923100"/>
                  </a:lnTo>
                  <a:lnTo>
                    <a:pt x="1376066" y="944652"/>
                  </a:lnTo>
                  <a:lnTo>
                    <a:pt x="1376066" y="944652"/>
                  </a:lnTo>
                  <a:lnTo>
                    <a:pt x="1397236" y="944652"/>
                  </a:lnTo>
                  <a:lnTo>
                    <a:pt x="1418406" y="944652"/>
                  </a:lnTo>
                  <a:lnTo>
                    <a:pt x="1439577" y="944652"/>
                  </a:lnTo>
                  <a:lnTo>
                    <a:pt x="1460747" y="944652"/>
                  </a:lnTo>
                  <a:lnTo>
                    <a:pt x="1481917" y="777799"/>
                  </a:lnTo>
                  <a:lnTo>
                    <a:pt x="1503087" y="625033"/>
                  </a:lnTo>
                  <a:lnTo>
                    <a:pt x="1524258" y="601694"/>
                  </a:lnTo>
                  <a:lnTo>
                    <a:pt x="1545428" y="521939"/>
                  </a:lnTo>
                  <a:lnTo>
                    <a:pt x="1566598" y="408322"/>
                  </a:lnTo>
                  <a:lnTo>
                    <a:pt x="1587768" y="357109"/>
                  </a:lnTo>
                  <a:lnTo>
                    <a:pt x="1608939" y="371740"/>
                  </a:lnTo>
                  <a:lnTo>
                    <a:pt x="1630109" y="525333"/>
                  </a:lnTo>
                  <a:lnTo>
                    <a:pt x="1651279" y="504365"/>
                  </a:lnTo>
                  <a:lnTo>
                    <a:pt x="1672449" y="465756"/>
                  </a:lnTo>
                  <a:lnTo>
                    <a:pt x="1693620" y="381373"/>
                  </a:lnTo>
                  <a:lnTo>
                    <a:pt x="1714790" y="298492"/>
                  </a:lnTo>
                  <a:lnTo>
                    <a:pt x="1735960" y="191434"/>
                  </a:lnTo>
                  <a:lnTo>
                    <a:pt x="1757130" y="0"/>
                  </a:lnTo>
                  <a:lnTo>
                    <a:pt x="1778301" y="63975"/>
                  </a:lnTo>
                  <a:lnTo>
                    <a:pt x="1799471" y="251295"/>
                  </a:lnTo>
                  <a:lnTo>
                    <a:pt x="1820641" y="589658"/>
                  </a:lnTo>
                  <a:lnTo>
                    <a:pt x="1841811" y="944652"/>
                  </a:lnTo>
                  <a:lnTo>
                    <a:pt x="1841811" y="944652"/>
                  </a:lnTo>
                  <a:lnTo>
                    <a:pt x="1862982" y="944652"/>
                  </a:lnTo>
                  <a:lnTo>
                    <a:pt x="1884152" y="944652"/>
                  </a:lnTo>
                  <a:lnTo>
                    <a:pt x="1905322" y="944652"/>
                  </a:lnTo>
                  <a:lnTo>
                    <a:pt x="1926492" y="944652"/>
                  </a:lnTo>
                  <a:lnTo>
                    <a:pt x="1947663" y="944652"/>
                  </a:lnTo>
                  <a:lnTo>
                    <a:pt x="1968833" y="944652"/>
                  </a:lnTo>
                  <a:lnTo>
                    <a:pt x="1990003" y="944652"/>
                  </a:lnTo>
                  <a:lnTo>
                    <a:pt x="2011173" y="944652"/>
                  </a:lnTo>
                  <a:lnTo>
                    <a:pt x="2032344" y="944652"/>
                  </a:lnTo>
                  <a:lnTo>
                    <a:pt x="2053514" y="944652"/>
                  </a:lnTo>
                  <a:lnTo>
                    <a:pt x="2074684" y="944652"/>
                  </a:lnTo>
                  <a:lnTo>
                    <a:pt x="2095854" y="944652"/>
                  </a:lnTo>
                  <a:lnTo>
                    <a:pt x="2117025" y="944652"/>
                  </a:lnTo>
                  <a:lnTo>
                    <a:pt x="2138195" y="944652"/>
                  </a:lnTo>
                  <a:lnTo>
                    <a:pt x="2159365" y="944652"/>
                  </a:lnTo>
                  <a:lnTo>
                    <a:pt x="2180535" y="944652"/>
                  </a:lnTo>
                  <a:lnTo>
                    <a:pt x="2201706" y="944652"/>
                  </a:lnTo>
                  <a:lnTo>
                    <a:pt x="2222876" y="944652"/>
                  </a:lnTo>
                  <a:lnTo>
                    <a:pt x="2244046" y="944652"/>
                  </a:lnTo>
                  <a:lnTo>
                    <a:pt x="2265216" y="944652"/>
                  </a:lnTo>
                  <a:lnTo>
                    <a:pt x="2286387" y="944652"/>
                  </a:lnTo>
                  <a:lnTo>
                    <a:pt x="2307557" y="923445"/>
                  </a:lnTo>
                  <a:lnTo>
                    <a:pt x="2328727" y="944652"/>
                  </a:lnTo>
                  <a:lnTo>
                    <a:pt x="2328727" y="944652"/>
                  </a:lnTo>
                  <a:lnTo>
                    <a:pt x="2349897" y="944652"/>
                  </a:lnTo>
                  <a:lnTo>
                    <a:pt x="2371068" y="944652"/>
                  </a:lnTo>
                  <a:lnTo>
                    <a:pt x="2392238" y="944652"/>
                  </a:lnTo>
                  <a:lnTo>
                    <a:pt x="2413408" y="944652"/>
                  </a:lnTo>
                  <a:lnTo>
                    <a:pt x="2434578" y="944652"/>
                  </a:lnTo>
                  <a:lnTo>
                    <a:pt x="2455749" y="944652"/>
                  </a:lnTo>
                  <a:lnTo>
                    <a:pt x="2476919" y="740497"/>
                  </a:lnTo>
                  <a:lnTo>
                    <a:pt x="2498089" y="534563"/>
                  </a:lnTo>
                  <a:lnTo>
                    <a:pt x="2519259" y="501256"/>
                  </a:lnTo>
                  <a:lnTo>
                    <a:pt x="2540430" y="602739"/>
                  </a:lnTo>
                  <a:lnTo>
                    <a:pt x="2561600" y="750780"/>
                  </a:lnTo>
                  <a:lnTo>
                    <a:pt x="2582770" y="831766"/>
                  </a:lnTo>
                  <a:lnTo>
                    <a:pt x="2603941" y="919240"/>
                  </a:lnTo>
                  <a:lnTo>
                    <a:pt x="2625111" y="919311"/>
                  </a:lnTo>
                  <a:lnTo>
                    <a:pt x="2646281" y="874234"/>
                  </a:lnTo>
                  <a:lnTo>
                    <a:pt x="2667451" y="671030"/>
                  </a:lnTo>
                  <a:lnTo>
                    <a:pt x="2688622" y="463396"/>
                  </a:lnTo>
                  <a:lnTo>
                    <a:pt x="2709792" y="373323"/>
                  </a:lnTo>
                  <a:lnTo>
                    <a:pt x="2730962" y="270279"/>
                  </a:lnTo>
                  <a:lnTo>
                    <a:pt x="2752132" y="242340"/>
                  </a:lnTo>
                  <a:lnTo>
                    <a:pt x="2773303" y="295941"/>
                  </a:lnTo>
                  <a:lnTo>
                    <a:pt x="2794473" y="438846"/>
                  </a:lnTo>
                  <a:lnTo>
                    <a:pt x="2815643" y="464430"/>
                  </a:lnTo>
                  <a:lnTo>
                    <a:pt x="2836813" y="520525"/>
                  </a:lnTo>
                  <a:lnTo>
                    <a:pt x="2857984" y="622474"/>
                  </a:lnTo>
                  <a:lnTo>
                    <a:pt x="2879154" y="621555"/>
                  </a:lnTo>
                  <a:lnTo>
                    <a:pt x="2900324" y="586929"/>
                  </a:lnTo>
                  <a:lnTo>
                    <a:pt x="2921494" y="512875"/>
                  </a:lnTo>
                  <a:lnTo>
                    <a:pt x="2942665" y="525466"/>
                  </a:lnTo>
                  <a:lnTo>
                    <a:pt x="2963835" y="506723"/>
                  </a:lnTo>
                  <a:lnTo>
                    <a:pt x="2985005" y="443460"/>
                  </a:lnTo>
                  <a:lnTo>
                    <a:pt x="3006175" y="371265"/>
                  </a:lnTo>
                  <a:lnTo>
                    <a:pt x="3027346" y="374161"/>
                  </a:lnTo>
                  <a:lnTo>
                    <a:pt x="3048516" y="562929"/>
                  </a:lnTo>
                  <a:lnTo>
                    <a:pt x="3069686" y="732695"/>
                  </a:lnTo>
                  <a:lnTo>
                    <a:pt x="3090856" y="671189"/>
                  </a:lnTo>
                  <a:lnTo>
                    <a:pt x="3112027" y="759882"/>
                  </a:lnTo>
                  <a:lnTo>
                    <a:pt x="3133197" y="921658"/>
                  </a:lnTo>
                  <a:lnTo>
                    <a:pt x="3154367" y="944652"/>
                  </a:lnTo>
                  <a:lnTo>
                    <a:pt x="3154367" y="944652"/>
                  </a:lnTo>
                  <a:lnTo>
                    <a:pt x="3175537" y="944652"/>
                  </a:lnTo>
                  <a:lnTo>
                    <a:pt x="3196708" y="944652"/>
                  </a:lnTo>
                  <a:lnTo>
                    <a:pt x="3217878" y="944652"/>
                  </a:lnTo>
                  <a:lnTo>
                    <a:pt x="3239048" y="944652"/>
                  </a:lnTo>
                  <a:lnTo>
                    <a:pt x="3260218" y="944652"/>
                  </a:lnTo>
                  <a:lnTo>
                    <a:pt x="3281389" y="944652"/>
                  </a:lnTo>
                  <a:lnTo>
                    <a:pt x="3302559" y="944652"/>
                  </a:lnTo>
                  <a:lnTo>
                    <a:pt x="3323729" y="944652"/>
                  </a:lnTo>
                  <a:lnTo>
                    <a:pt x="3344899" y="944652"/>
                  </a:lnTo>
                  <a:lnTo>
                    <a:pt x="3366070" y="944652"/>
                  </a:lnTo>
                  <a:lnTo>
                    <a:pt x="3387240" y="944652"/>
                  </a:lnTo>
                  <a:lnTo>
                    <a:pt x="3408410" y="944652"/>
                  </a:lnTo>
                  <a:lnTo>
                    <a:pt x="3429580" y="944652"/>
                  </a:lnTo>
                  <a:lnTo>
                    <a:pt x="3450751" y="944652"/>
                  </a:lnTo>
                  <a:lnTo>
                    <a:pt x="3471921" y="944652"/>
                  </a:lnTo>
                  <a:lnTo>
                    <a:pt x="3493091" y="944652"/>
                  </a:lnTo>
                  <a:lnTo>
                    <a:pt x="3514261" y="944652"/>
                  </a:lnTo>
                  <a:lnTo>
                    <a:pt x="3535432" y="944652"/>
                  </a:lnTo>
                  <a:lnTo>
                    <a:pt x="3556602" y="944652"/>
                  </a:lnTo>
                  <a:lnTo>
                    <a:pt x="3577772" y="944652"/>
                  </a:lnTo>
                  <a:lnTo>
                    <a:pt x="3598942" y="944652"/>
                  </a:lnTo>
                  <a:lnTo>
                    <a:pt x="3620113" y="944652"/>
                  </a:lnTo>
                  <a:lnTo>
                    <a:pt x="3641283" y="944652"/>
                  </a:lnTo>
                  <a:lnTo>
                    <a:pt x="3662453" y="944652"/>
                  </a:lnTo>
                  <a:lnTo>
                    <a:pt x="3683623" y="944652"/>
                  </a:lnTo>
                  <a:lnTo>
                    <a:pt x="3704794" y="944652"/>
                  </a:lnTo>
                  <a:lnTo>
                    <a:pt x="3725964" y="944652"/>
                  </a:lnTo>
                  <a:lnTo>
                    <a:pt x="3747134" y="944652"/>
                  </a:lnTo>
                  <a:lnTo>
                    <a:pt x="3768304" y="920746"/>
                  </a:lnTo>
                  <a:lnTo>
                    <a:pt x="3789475" y="719619"/>
                  </a:lnTo>
                  <a:lnTo>
                    <a:pt x="3810645" y="679110"/>
                  </a:lnTo>
                  <a:lnTo>
                    <a:pt x="3831815" y="896973"/>
                  </a:lnTo>
                  <a:lnTo>
                    <a:pt x="3852985" y="944652"/>
                  </a:lnTo>
                  <a:lnTo>
                    <a:pt x="3852985" y="944652"/>
                  </a:lnTo>
                  <a:lnTo>
                    <a:pt x="3874156" y="944652"/>
                  </a:lnTo>
                  <a:lnTo>
                    <a:pt x="3895326" y="944652"/>
                  </a:lnTo>
                  <a:lnTo>
                    <a:pt x="3916496" y="944652"/>
                  </a:lnTo>
                  <a:lnTo>
                    <a:pt x="3937666" y="944652"/>
                  </a:lnTo>
                  <a:lnTo>
                    <a:pt x="3958837" y="944652"/>
                  </a:lnTo>
                  <a:lnTo>
                    <a:pt x="3980007" y="944652"/>
                  </a:lnTo>
                  <a:lnTo>
                    <a:pt x="4001177" y="944652"/>
                  </a:lnTo>
                  <a:lnTo>
                    <a:pt x="4022347" y="944652"/>
                  </a:lnTo>
                  <a:lnTo>
                    <a:pt x="4043518" y="944652"/>
                  </a:lnTo>
                  <a:lnTo>
                    <a:pt x="4064688" y="944652"/>
                  </a:lnTo>
                  <a:lnTo>
                    <a:pt x="4085858" y="944652"/>
                  </a:lnTo>
                  <a:lnTo>
                    <a:pt x="4107028" y="944652"/>
                  </a:lnTo>
                  <a:lnTo>
                    <a:pt x="4128199" y="944652"/>
                  </a:lnTo>
                  <a:lnTo>
                    <a:pt x="4149369" y="944652"/>
                  </a:lnTo>
                  <a:lnTo>
                    <a:pt x="4170539" y="944652"/>
                  </a:lnTo>
                  <a:lnTo>
                    <a:pt x="4191709" y="944652"/>
                  </a:lnTo>
                  <a:lnTo>
                    <a:pt x="4212880" y="944652"/>
                  </a:lnTo>
                  <a:lnTo>
                    <a:pt x="4234050" y="944652"/>
                  </a:lnTo>
                  <a:lnTo>
                    <a:pt x="4255220" y="944652"/>
                  </a:lnTo>
                  <a:lnTo>
                    <a:pt x="4276390" y="944652"/>
                  </a:lnTo>
                  <a:lnTo>
                    <a:pt x="4297561" y="944652"/>
                  </a:lnTo>
                  <a:lnTo>
                    <a:pt x="4318731" y="944652"/>
                  </a:lnTo>
                  <a:lnTo>
                    <a:pt x="4339901" y="944652"/>
                  </a:lnTo>
                  <a:lnTo>
                    <a:pt x="4361071" y="944652"/>
                  </a:lnTo>
                  <a:lnTo>
                    <a:pt x="4382242" y="944652"/>
                  </a:lnTo>
                  <a:lnTo>
                    <a:pt x="4403412" y="944652"/>
                  </a:lnTo>
                  <a:lnTo>
                    <a:pt x="4424582" y="944652"/>
                  </a:lnTo>
                  <a:lnTo>
                    <a:pt x="4445752" y="944652"/>
                  </a:lnTo>
                  <a:lnTo>
                    <a:pt x="4466923" y="944652"/>
                  </a:lnTo>
                  <a:lnTo>
                    <a:pt x="4488093" y="944652"/>
                  </a:lnTo>
                  <a:lnTo>
                    <a:pt x="4509263" y="944652"/>
                  </a:lnTo>
                  <a:lnTo>
                    <a:pt x="4530433" y="944652"/>
                  </a:lnTo>
                  <a:lnTo>
                    <a:pt x="4551604" y="944652"/>
                  </a:lnTo>
                  <a:lnTo>
                    <a:pt x="4572774" y="944652"/>
                  </a:lnTo>
                  <a:lnTo>
                    <a:pt x="4593944" y="944652"/>
                  </a:lnTo>
                  <a:lnTo>
                    <a:pt x="4615114" y="944652"/>
                  </a:lnTo>
                  <a:lnTo>
                    <a:pt x="4636285" y="944652"/>
                  </a:lnTo>
                  <a:lnTo>
                    <a:pt x="4657455" y="944652"/>
                  </a:lnTo>
                  <a:lnTo>
                    <a:pt x="4678625" y="944652"/>
                  </a:lnTo>
                  <a:lnTo>
                    <a:pt x="4699795" y="829144"/>
                  </a:lnTo>
                  <a:lnTo>
                    <a:pt x="4720966" y="944652"/>
                  </a:lnTo>
                  <a:lnTo>
                    <a:pt x="4720966" y="944652"/>
                  </a:lnTo>
                  <a:lnTo>
                    <a:pt x="4742136" y="944652"/>
                  </a:lnTo>
                  <a:lnTo>
                    <a:pt x="4763306" y="944652"/>
                  </a:lnTo>
                  <a:lnTo>
                    <a:pt x="4784476" y="944652"/>
                  </a:lnTo>
                  <a:lnTo>
                    <a:pt x="4805647" y="944652"/>
                  </a:lnTo>
                  <a:lnTo>
                    <a:pt x="4826817" y="944652"/>
                  </a:lnTo>
                  <a:lnTo>
                    <a:pt x="4847987" y="944652"/>
                  </a:lnTo>
                  <a:lnTo>
                    <a:pt x="4869157" y="944652"/>
                  </a:lnTo>
                  <a:lnTo>
                    <a:pt x="4890328" y="944652"/>
                  </a:lnTo>
                  <a:lnTo>
                    <a:pt x="4911498" y="944652"/>
                  </a:lnTo>
                  <a:lnTo>
                    <a:pt x="4932668" y="944652"/>
                  </a:lnTo>
                  <a:lnTo>
                    <a:pt x="4953838" y="944652"/>
                  </a:lnTo>
                  <a:lnTo>
                    <a:pt x="4975009" y="944652"/>
                  </a:lnTo>
                  <a:lnTo>
                    <a:pt x="4996179" y="944652"/>
                  </a:lnTo>
                  <a:lnTo>
                    <a:pt x="5017349" y="944652"/>
                  </a:lnTo>
                  <a:lnTo>
                    <a:pt x="5038519" y="944652"/>
                  </a:lnTo>
                  <a:lnTo>
                    <a:pt x="5059690" y="935524"/>
                  </a:lnTo>
                  <a:lnTo>
                    <a:pt x="5080860" y="944652"/>
                  </a:lnTo>
                  <a:lnTo>
                    <a:pt x="5080860" y="944652"/>
                  </a:lnTo>
                  <a:lnTo>
                    <a:pt x="5102030" y="944652"/>
                  </a:lnTo>
                  <a:lnTo>
                    <a:pt x="5123201" y="944652"/>
                  </a:lnTo>
                  <a:lnTo>
                    <a:pt x="5144371" y="944652"/>
                  </a:lnTo>
                  <a:lnTo>
                    <a:pt x="5165541" y="944652"/>
                  </a:lnTo>
                  <a:lnTo>
                    <a:pt x="5186711" y="944652"/>
                  </a:lnTo>
                  <a:lnTo>
                    <a:pt x="5207882" y="944652"/>
                  </a:lnTo>
                  <a:lnTo>
                    <a:pt x="5229052" y="944652"/>
                  </a:lnTo>
                  <a:lnTo>
                    <a:pt x="5250222" y="944652"/>
                  </a:lnTo>
                  <a:lnTo>
                    <a:pt x="5271392" y="944652"/>
                  </a:lnTo>
                  <a:lnTo>
                    <a:pt x="5292563" y="944652"/>
                  </a:lnTo>
                  <a:lnTo>
                    <a:pt x="5313733" y="944652"/>
                  </a:lnTo>
                  <a:lnTo>
                    <a:pt x="5334903" y="944652"/>
                  </a:lnTo>
                  <a:lnTo>
                    <a:pt x="5356073" y="944652"/>
                  </a:lnTo>
                  <a:lnTo>
                    <a:pt x="5377244" y="944652"/>
                  </a:lnTo>
                  <a:lnTo>
                    <a:pt x="5398414" y="944652"/>
                  </a:lnTo>
                  <a:lnTo>
                    <a:pt x="5419584" y="944652"/>
                  </a:lnTo>
                  <a:lnTo>
                    <a:pt x="5440754" y="944652"/>
                  </a:lnTo>
                  <a:lnTo>
                    <a:pt x="5461925" y="944652"/>
                  </a:lnTo>
                  <a:lnTo>
                    <a:pt x="5483095" y="944652"/>
                  </a:lnTo>
                  <a:lnTo>
                    <a:pt x="5504265" y="944652"/>
                  </a:lnTo>
                  <a:lnTo>
                    <a:pt x="5525435" y="944652"/>
                  </a:lnTo>
                  <a:lnTo>
                    <a:pt x="5546606" y="944652"/>
                  </a:lnTo>
                  <a:lnTo>
                    <a:pt x="5567776" y="944652"/>
                  </a:lnTo>
                  <a:lnTo>
                    <a:pt x="5588946" y="944652"/>
                  </a:lnTo>
                  <a:lnTo>
                    <a:pt x="5610116" y="944652"/>
                  </a:lnTo>
                  <a:lnTo>
                    <a:pt x="5631287" y="944652"/>
                  </a:lnTo>
                  <a:lnTo>
                    <a:pt x="5652457" y="944652"/>
                  </a:lnTo>
                  <a:lnTo>
                    <a:pt x="5673627" y="944652"/>
                  </a:lnTo>
                  <a:lnTo>
                    <a:pt x="5694797" y="944652"/>
                  </a:lnTo>
                  <a:lnTo>
                    <a:pt x="5715968" y="944652"/>
                  </a:lnTo>
                  <a:lnTo>
                    <a:pt x="5737138" y="944652"/>
                  </a:lnTo>
                  <a:lnTo>
                    <a:pt x="5758308" y="944652"/>
                  </a:lnTo>
                  <a:lnTo>
                    <a:pt x="5779478" y="944652"/>
                  </a:lnTo>
                  <a:lnTo>
                    <a:pt x="5800649" y="944652"/>
                  </a:lnTo>
                  <a:lnTo>
                    <a:pt x="5821819" y="944652"/>
                  </a:lnTo>
                  <a:lnTo>
                    <a:pt x="5842989" y="944652"/>
                  </a:lnTo>
                  <a:lnTo>
                    <a:pt x="5864159" y="944652"/>
                  </a:lnTo>
                  <a:lnTo>
                    <a:pt x="5885330" y="944652"/>
                  </a:lnTo>
                  <a:lnTo>
                    <a:pt x="5906500" y="944652"/>
                  </a:lnTo>
                  <a:lnTo>
                    <a:pt x="5927670" y="944652"/>
                  </a:lnTo>
                  <a:lnTo>
                    <a:pt x="5948840" y="944652"/>
                  </a:lnTo>
                  <a:lnTo>
                    <a:pt x="5970011" y="944652"/>
                  </a:lnTo>
                  <a:lnTo>
                    <a:pt x="5991181" y="944652"/>
                  </a:lnTo>
                  <a:lnTo>
                    <a:pt x="6012351" y="944652"/>
                  </a:lnTo>
                  <a:lnTo>
                    <a:pt x="6033521" y="944652"/>
                  </a:lnTo>
                  <a:lnTo>
                    <a:pt x="6054692" y="944652"/>
                  </a:lnTo>
                  <a:lnTo>
                    <a:pt x="6075862" y="944652"/>
                  </a:lnTo>
                  <a:lnTo>
                    <a:pt x="6097032" y="944652"/>
                  </a:lnTo>
                  <a:lnTo>
                    <a:pt x="6118202" y="944652"/>
                  </a:lnTo>
                  <a:lnTo>
                    <a:pt x="6139373" y="944652"/>
                  </a:lnTo>
                  <a:lnTo>
                    <a:pt x="6160543" y="944652"/>
                  </a:lnTo>
                  <a:lnTo>
                    <a:pt x="6181713" y="944652"/>
                  </a:lnTo>
                  <a:lnTo>
                    <a:pt x="6202883" y="944652"/>
                  </a:lnTo>
                  <a:lnTo>
                    <a:pt x="6224054" y="944652"/>
                  </a:lnTo>
                  <a:lnTo>
                    <a:pt x="6245224" y="944652"/>
                  </a:lnTo>
                  <a:lnTo>
                    <a:pt x="6266394" y="944652"/>
                  </a:lnTo>
                  <a:lnTo>
                    <a:pt x="6287564" y="944652"/>
                  </a:lnTo>
                  <a:lnTo>
                    <a:pt x="6308735" y="944652"/>
                  </a:lnTo>
                  <a:lnTo>
                    <a:pt x="6329905" y="944652"/>
                  </a:lnTo>
                  <a:lnTo>
                    <a:pt x="6351075" y="944652"/>
                  </a:lnTo>
                  <a:lnTo>
                    <a:pt x="6372245" y="944652"/>
                  </a:lnTo>
                  <a:lnTo>
                    <a:pt x="6393416" y="944652"/>
                  </a:lnTo>
                  <a:lnTo>
                    <a:pt x="6414586" y="944652"/>
                  </a:lnTo>
                  <a:lnTo>
                    <a:pt x="6435756" y="944652"/>
                  </a:lnTo>
                  <a:lnTo>
                    <a:pt x="6456926" y="944652"/>
                  </a:lnTo>
                  <a:lnTo>
                    <a:pt x="6478097" y="944652"/>
                  </a:lnTo>
                  <a:lnTo>
                    <a:pt x="6499267" y="944652"/>
                  </a:lnTo>
                  <a:lnTo>
                    <a:pt x="6520437" y="944652"/>
                  </a:lnTo>
                  <a:lnTo>
                    <a:pt x="6541607" y="944652"/>
                  </a:lnTo>
                  <a:lnTo>
                    <a:pt x="6562778" y="944652"/>
                  </a:lnTo>
                  <a:lnTo>
                    <a:pt x="6583948" y="944652"/>
                  </a:lnTo>
                  <a:lnTo>
                    <a:pt x="6605118" y="944652"/>
                  </a:lnTo>
                  <a:lnTo>
                    <a:pt x="6626288" y="944652"/>
                  </a:lnTo>
                  <a:lnTo>
                    <a:pt x="6647459" y="944652"/>
                  </a:lnTo>
                  <a:lnTo>
                    <a:pt x="6668629" y="944652"/>
                  </a:lnTo>
                  <a:lnTo>
                    <a:pt x="6689799" y="944652"/>
                  </a:lnTo>
                  <a:lnTo>
                    <a:pt x="6710969" y="944652"/>
                  </a:lnTo>
                  <a:lnTo>
                    <a:pt x="6732140" y="944652"/>
                  </a:lnTo>
                  <a:lnTo>
                    <a:pt x="6753310" y="944652"/>
                  </a:lnTo>
                  <a:lnTo>
                    <a:pt x="6774480" y="944652"/>
                  </a:lnTo>
                  <a:lnTo>
                    <a:pt x="6795650" y="944652"/>
                  </a:lnTo>
                  <a:lnTo>
                    <a:pt x="6816821" y="944652"/>
                  </a:lnTo>
                  <a:lnTo>
                    <a:pt x="6837991" y="944652"/>
                  </a:lnTo>
                  <a:lnTo>
                    <a:pt x="6859161" y="944652"/>
                  </a:lnTo>
                  <a:lnTo>
                    <a:pt x="6880331" y="944652"/>
                  </a:lnTo>
                  <a:lnTo>
                    <a:pt x="6901502" y="944652"/>
                  </a:lnTo>
                  <a:lnTo>
                    <a:pt x="6922672" y="944652"/>
                  </a:lnTo>
                  <a:lnTo>
                    <a:pt x="6943842" y="944652"/>
                  </a:lnTo>
                  <a:lnTo>
                    <a:pt x="6965012" y="944652"/>
                  </a:lnTo>
                  <a:lnTo>
                    <a:pt x="6986183" y="944652"/>
                  </a:lnTo>
                  <a:lnTo>
                    <a:pt x="7007353" y="944652"/>
                  </a:lnTo>
                  <a:lnTo>
                    <a:pt x="7028523" y="892503"/>
                  </a:lnTo>
                  <a:lnTo>
                    <a:pt x="7049693" y="944652"/>
                  </a:lnTo>
                  <a:lnTo>
                    <a:pt x="7049693" y="944652"/>
                  </a:lnTo>
                  <a:lnTo>
                    <a:pt x="7070864" y="944652"/>
                  </a:lnTo>
                  <a:lnTo>
                    <a:pt x="7092034" y="944652"/>
                  </a:lnTo>
                  <a:lnTo>
                    <a:pt x="7113204" y="944652"/>
                  </a:lnTo>
                  <a:lnTo>
                    <a:pt x="7134374" y="944652"/>
                  </a:lnTo>
                  <a:lnTo>
                    <a:pt x="7155545" y="944652"/>
                  </a:lnTo>
                  <a:lnTo>
                    <a:pt x="7176715" y="944652"/>
                  </a:lnTo>
                  <a:lnTo>
                    <a:pt x="7197885" y="944652"/>
                  </a:lnTo>
                  <a:lnTo>
                    <a:pt x="7219055" y="944652"/>
                  </a:lnTo>
                  <a:lnTo>
                    <a:pt x="7240226" y="944652"/>
                  </a:lnTo>
                  <a:lnTo>
                    <a:pt x="7261396" y="944652"/>
                  </a:lnTo>
                  <a:lnTo>
                    <a:pt x="7282566" y="944652"/>
                  </a:lnTo>
                  <a:lnTo>
                    <a:pt x="7303736" y="944652"/>
                  </a:lnTo>
                  <a:lnTo>
                    <a:pt x="7324907" y="944652"/>
                  </a:lnTo>
                  <a:lnTo>
                    <a:pt x="7346077" y="944652"/>
                  </a:lnTo>
                  <a:lnTo>
                    <a:pt x="7367247" y="944652"/>
                  </a:lnTo>
                  <a:lnTo>
                    <a:pt x="7388417" y="944652"/>
                  </a:lnTo>
                  <a:lnTo>
                    <a:pt x="7409588" y="944652"/>
                  </a:lnTo>
                  <a:lnTo>
                    <a:pt x="7430758" y="944652"/>
                  </a:lnTo>
                  <a:lnTo>
                    <a:pt x="7451928" y="944652"/>
                  </a:lnTo>
                  <a:lnTo>
                    <a:pt x="7473098" y="944652"/>
                  </a:lnTo>
                  <a:lnTo>
                    <a:pt x="7494269" y="944652"/>
                  </a:lnTo>
                  <a:lnTo>
                    <a:pt x="7515439" y="869785"/>
                  </a:lnTo>
                  <a:lnTo>
                    <a:pt x="7536609" y="840587"/>
                  </a:lnTo>
                  <a:lnTo>
                    <a:pt x="7557779" y="822673"/>
                  </a:lnTo>
                  <a:lnTo>
                    <a:pt x="7578950" y="720736"/>
                  </a:lnTo>
                  <a:lnTo>
                    <a:pt x="7600120" y="797951"/>
                  </a:lnTo>
                  <a:lnTo>
                    <a:pt x="7621290" y="829581"/>
                  </a:lnTo>
                  <a:lnTo>
                    <a:pt x="7642461" y="774947"/>
                  </a:lnTo>
                  <a:lnTo>
                    <a:pt x="7663631" y="657163"/>
                  </a:lnTo>
                  <a:lnTo>
                    <a:pt x="7684801" y="601997"/>
                  </a:lnTo>
                  <a:lnTo>
                    <a:pt x="7705971" y="474805"/>
                  </a:lnTo>
                  <a:lnTo>
                    <a:pt x="7727142" y="565279"/>
                  </a:lnTo>
                  <a:lnTo>
                    <a:pt x="7748312" y="855199"/>
                  </a:lnTo>
                  <a:lnTo>
                    <a:pt x="7769482" y="944652"/>
                  </a:lnTo>
                  <a:lnTo>
                    <a:pt x="7769482" y="944652"/>
                  </a:lnTo>
                  <a:lnTo>
                    <a:pt x="7790652" y="944652"/>
                  </a:lnTo>
                  <a:lnTo>
                    <a:pt x="7811823" y="944652"/>
                  </a:lnTo>
                  <a:lnTo>
                    <a:pt x="7832993" y="944652"/>
                  </a:lnTo>
                  <a:lnTo>
                    <a:pt x="7854163" y="944652"/>
                  </a:lnTo>
                  <a:lnTo>
                    <a:pt x="7875333" y="944652"/>
                  </a:lnTo>
                  <a:lnTo>
                    <a:pt x="7896504" y="944652"/>
                  </a:lnTo>
                  <a:lnTo>
                    <a:pt x="7917674" y="944652"/>
                  </a:lnTo>
                  <a:lnTo>
                    <a:pt x="7938844" y="942371"/>
                  </a:lnTo>
                  <a:lnTo>
                    <a:pt x="7960014" y="944652"/>
                  </a:lnTo>
                  <a:lnTo>
                    <a:pt x="7960014" y="944652"/>
                  </a:lnTo>
                  <a:lnTo>
                    <a:pt x="7981185" y="944652"/>
                  </a:lnTo>
                  <a:lnTo>
                    <a:pt x="8002355" y="944652"/>
                  </a:lnTo>
                  <a:lnTo>
                    <a:pt x="8023525" y="944652"/>
                  </a:lnTo>
                  <a:lnTo>
                    <a:pt x="8044695" y="944652"/>
                  </a:lnTo>
                  <a:lnTo>
                    <a:pt x="8065866" y="944652"/>
                  </a:lnTo>
                  <a:lnTo>
                    <a:pt x="8087036" y="944652"/>
                  </a:lnTo>
                  <a:lnTo>
                    <a:pt x="8108206" y="944652"/>
                  </a:lnTo>
                  <a:lnTo>
                    <a:pt x="8129376" y="944652"/>
                  </a:lnTo>
                  <a:lnTo>
                    <a:pt x="8150547" y="944652"/>
                  </a:lnTo>
                  <a:lnTo>
                    <a:pt x="8171717" y="944652"/>
                  </a:lnTo>
                  <a:lnTo>
                    <a:pt x="8192887" y="944652"/>
                  </a:lnTo>
                  <a:lnTo>
                    <a:pt x="8214057" y="944652"/>
                  </a:lnTo>
                  <a:lnTo>
                    <a:pt x="8235228" y="944652"/>
                  </a:lnTo>
                  <a:lnTo>
                    <a:pt x="8256398" y="865776"/>
                  </a:lnTo>
                  <a:lnTo>
                    <a:pt x="8277568" y="939962"/>
                  </a:lnTo>
                  <a:lnTo>
                    <a:pt x="8298738" y="944652"/>
                  </a:lnTo>
                  <a:lnTo>
                    <a:pt x="8298738" y="944652"/>
                  </a:lnTo>
                  <a:lnTo>
                    <a:pt x="8319909" y="944652"/>
                  </a:lnTo>
                  <a:lnTo>
                    <a:pt x="8341079" y="944652"/>
                  </a:lnTo>
                  <a:lnTo>
                    <a:pt x="8362249" y="944652"/>
                  </a:lnTo>
                  <a:lnTo>
                    <a:pt x="8383419" y="944652"/>
                  </a:lnTo>
                  <a:lnTo>
                    <a:pt x="8404590" y="944652"/>
                  </a:lnTo>
                  <a:lnTo>
                    <a:pt x="8425760" y="944652"/>
                  </a:lnTo>
                  <a:lnTo>
                    <a:pt x="8446930" y="944652"/>
                  </a:lnTo>
                  <a:lnTo>
                    <a:pt x="8446930" y="9446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425760" y="0"/>
                  </a:lnTo>
                  <a:lnTo>
                    <a:pt x="8404590" y="0"/>
                  </a:lnTo>
                  <a:lnTo>
                    <a:pt x="8383419" y="0"/>
                  </a:lnTo>
                  <a:lnTo>
                    <a:pt x="8362249" y="0"/>
                  </a:lnTo>
                  <a:lnTo>
                    <a:pt x="8341079" y="0"/>
                  </a:lnTo>
                  <a:lnTo>
                    <a:pt x="8319909" y="0"/>
                  </a:lnTo>
                  <a:lnTo>
                    <a:pt x="8298738" y="0"/>
                  </a:lnTo>
                  <a:lnTo>
                    <a:pt x="8277568" y="0"/>
                  </a:lnTo>
                  <a:lnTo>
                    <a:pt x="8256398" y="0"/>
                  </a:lnTo>
                  <a:lnTo>
                    <a:pt x="8235228" y="0"/>
                  </a:lnTo>
                  <a:lnTo>
                    <a:pt x="8214057" y="0"/>
                  </a:lnTo>
                  <a:lnTo>
                    <a:pt x="8192887" y="0"/>
                  </a:lnTo>
                  <a:lnTo>
                    <a:pt x="8171717" y="0"/>
                  </a:lnTo>
                  <a:lnTo>
                    <a:pt x="8150547" y="0"/>
                  </a:lnTo>
                  <a:lnTo>
                    <a:pt x="8129376" y="0"/>
                  </a:lnTo>
                  <a:lnTo>
                    <a:pt x="8108206" y="0"/>
                  </a:lnTo>
                  <a:lnTo>
                    <a:pt x="8087036" y="0"/>
                  </a:lnTo>
                  <a:lnTo>
                    <a:pt x="8065866" y="0"/>
                  </a:lnTo>
                  <a:lnTo>
                    <a:pt x="8044695" y="0"/>
                  </a:lnTo>
                  <a:lnTo>
                    <a:pt x="8023525" y="0"/>
                  </a:lnTo>
                  <a:lnTo>
                    <a:pt x="8002355" y="0"/>
                  </a:lnTo>
                  <a:lnTo>
                    <a:pt x="7981185" y="0"/>
                  </a:lnTo>
                  <a:lnTo>
                    <a:pt x="7960014" y="0"/>
                  </a:lnTo>
                  <a:lnTo>
                    <a:pt x="7938844" y="0"/>
                  </a:lnTo>
                  <a:lnTo>
                    <a:pt x="7917674" y="0"/>
                  </a:lnTo>
                  <a:lnTo>
                    <a:pt x="7896504" y="0"/>
                  </a:lnTo>
                  <a:lnTo>
                    <a:pt x="7875333" y="0"/>
                  </a:lnTo>
                  <a:lnTo>
                    <a:pt x="7854163" y="0"/>
                  </a:lnTo>
                  <a:lnTo>
                    <a:pt x="7832993" y="0"/>
                  </a:lnTo>
                  <a:lnTo>
                    <a:pt x="7811823" y="0"/>
                  </a:lnTo>
                  <a:lnTo>
                    <a:pt x="7790652" y="0"/>
                  </a:lnTo>
                  <a:lnTo>
                    <a:pt x="7769482" y="0"/>
                  </a:lnTo>
                  <a:lnTo>
                    <a:pt x="7748312" y="0"/>
                  </a:lnTo>
                  <a:lnTo>
                    <a:pt x="7727142" y="0"/>
                  </a:lnTo>
                  <a:lnTo>
                    <a:pt x="7705971" y="0"/>
                  </a:lnTo>
                  <a:lnTo>
                    <a:pt x="7684801" y="0"/>
                  </a:lnTo>
                  <a:lnTo>
                    <a:pt x="7663631" y="0"/>
                  </a:lnTo>
                  <a:lnTo>
                    <a:pt x="7642461" y="0"/>
                  </a:lnTo>
                  <a:lnTo>
                    <a:pt x="7621290" y="0"/>
                  </a:lnTo>
                  <a:lnTo>
                    <a:pt x="7600120" y="0"/>
                  </a:lnTo>
                  <a:lnTo>
                    <a:pt x="7578950" y="0"/>
                  </a:lnTo>
                  <a:lnTo>
                    <a:pt x="7557779" y="0"/>
                  </a:lnTo>
                  <a:lnTo>
                    <a:pt x="7536609" y="0"/>
                  </a:lnTo>
                  <a:lnTo>
                    <a:pt x="7515439" y="0"/>
                  </a:lnTo>
                  <a:lnTo>
                    <a:pt x="7494269" y="0"/>
                  </a:lnTo>
                  <a:lnTo>
                    <a:pt x="7473098" y="0"/>
                  </a:lnTo>
                  <a:lnTo>
                    <a:pt x="7451928" y="0"/>
                  </a:lnTo>
                  <a:lnTo>
                    <a:pt x="7430758" y="0"/>
                  </a:lnTo>
                  <a:lnTo>
                    <a:pt x="7409588" y="0"/>
                  </a:lnTo>
                  <a:lnTo>
                    <a:pt x="7388417" y="0"/>
                  </a:lnTo>
                  <a:lnTo>
                    <a:pt x="7367247" y="0"/>
                  </a:lnTo>
                  <a:lnTo>
                    <a:pt x="7346077" y="0"/>
                  </a:lnTo>
                  <a:lnTo>
                    <a:pt x="7324907" y="0"/>
                  </a:lnTo>
                  <a:lnTo>
                    <a:pt x="7303736" y="0"/>
                  </a:lnTo>
                  <a:lnTo>
                    <a:pt x="7282566" y="0"/>
                  </a:lnTo>
                  <a:lnTo>
                    <a:pt x="7261396" y="0"/>
                  </a:lnTo>
                  <a:lnTo>
                    <a:pt x="7240226" y="0"/>
                  </a:lnTo>
                  <a:lnTo>
                    <a:pt x="7219055" y="0"/>
                  </a:lnTo>
                  <a:lnTo>
                    <a:pt x="7197885" y="0"/>
                  </a:lnTo>
                  <a:lnTo>
                    <a:pt x="7176715" y="0"/>
                  </a:lnTo>
                  <a:lnTo>
                    <a:pt x="7155545" y="0"/>
                  </a:lnTo>
                  <a:lnTo>
                    <a:pt x="7134374" y="0"/>
                  </a:lnTo>
                  <a:lnTo>
                    <a:pt x="7113204" y="0"/>
                  </a:lnTo>
                  <a:lnTo>
                    <a:pt x="7092034" y="0"/>
                  </a:lnTo>
                  <a:lnTo>
                    <a:pt x="7070864" y="0"/>
                  </a:lnTo>
                  <a:lnTo>
                    <a:pt x="7049693" y="0"/>
                  </a:lnTo>
                  <a:lnTo>
                    <a:pt x="7028523" y="0"/>
                  </a:lnTo>
                  <a:lnTo>
                    <a:pt x="7007353" y="0"/>
                  </a:lnTo>
                  <a:lnTo>
                    <a:pt x="6986183" y="0"/>
                  </a:lnTo>
                  <a:lnTo>
                    <a:pt x="6965012" y="0"/>
                  </a:lnTo>
                  <a:lnTo>
                    <a:pt x="6943842" y="0"/>
                  </a:lnTo>
                  <a:lnTo>
                    <a:pt x="6922672" y="0"/>
                  </a:lnTo>
                  <a:lnTo>
                    <a:pt x="6901502" y="0"/>
                  </a:lnTo>
                  <a:lnTo>
                    <a:pt x="6880331" y="0"/>
                  </a:lnTo>
                  <a:lnTo>
                    <a:pt x="6859161" y="0"/>
                  </a:lnTo>
                  <a:lnTo>
                    <a:pt x="6837991" y="0"/>
                  </a:lnTo>
                  <a:lnTo>
                    <a:pt x="6816821" y="0"/>
                  </a:lnTo>
                  <a:lnTo>
                    <a:pt x="6795650" y="0"/>
                  </a:lnTo>
                  <a:lnTo>
                    <a:pt x="6774480" y="0"/>
                  </a:lnTo>
                  <a:lnTo>
                    <a:pt x="6753310" y="0"/>
                  </a:lnTo>
                  <a:lnTo>
                    <a:pt x="6732140" y="0"/>
                  </a:lnTo>
                  <a:lnTo>
                    <a:pt x="6710969" y="0"/>
                  </a:lnTo>
                  <a:lnTo>
                    <a:pt x="6689799" y="0"/>
                  </a:lnTo>
                  <a:lnTo>
                    <a:pt x="6668629" y="0"/>
                  </a:lnTo>
                  <a:lnTo>
                    <a:pt x="6647459" y="0"/>
                  </a:lnTo>
                  <a:lnTo>
                    <a:pt x="6626288" y="0"/>
                  </a:lnTo>
                  <a:lnTo>
                    <a:pt x="6605118" y="0"/>
                  </a:lnTo>
                  <a:lnTo>
                    <a:pt x="6583948" y="0"/>
                  </a:lnTo>
                  <a:lnTo>
                    <a:pt x="6562778" y="0"/>
                  </a:lnTo>
                  <a:lnTo>
                    <a:pt x="6541607" y="0"/>
                  </a:lnTo>
                  <a:lnTo>
                    <a:pt x="6520437" y="0"/>
                  </a:lnTo>
                  <a:lnTo>
                    <a:pt x="6499267" y="0"/>
                  </a:lnTo>
                  <a:lnTo>
                    <a:pt x="6478097" y="0"/>
                  </a:lnTo>
                  <a:lnTo>
                    <a:pt x="6456926" y="0"/>
                  </a:lnTo>
                  <a:lnTo>
                    <a:pt x="6435756" y="0"/>
                  </a:lnTo>
                  <a:lnTo>
                    <a:pt x="6414586" y="0"/>
                  </a:lnTo>
                  <a:lnTo>
                    <a:pt x="6393416" y="0"/>
                  </a:lnTo>
                  <a:lnTo>
                    <a:pt x="6372245" y="0"/>
                  </a:lnTo>
                  <a:lnTo>
                    <a:pt x="6351075" y="0"/>
                  </a:lnTo>
                  <a:lnTo>
                    <a:pt x="6329905" y="0"/>
                  </a:lnTo>
                  <a:lnTo>
                    <a:pt x="6308735" y="0"/>
                  </a:lnTo>
                  <a:lnTo>
                    <a:pt x="6287564" y="0"/>
                  </a:lnTo>
                  <a:lnTo>
                    <a:pt x="6266394" y="0"/>
                  </a:lnTo>
                  <a:lnTo>
                    <a:pt x="6245224" y="0"/>
                  </a:lnTo>
                  <a:lnTo>
                    <a:pt x="6224054" y="0"/>
                  </a:lnTo>
                  <a:lnTo>
                    <a:pt x="6202883" y="0"/>
                  </a:lnTo>
                  <a:lnTo>
                    <a:pt x="6181713" y="0"/>
                  </a:lnTo>
                  <a:lnTo>
                    <a:pt x="6160543" y="0"/>
                  </a:lnTo>
                  <a:lnTo>
                    <a:pt x="6139373" y="0"/>
                  </a:lnTo>
                  <a:lnTo>
                    <a:pt x="6118202" y="0"/>
                  </a:lnTo>
                  <a:lnTo>
                    <a:pt x="6097032" y="0"/>
                  </a:lnTo>
                  <a:lnTo>
                    <a:pt x="6075862" y="0"/>
                  </a:lnTo>
                  <a:lnTo>
                    <a:pt x="6054692" y="0"/>
                  </a:lnTo>
                  <a:lnTo>
                    <a:pt x="6033521" y="0"/>
                  </a:lnTo>
                  <a:lnTo>
                    <a:pt x="6012351" y="0"/>
                  </a:lnTo>
                  <a:lnTo>
                    <a:pt x="5991181" y="0"/>
                  </a:lnTo>
                  <a:lnTo>
                    <a:pt x="5970011" y="0"/>
                  </a:lnTo>
                  <a:lnTo>
                    <a:pt x="5948840" y="0"/>
                  </a:lnTo>
                  <a:lnTo>
                    <a:pt x="5927670" y="0"/>
                  </a:lnTo>
                  <a:lnTo>
                    <a:pt x="5906500" y="0"/>
                  </a:lnTo>
                  <a:lnTo>
                    <a:pt x="5885330" y="0"/>
                  </a:lnTo>
                  <a:lnTo>
                    <a:pt x="5864159" y="0"/>
                  </a:lnTo>
                  <a:lnTo>
                    <a:pt x="5842989" y="0"/>
                  </a:lnTo>
                  <a:lnTo>
                    <a:pt x="5821819" y="0"/>
                  </a:lnTo>
                  <a:lnTo>
                    <a:pt x="5800649" y="0"/>
                  </a:lnTo>
                  <a:lnTo>
                    <a:pt x="5779478" y="0"/>
                  </a:lnTo>
                  <a:lnTo>
                    <a:pt x="5758308" y="0"/>
                  </a:lnTo>
                  <a:lnTo>
                    <a:pt x="5737138" y="0"/>
                  </a:lnTo>
                  <a:lnTo>
                    <a:pt x="5715968" y="0"/>
                  </a:lnTo>
                  <a:lnTo>
                    <a:pt x="5694797" y="0"/>
                  </a:lnTo>
                  <a:lnTo>
                    <a:pt x="5673627" y="0"/>
                  </a:lnTo>
                  <a:lnTo>
                    <a:pt x="5652457" y="0"/>
                  </a:lnTo>
                  <a:lnTo>
                    <a:pt x="5631287" y="0"/>
                  </a:lnTo>
                  <a:lnTo>
                    <a:pt x="5610116" y="0"/>
                  </a:lnTo>
                  <a:lnTo>
                    <a:pt x="5588946" y="0"/>
                  </a:lnTo>
                  <a:lnTo>
                    <a:pt x="5567776" y="0"/>
                  </a:lnTo>
                  <a:lnTo>
                    <a:pt x="5546606" y="0"/>
                  </a:lnTo>
                  <a:lnTo>
                    <a:pt x="5525435" y="0"/>
                  </a:lnTo>
                  <a:lnTo>
                    <a:pt x="5504265" y="0"/>
                  </a:lnTo>
                  <a:lnTo>
                    <a:pt x="5483095" y="0"/>
                  </a:lnTo>
                  <a:lnTo>
                    <a:pt x="5461925" y="0"/>
                  </a:lnTo>
                  <a:lnTo>
                    <a:pt x="5440754" y="0"/>
                  </a:lnTo>
                  <a:lnTo>
                    <a:pt x="5419584" y="0"/>
                  </a:lnTo>
                  <a:lnTo>
                    <a:pt x="5398414" y="0"/>
                  </a:lnTo>
                  <a:lnTo>
                    <a:pt x="5377244" y="0"/>
                  </a:lnTo>
                  <a:lnTo>
                    <a:pt x="5356073" y="0"/>
                  </a:lnTo>
                  <a:lnTo>
                    <a:pt x="5334903" y="0"/>
                  </a:lnTo>
                  <a:lnTo>
                    <a:pt x="5313733" y="0"/>
                  </a:lnTo>
                  <a:lnTo>
                    <a:pt x="5292563" y="0"/>
                  </a:lnTo>
                  <a:lnTo>
                    <a:pt x="5271392" y="0"/>
                  </a:lnTo>
                  <a:lnTo>
                    <a:pt x="5250222" y="0"/>
                  </a:lnTo>
                  <a:lnTo>
                    <a:pt x="5229052" y="0"/>
                  </a:lnTo>
                  <a:lnTo>
                    <a:pt x="5207882" y="0"/>
                  </a:lnTo>
                  <a:lnTo>
                    <a:pt x="5186711" y="0"/>
                  </a:lnTo>
                  <a:lnTo>
                    <a:pt x="5165541" y="0"/>
                  </a:lnTo>
                  <a:lnTo>
                    <a:pt x="5144371" y="0"/>
                  </a:lnTo>
                  <a:lnTo>
                    <a:pt x="5123201" y="0"/>
                  </a:lnTo>
                  <a:lnTo>
                    <a:pt x="5102030" y="0"/>
                  </a:lnTo>
                  <a:lnTo>
                    <a:pt x="5080860" y="0"/>
                  </a:lnTo>
                  <a:lnTo>
                    <a:pt x="5059690" y="0"/>
                  </a:lnTo>
                  <a:lnTo>
                    <a:pt x="5038519" y="0"/>
                  </a:lnTo>
                  <a:lnTo>
                    <a:pt x="5017349" y="0"/>
                  </a:lnTo>
                  <a:lnTo>
                    <a:pt x="4996179" y="0"/>
                  </a:lnTo>
                  <a:lnTo>
                    <a:pt x="4975009" y="0"/>
                  </a:lnTo>
                  <a:lnTo>
                    <a:pt x="4953838" y="0"/>
                  </a:lnTo>
                  <a:lnTo>
                    <a:pt x="4932668" y="0"/>
                  </a:lnTo>
                  <a:lnTo>
                    <a:pt x="4911498" y="0"/>
                  </a:lnTo>
                  <a:lnTo>
                    <a:pt x="4890328" y="0"/>
                  </a:lnTo>
                  <a:lnTo>
                    <a:pt x="4869157" y="0"/>
                  </a:lnTo>
                  <a:lnTo>
                    <a:pt x="4847987" y="0"/>
                  </a:lnTo>
                  <a:lnTo>
                    <a:pt x="4826817" y="0"/>
                  </a:lnTo>
                  <a:lnTo>
                    <a:pt x="4805647" y="0"/>
                  </a:lnTo>
                  <a:lnTo>
                    <a:pt x="4784476" y="0"/>
                  </a:lnTo>
                  <a:lnTo>
                    <a:pt x="4763306" y="0"/>
                  </a:lnTo>
                  <a:lnTo>
                    <a:pt x="4742136" y="0"/>
                  </a:lnTo>
                  <a:lnTo>
                    <a:pt x="4720966" y="0"/>
                  </a:lnTo>
                  <a:lnTo>
                    <a:pt x="4699795" y="0"/>
                  </a:lnTo>
                  <a:lnTo>
                    <a:pt x="4678625" y="0"/>
                  </a:lnTo>
                  <a:lnTo>
                    <a:pt x="4657455" y="0"/>
                  </a:lnTo>
                  <a:lnTo>
                    <a:pt x="4636285" y="0"/>
                  </a:lnTo>
                  <a:lnTo>
                    <a:pt x="4615114" y="0"/>
                  </a:lnTo>
                  <a:lnTo>
                    <a:pt x="4593944" y="0"/>
                  </a:lnTo>
                  <a:lnTo>
                    <a:pt x="4572774" y="0"/>
                  </a:lnTo>
                  <a:lnTo>
                    <a:pt x="4551604" y="0"/>
                  </a:lnTo>
                  <a:lnTo>
                    <a:pt x="4530433" y="0"/>
                  </a:lnTo>
                  <a:lnTo>
                    <a:pt x="4509263" y="0"/>
                  </a:lnTo>
                  <a:lnTo>
                    <a:pt x="4488093" y="0"/>
                  </a:lnTo>
                  <a:lnTo>
                    <a:pt x="4466923" y="0"/>
                  </a:lnTo>
                  <a:lnTo>
                    <a:pt x="4445752" y="0"/>
                  </a:lnTo>
                  <a:lnTo>
                    <a:pt x="4424582" y="0"/>
                  </a:lnTo>
                  <a:lnTo>
                    <a:pt x="4403412" y="0"/>
                  </a:lnTo>
                  <a:lnTo>
                    <a:pt x="4382242" y="0"/>
                  </a:lnTo>
                  <a:lnTo>
                    <a:pt x="4361071" y="0"/>
                  </a:lnTo>
                  <a:lnTo>
                    <a:pt x="4339901" y="0"/>
                  </a:lnTo>
                  <a:lnTo>
                    <a:pt x="4318731" y="0"/>
                  </a:lnTo>
                  <a:lnTo>
                    <a:pt x="4297561" y="0"/>
                  </a:lnTo>
                  <a:lnTo>
                    <a:pt x="4276390" y="0"/>
                  </a:lnTo>
                  <a:lnTo>
                    <a:pt x="4255220" y="0"/>
                  </a:lnTo>
                  <a:lnTo>
                    <a:pt x="4234050" y="0"/>
                  </a:lnTo>
                  <a:lnTo>
                    <a:pt x="4212880" y="0"/>
                  </a:lnTo>
                  <a:lnTo>
                    <a:pt x="4191709" y="0"/>
                  </a:lnTo>
                  <a:lnTo>
                    <a:pt x="4170539" y="0"/>
                  </a:lnTo>
                  <a:lnTo>
                    <a:pt x="4149369" y="0"/>
                  </a:lnTo>
                  <a:lnTo>
                    <a:pt x="4128199" y="0"/>
                  </a:lnTo>
                  <a:lnTo>
                    <a:pt x="4107028" y="0"/>
                  </a:lnTo>
                  <a:lnTo>
                    <a:pt x="4085858" y="0"/>
                  </a:lnTo>
                  <a:lnTo>
                    <a:pt x="4064688" y="0"/>
                  </a:lnTo>
                  <a:lnTo>
                    <a:pt x="4043518" y="0"/>
                  </a:lnTo>
                  <a:lnTo>
                    <a:pt x="4022347" y="0"/>
                  </a:lnTo>
                  <a:lnTo>
                    <a:pt x="4001177" y="0"/>
                  </a:lnTo>
                  <a:lnTo>
                    <a:pt x="3980007" y="0"/>
                  </a:lnTo>
                  <a:lnTo>
                    <a:pt x="3958837" y="0"/>
                  </a:lnTo>
                  <a:lnTo>
                    <a:pt x="3937666" y="0"/>
                  </a:lnTo>
                  <a:lnTo>
                    <a:pt x="3916496" y="0"/>
                  </a:lnTo>
                  <a:lnTo>
                    <a:pt x="3895326" y="0"/>
                  </a:lnTo>
                  <a:lnTo>
                    <a:pt x="3874156" y="0"/>
                  </a:lnTo>
                  <a:lnTo>
                    <a:pt x="3852985" y="0"/>
                  </a:lnTo>
                  <a:lnTo>
                    <a:pt x="3831815" y="0"/>
                  </a:lnTo>
                  <a:lnTo>
                    <a:pt x="3810645" y="0"/>
                  </a:lnTo>
                  <a:lnTo>
                    <a:pt x="3789475" y="0"/>
                  </a:lnTo>
                  <a:lnTo>
                    <a:pt x="3768304" y="0"/>
                  </a:lnTo>
                  <a:lnTo>
                    <a:pt x="3747134" y="0"/>
                  </a:lnTo>
                  <a:lnTo>
                    <a:pt x="3725964" y="0"/>
                  </a:lnTo>
                  <a:lnTo>
                    <a:pt x="3704794" y="0"/>
                  </a:lnTo>
                  <a:lnTo>
                    <a:pt x="3683623" y="0"/>
                  </a:lnTo>
                  <a:lnTo>
                    <a:pt x="3662453" y="0"/>
                  </a:lnTo>
                  <a:lnTo>
                    <a:pt x="3641283" y="0"/>
                  </a:lnTo>
                  <a:lnTo>
                    <a:pt x="3620113" y="0"/>
                  </a:lnTo>
                  <a:lnTo>
                    <a:pt x="3598942" y="0"/>
                  </a:lnTo>
                  <a:lnTo>
                    <a:pt x="3577772" y="0"/>
                  </a:lnTo>
                  <a:lnTo>
                    <a:pt x="3556602" y="0"/>
                  </a:lnTo>
                  <a:lnTo>
                    <a:pt x="3535432" y="0"/>
                  </a:lnTo>
                  <a:lnTo>
                    <a:pt x="3514261" y="0"/>
                  </a:lnTo>
                  <a:lnTo>
                    <a:pt x="3493091" y="0"/>
                  </a:lnTo>
                  <a:lnTo>
                    <a:pt x="3471921" y="0"/>
                  </a:lnTo>
                  <a:lnTo>
                    <a:pt x="3450751" y="0"/>
                  </a:lnTo>
                  <a:lnTo>
                    <a:pt x="3429580" y="0"/>
                  </a:lnTo>
                  <a:lnTo>
                    <a:pt x="3408410" y="0"/>
                  </a:lnTo>
                  <a:lnTo>
                    <a:pt x="3387240" y="0"/>
                  </a:lnTo>
                  <a:lnTo>
                    <a:pt x="3366070" y="0"/>
                  </a:lnTo>
                  <a:lnTo>
                    <a:pt x="3344899" y="0"/>
                  </a:lnTo>
                  <a:lnTo>
                    <a:pt x="3323729" y="0"/>
                  </a:lnTo>
                  <a:lnTo>
                    <a:pt x="3302559" y="0"/>
                  </a:lnTo>
                  <a:lnTo>
                    <a:pt x="3281389" y="0"/>
                  </a:lnTo>
                  <a:lnTo>
                    <a:pt x="3260218" y="0"/>
                  </a:lnTo>
                  <a:lnTo>
                    <a:pt x="3239048" y="0"/>
                  </a:lnTo>
                  <a:lnTo>
                    <a:pt x="3217878" y="0"/>
                  </a:lnTo>
                  <a:lnTo>
                    <a:pt x="3196708" y="0"/>
                  </a:lnTo>
                  <a:lnTo>
                    <a:pt x="3175537" y="0"/>
                  </a:lnTo>
                  <a:lnTo>
                    <a:pt x="3154367" y="0"/>
                  </a:lnTo>
                  <a:lnTo>
                    <a:pt x="3133197" y="0"/>
                  </a:lnTo>
                  <a:lnTo>
                    <a:pt x="3112027" y="0"/>
                  </a:lnTo>
                  <a:lnTo>
                    <a:pt x="3090856" y="0"/>
                  </a:lnTo>
                  <a:lnTo>
                    <a:pt x="3069686" y="0"/>
                  </a:lnTo>
                  <a:lnTo>
                    <a:pt x="3048516" y="0"/>
                  </a:lnTo>
                  <a:lnTo>
                    <a:pt x="3027346" y="0"/>
                  </a:lnTo>
                  <a:lnTo>
                    <a:pt x="3006175" y="0"/>
                  </a:lnTo>
                  <a:lnTo>
                    <a:pt x="2985005" y="0"/>
                  </a:lnTo>
                  <a:lnTo>
                    <a:pt x="2963835" y="0"/>
                  </a:lnTo>
                  <a:lnTo>
                    <a:pt x="2942665" y="0"/>
                  </a:lnTo>
                  <a:lnTo>
                    <a:pt x="2921494" y="0"/>
                  </a:lnTo>
                  <a:lnTo>
                    <a:pt x="2900324" y="0"/>
                  </a:lnTo>
                  <a:lnTo>
                    <a:pt x="2879154" y="0"/>
                  </a:lnTo>
                  <a:lnTo>
                    <a:pt x="2857984" y="0"/>
                  </a:lnTo>
                  <a:lnTo>
                    <a:pt x="2836813" y="0"/>
                  </a:lnTo>
                  <a:lnTo>
                    <a:pt x="2815643" y="0"/>
                  </a:lnTo>
                  <a:lnTo>
                    <a:pt x="2794473" y="0"/>
                  </a:lnTo>
                  <a:lnTo>
                    <a:pt x="2773303" y="0"/>
                  </a:lnTo>
                  <a:lnTo>
                    <a:pt x="2752132" y="0"/>
                  </a:lnTo>
                  <a:lnTo>
                    <a:pt x="2730962" y="0"/>
                  </a:lnTo>
                  <a:lnTo>
                    <a:pt x="2709792" y="0"/>
                  </a:lnTo>
                  <a:lnTo>
                    <a:pt x="2688622" y="0"/>
                  </a:lnTo>
                  <a:lnTo>
                    <a:pt x="2667451" y="0"/>
                  </a:lnTo>
                  <a:lnTo>
                    <a:pt x="2646281" y="0"/>
                  </a:lnTo>
                  <a:lnTo>
                    <a:pt x="2625111" y="0"/>
                  </a:lnTo>
                  <a:lnTo>
                    <a:pt x="2603941" y="0"/>
                  </a:lnTo>
                  <a:lnTo>
                    <a:pt x="2582770" y="0"/>
                  </a:lnTo>
                  <a:lnTo>
                    <a:pt x="2561600" y="0"/>
                  </a:lnTo>
                  <a:lnTo>
                    <a:pt x="2540430" y="0"/>
                  </a:lnTo>
                  <a:lnTo>
                    <a:pt x="2519259" y="0"/>
                  </a:lnTo>
                  <a:lnTo>
                    <a:pt x="2498089" y="0"/>
                  </a:lnTo>
                  <a:lnTo>
                    <a:pt x="2476919" y="0"/>
                  </a:lnTo>
                  <a:lnTo>
                    <a:pt x="2455749" y="0"/>
                  </a:lnTo>
                  <a:lnTo>
                    <a:pt x="2434578" y="0"/>
                  </a:lnTo>
                  <a:lnTo>
                    <a:pt x="2413408" y="0"/>
                  </a:lnTo>
                  <a:lnTo>
                    <a:pt x="2392238" y="0"/>
                  </a:lnTo>
                  <a:lnTo>
                    <a:pt x="2371068" y="0"/>
                  </a:lnTo>
                  <a:lnTo>
                    <a:pt x="2349897" y="0"/>
                  </a:lnTo>
                  <a:lnTo>
                    <a:pt x="2328727" y="0"/>
                  </a:lnTo>
                  <a:lnTo>
                    <a:pt x="2307557" y="0"/>
                  </a:lnTo>
                  <a:lnTo>
                    <a:pt x="2286387" y="0"/>
                  </a:lnTo>
                  <a:lnTo>
                    <a:pt x="2265216" y="0"/>
                  </a:lnTo>
                  <a:lnTo>
                    <a:pt x="2244046" y="0"/>
                  </a:lnTo>
                  <a:lnTo>
                    <a:pt x="2222876" y="0"/>
                  </a:lnTo>
                  <a:lnTo>
                    <a:pt x="2201706" y="0"/>
                  </a:lnTo>
                  <a:lnTo>
                    <a:pt x="2180535" y="0"/>
                  </a:lnTo>
                  <a:lnTo>
                    <a:pt x="2159365" y="0"/>
                  </a:lnTo>
                  <a:lnTo>
                    <a:pt x="2138195" y="0"/>
                  </a:lnTo>
                  <a:lnTo>
                    <a:pt x="2117025" y="0"/>
                  </a:lnTo>
                  <a:lnTo>
                    <a:pt x="2095854" y="0"/>
                  </a:lnTo>
                  <a:lnTo>
                    <a:pt x="2074684" y="0"/>
                  </a:lnTo>
                  <a:lnTo>
                    <a:pt x="2053514" y="0"/>
                  </a:lnTo>
                  <a:lnTo>
                    <a:pt x="2032344" y="0"/>
                  </a:lnTo>
                  <a:lnTo>
                    <a:pt x="2011173" y="0"/>
                  </a:lnTo>
                  <a:lnTo>
                    <a:pt x="1990003" y="0"/>
                  </a:lnTo>
                  <a:lnTo>
                    <a:pt x="1968833" y="0"/>
                  </a:lnTo>
                  <a:lnTo>
                    <a:pt x="1947663" y="0"/>
                  </a:lnTo>
                  <a:lnTo>
                    <a:pt x="1926492" y="0"/>
                  </a:lnTo>
                  <a:lnTo>
                    <a:pt x="1905322" y="0"/>
                  </a:lnTo>
                  <a:lnTo>
                    <a:pt x="1884152" y="0"/>
                  </a:lnTo>
                  <a:lnTo>
                    <a:pt x="1862982" y="0"/>
                  </a:lnTo>
                  <a:lnTo>
                    <a:pt x="1841811" y="0"/>
                  </a:lnTo>
                  <a:lnTo>
                    <a:pt x="1820641" y="0"/>
                  </a:lnTo>
                  <a:lnTo>
                    <a:pt x="1799471" y="0"/>
                  </a:lnTo>
                  <a:lnTo>
                    <a:pt x="1778301" y="0"/>
                  </a:lnTo>
                  <a:lnTo>
                    <a:pt x="1757130" y="0"/>
                  </a:lnTo>
                  <a:lnTo>
                    <a:pt x="1735960" y="0"/>
                  </a:lnTo>
                  <a:lnTo>
                    <a:pt x="1714790" y="0"/>
                  </a:lnTo>
                  <a:lnTo>
                    <a:pt x="1693620" y="0"/>
                  </a:lnTo>
                  <a:lnTo>
                    <a:pt x="1672449" y="0"/>
                  </a:lnTo>
                  <a:lnTo>
                    <a:pt x="1651279" y="0"/>
                  </a:lnTo>
                  <a:lnTo>
                    <a:pt x="1630109" y="0"/>
                  </a:lnTo>
                  <a:lnTo>
                    <a:pt x="1608939" y="0"/>
                  </a:lnTo>
                  <a:lnTo>
                    <a:pt x="1587768" y="0"/>
                  </a:lnTo>
                  <a:lnTo>
                    <a:pt x="1566598" y="0"/>
                  </a:lnTo>
                  <a:lnTo>
                    <a:pt x="1545428" y="0"/>
                  </a:lnTo>
                  <a:lnTo>
                    <a:pt x="1524258" y="0"/>
                  </a:lnTo>
                  <a:lnTo>
                    <a:pt x="1503087" y="0"/>
                  </a:lnTo>
                  <a:lnTo>
                    <a:pt x="1481917" y="0"/>
                  </a:lnTo>
                  <a:lnTo>
                    <a:pt x="1460747" y="0"/>
                  </a:lnTo>
                  <a:lnTo>
                    <a:pt x="1439577" y="0"/>
                  </a:lnTo>
                  <a:lnTo>
                    <a:pt x="1418406" y="0"/>
                  </a:lnTo>
                  <a:lnTo>
                    <a:pt x="1397236" y="0"/>
                  </a:lnTo>
                  <a:lnTo>
                    <a:pt x="1376066" y="0"/>
                  </a:lnTo>
                  <a:lnTo>
                    <a:pt x="1354896" y="0"/>
                  </a:lnTo>
                  <a:lnTo>
                    <a:pt x="1333725" y="0"/>
                  </a:lnTo>
                  <a:lnTo>
                    <a:pt x="1312555" y="0"/>
                  </a:lnTo>
                  <a:lnTo>
                    <a:pt x="1291385" y="0"/>
                  </a:lnTo>
                  <a:lnTo>
                    <a:pt x="1270215" y="0"/>
                  </a:lnTo>
                  <a:lnTo>
                    <a:pt x="1249044" y="0"/>
                  </a:lnTo>
                  <a:lnTo>
                    <a:pt x="1227874" y="0"/>
                  </a:lnTo>
                  <a:lnTo>
                    <a:pt x="1206704" y="0"/>
                  </a:lnTo>
                  <a:lnTo>
                    <a:pt x="1185534" y="0"/>
                  </a:lnTo>
                  <a:lnTo>
                    <a:pt x="1164363" y="0"/>
                  </a:lnTo>
                  <a:lnTo>
                    <a:pt x="1143193" y="0"/>
                  </a:lnTo>
                  <a:lnTo>
                    <a:pt x="1122023" y="0"/>
                  </a:lnTo>
                  <a:lnTo>
                    <a:pt x="1100853" y="0"/>
                  </a:lnTo>
                  <a:lnTo>
                    <a:pt x="1079682" y="0"/>
                  </a:lnTo>
                  <a:lnTo>
                    <a:pt x="1058512" y="0"/>
                  </a:lnTo>
                  <a:lnTo>
                    <a:pt x="1037342" y="0"/>
                  </a:lnTo>
                  <a:lnTo>
                    <a:pt x="1016172" y="0"/>
                  </a:lnTo>
                  <a:lnTo>
                    <a:pt x="995001" y="0"/>
                  </a:lnTo>
                  <a:lnTo>
                    <a:pt x="973831" y="0"/>
                  </a:lnTo>
                  <a:lnTo>
                    <a:pt x="952661" y="0"/>
                  </a:lnTo>
                  <a:lnTo>
                    <a:pt x="931491" y="0"/>
                  </a:lnTo>
                  <a:lnTo>
                    <a:pt x="910320" y="0"/>
                  </a:lnTo>
                  <a:lnTo>
                    <a:pt x="889150" y="0"/>
                  </a:lnTo>
                  <a:lnTo>
                    <a:pt x="867980" y="0"/>
                  </a:lnTo>
                  <a:lnTo>
                    <a:pt x="846810" y="0"/>
                  </a:lnTo>
                  <a:lnTo>
                    <a:pt x="825639" y="0"/>
                  </a:lnTo>
                  <a:lnTo>
                    <a:pt x="804469" y="0"/>
                  </a:lnTo>
                  <a:lnTo>
                    <a:pt x="783299" y="0"/>
                  </a:lnTo>
                  <a:lnTo>
                    <a:pt x="762129" y="0"/>
                  </a:lnTo>
                  <a:lnTo>
                    <a:pt x="740958" y="0"/>
                  </a:lnTo>
                  <a:lnTo>
                    <a:pt x="719788" y="0"/>
                  </a:lnTo>
                  <a:lnTo>
                    <a:pt x="698618" y="0"/>
                  </a:lnTo>
                  <a:lnTo>
                    <a:pt x="677448" y="0"/>
                  </a:lnTo>
                  <a:lnTo>
                    <a:pt x="656277" y="0"/>
                  </a:lnTo>
                  <a:lnTo>
                    <a:pt x="635107" y="0"/>
                  </a:lnTo>
                  <a:lnTo>
                    <a:pt x="613937" y="0"/>
                  </a:lnTo>
                  <a:lnTo>
                    <a:pt x="592767" y="0"/>
                  </a:lnTo>
                  <a:lnTo>
                    <a:pt x="571596" y="0"/>
                  </a:lnTo>
                  <a:lnTo>
                    <a:pt x="550426" y="0"/>
                  </a:lnTo>
                  <a:lnTo>
                    <a:pt x="529256" y="0"/>
                  </a:lnTo>
                  <a:lnTo>
                    <a:pt x="508086" y="0"/>
                  </a:lnTo>
                  <a:lnTo>
                    <a:pt x="486915" y="0"/>
                  </a:lnTo>
                  <a:lnTo>
                    <a:pt x="465745" y="0"/>
                  </a:lnTo>
                  <a:lnTo>
                    <a:pt x="444575" y="0"/>
                  </a:lnTo>
                  <a:lnTo>
                    <a:pt x="423405" y="0"/>
                  </a:lnTo>
                  <a:lnTo>
                    <a:pt x="402234" y="0"/>
                  </a:lnTo>
                  <a:lnTo>
                    <a:pt x="381064" y="0"/>
                  </a:lnTo>
                  <a:lnTo>
                    <a:pt x="359894" y="0"/>
                  </a:lnTo>
                  <a:lnTo>
                    <a:pt x="338724" y="0"/>
                  </a:lnTo>
                  <a:lnTo>
                    <a:pt x="317553" y="0"/>
                  </a:lnTo>
                  <a:lnTo>
                    <a:pt x="296383" y="0"/>
                  </a:lnTo>
                  <a:lnTo>
                    <a:pt x="275213" y="0"/>
                  </a:lnTo>
                  <a:lnTo>
                    <a:pt x="254043" y="0"/>
                  </a:lnTo>
                  <a:lnTo>
                    <a:pt x="232872" y="0"/>
                  </a:lnTo>
                  <a:lnTo>
                    <a:pt x="211702" y="0"/>
                  </a:lnTo>
                  <a:lnTo>
                    <a:pt x="190532" y="0"/>
                  </a:lnTo>
                  <a:lnTo>
                    <a:pt x="169362" y="0"/>
                  </a:lnTo>
                  <a:lnTo>
                    <a:pt x="148191" y="0"/>
                  </a:lnTo>
                  <a:lnTo>
                    <a:pt x="127021" y="0"/>
                  </a:lnTo>
                  <a:lnTo>
                    <a:pt x="105851" y="0"/>
                  </a:lnTo>
                  <a:lnTo>
                    <a:pt x="84681" y="0"/>
                  </a:lnTo>
                  <a:lnTo>
                    <a:pt x="63510" y="0"/>
                  </a:lnTo>
                  <a:lnTo>
                    <a:pt x="42340" y="0"/>
                  </a:lnTo>
                  <a:lnTo>
                    <a:pt x="2117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51565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311199" y="277402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11199" y="1920394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1199" y="106381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11199" y="208705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28" name="pl28"/>
            <p:cNvSpPr/>
            <p:nvPr/>
          </p:nvSpPr>
          <p:spPr>
            <a:xfrm>
              <a:off x="516770" y="28178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6770" y="19627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6770" y="11076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770" y="2524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551565" y="3262477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1565" y="6216417"/>
              <a:ext cx="379428" cy="163032"/>
            </a:xfrm>
            <a:custGeom>
              <a:avLst/>
              <a:pathLst>
                <a:path w="379428" h="163032">
                  <a:moveTo>
                    <a:pt x="0" y="47671"/>
                  </a:moveTo>
                  <a:lnTo>
                    <a:pt x="21170" y="83357"/>
                  </a:lnTo>
                  <a:lnTo>
                    <a:pt x="42340" y="91845"/>
                  </a:lnTo>
                  <a:lnTo>
                    <a:pt x="63510" y="82917"/>
                  </a:lnTo>
                  <a:lnTo>
                    <a:pt x="84681" y="118923"/>
                  </a:lnTo>
                  <a:lnTo>
                    <a:pt x="105851" y="81347"/>
                  </a:lnTo>
                  <a:lnTo>
                    <a:pt x="127021" y="89091"/>
                  </a:lnTo>
                  <a:lnTo>
                    <a:pt x="148191" y="55137"/>
                  </a:lnTo>
                  <a:lnTo>
                    <a:pt x="169362" y="54484"/>
                  </a:lnTo>
                  <a:lnTo>
                    <a:pt x="190532" y="66766"/>
                  </a:lnTo>
                  <a:lnTo>
                    <a:pt x="211702" y="145644"/>
                  </a:lnTo>
                  <a:lnTo>
                    <a:pt x="232872" y="95866"/>
                  </a:lnTo>
                  <a:lnTo>
                    <a:pt x="254043" y="118923"/>
                  </a:lnTo>
                  <a:lnTo>
                    <a:pt x="275213" y="0"/>
                  </a:lnTo>
                  <a:lnTo>
                    <a:pt x="296383" y="89552"/>
                  </a:lnTo>
                  <a:lnTo>
                    <a:pt x="317553" y="135226"/>
                  </a:lnTo>
                  <a:lnTo>
                    <a:pt x="338724" y="78812"/>
                  </a:lnTo>
                  <a:lnTo>
                    <a:pt x="359894" y="100370"/>
                  </a:lnTo>
                  <a:lnTo>
                    <a:pt x="379428" y="1630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56886" y="3262477"/>
              <a:ext cx="3845489" cy="3116972"/>
            </a:xfrm>
            <a:custGeom>
              <a:avLst/>
              <a:pathLst>
                <a:path w="3845489" h="3116972">
                  <a:moveTo>
                    <a:pt x="0" y="3116972"/>
                  </a:moveTo>
                  <a:lnTo>
                    <a:pt x="18083" y="2921450"/>
                  </a:lnTo>
                  <a:lnTo>
                    <a:pt x="39254" y="2881115"/>
                  </a:lnTo>
                  <a:lnTo>
                    <a:pt x="60424" y="2894807"/>
                  </a:lnTo>
                  <a:lnTo>
                    <a:pt x="81594" y="2826048"/>
                  </a:lnTo>
                  <a:lnTo>
                    <a:pt x="102764" y="2965650"/>
                  </a:lnTo>
                  <a:lnTo>
                    <a:pt x="123935" y="2801806"/>
                  </a:lnTo>
                  <a:lnTo>
                    <a:pt x="145105" y="2847359"/>
                  </a:lnTo>
                  <a:lnTo>
                    <a:pt x="166275" y="2850371"/>
                  </a:lnTo>
                  <a:lnTo>
                    <a:pt x="187445" y="2832681"/>
                  </a:lnTo>
                  <a:lnTo>
                    <a:pt x="208616" y="2771135"/>
                  </a:lnTo>
                  <a:lnTo>
                    <a:pt x="229786" y="2746730"/>
                  </a:lnTo>
                  <a:lnTo>
                    <a:pt x="250956" y="2845681"/>
                  </a:lnTo>
                  <a:lnTo>
                    <a:pt x="272126" y="2819947"/>
                  </a:lnTo>
                  <a:lnTo>
                    <a:pt x="293297" y="2842658"/>
                  </a:lnTo>
                  <a:lnTo>
                    <a:pt x="314467" y="2870244"/>
                  </a:lnTo>
                  <a:lnTo>
                    <a:pt x="335637" y="2911116"/>
                  </a:lnTo>
                  <a:lnTo>
                    <a:pt x="356807" y="2931125"/>
                  </a:lnTo>
                  <a:lnTo>
                    <a:pt x="377978" y="2861530"/>
                  </a:lnTo>
                  <a:lnTo>
                    <a:pt x="399148" y="2934802"/>
                  </a:lnTo>
                  <a:lnTo>
                    <a:pt x="420318" y="2953191"/>
                  </a:lnTo>
                  <a:lnTo>
                    <a:pt x="441488" y="2795068"/>
                  </a:lnTo>
                  <a:lnTo>
                    <a:pt x="462659" y="2832236"/>
                  </a:lnTo>
                  <a:lnTo>
                    <a:pt x="483829" y="2840380"/>
                  </a:lnTo>
                  <a:lnTo>
                    <a:pt x="504999" y="2920565"/>
                  </a:lnTo>
                  <a:lnTo>
                    <a:pt x="526169" y="2867877"/>
                  </a:lnTo>
                  <a:lnTo>
                    <a:pt x="547340" y="2795468"/>
                  </a:lnTo>
                  <a:lnTo>
                    <a:pt x="568510" y="2818459"/>
                  </a:lnTo>
                  <a:lnTo>
                    <a:pt x="589680" y="2870178"/>
                  </a:lnTo>
                  <a:lnTo>
                    <a:pt x="610850" y="2934845"/>
                  </a:lnTo>
                  <a:lnTo>
                    <a:pt x="632021" y="2988841"/>
                  </a:lnTo>
                  <a:lnTo>
                    <a:pt x="653191" y="2969236"/>
                  </a:lnTo>
                  <a:lnTo>
                    <a:pt x="674361" y="2970059"/>
                  </a:lnTo>
                  <a:lnTo>
                    <a:pt x="695531" y="2920514"/>
                  </a:lnTo>
                  <a:lnTo>
                    <a:pt x="716702" y="2930806"/>
                  </a:lnTo>
                  <a:lnTo>
                    <a:pt x="737872" y="2823289"/>
                  </a:lnTo>
                  <a:lnTo>
                    <a:pt x="759042" y="2753462"/>
                  </a:lnTo>
                  <a:lnTo>
                    <a:pt x="780212" y="2724098"/>
                  </a:lnTo>
                  <a:lnTo>
                    <a:pt x="801383" y="2847891"/>
                  </a:lnTo>
                  <a:lnTo>
                    <a:pt x="822553" y="2826685"/>
                  </a:lnTo>
                  <a:lnTo>
                    <a:pt x="843723" y="2839126"/>
                  </a:lnTo>
                  <a:lnTo>
                    <a:pt x="864893" y="2811765"/>
                  </a:lnTo>
                  <a:lnTo>
                    <a:pt x="886064" y="2817254"/>
                  </a:lnTo>
                  <a:lnTo>
                    <a:pt x="907234" y="2816043"/>
                  </a:lnTo>
                  <a:lnTo>
                    <a:pt x="928404" y="2838484"/>
                  </a:lnTo>
                  <a:lnTo>
                    <a:pt x="949574" y="2945674"/>
                  </a:lnTo>
                  <a:lnTo>
                    <a:pt x="970745" y="2951402"/>
                  </a:lnTo>
                  <a:lnTo>
                    <a:pt x="991915" y="2962937"/>
                  </a:lnTo>
                  <a:lnTo>
                    <a:pt x="1013085" y="2995443"/>
                  </a:lnTo>
                  <a:lnTo>
                    <a:pt x="1034255" y="2921562"/>
                  </a:lnTo>
                  <a:lnTo>
                    <a:pt x="1055426" y="2998555"/>
                  </a:lnTo>
                  <a:lnTo>
                    <a:pt x="1076596" y="3036975"/>
                  </a:lnTo>
                  <a:lnTo>
                    <a:pt x="1097766" y="2991170"/>
                  </a:lnTo>
                  <a:lnTo>
                    <a:pt x="1118936" y="2951355"/>
                  </a:lnTo>
                  <a:lnTo>
                    <a:pt x="1140107" y="2921295"/>
                  </a:lnTo>
                  <a:lnTo>
                    <a:pt x="1161277" y="2931147"/>
                  </a:lnTo>
                  <a:lnTo>
                    <a:pt x="1182447" y="2901633"/>
                  </a:lnTo>
                  <a:lnTo>
                    <a:pt x="1203617" y="2888716"/>
                  </a:lnTo>
                  <a:lnTo>
                    <a:pt x="1224788" y="2857108"/>
                  </a:lnTo>
                  <a:lnTo>
                    <a:pt x="1245958" y="2809946"/>
                  </a:lnTo>
                  <a:lnTo>
                    <a:pt x="1267128" y="2760120"/>
                  </a:lnTo>
                  <a:lnTo>
                    <a:pt x="1288298" y="2735493"/>
                  </a:lnTo>
                  <a:lnTo>
                    <a:pt x="1309469" y="2692941"/>
                  </a:lnTo>
                  <a:lnTo>
                    <a:pt x="1330639" y="2546038"/>
                  </a:lnTo>
                  <a:lnTo>
                    <a:pt x="1351809" y="2417524"/>
                  </a:lnTo>
                  <a:lnTo>
                    <a:pt x="1372980" y="2664637"/>
                  </a:lnTo>
                  <a:lnTo>
                    <a:pt x="1394150" y="2629992"/>
                  </a:lnTo>
                  <a:lnTo>
                    <a:pt x="1415320" y="2687574"/>
                  </a:lnTo>
                  <a:lnTo>
                    <a:pt x="1436490" y="2698271"/>
                  </a:lnTo>
                  <a:lnTo>
                    <a:pt x="1457661" y="2632074"/>
                  </a:lnTo>
                  <a:lnTo>
                    <a:pt x="1478831" y="2683475"/>
                  </a:lnTo>
                  <a:lnTo>
                    <a:pt x="1500001" y="2643888"/>
                  </a:lnTo>
                  <a:lnTo>
                    <a:pt x="1521171" y="2715026"/>
                  </a:lnTo>
                  <a:lnTo>
                    <a:pt x="1542342" y="2784328"/>
                  </a:lnTo>
                  <a:lnTo>
                    <a:pt x="1563512" y="2787462"/>
                  </a:lnTo>
                  <a:lnTo>
                    <a:pt x="1584682" y="2773352"/>
                  </a:lnTo>
                  <a:lnTo>
                    <a:pt x="1605852" y="2659533"/>
                  </a:lnTo>
                  <a:lnTo>
                    <a:pt x="1627023" y="2758245"/>
                  </a:lnTo>
                  <a:lnTo>
                    <a:pt x="1648193" y="2803836"/>
                  </a:lnTo>
                  <a:lnTo>
                    <a:pt x="1669363" y="2808679"/>
                  </a:lnTo>
                  <a:lnTo>
                    <a:pt x="1690533" y="2830955"/>
                  </a:lnTo>
                  <a:lnTo>
                    <a:pt x="1711704" y="2859295"/>
                  </a:lnTo>
                  <a:lnTo>
                    <a:pt x="1732874" y="2858182"/>
                  </a:lnTo>
                  <a:lnTo>
                    <a:pt x="1754044" y="2866370"/>
                  </a:lnTo>
                  <a:lnTo>
                    <a:pt x="1775214" y="2851910"/>
                  </a:lnTo>
                  <a:lnTo>
                    <a:pt x="1796385" y="2847892"/>
                  </a:lnTo>
                  <a:lnTo>
                    <a:pt x="1817555" y="2799959"/>
                  </a:lnTo>
                  <a:lnTo>
                    <a:pt x="1838725" y="2725082"/>
                  </a:lnTo>
                  <a:lnTo>
                    <a:pt x="1859895" y="2660029"/>
                  </a:lnTo>
                  <a:lnTo>
                    <a:pt x="1881066" y="2827476"/>
                  </a:lnTo>
                  <a:lnTo>
                    <a:pt x="1902236" y="2599476"/>
                  </a:lnTo>
                  <a:lnTo>
                    <a:pt x="1923406" y="2476162"/>
                  </a:lnTo>
                  <a:lnTo>
                    <a:pt x="1944576" y="2545108"/>
                  </a:lnTo>
                  <a:lnTo>
                    <a:pt x="1965747" y="2390314"/>
                  </a:lnTo>
                  <a:lnTo>
                    <a:pt x="1986917" y="2439765"/>
                  </a:lnTo>
                  <a:lnTo>
                    <a:pt x="2008087" y="2270876"/>
                  </a:lnTo>
                  <a:lnTo>
                    <a:pt x="2029257" y="2300273"/>
                  </a:lnTo>
                  <a:lnTo>
                    <a:pt x="2050428" y="2436561"/>
                  </a:lnTo>
                  <a:lnTo>
                    <a:pt x="2071598" y="2358391"/>
                  </a:lnTo>
                  <a:lnTo>
                    <a:pt x="2092768" y="2191760"/>
                  </a:lnTo>
                  <a:lnTo>
                    <a:pt x="2113938" y="2203176"/>
                  </a:lnTo>
                  <a:lnTo>
                    <a:pt x="2135109" y="2241394"/>
                  </a:lnTo>
                  <a:lnTo>
                    <a:pt x="2156279" y="2072356"/>
                  </a:lnTo>
                  <a:lnTo>
                    <a:pt x="2177449" y="2251270"/>
                  </a:lnTo>
                  <a:lnTo>
                    <a:pt x="2198619" y="2287100"/>
                  </a:lnTo>
                  <a:lnTo>
                    <a:pt x="2219790" y="2197709"/>
                  </a:lnTo>
                  <a:lnTo>
                    <a:pt x="2240960" y="2020668"/>
                  </a:lnTo>
                  <a:lnTo>
                    <a:pt x="2262130" y="1924089"/>
                  </a:lnTo>
                  <a:lnTo>
                    <a:pt x="2283300" y="1865220"/>
                  </a:lnTo>
                  <a:lnTo>
                    <a:pt x="2304471" y="1825588"/>
                  </a:lnTo>
                  <a:lnTo>
                    <a:pt x="2325641" y="1995125"/>
                  </a:lnTo>
                  <a:lnTo>
                    <a:pt x="2346811" y="1898776"/>
                  </a:lnTo>
                  <a:lnTo>
                    <a:pt x="2367981" y="1755324"/>
                  </a:lnTo>
                  <a:lnTo>
                    <a:pt x="2389152" y="1744541"/>
                  </a:lnTo>
                  <a:lnTo>
                    <a:pt x="2410322" y="1503782"/>
                  </a:lnTo>
                  <a:lnTo>
                    <a:pt x="2431492" y="1522602"/>
                  </a:lnTo>
                  <a:lnTo>
                    <a:pt x="2452662" y="1645016"/>
                  </a:lnTo>
                  <a:lnTo>
                    <a:pt x="2473833" y="1491077"/>
                  </a:lnTo>
                  <a:lnTo>
                    <a:pt x="2495003" y="1884352"/>
                  </a:lnTo>
                  <a:lnTo>
                    <a:pt x="2516173" y="1671874"/>
                  </a:lnTo>
                  <a:lnTo>
                    <a:pt x="2537343" y="1741363"/>
                  </a:lnTo>
                  <a:lnTo>
                    <a:pt x="2558514" y="1710608"/>
                  </a:lnTo>
                  <a:lnTo>
                    <a:pt x="2579684" y="1694266"/>
                  </a:lnTo>
                  <a:lnTo>
                    <a:pt x="2600854" y="1513507"/>
                  </a:lnTo>
                  <a:lnTo>
                    <a:pt x="2622024" y="1178247"/>
                  </a:lnTo>
                  <a:lnTo>
                    <a:pt x="2643195" y="1114856"/>
                  </a:lnTo>
                  <a:lnTo>
                    <a:pt x="2664365" y="1147355"/>
                  </a:lnTo>
                  <a:lnTo>
                    <a:pt x="2685535" y="844169"/>
                  </a:lnTo>
                  <a:lnTo>
                    <a:pt x="2706705" y="936991"/>
                  </a:lnTo>
                  <a:lnTo>
                    <a:pt x="2727876" y="794268"/>
                  </a:lnTo>
                  <a:lnTo>
                    <a:pt x="2749046" y="1005098"/>
                  </a:lnTo>
                  <a:lnTo>
                    <a:pt x="2770216" y="1205610"/>
                  </a:lnTo>
                  <a:lnTo>
                    <a:pt x="2791386" y="804323"/>
                  </a:lnTo>
                  <a:lnTo>
                    <a:pt x="2812557" y="445950"/>
                  </a:lnTo>
                  <a:lnTo>
                    <a:pt x="2833727" y="362911"/>
                  </a:lnTo>
                  <a:lnTo>
                    <a:pt x="2854897" y="375529"/>
                  </a:lnTo>
                  <a:lnTo>
                    <a:pt x="2876067" y="327381"/>
                  </a:lnTo>
                  <a:lnTo>
                    <a:pt x="2897238" y="23366"/>
                  </a:lnTo>
                  <a:lnTo>
                    <a:pt x="2918408" y="0"/>
                  </a:lnTo>
                  <a:lnTo>
                    <a:pt x="2918408" y="0"/>
                  </a:lnTo>
                  <a:lnTo>
                    <a:pt x="2939578" y="312457"/>
                  </a:lnTo>
                  <a:lnTo>
                    <a:pt x="2960748" y="377409"/>
                  </a:lnTo>
                  <a:lnTo>
                    <a:pt x="2981919" y="427703"/>
                  </a:lnTo>
                  <a:lnTo>
                    <a:pt x="3003089" y="451831"/>
                  </a:lnTo>
                  <a:lnTo>
                    <a:pt x="3024259" y="418361"/>
                  </a:lnTo>
                  <a:lnTo>
                    <a:pt x="3045429" y="418882"/>
                  </a:lnTo>
                  <a:lnTo>
                    <a:pt x="3066600" y="477384"/>
                  </a:lnTo>
                  <a:lnTo>
                    <a:pt x="3087770" y="455724"/>
                  </a:lnTo>
                  <a:lnTo>
                    <a:pt x="3108940" y="523008"/>
                  </a:lnTo>
                  <a:lnTo>
                    <a:pt x="3130110" y="622927"/>
                  </a:lnTo>
                  <a:lnTo>
                    <a:pt x="3151281" y="638516"/>
                  </a:lnTo>
                  <a:lnTo>
                    <a:pt x="3172451" y="688414"/>
                  </a:lnTo>
                  <a:lnTo>
                    <a:pt x="3193621" y="579713"/>
                  </a:lnTo>
                  <a:lnTo>
                    <a:pt x="3214791" y="1926718"/>
                  </a:lnTo>
                  <a:lnTo>
                    <a:pt x="3235962" y="1992529"/>
                  </a:lnTo>
                  <a:lnTo>
                    <a:pt x="3257132" y="1898811"/>
                  </a:lnTo>
                  <a:lnTo>
                    <a:pt x="3278302" y="1622090"/>
                  </a:lnTo>
                  <a:lnTo>
                    <a:pt x="3299472" y="1555136"/>
                  </a:lnTo>
                  <a:lnTo>
                    <a:pt x="3320643" y="1379309"/>
                  </a:lnTo>
                  <a:lnTo>
                    <a:pt x="3341813" y="1375948"/>
                  </a:lnTo>
                  <a:lnTo>
                    <a:pt x="3362983" y="1000053"/>
                  </a:lnTo>
                  <a:lnTo>
                    <a:pt x="3384153" y="987248"/>
                  </a:lnTo>
                  <a:lnTo>
                    <a:pt x="3405324" y="1068050"/>
                  </a:lnTo>
                  <a:lnTo>
                    <a:pt x="3426494" y="1006318"/>
                  </a:lnTo>
                  <a:lnTo>
                    <a:pt x="3447664" y="1061641"/>
                  </a:lnTo>
                  <a:lnTo>
                    <a:pt x="3468834" y="1033436"/>
                  </a:lnTo>
                  <a:lnTo>
                    <a:pt x="3490005" y="1094284"/>
                  </a:lnTo>
                  <a:lnTo>
                    <a:pt x="3511175" y="1138411"/>
                  </a:lnTo>
                  <a:lnTo>
                    <a:pt x="3532345" y="2481450"/>
                  </a:lnTo>
                  <a:lnTo>
                    <a:pt x="3553515" y="2352308"/>
                  </a:lnTo>
                  <a:lnTo>
                    <a:pt x="3574686" y="2288621"/>
                  </a:lnTo>
                  <a:lnTo>
                    <a:pt x="3595856" y="2442565"/>
                  </a:lnTo>
                  <a:lnTo>
                    <a:pt x="3617026" y="2367519"/>
                  </a:lnTo>
                  <a:lnTo>
                    <a:pt x="3638196" y="2485631"/>
                  </a:lnTo>
                  <a:lnTo>
                    <a:pt x="3659367" y="2350644"/>
                  </a:lnTo>
                  <a:lnTo>
                    <a:pt x="3680537" y="2607944"/>
                  </a:lnTo>
                  <a:lnTo>
                    <a:pt x="3701707" y="2609606"/>
                  </a:lnTo>
                  <a:lnTo>
                    <a:pt x="3722877" y="2455709"/>
                  </a:lnTo>
                  <a:lnTo>
                    <a:pt x="3744048" y="2930984"/>
                  </a:lnTo>
                  <a:lnTo>
                    <a:pt x="3765218" y="2648543"/>
                  </a:lnTo>
                  <a:lnTo>
                    <a:pt x="3786388" y="2996713"/>
                  </a:lnTo>
                  <a:lnTo>
                    <a:pt x="3807558" y="3091636"/>
                  </a:lnTo>
                  <a:lnTo>
                    <a:pt x="3828729" y="3040444"/>
                  </a:lnTo>
                  <a:lnTo>
                    <a:pt x="3845489" y="3116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808156" y="5164799"/>
              <a:ext cx="1066948" cy="1214650"/>
            </a:xfrm>
            <a:custGeom>
              <a:avLst/>
              <a:pathLst>
                <a:path w="1066948" h="1214650">
                  <a:moveTo>
                    <a:pt x="0" y="1214650"/>
                  </a:moveTo>
                  <a:lnTo>
                    <a:pt x="19799" y="923802"/>
                  </a:lnTo>
                  <a:lnTo>
                    <a:pt x="40969" y="872840"/>
                  </a:lnTo>
                  <a:lnTo>
                    <a:pt x="62139" y="694386"/>
                  </a:lnTo>
                  <a:lnTo>
                    <a:pt x="83310" y="523040"/>
                  </a:lnTo>
                  <a:lnTo>
                    <a:pt x="104480" y="541030"/>
                  </a:lnTo>
                  <a:lnTo>
                    <a:pt x="125650" y="321704"/>
                  </a:lnTo>
                  <a:lnTo>
                    <a:pt x="146820" y="92902"/>
                  </a:lnTo>
                  <a:lnTo>
                    <a:pt x="167991" y="14689"/>
                  </a:lnTo>
                  <a:lnTo>
                    <a:pt x="189161" y="0"/>
                  </a:lnTo>
                  <a:lnTo>
                    <a:pt x="210331" y="88828"/>
                  </a:lnTo>
                  <a:lnTo>
                    <a:pt x="231501" y="358169"/>
                  </a:lnTo>
                  <a:lnTo>
                    <a:pt x="252672" y="606506"/>
                  </a:lnTo>
                  <a:lnTo>
                    <a:pt x="273842" y="519348"/>
                  </a:lnTo>
                  <a:lnTo>
                    <a:pt x="295012" y="293869"/>
                  </a:lnTo>
                  <a:lnTo>
                    <a:pt x="316182" y="429169"/>
                  </a:lnTo>
                  <a:lnTo>
                    <a:pt x="337353" y="369582"/>
                  </a:lnTo>
                  <a:lnTo>
                    <a:pt x="358523" y="361217"/>
                  </a:lnTo>
                  <a:lnTo>
                    <a:pt x="379693" y="573006"/>
                  </a:lnTo>
                  <a:lnTo>
                    <a:pt x="400863" y="598199"/>
                  </a:lnTo>
                  <a:lnTo>
                    <a:pt x="422034" y="812114"/>
                  </a:lnTo>
                  <a:lnTo>
                    <a:pt x="443204" y="768860"/>
                  </a:lnTo>
                  <a:lnTo>
                    <a:pt x="464374" y="873858"/>
                  </a:lnTo>
                  <a:lnTo>
                    <a:pt x="485545" y="849524"/>
                  </a:lnTo>
                  <a:lnTo>
                    <a:pt x="506715" y="855803"/>
                  </a:lnTo>
                  <a:lnTo>
                    <a:pt x="527885" y="978796"/>
                  </a:lnTo>
                  <a:lnTo>
                    <a:pt x="549055" y="1079292"/>
                  </a:lnTo>
                  <a:lnTo>
                    <a:pt x="570226" y="1070810"/>
                  </a:lnTo>
                  <a:lnTo>
                    <a:pt x="591396" y="1032572"/>
                  </a:lnTo>
                  <a:lnTo>
                    <a:pt x="612566" y="1084240"/>
                  </a:lnTo>
                  <a:lnTo>
                    <a:pt x="633736" y="1025685"/>
                  </a:lnTo>
                  <a:lnTo>
                    <a:pt x="654907" y="1054286"/>
                  </a:lnTo>
                  <a:lnTo>
                    <a:pt x="676077" y="849308"/>
                  </a:lnTo>
                  <a:lnTo>
                    <a:pt x="697247" y="831777"/>
                  </a:lnTo>
                  <a:lnTo>
                    <a:pt x="718417" y="1005233"/>
                  </a:lnTo>
                  <a:lnTo>
                    <a:pt x="739588" y="943110"/>
                  </a:lnTo>
                  <a:lnTo>
                    <a:pt x="760758" y="1079719"/>
                  </a:lnTo>
                  <a:lnTo>
                    <a:pt x="781928" y="921640"/>
                  </a:lnTo>
                  <a:lnTo>
                    <a:pt x="803098" y="952328"/>
                  </a:lnTo>
                  <a:lnTo>
                    <a:pt x="824269" y="858463"/>
                  </a:lnTo>
                  <a:lnTo>
                    <a:pt x="845439" y="782094"/>
                  </a:lnTo>
                  <a:lnTo>
                    <a:pt x="866609" y="825945"/>
                  </a:lnTo>
                  <a:lnTo>
                    <a:pt x="887779" y="919337"/>
                  </a:lnTo>
                  <a:lnTo>
                    <a:pt x="908950" y="888708"/>
                  </a:lnTo>
                  <a:lnTo>
                    <a:pt x="930120" y="1079158"/>
                  </a:lnTo>
                  <a:lnTo>
                    <a:pt x="951290" y="1069332"/>
                  </a:lnTo>
                  <a:lnTo>
                    <a:pt x="972460" y="1141414"/>
                  </a:lnTo>
                  <a:lnTo>
                    <a:pt x="993631" y="1100042"/>
                  </a:lnTo>
                  <a:lnTo>
                    <a:pt x="1014801" y="1052296"/>
                  </a:lnTo>
                  <a:lnTo>
                    <a:pt x="1035971" y="1169178"/>
                  </a:lnTo>
                  <a:lnTo>
                    <a:pt x="1057141" y="1180124"/>
                  </a:lnTo>
                  <a:lnTo>
                    <a:pt x="1066948" y="12146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927274" y="6373699"/>
              <a:ext cx="3398" cy="5750"/>
            </a:xfrm>
            <a:custGeom>
              <a:avLst/>
              <a:pathLst>
                <a:path w="3398" h="5750">
                  <a:moveTo>
                    <a:pt x="0" y="5750"/>
                  </a:moveTo>
                  <a:lnTo>
                    <a:pt x="1534" y="0"/>
                  </a:lnTo>
                  <a:lnTo>
                    <a:pt x="3398" y="57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955285" y="6201376"/>
              <a:ext cx="40686" cy="178073"/>
            </a:xfrm>
            <a:custGeom>
              <a:avLst/>
              <a:pathLst>
                <a:path w="40686" h="178073">
                  <a:moveTo>
                    <a:pt x="0" y="178073"/>
                  </a:moveTo>
                  <a:lnTo>
                    <a:pt x="15863" y="0"/>
                  </a:lnTo>
                  <a:lnTo>
                    <a:pt x="37034" y="143603"/>
                  </a:lnTo>
                  <a:lnTo>
                    <a:pt x="40686" y="1780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068920" y="6107389"/>
              <a:ext cx="395246" cy="272060"/>
            </a:xfrm>
            <a:custGeom>
              <a:avLst/>
              <a:pathLst>
                <a:path w="395246" h="272060">
                  <a:moveTo>
                    <a:pt x="0" y="272060"/>
                  </a:moveTo>
                  <a:lnTo>
                    <a:pt x="8080" y="190637"/>
                  </a:lnTo>
                  <a:lnTo>
                    <a:pt x="29250" y="264068"/>
                  </a:lnTo>
                  <a:lnTo>
                    <a:pt x="50420" y="214536"/>
                  </a:lnTo>
                  <a:lnTo>
                    <a:pt x="71590" y="108547"/>
                  </a:lnTo>
                  <a:lnTo>
                    <a:pt x="92761" y="70056"/>
                  </a:lnTo>
                  <a:lnTo>
                    <a:pt x="113931" y="7470"/>
                  </a:lnTo>
                  <a:lnTo>
                    <a:pt x="135101" y="15830"/>
                  </a:lnTo>
                  <a:lnTo>
                    <a:pt x="156271" y="0"/>
                  </a:lnTo>
                  <a:lnTo>
                    <a:pt x="177442" y="76236"/>
                  </a:lnTo>
                  <a:lnTo>
                    <a:pt x="198612" y="43524"/>
                  </a:lnTo>
                  <a:lnTo>
                    <a:pt x="219782" y="34990"/>
                  </a:lnTo>
                  <a:lnTo>
                    <a:pt x="240952" y="72105"/>
                  </a:lnTo>
                  <a:lnTo>
                    <a:pt x="262123" y="215279"/>
                  </a:lnTo>
                  <a:lnTo>
                    <a:pt x="283293" y="217083"/>
                  </a:lnTo>
                  <a:lnTo>
                    <a:pt x="304463" y="224407"/>
                  </a:lnTo>
                  <a:lnTo>
                    <a:pt x="325633" y="245346"/>
                  </a:lnTo>
                  <a:lnTo>
                    <a:pt x="346804" y="172489"/>
                  </a:lnTo>
                  <a:lnTo>
                    <a:pt x="367974" y="247667"/>
                  </a:lnTo>
                  <a:lnTo>
                    <a:pt x="389144" y="255273"/>
                  </a:lnTo>
                  <a:lnTo>
                    <a:pt x="395246" y="2720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491739" y="6350711"/>
              <a:ext cx="32543" cy="28738"/>
            </a:xfrm>
            <a:custGeom>
              <a:avLst/>
              <a:pathLst>
                <a:path w="32543" h="28738">
                  <a:moveTo>
                    <a:pt x="0" y="28738"/>
                  </a:moveTo>
                  <a:lnTo>
                    <a:pt x="8666" y="0"/>
                  </a:lnTo>
                  <a:lnTo>
                    <a:pt x="29837" y="25258"/>
                  </a:lnTo>
                  <a:lnTo>
                    <a:pt x="32543" y="287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52426" y="6349936"/>
              <a:ext cx="45316" cy="29513"/>
            </a:xfrm>
            <a:custGeom>
              <a:avLst/>
              <a:pathLst>
                <a:path w="45316" h="29513">
                  <a:moveTo>
                    <a:pt x="0" y="29513"/>
                  </a:moveTo>
                  <a:lnTo>
                    <a:pt x="11490" y="1343"/>
                  </a:lnTo>
                  <a:lnTo>
                    <a:pt x="32660" y="0"/>
                  </a:lnTo>
                  <a:lnTo>
                    <a:pt x="45316" y="295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744042" y="6231235"/>
              <a:ext cx="77411" cy="148214"/>
            </a:xfrm>
            <a:custGeom>
              <a:avLst/>
              <a:pathLst>
                <a:path w="77411" h="148214">
                  <a:moveTo>
                    <a:pt x="0" y="148214"/>
                  </a:moveTo>
                  <a:lnTo>
                    <a:pt x="10406" y="0"/>
                  </a:lnTo>
                  <a:lnTo>
                    <a:pt x="31577" y="74709"/>
                  </a:lnTo>
                  <a:lnTo>
                    <a:pt x="52747" y="147613"/>
                  </a:lnTo>
                  <a:lnTo>
                    <a:pt x="73917" y="140501"/>
                  </a:lnTo>
                  <a:lnTo>
                    <a:pt x="77411" y="1482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062900" y="6271929"/>
              <a:ext cx="26195" cy="107520"/>
            </a:xfrm>
            <a:custGeom>
              <a:avLst/>
              <a:pathLst>
                <a:path w="26195" h="107520">
                  <a:moveTo>
                    <a:pt x="0" y="107520"/>
                  </a:moveTo>
                  <a:lnTo>
                    <a:pt x="9102" y="0"/>
                  </a:lnTo>
                  <a:lnTo>
                    <a:pt x="26195" y="1075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113988" y="6379012"/>
              <a:ext cx="625" cy="437"/>
            </a:xfrm>
            <a:custGeom>
              <a:avLst/>
              <a:pathLst>
                <a:path w="625" h="437">
                  <a:moveTo>
                    <a:pt x="0" y="437"/>
                  </a:moveTo>
                  <a:lnTo>
                    <a:pt x="354" y="0"/>
                  </a:lnTo>
                  <a:lnTo>
                    <a:pt x="625" y="4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696196" y="6195409"/>
              <a:ext cx="127575" cy="184040"/>
            </a:xfrm>
            <a:custGeom>
              <a:avLst/>
              <a:pathLst>
                <a:path w="127575" h="184040">
                  <a:moveTo>
                    <a:pt x="0" y="184040"/>
                  </a:moveTo>
                  <a:lnTo>
                    <a:pt x="10913" y="177652"/>
                  </a:lnTo>
                  <a:lnTo>
                    <a:pt x="32084" y="150706"/>
                  </a:lnTo>
                  <a:lnTo>
                    <a:pt x="53254" y="104434"/>
                  </a:lnTo>
                  <a:lnTo>
                    <a:pt x="74424" y="116664"/>
                  </a:lnTo>
                  <a:lnTo>
                    <a:pt x="95594" y="0"/>
                  </a:lnTo>
                  <a:lnTo>
                    <a:pt x="116765" y="162155"/>
                  </a:lnTo>
                  <a:lnTo>
                    <a:pt x="127575" y="1840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360600" y="6342077"/>
              <a:ext cx="36206" cy="37372"/>
            </a:xfrm>
            <a:custGeom>
              <a:avLst/>
              <a:pathLst>
                <a:path w="36206" h="37372">
                  <a:moveTo>
                    <a:pt x="0" y="37372"/>
                  </a:moveTo>
                  <a:lnTo>
                    <a:pt x="2787" y="33532"/>
                  </a:lnTo>
                  <a:lnTo>
                    <a:pt x="23957" y="0"/>
                  </a:lnTo>
                  <a:lnTo>
                    <a:pt x="36206" y="373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413512" y="6332638"/>
              <a:ext cx="29066" cy="46811"/>
            </a:xfrm>
            <a:custGeom>
              <a:avLst/>
              <a:pathLst>
                <a:path w="29066" h="46811">
                  <a:moveTo>
                    <a:pt x="0" y="46811"/>
                  </a:moveTo>
                  <a:lnTo>
                    <a:pt x="13386" y="0"/>
                  </a:lnTo>
                  <a:lnTo>
                    <a:pt x="29066" y="468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492031" y="6337037"/>
              <a:ext cx="53629" cy="42412"/>
            </a:xfrm>
            <a:custGeom>
              <a:avLst/>
              <a:pathLst>
                <a:path w="53629" h="42412">
                  <a:moveTo>
                    <a:pt x="0" y="42412"/>
                  </a:moveTo>
                  <a:lnTo>
                    <a:pt x="19548" y="16724"/>
                  </a:lnTo>
                  <a:lnTo>
                    <a:pt x="40718" y="0"/>
                  </a:lnTo>
                  <a:lnTo>
                    <a:pt x="53629" y="424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570329" y="6371577"/>
              <a:ext cx="6326" cy="7872"/>
            </a:xfrm>
            <a:custGeom>
              <a:avLst/>
              <a:pathLst>
                <a:path w="6326" h="7872">
                  <a:moveTo>
                    <a:pt x="0" y="7872"/>
                  </a:moveTo>
                  <a:lnTo>
                    <a:pt x="4760" y="0"/>
                  </a:lnTo>
                  <a:lnTo>
                    <a:pt x="6326" y="78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551565" y="3262477"/>
              <a:ext cx="8446930" cy="3116972"/>
            </a:xfrm>
            <a:custGeom>
              <a:avLst/>
              <a:pathLst>
                <a:path w="8446930" h="3116972">
                  <a:moveTo>
                    <a:pt x="0" y="3001611"/>
                  </a:moveTo>
                  <a:lnTo>
                    <a:pt x="21170" y="3037297"/>
                  </a:lnTo>
                  <a:lnTo>
                    <a:pt x="42340" y="3045785"/>
                  </a:lnTo>
                  <a:lnTo>
                    <a:pt x="63510" y="3036857"/>
                  </a:lnTo>
                  <a:lnTo>
                    <a:pt x="84681" y="3072863"/>
                  </a:lnTo>
                  <a:lnTo>
                    <a:pt x="105851" y="3035287"/>
                  </a:lnTo>
                  <a:lnTo>
                    <a:pt x="127021" y="3043031"/>
                  </a:lnTo>
                  <a:lnTo>
                    <a:pt x="148191" y="3009077"/>
                  </a:lnTo>
                  <a:lnTo>
                    <a:pt x="169362" y="3008424"/>
                  </a:lnTo>
                  <a:lnTo>
                    <a:pt x="190532" y="3020706"/>
                  </a:lnTo>
                  <a:lnTo>
                    <a:pt x="211702" y="3099584"/>
                  </a:lnTo>
                  <a:lnTo>
                    <a:pt x="232872" y="3049806"/>
                  </a:lnTo>
                  <a:lnTo>
                    <a:pt x="254043" y="3072863"/>
                  </a:lnTo>
                  <a:lnTo>
                    <a:pt x="275213" y="2953939"/>
                  </a:lnTo>
                  <a:lnTo>
                    <a:pt x="296383" y="3043492"/>
                  </a:lnTo>
                  <a:lnTo>
                    <a:pt x="317553" y="3089166"/>
                  </a:lnTo>
                  <a:lnTo>
                    <a:pt x="338724" y="3032752"/>
                  </a:lnTo>
                  <a:lnTo>
                    <a:pt x="359894" y="3054310"/>
                  </a:lnTo>
                  <a:lnTo>
                    <a:pt x="381064" y="3116972"/>
                  </a:lnTo>
                  <a:lnTo>
                    <a:pt x="402234" y="3116972"/>
                  </a:lnTo>
                  <a:lnTo>
                    <a:pt x="423405" y="2921450"/>
                  </a:lnTo>
                  <a:lnTo>
                    <a:pt x="444575" y="2881115"/>
                  </a:lnTo>
                  <a:lnTo>
                    <a:pt x="465745" y="2894807"/>
                  </a:lnTo>
                  <a:lnTo>
                    <a:pt x="486915" y="2826048"/>
                  </a:lnTo>
                  <a:lnTo>
                    <a:pt x="508086" y="2965650"/>
                  </a:lnTo>
                  <a:lnTo>
                    <a:pt x="529256" y="2801806"/>
                  </a:lnTo>
                  <a:lnTo>
                    <a:pt x="550426" y="2847359"/>
                  </a:lnTo>
                  <a:lnTo>
                    <a:pt x="571596" y="2850371"/>
                  </a:lnTo>
                  <a:lnTo>
                    <a:pt x="592767" y="2832681"/>
                  </a:lnTo>
                  <a:lnTo>
                    <a:pt x="613937" y="2771135"/>
                  </a:lnTo>
                  <a:lnTo>
                    <a:pt x="635107" y="2746730"/>
                  </a:lnTo>
                  <a:lnTo>
                    <a:pt x="656277" y="2845681"/>
                  </a:lnTo>
                  <a:lnTo>
                    <a:pt x="677448" y="2819947"/>
                  </a:lnTo>
                  <a:lnTo>
                    <a:pt x="698618" y="2842658"/>
                  </a:lnTo>
                  <a:lnTo>
                    <a:pt x="719788" y="2870244"/>
                  </a:lnTo>
                  <a:lnTo>
                    <a:pt x="740958" y="2911116"/>
                  </a:lnTo>
                  <a:lnTo>
                    <a:pt x="762129" y="2931125"/>
                  </a:lnTo>
                  <a:lnTo>
                    <a:pt x="783299" y="2861530"/>
                  </a:lnTo>
                  <a:lnTo>
                    <a:pt x="804469" y="2934802"/>
                  </a:lnTo>
                  <a:lnTo>
                    <a:pt x="825639" y="2953191"/>
                  </a:lnTo>
                  <a:lnTo>
                    <a:pt x="846810" y="2795068"/>
                  </a:lnTo>
                  <a:lnTo>
                    <a:pt x="867980" y="2832236"/>
                  </a:lnTo>
                  <a:lnTo>
                    <a:pt x="889150" y="2840380"/>
                  </a:lnTo>
                  <a:lnTo>
                    <a:pt x="910320" y="2920565"/>
                  </a:lnTo>
                  <a:lnTo>
                    <a:pt x="931491" y="2867877"/>
                  </a:lnTo>
                  <a:lnTo>
                    <a:pt x="952661" y="2795468"/>
                  </a:lnTo>
                  <a:lnTo>
                    <a:pt x="973831" y="2818459"/>
                  </a:lnTo>
                  <a:lnTo>
                    <a:pt x="995001" y="2870178"/>
                  </a:lnTo>
                  <a:lnTo>
                    <a:pt x="1016172" y="2934845"/>
                  </a:lnTo>
                  <a:lnTo>
                    <a:pt x="1037342" y="2988841"/>
                  </a:lnTo>
                  <a:lnTo>
                    <a:pt x="1058512" y="2969236"/>
                  </a:lnTo>
                  <a:lnTo>
                    <a:pt x="1079682" y="2970059"/>
                  </a:lnTo>
                  <a:lnTo>
                    <a:pt x="1100853" y="2920514"/>
                  </a:lnTo>
                  <a:lnTo>
                    <a:pt x="1122023" y="2930806"/>
                  </a:lnTo>
                  <a:lnTo>
                    <a:pt x="1143193" y="2823289"/>
                  </a:lnTo>
                  <a:lnTo>
                    <a:pt x="1164363" y="2753462"/>
                  </a:lnTo>
                  <a:lnTo>
                    <a:pt x="1185534" y="2724098"/>
                  </a:lnTo>
                  <a:lnTo>
                    <a:pt x="1206704" y="2847891"/>
                  </a:lnTo>
                  <a:lnTo>
                    <a:pt x="1227874" y="2826685"/>
                  </a:lnTo>
                  <a:lnTo>
                    <a:pt x="1249044" y="2839126"/>
                  </a:lnTo>
                  <a:lnTo>
                    <a:pt x="1270215" y="2811765"/>
                  </a:lnTo>
                  <a:lnTo>
                    <a:pt x="1291385" y="2817254"/>
                  </a:lnTo>
                  <a:lnTo>
                    <a:pt x="1312555" y="2816043"/>
                  </a:lnTo>
                  <a:lnTo>
                    <a:pt x="1333725" y="2838484"/>
                  </a:lnTo>
                  <a:lnTo>
                    <a:pt x="1354896" y="2945674"/>
                  </a:lnTo>
                  <a:lnTo>
                    <a:pt x="1376066" y="2951402"/>
                  </a:lnTo>
                  <a:lnTo>
                    <a:pt x="1397236" y="2962937"/>
                  </a:lnTo>
                  <a:lnTo>
                    <a:pt x="1418406" y="2995443"/>
                  </a:lnTo>
                  <a:lnTo>
                    <a:pt x="1439577" y="2921562"/>
                  </a:lnTo>
                  <a:lnTo>
                    <a:pt x="1460747" y="2998555"/>
                  </a:lnTo>
                  <a:lnTo>
                    <a:pt x="1481917" y="3036975"/>
                  </a:lnTo>
                  <a:lnTo>
                    <a:pt x="1503087" y="2991170"/>
                  </a:lnTo>
                  <a:lnTo>
                    <a:pt x="1524258" y="2951355"/>
                  </a:lnTo>
                  <a:lnTo>
                    <a:pt x="1545428" y="2921295"/>
                  </a:lnTo>
                  <a:lnTo>
                    <a:pt x="1566598" y="2931147"/>
                  </a:lnTo>
                  <a:lnTo>
                    <a:pt x="1587768" y="2901633"/>
                  </a:lnTo>
                  <a:lnTo>
                    <a:pt x="1608939" y="2888716"/>
                  </a:lnTo>
                  <a:lnTo>
                    <a:pt x="1630109" y="2857108"/>
                  </a:lnTo>
                  <a:lnTo>
                    <a:pt x="1651279" y="2809946"/>
                  </a:lnTo>
                  <a:lnTo>
                    <a:pt x="1672449" y="2760120"/>
                  </a:lnTo>
                  <a:lnTo>
                    <a:pt x="1693620" y="2735493"/>
                  </a:lnTo>
                  <a:lnTo>
                    <a:pt x="1714790" y="2692941"/>
                  </a:lnTo>
                  <a:lnTo>
                    <a:pt x="1735960" y="2546038"/>
                  </a:lnTo>
                  <a:lnTo>
                    <a:pt x="1757130" y="2417524"/>
                  </a:lnTo>
                  <a:lnTo>
                    <a:pt x="1778301" y="2664637"/>
                  </a:lnTo>
                  <a:lnTo>
                    <a:pt x="1799471" y="2629992"/>
                  </a:lnTo>
                  <a:lnTo>
                    <a:pt x="1820641" y="2687574"/>
                  </a:lnTo>
                  <a:lnTo>
                    <a:pt x="1841811" y="2698271"/>
                  </a:lnTo>
                  <a:lnTo>
                    <a:pt x="1862982" y="2632074"/>
                  </a:lnTo>
                  <a:lnTo>
                    <a:pt x="1884152" y="2683475"/>
                  </a:lnTo>
                  <a:lnTo>
                    <a:pt x="1905322" y="2643888"/>
                  </a:lnTo>
                  <a:lnTo>
                    <a:pt x="1926492" y="2715026"/>
                  </a:lnTo>
                  <a:lnTo>
                    <a:pt x="1947663" y="2784328"/>
                  </a:lnTo>
                  <a:lnTo>
                    <a:pt x="1968833" y="2787462"/>
                  </a:lnTo>
                  <a:lnTo>
                    <a:pt x="1990003" y="2773352"/>
                  </a:lnTo>
                  <a:lnTo>
                    <a:pt x="2011173" y="2659533"/>
                  </a:lnTo>
                  <a:lnTo>
                    <a:pt x="2032344" y="2758245"/>
                  </a:lnTo>
                  <a:lnTo>
                    <a:pt x="2053514" y="2803836"/>
                  </a:lnTo>
                  <a:lnTo>
                    <a:pt x="2074684" y="2808679"/>
                  </a:lnTo>
                  <a:lnTo>
                    <a:pt x="2095854" y="2830955"/>
                  </a:lnTo>
                  <a:lnTo>
                    <a:pt x="2117025" y="2859295"/>
                  </a:lnTo>
                  <a:lnTo>
                    <a:pt x="2138195" y="2858182"/>
                  </a:lnTo>
                  <a:lnTo>
                    <a:pt x="2159365" y="2866370"/>
                  </a:lnTo>
                  <a:lnTo>
                    <a:pt x="2180535" y="2851910"/>
                  </a:lnTo>
                  <a:lnTo>
                    <a:pt x="2201706" y="2847892"/>
                  </a:lnTo>
                  <a:lnTo>
                    <a:pt x="2222876" y="2799959"/>
                  </a:lnTo>
                  <a:lnTo>
                    <a:pt x="2244046" y="2725082"/>
                  </a:lnTo>
                  <a:lnTo>
                    <a:pt x="2265216" y="2660029"/>
                  </a:lnTo>
                  <a:lnTo>
                    <a:pt x="2286387" y="2827476"/>
                  </a:lnTo>
                  <a:lnTo>
                    <a:pt x="2307557" y="2599476"/>
                  </a:lnTo>
                  <a:lnTo>
                    <a:pt x="2328727" y="2476162"/>
                  </a:lnTo>
                  <a:lnTo>
                    <a:pt x="2349897" y="2545108"/>
                  </a:lnTo>
                  <a:lnTo>
                    <a:pt x="2371068" y="2390314"/>
                  </a:lnTo>
                  <a:lnTo>
                    <a:pt x="2392238" y="2439765"/>
                  </a:lnTo>
                  <a:lnTo>
                    <a:pt x="2413408" y="2270876"/>
                  </a:lnTo>
                  <a:lnTo>
                    <a:pt x="2434578" y="2300273"/>
                  </a:lnTo>
                  <a:lnTo>
                    <a:pt x="2455749" y="2436561"/>
                  </a:lnTo>
                  <a:lnTo>
                    <a:pt x="2476919" y="2358391"/>
                  </a:lnTo>
                  <a:lnTo>
                    <a:pt x="2498089" y="2191760"/>
                  </a:lnTo>
                  <a:lnTo>
                    <a:pt x="2519259" y="2203176"/>
                  </a:lnTo>
                  <a:lnTo>
                    <a:pt x="2540430" y="2241394"/>
                  </a:lnTo>
                  <a:lnTo>
                    <a:pt x="2561600" y="2072356"/>
                  </a:lnTo>
                  <a:lnTo>
                    <a:pt x="2582770" y="2251270"/>
                  </a:lnTo>
                  <a:lnTo>
                    <a:pt x="2603941" y="2287100"/>
                  </a:lnTo>
                  <a:lnTo>
                    <a:pt x="2625111" y="2197709"/>
                  </a:lnTo>
                  <a:lnTo>
                    <a:pt x="2646281" y="2020668"/>
                  </a:lnTo>
                  <a:lnTo>
                    <a:pt x="2667451" y="1924089"/>
                  </a:lnTo>
                  <a:lnTo>
                    <a:pt x="2688622" y="1865220"/>
                  </a:lnTo>
                  <a:lnTo>
                    <a:pt x="2709792" y="1825588"/>
                  </a:lnTo>
                  <a:lnTo>
                    <a:pt x="2730962" y="1995125"/>
                  </a:lnTo>
                  <a:lnTo>
                    <a:pt x="2752132" y="1898776"/>
                  </a:lnTo>
                  <a:lnTo>
                    <a:pt x="2773303" y="1755324"/>
                  </a:lnTo>
                  <a:lnTo>
                    <a:pt x="2794473" y="1744541"/>
                  </a:lnTo>
                  <a:lnTo>
                    <a:pt x="2815643" y="1503782"/>
                  </a:lnTo>
                  <a:lnTo>
                    <a:pt x="2836813" y="1522602"/>
                  </a:lnTo>
                  <a:lnTo>
                    <a:pt x="2857984" y="1645016"/>
                  </a:lnTo>
                  <a:lnTo>
                    <a:pt x="2879154" y="1491077"/>
                  </a:lnTo>
                  <a:lnTo>
                    <a:pt x="2900324" y="1884352"/>
                  </a:lnTo>
                  <a:lnTo>
                    <a:pt x="2921494" y="1671874"/>
                  </a:lnTo>
                  <a:lnTo>
                    <a:pt x="2942665" y="1741363"/>
                  </a:lnTo>
                  <a:lnTo>
                    <a:pt x="2963835" y="1710608"/>
                  </a:lnTo>
                  <a:lnTo>
                    <a:pt x="2985005" y="1694266"/>
                  </a:lnTo>
                  <a:lnTo>
                    <a:pt x="3006175" y="1513507"/>
                  </a:lnTo>
                  <a:lnTo>
                    <a:pt x="3027346" y="1178247"/>
                  </a:lnTo>
                  <a:lnTo>
                    <a:pt x="3048516" y="1114856"/>
                  </a:lnTo>
                  <a:lnTo>
                    <a:pt x="3069686" y="1147355"/>
                  </a:lnTo>
                  <a:lnTo>
                    <a:pt x="3090856" y="844169"/>
                  </a:lnTo>
                  <a:lnTo>
                    <a:pt x="3112027" y="936991"/>
                  </a:lnTo>
                  <a:lnTo>
                    <a:pt x="3133197" y="794268"/>
                  </a:lnTo>
                  <a:lnTo>
                    <a:pt x="3154367" y="1005098"/>
                  </a:lnTo>
                  <a:lnTo>
                    <a:pt x="3175537" y="1205610"/>
                  </a:lnTo>
                  <a:lnTo>
                    <a:pt x="3196708" y="804323"/>
                  </a:lnTo>
                  <a:lnTo>
                    <a:pt x="3217878" y="445950"/>
                  </a:lnTo>
                  <a:lnTo>
                    <a:pt x="3239048" y="362911"/>
                  </a:lnTo>
                  <a:lnTo>
                    <a:pt x="3260218" y="375529"/>
                  </a:lnTo>
                  <a:lnTo>
                    <a:pt x="3281389" y="327381"/>
                  </a:lnTo>
                  <a:lnTo>
                    <a:pt x="3302559" y="23366"/>
                  </a:lnTo>
                  <a:lnTo>
                    <a:pt x="3323729" y="0"/>
                  </a:lnTo>
                  <a:lnTo>
                    <a:pt x="3344899" y="312457"/>
                  </a:lnTo>
                  <a:lnTo>
                    <a:pt x="3366070" y="377409"/>
                  </a:lnTo>
                  <a:lnTo>
                    <a:pt x="3387240" y="427703"/>
                  </a:lnTo>
                  <a:lnTo>
                    <a:pt x="3408410" y="451831"/>
                  </a:lnTo>
                  <a:lnTo>
                    <a:pt x="3429580" y="418361"/>
                  </a:lnTo>
                  <a:lnTo>
                    <a:pt x="3450751" y="418882"/>
                  </a:lnTo>
                  <a:lnTo>
                    <a:pt x="3471921" y="477384"/>
                  </a:lnTo>
                  <a:lnTo>
                    <a:pt x="3493091" y="455724"/>
                  </a:lnTo>
                  <a:lnTo>
                    <a:pt x="3514261" y="523008"/>
                  </a:lnTo>
                  <a:lnTo>
                    <a:pt x="3535432" y="622927"/>
                  </a:lnTo>
                  <a:lnTo>
                    <a:pt x="3556602" y="638516"/>
                  </a:lnTo>
                  <a:lnTo>
                    <a:pt x="3577772" y="688414"/>
                  </a:lnTo>
                  <a:lnTo>
                    <a:pt x="3598942" y="579713"/>
                  </a:lnTo>
                  <a:lnTo>
                    <a:pt x="3620113" y="1926718"/>
                  </a:lnTo>
                  <a:lnTo>
                    <a:pt x="3641283" y="1992529"/>
                  </a:lnTo>
                  <a:lnTo>
                    <a:pt x="3662453" y="1898811"/>
                  </a:lnTo>
                  <a:lnTo>
                    <a:pt x="3683623" y="1622090"/>
                  </a:lnTo>
                  <a:lnTo>
                    <a:pt x="3704794" y="1555136"/>
                  </a:lnTo>
                  <a:lnTo>
                    <a:pt x="3725964" y="1379309"/>
                  </a:lnTo>
                  <a:lnTo>
                    <a:pt x="3747134" y="1375948"/>
                  </a:lnTo>
                  <a:lnTo>
                    <a:pt x="3768304" y="1000053"/>
                  </a:lnTo>
                  <a:lnTo>
                    <a:pt x="3789475" y="987248"/>
                  </a:lnTo>
                  <a:lnTo>
                    <a:pt x="3810645" y="1068050"/>
                  </a:lnTo>
                  <a:lnTo>
                    <a:pt x="3831815" y="1006318"/>
                  </a:lnTo>
                  <a:lnTo>
                    <a:pt x="3852985" y="1061641"/>
                  </a:lnTo>
                  <a:lnTo>
                    <a:pt x="3874156" y="1033436"/>
                  </a:lnTo>
                  <a:lnTo>
                    <a:pt x="3895326" y="1094284"/>
                  </a:lnTo>
                  <a:lnTo>
                    <a:pt x="3916496" y="1138411"/>
                  </a:lnTo>
                  <a:lnTo>
                    <a:pt x="3937666" y="2481450"/>
                  </a:lnTo>
                  <a:lnTo>
                    <a:pt x="3958837" y="2352308"/>
                  </a:lnTo>
                  <a:lnTo>
                    <a:pt x="3980007" y="2288621"/>
                  </a:lnTo>
                  <a:lnTo>
                    <a:pt x="4001177" y="2442565"/>
                  </a:lnTo>
                  <a:lnTo>
                    <a:pt x="4022347" y="2367519"/>
                  </a:lnTo>
                  <a:lnTo>
                    <a:pt x="4043518" y="2485631"/>
                  </a:lnTo>
                  <a:lnTo>
                    <a:pt x="4064688" y="2350644"/>
                  </a:lnTo>
                  <a:lnTo>
                    <a:pt x="4085858" y="2607944"/>
                  </a:lnTo>
                  <a:lnTo>
                    <a:pt x="4107028" y="2609606"/>
                  </a:lnTo>
                  <a:lnTo>
                    <a:pt x="4128199" y="2455709"/>
                  </a:lnTo>
                  <a:lnTo>
                    <a:pt x="4149369" y="2930984"/>
                  </a:lnTo>
                  <a:lnTo>
                    <a:pt x="4170539" y="2648543"/>
                  </a:lnTo>
                  <a:lnTo>
                    <a:pt x="4191709" y="2996713"/>
                  </a:lnTo>
                  <a:lnTo>
                    <a:pt x="4212880" y="3091636"/>
                  </a:lnTo>
                  <a:lnTo>
                    <a:pt x="4234050" y="3040444"/>
                  </a:lnTo>
                  <a:lnTo>
                    <a:pt x="4255220" y="3116972"/>
                  </a:lnTo>
                  <a:lnTo>
                    <a:pt x="4276390" y="2826124"/>
                  </a:lnTo>
                  <a:lnTo>
                    <a:pt x="4297561" y="2775162"/>
                  </a:lnTo>
                  <a:lnTo>
                    <a:pt x="4318731" y="2596708"/>
                  </a:lnTo>
                  <a:lnTo>
                    <a:pt x="4339901" y="2425362"/>
                  </a:lnTo>
                  <a:lnTo>
                    <a:pt x="4361071" y="2443352"/>
                  </a:lnTo>
                  <a:lnTo>
                    <a:pt x="4382242" y="2224027"/>
                  </a:lnTo>
                  <a:lnTo>
                    <a:pt x="4403412" y="1995224"/>
                  </a:lnTo>
                  <a:lnTo>
                    <a:pt x="4424582" y="1917012"/>
                  </a:lnTo>
                  <a:lnTo>
                    <a:pt x="4445752" y="1902322"/>
                  </a:lnTo>
                  <a:lnTo>
                    <a:pt x="4466923" y="1991150"/>
                  </a:lnTo>
                  <a:lnTo>
                    <a:pt x="4488093" y="2260492"/>
                  </a:lnTo>
                  <a:lnTo>
                    <a:pt x="4509263" y="2508829"/>
                  </a:lnTo>
                  <a:lnTo>
                    <a:pt x="4530433" y="2421671"/>
                  </a:lnTo>
                  <a:lnTo>
                    <a:pt x="4551604" y="2196192"/>
                  </a:lnTo>
                  <a:lnTo>
                    <a:pt x="4572774" y="2331492"/>
                  </a:lnTo>
                  <a:lnTo>
                    <a:pt x="4593944" y="2271904"/>
                  </a:lnTo>
                  <a:lnTo>
                    <a:pt x="4615114" y="2263539"/>
                  </a:lnTo>
                  <a:lnTo>
                    <a:pt x="4636285" y="2475329"/>
                  </a:lnTo>
                  <a:lnTo>
                    <a:pt x="4657455" y="2500521"/>
                  </a:lnTo>
                  <a:lnTo>
                    <a:pt x="4678625" y="2714436"/>
                  </a:lnTo>
                  <a:lnTo>
                    <a:pt x="4699795" y="2671182"/>
                  </a:lnTo>
                  <a:lnTo>
                    <a:pt x="4720966" y="2776181"/>
                  </a:lnTo>
                  <a:lnTo>
                    <a:pt x="4742136" y="2751847"/>
                  </a:lnTo>
                  <a:lnTo>
                    <a:pt x="4763306" y="2758125"/>
                  </a:lnTo>
                  <a:lnTo>
                    <a:pt x="4784476" y="2881119"/>
                  </a:lnTo>
                  <a:lnTo>
                    <a:pt x="4805647" y="2981615"/>
                  </a:lnTo>
                  <a:lnTo>
                    <a:pt x="4826817" y="2973132"/>
                  </a:lnTo>
                  <a:lnTo>
                    <a:pt x="4847987" y="2934894"/>
                  </a:lnTo>
                  <a:lnTo>
                    <a:pt x="4869157" y="2986563"/>
                  </a:lnTo>
                  <a:lnTo>
                    <a:pt x="4890328" y="2928007"/>
                  </a:lnTo>
                  <a:lnTo>
                    <a:pt x="4911498" y="2956608"/>
                  </a:lnTo>
                  <a:lnTo>
                    <a:pt x="4932668" y="2751630"/>
                  </a:lnTo>
                  <a:lnTo>
                    <a:pt x="4953838" y="2734099"/>
                  </a:lnTo>
                  <a:lnTo>
                    <a:pt x="4975009" y="2907555"/>
                  </a:lnTo>
                  <a:lnTo>
                    <a:pt x="4996179" y="2845433"/>
                  </a:lnTo>
                  <a:lnTo>
                    <a:pt x="5017349" y="2982041"/>
                  </a:lnTo>
                  <a:lnTo>
                    <a:pt x="5038519" y="2823962"/>
                  </a:lnTo>
                  <a:lnTo>
                    <a:pt x="5059690" y="2854650"/>
                  </a:lnTo>
                  <a:lnTo>
                    <a:pt x="5080860" y="2760785"/>
                  </a:lnTo>
                  <a:lnTo>
                    <a:pt x="5102030" y="2684417"/>
                  </a:lnTo>
                  <a:lnTo>
                    <a:pt x="5123201" y="2728268"/>
                  </a:lnTo>
                  <a:lnTo>
                    <a:pt x="5144371" y="2821660"/>
                  </a:lnTo>
                  <a:lnTo>
                    <a:pt x="5165541" y="2791030"/>
                  </a:lnTo>
                  <a:lnTo>
                    <a:pt x="5186711" y="2981480"/>
                  </a:lnTo>
                  <a:lnTo>
                    <a:pt x="5207882" y="2971654"/>
                  </a:lnTo>
                  <a:lnTo>
                    <a:pt x="5229052" y="3043736"/>
                  </a:lnTo>
                  <a:lnTo>
                    <a:pt x="5250222" y="3002365"/>
                  </a:lnTo>
                  <a:lnTo>
                    <a:pt x="5271392" y="2954618"/>
                  </a:lnTo>
                  <a:lnTo>
                    <a:pt x="5292563" y="3071501"/>
                  </a:lnTo>
                  <a:lnTo>
                    <a:pt x="5313733" y="3082446"/>
                  </a:lnTo>
                  <a:lnTo>
                    <a:pt x="5334903" y="3116972"/>
                  </a:lnTo>
                  <a:lnTo>
                    <a:pt x="5356073" y="3116972"/>
                  </a:lnTo>
                  <a:lnTo>
                    <a:pt x="5377244" y="3111221"/>
                  </a:lnTo>
                  <a:lnTo>
                    <a:pt x="5398414" y="3116972"/>
                  </a:lnTo>
                  <a:lnTo>
                    <a:pt x="5419584" y="2938899"/>
                  </a:lnTo>
                  <a:lnTo>
                    <a:pt x="5440754" y="3082502"/>
                  </a:lnTo>
                  <a:lnTo>
                    <a:pt x="5461925" y="3116972"/>
                  </a:lnTo>
                  <a:lnTo>
                    <a:pt x="5483095" y="3116972"/>
                  </a:lnTo>
                  <a:lnTo>
                    <a:pt x="5504265" y="3116972"/>
                  </a:lnTo>
                  <a:lnTo>
                    <a:pt x="5525435" y="3035550"/>
                  </a:lnTo>
                  <a:lnTo>
                    <a:pt x="5546606" y="3108981"/>
                  </a:lnTo>
                  <a:lnTo>
                    <a:pt x="5567776" y="3059449"/>
                  </a:lnTo>
                  <a:lnTo>
                    <a:pt x="5588946" y="2953459"/>
                  </a:lnTo>
                  <a:lnTo>
                    <a:pt x="5610116" y="2914969"/>
                  </a:lnTo>
                  <a:lnTo>
                    <a:pt x="5631287" y="2852382"/>
                  </a:lnTo>
                  <a:lnTo>
                    <a:pt x="5652457" y="2860743"/>
                  </a:lnTo>
                  <a:lnTo>
                    <a:pt x="5673627" y="2844912"/>
                  </a:lnTo>
                  <a:lnTo>
                    <a:pt x="5694797" y="2921149"/>
                  </a:lnTo>
                  <a:lnTo>
                    <a:pt x="5715968" y="2888436"/>
                  </a:lnTo>
                  <a:lnTo>
                    <a:pt x="5737138" y="2879902"/>
                  </a:lnTo>
                  <a:lnTo>
                    <a:pt x="5758308" y="2917017"/>
                  </a:lnTo>
                  <a:lnTo>
                    <a:pt x="5779478" y="3060192"/>
                  </a:lnTo>
                  <a:lnTo>
                    <a:pt x="5800649" y="3061995"/>
                  </a:lnTo>
                  <a:lnTo>
                    <a:pt x="5821819" y="3069319"/>
                  </a:lnTo>
                  <a:lnTo>
                    <a:pt x="5842989" y="3090259"/>
                  </a:lnTo>
                  <a:lnTo>
                    <a:pt x="5864159" y="3017401"/>
                  </a:lnTo>
                  <a:lnTo>
                    <a:pt x="5885330" y="3092579"/>
                  </a:lnTo>
                  <a:lnTo>
                    <a:pt x="5906500" y="3100185"/>
                  </a:lnTo>
                  <a:lnTo>
                    <a:pt x="5927670" y="3116972"/>
                  </a:lnTo>
                  <a:lnTo>
                    <a:pt x="5948840" y="3088234"/>
                  </a:lnTo>
                  <a:lnTo>
                    <a:pt x="5970011" y="3113493"/>
                  </a:lnTo>
                  <a:lnTo>
                    <a:pt x="5991181" y="3116972"/>
                  </a:lnTo>
                  <a:lnTo>
                    <a:pt x="6012351" y="3088802"/>
                  </a:lnTo>
                  <a:lnTo>
                    <a:pt x="6033521" y="3087459"/>
                  </a:lnTo>
                  <a:lnTo>
                    <a:pt x="6054692" y="3116972"/>
                  </a:lnTo>
                  <a:lnTo>
                    <a:pt x="6075862" y="3116972"/>
                  </a:lnTo>
                  <a:lnTo>
                    <a:pt x="6097032" y="3116972"/>
                  </a:lnTo>
                  <a:lnTo>
                    <a:pt x="6118202" y="3116972"/>
                  </a:lnTo>
                  <a:lnTo>
                    <a:pt x="6139373" y="3116972"/>
                  </a:lnTo>
                  <a:lnTo>
                    <a:pt x="6160543" y="3116972"/>
                  </a:lnTo>
                  <a:lnTo>
                    <a:pt x="6181713" y="3116972"/>
                  </a:lnTo>
                  <a:lnTo>
                    <a:pt x="6202883" y="2968758"/>
                  </a:lnTo>
                  <a:lnTo>
                    <a:pt x="6224054" y="3043468"/>
                  </a:lnTo>
                  <a:lnTo>
                    <a:pt x="6245224" y="3116371"/>
                  </a:lnTo>
                  <a:lnTo>
                    <a:pt x="6266394" y="3109259"/>
                  </a:lnTo>
                  <a:lnTo>
                    <a:pt x="6287564" y="3116972"/>
                  </a:lnTo>
                  <a:lnTo>
                    <a:pt x="6308735" y="3116972"/>
                  </a:lnTo>
                  <a:lnTo>
                    <a:pt x="6329905" y="3116972"/>
                  </a:lnTo>
                  <a:lnTo>
                    <a:pt x="6351075" y="3116972"/>
                  </a:lnTo>
                  <a:lnTo>
                    <a:pt x="6372245" y="3116972"/>
                  </a:lnTo>
                  <a:lnTo>
                    <a:pt x="6393416" y="3116972"/>
                  </a:lnTo>
                  <a:lnTo>
                    <a:pt x="6414586" y="3116972"/>
                  </a:lnTo>
                  <a:lnTo>
                    <a:pt x="6435756" y="3116972"/>
                  </a:lnTo>
                  <a:lnTo>
                    <a:pt x="6456926" y="3116972"/>
                  </a:lnTo>
                  <a:lnTo>
                    <a:pt x="6478097" y="3116972"/>
                  </a:lnTo>
                  <a:lnTo>
                    <a:pt x="6499267" y="3116972"/>
                  </a:lnTo>
                  <a:lnTo>
                    <a:pt x="6520437" y="3009451"/>
                  </a:lnTo>
                  <a:lnTo>
                    <a:pt x="6541607" y="3116972"/>
                  </a:lnTo>
                  <a:lnTo>
                    <a:pt x="6562778" y="3116535"/>
                  </a:lnTo>
                  <a:lnTo>
                    <a:pt x="6583948" y="3116972"/>
                  </a:lnTo>
                  <a:lnTo>
                    <a:pt x="6605118" y="3116972"/>
                  </a:lnTo>
                  <a:lnTo>
                    <a:pt x="6626288" y="3116972"/>
                  </a:lnTo>
                  <a:lnTo>
                    <a:pt x="6647459" y="3116972"/>
                  </a:lnTo>
                  <a:lnTo>
                    <a:pt x="6668629" y="3116972"/>
                  </a:lnTo>
                  <a:lnTo>
                    <a:pt x="6689799" y="3116972"/>
                  </a:lnTo>
                  <a:lnTo>
                    <a:pt x="6710969" y="3116972"/>
                  </a:lnTo>
                  <a:lnTo>
                    <a:pt x="6732140" y="3116972"/>
                  </a:lnTo>
                  <a:lnTo>
                    <a:pt x="6753310" y="3116972"/>
                  </a:lnTo>
                  <a:lnTo>
                    <a:pt x="6774480" y="3116972"/>
                  </a:lnTo>
                  <a:lnTo>
                    <a:pt x="6795650" y="3116972"/>
                  </a:lnTo>
                  <a:lnTo>
                    <a:pt x="6816821" y="3116972"/>
                  </a:lnTo>
                  <a:lnTo>
                    <a:pt x="6837991" y="3116972"/>
                  </a:lnTo>
                  <a:lnTo>
                    <a:pt x="6859161" y="3116972"/>
                  </a:lnTo>
                  <a:lnTo>
                    <a:pt x="6880331" y="3116972"/>
                  </a:lnTo>
                  <a:lnTo>
                    <a:pt x="6901502" y="3116972"/>
                  </a:lnTo>
                  <a:lnTo>
                    <a:pt x="6922672" y="3116972"/>
                  </a:lnTo>
                  <a:lnTo>
                    <a:pt x="6943842" y="3116972"/>
                  </a:lnTo>
                  <a:lnTo>
                    <a:pt x="6965012" y="3116972"/>
                  </a:lnTo>
                  <a:lnTo>
                    <a:pt x="6986183" y="3116972"/>
                  </a:lnTo>
                  <a:lnTo>
                    <a:pt x="7007353" y="3116972"/>
                  </a:lnTo>
                  <a:lnTo>
                    <a:pt x="7028523" y="3116972"/>
                  </a:lnTo>
                  <a:lnTo>
                    <a:pt x="7049693" y="3116972"/>
                  </a:lnTo>
                  <a:lnTo>
                    <a:pt x="7070864" y="3116972"/>
                  </a:lnTo>
                  <a:lnTo>
                    <a:pt x="7092034" y="3116972"/>
                  </a:lnTo>
                  <a:lnTo>
                    <a:pt x="7113204" y="3116972"/>
                  </a:lnTo>
                  <a:lnTo>
                    <a:pt x="7134374" y="3116972"/>
                  </a:lnTo>
                  <a:lnTo>
                    <a:pt x="7155545" y="3110584"/>
                  </a:lnTo>
                  <a:lnTo>
                    <a:pt x="7176715" y="3083638"/>
                  </a:lnTo>
                  <a:lnTo>
                    <a:pt x="7197885" y="3037366"/>
                  </a:lnTo>
                  <a:lnTo>
                    <a:pt x="7219055" y="3049596"/>
                  </a:lnTo>
                  <a:lnTo>
                    <a:pt x="7240226" y="2932931"/>
                  </a:lnTo>
                  <a:lnTo>
                    <a:pt x="7261396" y="3095087"/>
                  </a:lnTo>
                  <a:lnTo>
                    <a:pt x="7282566" y="3116972"/>
                  </a:lnTo>
                  <a:lnTo>
                    <a:pt x="7303736" y="3116972"/>
                  </a:lnTo>
                  <a:lnTo>
                    <a:pt x="7324907" y="3116972"/>
                  </a:lnTo>
                  <a:lnTo>
                    <a:pt x="7346077" y="3116972"/>
                  </a:lnTo>
                  <a:lnTo>
                    <a:pt x="7367247" y="3116972"/>
                  </a:lnTo>
                  <a:lnTo>
                    <a:pt x="7388417" y="3116972"/>
                  </a:lnTo>
                  <a:lnTo>
                    <a:pt x="7409588" y="3116972"/>
                  </a:lnTo>
                  <a:lnTo>
                    <a:pt x="7430758" y="3116972"/>
                  </a:lnTo>
                  <a:lnTo>
                    <a:pt x="7451928" y="3116972"/>
                  </a:lnTo>
                  <a:lnTo>
                    <a:pt x="7473098" y="3116972"/>
                  </a:lnTo>
                  <a:lnTo>
                    <a:pt x="7494269" y="3116972"/>
                  </a:lnTo>
                  <a:lnTo>
                    <a:pt x="7515439" y="3116972"/>
                  </a:lnTo>
                  <a:lnTo>
                    <a:pt x="7536609" y="3116972"/>
                  </a:lnTo>
                  <a:lnTo>
                    <a:pt x="7557779" y="3116972"/>
                  </a:lnTo>
                  <a:lnTo>
                    <a:pt x="7578950" y="3116972"/>
                  </a:lnTo>
                  <a:lnTo>
                    <a:pt x="7600120" y="3116972"/>
                  </a:lnTo>
                  <a:lnTo>
                    <a:pt x="7621290" y="3116972"/>
                  </a:lnTo>
                  <a:lnTo>
                    <a:pt x="7642461" y="3116972"/>
                  </a:lnTo>
                  <a:lnTo>
                    <a:pt x="7663631" y="3116972"/>
                  </a:lnTo>
                  <a:lnTo>
                    <a:pt x="7684801" y="3116972"/>
                  </a:lnTo>
                  <a:lnTo>
                    <a:pt x="7705971" y="3116972"/>
                  </a:lnTo>
                  <a:lnTo>
                    <a:pt x="7727142" y="3116972"/>
                  </a:lnTo>
                  <a:lnTo>
                    <a:pt x="7748312" y="3116972"/>
                  </a:lnTo>
                  <a:lnTo>
                    <a:pt x="7769482" y="3116972"/>
                  </a:lnTo>
                  <a:lnTo>
                    <a:pt x="7790652" y="3116972"/>
                  </a:lnTo>
                  <a:lnTo>
                    <a:pt x="7811823" y="3113133"/>
                  </a:lnTo>
                  <a:lnTo>
                    <a:pt x="7832993" y="3079600"/>
                  </a:lnTo>
                  <a:lnTo>
                    <a:pt x="7854163" y="3116972"/>
                  </a:lnTo>
                  <a:lnTo>
                    <a:pt x="7875333" y="3070161"/>
                  </a:lnTo>
                  <a:lnTo>
                    <a:pt x="7896504" y="3116972"/>
                  </a:lnTo>
                  <a:lnTo>
                    <a:pt x="7917674" y="3116972"/>
                  </a:lnTo>
                  <a:lnTo>
                    <a:pt x="7938844" y="3116972"/>
                  </a:lnTo>
                  <a:lnTo>
                    <a:pt x="7960014" y="3091285"/>
                  </a:lnTo>
                  <a:lnTo>
                    <a:pt x="7981185" y="3074560"/>
                  </a:lnTo>
                  <a:lnTo>
                    <a:pt x="8002355" y="3116972"/>
                  </a:lnTo>
                  <a:lnTo>
                    <a:pt x="8023525" y="3109100"/>
                  </a:lnTo>
                  <a:lnTo>
                    <a:pt x="8044695" y="3116972"/>
                  </a:lnTo>
                  <a:lnTo>
                    <a:pt x="8065866" y="3116972"/>
                  </a:lnTo>
                  <a:lnTo>
                    <a:pt x="8087036" y="3116972"/>
                  </a:lnTo>
                  <a:lnTo>
                    <a:pt x="8108206" y="3116972"/>
                  </a:lnTo>
                  <a:lnTo>
                    <a:pt x="8129376" y="3116972"/>
                  </a:lnTo>
                  <a:lnTo>
                    <a:pt x="8150547" y="3116972"/>
                  </a:lnTo>
                  <a:lnTo>
                    <a:pt x="8171717" y="3116972"/>
                  </a:lnTo>
                  <a:lnTo>
                    <a:pt x="8192887" y="3116972"/>
                  </a:lnTo>
                  <a:lnTo>
                    <a:pt x="8214057" y="3116972"/>
                  </a:lnTo>
                  <a:lnTo>
                    <a:pt x="8235228" y="3116972"/>
                  </a:lnTo>
                  <a:lnTo>
                    <a:pt x="8256398" y="3116972"/>
                  </a:lnTo>
                  <a:lnTo>
                    <a:pt x="8277568" y="3116972"/>
                  </a:lnTo>
                  <a:lnTo>
                    <a:pt x="8298738" y="3116972"/>
                  </a:lnTo>
                  <a:lnTo>
                    <a:pt x="8319909" y="3116972"/>
                  </a:lnTo>
                  <a:lnTo>
                    <a:pt x="8341079" y="3116972"/>
                  </a:lnTo>
                  <a:lnTo>
                    <a:pt x="8362249" y="3116972"/>
                  </a:lnTo>
                  <a:lnTo>
                    <a:pt x="8383419" y="3116972"/>
                  </a:lnTo>
                  <a:lnTo>
                    <a:pt x="8404590" y="3116972"/>
                  </a:lnTo>
                  <a:lnTo>
                    <a:pt x="8425760" y="3116972"/>
                  </a:lnTo>
                  <a:lnTo>
                    <a:pt x="8446930" y="3116972"/>
                  </a:lnTo>
                  <a:lnTo>
                    <a:pt x="8425760" y="3116972"/>
                  </a:lnTo>
                  <a:lnTo>
                    <a:pt x="8404590" y="3116972"/>
                  </a:lnTo>
                  <a:lnTo>
                    <a:pt x="8383419" y="3116972"/>
                  </a:lnTo>
                  <a:lnTo>
                    <a:pt x="8362249" y="3116972"/>
                  </a:lnTo>
                  <a:lnTo>
                    <a:pt x="8341079" y="3116972"/>
                  </a:lnTo>
                  <a:lnTo>
                    <a:pt x="8319909" y="3116972"/>
                  </a:lnTo>
                  <a:lnTo>
                    <a:pt x="8298738" y="3116972"/>
                  </a:lnTo>
                  <a:lnTo>
                    <a:pt x="8277568" y="3116972"/>
                  </a:lnTo>
                  <a:lnTo>
                    <a:pt x="8256398" y="3116972"/>
                  </a:lnTo>
                  <a:lnTo>
                    <a:pt x="8235228" y="3116972"/>
                  </a:lnTo>
                  <a:lnTo>
                    <a:pt x="8214057" y="3116972"/>
                  </a:lnTo>
                  <a:lnTo>
                    <a:pt x="8192887" y="3116972"/>
                  </a:lnTo>
                  <a:lnTo>
                    <a:pt x="8171717" y="3116972"/>
                  </a:lnTo>
                  <a:lnTo>
                    <a:pt x="8150547" y="3116972"/>
                  </a:lnTo>
                  <a:lnTo>
                    <a:pt x="8129376" y="3116972"/>
                  </a:lnTo>
                  <a:lnTo>
                    <a:pt x="8108206" y="3116972"/>
                  </a:lnTo>
                  <a:lnTo>
                    <a:pt x="8087036" y="3116972"/>
                  </a:lnTo>
                  <a:lnTo>
                    <a:pt x="8065866" y="3116972"/>
                  </a:lnTo>
                  <a:lnTo>
                    <a:pt x="8044695" y="3116972"/>
                  </a:lnTo>
                  <a:lnTo>
                    <a:pt x="8023525" y="3116972"/>
                  </a:lnTo>
                  <a:lnTo>
                    <a:pt x="8002355" y="3116972"/>
                  </a:lnTo>
                  <a:lnTo>
                    <a:pt x="7981185" y="3116972"/>
                  </a:lnTo>
                  <a:lnTo>
                    <a:pt x="7960014" y="3116972"/>
                  </a:lnTo>
                  <a:lnTo>
                    <a:pt x="7938844" y="3116972"/>
                  </a:lnTo>
                  <a:lnTo>
                    <a:pt x="7917674" y="3116972"/>
                  </a:lnTo>
                  <a:lnTo>
                    <a:pt x="7896504" y="3116972"/>
                  </a:lnTo>
                  <a:lnTo>
                    <a:pt x="7875333" y="3116972"/>
                  </a:lnTo>
                  <a:lnTo>
                    <a:pt x="7854163" y="3116972"/>
                  </a:lnTo>
                  <a:lnTo>
                    <a:pt x="7832993" y="3116972"/>
                  </a:lnTo>
                  <a:lnTo>
                    <a:pt x="7811823" y="3116972"/>
                  </a:lnTo>
                  <a:lnTo>
                    <a:pt x="7790652" y="3116972"/>
                  </a:lnTo>
                  <a:lnTo>
                    <a:pt x="7769482" y="3116972"/>
                  </a:lnTo>
                  <a:lnTo>
                    <a:pt x="7748312" y="3116972"/>
                  </a:lnTo>
                  <a:lnTo>
                    <a:pt x="7727142" y="3116972"/>
                  </a:lnTo>
                  <a:lnTo>
                    <a:pt x="7705971" y="3116972"/>
                  </a:lnTo>
                  <a:lnTo>
                    <a:pt x="7684801" y="3116972"/>
                  </a:lnTo>
                  <a:lnTo>
                    <a:pt x="7663631" y="3116972"/>
                  </a:lnTo>
                  <a:lnTo>
                    <a:pt x="7642461" y="3116972"/>
                  </a:lnTo>
                  <a:lnTo>
                    <a:pt x="7621290" y="3116972"/>
                  </a:lnTo>
                  <a:lnTo>
                    <a:pt x="7600120" y="3116972"/>
                  </a:lnTo>
                  <a:lnTo>
                    <a:pt x="7578950" y="3116972"/>
                  </a:lnTo>
                  <a:lnTo>
                    <a:pt x="7557779" y="3116972"/>
                  </a:lnTo>
                  <a:lnTo>
                    <a:pt x="7536609" y="3116972"/>
                  </a:lnTo>
                  <a:lnTo>
                    <a:pt x="7515439" y="3116972"/>
                  </a:lnTo>
                  <a:lnTo>
                    <a:pt x="7494269" y="3116972"/>
                  </a:lnTo>
                  <a:lnTo>
                    <a:pt x="7473098" y="3116972"/>
                  </a:lnTo>
                  <a:lnTo>
                    <a:pt x="7451928" y="3116972"/>
                  </a:lnTo>
                  <a:lnTo>
                    <a:pt x="7430758" y="3116972"/>
                  </a:lnTo>
                  <a:lnTo>
                    <a:pt x="7409588" y="3116972"/>
                  </a:lnTo>
                  <a:lnTo>
                    <a:pt x="7388417" y="3116972"/>
                  </a:lnTo>
                  <a:lnTo>
                    <a:pt x="7367247" y="3116972"/>
                  </a:lnTo>
                  <a:lnTo>
                    <a:pt x="7346077" y="3116972"/>
                  </a:lnTo>
                  <a:lnTo>
                    <a:pt x="7324907" y="3116972"/>
                  </a:lnTo>
                  <a:lnTo>
                    <a:pt x="7303736" y="3116972"/>
                  </a:lnTo>
                  <a:lnTo>
                    <a:pt x="7282566" y="3116972"/>
                  </a:lnTo>
                  <a:lnTo>
                    <a:pt x="7261396" y="3116972"/>
                  </a:lnTo>
                  <a:lnTo>
                    <a:pt x="7240226" y="3116972"/>
                  </a:lnTo>
                  <a:lnTo>
                    <a:pt x="7219055" y="3116972"/>
                  </a:lnTo>
                  <a:lnTo>
                    <a:pt x="7197885" y="3116972"/>
                  </a:lnTo>
                  <a:lnTo>
                    <a:pt x="7176715" y="3116972"/>
                  </a:lnTo>
                  <a:lnTo>
                    <a:pt x="7155545" y="3116972"/>
                  </a:lnTo>
                  <a:lnTo>
                    <a:pt x="7134374" y="3116972"/>
                  </a:lnTo>
                  <a:lnTo>
                    <a:pt x="7113204" y="3116972"/>
                  </a:lnTo>
                  <a:lnTo>
                    <a:pt x="7092034" y="3116972"/>
                  </a:lnTo>
                  <a:lnTo>
                    <a:pt x="7070864" y="3116972"/>
                  </a:lnTo>
                  <a:lnTo>
                    <a:pt x="7049693" y="3116972"/>
                  </a:lnTo>
                  <a:lnTo>
                    <a:pt x="7028523" y="3116972"/>
                  </a:lnTo>
                  <a:lnTo>
                    <a:pt x="7007353" y="3116972"/>
                  </a:lnTo>
                  <a:lnTo>
                    <a:pt x="6986183" y="3116972"/>
                  </a:lnTo>
                  <a:lnTo>
                    <a:pt x="6965012" y="3116972"/>
                  </a:lnTo>
                  <a:lnTo>
                    <a:pt x="6943842" y="3116972"/>
                  </a:lnTo>
                  <a:lnTo>
                    <a:pt x="6922672" y="3116972"/>
                  </a:lnTo>
                  <a:lnTo>
                    <a:pt x="6901502" y="3116972"/>
                  </a:lnTo>
                  <a:lnTo>
                    <a:pt x="6880331" y="3116972"/>
                  </a:lnTo>
                  <a:lnTo>
                    <a:pt x="6859161" y="3116972"/>
                  </a:lnTo>
                  <a:lnTo>
                    <a:pt x="6837991" y="3116972"/>
                  </a:lnTo>
                  <a:lnTo>
                    <a:pt x="6816821" y="3116972"/>
                  </a:lnTo>
                  <a:lnTo>
                    <a:pt x="6795650" y="3116972"/>
                  </a:lnTo>
                  <a:lnTo>
                    <a:pt x="6774480" y="3116972"/>
                  </a:lnTo>
                  <a:lnTo>
                    <a:pt x="6753310" y="3116972"/>
                  </a:lnTo>
                  <a:lnTo>
                    <a:pt x="6732140" y="3116972"/>
                  </a:lnTo>
                  <a:lnTo>
                    <a:pt x="6710969" y="3116972"/>
                  </a:lnTo>
                  <a:lnTo>
                    <a:pt x="6689799" y="3116972"/>
                  </a:lnTo>
                  <a:lnTo>
                    <a:pt x="6668629" y="3116972"/>
                  </a:lnTo>
                  <a:lnTo>
                    <a:pt x="6647459" y="3116972"/>
                  </a:lnTo>
                  <a:lnTo>
                    <a:pt x="6626288" y="3116972"/>
                  </a:lnTo>
                  <a:lnTo>
                    <a:pt x="6605118" y="3116972"/>
                  </a:lnTo>
                  <a:lnTo>
                    <a:pt x="6583948" y="3116972"/>
                  </a:lnTo>
                  <a:lnTo>
                    <a:pt x="6562778" y="3116972"/>
                  </a:lnTo>
                  <a:lnTo>
                    <a:pt x="6541607" y="3116972"/>
                  </a:lnTo>
                  <a:lnTo>
                    <a:pt x="6520437" y="3116972"/>
                  </a:lnTo>
                  <a:lnTo>
                    <a:pt x="6499267" y="3116972"/>
                  </a:lnTo>
                  <a:lnTo>
                    <a:pt x="6478097" y="3116972"/>
                  </a:lnTo>
                  <a:lnTo>
                    <a:pt x="6456926" y="3116972"/>
                  </a:lnTo>
                  <a:lnTo>
                    <a:pt x="6435756" y="3116972"/>
                  </a:lnTo>
                  <a:lnTo>
                    <a:pt x="6414586" y="3116972"/>
                  </a:lnTo>
                  <a:lnTo>
                    <a:pt x="6393416" y="3116972"/>
                  </a:lnTo>
                  <a:lnTo>
                    <a:pt x="6372245" y="3116972"/>
                  </a:lnTo>
                  <a:lnTo>
                    <a:pt x="6351075" y="3116972"/>
                  </a:lnTo>
                  <a:lnTo>
                    <a:pt x="6329905" y="3116972"/>
                  </a:lnTo>
                  <a:lnTo>
                    <a:pt x="6308735" y="3116972"/>
                  </a:lnTo>
                  <a:lnTo>
                    <a:pt x="6287564" y="3116972"/>
                  </a:lnTo>
                  <a:lnTo>
                    <a:pt x="6266394" y="3116972"/>
                  </a:lnTo>
                  <a:lnTo>
                    <a:pt x="6245224" y="3116972"/>
                  </a:lnTo>
                  <a:lnTo>
                    <a:pt x="6224054" y="3116972"/>
                  </a:lnTo>
                  <a:lnTo>
                    <a:pt x="6202883" y="3116972"/>
                  </a:lnTo>
                  <a:lnTo>
                    <a:pt x="6181713" y="3116972"/>
                  </a:lnTo>
                  <a:lnTo>
                    <a:pt x="6160543" y="3116972"/>
                  </a:lnTo>
                  <a:lnTo>
                    <a:pt x="6139373" y="3116972"/>
                  </a:lnTo>
                  <a:lnTo>
                    <a:pt x="6118202" y="3116972"/>
                  </a:lnTo>
                  <a:lnTo>
                    <a:pt x="6097032" y="3116972"/>
                  </a:lnTo>
                  <a:lnTo>
                    <a:pt x="6075862" y="3116972"/>
                  </a:lnTo>
                  <a:lnTo>
                    <a:pt x="6054692" y="3116972"/>
                  </a:lnTo>
                  <a:lnTo>
                    <a:pt x="6033521" y="3116972"/>
                  </a:lnTo>
                  <a:lnTo>
                    <a:pt x="6012351" y="3116972"/>
                  </a:lnTo>
                  <a:lnTo>
                    <a:pt x="5991181" y="3116972"/>
                  </a:lnTo>
                  <a:lnTo>
                    <a:pt x="5970011" y="3116972"/>
                  </a:lnTo>
                  <a:lnTo>
                    <a:pt x="5948840" y="3116972"/>
                  </a:lnTo>
                  <a:lnTo>
                    <a:pt x="5927670" y="3116972"/>
                  </a:lnTo>
                  <a:lnTo>
                    <a:pt x="5906500" y="3116972"/>
                  </a:lnTo>
                  <a:lnTo>
                    <a:pt x="5885330" y="3116972"/>
                  </a:lnTo>
                  <a:lnTo>
                    <a:pt x="5864159" y="3116972"/>
                  </a:lnTo>
                  <a:lnTo>
                    <a:pt x="5842989" y="3116972"/>
                  </a:lnTo>
                  <a:lnTo>
                    <a:pt x="5821819" y="3116972"/>
                  </a:lnTo>
                  <a:lnTo>
                    <a:pt x="5800649" y="3116972"/>
                  </a:lnTo>
                  <a:lnTo>
                    <a:pt x="5779478" y="3116972"/>
                  </a:lnTo>
                  <a:lnTo>
                    <a:pt x="5758308" y="3116972"/>
                  </a:lnTo>
                  <a:lnTo>
                    <a:pt x="5737138" y="3116972"/>
                  </a:lnTo>
                  <a:lnTo>
                    <a:pt x="5715968" y="3116972"/>
                  </a:lnTo>
                  <a:lnTo>
                    <a:pt x="5694797" y="3116972"/>
                  </a:lnTo>
                  <a:lnTo>
                    <a:pt x="5673627" y="3116972"/>
                  </a:lnTo>
                  <a:lnTo>
                    <a:pt x="5652457" y="3116972"/>
                  </a:lnTo>
                  <a:lnTo>
                    <a:pt x="5631287" y="3116972"/>
                  </a:lnTo>
                  <a:lnTo>
                    <a:pt x="5610116" y="3116972"/>
                  </a:lnTo>
                  <a:lnTo>
                    <a:pt x="5588946" y="3116972"/>
                  </a:lnTo>
                  <a:lnTo>
                    <a:pt x="5567776" y="3116972"/>
                  </a:lnTo>
                  <a:lnTo>
                    <a:pt x="5546606" y="3116972"/>
                  </a:lnTo>
                  <a:lnTo>
                    <a:pt x="5525435" y="3116972"/>
                  </a:lnTo>
                  <a:lnTo>
                    <a:pt x="5504265" y="3116972"/>
                  </a:lnTo>
                  <a:lnTo>
                    <a:pt x="5483095" y="3116972"/>
                  </a:lnTo>
                  <a:lnTo>
                    <a:pt x="5461925" y="3116972"/>
                  </a:lnTo>
                  <a:lnTo>
                    <a:pt x="5440754" y="3116972"/>
                  </a:lnTo>
                  <a:lnTo>
                    <a:pt x="5419584" y="3116972"/>
                  </a:lnTo>
                  <a:lnTo>
                    <a:pt x="5398414" y="3116972"/>
                  </a:lnTo>
                  <a:lnTo>
                    <a:pt x="5377244" y="3116972"/>
                  </a:lnTo>
                  <a:lnTo>
                    <a:pt x="5356073" y="3116972"/>
                  </a:lnTo>
                  <a:lnTo>
                    <a:pt x="5334903" y="3116972"/>
                  </a:lnTo>
                  <a:lnTo>
                    <a:pt x="5313733" y="3116972"/>
                  </a:lnTo>
                  <a:lnTo>
                    <a:pt x="5292563" y="3116972"/>
                  </a:lnTo>
                  <a:lnTo>
                    <a:pt x="5271392" y="3116972"/>
                  </a:lnTo>
                  <a:lnTo>
                    <a:pt x="5250222" y="3116972"/>
                  </a:lnTo>
                  <a:lnTo>
                    <a:pt x="5229052" y="3116972"/>
                  </a:lnTo>
                  <a:lnTo>
                    <a:pt x="5207882" y="3116972"/>
                  </a:lnTo>
                  <a:lnTo>
                    <a:pt x="5186711" y="3116972"/>
                  </a:lnTo>
                  <a:lnTo>
                    <a:pt x="5165541" y="3116972"/>
                  </a:lnTo>
                  <a:lnTo>
                    <a:pt x="5144371" y="3116972"/>
                  </a:lnTo>
                  <a:lnTo>
                    <a:pt x="5123201" y="3116972"/>
                  </a:lnTo>
                  <a:lnTo>
                    <a:pt x="5102030" y="3116972"/>
                  </a:lnTo>
                  <a:lnTo>
                    <a:pt x="5080860" y="3116972"/>
                  </a:lnTo>
                  <a:lnTo>
                    <a:pt x="5059690" y="3116972"/>
                  </a:lnTo>
                  <a:lnTo>
                    <a:pt x="5038519" y="3116972"/>
                  </a:lnTo>
                  <a:lnTo>
                    <a:pt x="5017349" y="3116972"/>
                  </a:lnTo>
                  <a:lnTo>
                    <a:pt x="4996179" y="3116972"/>
                  </a:lnTo>
                  <a:lnTo>
                    <a:pt x="4975009" y="3116972"/>
                  </a:lnTo>
                  <a:lnTo>
                    <a:pt x="4953838" y="3116972"/>
                  </a:lnTo>
                  <a:lnTo>
                    <a:pt x="4932668" y="3116972"/>
                  </a:lnTo>
                  <a:lnTo>
                    <a:pt x="4911498" y="3116972"/>
                  </a:lnTo>
                  <a:lnTo>
                    <a:pt x="4890328" y="3116972"/>
                  </a:lnTo>
                  <a:lnTo>
                    <a:pt x="4869157" y="3116972"/>
                  </a:lnTo>
                  <a:lnTo>
                    <a:pt x="4847987" y="3116972"/>
                  </a:lnTo>
                  <a:lnTo>
                    <a:pt x="4826817" y="3116972"/>
                  </a:lnTo>
                  <a:lnTo>
                    <a:pt x="4805647" y="3116972"/>
                  </a:lnTo>
                  <a:lnTo>
                    <a:pt x="4784476" y="3116972"/>
                  </a:lnTo>
                  <a:lnTo>
                    <a:pt x="4763306" y="3116972"/>
                  </a:lnTo>
                  <a:lnTo>
                    <a:pt x="4742136" y="3116972"/>
                  </a:lnTo>
                  <a:lnTo>
                    <a:pt x="4720966" y="3116972"/>
                  </a:lnTo>
                  <a:lnTo>
                    <a:pt x="4699795" y="3116972"/>
                  </a:lnTo>
                  <a:lnTo>
                    <a:pt x="4678625" y="3116972"/>
                  </a:lnTo>
                  <a:lnTo>
                    <a:pt x="4657455" y="3116972"/>
                  </a:lnTo>
                  <a:lnTo>
                    <a:pt x="4636285" y="3116972"/>
                  </a:lnTo>
                  <a:lnTo>
                    <a:pt x="4615114" y="3116972"/>
                  </a:lnTo>
                  <a:lnTo>
                    <a:pt x="4593944" y="3116972"/>
                  </a:lnTo>
                  <a:lnTo>
                    <a:pt x="4572774" y="3116972"/>
                  </a:lnTo>
                  <a:lnTo>
                    <a:pt x="4551604" y="3116972"/>
                  </a:lnTo>
                  <a:lnTo>
                    <a:pt x="4530433" y="3116972"/>
                  </a:lnTo>
                  <a:lnTo>
                    <a:pt x="4509263" y="3116972"/>
                  </a:lnTo>
                  <a:lnTo>
                    <a:pt x="4488093" y="3116972"/>
                  </a:lnTo>
                  <a:lnTo>
                    <a:pt x="4466923" y="3116972"/>
                  </a:lnTo>
                  <a:lnTo>
                    <a:pt x="4445752" y="3116972"/>
                  </a:lnTo>
                  <a:lnTo>
                    <a:pt x="4424582" y="3116972"/>
                  </a:lnTo>
                  <a:lnTo>
                    <a:pt x="4403412" y="3116972"/>
                  </a:lnTo>
                  <a:lnTo>
                    <a:pt x="4382242" y="3116972"/>
                  </a:lnTo>
                  <a:lnTo>
                    <a:pt x="4361071" y="3116972"/>
                  </a:lnTo>
                  <a:lnTo>
                    <a:pt x="4339901" y="3116972"/>
                  </a:lnTo>
                  <a:lnTo>
                    <a:pt x="4318731" y="3116972"/>
                  </a:lnTo>
                  <a:lnTo>
                    <a:pt x="4297561" y="3116972"/>
                  </a:lnTo>
                  <a:lnTo>
                    <a:pt x="4276390" y="3116972"/>
                  </a:lnTo>
                  <a:lnTo>
                    <a:pt x="4255220" y="3116972"/>
                  </a:lnTo>
                  <a:lnTo>
                    <a:pt x="4234050" y="3116972"/>
                  </a:lnTo>
                  <a:lnTo>
                    <a:pt x="4212880" y="3116972"/>
                  </a:lnTo>
                  <a:lnTo>
                    <a:pt x="4191709" y="3116972"/>
                  </a:lnTo>
                  <a:lnTo>
                    <a:pt x="4170539" y="3116972"/>
                  </a:lnTo>
                  <a:lnTo>
                    <a:pt x="4149369" y="3116972"/>
                  </a:lnTo>
                  <a:lnTo>
                    <a:pt x="4128199" y="3116972"/>
                  </a:lnTo>
                  <a:lnTo>
                    <a:pt x="4107028" y="3116972"/>
                  </a:lnTo>
                  <a:lnTo>
                    <a:pt x="4085858" y="3116972"/>
                  </a:lnTo>
                  <a:lnTo>
                    <a:pt x="4064688" y="3116972"/>
                  </a:lnTo>
                  <a:lnTo>
                    <a:pt x="4043518" y="3116972"/>
                  </a:lnTo>
                  <a:lnTo>
                    <a:pt x="4022347" y="3116972"/>
                  </a:lnTo>
                  <a:lnTo>
                    <a:pt x="4001177" y="3116972"/>
                  </a:lnTo>
                  <a:lnTo>
                    <a:pt x="3980007" y="3116972"/>
                  </a:lnTo>
                  <a:lnTo>
                    <a:pt x="3958837" y="3116972"/>
                  </a:lnTo>
                  <a:lnTo>
                    <a:pt x="3937666" y="3116972"/>
                  </a:lnTo>
                  <a:lnTo>
                    <a:pt x="3916496" y="3116972"/>
                  </a:lnTo>
                  <a:lnTo>
                    <a:pt x="3895326" y="3116972"/>
                  </a:lnTo>
                  <a:lnTo>
                    <a:pt x="3874156" y="3116972"/>
                  </a:lnTo>
                  <a:lnTo>
                    <a:pt x="3852985" y="3116972"/>
                  </a:lnTo>
                  <a:lnTo>
                    <a:pt x="3831815" y="3116972"/>
                  </a:lnTo>
                  <a:lnTo>
                    <a:pt x="3810645" y="3116972"/>
                  </a:lnTo>
                  <a:lnTo>
                    <a:pt x="3789475" y="3116972"/>
                  </a:lnTo>
                  <a:lnTo>
                    <a:pt x="3768304" y="3116972"/>
                  </a:lnTo>
                  <a:lnTo>
                    <a:pt x="3747134" y="3116972"/>
                  </a:lnTo>
                  <a:lnTo>
                    <a:pt x="3725964" y="3116972"/>
                  </a:lnTo>
                  <a:lnTo>
                    <a:pt x="3704794" y="3116972"/>
                  </a:lnTo>
                  <a:lnTo>
                    <a:pt x="3683623" y="3116972"/>
                  </a:lnTo>
                  <a:lnTo>
                    <a:pt x="3662453" y="3116972"/>
                  </a:lnTo>
                  <a:lnTo>
                    <a:pt x="3641283" y="3116972"/>
                  </a:lnTo>
                  <a:lnTo>
                    <a:pt x="3620113" y="3116972"/>
                  </a:lnTo>
                  <a:lnTo>
                    <a:pt x="3598942" y="3116972"/>
                  </a:lnTo>
                  <a:lnTo>
                    <a:pt x="3577772" y="3116972"/>
                  </a:lnTo>
                  <a:lnTo>
                    <a:pt x="3556602" y="3116972"/>
                  </a:lnTo>
                  <a:lnTo>
                    <a:pt x="3535432" y="3116972"/>
                  </a:lnTo>
                  <a:lnTo>
                    <a:pt x="3514261" y="3116972"/>
                  </a:lnTo>
                  <a:lnTo>
                    <a:pt x="3493091" y="3116972"/>
                  </a:lnTo>
                  <a:lnTo>
                    <a:pt x="3471921" y="3116972"/>
                  </a:lnTo>
                  <a:lnTo>
                    <a:pt x="3450751" y="3116972"/>
                  </a:lnTo>
                  <a:lnTo>
                    <a:pt x="3429580" y="3116972"/>
                  </a:lnTo>
                  <a:lnTo>
                    <a:pt x="3408410" y="3116972"/>
                  </a:lnTo>
                  <a:lnTo>
                    <a:pt x="3387240" y="3116972"/>
                  </a:lnTo>
                  <a:lnTo>
                    <a:pt x="3366070" y="3116972"/>
                  </a:lnTo>
                  <a:lnTo>
                    <a:pt x="3344899" y="3116972"/>
                  </a:lnTo>
                  <a:lnTo>
                    <a:pt x="3323729" y="3116972"/>
                  </a:lnTo>
                  <a:lnTo>
                    <a:pt x="3302559" y="3116972"/>
                  </a:lnTo>
                  <a:lnTo>
                    <a:pt x="3281389" y="3116972"/>
                  </a:lnTo>
                  <a:lnTo>
                    <a:pt x="3260218" y="3116972"/>
                  </a:lnTo>
                  <a:lnTo>
                    <a:pt x="3239048" y="3116972"/>
                  </a:lnTo>
                  <a:lnTo>
                    <a:pt x="3217878" y="3116972"/>
                  </a:lnTo>
                  <a:lnTo>
                    <a:pt x="3196708" y="3116972"/>
                  </a:lnTo>
                  <a:lnTo>
                    <a:pt x="3175537" y="3116972"/>
                  </a:lnTo>
                  <a:lnTo>
                    <a:pt x="3154367" y="3116972"/>
                  </a:lnTo>
                  <a:lnTo>
                    <a:pt x="3133197" y="3116972"/>
                  </a:lnTo>
                  <a:lnTo>
                    <a:pt x="3112027" y="3116972"/>
                  </a:lnTo>
                  <a:lnTo>
                    <a:pt x="3090856" y="3116972"/>
                  </a:lnTo>
                  <a:lnTo>
                    <a:pt x="3069686" y="3116972"/>
                  </a:lnTo>
                  <a:lnTo>
                    <a:pt x="3048516" y="3116972"/>
                  </a:lnTo>
                  <a:lnTo>
                    <a:pt x="3027346" y="3116972"/>
                  </a:lnTo>
                  <a:lnTo>
                    <a:pt x="3006175" y="3116972"/>
                  </a:lnTo>
                  <a:lnTo>
                    <a:pt x="2985005" y="3116972"/>
                  </a:lnTo>
                  <a:lnTo>
                    <a:pt x="2963835" y="3116972"/>
                  </a:lnTo>
                  <a:lnTo>
                    <a:pt x="2942665" y="3116972"/>
                  </a:lnTo>
                  <a:lnTo>
                    <a:pt x="2921494" y="3116972"/>
                  </a:lnTo>
                  <a:lnTo>
                    <a:pt x="2900324" y="3116972"/>
                  </a:lnTo>
                  <a:lnTo>
                    <a:pt x="2879154" y="3116972"/>
                  </a:lnTo>
                  <a:lnTo>
                    <a:pt x="2857984" y="3116972"/>
                  </a:lnTo>
                  <a:lnTo>
                    <a:pt x="2836813" y="3116972"/>
                  </a:lnTo>
                  <a:lnTo>
                    <a:pt x="2815643" y="3116972"/>
                  </a:lnTo>
                  <a:lnTo>
                    <a:pt x="2794473" y="3116972"/>
                  </a:lnTo>
                  <a:lnTo>
                    <a:pt x="2773303" y="3116972"/>
                  </a:lnTo>
                  <a:lnTo>
                    <a:pt x="2752132" y="3116972"/>
                  </a:lnTo>
                  <a:lnTo>
                    <a:pt x="2730962" y="3116972"/>
                  </a:lnTo>
                  <a:lnTo>
                    <a:pt x="2709792" y="3116972"/>
                  </a:lnTo>
                  <a:lnTo>
                    <a:pt x="2688622" y="3116972"/>
                  </a:lnTo>
                  <a:lnTo>
                    <a:pt x="2667451" y="3116972"/>
                  </a:lnTo>
                  <a:lnTo>
                    <a:pt x="2646281" y="3116972"/>
                  </a:lnTo>
                  <a:lnTo>
                    <a:pt x="2625111" y="3116972"/>
                  </a:lnTo>
                  <a:lnTo>
                    <a:pt x="2603941" y="3116972"/>
                  </a:lnTo>
                  <a:lnTo>
                    <a:pt x="2582770" y="3116972"/>
                  </a:lnTo>
                  <a:lnTo>
                    <a:pt x="2561600" y="3116972"/>
                  </a:lnTo>
                  <a:lnTo>
                    <a:pt x="2540430" y="3116972"/>
                  </a:lnTo>
                  <a:lnTo>
                    <a:pt x="2519259" y="3116972"/>
                  </a:lnTo>
                  <a:lnTo>
                    <a:pt x="2498089" y="3116972"/>
                  </a:lnTo>
                  <a:lnTo>
                    <a:pt x="2476919" y="3116972"/>
                  </a:lnTo>
                  <a:lnTo>
                    <a:pt x="2455749" y="3116972"/>
                  </a:lnTo>
                  <a:lnTo>
                    <a:pt x="2434578" y="3116972"/>
                  </a:lnTo>
                  <a:lnTo>
                    <a:pt x="2413408" y="3116972"/>
                  </a:lnTo>
                  <a:lnTo>
                    <a:pt x="2392238" y="3116972"/>
                  </a:lnTo>
                  <a:lnTo>
                    <a:pt x="2371068" y="3116972"/>
                  </a:lnTo>
                  <a:lnTo>
                    <a:pt x="2349897" y="3116972"/>
                  </a:lnTo>
                  <a:lnTo>
                    <a:pt x="2328727" y="3116972"/>
                  </a:lnTo>
                  <a:lnTo>
                    <a:pt x="2307557" y="3116972"/>
                  </a:lnTo>
                  <a:lnTo>
                    <a:pt x="2286387" y="3116972"/>
                  </a:lnTo>
                  <a:lnTo>
                    <a:pt x="2265216" y="3116972"/>
                  </a:lnTo>
                  <a:lnTo>
                    <a:pt x="2244046" y="3116972"/>
                  </a:lnTo>
                  <a:lnTo>
                    <a:pt x="2222876" y="3116972"/>
                  </a:lnTo>
                  <a:lnTo>
                    <a:pt x="2201706" y="3116972"/>
                  </a:lnTo>
                  <a:lnTo>
                    <a:pt x="2180535" y="3116972"/>
                  </a:lnTo>
                  <a:lnTo>
                    <a:pt x="2159365" y="3116972"/>
                  </a:lnTo>
                  <a:lnTo>
                    <a:pt x="2138195" y="3116972"/>
                  </a:lnTo>
                  <a:lnTo>
                    <a:pt x="2117025" y="3116972"/>
                  </a:lnTo>
                  <a:lnTo>
                    <a:pt x="2095854" y="3116972"/>
                  </a:lnTo>
                  <a:lnTo>
                    <a:pt x="2074684" y="3116972"/>
                  </a:lnTo>
                  <a:lnTo>
                    <a:pt x="2053514" y="3116972"/>
                  </a:lnTo>
                  <a:lnTo>
                    <a:pt x="2032344" y="3116972"/>
                  </a:lnTo>
                  <a:lnTo>
                    <a:pt x="2011173" y="3116972"/>
                  </a:lnTo>
                  <a:lnTo>
                    <a:pt x="1990003" y="3116972"/>
                  </a:lnTo>
                  <a:lnTo>
                    <a:pt x="1968833" y="3116972"/>
                  </a:lnTo>
                  <a:lnTo>
                    <a:pt x="1947663" y="3116972"/>
                  </a:lnTo>
                  <a:lnTo>
                    <a:pt x="1926492" y="3116972"/>
                  </a:lnTo>
                  <a:lnTo>
                    <a:pt x="1905322" y="3116972"/>
                  </a:lnTo>
                  <a:lnTo>
                    <a:pt x="1884152" y="3116972"/>
                  </a:lnTo>
                  <a:lnTo>
                    <a:pt x="1862982" y="3116972"/>
                  </a:lnTo>
                  <a:lnTo>
                    <a:pt x="1841811" y="3116972"/>
                  </a:lnTo>
                  <a:lnTo>
                    <a:pt x="1820641" y="3116972"/>
                  </a:lnTo>
                  <a:lnTo>
                    <a:pt x="1799471" y="3116972"/>
                  </a:lnTo>
                  <a:lnTo>
                    <a:pt x="1778301" y="3116972"/>
                  </a:lnTo>
                  <a:lnTo>
                    <a:pt x="1757130" y="3116972"/>
                  </a:lnTo>
                  <a:lnTo>
                    <a:pt x="1735960" y="3116972"/>
                  </a:lnTo>
                  <a:lnTo>
                    <a:pt x="1714790" y="3116972"/>
                  </a:lnTo>
                  <a:lnTo>
                    <a:pt x="1693620" y="3116972"/>
                  </a:lnTo>
                  <a:lnTo>
                    <a:pt x="1672449" y="3116972"/>
                  </a:lnTo>
                  <a:lnTo>
                    <a:pt x="1651279" y="3116972"/>
                  </a:lnTo>
                  <a:lnTo>
                    <a:pt x="1630109" y="3116972"/>
                  </a:lnTo>
                  <a:lnTo>
                    <a:pt x="1608939" y="3116972"/>
                  </a:lnTo>
                  <a:lnTo>
                    <a:pt x="1587768" y="3116972"/>
                  </a:lnTo>
                  <a:lnTo>
                    <a:pt x="1566598" y="3116972"/>
                  </a:lnTo>
                  <a:lnTo>
                    <a:pt x="1545428" y="3116972"/>
                  </a:lnTo>
                  <a:lnTo>
                    <a:pt x="1524258" y="3116972"/>
                  </a:lnTo>
                  <a:lnTo>
                    <a:pt x="1503087" y="3116972"/>
                  </a:lnTo>
                  <a:lnTo>
                    <a:pt x="1481917" y="3116972"/>
                  </a:lnTo>
                  <a:lnTo>
                    <a:pt x="1460747" y="3116972"/>
                  </a:lnTo>
                  <a:lnTo>
                    <a:pt x="1439577" y="3116972"/>
                  </a:lnTo>
                  <a:lnTo>
                    <a:pt x="1418406" y="3116972"/>
                  </a:lnTo>
                  <a:lnTo>
                    <a:pt x="1397236" y="3116972"/>
                  </a:lnTo>
                  <a:lnTo>
                    <a:pt x="1376066" y="3116972"/>
                  </a:lnTo>
                  <a:lnTo>
                    <a:pt x="1354896" y="3116972"/>
                  </a:lnTo>
                  <a:lnTo>
                    <a:pt x="1333725" y="3116972"/>
                  </a:lnTo>
                  <a:lnTo>
                    <a:pt x="1312555" y="3116972"/>
                  </a:lnTo>
                  <a:lnTo>
                    <a:pt x="1291385" y="3116972"/>
                  </a:lnTo>
                  <a:lnTo>
                    <a:pt x="1270215" y="3116972"/>
                  </a:lnTo>
                  <a:lnTo>
                    <a:pt x="1249044" y="3116972"/>
                  </a:lnTo>
                  <a:lnTo>
                    <a:pt x="1227874" y="3116972"/>
                  </a:lnTo>
                  <a:lnTo>
                    <a:pt x="1206704" y="3116972"/>
                  </a:lnTo>
                  <a:lnTo>
                    <a:pt x="1185534" y="3116972"/>
                  </a:lnTo>
                  <a:lnTo>
                    <a:pt x="1164363" y="3116972"/>
                  </a:lnTo>
                  <a:lnTo>
                    <a:pt x="1143193" y="3116972"/>
                  </a:lnTo>
                  <a:lnTo>
                    <a:pt x="1122023" y="3116972"/>
                  </a:lnTo>
                  <a:lnTo>
                    <a:pt x="1100853" y="3116972"/>
                  </a:lnTo>
                  <a:lnTo>
                    <a:pt x="1079682" y="3116972"/>
                  </a:lnTo>
                  <a:lnTo>
                    <a:pt x="1058512" y="3116972"/>
                  </a:lnTo>
                  <a:lnTo>
                    <a:pt x="1037342" y="3116972"/>
                  </a:lnTo>
                  <a:lnTo>
                    <a:pt x="1016172" y="3116972"/>
                  </a:lnTo>
                  <a:lnTo>
                    <a:pt x="995001" y="3116972"/>
                  </a:lnTo>
                  <a:lnTo>
                    <a:pt x="973831" y="3116972"/>
                  </a:lnTo>
                  <a:lnTo>
                    <a:pt x="952661" y="3116972"/>
                  </a:lnTo>
                  <a:lnTo>
                    <a:pt x="931491" y="3116972"/>
                  </a:lnTo>
                  <a:lnTo>
                    <a:pt x="910320" y="3116972"/>
                  </a:lnTo>
                  <a:lnTo>
                    <a:pt x="889150" y="3116972"/>
                  </a:lnTo>
                  <a:lnTo>
                    <a:pt x="867980" y="3116972"/>
                  </a:lnTo>
                  <a:lnTo>
                    <a:pt x="846810" y="3116972"/>
                  </a:lnTo>
                  <a:lnTo>
                    <a:pt x="825639" y="3116972"/>
                  </a:lnTo>
                  <a:lnTo>
                    <a:pt x="804469" y="3116972"/>
                  </a:lnTo>
                  <a:lnTo>
                    <a:pt x="783299" y="3116972"/>
                  </a:lnTo>
                  <a:lnTo>
                    <a:pt x="762129" y="3116972"/>
                  </a:lnTo>
                  <a:lnTo>
                    <a:pt x="740958" y="3116972"/>
                  </a:lnTo>
                  <a:lnTo>
                    <a:pt x="719788" y="3116972"/>
                  </a:lnTo>
                  <a:lnTo>
                    <a:pt x="698618" y="3116972"/>
                  </a:lnTo>
                  <a:lnTo>
                    <a:pt x="677448" y="3116972"/>
                  </a:lnTo>
                  <a:lnTo>
                    <a:pt x="656277" y="3116972"/>
                  </a:lnTo>
                  <a:lnTo>
                    <a:pt x="635107" y="3116972"/>
                  </a:lnTo>
                  <a:lnTo>
                    <a:pt x="613937" y="3116972"/>
                  </a:lnTo>
                  <a:lnTo>
                    <a:pt x="592767" y="3116972"/>
                  </a:lnTo>
                  <a:lnTo>
                    <a:pt x="571596" y="3116972"/>
                  </a:lnTo>
                  <a:lnTo>
                    <a:pt x="550426" y="3116972"/>
                  </a:lnTo>
                  <a:lnTo>
                    <a:pt x="529256" y="3116972"/>
                  </a:lnTo>
                  <a:lnTo>
                    <a:pt x="508086" y="3116972"/>
                  </a:lnTo>
                  <a:lnTo>
                    <a:pt x="486915" y="3116972"/>
                  </a:lnTo>
                  <a:lnTo>
                    <a:pt x="465745" y="3116972"/>
                  </a:lnTo>
                  <a:lnTo>
                    <a:pt x="444575" y="3116972"/>
                  </a:lnTo>
                  <a:lnTo>
                    <a:pt x="423405" y="3116972"/>
                  </a:lnTo>
                  <a:lnTo>
                    <a:pt x="402234" y="3116972"/>
                  </a:lnTo>
                  <a:lnTo>
                    <a:pt x="381064" y="3116972"/>
                  </a:lnTo>
                  <a:lnTo>
                    <a:pt x="359894" y="3116972"/>
                  </a:lnTo>
                  <a:lnTo>
                    <a:pt x="338724" y="3116972"/>
                  </a:lnTo>
                  <a:lnTo>
                    <a:pt x="317553" y="3116972"/>
                  </a:lnTo>
                  <a:lnTo>
                    <a:pt x="296383" y="3116972"/>
                  </a:lnTo>
                  <a:lnTo>
                    <a:pt x="275213" y="3116972"/>
                  </a:lnTo>
                  <a:lnTo>
                    <a:pt x="254043" y="3116972"/>
                  </a:lnTo>
                  <a:lnTo>
                    <a:pt x="232872" y="3116972"/>
                  </a:lnTo>
                  <a:lnTo>
                    <a:pt x="211702" y="3116972"/>
                  </a:lnTo>
                  <a:lnTo>
                    <a:pt x="190532" y="3116972"/>
                  </a:lnTo>
                  <a:lnTo>
                    <a:pt x="169362" y="3116972"/>
                  </a:lnTo>
                  <a:lnTo>
                    <a:pt x="148191" y="3116972"/>
                  </a:lnTo>
                  <a:lnTo>
                    <a:pt x="127021" y="3116972"/>
                  </a:lnTo>
                  <a:lnTo>
                    <a:pt x="105851" y="3116972"/>
                  </a:lnTo>
                  <a:lnTo>
                    <a:pt x="84681" y="3116972"/>
                  </a:lnTo>
                  <a:lnTo>
                    <a:pt x="63510" y="3116972"/>
                  </a:lnTo>
                  <a:lnTo>
                    <a:pt x="42340" y="3116972"/>
                  </a:lnTo>
                  <a:lnTo>
                    <a:pt x="21170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1565" y="3262477"/>
              <a:ext cx="8446930" cy="3116972"/>
            </a:xfrm>
            <a:custGeom>
              <a:avLst/>
              <a:pathLst>
                <a:path w="8446930" h="3116972">
                  <a:moveTo>
                    <a:pt x="0" y="3001611"/>
                  </a:moveTo>
                  <a:lnTo>
                    <a:pt x="21170" y="3037297"/>
                  </a:lnTo>
                  <a:lnTo>
                    <a:pt x="42340" y="3045785"/>
                  </a:lnTo>
                  <a:lnTo>
                    <a:pt x="63510" y="3036857"/>
                  </a:lnTo>
                  <a:lnTo>
                    <a:pt x="84681" y="3072863"/>
                  </a:lnTo>
                  <a:lnTo>
                    <a:pt x="105851" y="3035287"/>
                  </a:lnTo>
                  <a:lnTo>
                    <a:pt x="127021" y="3043031"/>
                  </a:lnTo>
                  <a:lnTo>
                    <a:pt x="148191" y="3009077"/>
                  </a:lnTo>
                  <a:lnTo>
                    <a:pt x="169362" y="3008424"/>
                  </a:lnTo>
                  <a:lnTo>
                    <a:pt x="190532" y="3020706"/>
                  </a:lnTo>
                  <a:lnTo>
                    <a:pt x="211702" y="3099584"/>
                  </a:lnTo>
                  <a:lnTo>
                    <a:pt x="232872" y="3049806"/>
                  </a:lnTo>
                  <a:lnTo>
                    <a:pt x="254043" y="3072863"/>
                  </a:lnTo>
                  <a:lnTo>
                    <a:pt x="275213" y="2953939"/>
                  </a:lnTo>
                  <a:lnTo>
                    <a:pt x="296383" y="3043492"/>
                  </a:lnTo>
                  <a:lnTo>
                    <a:pt x="317553" y="3089166"/>
                  </a:lnTo>
                  <a:lnTo>
                    <a:pt x="338724" y="3032752"/>
                  </a:lnTo>
                  <a:lnTo>
                    <a:pt x="359894" y="3054310"/>
                  </a:lnTo>
                  <a:lnTo>
                    <a:pt x="381064" y="3116972"/>
                  </a:lnTo>
                  <a:lnTo>
                    <a:pt x="381064" y="3116972"/>
                  </a:lnTo>
                  <a:lnTo>
                    <a:pt x="402234" y="3116972"/>
                  </a:lnTo>
                  <a:lnTo>
                    <a:pt x="423405" y="2921450"/>
                  </a:lnTo>
                  <a:lnTo>
                    <a:pt x="444575" y="2881115"/>
                  </a:lnTo>
                  <a:lnTo>
                    <a:pt x="465745" y="2894807"/>
                  </a:lnTo>
                  <a:lnTo>
                    <a:pt x="486915" y="2826048"/>
                  </a:lnTo>
                  <a:lnTo>
                    <a:pt x="508086" y="2965650"/>
                  </a:lnTo>
                  <a:lnTo>
                    <a:pt x="529256" y="2801806"/>
                  </a:lnTo>
                  <a:lnTo>
                    <a:pt x="550426" y="2847359"/>
                  </a:lnTo>
                  <a:lnTo>
                    <a:pt x="571596" y="2850371"/>
                  </a:lnTo>
                  <a:lnTo>
                    <a:pt x="592767" y="2832681"/>
                  </a:lnTo>
                  <a:lnTo>
                    <a:pt x="613937" y="2771135"/>
                  </a:lnTo>
                  <a:lnTo>
                    <a:pt x="635107" y="2746730"/>
                  </a:lnTo>
                  <a:lnTo>
                    <a:pt x="656277" y="2845681"/>
                  </a:lnTo>
                  <a:lnTo>
                    <a:pt x="677448" y="2819947"/>
                  </a:lnTo>
                  <a:lnTo>
                    <a:pt x="698618" y="2842658"/>
                  </a:lnTo>
                  <a:lnTo>
                    <a:pt x="719788" y="2870244"/>
                  </a:lnTo>
                  <a:lnTo>
                    <a:pt x="740958" y="2911116"/>
                  </a:lnTo>
                  <a:lnTo>
                    <a:pt x="762129" y="2931125"/>
                  </a:lnTo>
                  <a:lnTo>
                    <a:pt x="783299" y="2861530"/>
                  </a:lnTo>
                  <a:lnTo>
                    <a:pt x="804469" y="2934802"/>
                  </a:lnTo>
                  <a:lnTo>
                    <a:pt x="825639" y="2953191"/>
                  </a:lnTo>
                  <a:lnTo>
                    <a:pt x="846810" y="2795068"/>
                  </a:lnTo>
                  <a:lnTo>
                    <a:pt x="867980" y="2832236"/>
                  </a:lnTo>
                  <a:lnTo>
                    <a:pt x="889150" y="2840380"/>
                  </a:lnTo>
                  <a:lnTo>
                    <a:pt x="910320" y="2920565"/>
                  </a:lnTo>
                  <a:lnTo>
                    <a:pt x="931491" y="2867877"/>
                  </a:lnTo>
                  <a:lnTo>
                    <a:pt x="952661" y="2795468"/>
                  </a:lnTo>
                  <a:lnTo>
                    <a:pt x="973831" y="2818459"/>
                  </a:lnTo>
                  <a:lnTo>
                    <a:pt x="995001" y="2870178"/>
                  </a:lnTo>
                  <a:lnTo>
                    <a:pt x="1016172" y="2934845"/>
                  </a:lnTo>
                  <a:lnTo>
                    <a:pt x="1037342" y="2988841"/>
                  </a:lnTo>
                  <a:lnTo>
                    <a:pt x="1058512" y="2969236"/>
                  </a:lnTo>
                  <a:lnTo>
                    <a:pt x="1079682" y="2970059"/>
                  </a:lnTo>
                  <a:lnTo>
                    <a:pt x="1100853" y="2920514"/>
                  </a:lnTo>
                  <a:lnTo>
                    <a:pt x="1122023" y="2930806"/>
                  </a:lnTo>
                  <a:lnTo>
                    <a:pt x="1143193" y="2823289"/>
                  </a:lnTo>
                  <a:lnTo>
                    <a:pt x="1164363" y="2753462"/>
                  </a:lnTo>
                  <a:lnTo>
                    <a:pt x="1185534" y="2724098"/>
                  </a:lnTo>
                  <a:lnTo>
                    <a:pt x="1206704" y="2847891"/>
                  </a:lnTo>
                  <a:lnTo>
                    <a:pt x="1227874" y="2826685"/>
                  </a:lnTo>
                  <a:lnTo>
                    <a:pt x="1249044" y="2839126"/>
                  </a:lnTo>
                  <a:lnTo>
                    <a:pt x="1270215" y="2811765"/>
                  </a:lnTo>
                  <a:lnTo>
                    <a:pt x="1291385" y="2817254"/>
                  </a:lnTo>
                  <a:lnTo>
                    <a:pt x="1312555" y="2816043"/>
                  </a:lnTo>
                  <a:lnTo>
                    <a:pt x="1333725" y="2838484"/>
                  </a:lnTo>
                  <a:lnTo>
                    <a:pt x="1354896" y="2945674"/>
                  </a:lnTo>
                  <a:lnTo>
                    <a:pt x="1376066" y="2951402"/>
                  </a:lnTo>
                  <a:lnTo>
                    <a:pt x="1397236" y="2962937"/>
                  </a:lnTo>
                  <a:lnTo>
                    <a:pt x="1418406" y="2995443"/>
                  </a:lnTo>
                  <a:lnTo>
                    <a:pt x="1439577" y="2921562"/>
                  </a:lnTo>
                  <a:lnTo>
                    <a:pt x="1460747" y="2998555"/>
                  </a:lnTo>
                  <a:lnTo>
                    <a:pt x="1481917" y="3036975"/>
                  </a:lnTo>
                  <a:lnTo>
                    <a:pt x="1503087" y="2991170"/>
                  </a:lnTo>
                  <a:lnTo>
                    <a:pt x="1524258" y="2951355"/>
                  </a:lnTo>
                  <a:lnTo>
                    <a:pt x="1545428" y="2921295"/>
                  </a:lnTo>
                  <a:lnTo>
                    <a:pt x="1566598" y="2931147"/>
                  </a:lnTo>
                  <a:lnTo>
                    <a:pt x="1587768" y="2901633"/>
                  </a:lnTo>
                  <a:lnTo>
                    <a:pt x="1608939" y="2888716"/>
                  </a:lnTo>
                  <a:lnTo>
                    <a:pt x="1630109" y="2857108"/>
                  </a:lnTo>
                  <a:lnTo>
                    <a:pt x="1651279" y="2809946"/>
                  </a:lnTo>
                  <a:lnTo>
                    <a:pt x="1672449" y="2760120"/>
                  </a:lnTo>
                  <a:lnTo>
                    <a:pt x="1693620" y="2735493"/>
                  </a:lnTo>
                  <a:lnTo>
                    <a:pt x="1714790" y="2692941"/>
                  </a:lnTo>
                  <a:lnTo>
                    <a:pt x="1735960" y="2546038"/>
                  </a:lnTo>
                  <a:lnTo>
                    <a:pt x="1757130" y="2417524"/>
                  </a:lnTo>
                  <a:lnTo>
                    <a:pt x="1778301" y="2664637"/>
                  </a:lnTo>
                  <a:lnTo>
                    <a:pt x="1799471" y="2629992"/>
                  </a:lnTo>
                  <a:lnTo>
                    <a:pt x="1820641" y="2687574"/>
                  </a:lnTo>
                  <a:lnTo>
                    <a:pt x="1841811" y="2698271"/>
                  </a:lnTo>
                  <a:lnTo>
                    <a:pt x="1862982" y="2632074"/>
                  </a:lnTo>
                  <a:lnTo>
                    <a:pt x="1884152" y="2683475"/>
                  </a:lnTo>
                  <a:lnTo>
                    <a:pt x="1905322" y="2643888"/>
                  </a:lnTo>
                  <a:lnTo>
                    <a:pt x="1926492" y="2715026"/>
                  </a:lnTo>
                  <a:lnTo>
                    <a:pt x="1947663" y="2784328"/>
                  </a:lnTo>
                  <a:lnTo>
                    <a:pt x="1968833" y="2787462"/>
                  </a:lnTo>
                  <a:lnTo>
                    <a:pt x="1990003" y="2773352"/>
                  </a:lnTo>
                  <a:lnTo>
                    <a:pt x="2011173" y="2659533"/>
                  </a:lnTo>
                  <a:lnTo>
                    <a:pt x="2032344" y="2758245"/>
                  </a:lnTo>
                  <a:lnTo>
                    <a:pt x="2053514" y="2803836"/>
                  </a:lnTo>
                  <a:lnTo>
                    <a:pt x="2074684" y="2808679"/>
                  </a:lnTo>
                  <a:lnTo>
                    <a:pt x="2095854" y="2830955"/>
                  </a:lnTo>
                  <a:lnTo>
                    <a:pt x="2117025" y="2859295"/>
                  </a:lnTo>
                  <a:lnTo>
                    <a:pt x="2138195" y="2858182"/>
                  </a:lnTo>
                  <a:lnTo>
                    <a:pt x="2159365" y="2866370"/>
                  </a:lnTo>
                  <a:lnTo>
                    <a:pt x="2180535" y="2851910"/>
                  </a:lnTo>
                  <a:lnTo>
                    <a:pt x="2201706" y="2847892"/>
                  </a:lnTo>
                  <a:lnTo>
                    <a:pt x="2222876" y="2799959"/>
                  </a:lnTo>
                  <a:lnTo>
                    <a:pt x="2244046" y="2725082"/>
                  </a:lnTo>
                  <a:lnTo>
                    <a:pt x="2265216" y="2660029"/>
                  </a:lnTo>
                  <a:lnTo>
                    <a:pt x="2286387" y="2827476"/>
                  </a:lnTo>
                  <a:lnTo>
                    <a:pt x="2307557" y="2599476"/>
                  </a:lnTo>
                  <a:lnTo>
                    <a:pt x="2328727" y="2476162"/>
                  </a:lnTo>
                  <a:lnTo>
                    <a:pt x="2349897" y="2545108"/>
                  </a:lnTo>
                  <a:lnTo>
                    <a:pt x="2371068" y="2390314"/>
                  </a:lnTo>
                  <a:lnTo>
                    <a:pt x="2392238" y="2439765"/>
                  </a:lnTo>
                  <a:lnTo>
                    <a:pt x="2413408" y="2270876"/>
                  </a:lnTo>
                  <a:lnTo>
                    <a:pt x="2434578" y="2300273"/>
                  </a:lnTo>
                  <a:lnTo>
                    <a:pt x="2455749" y="2436561"/>
                  </a:lnTo>
                  <a:lnTo>
                    <a:pt x="2476919" y="2358391"/>
                  </a:lnTo>
                  <a:lnTo>
                    <a:pt x="2498089" y="2191760"/>
                  </a:lnTo>
                  <a:lnTo>
                    <a:pt x="2519259" y="2203176"/>
                  </a:lnTo>
                  <a:lnTo>
                    <a:pt x="2540430" y="2241394"/>
                  </a:lnTo>
                  <a:lnTo>
                    <a:pt x="2561600" y="2072356"/>
                  </a:lnTo>
                  <a:lnTo>
                    <a:pt x="2582770" y="2251270"/>
                  </a:lnTo>
                  <a:lnTo>
                    <a:pt x="2603941" y="2287100"/>
                  </a:lnTo>
                  <a:lnTo>
                    <a:pt x="2625111" y="2197709"/>
                  </a:lnTo>
                  <a:lnTo>
                    <a:pt x="2646281" y="2020668"/>
                  </a:lnTo>
                  <a:lnTo>
                    <a:pt x="2667451" y="1924089"/>
                  </a:lnTo>
                  <a:lnTo>
                    <a:pt x="2688622" y="1865220"/>
                  </a:lnTo>
                  <a:lnTo>
                    <a:pt x="2709792" y="1825588"/>
                  </a:lnTo>
                  <a:lnTo>
                    <a:pt x="2730962" y="1995125"/>
                  </a:lnTo>
                  <a:lnTo>
                    <a:pt x="2752132" y="1898776"/>
                  </a:lnTo>
                  <a:lnTo>
                    <a:pt x="2773303" y="1755324"/>
                  </a:lnTo>
                  <a:lnTo>
                    <a:pt x="2794473" y="1744541"/>
                  </a:lnTo>
                  <a:lnTo>
                    <a:pt x="2815643" y="1503782"/>
                  </a:lnTo>
                  <a:lnTo>
                    <a:pt x="2836813" y="1522602"/>
                  </a:lnTo>
                  <a:lnTo>
                    <a:pt x="2857984" y="1645016"/>
                  </a:lnTo>
                  <a:lnTo>
                    <a:pt x="2879154" y="1491077"/>
                  </a:lnTo>
                  <a:lnTo>
                    <a:pt x="2900324" y="1884352"/>
                  </a:lnTo>
                  <a:lnTo>
                    <a:pt x="2921494" y="1671874"/>
                  </a:lnTo>
                  <a:lnTo>
                    <a:pt x="2942665" y="1741363"/>
                  </a:lnTo>
                  <a:lnTo>
                    <a:pt x="2963835" y="1710608"/>
                  </a:lnTo>
                  <a:lnTo>
                    <a:pt x="2985005" y="1694266"/>
                  </a:lnTo>
                  <a:lnTo>
                    <a:pt x="3006175" y="1513507"/>
                  </a:lnTo>
                  <a:lnTo>
                    <a:pt x="3027346" y="1178247"/>
                  </a:lnTo>
                  <a:lnTo>
                    <a:pt x="3048516" y="1114856"/>
                  </a:lnTo>
                  <a:lnTo>
                    <a:pt x="3069686" y="1147355"/>
                  </a:lnTo>
                  <a:lnTo>
                    <a:pt x="3090856" y="844169"/>
                  </a:lnTo>
                  <a:lnTo>
                    <a:pt x="3112027" y="936991"/>
                  </a:lnTo>
                  <a:lnTo>
                    <a:pt x="3133197" y="794268"/>
                  </a:lnTo>
                  <a:lnTo>
                    <a:pt x="3154367" y="1005098"/>
                  </a:lnTo>
                  <a:lnTo>
                    <a:pt x="3175537" y="1205610"/>
                  </a:lnTo>
                  <a:lnTo>
                    <a:pt x="3196708" y="804323"/>
                  </a:lnTo>
                  <a:lnTo>
                    <a:pt x="3217878" y="445950"/>
                  </a:lnTo>
                  <a:lnTo>
                    <a:pt x="3239048" y="362911"/>
                  </a:lnTo>
                  <a:lnTo>
                    <a:pt x="3260218" y="375529"/>
                  </a:lnTo>
                  <a:lnTo>
                    <a:pt x="3281389" y="327381"/>
                  </a:lnTo>
                  <a:lnTo>
                    <a:pt x="3302559" y="23366"/>
                  </a:lnTo>
                  <a:lnTo>
                    <a:pt x="3323729" y="0"/>
                  </a:lnTo>
                  <a:lnTo>
                    <a:pt x="3323729" y="0"/>
                  </a:lnTo>
                  <a:lnTo>
                    <a:pt x="3344899" y="312457"/>
                  </a:lnTo>
                  <a:lnTo>
                    <a:pt x="3366070" y="377409"/>
                  </a:lnTo>
                  <a:lnTo>
                    <a:pt x="3387240" y="427703"/>
                  </a:lnTo>
                  <a:lnTo>
                    <a:pt x="3408410" y="451831"/>
                  </a:lnTo>
                  <a:lnTo>
                    <a:pt x="3429580" y="418361"/>
                  </a:lnTo>
                  <a:lnTo>
                    <a:pt x="3450751" y="418882"/>
                  </a:lnTo>
                  <a:lnTo>
                    <a:pt x="3471921" y="477384"/>
                  </a:lnTo>
                  <a:lnTo>
                    <a:pt x="3493091" y="455724"/>
                  </a:lnTo>
                  <a:lnTo>
                    <a:pt x="3514261" y="523008"/>
                  </a:lnTo>
                  <a:lnTo>
                    <a:pt x="3535432" y="622927"/>
                  </a:lnTo>
                  <a:lnTo>
                    <a:pt x="3556602" y="638516"/>
                  </a:lnTo>
                  <a:lnTo>
                    <a:pt x="3577772" y="688414"/>
                  </a:lnTo>
                  <a:lnTo>
                    <a:pt x="3598942" y="579713"/>
                  </a:lnTo>
                  <a:lnTo>
                    <a:pt x="3620113" y="1926718"/>
                  </a:lnTo>
                  <a:lnTo>
                    <a:pt x="3641283" y="1992529"/>
                  </a:lnTo>
                  <a:lnTo>
                    <a:pt x="3662453" y="1898811"/>
                  </a:lnTo>
                  <a:lnTo>
                    <a:pt x="3683623" y="1622090"/>
                  </a:lnTo>
                  <a:lnTo>
                    <a:pt x="3704794" y="1555136"/>
                  </a:lnTo>
                  <a:lnTo>
                    <a:pt x="3725964" y="1379309"/>
                  </a:lnTo>
                  <a:lnTo>
                    <a:pt x="3747134" y="1375948"/>
                  </a:lnTo>
                  <a:lnTo>
                    <a:pt x="3768304" y="1000053"/>
                  </a:lnTo>
                  <a:lnTo>
                    <a:pt x="3789475" y="987248"/>
                  </a:lnTo>
                  <a:lnTo>
                    <a:pt x="3810645" y="1068050"/>
                  </a:lnTo>
                  <a:lnTo>
                    <a:pt x="3831815" y="1006318"/>
                  </a:lnTo>
                  <a:lnTo>
                    <a:pt x="3852985" y="1061641"/>
                  </a:lnTo>
                  <a:lnTo>
                    <a:pt x="3874156" y="1033436"/>
                  </a:lnTo>
                  <a:lnTo>
                    <a:pt x="3895326" y="1094284"/>
                  </a:lnTo>
                  <a:lnTo>
                    <a:pt x="3916496" y="1138411"/>
                  </a:lnTo>
                  <a:lnTo>
                    <a:pt x="3937666" y="2481450"/>
                  </a:lnTo>
                  <a:lnTo>
                    <a:pt x="3958837" y="2352308"/>
                  </a:lnTo>
                  <a:lnTo>
                    <a:pt x="3980007" y="2288621"/>
                  </a:lnTo>
                  <a:lnTo>
                    <a:pt x="4001177" y="2442565"/>
                  </a:lnTo>
                  <a:lnTo>
                    <a:pt x="4022347" y="2367519"/>
                  </a:lnTo>
                  <a:lnTo>
                    <a:pt x="4043518" y="2485631"/>
                  </a:lnTo>
                  <a:lnTo>
                    <a:pt x="4064688" y="2350644"/>
                  </a:lnTo>
                  <a:lnTo>
                    <a:pt x="4085858" y="2607944"/>
                  </a:lnTo>
                  <a:lnTo>
                    <a:pt x="4107028" y="2609606"/>
                  </a:lnTo>
                  <a:lnTo>
                    <a:pt x="4128199" y="2455709"/>
                  </a:lnTo>
                  <a:lnTo>
                    <a:pt x="4149369" y="2930984"/>
                  </a:lnTo>
                  <a:lnTo>
                    <a:pt x="4170539" y="2648543"/>
                  </a:lnTo>
                  <a:lnTo>
                    <a:pt x="4191709" y="2996713"/>
                  </a:lnTo>
                  <a:lnTo>
                    <a:pt x="4212880" y="3091636"/>
                  </a:lnTo>
                  <a:lnTo>
                    <a:pt x="4234050" y="3040444"/>
                  </a:lnTo>
                  <a:lnTo>
                    <a:pt x="4255220" y="3116972"/>
                  </a:lnTo>
                  <a:lnTo>
                    <a:pt x="4255220" y="3116972"/>
                  </a:lnTo>
                  <a:lnTo>
                    <a:pt x="4276390" y="2826124"/>
                  </a:lnTo>
                  <a:lnTo>
                    <a:pt x="4297561" y="2775162"/>
                  </a:lnTo>
                  <a:lnTo>
                    <a:pt x="4318731" y="2596708"/>
                  </a:lnTo>
                  <a:lnTo>
                    <a:pt x="4339901" y="2425362"/>
                  </a:lnTo>
                  <a:lnTo>
                    <a:pt x="4361071" y="2443352"/>
                  </a:lnTo>
                  <a:lnTo>
                    <a:pt x="4382242" y="2224027"/>
                  </a:lnTo>
                  <a:lnTo>
                    <a:pt x="4403412" y="1995224"/>
                  </a:lnTo>
                  <a:lnTo>
                    <a:pt x="4424582" y="1917012"/>
                  </a:lnTo>
                  <a:lnTo>
                    <a:pt x="4445752" y="1902322"/>
                  </a:lnTo>
                  <a:lnTo>
                    <a:pt x="4466923" y="1991150"/>
                  </a:lnTo>
                  <a:lnTo>
                    <a:pt x="4488093" y="2260492"/>
                  </a:lnTo>
                  <a:lnTo>
                    <a:pt x="4509263" y="2508829"/>
                  </a:lnTo>
                  <a:lnTo>
                    <a:pt x="4530433" y="2421671"/>
                  </a:lnTo>
                  <a:lnTo>
                    <a:pt x="4551604" y="2196192"/>
                  </a:lnTo>
                  <a:lnTo>
                    <a:pt x="4572774" y="2331492"/>
                  </a:lnTo>
                  <a:lnTo>
                    <a:pt x="4593944" y="2271904"/>
                  </a:lnTo>
                  <a:lnTo>
                    <a:pt x="4615114" y="2263539"/>
                  </a:lnTo>
                  <a:lnTo>
                    <a:pt x="4636285" y="2475329"/>
                  </a:lnTo>
                  <a:lnTo>
                    <a:pt x="4657455" y="2500521"/>
                  </a:lnTo>
                  <a:lnTo>
                    <a:pt x="4678625" y="2714436"/>
                  </a:lnTo>
                  <a:lnTo>
                    <a:pt x="4699795" y="2671182"/>
                  </a:lnTo>
                  <a:lnTo>
                    <a:pt x="4720966" y="2776181"/>
                  </a:lnTo>
                  <a:lnTo>
                    <a:pt x="4742136" y="2751847"/>
                  </a:lnTo>
                  <a:lnTo>
                    <a:pt x="4763306" y="2758125"/>
                  </a:lnTo>
                  <a:lnTo>
                    <a:pt x="4784476" y="2881119"/>
                  </a:lnTo>
                  <a:lnTo>
                    <a:pt x="4805647" y="2981615"/>
                  </a:lnTo>
                  <a:lnTo>
                    <a:pt x="4826817" y="2973132"/>
                  </a:lnTo>
                  <a:lnTo>
                    <a:pt x="4847987" y="2934894"/>
                  </a:lnTo>
                  <a:lnTo>
                    <a:pt x="4869157" y="2986563"/>
                  </a:lnTo>
                  <a:lnTo>
                    <a:pt x="4890328" y="2928007"/>
                  </a:lnTo>
                  <a:lnTo>
                    <a:pt x="4911498" y="2956608"/>
                  </a:lnTo>
                  <a:lnTo>
                    <a:pt x="4932668" y="2751630"/>
                  </a:lnTo>
                  <a:lnTo>
                    <a:pt x="4953838" y="2734099"/>
                  </a:lnTo>
                  <a:lnTo>
                    <a:pt x="4975009" y="2907555"/>
                  </a:lnTo>
                  <a:lnTo>
                    <a:pt x="4996179" y="2845433"/>
                  </a:lnTo>
                  <a:lnTo>
                    <a:pt x="5017349" y="2982041"/>
                  </a:lnTo>
                  <a:lnTo>
                    <a:pt x="5038519" y="2823962"/>
                  </a:lnTo>
                  <a:lnTo>
                    <a:pt x="5059690" y="2854650"/>
                  </a:lnTo>
                  <a:lnTo>
                    <a:pt x="5080860" y="2760785"/>
                  </a:lnTo>
                  <a:lnTo>
                    <a:pt x="5102030" y="2684417"/>
                  </a:lnTo>
                  <a:lnTo>
                    <a:pt x="5123201" y="2728268"/>
                  </a:lnTo>
                  <a:lnTo>
                    <a:pt x="5144371" y="2821660"/>
                  </a:lnTo>
                  <a:lnTo>
                    <a:pt x="5165541" y="2791030"/>
                  </a:lnTo>
                  <a:lnTo>
                    <a:pt x="5186711" y="2981480"/>
                  </a:lnTo>
                  <a:lnTo>
                    <a:pt x="5207882" y="2971654"/>
                  </a:lnTo>
                  <a:lnTo>
                    <a:pt x="5229052" y="3043736"/>
                  </a:lnTo>
                  <a:lnTo>
                    <a:pt x="5250222" y="3002365"/>
                  </a:lnTo>
                  <a:lnTo>
                    <a:pt x="5271392" y="2954618"/>
                  </a:lnTo>
                  <a:lnTo>
                    <a:pt x="5292563" y="3071501"/>
                  </a:lnTo>
                  <a:lnTo>
                    <a:pt x="5313733" y="3082446"/>
                  </a:lnTo>
                  <a:lnTo>
                    <a:pt x="5334903" y="3116972"/>
                  </a:lnTo>
                  <a:lnTo>
                    <a:pt x="5334903" y="3116972"/>
                  </a:lnTo>
                  <a:lnTo>
                    <a:pt x="5356073" y="3116972"/>
                  </a:lnTo>
                  <a:lnTo>
                    <a:pt x="5377244" y="3111221"/>
                  </a:lnTo>
                  <a:lnTo>
                    <a:pt x="5398414" y="3116972"/>
                  </a:lnTo>
                  <a:lnTo>
                    <a:pt x="5398414" y="3116972"/>
                  </a:lnTo>
                  <a:lnTo>
                    <a:pt x="5419584" y="2938899"/>
                  </a:lnTo>
                  <a:lnTo>
                    <a:pt x="5440754" y="3082502"/>
                  </a:lnTo>
                  <a:lnTo>
                    <a:pt x="5461925" y="3116972"/>
                  </a:lnTo>
                  <a:lnTo>
                    <a:pt x="5461925" y="3116972"/>
                  </a:lnTo>
                  <a:lnTo>
                    <a:pt x="5483095" y="3116972"/>
                  </a:lnTo>
                  <a:lnTo>
                    <a:pt x="5504265" y="3116972"/>
                  </a:lnTo>
                  <a:lnTo>
                    <a:pt x="5525435" y="3035550"/>
                  </a:lnTo>
                  <a:lnTo>
                    <a:pt x="5546606" y="3108981"/>
                  </a:lnTo>
                  <a:lnTo>
                    <a:pt x="5567776" y="3059449"/>
                  </a:lnTo>
                  <a:lnTo>
                    <a:pt x="5588946" y="2953459"/>
                  </a:lnTo>
                  <a:lnTo>
                    <a:pt x="5610116" y="2914969"/>
                  </a:lnTo>
                  <a:lnTo>
                    <a:pt x="5631287" y="2852382"/>
                  </a:lnTo>
                  <a:lnTo>
                    <a:pt x="5652457" y="2860743"/>
                  </a:lnTo>
                  <a:lnTo>
                    <a:pt x="5673627" y="2844912"/>
                  </a:lnTo>
                  <a:lnTo>
                    <a:pt x="5694797" y="2921149"/>
                  </a:lnTo>
                  <a:lnTo>
                    <a:pt x="5715968" y="2888436"/>
                  </a:lnTo>
                  <a:lnTo>
                    <a:pt x="5737138" y="2879902"/>
                  </a:lnTo>
                  <a:lnTo>
                    <a:pt x="5758308" y="2917017"/>
                  </a:lnTo>
                  <a:lnTo>
                    <a:pt x="5779478" y="3060192"/>
                  </a:lnTo>
                  <a:lnTo>
                    <a:pt x="5800649" y="3061995"/>
                  </a:lnTo>
                  <a:lnTo>
                    <a:pt x="5821819" y="3069319"/>
                  </a:lnTo>
                  <a:lnTo>
                    <a:pt x="5842989" y="3090259"/>
                  </a:lnTo>
                  <a:lnTo>
                    <a:pt x="5864159" y="3017401"/>
                  </a:lnTo>
                  <a:lnTo>
                    <a:pt x="5885330" y="3092579"/>
                  </a:lnTo>
                  <a:lnTo>
                    <a:pt x="5906500" y="3100185"/>
                  </a:lnTo>
                  <a:lnTo>
                    <a:pt x="5927670" y="3116972"/>
                  </a:lnTo>
                  <a:lnTo>
                    <a:pt x="5927670" y="3116972"/>
                  </a:lnTo>
                  <a:lnTo>
                    <a:pt x="5948840" y="3088234"/>
                  </a:lnTo>
                  <a:lnTo>
                    <a:pt x="5970011" y="3113493"/>
                  </a:lnTo>
                  <a:lnTo>
                    <a:pt x="5991181" y="3116972"/>
                  </a:lnTo>
                  <a:lnTo>
                    <a:pt x="5991181" y="3116972"/>
                  </a:lnTo>
                  <a:lnTo>
                    <a:pt x="6012351" y="3088802"/>
                  </a:lnTo>
                  <a:lnTo>
                    <a:pt x="6033521" y="3087459"/>
                  </a:lnTo>
                  <a:lnTo>
                    <a:pt x="6054692" y="3116972"/>
                  </a:lnTo>
                  <a:lnTo>
                    <a:pt x="6054692" y="3116972"/>
                  </a:lnTo>
                  <a:lnTo>
                    <a:pt x="6075862" y="3116972"/>
                  </a:lnTo>
                  <a:lnTo>
                    <a:pt x="6097032" y="3116972"/>
                  </a:lnTo>
                  <a:lnTo>
                    <a:pt x="6118202" y="3116972"/>
                  </a:lnTo>
                  <a:lnTo>
                    <a:pt x="6139373" y="3116972"/>
                  </a:lnTo>
                  <a:lnTo>
                    <a:pt x="6160543" y="3116972"/>
                  </a:lnTo>
                  <a:lnTo>
                    <a:pt x="6181713" y="3116972"/>
                  </a:lnTo>
                  <a:lnTo>
                    <a:pt x="6202883" y="2968758"/>
                  </a:lnTo>
                  <a:lnTo>
                    <a:pt x="6224054" y="3043468"/>
                  </a:lnTo>
                  <a:lnTo>
                    <a:pt x="6245224" y="3116371"/>
                  </a:lnTo>
                  <a:lnTo>
                    <a:pt x="6266394" y="3109259"/>
                  </a:lnTo>
                  <a:lnTo>
                    <a:pt x="6287564" y="3116972"/>
                  </a:lnTo>
                  <a:lnTo>
                    <a:pt x="6287564" y="3116972"/>
                  </a:lnTo>
                  <a:lnTo>
                    <a:pt x="6308735" y="3116972"/>
                  </a:lnTo>
                  <a:lnTo>
                    <a:pt x="6329905" y="3116972"/>
                  </a:lnTo>
                  <a:lnTo>
                    <a:pt x="6351075" y="3116972"/>
                  </a:lnTo>
                  <a:lnTo>
                    <a:pt x="6372245" y="3116972"/>
                  </a:lnTo>
                  <a:lnTo>
                    <a:pt x="6393416" y="3116972"/>
                  </a:lnTo>
                  <a:lnTo>
                    <a:pt x="6414586" y="3116972"/>
                  </a:lnTo>
                  <a:lnTo>
                    <a:pt x="6435756" y="3116972"/>
                  </a:lnTo>
                  <a:lnTo>
                    <a:pt x="6456926" y="3116972"/>
                  </a:lnTo>
                  <a:lnTo>
                    <a:pt x="6478097" y="3116972"/>
                  </a:lnTo>
                  <a:lnTo>
                    <a:pt x="6499267" y="3116972"/>
                  </a:lnTo>
                  <a:lnTo>
                    <a:pt x="6520437" y="3009451"/>
                  </a:lnTo>
                  <a:lnTo>
                    <a:pt x="6541607" y="3116972"/>
                  </a:lnTo>
                  <a:lnTo>
                    <a:pt x="6541607" y="3116972"/>
                  </a:lnTo>
                  <a:lnTo>
                    <a:pt x="6562778" y="3116535"/>
                  </a:lnTo>
                  <a:lnTo>
                    <a:pt x="6583948" y="3116972"/>
                  </a:lnTo>
                  <a:lnTo>
                    <a:pt x="6605118" y="3116972"/>
                  </a:lnTo>
                  <a:lnTo>
                    <a:pt x="6626288" y="3116972"/>
                  </a:lnTo>
                  <a:lnTo>
                    <a:pt x="6647459" y="3116972"/>
                  </a:lnTo>
                  <a:lnTo>
                    <a:pt x="6668629" y="3116972"/>
                  </a:lnTo>
                  <a:lnTo>
                    <a:pt x="6689799" y="3116972"/>
                  </a:lnTo>
                  <a:lnTo>
                    <a:pt x="6710969" y="3116972"/>
                  </a:lnTo>
                  <a:lnTo>
                    <a:pt x="6732140" y="3116972"/>
                  </a:lnTo>
                  <a:lnTo>
                    <a:pt x="6753310" y="3116972"/>
                  </a:lnTo>
                  <a:lnTo>
                    <a:pt x="6774480" y="3116972"/>
                  </a:lnTo>
                  <a:lnTo>
                    <a:pt x="6795650" y="3116972"/>
                  </a:lnTo>
                  <a:lnTo>
                    <a:pt x="6816821" y="3116972"/>
                  </a:lnTo>
                  <a:lnTo>
                    <a:pt x="6837991" y="3116972"/>
                  </a:lnTo>
                  <a:lnTo>
                    <a:pt x="6859161" y="3116972"/>
                  </a:lnTo>
                  <a:lnTo>
                    <a:pt x="6880331" y="3116972"/>
                  </a:lnTo>
                  <a:lnTo>
                    <a:pt x="6901502" y="3116972"/>
                  </a:lnTo>
                  <a:lnTo>
                    <a:pt x="6922672" y="3116972"/>
                  </a:lnTo>
                  <a:lnTo>
                    <a:pt x="6943842" y="3116972"/>
                  </a:lnTo>
                  <a:lnTo>
                    <a:pt x="6965012" y="3116972"/>
                  </a:lnTo>
                  <a:lnTo>
                    <a:pt x="6986183" y="3116972"/>
                  </a:lnTo>
                  <a:lnTo>
                    <a:pt x="7007353" y="3116972"/>
                  </a:lnTo>
                  <a:lnTo>
                    <a:pt x="7028523" y="3116972"/>
                  </a:lnTo>
                  <a:lnTo>
                    <a:pt x="7049693" y="3116972"/>
                  </a:lnTo>
                  <a:lnTo>
                    <a:pt x="7070864" y="3116972"/>
                  </a:lnTo>
                  <a:lnTo>
                    <a:pt x="7092034" y="3116972"/>
                  </a:lnTo>
                  <a:lnTo>
                    <a:pt x="7113204" y="3116972"/>
                  </a:lnTo>
                  <a:lnTo>
                    <a:pt x="7134374" y="3116972"/>
                  </a:lnTo>
                  <a:lnTo>
                    <a:pt x="7155545" y="3110584"/>
                  </a:lnTo>
                  <a:lnTo>
                    <a:pt x="7176715" y="3083638"/>
                  </a:lnTo>
                  <a:lnTo>
                    <a:pt x="7197885" y="3037366"/>
                  </a:lnTo>
                  <a:lnTo>
                    <a:pt x="7219055" y="3049596"/>
                  </a:lnTo>
                  <a:lnTo>
                    <a:pt x="7240226" y="2932931"/>
                  </a:lnTo>
                  <a:lnTo>
                    <a:pt x="7261396" y="3095087"/>
                  </a:lnTo>
                  <a:lnTo>
                    <a:pt x="7282566" y="3116972"/>
                  </a:lnTo>
                  <a:lnTo>
                    <a:pt x="7282566" y="3116972"/>
                  </a:lnTo>
                  <a:lnTo>
                    <a:pt x="7303736" y="3116972"/>
                  </a:lnTo>
                  <a:lnTo>
                    <a:pt x="7324907" y="3116972"/>
                  </a:lnTo>
                  <a:lnTo>
                    <a:pt x="7346077" y="3116972"/>
                  </a:lnTo>
                  <a:lnTo>
                    <a:pt x="7367247" y="3116972"/>
                  </a:lnTo>
                  <a:lnTo>
                    <a:pt x="7388417" y="3116972"/>
                  </a:lnTo>
                  <a:lnTo>
                    <a:pt x="7409588" y="3116972"/>
                  </a:lnTo>
                  <a:lnTo>
                    <a:pt x="7430758" y="3116972"/>
                  </a:lnTo>
                  <a:lnTo>
                    <a:pt x="7451928" y="3116972"/>
                  </a:lnTo>
                  <a:lnTo>
                    <a:pt x="7473098" y="3116972"/>
                  </a:lnTo>
                  <a:lnTo>
                    <a:pt x="7494269" y="3116972"/>
                  </a:lnTo>
                  <a:lnTo>
                    <a:pt x="7515439" y="3116972"/>
                  </a:lnTo>
                  <a:lnTo>
                    <a:pt x="7536609" y="3116972"/>
                  </a:lnTo>
                  <a:lnTo>
                    <a:pt x="7557779" y="3116972"/>
                  </a:lnTo>
                  <a:lnTo>
                    <a:pt x="7578950" y="3116972"/>
                  </a:lnTo>
                  <a:lnTo>
                    <a:pt x="7600120" y="3116972"/>
                  </a:lnTo>
                  <a:lnTo>
                    <a:pt x="7621290" y="3116972"/>
                  </a:lnTo>
                  <a:lnTo>
                    <a:pt x="7642461" y="3116972"/>
                  </a:lnTo>
                  <a:lnTo>
                    <a:pt x="7663631" y="3116972"/>
                  </a:lnTo>
                  <a:lnTo>
                    <a:pt x="7684801" y="3116972"/>
                  </a:lnTo>
                  <a:lnTo>
                    <a:pt x="7705971" y="3116972"/>
                  </a:lnTo>
                  <a:lnTo>
                    <a:pt x="7727142" y="3116972"/>
                  </a:lnTo>
                  <a:lnTo>
                    <a:pt x="7748312" y="3116972"/>
                  </a:lnTo>
                  <a:lnTo>
                    <a:pt x="7769482" y="3116972"/>
                  </a:lnTo>
                  <a:lnTo>
                    <a:pt x="7790652" y="3116972"/>
                  </a:lnTo>
                  <a:lnTo>
                    <a:pt x="7811823" y="3113133"/>
                  </a:lnTo>
                  <a:lnTo>
                    <a:pt x="7832993" y="3079600"/>
                  </a:lnTo>
                  <a:lnTo>
                    <a:pt x="7854163" y="3116972"/>
                  </a:lnTo>
                  <a:lnTo>
                    <a:pt x="7854163" y="3116972"/>
                  </a:lnTo>
                  <a:lnTo>
                    <a:pt x="7875333" y="3070161"/>
                  </a:lnTo>
                  <a:lnTo>
                    <a:pt x="7896504" y="3116972"/>
                  </a:lnTo>
                  <a:lnTo>
                    <a:pt x="7896504" y="3116972"/>
                  </a:lnTo>
                  <a:lnTo>
                    <a:pt x="7917674" y="3116972"/>
                  </a:lnTo>
                  <a:lnTo>
                    <a:pt x="7938844" y="3116972"/>
                  </a:lnTo>
                  <a:lnTo>
                    <a:pt x="7960014" y="3091285"/>
                  </a:lnTo>
                  <a:lnTo>
                    <a:pt x="7981185" y="3074560"/>
                  </a:lnTo>
                  <a:lnTo>
                    <a:pt x="8002355" y="3116972"/>
                  </a:lnTo>
                  <a:lnTo>
                    <a:pt x="8002355" y="3116972"/>
                  </a:lnTo>
                  <a:lnTo>
                    <a:pt x="8023525" y="3109100"/>
                  </a:lnTo>
                  <a:lnTo>
                    <a:pt x="8044695" y="3116972"/>
                  </a:lnTo>
                  <a:lnTo>
                    <a:pt x="8044695" y="3116972"/>
                  </a:lnTo>
                  <a:lnTo>
                    <a:pt x="8065866" y="3116972"/>
                  </a:lnTo>
                  <a:lnTo>
                    <a:pt x="8087036" y="3116972"/>
                  </a:lnTo>
                  <a:lnTo>
                    <a:pt x="8108206" y="3116972"/>
                  </a:lnTo>
                  <a:lnTo>
                    <a:pt x="8129376" y="3116972"/>
                  </a:lnTo>
                  <a:lnTo>
                    <a:pt x="8150547" y="3116972"/>
                  </a:lnTo>
                  <a:lnTo>
                    <a:pt x="8171717" y="3116972"/>
                  </a:lnTo>
                  <a:lnTo>
                    <a:pt x="8192887" y="3116972"/>
                  </a:lnTo>
                  <a:lnTo>
                    <a:pt x="8214057" y="3116972"/>
                  </a:lnTo>
                  <a:lnTo>
                    <a:pt x="8235228" y="3116972"/>
                  </a:lnTo>
                  <a:lnTo>
                    <a:pt x="8256398" y="3116972"/>
                  </a:lnTo>
                  <a:lnTo>
                    <a:pt x="8277568" y="3116972"/>
                  </a:lnTo>
                  <a:lnTo>
                    <a:pt x="8298738" y="3116972"/>
                  </a:lnTo>
                  <a:lnTo>
                    <a:pt x="8319909" y="3116972"/>
                  </a:lnTo>
                  <a:lnTo>
                    <a:pt x="8341079" y="3116972"/>
                  </a:lnTo>
                  <a:lnTo>
                    <a:pt x="8362249" y="3116972"/>
                  </a:lnTo>
                  <a:lnTo>
                    <a:pt x="8383419" y="3116972"/>
                  </a:lnTo>
                  <a:lnTo>
                    <a:pt x="8404590" y="3116972"/>
                  </a:lnTo>
                  <a:lnTo>
                    <a:pt x="8425760" y="3116972"/>
                  </a:lnTo>
                  <a:lnTo>
                    <a:pt x="8446930" y="3116972"/>
                  </a:lnTo>
                  <a:lnTo>
                    <a:pt x="8446930" y="31169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425760" y="0"/>
                  </a:lnTo>
                  <a:lnTo>
                    <a:pt x="8404590" y="0"/>
                  </a:lnTo>
                  <a:lnTo>
                    <a:pt x="8383419" y="0"/>
                  </a:lnTo>
                  <a:lnTo>
                    <a:pt x="8362249" y="0"/>
                  </a:lnTo>
                  <a:lnTo>
                    <a:pt x="8341079" y="0"/>
                  </a:lnTo>
                  <a:lnTo>
                    <a:pt x="8319909" y="0"/>
                  </a:lnTo>
                  <a:lnTo>
                    <a:pt x="8298738" y="0"/>
                  </a:lnTo>
                  <a:lnTo>
                    <a:pt x="8277568" y="0"/>
                  </a:lnTo>
                  <a:lnTo>
                    <a:pt x="8256398" y="0"/>
                  </a:lnTo>
                  <a:lnTo>
                    <a:pt x="8235228" y="0"/>
                  </a:lnTo>
                  <a:lnTo>
                    <a:pt x="8214057" y="0"/>
                  </a:lnTo>
                  <a:lnTo>
                    <a:pt x="8192887" y="0"/>
                  </a:lnTo>
                  <a:lnTo>
                    <a:pt x="8171717" y="0"/>
                  </a:lnTo>
                  <a:lnTo>
                    <a:pt x="8150547" y="0"/>
                  </a:lnTo>
                  <a:lnTo>
                    <a:pt x="8129376" y="0"/>
                  </a:lnTo>
                  <a:lnTo>
                    <a:pt x="8108206" y="0"/>
                  </a:lnTo>
                  <a:lnTo>
                    <a:pt x="8087036" y="0"/>
                  </a:lnTo>
                  <a:lnTo>
                    <a:pt x="8065866" y="0"/>
                  </a:lnTo>
                  <a:lnTo>
                    <a:pt x="8044695" y="0"/>
                  </a:lnTo>
                  <a:lnTo>
                    <a:pt x="8023525" y="0"/>
                  </a:lnTo>
                  <a:lnTo>
                    <a:pt x="8002355" y="0"/>
                  </a:lnTo>
                  <a:lnTo>
                    <a:pt x="7981185" y="0"/>
                  </a:lnTo>
                  <a:lnTo>
                    <a:pt x="7960014" y="0"/>
                  </a:lnTo>
                  <a:lnTo>
                    <a:pt x="7938844" y="0"/>
                  </a:lnTo>
                  <a:lnTo>
                    <a:pt x="7917674" y="0"/>
                  </a:lnTo>
                  <a:lnTo>
                    <a:pt x="7896504" y="0"/>
                  </a:lnTo>
                  <a:lnTo>
                    <a:pt x="7875333" y="0"/>
                  </a:lnTo>
                  <a:lnTo>
                    <a:pt x="7854163" y="0"/>
                  </a:lnTo>
                  <a:lnTo>
                    <a:pt x="7832993" y="0"/>
                  </a:lnTo>
                  <a:lnTo>
                    <a:pt x="7811823" y="0"/>
                  </a:lnTo>
                  <a:lnTo>
                    <a:pt x="7790652" y="0"/>
                  </a:lnTo>
                  <a:lnTo>
                    <a:pt x="7769482" y="0"/>
                  </a:lnTo>
                  <a:lnTo>
                    <a:pt x="7748312" y="0"/>
                  </a:lnTo>
                  <a:lnTo>
                    <a:pt x="7727142" y="0"/>
                  </a:lnTo>
                  <a:lnTo>
                    <a:pt x="7705971" y="0"/>
                  </a:lnTo>
                  <a:lnTo>
                    <a:pt x="7684801" y="0"/>
                  </a:lnTo>
                  <a:lnTo>
                    <a:pt x="7663631" y="0"/>
                  </a:lnTo>
                  <a:lnTo>
                    <a:pt x="7642461" y="0"/>
                  </a:lnTo>
                  <a:lnTo>
                    <a:pt x="7621290" y="0"/>
                  </a:lnTo>
                  <a:lnTo>
                    <a:pt x="7600120" y="0"/>
                  </a:lnTo>
                  <a:lnTo>
                    <a:pt x="7578950" y="0"/>
                  </a:lnTo>
                  <a:lnTo>
                    <a:pt x="7557779" y="0"/>
                  </a:lnTo>
                  <a:lnTo>
                    <a:pt x="7536609" y="0"/>
                  </a:lnTo>
                  <a:lnTo>
                    <a:pt x="7515439" y="0"/>
                  </a:lnTo>
                  <a:lnTo>
                    <a:pt x="7494269" y="0"/>
                  </a:lnTo>
                  <a:lnTo>
                    <a:pt x="7473098" y="0"/>
                  </a:lnTo>
                  <a:lnTo>
                    <a:pt x="7451928" y="0"/>
                  </a:lnTo>
                  <a:lnTo>
                    <a:pt x="7430758" y="0"/>
                  </a:lnTo>
                  <a:lnTo>
                    <a:pt x="7409588" y="0"/>
                  </a:lnTo>
                  <a:lnTo>
                    <a:pt x="7388417" y="0"/>
                  </a:lnTo>
                  <a:lnTo>
                    <a:pt x="7367247" y="0"/>
                  </a:lnTo>
                  <a:lnTo>
                    <a:pt x="7346077" y="0"/>
                  </a:lnTo>
                  <a:lnTo>
                    <a:pt x="7324907" y="0"/>
                  </a:lnTo>
                  <a:lnTo>
                    <a:pt x="7303736" y="0"/>
                  </a:lnTo>
                  <a:lnTo>
                    <a:pt x="7282566" y="0"/>
                  </a:lnTo>
                  <a:lnTo>
                    <a:pt x="7261396" y="0"/>
                  </a:lnTo>
                  <a:lnTo>
                    <a:pt x="7240226" y="0"/>
                  </a:lnTo>
                  <a:lnTo>
                    <a:pt x="7219055" y="0"/>
                  </a:lnTo>
                  <a:lnTo>
                    <a:pt x="7197885" y="0"/>
                  </a:lnTo>
                  <a:lnTo>
                    <a:pt x="7176715" y="0"/>
                  </a:lnTo>
                  <a:lnTo>
                    <a:pt x="7155545" y="0"/>
                  </a:lnTo>
                  <a:lnTo>
                    <a:pt x="7134374" y="0"/>
                  </a:lnTo>
                  <a:lnTo>
                    <a:pt x="7113204" y="0"/>
                  </a:lnTo>
                  <a:lnTo>
                    <a:pt x="7092034" y="0"/>
                  </a:lnTo>
                  <a:lnTo>
                    <a:pt x="7070864" y="0"/>
                  </a:lnTo>
                  <a:lnTo>
                    <a:pt x="7049693" y="0"/>
                  </a:lnTo>
                  <a:lnTo>
                    <a:pt x="7028523" y="0"/>
                  </a:lnTo>
                  <a:lnTo>
                    <a:pt x="7007353" y="0"/>
                  </a:lnTo>
                  <a:lnTo>
                    <a:pt x="6986183" y="0"/>
                  </a:lnTo>
                  <a:lnTo>
                    <a:pt x="6965012" y="0"/>
                  </a:lnTo>
                  <a:lnTo>
                    <a:pt x="6943842" y="0"/>
                  </a:lnTo>
                  <a:lnTo>
                    <a:pt x="6922672" y="0"/>
                  </a:lnTo>
                  <a:lnTo>
                    <a:pt x="6901502" y="0"/>
                  </a:lnTo>
                  <a:lnTo>
                    <a:pt x="6880331" y="0"/>
                  </a:lnTo>
                  <a:lnTo>
                    <a:pt x="6859161" y="0"/>
                  </a:lnTo>
                  <a:lnTo>
                    <a:pt x="6837991" y="0"/>
                  </a:lnTo>
                  <a:lnTo>
                    <a:pt x="6816821" y="0"/>
                  </a:lnTo>
                  <a:lnTo>
                    <a:pt x="6795650" y="0"/>
                  </a:lnTo>
                  <a:lnTo>
                    <a:pt x="6774480" y="0"/>
                  </a:lnTo>
                  <a:lnTo>
                    <a:pt x="6753310" y="0"/>
                  </a:lnTo>
                  <a:lnTo>
                    <a:pt x="6732140" y="0"/>
                  </a:lnTo>
                  <a:lnTo>
                    <a:pt x="6710969" y="0"/>
                  </a:lnTo>
                  <a:lnTo>
                    <a:pt x="6689799" y="0"/>
                  </a:lnTo>
                  <a:lnTo>
                    <a:pt x="6668629" y="0"/>
                  </a:lnTo>
                  <a:lnTo>
                    <a:pt x="6647459" y="0"/>
                  </a:lnTo>
                  <a:lnTo>
                    <a:pt x="6626288" y="0"/>
                  </a:lnTo>
                  <a:lnTo>
                    <a:pt x="6605118" y="0"/>
                  </a:lnTo>
                  <a:lnTo>
                    <a:pt x="6583948" y="0"/>
                  </a:lnTo>
                  <a:lnTo>
                    <a:pt x="6562778" y="0"/>
                  </a:lnTo>
                  <a:lnTo>
                    <a:pt x="6541607" y="0"/>
                  </a:lnTo>
                  <a:lnTo>
                    <a:pt x="6520437" y="0"/>
                  </a:lnTo>
                  <a:lnTo>
                    <a:pt x="6499267" y="0"/>
                  </a:lnTo>
                  <a:lnTo>
                    <a:pt x="6478097" y="0"/>
                  </a:lnTo>
                  <a:lnTo>
                    <a:pt x="6456926" y="0"/>
                  </a:lnTo>
                  <a:lnTo>
                    <a:pt x="6435756" y="0"/>
                  </a:lnTo>
                  <a:lnTo>
                    <a:pt x="6414586" y="0"/>
                  </a:lnTo>
                  <a:lnTo>
                    <a:pt x="6393416" y="0"/>
                  </a:lnTo>
                  <a:lnTo>
                    <a:pt x="6372245" y="0"/>
                  </a:lnTo>
                  <a:lnTo>
                    <a:pt x="6351075" y="0"/>
                  </a:lnTo>
                  <a:lnTo>
                    <a:pt x="6329905" y="0"/>
                  </a:lnTo>
                  <a:lnTo>
                    <a:pt x="6308735" y="0"/>
                  </a:lnTo>
                  <a:lnTo>
                    <a:pt x="6287564" y="0"/>
                  </a:lnTo>
                  <a:lnTo>
                    <a:pt x="6266394" y="0"/>
                  </a:lnTo>
                  <a:lnTo>
                    <a:pt x="6245224" y="0"/>
                  </a:lnTo>
                  <a:lnTo>
                    <a:pt x="6224054" y="0"/>
                  </a:lnTo>
                  <a:lnTo>
                    <a:pt x="6202883" y="0"/>
                  </a:lnTo>
                  <a:lnTo>
                    <a:pt x="6181713" y="0"/>
                  </a:lnTo>
                  <a:lnTo>
                    <a:pt x="6160543" y="0"/>
                  </a:lnTo>
                  <a:lnTo>
                    <a:pt x="6139373" y="0"/>
                  </a:lnTo>
                  <a:lnTo>
                    <a:pt x="6118202" y="0"/>
                  </a:lnTo>
                  <a:lnTo>
                    <a:pt x="6097032" y="0"/>
                  </a:lnTo>
                  <a:lnTo>
                    <a:pt x="6075862" y="0"/>
                  </a:lnTo>
                  <a:lnTo>
                    <a:pt x="6054692" y="0"/>
                  </a:lnTo>
                  <a:lnTo>
                    <a:pt x="6033521" y="0"/>
                  </a:lnTo>
                  <a:lnTo>
                    <a:pt x="6012351" y="0"/>
                  </a:lnTo>
                  <a:lnTo>
                    <a:pt x="5991181" y="0"/>
                  </a:lnTo>
                  <a:lnTo>
                    <a:pt x="5970011" y="0"/>
                  </a:lnTo>
                  <a:lnTo>
                    <a:pt x="5948840" y="0"/>
                  </a:lnTo>
                  <a:lnTo>
                    <a:pt x="5927670" y="0"/>
                  </a:lnTo>
                  <a:lnTo>
                    <a:pt x="5906500" y="0"/>
                  </a:lnTo>
                  <a:lnTo>
                    <a:pt x="5885330" y="0"/>
                  </a:lnTo>
                  <a:lnTo>
                    <a:pt x="5864159" y="0"/>
                  </a:lnTo>
                  <a:lnTo>
                    <a:pt x="5842989" y="0"/>
                  </a:lnTo>
                  <a:lnTo>
                    <a:pt x="5821819" y="0"/>
                  </a:lnTo>
                  <a:lnTo>
                    <a:pt x="5800649" y="0"/>
                  </a:lnTo>
                  <a:lnTo>
                    <a:pt x="5779478" y="0"/>
                  </a:lnTo>
                  <a:lnTo>
                    <a:pt x="5758308" y="0"/>
                  </a:lnTo>
                  <a:lnTo>
                    <a:pt x="5737138" y="0"/>
                  </a:lnTo>
                  <a:lnTo>
                    <a:pt x="5715968" y="0"/>
                  </a:lnTo>
                  <a:lnTo>
                    <a:pt x="5694797" y="0"/>
                  </a:lnTo>
                  <a:lnTo>
                    <a:pt x="5673627" y="0"/>
                  </a:lnTo>
                  <a:lnTo>
                    <a:pt x="5652457" y="0"/>
                  </a:lnTo>
                  <a:lnTo>
                    <a:pt x="5631287" y="0"/>
                  </a:lnTo>
                  <a:lnTo>
                    <a:pt x="5610116" y="0"/>
                  </a:lnTo>
                  <a:lnTo>
                    <a:pt x="5588946" y="0"/>
                  </a:lnTo>
                  <a:lnTo>
                    <a:pt x="5567776" y="0"/>
                  </a:lnTo>
                  <a:lnTo>
                    <a:pt x="5546606" y="0"/>
                  </a:lnTo>
                  <a:lnTo>
                    <a:pt x="5525435" y="0"/>
                  </a:lnTo>
                  <a:lnTo>
                    <a:pt x="5504265" y="0"/>
                  </a:lnTo>
                  <a:lnTo>
                    <a:pt x="5483095" y="0"/>
                  </a:lnTo>
                  <a:lnTo>
                    <a:pt x="5461925" y="0"/>
                  </a:lnTo>
                  <a:lnTo>
                    <a:pt x="5440754" y="0"/>
                  </a:lnTo>
                  <a:lnTo>
                    <a:pt x="5419584" y="0"/>
                  </a:lnTo>
                  <a:lnTo>
                    <a:pt x="5398414" y="0"/>
                  </a:lnTo>
                  <a:lnTo>
                    <a:pt x="5377244" y="0"/>
                  </a:lnTo>
                  <a:lnTo>
                    <a:pt x="5356073" y="0"/>
                  </a:lnTo>
                  <a:lnTo>
                    <a:pt x="5334903" y="0"/>
                  </a:lnTo>
                  <a:lnTo>
                    <a:pt x="5313733" y="0"/>
                  </a:lnTo>
                  <a:lnTo>
                    <a:pt x="5292563" y="0"/>
                  </a:lnTo>
                  <a:lnTo>
                    <a:pt x="5271392" y="0"/>
                  </a:lnTo>
                  <a:lnTo>
                    <a:pt x="5250222" y="0"/>
                  </a:lnTo>
                  <a:lnTo>
                    <a:pt x="5229052" y="0"/>
                  </a:lnTo>
                  <a:lnTo>
                    <a:pt x="5207882" y="0"/>
                  </a:lnTo>
                  <a:lnTo>
                    <a:pt x="5186711" y="0"/>
                  </a:lnTo>
                  <a:lnTo>
                    <a:pt x="5165541" y="0"/>
                  </a:lnTo>
                  <a:lnTo>
                    <a:pt x="5144371" y="0"/>
                  </a:lnTo>
                  <a:lnTo>
                    <a:pt x="5123201" y="0"/>
                  </a:lnTo>
                  <a:lnTo>
                    <a:pt x="5102030" y="0"/>
                  </a:lnTo>
                  <a:lnTo>
                    <a:pt x="5080860" y="0"/>
                  </a:lnTo>
                  <a:lnTo>
                    <a:pt x="5059690" y="0"/>
                  </a:lnTo>
                  <a:lnTo>
                    <a:pt x="5038519" y="0"/>
                  </a:lnTo>
                  <a:lnTo>
                    <a:pt x="5017349" y="0"/>
                  </a:lnTo>
                  <a:lnTo>
                    <a:pt x="4996179" y="0"/>
                  </a:lnTo>
                  <a:lnTo>
                    <a:pt x="4975009" y="0"/>
                  </a:lnTo>
                  <a:lnTo>
                    <a:pt x="4953838" y="0"/>
                  </a:lnTo>
                  <a:lnTo>
                    <a:pt x="4932668" y="0"/>
                  </a:lnTo>
                  <a:lnTo>
                    <a:pt x="4911498" y="0"/>
                  </a:lnTo>
                  <a:lnTo>
                    <a:pt x="4890328" y="0"/>
                  </a:lnTo>
                  <a:lnTo>
                    <a:pt x="4869157" y="0"/>
                  </a:lnTo>
                  <a:lnTo>
                    <a:pt x="4847987" y="0"/>
                  </a:lnTo>
                  <a:lnTo>
                    <a:pt x="4826817" y="0"/>
                  </a:lnTo>
                  <a:lnTo>
                    <a:pt x="4805647" y="0"/>
                  </a:lnTo>
                  <a:lnTo>
                    <a:pt x="4784476" y="0"/>
                  </a:lnTo>
                  <a:lnTo>
                    <a:pt x="4763306" y="0"/>
                  </a:lnTo>
                  <a:lnTo>
                    <a:pt x="4742136" y="0"/>
                  </a:lnTo>
                  <a:lnTo>
                    <a:pt x="4720966" y="0"/>
                  </a:lnTo>
                  <a:lnTo>
                    <a:pt x="4699795" y="0"/>
                  </a:lnTo>
                  <a:lnTo>
                    <a:pt x="4678625" y="0"/>
                  </a:lnTo>
                  <a:lnTo>
                    <a:pt x="4657455" y="0"/>
                  </a:lnTo>
                  <a:lnTo>
                    <a:pt x="4636285" y="0"/>
                  </a:lnTo>
                  <a:lnTo>
                    <a:pt x="4615114" y="0"/>
                  </a:lnTo>
                  <a:lnTo>
                    <a:pt x="4593944" y="0"/>
                  </a:lnTo>
                  <a:lnTo>
                    <a:pt x="4572774" y="0"/>
                  </a:lnTo>
                  <a:lnTo>
                    <a:pt x="4551604" y="0"/>
                  </a:lnTo>
                  <a:lnTo>
                    <a:pt x="4530433" y="0"/>
                  </a:lnTo>
                  <a:lnTo>
                    <a:pt x="4509263" y="0"/>
                  </a:lnTo>
                  <a:lnTo>
                    <a:pt x="4488093" y="0"/>
                  </a:lnTo>
                  <a:lnTo>
                    <a:pt x="4466923" y="0"/>
                  </a:lnTo>
                  <a:lnTo>
                    <a:pt x="4445752" y="0"/>
                  </a:lnTo>
                  <a:lnTo>
                    <a:pt x="4424582" y="0"/>
                  </a:lnTo>
                  <a:lnTo>
                    <a:pt x="4403412" y="0"/>
                  </a:lnTo>
                  <a:lnTo>
                    <a:pt x="4382242" y="0"/>
                  </a:lnTo>
                  <a:lnTo>
                    <a:pt x="4361071" y="0"/>
                  </a:lnTo>
                  <a:lnTo>
                    <a:pt x="4339901" y="0"/>
                  </a:lnTo>
                  <a:lnTo>
                    <a:pt x="4318731" y="0"/>
                  </a:lnTo>
                  <a:lnTo>
                    <a:pt x="4297561" y="0"/>
                  </a:lnTo>
                  <a:lnTo>
                    <a:pt x="4276390" y="0"/>
                  </a:lnTo>
                  <a:lnTo>
                    <a:pt x="4255220" y="0"/>
                  </a:lnTo>
                  <a:lnTo>
                    <a:pt x="4234050" y="0"/>
                  </a:lnTo>
                  <a:lnTo>
                    <a:pt x="4212880" y="0"/>
                  </a:lnTo>
                  <a:lnTo>
                    <a:pt x="4191709" y="0"/>
                  </a:lnTo>
                  <a:lnTo>
                    <a:pt x="4170539" y="0"/>
                  </a:lnTo>
                  <a:lnTo>
                    <a:pt x="4149369" y="0"/>
                  </a:lnTo>
                  <a:lnTo>
                    <a:pt x="4128199" y="0"/>
                  </a:lnTo>
                  <a:lnTo>
                    <a:pt x="4107028" y="0"/>
                  </a:lnTo>
                  <a:lnTo>
                    <a:pt x="4085858" y="0"/>
                  </a:lnTo>
                  <a:lnTo>
                    <a:pt x="4064688" y="0"/>
                  </a:lnTo>
                  <a:lnTo>
                    <a:pt x="4043518" y="0"/>
                  </a:lnTo>
                  <a:lnTo>
                    <a:pt x="4022347" y="0"/>
                  </a:lnTo>
                  <a:lnTo>
                    <a:pt x="4001177" y="0"/>
                  </a:lnTo>
                  <a:lnTo>
                    <a:pt x="3980007" y="0"/>
                  </a:lnTo>
                  <a:lnTo>
                    <a:pt x="3958837" y="0"/>
                  </a:lnTo>
                  <a:lnTo>
                    <a:pt x="3937666" y="0"/>
                  </a:lnTo>
                  <a:lnTo>
                    <a:pt x="3916496" y="0"/>
                  </a:lnTo>
                  <a:lnTo>
                    <a:pt x="3895326" y="0"/>
                  </a:lnTo>
                  <a:lnTo>
                    <a:pt x="3874156" y="0"/>
                  </a:lnTo>
                  <a:lnTo>
                    <a:pt x="3852985" y="0"/>
                  </a:lnTo>
                  <a:lnTo>
                    <a:pt x="3831815" y="0"/>
                  </a:lnTo>
                  <a:lnTo>
                    <a:pt x="3810645" y="0"/>
                  </a:lnTo>
                  <a:lnTo>
                    <a:pt x="3789475" y="0"/>
                  </a:lnTo>
                  <a:lnTo>
                    <a:pt x="3768304" y="0"/>
                  </a:lnTo>
                  <a:lnTo>
                    <a:pt x="3747134" y="0"/>
                  </a:lnTo>
                  <a:lnTo>
                    <a:pt x="3725964" y="0"/>
                  </a:lnTo>
                  <a:lnTo>
                    <a:pt x="3704794" y="0"/>
                  </a:lnTo>
                  <a:lnTo>
                    <a:pt x="3683623" y="0"/>
                  </a:lnTo>
                  <a:lnTo>
                    <a:pt x="3662453" y="0"/>
                  </a:lnTo>
                  <a:lnTo>
                    <a:pt x="3641283" y="0"/>
                  </a:lnTo>
                  <a:lnTo>
                    <a:pt x="3620113" y="0"/>
                  </a:lnTo>
                  <a:lnTo>
                    <a:pt x="3598942" y="0"/>
                  </a:lnTo>
                  <a:lnTo>
                    <a:pt x="3577772" y="0"/>
                  </a:lnTo>
                  <a:lnTo>
                    <a:pt x="3556602" y="0"/>
                  </a:lnTo>
                  <a:lnTo>
                    <a:pt x="3535432" y="0"/>
                  </a:lnTo>
                  <a:lnTo>
                    <a:pt x="3514261" y="0"/>
                  </a:lnTo>
                  <a:lnTo>
                    <a:pt x="3493091" y="0"/>
                  </a:lnTo>
                  <a:lnTo>
                    <a:pt x="3471921" y="0"/>
                  </a:lnTo>
                  <a:lnTo>
                    <a:pt x="3450751" y="0"/>
                  </a:lnTo>
                  <a:lnTo>
                    <a:pt x="3429580" y="0"/>
                  </a:lnTo>
                  <a:lnTo>
                    <a:pt x="3408410" y="0"/>
                  </a:lnTo>
                  <a:lnTo>
                    <a:pt x="3387240" y="0"/>
                  </a:lnTo>
                  <a:lnTo>
                    <a:pt x="3366070" y="0"/>
                  </a:lnTo>
                  <a:lnTo>
                    <a:pt x="3344899" y="0"/>
                  </a:lnTo>
                  <a:lnTo>
                    <a:pt x="3323729" y="0"/>
                  </a:lnTo>
                  <a:lnTo>
                    <a:pt x="3302559" y="0"/>
                  </a:lnTo>
                  <a:lnTo>
                    <a:pt x="3281389" y="0"/>
                  </a:lnTo>
                  <a:lnTo>
                    <a:pt x="3260218" y="0"/>
                  </a:lnTo>
                  <a:lnTo>
                    <a:pt x="3239048" y="0"/>
                  </a:lnTo>
                  <a:lnTo>
                    <a:pt x="3217878" y="0"/>
                  </a:lnTo>
                  <a:lnTo>
                    <a:pt x="3196708" y="0"/>
                  </a:lnTo>
                  <a:lnTo>
                    <a:pt x="3175537" y="0"/>
                  </a:lnTo>
                  <a:lnTo>
                    <a:pt x="3154367" y="0"/>
                  </a:lnTo>
                  <a:lnTo>
                    <a:pt x="3133197" y="0"/>
                  </a:lnTo>
                  <a:lnTo>
                    <a:pt x="3112027" y="0"/>
                  </a:lnTo>
                  <a:lnTo>
                    <a:pt x="3090856" y="0"/>
                  </a:lnTo>
                  <a:lnTo>
                    <a:pt x="3069686" y="0"/>
                  </a:lnTo>
                  <a:lnTo>
                    <a:pt x="3048516" y="0"/>
                  </a:lnTo>
                  <a:lnTo>
                    <a:pt x="3027346" y="0"/>
                  </a:lnTo>
                  <a:lnTo>
                    <a:pt x="3006175" y="0"/>
                  </a:lnTo>
                  <a:lnTo>
                    <a:pt x="2985005" y="0"/>
                  </a:lnTo>
                  <a:lnTo>
                    <a:pt x="2963835" y="0"/>
                  </a:lnTo>
                  <a:lnTo>
                    <a:pt x="2942665" y="0"/>
                  </a:lnTo>
                  <a:lnTo>
                    <a:pt x="2921494" y="0"/>
                  </a:lnTo>
                  <a:lnTo>
                    <a:pt x="2900324" y="0"/>
                  </a:lnTo>
                  <a:lnTo>
                    <a:pt x="2879154" y="0"/>
                  </a:lnTo>
                  <a:lnTo>
                    <a:pt x="2857984" y="0"/>
                  </a:lnTo>
                  <a:lnTo>
                    <a:pt x="2836813" y="0"/>
                  </a:lnTo>
                  <a:lnTo>
                    <a:pt x="2815643" y="0"/>
                  </a:lnTo>
                  <a:lnTo>
                    <a:pt x="2794473" y="0"/>
                  </a:lnTo>
                  <a:lnTo>
                    <a:pt x="2773303" y="0"/>
                  </a:lnTo>
                  <a:lnTo>
                    <a:pt x="2752132" y="0"/>
                  </a:lnTo>
                  <a:lnTo>
                    <a:pt x="2730962" y="0"/>
                  </a:lnTo>
                  <a:lnTo>
                    <a:pt x="2709792" y="0"/>
                  </a:lnTo>
                  <a:lnTo>
                    <a:pt x="2688622" y="0"/>
                  </a:lnTo>
                  <a:lnTo>
                    <a:pt x="2667451" y="0"/>
                  </a:lnTo>
                  <a:lnTo>
                    <a:pt x="2646281" y="0"/>
                  </a:lnTo>
                  <a:lnTo>
                    <a:pt x="2625111" y="0"/>
                  </a:lnTo>
                  <a:lnTo>
                    <a:pt x="2603941" y="0"/>
                  </a:lnTo>
                  <a:lnTo>
                    <a:pt x="2582770" y="0"/>
                  </a:lnTo>
                  <a:lnTo>
                    <a:pt x="2561600" y="0"/>
                  </a:lnTo>
                  <a:lnTo>
                    <a:pt x="2540430" y="0"/>
                  </a:lnTo>
                  <a:lnTo>
                    <a:pt x="2519259" y="0"/>
                  </a:lnTo>
                  <a:lnTo>
                    <a:pt x="2498089" y="0"/>
                  </a:lnTo>
                  <a:lnTo>
                    <a:pt x="2476919" y="0"/>
                  </a:lnTo>
                  <a:lnTo>
                    <a:pt x="2455749" y="0"/>
                  </a:lnTo>
                  <a:lnTo>
                    <a:pt x="2434578" y="0"/>
                  </a:lnTo>
                  <a:lnTo>
                    <a:pt x="2413408" y="0"/>
                  </a:lnTo>
                  <a:lnTo>
                    <a:pt x="2392238" y="0"/>
                  </a:lnTo>
                  <a:lnTo>
                    <a:pt x="2371068" y="0"/>
                  </a:lnTo>
                  <a:lnTo>
                    <a:pt x="2349897" y="0"/>
                  </a:lnTo>
                  <a:lnTo>
                    <a:pt x="2328727" y="0"/>
                  </a:lnTo>
                  <a:lnTo>
                    <a:pt x="2307557" y="0"/>
                  </a:lnTo>
                  <a:lnTo>
                    <a:pt x="2286387" y="0"/>
                  </a:lnTo>
                  <a:lnTo>
                    <a:pt x="2265216" y="0"/>
                  </a:lnTo>
                  <a:lnTo>
                    <a:pt x="2244046" y="0"/>
                  </a:lnTo>
                  <a:lnTo>
                    <a:pt x="2222876" y="0"/>
                  </a:lnTo>
                  <a:lnTo>
                    <a:pt x="2201706" y="0"/>
                  </a:lnTo>
                  <a:lnTo>
                    <a:pt x="2180535" y="0"/>
                  </a:lnTo>
                  <a:lnTo>
                    <a:pt x="2159365" y="0"/>
                  </a:lnTo>
                  <a:lnTo>
                    <a:pt x="2138195" y="0"/>
                  </a:lnTo>
                  <a:lnTo>
                    <a:pt x="2117025" y="0"/>
                  </a:lnTo>
                  <a:lnTo>
                    <a:pt x="2095854" y="0"/>
                  </a:lnTo>
                  <a:lnTo>
                    <a:pt x="2074684" y="0"/>
                  </a:lnTo>
                  <a:lnTo>
                    <a:pt x="2053514" y="0"/>
                  </a:lnTo>
                  <a:lnTo>
                    <a:pt x="2032344" y="0"/>
                  </a:lnTo>
                  <a:lnTo>
                    <a:pt x="2011173" y="0"/>
                  </a:lnTo>
                  <a:lnTo>
                    <a:pt x="1990003" y="0"/>
                  </a:lnTo>
                  <a:lnTo>
                    <a:pt x="1968833" y="0"/>
                  </a:lnTo>
                  <a:lnTo>
                    <a:pt x="1947663" y="0"/>
                  </a:lnTo>
                  <a:lnTo>
                    <a:pt x="1926492" y="0"/>
                  </a:lnTo>
                  <a:lnTo>
                    <a:pt x="1905322" y="0"/>
                  </a:lnTo>
                  <a:lnTo>
                    <a:pt x="1884152" y="0"/>
                  </a:lnTo>
                  <a:lnTo>
                    <a:pt x="1862982" y="0"/>
                  </a:lnTo>
                  <a:lnTo>
                    <a:pt x="1841811" y="0"/>
                  </a:lnTo>
                  <a:lnTo>
                    <a:pt x="1820641" y="0"/>
                  </a:lnTo>
                  <a:lnTo>
                    <a:pt x="1799471" y="0"/>
                  </a:lnTo>
                  <a:lnTo>
                    <a:pt x="1778301" y="0"/>
                  </a:lnTo>
                  <a:lnTo>
                    <a:pt x="1757130" y="0"/>
                  </a:lnTo>
                  <a:lnTo>
                    <a:pt x="1735960" y="0"/>
                  </a:lnTo>
                  <a:lnTo>
                    <a:pt x="1714790" y="0"/>
                  </a:lnTo>
                  <a:lnTo>
                    <a:pt x="1693620" y="0"/>
                  </a:lnTo>
                  <a:lnTo>
                    <a:pt x="1672449" y="0"/>
                  </a:lnTo>
                  <a:lnTo>
                    <a:pt x="1651279" y="0"/>
                  </a:lnTo>
                  <a:lnTo>
                    <a:pt x="1630109" y="0"/>
                  </a:lnTo>
                  <a:lnTo>
                    <a:pt x="1608939" y="0"/>
                  </a:lnTo>
                  <a:lnTo>
                    <a:pt x="1587768" y="0"/>
                  </a:lnTo>
                  <a:lnTo>
                    <a:pt x="1566598" y="0"/>
                  </a:lnTo>
                  <a:lnTo>
                    <a:pt x="1545428" y="0"/>
                  </a:lnTo>
                  <a:lnTo>
                    <a:pt x="1524258" y="0"/>
                  </a:lnTo>
                  <a:lnTo>
                    <a:pt x="1503087" y="0"/>
                  </a:lnTo>
                  <a:lnTo>
                    <a:pt x="1481917" y="0"/>
                  </a:lnTo>
                  <a:lnTo>
                    <a:pt x="1460747" y="0"/>
                  </a:lnTo>
                  <a:lnTo>
                    <a:pt x="1439577" y="0"/>
                  </a:lnTo>
                  <a:lnTo>
                    <a:pt x="1418406" y="0"/>
                  </a:lnTo>
                  <a:lnTo>
                    <a:pt x="1397236" y="0"/>
                  </a:lnTo>
                  <a:lnTo>
                    <a:pt x="1376066" y="0"/>
                  </a:lnTo>
                  <a:lnTo>
                    <a:pt x="1354896" y="0"/>
                  </a:lnTo>
                  <a:lnTo>
                    <a:pt x="1333725" y="0"/>
                  </a:lnTo>
                  <a:lnTo>
                    <a:pt x="1312555" y="0"/>
                  </a:lnTo>
                  <a:lnTo>
                    <a:pt x="1291385" y="0"/>
                  </a:lnTo>
                  <a:lnTo>
                    <a:pt x="1270215" y="0"/>
                  </a:lnTo>
                  <a:lnTo>
                    <a:pt x="1249044" y="0"/>
                  </a:lnTo>
                  <a:lnTo>
                    <a:pt x="1227874" y="0"/>
                  </a:lnTo>
                  <a:lnTo>
                    <a:pt x="1206704" y="0"/>
                  </a:lnTo>
                  <a:lnTo>
                    <a:pt x="1185534" y="0"/>
                  </a:lnTo>
                  <a:lnTo>
                    <a:pt x="1164363" y="0"/>
                  </a:lnTo>
                  <a:lnTo>
                    <a:pt x="1143193" y="0"/>
                  </a:lnTo>
                  <a:lnTo>
                    <a:pt x="1122023" y="0"/>
                  </a:lnTo>
                  <a:lnTo>
                    <a:pt x="1100853" y="0"/>
                  </a:lnTo>
                  <a:lnTo>
                    <a:pt x="1079682" y="0"/>
                  </a:lnTo>
                  <a:lnTo>
                    <a:pt x="1058512" y="0"/>
                  </a:lnTo>
                  <a:lnTo>
                    <a:pt x="1037342" y="0"/>
                  </a:lnTo>
                  <a:lnTo>
                    <a:pt x="1016172" y="0"/>
                  </a:lnTo>
                  <a:lnTo>
                    <a:pt x="995001" y="0"/>
                  </a:lnTo>
                  <a:lnTo>
                    <a:pt x="973831" y="0"/>
                  </a:lnTo>
                  <a:lnTo>
                    <a:pt x="952661" y="0"/>
                  </a:lnTo>
                  <a:lnTo>
                    <a:pt x="931491" y="0"/>
                  </a:lnTo>
                  <a:lnTo>
                    <a:pt x="910320" y="0"/>
                  </a:lnTo>
                  <a:lnTo>
                    <a:pt x="889150" y="0"/>
                  </a:lnTo>
                  <a:lnTo>
                    <a:pt x="867980" y="0"/>
                  </a:lnTo>
                  <a:lnTo>
                    <a:pt x="846810" y="0"/>
                  </a:lnTo>
                  <a:lnTo>
                    <a:pt x="825639" y="0"/>
                  </a:lnTo>
                  <a:lnTo>
                    <a:pt x="804469" y="0"/>
                  </a:lnTo>
                  <a:lnTo>
                    <a:pt x="783299" y="0"/>
                  </a:lnTo>
                  <a:lnTo>
                    <a:pt x="762129" y="0"/>
                  </a:lnTo>
                  <a:lnTo>
                    <a:pt x="740958" y="0"/>
                  </a:lnTo>
                  <a:lnTo>
                    <a:pt x="719788" y="0"/>
                  </a:lnTo>
                  <a:lnTo>
                    <a:pt x="698618" y="0"/>
                  </a:lnTo>
                  <a:lnTo>
                    <a:pt x="677448" y="0"/>
                  </a:lnTo>
                  <a:lnTo>
                    <a:pt x="656277" y="0"/>
                  </a:lnTo>
                  <a:lnTo>
                    <a:pt x="635107" y="0"/>
                  </a:lnTo>
                  <a:lnTo>
                    <a:pt x="613937" y="0"/>
                  </a:lnTo>
                  <a:lnTo>
                    <a:pt x="592767" y="0"/>
                  </a:lnTo>
                  <a:lnTo>
                    <a:pt x="571596" y="0"/>
                  </a:lnTo>
                  <a:lnTo>
                    <a:pt x="550426" y="0"/>
                  </a:lnTo>
                  <a:lnTo>
                    <a:pt x="529256" y="0"/>
                  </a:lnTo>
                  <a:lnTo>
                    <a:pt x="508086" y="0"/>
                  </a:lnTo>
                  <a:lnTo>
                    <a:pt x="486915" y="0"/>
                  </a:lnTo>
                  <a:lnTo>
                    <a:pt x="465745" y="0"/>
                  </a:lnTo>
                  <a:lnTo>
                    <a:pt x="444575" y="0"/>
                  </a:lnTo>
                  <a:lnTo>
                    <a:pt x="423405" y="0"/>
                  </a:lnTo>
                  <a:lnTo>
                    <a:pt x="402234" y="0"/>
                  </a:lnTo>
                  <a:lnTo>
                    <a:pt x="381064" y="0"/>
                  </a:lnTo>
                  <a:lnTo>
                    <a:pt x="359894" y="0"/>
                  </a:lnTo>
                  <a:lnTo>
                    <a:pt x="338724" y="0"/>
                  </a:lnTo>
                  <a:lnTo>
                    <a:pt x="317553" y="0"/>
                  </a:lnTo>
                  <a:lnTo>
                    <a:pt x="296383" y="0"/>
                  </a:lnTo>
                  <a:lnTo>
                    <a:pt x="275213" y="0"/>
                  </a:lnTo>
                  <a:lnTo>
                    <a:pt x="254043" y="0"/>
                  </a:lnTo>
                  <a:lnTo>
                    <a:pt x="232872" y="0"/>
                  </a:lnTo>
                  <a:lnTo>
                    <a:pt x="211702" y="0"/>
                  </a:lnTo>
                  <a:lnTo>
                    <a:pt x="190532" y="0"/>
                  </a:lnTo>
                  <a:lnTo>
                    <a:pt x="169362" y="0"/>
                  </a:lnTo>
                  <a:lnTo>
                    <a:pt x="148191" y="0"/>
                  </a:lnTo>
                  <a:lnTo>
                    <a:pt x="127021" y="0"/>
                  </a:lnTo>
                  <a:lnTo>
                    <a:pt x="105851" y="0"/>
                  </a:lnTo>
                  <a:lnTo>
                    <a:pt x="84681" y="0"/>
                  </a:lnTo>
                  <a:lnTo>
                    <a:pt x="63510" y="0"/>
                  </a:lnTo>
                  <a:lnTo>
                    <a:pt x="42340" y="0"/>
                  </a:lnTo>
                  <a:lnTo>
                    <a:pt x="2117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51565" y="3878764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  <a:lnTo>
                    <a:pt x="844693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 rot="2700000">
              <a:off x="3416348" y="6787802"/>
              <a:ext cx="136820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2410080I02Rik</a:t>
              </a:r>
            </a:p>
          </p:txBody>
        </p:sp>
        <p:sp>
          <p:nvSpPr>
            <p:cNvPr id="56" name="tx56"/>
            <p:cNvSpPr/>
            <p:nvPr/>
          </p:nvSpPr>
          <p:spPr>
            <a:xfrm rot="2700000">
              <a:off x="4596449" y="6787802"/>
              <a:ext cx="347234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Klf9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551565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11199" y="602981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11199" y="5131764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11199" y="423076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11199" y="333123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62" name="pl62"/>
            <p:cNvSpPr/>
            <p:nvPr/>
          </p:nvSpPr>
          <p:spPr>
            <a:xfrm>
              <a:off x="516770" y="60736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16770" y="51740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16770" y="42745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16770" y="33750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52039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63742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5444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871474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223597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23120000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435300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23140000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47002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23160000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58705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23180000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733693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76" name="tx76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2026-03-09T11:24:01Z</dcterms:modified>
  <cp:category/>
</cp:coreProperties>
</file>