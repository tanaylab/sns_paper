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g4"/>
            <p:cNvSpPr/>
            <p:nvPr/>
          </p:nvSpPr>
          <p:spPr>
            <a:xfrm>
              <a:off x="1529541" y="4811266"/>
              <a:ext cx="477827" cy="276894"/>
            </a:xfrm>
            <a:custGeom>
              <a:avLst/>
              <a:pathLst>
                <a:path w="477827" h="276894">
                  <a:moveTo>
                    <a:pt x="0" y="276894"/>
                  </a:moveTo>
                  <a:lnTo>
                    <a:pt x="477827" y="27689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529541" y="5002646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68455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68455" y="4397385"/>
              <a:ext cx="0" cy="413881"/>
            </a:xfrm>
            <a:custGeom>
              <a:avLst/>
              <a:pathLst>
                <a:path w="0" h="413881">
                  <a:moveTo>
                    <a:pt x="0" y="0"/>
                  </a:moveTo>
                  <a:lnTo>
                    <a:pt x="0" y="41388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648998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648998" y="439738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1529541" y="4811266"/>
              <a:ext cx="477827" cy="276894"/>
            </a:xfrm>
            <a:custGeom>
              <a:avLst/>
              <a:pathLst>
                <a:path w="477827" h="276894">
                  <a:moveTo>
                    <a:pt x="0" y="276894"/>
                  </a:moveTo>
                  <a:lnTo>
                    <a:pt x="477827" y="27689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1"/>
            <p:cNvSpPr/>
            <p:nvPr/>
          </p:nvSpPr>
          <p:spPr>
            <a:xfrm>
              <a:off x="2126826" y="4006434"/>
              <a:ext cx="477827" cy="1081727"/>
            </a:xfrm>
            <a:custGeom>
              <a:avLst/>
              <a:pathLst>
                <a:path w="477827" h="1081727">
                  <a:moveTo>
                    <a:pt x="0" y="1081727"/>
                  </a:moveTo>
                  <a:lnTo>
                    <a:pt x="477827" y="108172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126826" y="493977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365740" y="50881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365740" y="2455321"/>
              <a:ext cx="0" cy="1551112"/>
            </a:xfrm>
            <a:custGeom>
              <a:avLst/>
              <a:pathLst>
                <a:path w="0" h="1551112">
                  <a:moveTo>
                    <a:pt x="0" y="0"/>
                  </a:moveTo>
                  <a:lnTo>
                    <a:pt x="0" y="15511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246283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246283" y="245532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7"/>
            <p:cNvSpPr/>
            <p:nvPr/>
          </p:nvSpPr>
          <p:spPr>
            <a:xfrm>
              <a:off x="2126826" y="4006434"/>
              <a:ext cx="477827" cy="1081727"/>
            </a:xfrm>
            <a:custGeom>
              <a:avLst/>
              <a:pathLst>
                <a:path w="477827" h="1081727">
                  <a:moveTo>
                    <a:pt x="0" y="1081727"/>
                  </a:moveTo>
                  <a:lnTo>
                    <a:pt x="477827" y="108172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8"/>
            <p:cNvSpPr/>
            <p:nvPr/>
          </p:nvSpPr>
          <p:spPr>
            <a:xfrm>
              <a:off x="2724111" y="3208557"/>
              <a:ext cx="477827" cy="1789044"/>
            </a:xfrm>
            <a:custGeom>
              <a:avLst/>
              <a:pathLst>
                <a:path w="477827" h="1789044">
                  <a:moveTo>
                    <a:pt x="0" y="1789044"/>
                  </a:moveTo>
                  <a:lnTo>
                    <a:pt x="477827" y="178904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724111" y="3971987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963025" y="4997601"/>
              <a:ext cx="0" cy="90559"/>
            </a:xfrm>
            <a:custGeom>
              <a:avLst/>
              <a:pathLst>
                <a:path w="0" h="90559">
                  <a:moveTo>
                    <a:pt x="0" y="9055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963025" y="2528033"/>
              <a:ext cx="0" cy="680523"/>
            </a:xfrm>
            <a:custGeom>
              <a:avLst/>
              <a:pathLst>
                <a:path w="0" h="680523">
                  <a:moveTo>
                    <a:pt x="0" y="0"/>
                  </a:moveTo>
                  <a:lnTo>
                    <a:pt x="0" y="68052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843568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843568" y="2528033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2724111" y="3208557"/>
              <a:ext cx="477827" cy="1789044"/>
            </a:xfrm>
            <a:custGeom>
              <a:avLst/>
              <a:pathLst>
                <a:path w="477827" h="1789044">
                  <a:moveTo>
                    <a:pt x="0" y="1789044"/>
                  </a:moveTo>
                  <a:lnTo>
                    <a:pt x="477827" y="178904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3321396" y="3084732"/>
              <a:ext cx="477827" cy="1557422"/>
            </a:xfrm>
            <a:custGeom>
              <a:avLst/>
              <a:pathLst>
                <a:path w="477827" h="1557422">
                  <a:moveTo>
                    <a:pt x="0" y="1557422"/>
                  </a:moveTo>
                  <a:lnTo>
                    <a:pt x="477827" y="155742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321396" y="342751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560310" y="4642155"/>
              <a:ext cx="0" cy="446005"/>
            </a:xfrm>
            <a:custGeom>
              <a:avLst/>
              <a:pathLst>
                <a:path w="0" h="446005">
                  <a:moveTo>
                    <a:pt x="0" y="4460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560310" y="2546320"/>
              <a:ext cx="0" cy="538412"/>
            </a:xfrm>
            <a:custGeom>
              <a:avLst/>
              <a:pathLst>
                <a:path w="0" h="538412">
                  <a:moveTo>
                    <a:pt x="0" y="0"/>
                  </a:moveTo>
                  <a:lnTo>
                    <a:pt x="0" y="5384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440853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440853" y="254632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3321396" y="3084732"/>
              <a:ext cx="477827" cy="1557422"/>
            </a:xfrm>
            <a:custGeom>
              <a:avLst/>
              <a:pathLst>
                <a:path w="477827" h="1557422">
                  <a:moveTo>
                    <a:pt x="0" y="1557422"/>
                  </a:moveTo>
                  <a:lnTo>
                    <a:pt x="477827" y="155742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3918681" y="3033275"/>
              <a:ext cx="477827" cy="1021017"/>
            </a:xfrm>
            <a:custGeom>
              <a:avLst/>
              <a:pathLst>
                <a:path w="477827" h="1021017">
                  <a:moveTo>
                    <a:pt x="0" y="1021017"/>
                  </a:moveTo>
                  <a:lnTo>
                    <a:pt x="477827" y="102101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918681" y="331713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157595" y="4054292"/>
              <a:ext cx="0" cy="1033868"/>
            </a:xfrm>
            <a:custGeom>
              <a:avLst/>
              <a:pathLst>
                <a:path w="0" h="1033868">
                  <a:moveTo>
                    <a:pt x="0" y="103386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157595" y="2619191"/>
              <a:ext cx="0" cy="414083"/>
            </a:xfrm>
            <a:custGeom>
              <a:avLst/>
              <a:pathLst>
                <a:path w="0" h="414083">
                  <a:moveTo>
                    <a:pt x="0" y="0"/>
                  </a:moveTo>
                  <a:lnTo>
                    <a:pt x="0" y="4140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4038138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038138" y="261919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3918681" y="3033275"/>
              <a:ext cx="477827" cy="1021017"/>
            </a:xfrm>
            <a:custGeom>
              <a:avLst/>
              <a:pathLst>
                <a:path w="477827" h="1021017">
                  <a:moveTo>
                    <a:pt x="0" y="1021017"/>
                  </a:moveTo>
                  <a:lnTo>
                    <a:pt x="477827" y="102101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4515966" y="3012691"/>
              <a:ext cx="477827" cy="839249"/>
            </a:xfrm>
            <a:custGeom>
              <a:avLst/>
              <a:pathLst>
                <a:path w="477827" h="839249">
                  <a:moveTo>
                    <a:pt x="0" y="839249"/>
                  </a:moveTo>
                  <a:lnTo>
                    <a:pt x="477827" y="83924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515966" y="323997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4754880" y="3851940"/>
              <a:ext cx="0" cy="1236220"/>
            </a:xfrm>
            <a:custGeom>
              <a:avLst/>
              <a:pathLst>
                <a:path w="0" h="1236220">
                  <a:moveTo>
                    <a:pt x="0" y="123622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754880" y="2612704"/>
              <a:ext cx="0" cy="399987"/>
            </a:xfrm>
            <a:custGeom>
              <a:avLst/>
              <a:pathLst>
                <a:path w="0" h="399987">
                  <a:moveTo>
                    <a:pt x="0" y="0"/>
                  </a:moveTo>
                  <a:lnTo>
                    <a:pt x="0" y="39998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4635423" y="508816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4635423" y="261270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4515966" y="3012691"/>
              <a:ext cx="477827" cy="839249"/>
            </a:xfrm>
            <a:custGeom>
              <a:avLst/>
              <a:pathLst>
                <a:path w="477827" h="839249">
                  <a:moveTo>
                    <a:pt x="0" y="839249"/>
                  </a:moveTo>
                  <a:lnTo>
                    <a:pt x="477827" y="839249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5113250" y="3005403"/>
              <a:ext cx="477827" cy="731800"/>
            </a:xfrm>
            <a:custGeom>
              <a:avLst/>
              <a:pathLst>
                <a:path w="477827" h="731800">
                  <a:moveTo>
                    <a:pt x="0" y="731800"/>
                  </a:moveTo>
                  <a:lnTo>
                    <a:pt x="477827" y="73180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5113250" y="3241869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352164" y="3737204"/>
              <a:ext cx="0" cy="1088907"/>
            </a:xfrm>
            <a:custGeom>
              <a:avLst/>
              <a:pathLst>
                <a:path w="0" h="1088907">
                  <a:moveTo>
                    <a:pt x="0" y="108890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5352164" y="2674880"/>
              <a:ext cx="0" cy="330522"/>
            </a:xfrm>
            <a:custGeom>
              <a:avLst/>
              <a:pathLst>
                <a:path w="0" h="330522">
                  <a:moveTo>
                    <a:pt x="0" y="0"/>
                  </a:moveTo>
                  <a:lnTo>
                    <a:pt x="0" y="3305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5232707" y="4826112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232707" y="2674880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5113250" y="3005403"/>
              <a:ext cx="477827" cy="731800"/>
            </a:xfrm>
            <a:custGeom>
              <a:avLst/>
              <a:pathLst>
                <a:path w="477827" h="731800">
                  <a:moveTo>
                    <a:pt x="0" y="731800"/>
                  </a:moveTo>
                  <a:lnTo>
                    <a:pt x="477827" y="731800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5710535" y="3011350"/>
              <a:ext cx="477827" cy="693552"/>
            </a:xfrm>
            <a:custGeom>
              <a:avLst/>
              <a:pathLst>
                <a:path w="477827" h="693552">
                  <a:moveTo>
                    <a:pt x="0" y="693552"/>
                  </a:moveTo>
                  <a:lnTo>
                    <a:pt x="477827" y="69355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5710535" y="3246805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5949449" y="3704902"/>
              <a:ext cx="0" cy="1037405"/>
            </a:xfrm>
            <a:custGeom>
              <a:avLst/>
              <a:pathLst>
                <a:path w="0" h="1037405">
                  <a:moveTo>
                    <a:pt x="0" y="10374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5949449" y="2708986"/>
              <a:ext cx="0" cy="302364"/>
            </a:xfrm>
            <a:custGeom>
              <a:avLst/>
              <a:pathLst>
                <a:path w="0" h="302364">
                  <a:moveTo>
                    <a:pt x="0" y="0"/>
                  </a:moveTo>
                  <a:lnTo>
                    <a:pt x="0" y="30236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5829992" y="4742307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5829992" y="2708986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5710535" y="3011350"/>
              <a:ext cx="477827" cy="693552"/>
            </a:xfrm>
            <a:custGeom>
              <a:avLst/>
              <a:pathLst>
                <a:path w="477827" h="693552">
                  <a:moveTo>
                    <a:pt x="0" y="693552"/>
                  </a:moveTo>
                  <a:lnTo>
                    <a:pt x="477827" y="693552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6307820" y="3021818"/>
              <a:ext cx="477827" cy="659067"/>
            </a:xfrm>
            <a:custGeom>
              <a:avLst/>
              <a:pathLst>
                <a:path w="477827" h="659067">
                  <a:moveTo>
                    <a:pt x="0" y="659067"/>
                  </a:moveTo>
                  <a:lnTo>
                    <a:pt x="477827" y="65906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307820" y="3234187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6546734" y="3680885"/>
              <a:ext cx="0" cy="960730"/>
            </a:xfrm>
            <a:custGeom>
              <a:avLst/>
              <a:pathLst>
                <a:path w="0" h="960730">
                  <a:moveTo>
                    <a:pt x="0" y="96073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6546734" y="2688204"/>
              <a:ext cx="0" cy="333613"/>
            </a:xfrm>
            <a:custGeom>
              <a:avLst/>
              <a:pathLst>
                <a:path w="0" h="333613">
                  <a:moveTo>
                    <a:pt x="0" y="0"/>
                  </a:moveTo>
                  <a:lnTo>
                    <a:pt x="0" y="3336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6427277" y="4641615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6427277" y="268820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6307820" y="3021818"/>
              <a:ext cx="477827" cy="659067"/>
            </a:xfrm>
            <a:custGeom>
              <a:avLst/>
              <a:pathLst>
                <a:path w="477827" h="659067">
                  <a:moveTo>
                    <a:pt x="0" y="659067"/>
                  </a:moveTo>
                  <a:lnTo>
                    <a:pt x="477827" y="659067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6905105" y="3053250"/>
              <a:ext cx="477827" cy="661994"/>
            </a:xfrm>
            <a:custGeom>
              <a:avLst/>
              <a:pathLst>
                <a:path w="477827" h="661994">
                  <a:moveTo>
                    <a:pt x="0" y="661994"/>
                  </a:moveTo>
                  <a:lnTo>
                    <a:pt x="477827" y="66199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6905105" y="3315653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7144019" y="3715245"/>
              <a:ext cx="0" cy="991075"/>
            </a:xfrm>
            <a:custGeom>
              <a:avLst/>
              <a:pathLst>
                <a:path w="0" h="991075">
                  <a:moveTo>
                    <a:pt x="0" y="99107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7144019" y="2674134"/>
              <a:ext cx="0" cy="379115"/>
            </a:xfrm>
            <a:custGeom>
              <a:avLst/>
              <a:pathLst>
                <a:path w="0" h="379115">
                  <a:moveTo>
                    <a:pt x="0" y="0"/>
                  </a:moveTo>
                  <a:lnTo>
                    <a:pt x="0" y="3791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024562" y="470632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7024562" y="2674134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6905105" y="3053250"/>
              <a:ext cx="477827" cy="661994"/>
            </a:xfrm>
            <a:custGeom>
              <a:avLst/>
              <a:pathLst>
                <a:path w="477827" h="661994">
                  <a:moveTo>
                    <a:pt x="0" y="661994"/>
                  </a:moveTo>
                  <a:lnTo>
                    <a:pt x="477827" y="661994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7502390" y="3065119"/>
              <a:ext cx="477827" cy="633555"/>
            </a:xfrm>
            <a:custGeom>
              <a:avLst/>
              <a:pathLst>
                <a:path w="477827" h="633555">
                  <a:moveTo>
                    <a:pt x="0" y="633555"/>
                  </a:moveTo>
                  <a:lnTo>
                    <a:pt x="477827" y="63355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7502390" y="3287114"/>
              <a:ext cx="477827" cy="0"/>
            </a:xfrm>
            <a:custGeom>
              <a:avLst/>
              <a:pathLst>
                <a:path w="477827" h="0">
                  <a:moveTo>
                    <a:pt x="0" y="0"/>
                  </a:moveTo>
                  <a:lnTo>
                    <a:pt x="477827" y="0"/>
                  </a:lnTo>
                </a:path>
              </a:pathLst>
            </a:custGeom>
            <a:ln w="2857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7741304" y="3698675"/>
              <a:ext cx="0" cy="934816"/>
            </a:xfrm>
            <a:custGeom>
              <a:avLst/>
              <a:pathLst>
                <a:path w="0" h="934816">
                  <a:moveTo>
                    <a:pt x="0" y="93481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7741304" y="2710012"/>
              <a:ext cx="0" cy="355107"/>
            </a:xfrm>
            <a:custGeom>
              <a:avLst/>
              <a:pathLst>
                <a:path w="0" h="355107">
                  <a:moveTo>
                    <a:pt x="0" y="0"/>
                  </a:moveTo>
                  <a:lnTo>
                    <a:pt x="0" y="3551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7621847" y="4633491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7621847" y="2710012"/>
              <a:ext cx="238913" cy="0"/>
            </a:xfrm>
            <a:custGeom>
              <a:avLst/>
              <a:pathLst>
                <a:path w="238913" h="0">
                  <a:moveTo>
                    <a:pt x="0" y="0"/>
                  </a:moveTo>
                  <a:lnTo>
                    <a:pt x="2389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7502390" y="3065119"/>
              <a:ext cx="477827" cy="633555"/>
            </a:xfrm>
            <a:custGeom>
              <a:avLst/>
              <a:pathLst>
                <a:path w="477827" h="633555">
                  <a:moveTo>
                    <a:pt x="0" y="633555"/>
                  </a:moveTo>
                  <a:lnTo>
                    <a:pt x="477827" y="633555"/>
                  </a:lnTo>
                  <a:lnTo>
                    <a:pt x="477827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1768455" y="5193474"/>
              <a:ext cx="5972848" cy="0"/>
            </a:xfrm>
            <a:custGeom>
              <a:avLst/>
              <a:pathLst>
                <a:path w="5972848" h="0">
                  <a:moveTo>
                    <a:pt x="0" y="0"/>
                  </a:moveTo>
                  <a:lnTo>
                    <a:pt x="5972848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176845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36574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96302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356031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415759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535216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594944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654673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71440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774130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3"/>
            <p:cNvSpPr/>
            <p:nvPr/>
          </p:nvSpPr>
          <p:spPr>
            <a:xfrm>
              <a:off x="1719974" y="5409549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2317259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2914544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3511829" y="5409400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410911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4706399" y="541155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5303684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5900968" y="540739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6449773" y="5407391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7047057" y="5411558"/>
              <a:ext cx="193923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7644342" y="5409549"/>
              <a:ext cx="193923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105" name="pl104"/>
            <p:cNvSpPr/>
            <p:nvPr/>
          </p:nvSpPr>
          <p:spPr>
            <a:xfrm>
              <a:off x="1207008" y="2491571"/>
              <a:ext cx="0" cy="2397573"/>
            </a:xfrm>
            <a:custGeom>
              <a:avLst/>
              <a:pathLst>
                <a:path w="0" h="2397573">
                  <a:moveTo>
                    <a:pt x="0" y="239757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115567" y="488914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115567" y="440963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115567" y="393011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115567" y="345060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115567" y="297108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115567" y="249157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1"/>
            <p:cNvSpPr/>
            <p:nvPr/>
          </p:nvSpPr>
          <p:spPr>
            <a:xfrm rot="-5400000">
              <a:off x="881437" y="483151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13" name="tx112"/>
            <p:cNvSpPr/>
            <p:nvPr/>
          </p:nvSpPr>
          <p:spPr>
            <a:xfrm rot="-5400000">
              <a:off x="883521" y="4354079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14" name="tx113"/>
            <p:cNvSpPr/>
            <p:nvPr/>
          </p:nvSpPr>
          <p:spPr>
            <a:xfrm rot="-5400000">
              <a:off x="882442" y="3873486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15" name="tx114"/>
            <p:cNvSpPr/>
            <p:nvPr/>
          </p:nvSpPr>
          <p:spPr>
            <a:xfrm rot="-5400000">
              <a:off x="881437" y="3392966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16" name="tx115"/>
            <p:cNvSpPr/>
            <p:nvPr/>
          </p:nvSpPr>
          <p:spPr>
            <a:xfrm rot="-5400000">
              <a:off x="883521" y="2915535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17" name="tx116"/>
            <p:cNvSpPr/>
            <p:nvPr/>
          </p:nvSpPr>
          <p:spPr>
            <a:xfrm rot="-5400000">
              <a:off x="881437" y="243393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18" name="pg11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2026-03-08T12:12:52Z</dcterms:modified>
  <cp:category/>
</cp:coreProperties>
</file>