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69019" y="69589"/>
              <a:ext cx="7375370" cy="6385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923332" y="375585"/>
              <a:ext cx="5485812" cy="4669885"/>
            </a:xfrm>
            <a:custGeom>
              <a:avLst/>
              <a:pathLst>
                <a:path w="5485812" h="4669885">
                  <a:moveTo>
                    <a:pt x="0" y="0"/>
                  </a:moveTo>
                  <a:lnTo>
                    <a:pt x="609534" y="975253"/>
                  </a:lnTo>
                  <a:lnTo>
                    <a:pt x="1219069" y="2140886"/>
                  </a:lnTo>
                  <a:lnTo>
                    <a:pt x="1828604" y="2974223"/>
                  </a:lnTo>
                  <a:lnTo>
                    <a:pt x="2438138" y="3593091"/>
                  </a:lnTo>
                  <a:lnTo>
                    <a:pt x="3047673" y="3993263"/>
                  </a:lnTo>
                  <a:lnTo>
                    <a:pt x="3657208" y="4209465"/>
                  </a:lnTo>
                  <a:lnTo>
                    <a:pt x="4266743" y="4435319"/>
                  </a:lnTo>
                  <a:lnTo>
                    <a:pt x="4876277" y="4555186"/>
                  </a:lnTo>
                  <a:lnTo>
                    <a:pt x="5485812" y="4669885"/>
                  </a:lnTo>
                </a:path>
              </a:pathLst>
            </a:custGeom>
            <a:ln w="1355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532867" y="1087240"/>
              <a:ext cx="4876277" cy="3769983"/>
            </a:xfrm>
            <a:custGeom>
              <a:avLst/>
              <a:pathLst>
                <a:path w="4876277" h="3769983">
                  <a:moveTo>
                    <a:pt x="0" y="0"/>
                  </a:moveTo>
                  <a:lnTo>
                    <a:pt x="609534" y="1026676"/>
                  </a:lnTo>
                  <a:lnTo>
                    <a:pt x="1219069" y="2023842"/>
                  </a:lnTo>
                  <a:lnTo>
                    <a:pt x="1828604" y="2550267"/>
                  </a:lnTo>
                  <a:lnTo>
                    <a:pt x="2438138" y="2898297"/>
                  </a:lnTo>
                  <a:lnTo>
                    <a:pt x="3047673" y="3113572"/>
                  </a:lnTo>
                  <a:lnTo>
                    <a:pt x="3657208" y="3459482"/>
                  </a:lnTo>
                  <a:lnTo>
                    <a:pt x="4266743" y="3638385"/>
                  </a:lnTo>
                  <a:lnTo>
                    <a:pt x="4876277" y="3769983"/>
                  </a:lnTo>
                </a:path>
              </a:pathLst>
            </a:custGeom>
            <a:ln w="13550" cap="flat">
              <a:solidFill>
                <a:srgbClr val="7E7E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32867" y="1104045"/>
              <a:ext cx="4876277" cy="3573981"/>
            </a:xfrm>
            <a:custGeom>
              <a:avLst/>
              <a:pathLst>
                <a:path w="4876277" h="3573981">
                  <a:moveTo>
                    <a:pt x="0" y="0"/>
                  </a:moveTo>
                  <a:lnTo>
                    <a:pt x="609534" y="993684"/>
                  </a:lnTo>
                  <a:lnTo>
                    <a:pt x="1219069" y="1812424"/>
                  </a:lnTo>
                  <a:lnTo>
                    <a:pt x="1828604" y="2283485"/>
                  </a:lnTo>
                  <a:lnTo>
                    <a:pt x="2438138" y="2624570"/>
                  </a:lnTo>
                  <a:lnTo>
                    <a:pt x="3047673" y="2808528"/>
                  </a:lnTo>
                  <a:lnTo>
                    <a:pt x="3657208" y="3218978"/>
                  </a:lnTo>
                  <a:lnTo>
                    <a:pt x="4266743" y="3411299"/>
                  </a:lnTo>
                  <a:lnTo>
                    <a:pt x="4876277" y="3573981"/>
                  </a:lnTo>
                </a:path>
              </a:pathLst>
            </a:custGeom>
            <a:ln w="13550" cap="flat">
              <a:solidFill>
                <a:srgbClr val="3F3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32867" y="863835"/>
              <a:ext cx="4876277" cy="3671246"/>
            </a:xfrm>
            <a:custGeom>
              <a:avLst/>
              <a:pathLst>
                <a:path w="4876277" h="3671246">
                  <a:moveTo>
                    <a:pt x="0" y="0"/>
                  </a:moveTo>
                  <a:lnTo>
                    <a:pt x="609534" y="938650"/>
                  </a:lnTo>
                  <a:lnTo>
                    <a:pt x="1219069" y="1929936"/>
                  </a:lnTo>
                  <a:lnTo>
                    <a:pt x="1828604" y="2359582"/>
                  </a:lnTo>
                  <a:lnTo>
                    <a:pt x="2438138" y="2616915"/>
                  </a:lnTo>
                  <a:lnTo>
                    <a:pt x="3047673" y="2847749"/>
                  </a:lnTo>
                  <a:lnTo>
                    <a:pt x="3657208" y="3278976"/>
                  </a:lnTo>
                  <a:lnTo>
                    <a:pt x="4266743" y="3465393"/>
                  </a:lnTo>
                  <a:lnTo>
                    <a:pt x="4876277" y="3671246"/>
                  </a:lnTo>
                </a:path>
              </a:pathLst>
            </a:custGeom>
            <a:ln w="1355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9019" y="6165102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019" y="4350961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69019" y="2536820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69019" y="722679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986290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143260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346095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61058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779098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06627" y="69589"/>
              <a:ext cx="2524190" cy="6385776"/>
            </a:xfrm>
            <a:custGeom>
              <a:avLst/>
              <a:pathLst>
                <a:path w="2524190" h="6385776">
                  <a:moveTo>
                    <a:pt x="0" y="0"/>
                  </a:moveTo>
                  <a:lnTo>
                    <a:pt x="2524190" y="638577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9019" y="69589"/>
              <a:ext cx="7375370" cy="638577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235284" y="612436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5284" y="4308642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5284" y="249302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5284" y="681943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5" name="pl25"/>
            <p:cNvSpPr/>
            <p:nvPr/>
          </p:nvSpPr>
          <p:spPr>
            <a:xfrm>
              <a:off x="334224" y="61651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34224" y="43509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34224" y="25368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34224" y="7226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99496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923332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447169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971006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494843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10628" y="6516412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7.5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98912" y="6514939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322749" y="6514939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12.5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846586" y="6514939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370423" y="6516412"/>
              <a:ext cx="248840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17.5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69426" y="6620266"/>
              <a:ext cx="374556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d_bin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-583174" y="3192934"/>
              <a:ext cx="1370124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log2(k27_eb4_sum)</a:t>
              </a:r>
            </a:p>
          </p:txBody>
        </p:sp>
        <p:sp>
          <p:nvSpPr>
            <p:cNvPr id="41" name="rc41"/>
            <p:cNvSpPr/>
            <p:nvPr/>
          </p:nvSpPr>
          <p:spPr>
            <a:xfrm>
              <a:off x="7883567" y="2653731"/>
              <a:ext cx="1190843" cy="12174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7953156" y="2700605"/>
              <a:ext cx="451364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cg_bin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7953156" y="292380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975102" y="303353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953156" y="3143265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975102" y="32529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E7E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7953156" y="336272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975102" y="347244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F3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953156" y="35821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975102" y="36919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8242201" y="2974629"/>
              <a:ext cx="554106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(-1,0.005]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2201" y="3194085"/>
              <a:ext cx="691515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(0.005,0.01]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242201" y="3413541"/>
              <a:ext cx="691515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(0.01,0.015]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242201" y="3632997"/>
              <a:ext cx="762620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(0.015,0.035]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2026-03-10T18:03:35Z</dcterms:modified>
  <cp:category/>
</cp:coreProperties>
</file>