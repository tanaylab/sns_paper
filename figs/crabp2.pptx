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622357"/>
              <a:ext cx="1683330" cy="2640119"/>
            </a:xfrm>
            <a:custGeom>
              <a:avLst/>
              <a:pathLst>
                <a:path w="1683330" h="2640119">
                  <a:moveTo>
                    <a:pt x="0" y="51595"/>
                  </a:moveTo>
                  <a:lnTo>
                    <a:pt x="5706" y="88280"/>
                  </a:lnTo>
                  <a:lnTo>
                    <a:pt x="11412" y="108041"/>
                  </a:lnTo>
                  <a:lnTo>
                    <a:pt x="17118" y="79853"/>
                  </a:lnTo>
                  <a:lnTo>
                    <a:pt x="22824" y="66540"/>
                  </a:lnTo>
                  <a:lnTo>
                    <a:pt x="28530" y="46446"/>
                  </a:lnTo>
                  <a:lnTo>
                    <a:pt x="34237" y="120441"/>
                  </a:lnTo>
                  <a:lnTo>
                    <a:pt x="39943" y="118316"/>
                  </a:lnTo>
                  <a:lnTo>
                    <a:pt x="45649" y="87457"/>
                  </a:lnTo>
                  <a:lnTo>
                    <a:pt x="51355" y="126217"/>
                  </a:lnTo>
                  <a:lnTo>
                    <a:pt x="57061" y="199712"/>
                  </a:lnTo>
                  <a:lnTo>
                    <a:pt x="62767" y="333300"/>
                  </a:lnTo>
                  <a:lnTo>
                    <a:pt x="68474" y="420593"/>
                  </a:lnTo>
                  <a:lnTo>
                    <a:pt x="74180" y="518221"/>
                  </a:lnTo>
                  <a:lnTo>
                    <a:pt x="79886" y="636275"/>
                  </a:lnTo>
                  <a:lnTo>
                    <a:pt x="85592" y="684637"/>
                  </a:lnTo>
                  <a:lnTo>
                    <a:pt x="91298" y="646630"/>
                  </a:lnTo>
                  <a:lnTo>
                    <a:pt x="97005" y="520169"/>
                  </a:lnTo>
                  <a:lnTo>
                    <a:pt x="102711" y="405218"/>
                  </a:lnTo>
                  <a:lnTo>
                    <a:pt x="108417" y="294405"/>
                  </a:lnTo>
                  <a:lnTo>
                    <a:pt x="114123" y="165552"/>
                  </a:lnTo>
                  <a:lnTo>
                    <a:pt x="119829" y="55139"/>
                  </a:lnTo>
                  <a:lnTo>
                    <a:pt x="125535" y="51840"/>
                  </a:lnTo>
                  <a:lnTo>
                    <a:pt x="131242" y="132942"/>
                  </a:lnTo>
                  <a:lnTo>
                    <a:pt x="136948" y="164279"/>
                  </a:lnTo>
                  <a:lnTo>
                    <a:pt x="142654" y="118792"/>
                  </a:lnTo>
                  <a:lnTo>
                    <a:pt x="148360" y="99125"/>
                  </a:lnTo>
                  <a:lnTo>
                    <a:pt x="154066" y="115045"/>
                  </a:lnTo>
                  <a:lnTo>
                    <a:pt x="159772" y="41431"/>
                  </a:lnTo>
                  <a:lnTo>
                    <a:pt x="165479" y="0"/>
                  </a:lnTo>
                  <a:lnTo>
                    <a:pt x="171185" y="77760"/>
                  </a:lnTo>
                  <a:lnTo>
                    <a:pt x="176891" y="210660"/>
                  </a:lnTo>
                  <a:lnTo>
                    <a:pt x="182597" y="297305"/>
                  </a:lnTo>
                  <a:lnTo>
                    <a:pt x="188303" y="370636"/>
                  </a:lnTo>
                  <a:lnTo>
                    <a:pt x="194010" y="541330"/>
                  </a:lnTo>
                  <a:lnTo>
                    <a:pt x="199716" y="581132"/>
                  </a:lnTo>
                  <a:lnTo>
                    <a:pt x="205422" y="458270"/>
                  </a:lnTo>
                  <a:lnTo>
                    <a:pt x="211128" y="343157"/>
                  </a:lnTo>
                  <a:lnTo>
                    <a:pt x="216834" y="313143"/>
                  </a:lnTo>
                  <a:lnTo>
                    <a:pt x="222540" y="314313"/>
                  </a:lnTo>
                  <a:lnTo>
                    <a:pt x="228247" y="317901"/>
                  </a:lnTo>
                  <a:lnTo>
                    <a:pt x="233953" y="425946"/>
                  </a:lnTo>
                  <a:lnTo>
                    <a:pt x="239659" y="618310"/>
                  </a:lnTo>
                  <a:lnTo>
                    <a:pt x="245365" y="803276"/>
                  </a:lnTo>
                  <a:lnTo>
                    <a:pt x="251071" y="905431"/>
                  </a:lnTo>
                  <a:lnTo>
                    <a:pt x="256778" y="898973"/>
                  </a:lnTo>
                  <a:lnTo>
                    <a:pt x="262484" y="773912"/>
                  </a:lnTo>
                  <a:lnTo>
                    <a:pt x="268190" y="623357"/>
                  </a:lnTo>
                  <a:lnTo>
                    <a:pt x="273896" y="502753"/>
                  </a:lnTo>
                  <a:lnTo>
                    <a:pt x="279602" y="395118"/>
                  </a:lnTo>
                  <a:lnTo>
                    <a:pt x="285308" y="253588"/>
                  </a:lnTo>
                  <a:lnTo>
                    <a:pt x="291015" y="130075"/>
                  </a:lnTo>
                  <a:lnTo>
                    <a:pt x="296721" y="92451"/>
                  </a:lnTo>
                  <a:lnTo>
                    <a:pt x="302427" y="95111"/>
                  </a:lnTo>
                  <a:lnTo>
                    <a:pt x="308133" y="79732"/>
                  </a:lnTo>
                  <a:lnTo>
                    <a:pt x="313839" y="118745"/>
                  </a:lnTo>
                  <a:lnTo>
                    <a:pt x="319545" y="212682"/>
                  </a:lnTo>
                  <a:lnTo>
                    <a:pt x="325252" y="327387"/>
                  </a:lnTo>
                  <a:lnTo>
                    <a:pt x="330958" y="367774"/>
                  </a:lnTo>
                  <a:lnTo>
                    <a:pt x="336664" y="375344"/>
                  </a:lnTo>
                  <a:lnTo>
                    <a:pt x="342370" y="378487"/>
                  </a:lnTo>
                  <a:lnTo>
                    <a:pt x="348076" y="310052"/>
                  </a:lnTo>
                  <a:lnTo>
                    <a:pt x="353783" y="243664"/>
                  </a:lnTo>
                  <a:lnTo>
                    <a:pt x="359489" y="217390"/>
                  </a:lnTo>
                  <a:lnTo>
                    <a:pt x="365195" y="239427"/>
                  </a:lnTo>
                  <a:lnTo>
                    <a:pt x="370901" y="275311"/>
                  </a:lnTo>
                  <a:lnTo>
                    <a:pt x="376607" y="279171"/>
                  </a:lnTo>
                  <a:lnTo>
                    <a:pt x="382313" y="265972"/>
                  </a:lnTo>
                  <a:lnTo>
                    <a:pt x="388020" y="258824"/>
                  </a:lnTo>
                  <a:lnTo>
                    <a:pt x="393726" y="218992"/>
                  </a:lnTo>
                  <a:lnTo>
                    <a:pt x="399432" y="153837"/>
                  </a:lnTo>
                  <a:lnTo>
                    <a:pt x="405138" y="124125"/>
                  </a:lnTo>
                  <a:lnTo>
                    <a:pt x="410844" y="104846"/>
                  </a:lnTo>
                  <a:lnTo>
                    <a:pt x="416551" y="114131"/>
                  </a:lnTo>
                  <a:lnTo>
                    <a:pt x="422257" y="199707"/>
                  </a:lnTo>
                  <a:lnTo>
                    <a:pt x="427963" y="263337"/>
                  </a:lnTo>
                  <a:lnTo>
                    <a:pt x="433669" y="374064"/>
                  </a:lnTo>
                  <a:lnTo>
                    <a:pt x="439375" y="515431"/>
                  </a:lnTo>
                  <a:lnTo>
                    <a:pt x="445081" y="669361"/>
                  </a:lnTo>
                  <a:lnTo>
                    <a:pt x="450788" y="778037"/>
                  </a:lnTo>
                  <a:lnTo>
                    <a:pt x="456494" y="810653"/>
                  </a:lnTo>
                  <a:lnTo>
                    <a:pt x="462200" y="834367"/>
                  </a:lnTo>
                  <a:lnTo>
                    <a:pt x="467906" y="768495"/>
                  </a:lnTo>
                  <a:lnTo>
                    <a:pt x="473612" y="608215"/>
                  </a:lnTo>
                  <a:lnTo>
                    <a:pt x="479318" y="515499"/>
                  </a:lnTo>
                  <a:lnTo>
                    <a:pt x="485025" y="410041"/>
                  </a:lnTo>
                  <a:lnTo>
                    <a:pt x="490731" y="305382"/>
                  </a:lnTo>
                  <a:lnTo>
                    <a:pt x="496437" y="300960"/>
                  </a:lnTo>
                  <a:lnTo>
                    <a:pt x="502143" y="307991"/>
                  </a:lnTo>
                  <a:lnTo>
                    <a:pt x="507849" y="276714"/>
                  </a:lnTo>
                  <a:lnTo>
                    <a:pt x="513556" y="237706"/>
                  </a:lnTo>
                  <a:lnTo>
                    <a:pt x="519262" y="307126"/>
                  </a:lnTo>
                  <a:lnTo>
                    <a:pt x="524968" y="364611"/>
                  </a:lnTo>
                  <a:lnTo>
                    <a:pt x="530674" y="382877"/>
                  </a:lnTo>
                  <a:lnTo>
                    <a:pt x="536380" y="513360"/>
                  </a:lnTo>
                  <a:lnTo>
                    <a:pt x="542086" y="842170"/>
                  </a:lnTo>
                  <a:lnTo>
                    <a:pt x="547793" y="1039124"/>
                  </a:lnTo>
                  <a:lnTo>
                    <a:pt x="553499" y="1063831"/>
                  </a:lnTo>
                  <a:lnTo>
                    <a:pt x="559205" y="1110133"/>
                  </a:lnTo>
                  <a:lnTo>
                    <a:pt x="564911" y="1219868"/>
                  </a:lnTo>
                  <a:lnTo>
                    <a:pt x="570617" y="1264806"/>
                  </a:lnTo>
                  <a:lnTo>
                    <a:pt x="576323" y="1197367"/>
                  </a:lnTo>
                  <a:lnTo>
                    <a:pt x="582030" y="1159784"/>
                  </a:lnTo>
                  <a:lnTo>
                    <a:pt x="587736" y="1187797"/>
                  </a:lnTo>
                  <a:lnTo>
                    <a:pt x="593442" y="1278517"/>
                  </a:lnTo>
                  <a:lnTo>
                    <a:pt x="599148" y="1331152"/>
                  </a:lnTo>
                  <a:lnTo>
                    <a:pt x="604854" y="1368446"/>
                  </a:lnTo>
                  <a:lnTo>
                    <a:pt x="610561" y="1409529"/>
                  </a:lnTo>
                  <a:lnTo>
                    <a:pt x="616267" y="1542064"/>
                  </a:lnTo>
                  <a:lnTo>
                    <a:pt x="621973" y="1658404"/>
                  </a:lnTo>
                  <a:lnTo>
                    <a:pt x="627679" y="1648144"/>
                  </a:lnTo>
                  <a:lnTo>
                    <a:pt x="633385" y="1571653"/>
                  </a:lnTo>
                  <a:lnTo>
                    <a:pt x="639091" y="1462878"/>
                  </a:lnTo>
                  <a:lnTo>
                    <a:pt x="644798" y="1318858"/>
                  </a:lnTo>
                  <a:lnTo>
                    <a:pt x="650504" y="1186807"/>
                  </a:lnTo>
                  <a:lnTo>
                    <a:pt x="656210" y="1128619"/>
                  </a:lnTo>
                  <a:lnTo>
                    <a:pt x="661916" y="1174702"/>
                  </a:lnTo>
                  <a:lnTo>
                    <a:pt x="667622" y="1270990"/>
                  </a:lnTo>
                  <a:lnTo>
                    <a:pt x="673329" y="1411923"/>
                  </a:lnTo>
                  <a:lnTo>
                    <a:pt x="679035" y="1602855"/>
                  </a:lnTo>
                  <a:lnTo>
                    <a:pt x="684741" y="1760846"/>
                  </a:lnTo>
                  <a:lnTo>
                    <a:pt x="690447" y="1866162"/>
                  </a:lnTo>
                  <a:lnTo>
                    <a:pt x="696153" y="1977665"/>
                  </a:lnTo>
                  <a:lnTo>
                    <a:pt x="701859" y="2120962"/>
                  </a:lnTo>
                  <a:lnTo>
                    <a:pt x="707566" y="2222828"/>
                  </a:lnTo>
                  <a:lnTo>
                    <a:pt x="713272" y="2189220"/>
                  </a:lnTo>
                  <a:lnTo>
                    <a:pt x="718978" y="2088712"/>
                  </a:lnTo>
                  <a:lnTo>
                    <a:pt x="724684" y="2081283"/>
                  </a:lnTo>
                  <a:lnTo>
                    <a:pt x="730390" y="2117767"/>
                  </a:lnTo>
                  <a:lnTo>
                    <a:pt x="736096" y="2146277"/>
                  </a:lnTo>
                  <a:lnTo>
                    <a:pt x="741803" y="2194185"/>
                  </a:lnTo>
                  <a:lnTo>
                    <a:pt x="747509" y="2277046"/>
                  </a:lnTo>
                  <a:lnTo>
                    <a:pt x="753215" y="2376606"/>
                  </a:lnTo>
                  <a:lnTo>
                    <a:pt x="758921" y="2491934"/>
                  </a:lnTo>
                  <a:lnTo>
                    <a:pt x="764627" y="2512876"/>
                  </a:lnTo>
                  <a:lnTo>
                    <a:pt x="770334" y="2414798"/>
                  </a:lnTo>
                  <a:lnTo>
                    <a:pt x="776040" y="2292228"/>
                  </a:lnTo>
                  <a:lnTo>
                    <a:pt x="781746" y="2295801"/>
                  </a:lnTo>
                  <a:lnTo>
                    <a:pt x="787452" y="2222763"/>
                  </a:lnTo>
                  <a:lnTo>
                    <a:pt x="793158" y="2041642"/>
                  </a:lnTo>
                  <a:lnTo>
                    <a:pt x="798864" y="1954643"/>
                  </a:lnTo>
                  <a:lnTo>
                    <a:pt x="804571" y="2017933"/>
                  </a:lnTo>
                  <a:lnTo>
                    <a:pt x="810277" y="2063153"/>
                  </a:lnTo>
                  <a:lnTo>
                    <a:pt x="815983" y="2006552"/>
                  </a:lnTo>
                  <a:lnTo>
                    <a:pt x="821689" y="1999798"/>
                  </a:lnTo>
                  <a:lnTo>
                    <a:pt x="827395" y="2001954"/>
                  </a:lnTo>
                  <a:lnTo>
                    <a:pt x="833102" y="1952955"/>
                  </a:lnTo>
                  <a:lnTo>
                    <a:pt x="838808" y="1904376"/>
                  </a:lnTo>
                  <a:lnTo>
                    <a:pt x="844514" y="1898827"/>
                  </a:lnTo>
                  <a:lnTo>
                    <a:pt x="850220" y="1913647"/>
                  </a:lnTo>
                  <a:lnTo>
                    <a:pt x="855926" y="1978044"/>
                  </a:lnTo>
                  <a:lnTo>
                    <a:pt x="861632" y="2090089"/>
                  </a:lnTo>
                  <a:lnTo>
                    <a:pt x="867339" y="2126709"/>
                  </a:lnTo>
                  <a:lnTo>
                    <a:pt x="873045" y="2012365"/>
                  </a:lnTo>
                  <a:lnTo>
                    <a:pt x="878751" y="1861932"/>
                  </a:lnTo>
                  <a:lnTo>
                    <a:pt x="884457" y="1722035"/>
                  </a:lnTo>
                  <a:lnTo>
                    <a:pt x="890163" y="1645480"/>
                  </a:lnTo>
                  <a:lnTo>
                    <a:pt x="895869" y="1651428"/>
                  </a:lnTo>
                  <a:lnTo>
                    <a:pt x="901576" y="1743262"/>
                  </a:lnTo>
                  <a:lnTo>
                    <a:pt x="907282" y="1885173"/>
                  </a:lnTo>
                  <a:lnTo>
                    <a:pt x="912988" y="2002778"/>
                  </a:lnTo>
                  <a:lnTo>
                    <a:pt x="918694" y="2117003"/>
                  </a:lnTo>
                  <a:lnTo>
                    <a:pt x="924400" y="2166077"/>
                  </a:lnTo>
                  <a:lnTo>
                    <a:pt x="930107" y="2083924"/>
                  </a:lnTo>
                  <a:lnTo>
                    <a:pt x="935813" y="1993972"/>
                  </a:lnTo>
                  <a:lnTo>
                    <a:pt x="941519" y="1924238"/>
                  </a:lnTo>
                  <a:lnTo>
                    <a:pt x="947225" y="1920103"/>
                  </a:lnTo>
                  <a:lnTo>
                    <a:pt x="952931" y="1959254"/>
                  </a:lnTo>
                  <a:lnTo>
                    <a:pt x="958637" y="1973391"/>
                  </a:lnTo>
                  <a:lnTo>
                    <a:pt x="964344" y="2011965"/>
                  </a:lnTo>
                  <a:lnTo>
                    <a:pt x="970050" y="2127947"/>
                  </a:lnTo>
                  <a:lnTo>
                    <a:pt x="975756" y="2228427"/>
                  </a:lnTo>
                  <a:lnTo>
                    <a:pt x="981462" y="2227334"/>
                  </a:lnTo>
                  <a:lnTo>
                    <a:pt x="987168" y="2196457"/>
                  </a:lnTo>
                  <a:lnTo>
                    <a:pt x="992874" y="2188896"/>
                  </a:lnTo>
                  <a:lnTo>
                    <a:pt x="998581" y="2256365"/>
                  </a:lnTo>
                  <a:lnTo>
                    <a:pt x="1004287" y="2171095"/>
                  </a:lnTo>
                  <a:lnTo>
                    <a:pt x="1009993" y="2035841"/>
                  </a:lnTo>
                  <a:lnTo>
                    <a:pt x="1015699" y="2064685"/>
                  </a:lnTo>
                  <a:lnTo>
                    <a:pt x="1021405" y="2064396"/>
                  </a:lnTo>
                  <a:lnTo>
                    <a:pt x="1027112" y="2036893"/>
                  </a:lnTo>
                  <a:lnTo>
                    <a:pt x="1032818" y="1930894"/>
                  </a:lnTo>
                  <a:lnTo>
                    <a:pt x="1038524" y="1908803"/>
                  </a:lnTo>
                  <a:lnTo>
                    <a:pt x="1044230" y="1994627"/>
                  </a:lnTo>
                  <a:lnTo>
                    <a:pt x="1049936" y="2009369"/>
                  </a:lnTo>
                  <a:lnTo>
                    <a:pt x="1055642" y="2017120"/>
                  </a:lnTo>
                  <a:lnTo>
                    <a:pt x="1061349" y="2036958"/>
                  </a:lnTo>
                  <a:lnTo>
                    <a:pt x="1067055" y="2036245"/>
                  </a:lnTo>
                  <a:lnTo>
                    <a:pt x="1072761" y="1950171"/>
                  </a:lnTo>
                  <a:lnTo>
                    <a:pt x="1078467" y="1873409"/>
                  </a:lnTo>
                  <a:lnTo>
                    <a:pt x="1084173" y="1846759"/>
                  </a:lnTo>
                  <a:lnTo>
                    <a:pt x="1089880" y="1767468"/>
                  </a:lnTo>
                  <a:lnTo>
                    <a:pt x="1095586" y="1735910"/>
                  </a:lnTo>
                  <a:lnTo>
                    <a:pt x="1101292" y="1691950"/>
                  </a:lnTo>
                  <a:lnTo>
                    <a:pt x="1106998" y="1640220"/>
                  </a:lnTo>
                  <a:lnTo>
                    <a:pt x="1112704" y="1618625"/>
                  </a:lnTo>
                  <a:lnTo>
                    <a:pt x="1118410" y="1514414"/>
                  </a:lnTo>
                  <a:lnTo>
                    <a:pt x="1124117" y="1441155"/>
                  </a:lnTo>
                  <a:lnTo>
                    <a:pt x="1129823" y="1384175"/>
                  </a:lnTo>
                  <a:lnTo>
                    <a:pt x="1135529" y="1389412"/>
                  </a:lnTo>
                  <a:lnTo>
                    <a:pt x="1141235" y="1477209"/>
                  </a:lnTo>
                  <a:lnTo>
                    <a:pt x="1146941" y="1449015"/>
                  </a:lnTo>
                  <a:lnTo>
                    <a:pt x="1152647" y="1494580"/>
                  </a:lnTo>
                  <a:lnTo>
                    <a:pt x="1158354" y="1681656"/>
                  </a:lnTo>
                  <a:lnTo>
                    <a:pt x="1164060" y="1834562"/>
                  </a:lnTo>
                  <a:lnTo>
                    <a:pt x="1169766" y="2011348"/>
                  </a:lnTo>
                  <a:lnTo>
                    <a:pt x="1175472" y="2069749"/>
                  </a:lnTo>
                  <a:lnTo>
                    <a:pt x="1181178" y="2186887"/>
                  </a:lnTo>
                  <a:lnTo>
                    <a:pt x="1186885" y="2270077"/>
                  </a:lnTo>
                  <a:lnTo>
                    <a:pt x="1192591" y="2198556"/>
                  </a:lnTo>
                  <a:lnTo>
                    <a:pt x="1198297" y="2134402"/>
                  </a:lnTo>
                  <a:lnTo>
                    <a:pt x="1204003" y="2062163"/>
                  </a:lnTo>
                  <a:lnTo>
                    <a:pt x="1209709" y="2081930"/>
                  </a:lnTo>
                  <a:lnTo>
                    <a:pt x="1215415" y="2072956"/>
                  </a:lnTo>
                  <a:lnTo>
                    <a:pt x="1221122" y="2068731"/>
                  </a:lnTo>
                  <a:lnTo>
                    <a:pt x="1226828" y="2194505"/>
                  </a:lnTo>
                  <a:lnTo>
                    <a:pt x="1232534" y="2316298"/>
                  </a:lnTo>
                  <a:lnTo>
                    <a:pt x="1238240" y="2399736"/>
                  </a:lnTo>
                  <a:lnTo>
                    <a:pt x="1243946" y="2438963"/>
                  </a:lnTo>
                  <a:lnTo>
                    <a:pt x="1249653" y="2442431"/>
                  </a:lnTo>
                  <a:lnTo>
                    <a:pt x="1255359" y="2455362"/>
                  </a:lnTo>
                  <a:lnTo>
                    <a:pt x="1261065" y="2409929"/>
                  </a:lnTo>
                  <a:lnTo>
                    <a:pt x="1266771" y="2333743"/>
                  </a:lnTo>
                  <a:lnTo>
                    <a:pt x="1272477" y="2230167"/>
                  </a:lnTo>
                  <a:lnTo>
                    <a:pt x="1278183" y="2108849"/>
                  </a:lnTo>
                  <a:lnTo>
                    <a:pt x="1283890" y="1984265"/>
                  </a:lnTo>
                  <a:lnTo>
                    <a:pt x="1289596" y="1776424"/>
                  </a:lnTo>
                  <a:lnTo>
                    <a:pt x="1295302" y="1562042"/>
                  </a:lnTo>
                  <a:lnTo>
                    <a:pt x="1301008" y="1373600"/>
                  </a:lnTo>
                  <a:lnTo>
                    <a:pt x="1306714" y="1185609"/>
                  </a:lnTo>
                  <a:lnTo>
                    <a:pt x="1312420" y="1060187"/>
                  </a:lnTo>
                  <a:lnTo>
                    <a:pt x="1318127" y="1035455"/>
                  </a:lnTo>
                  <a:lnTo>
                    <a:pt x="1323833" y="1045023"/>
                  </a:lnTo>
                  <a:lnTo>
                    <a:pt x="1329539" y="1092077"/>
                  </a:lnTo>
                  <a:lnTo>
                    <a:pt x="1335245" y="1179142"/>
                  </a:lnTo>
                  <a:lnTo>
                    <a:pt x="1340951" y="1309034"/>
                  </a:lnTo>
                  <a:lnTo>
                    <a:pt x="1346658" y="1399963"/>
                  </a:lnTo>
                  <a:lnTo>
                    <a:pt x="1352364" y="1425749"/>
                  </a:lnTo>
                  <a:lnTo>
                    <a:pt x="1358070" y="1431982"/>
                  </a:lnTo>
                  <a:lnTo>
                    <a:pt x="1363776" y="1432449"/>
                  </a:lnTo>
                  <a:lnTo>
                    <a:pt x="1369482" y="1423033"/>
                  </a:lnTo>
                  <a:lnTo>
                    <a:pt x="1375188" y="1380380"/>
                  </a:lnTo>
                  <a:lnTo>
                    <a:pt x="1380895" y="1427811"/>
                  </a:lnTo>
                  <a:lnTo>
                    <a:pt x="1386601" y="1416981"/>
                  </a:lnTo>
                  <a:lnTo>
                    <a:pt x="1392307" y="1436826"/>
                  </a:lnTo>
                  <a:lnTo>
                    <a:pt x="1398013" y="1463071"/>
                  </a:lnTo>
                  <a:lnTo>
                    <a:pt x="1403719" y="1471653"/>
                  </a:lnTo>
                  <a:lnTo>
                    <a:pt x="1409425" y="1514727"/>
                  </a:lnTo>
                  <a:lnTo>
                    <a:pt x="1415132" y="1471480"/>
                  </a:lnTo>
                  <a:lnTo>
                    <a:pt x="1420838" y="1507470"/>
                  </a:lnTo>
                  <a:lnTo>
                    <a:pt x="1426544" y="1566821"/>
                  </a:lnTo>
                  <a:lnTo>
                    <a:pt x="1432250" y="1534407"/>
                  </a:lnTo>
                  <a:lnTo>
                    <a:pt x="1437956" y="1505015"/>
                  </a:lnTo>
                  <a:lnTo>
                    <a:pt x="1443663" y="1476321"/>
                  </a:lnTo>
                  <a:lnTo>
                    <a:pt x="1449369" y="1502856"/>
                  </a:lnTo>
                  <a:lnTo>
                    <a:pt x="1455075" y="1531099"/>
                  </a:lnTo>
                  <a:lnTo>
                    <a:pt x="1460781" y="1561187"/>
                  </a:lnTo>
                  <a:lnTo>
                    <a:pt x="1466487" y="1571680"/>
                  </a:lnTo>
                  <a:lnTo>
                    <a:pt x="1472193" y="1521425"/>
                  </a:lnTo>
                  <a:lnTo>
                    <a:pt x="1477900" y="1510684"/>
                  </a:lnTo>
                  <a:lnTo>
                    <a:pt x="1483606" y="1505466"/>
                  </a:lnTo>
                  <a:lnTo>
                    <a:pt x="1489312" y="1523906"/>
                  </a:lnTo>
                  <a:lnTo>
                    <a:pt x="1495018" y="1547406"/>
                  </a:lnTo>
                  <a:lnTo>
                    <a:pt x="1500724" y="1627174"/>
                  </a:lnTo>
                  <a:lnTo>
                    <a:pt x="1506431" y="1797495"/>
                  </a:lnTo>
                  <a:lnTo>
                    <a:pt x="1512137" y="2016503"/>
                  </a:lnTo>
                  <a:lnTo>
                    <a:pt x="1517843" y="2187691"/>
                  </a:lnTo>
                  <a:lnTo>
                    <a:pt x="1523549" y="2232988"/>
                  </a:lnTo>
                  <a:lnTo>
                    <a:pt x="1529255" y="2257665"/>
                  </a:lnTo>
                  <a:lnTo>
                    <a:pt x="1534961" y="2291298"/>
                  </a:lnTo>
                  <a:lnTo>
                    <a:pt x="1540668" y="2332145"/>
                  </a:lnTo>
                  <a:lnTo>
                    <a:pt x="1546374" y="2332435"/>
                  </a:lnTo>
                  <a:lnTo>
                    <a:pt x="1552080" y="2337873"/>
                  </a:lnTo>
                  <a:lnTo>
                    <a:pt x="1557786" y="2396149"/>
                  </a:lnTo>
                  <a:lnTo>
                    <a:pt x="1563492" y="2449197"/>
                  </a:lnTo>
                  <a:lnTo>
                    <a:pt x="1569198" y="2483841"/>
                  </a:lnTo>
                  <a:lnTo>
                    <a:pt x="1574905" y="2508796"/>
                  </a:lnTo>
                  <a:lnTo>
                    <a:pt x="1580611" y="2504782"/>
                  </a:lnTo>
                  <a:lnTo>
                    <a:pt x="1586317" y="2477450"/>
                  </a:lnTo>
                  <a:lnTo>
                    <a:pt x="1592023" y="2485211"/>
                  </a:lnTo>
                  <a:lnTo>
                    <a:pt x="1597729" y="2493029"/>
                  </a:lnTo>
                  <a:lnTo>
                    <a:pt x="1603436" y="2541975"/>
                  </a:lnTo>
                  <a:lnTo>
                    <a:pt x="1609142" y="2550315"/>
                  </a:lnTo>
                  <a:lnTo>
                    <a:pt x="1614848" y="2511309"/>
                  </a:lnTo>
                  <a:lnTo>
                    <a:pt x="1620554" y="2437464"/>
                  </a:lnTo>
                  <a:lnTo>
                    <a:pt x="1626260" y="2372321"/>
                  </a:lnTo>
                  <a:lnTo>
                    <a:pt x="1631966" y="2350412"/>
                  </a:lnTo>
                  <a:lnTo>
                    <a:pt x="1637673" y="2218906"/>
                  </a:lnTo>
                  <a:lnTo>
                    <a:pt x="1643379" y="2204972"/>
                  </a:lnTo>
                  <a:lnTo>
                    <a:pt x="1649085" y="2252559"/>
                  </a:lnTo>
                  <a:lnTo>
                    <a:pt x="1654791" y="2363839"/>
                  </a:lnTo>
                  <a:lnTo>
                    <a:pt x="1660497" y="2442220"/>
                  </a:lnTo>
                  <a:lnTo>
                    <a:pt x="1666204" y="2490792"/>
                  </a:lnTo>
                  <a:lnTo>
                    <a:pt x="1671910" y="2601489"/>
                  </a:lnTo>
                  <a:lnTo>
                    <a:pt x="1677616" y="2617169"/>
                  </a:lnTo>
                  <a:lnTo>
                    <a:pt x="1683322" y="2640061"/>
                  </a:lnTo>
                  <a:lnTo>
                    <a:pt x="1683330" y="264011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747" y="3004809"/>
              <a:ext cx="81568" cy="257667"/>
            </a:xfrm>
            <a:custGeom>
              <a:avLst/>
              <a:pathLst>
                <a:path w="81568" h="257667">
                  <a:moveTo>
                    <a:pt x="0" y="257667"/>
                  </a:moveTo>
                  <a:lnTo>
                    <a:pt x="1922" y="235619"/>
                  </a:lnTo>
                  <a:lnTo>
                    <a:pt x="7628" y="153974"/>
                  </a:lnTo>
                  <a:lnTo>
                    <a:pt x="13334" y="158426"/>
                  </a:lnTo>
                  <a:lnTo>
                    <a:pt x="19040" y="130326"/>
                  </a:lnTo>
                  <a:lnTo>
                    <a:pt x="24746" y="54499"/>
                  </a:lnTo>
                  <a:lnTo>
                    <a:pt x="30452" y="0"/>
                  </a:lnTo>
                  <a:lnTo>
                    <a:pt x="36159" y="58824"/>
                  </a:lnTo>
                  <a:lnTo>
                    <a:pt x="41865" y="96203"/>
                  </a:lnTo>
                  <a:lnTo>
                    <a:pt x="47571" y="121120"/>
                  </a:lnTo>
                  <a:lnTo>
                    <a:pt x="53277" y="133463"/>
                  </a:lnTo>
                  <a:lnTo>
                    <a:pt x="58983" y="156850"/>
                  </a:lnTo>
                  <a:lnTo>
                    <a:pt x="64690" y="132312"/>
                  </a:lnTo>
                  <a:lnTo>
                    <a:pt x="70396" y="127056"/>
                  </a:lnTo>
                  <a:lnTo>
                    <a:pt x="76102" y="204163"/>
                  </a:lnTo>
                  <a:lnTo>
                    <a:pt x="81568" y="2576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68458" y="3241315"/>
              <a:ext cx="10653" cy="21161"/>
            </a:xfrm>
            <a:custGeom>
              <a:avLst/>
              <a:pathLst>
                <a:path w="10653" h="21161">
                  <a:moveTo>
                    <a:pt x="0" y="21161"/>
                  </a:moveTo>
                  <a:lnTo>
                    <a:pt x="2453" y="9973"/>
                  </a:lnTo>
                  <a:lnTo>
                    <a:pt x="8159" y="0"/>
                  </a:lnTo>
                  <a:lnTo>
                    <a:pt x="10653" y="211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01280" y="2904568"/>
              <a:ext cx="76004" cy="357908"/>
            </a:xfrm>
            <a:custGeom>
              <a:avLst/>
              <a:pathLst>
                <a:path w="76004" h="357908">
                  <a:moveTo>
                    <a:pt x="0" y="357908"/>
                  </a:moveTo>
                  <a:lnTo>
                    <a:pt x="3868" y="311477"/>
                  </a:lnTo>
                  <a:lnTo>
                    <a:pt x="9574" y="254245"/>
                  </a:lnTo>
                  <a:lnTo>
                    <a:pt x="15281" y="233001"/>
                  </a:lnTo>
                  <a:lnTo>
                    <a:pt x="20987" y="241487"/>
                  </a:lnTo>
                  <a:lnTo>
                    <a:pt x="26693" y="226776"/>
                  </a:lnTo>
                  <a:lnTo>
                    <a:pt x="32399" y="128362"/>
                  </a:lnTo>
                  <a:lnTo>
                    <a:pt x="38105" y="49296"/>
                  </a:lnTo>
                  <a:lnTo>
                    <a:pt x="43811" y="53867"/>
                  </a:lnTo>
                  <a:lnTo>
                    <a:pt x="49518" y="30807"/>
                  </a:lnTo>
                  <a:lnTo>
                    <a:pt x="55224" y="0"/>
                  </a:lnTo>
                  <a:lnTo>
                    <a:pt x="60930" y="23281"/>
                  </a:lnTo>
                  <a:lnTo>
                    <a:pt x="66636" y="178328"/>
                  </a:lnTo>
                  <a:lnTo>
                    <a:pt x="72342" y="334869"/>
                  </a:lnTo>
                  <a:lnTo>
                    <a:pt x="76004" y="3579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81054" y="2884099"/>
              <a:ext cx="98264" cy="378378"/>
            </a:xfrm>
            <a:custGeom>
              <a:avLst/>
              <a:pathLst>
                <a:path w="98264" h="378378">
                  <a:moveTo>
                    <a:pt x="0" y="378378"/>
                  </a:moveTo>
                  <a:lnTo>
                    <a:pt x="3981" y="348690"/>
                  </a:lnTo>
                  <a:lnTo>
                    <a:pt x="9687" y="359060"/>
                  </a:lnTo>
                  <a:lnTo>
                    <a:pt x="15393" y="363004"/>
                  </a:lnTo>
                  <a:lnTo>
                    <a:pt x="21099" y="305609"/>
                  </a:lnTo>
                  <a:lnTo>
                    <a:pt x="26805" y="270835"/>
                  </a:lnTo>
                  <a:lnTo>
                    <a:pt x="32511" y="288437"/>
                  </a:lnTo>
                  <a:lnTo>
                    <a:pt x="38218" y="331188"/>
                  </a:lnTo>
                  <a:lnTo>
                    <a:pt x="43924" y="320819"/>
                  </a:lnTo>
                  <a:lnTo>
                    <a:pt x="49630" y="274984"/>
                  </a:lnTo>
                  <a:lnTo>
                    <a:pt x="55336" y="225787"/>
                  </a:lnTo>
                  <a:lnTo>
                    <a:pt x="61042" y="120113"/>
                  </a:lnTo>
                  <a:lnTo>
                    <a:pt x="66748" y="12275"/>
                  </a:lnTo>
                  <a:lnTo>
                    <a:pt x="72455" y="0"/>
                  </a:lnTo>
                  <a:lnTo>
                    <a:pt x="78161" y="25371"/>
                  </a:lnTo>
                  <a:lnTo>
                    <a:pt x="83867" y="94351"/>
                  </a:lnTo>
                  <a:lnTo>
                    <a:pt x="89573" y="202099"/>
                  </a:lnTo>
                  <a:lnTo>
                    <a:pt x="95279" y="321920"/>
                  </a:lnTo>
                  <a:lnTo>
                    <a:pt x="98264" y="3783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96957" y="2968816"/>
              <a:ext cx="75799" cy="293660"/>
            </a:xfrm>
            <a:custGeom>
              <a:avLst/>
              <a:pathLst>
                <a:path w="75799" h="293660">
                  <a:moveTo>
                    <a:pt x="0" y="293660"/>
                  </a:moveTo>
                  <a:lnTo>
                    <a:pt x="2201" y="277258"/>
                  </a:lnTo>
                  <a:lnTo>
                    <a:pt x="7907" y="266122"/>
                  </a:lnTo>
                  <a:lnTo>
                    <a:pt x="13613" y="219690"/>
                  </a:lnTo>
                  <a:lnTo>
                    <a:pt x="19319" y="176075"/>
                  </a:lnTo>
                  <a:lnTo>
                    <a:pt x="25026" y="148834"/>
                  </a:lnTo>
                  <a:lnTo>
                    <a:pt x="30732" y="150244"/>
                  </a:lnTo>
                  <a:lnTo>
                    <a:pt x="36438" y="95413"/>
                  </a:lnTo>
                  <a:lnTo>
                    <a:pt x="42144" y="0"/>
                  </a:lnTo>
                  <a:lnTo>
                    <a:pt x="47850" y="25099"/>
                  </a:lnTo>
                  <a:lnTo>
                    <a:pt x="53557" y="41241"/>
                  </a:lnTo>
                  <a:lnTo>
                    <a:pt x="59263" y="33714"/>
                  </a:lnTo>
                  <a:lnTo>
                    <a:pt x="64969" y="80061"/>
                  </a:lnTo>
                  <a:lnTo>
                    <a:pt x="70675" y="191768"/>
                  </a:lnTo>
                  <a:lnTo>
                    <a:pt x="75799" y="2936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82904" y="2719636"/>
              <a:ext cx="333933" cy="542840"/>
            </a:xfrm>
            <a:custGeom>
              <a:avLst/>
              <a:pathLst>
                <a:path w="333933" h="542840">
                  <a:moveTo>
                    <a:pt x="0" y="542840"/>
                  </a:moveTo>
                  <a:lnTo>
                    <a:pt x="1846" y="533822"/>
                  </a:lnTo>
                  <a:lnTo>
                    <a:pt x="7553" y="519262"/>
                  </a:lnTo>
                  <a:lnTo>
                    <a:pt x="13259" y="472228"/>
                  </a:lnTo>
                  <a:lnTo>
                    <a:pt x="18965" y="394368"/>
                  </a:lnTo>
                  <a:lnTo>
                    <a:pt x="24671" y="357812"/>
                  </a:lnTo>
                  <a:lnTo>
                    <a:pt x="30377" y="363725"/>
                  </a:lnTo>
                  <a:lnTo>
                    <a:pt x="36084" y="357168"/>
                  </a:lnTo>
                  <a:lnTo>
                    <a:pt x="41790" y="309130"/>
                  </a:lnTo>
                  <a:lnTo>
                    <a:pt x="47496" y="324664"/>
                  </a:lnTo>
                  <a:lnTo>
                    <a:pt x="53202" y="360833"/>
                  </a:lnTo>
                  <a:lnTo>
                    <a:pt x="58908" y="347927"/>
                  </a:lnTo>
                  <a:lnTo>
                    <a:pt x="64614" y="355635"/>
                  </a:lnTo>
                  <a:lnTo>
                    <a:pt x="70321" y="356712"/>
                  </a:lnTo>
                  <a:lnTo>
                    <a:pt x="76027" y="380542"/>
                  </a:lnTo>
                  <a:lnTo>
                    <a:pt x="81733" y="368498"/>
                  </a:lnTo>
                  <a:lnTo>
                    <a:pt x="87439" y="308491"/>
                  </a:lnTo>
                  <a:lnTo>
                    <a:pt x="93145" y="266858"/>
                  </a:lnTo>
                  <a:lnTo>
                    <a:pt x="98851" y="228120"/>
                  </a:lnTo>
                  <a:lnTo>
                    <a:pt x="104558" y="250369"/>
                  </a:lnTo>
                  <a:lnTo>
                    <a:pt x="110264" y="237268"/>
                  </a:lnTo>
                  <a:lnTo>
                    <a:pt x="115970" y="210415"/>
                  </a:lnTo>
                  <a:lnTo>
                    <a:pt x="121676" y="257452"/>
                  </a:lnTo>
                  <a:lnTo>
                    <a:pt x="127382" y="301305"/>
                  </a:lnTo>
                  <a:lnTo>
                    <a:pt x="133089" y="332336"/>
                  </a:lnTo>
                  <a:lnTo>
                    <a:pt x="138795" y="351369"/>
                  </a:lnTo>
                  <a:lnTo>
                    <a:pt x="144501" y="413265"/>
                  </a:lnTo>
                  <a:lnTo>
                    <a:pt x="150207" y="439151"/>
                  </a:lnTo>
                  <a:lnTo>
                    <a:pt x="155913" y="425464"/>
                  </a:lnTo>
                  <a:lnTo>
                    <a:pt x="161619" y="447574"/>
                  </a:lnTo>
                  <a:lnTo>
                    <a:pt x="167326" y="430281"/>
                  </a:lnTo>
                  <a:lnTo>
                    <a:pt x="173032" y="451561"/>
                  </a:lnTo>
                  <a:lnTo>
                    <a:pt x="178738" y="439166"/>
                  </a:lnTo>
                  <a:lnTo>
                    <a:pt x="184444" y="450069"/>
                  </a:lnTo>
                  <a:lnTo>
                    <a:pt x="190150" y="474514"/>
                  </a:lnTo>
                  <a:lnTo>
                    <a:pt x="195857" y="463089"/>
                  </a:lnTo>
                  <a:lnTo>
                    <a:pt x="201563" y="480383"/>
                  </a:lnTo>
                  <a:lnTo>
                    <a:pt x="207269" y="459102"/>
                  </a:lnTo>
                  <a:lnTo>
                    <a:pt x="212975" y="453193"/>
                  </a:lnTo>
                  <a:lnTo>
                    <a:pt x="218681" y="411504"/>
                  </a:lnTo>
                  <a:lnTo>
                    <a:pt x="224387" y="414806"/>
                  </a:lnTo>
                  <a:lnTo>
                    <a:pt x="230094" y="435183"/>
                  </a:lnTo>
                  <a:lnTo>
                    <a:pt x="235800" y="456630"/>
                  </a:lnTo>
                  <a:lnTo>
                    <a:pt x="241506" y="436613"/>
                  </a:lnTo>
                  <a:lnTo>
                    <a:pt x="247212" y="402367"/>
                  </a:lnTo>
                  <a:lnTo>
                    <a:pt x="252918" y="432992"/>
                  </a:lnTo>
                  <a:lnTo>
                    <a:pt x="258624" y="347880"/>
                  </a:lnTo>
                  <a:lnTo>
                    <a:pt x="264331" y="188262"/>
                  </a:lnTo>
                  <a:lnTo>
                    <a:pt x="270037" y="34420"/>
                  </a:lnTo>
                  <a:lnTo>
                    <a:pt x="275743" y="0"/>
                  </a:lnTo>
                  <a:lnTo>
                    <a:pt x="281449" y="80299"/>
                  </a:lnTo>
                  <a:lnTo>
                    <a:pt x="287155" y="94100"/>
                  </a:lnTo>
                  <a:lnTo>
                    <a:pt x="292862" y="155467"/>
                  </a:lnTo>
                  <a:lnTo>
                    <a:pt x="298568" y="271803"/>
                  </a:lnTo>
                  <a:lnTo>
                    <a:pt x="304274" y="352440"/>
                  </a:lnTo>
                  <a:lnTo>
                    <a:pt x="309980" y="380700"/>
                  </a:lnTo>
                  <a:lnTo>
                    <a:pt x="315686" y="371804"/>
                  </a:lnTo>
                  <a:lnTo>
                    <a:pt x="321392" y="455716"/>
                  </a:lnTo>
                  <a:lnTo>
                    <a:pt x="327099" y="509701"/>
                  </a:lnTo>
                  <a:lnTo>
                    <a:pt x="332805" y="532605"/>
                  </a:lnTo>
                  <a:lnTo>
                    <a:pt x="333933" y="5428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35838" y="2963335"/>
              <a:ext cx="97198" cy="299141"/>
            </a:xfrm>
            <a:custGeom>
              <a:avLst/>
              <a:pathLst>
                <a:path w="97198" h="299141">
                  <a:moveTo>
                    <a:pt x="0" y="299141"/>
                  </a:moveTo>
                  <a:lnTo>
                    <a:pt x="2696" y="255002"/>
                  </a:lnTo>
                  <a:lnTo>
                    <a:pt x="8402" y="182429"/>
                  </a:lnTo>
                  <a:lnTo>
                    <a:pt x="14108" y="205497"/>
                  </a:lnTo>
                  <a:lnTo>
                    <a:pt x="19814" y="171544"/>
                  </a:lnTo>
                  <a:lnTo>
                    <a:pt x="25520" y="152600"/>
                  </a:lnTo>
                  <a:lnTo>
                    <a:pt x="31227" y="147392"/>
                  </a:lnTo>
                  <a:lnTo>
                    <a:pt x="36933" y="135955"/>
                  </a:lnTo>
                  <a:lnTo>
                    <a:pt x="42639" y="163601"/>
                  </a:lnTo>
                  <a:lnTo>
                    <a:pt x="48345" y="116128"/>
                  </a:lnTo>
                  <a:lnTo>
                    <a:pt x="54051" y="78374"/>
                  </a:lnTo>
                  <a:lnTo>
                    <a:pt x="59757" y="26834"/>
                  </a:lnTo>
                  <a:lnTo>
                    <a:pt x="65464" y="0"/>
                  </a:lnTo>
                  <a:lnTo>
                    <a:pt x="71170" y="35412"/>
                  </a:lnTo>
                  <a:lnTo>
                    <a:pt x="76876" y="34166"/>
                  </a:lnTo>
                  <a:lnTo>
                    <a:pt x="82582" y="57446"/>
                  </a:lnTo>
                  <a:lnTo>
                    <a:pt x="88288" y="135030"/>
                  </a:lnTo>
                  <a:lnTo>
                    <a:pt x="93995" y="246676"/>
                  </a:lnTo>
                  <a:lnTo>
                    <a:pt x="97198" y="2991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69533" y="2738758"/>
              <a:ext cx="398862" cy="523718"/>
            </a:xfrm>
            <a:custGeom>
              <a:avLst/>
              <a:pathLst>
                <a:path w="398862" h="523718">
                  <a:moveTo>
                    <a:pt x="0" y="523718"/>
                  </a:moveTo>
                  <a:lnTo>
                    <a:pt x="242" y="519568"/>
                  </a:lnTo>
                  <a:lnTo>
                    <a:pt x="5948" y="479920"/>
                  </a:lnTo>
                  <a:lnTo>
                    <a:pt x="11655" y="497471"/>
                  </a:lnTo>
                  <a:lnTo>
                    <a:pt x="17361" y="373024"/>
                  </a:lnTo>
                  <a:lnTo>
                    <a:pt x="23067" y="272506"/>
                  </a:lnTo>
                  <a:lnTo>
                    <a:pt x="28773" y="277434"/>
                  </a:lnTo>
                  <a:lnTo>
                    <a:pt x="34479" y="313586"/>
                  </a:lnTo>
                  <a:lnTo>
                    <a:pt x="40186" y="319151"/>
                  </a:lnTo>
                  <a:lnTo>
                    <a:pt x="45892" y="304121"/>
                  </a:lnTo>
                  <a:lnTo>
                    <a:pt x="51598" y="370952"/>
                  </a:lnTo>
                  <a:lnTo>
                    <a:pt x="57304" y="452604"/>
                  </a:lnTo>
                  <a:lnTo>
                    <a:pt x="63010" y="505984"/>
                  </a:lnTo>
                  <a:lnTo>
                    <a:pt x="68716" y="501495"/>
                  </a:lnTo>
                  <a:lnTo>
                    <a:pt x="74423" y="468448"/>
                  </a:lnTo>
                  <a:lnTo>
                    <a:pt x="80129" y="463447"/>
                  </a:lnTo>
                  <a:lnTo>
                    <a:pt x="85835" y="493100"/>
                  </a:lnTo>
                  <a:lnTo>
                    <a:pt x="91541" y="448466"/>
                  </a:lnTo>
                  <a:lnTo>
                    <a:pt x="97247" y="421696"/>
                  </a:lnTo>
                  <a:lnTo>
                    <a:pt x="102953" y="442744"/>
                  </a:lnTo>
                  <a:lnTo>
                    <a:pt x="108660" y="450426"/>
                  </a:lnTo>
                  <a:lnTo>
                    <a:pt x="114366" y="450427"/>
                  </a:lnTo>
                  <a:lnTo>
                    <a:pt x="120072" y="456384"/>
                  </a:lnTo>
                  <a:lnTo>
                    <a:pt x="125778" y="501523"/>
                  </a:lnTo>
                  <a:lnTo>
                    <a:pt x="131484" y="491787"/>
                  </a:lnTo>
                  <a:lnTo>
                    <a:pt x="137191" y="467842"/>
                  </a:lnTo>
                  <a:lnTo>
                    <a:pt x="142897" y="443417"/>
                  </a:lnTo>
                  <a:lnTo>
                    <a:pt x="148603" y="426398"/>
                  </a:lnTo>
                  <a:lnTo>
                    <a:pt x="154309" y="381433"/>
                  </a:lnTo>
                  <a:lnTo>
                    <a:pt x="160015" y="348727"/>
                  </a:lnTo>
                  <a:lnTo>
                    <a:pt x="165721" y="369669"/>
                  </a:lnTo>
                  <a:lnTo>
                    <a:pt x="171428" y="305006"/>
                  </a:lnTo>
                  <a:lnTo>
                    <a:pt x="177134" y="276916"/>
                  </a:lnTo>
                  <a:lnTo>
                    <a:pt x="182840" y="202831"/>
                  </a:lnTo>
                  <a:lnTo>
                    <a:pt x="188546" y="157453"/>
                  </a:lnTo>
                  <a:lnTo>
                    <a:pt x="194252" y="159060"/>
                  </a:lnTo>
                  <a:lnTo>
                    <a:pt x="199958" y="138120"/>
                  </a:lnTo>
                  <a:lnTo>
                    <a:pt x="205665" y="210167"/>
                  </a:lnTo>
                  <a:lnTo>
                    <a:pt x="211371" y="295924"/>
                  </a:lnTo>
                  <a:lnTo>
                    <a:pt x="217077" y="435012"/>
                  </a:lnTo>
                  <a:lnTo>
                    <a:pt x="222783" y="485340"/>
                  </a:lnTo>
                  <a:lnTo>
                    <a:pt x="228489" y="468565"/>
                  </a:lnTo>
                  <a:lnTo>
                    <a:pt x="234196" y="427382"/>
                  </a:lnTo>
                  <a:lnTo>
                    <a:pt x="239902" y="360246"/>
                  </a:lnTo>
                  <a:lnTo>
                    <a:pt x="245608" y="309663"/>
                  </a:lnTo>
                  <a:lnTo>
                    <a:pt x="251314" y="235475"/>
                  </a:lnTo>
                  <a:lnTo>
                    <a:pt x="257020" y="240507"/>
                  </a:lnTo>
                  <a:lnTo>
                    <a:pt x="262726" y="277551"/>
                  </a:lnTo>
                  <a:lnTo>
                    <a:pt x="268433" y="338354"/>
                  </a:lnTo>
                  <a:lnTo>
                    <a:pt x="274139" y="433997"/>
                  </a:lnTo>
                  <a:lnTo>
                    <a:pt x="279845" y="451336"/>
                  </a:lnTo>
                  <a:lnTo>
                    <a:pt x="285551" y="477539"/>
                  </a:lnTo>
                  <a:lnTo>
                    <a:pt x="291257" y="495363"/>
                  </a:lnTo>
                  <a:lnTo>
                    <a:pt x="296964" y="479898"/>
                  </a:lnTo>
                  <a:lnTo>
                    <a:pt x="302670" y="412692"/>
                  </a:lnTo>
                  <a:lnTo>
                    <a:pt x="308376" y="273264"/>
                  </a:lnTo>
                  <a:lnTo>
                    <a:pt x="314082" y="223150"/>
                  </a:lnTo>
                  <a:lnTo>
                    <a:pt x="319788" y="209306"/>
                  </a:lnTo>
                  <a:lnTo>
                    <a:pt x="325494" y="218542"/>
                  </a:lnTo>
                  <a:lnTo>
                    <a:pt x="331201" y="243173"/>
                  </a:lnTo>
                  <a:lnTo>
                    <a:pt x="336907" y="201121"/>
                  </a:lnTo>
                  <a:lnTo>
                    <a:pt x="342613" y="251623"/>
                  </a:lnTo>
                  <a:lnTo>
                    <a:pt x="348319" y="249596"/>
                  </a:lnTo>
                  <a:lnTo>
                    <a:pt x="354025" y="210571"/>
                  </a:lnTo>
                  <a:lnTo>
                    <a:pt x="359731" y="123561"/>
                  </a:lnTo>
                  <a:lnTo>
                    <a:pt x="365438" y="0"/>
                  </a:lnTo>
                  <a:lnTo>
                    <a:pt x="371144" y="51741"/>
                  </a:lnTo>
                  <a:lnTo>
                    <a:pt x="376850" y="111644"/>
                  </a:lnTo>
                  <a:lnTo>
                    <a:pt x="382556" y="228655"/>
                  </a:lnTo>
                  <a:lnTo>
                    <a:pt x="388262" y="315342"/>
                  </a:lnTo>
                  <a:lnTo>
                    <a:pt x="393969" y="397670"/>
                  </a:lnTo>
                  <a:lnTo>
                    <a:pt x="398862" y="5237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77419" y="2810341"/>
              <a:ext cx="136474" cy="452135"/>
            </a:xfrm>
            <a:custGeom>
              <a:avLst/>
              <a:pathLst>
                <a:path w="136474" h="452135">
                  <a:moveTo>
                    <a:pt x="0" y="452135"/>
                  </a:moveTo>
                  <a:lnTo>
                    <a:pt x="3202" y="420567"/>
                  </a:lnTo>
                  <a:lnTo>
                    <a:pt x="8908" y="263665"/>
                  </a:lnTo>
                  <a:lnTo>
                    <a:pt x="14614" y="171593"/>
                  </a:lnTo>
                  <a:lnTo>
                    <a:pt x="20320" y="121617"/>
                  </a:lnTo>
                  <a:lnTo>
                    <a:pt x="26026" y="46976"/>
                  </a:lnTo>
                  <a:lnTo>
                    <a:pt x="31733" y="59734"/>
                  </a:lnTo>
                  <a:lnTo>
                    <a:pt x="37439" y="69317"/>
                  </a:lnTo>
                  <a:lnTo>
                    <a:pt x="43145" y="35673"/>
                  </a:lnTo>
                  <a:lnTo>
                    <a:pt x="48851" y="26686"/>
                  </a:lnTo>
                  <a:lnTo>
                    <a:pt x="54557" y="11202"/>
                  </a:lnTo>
                  <a:lnTo>
                    <a:pt x="60264" y="6968"/>
                  </a:lnTo>
                  <a:lnTo>
                    <a:pt x="65970" y="0"/>
                  </a:lnTo>
                  <a:lnTo>
                    <a:pt x="71676" y="43761"/>
                  </a:lnTo>
                  <a:lnTo>
                    <a:pt x="77382" y="170730"/>
                  </a:lnTo>
                  <a:lnTo>
                    <a:pt x="83088" y="153460"/>
                  </a:lnTo>
                  <a:lnTo>
                    <a:pt x="88794" y="145118"/>
                  </a:lnTo>
                  <a:lnTo>
                    <a:pt x="94501" y="184935"/>
                  </a:lnTo>
                  <a:lnTo>
                    <a:pt x="100207" y="208861"/>
                  </a:lnTo>
                  <a:lnTo>
                    <a:pt x="105913" y="191131"/>
                  </a:lnTo>
                  <a:lnTo>
                    <a:pt x="111619" y="181199"/>
                  </a:lnTo>
                  <a:lnTo>
                    <a:pt x="117325" y="284575"/>
                  </a:lnTo>
                  <a:lnTo>
                    <a:pt x="123032" y="400041"/>
                  </a:lnTo>
                  <a:lnTo>
                    <a:pt x="128738" y="421977"/>
                  </a:lnTo>
                  <a:lnTo>
                    <a:pt x="134444" y="434068"/>
                  </a:lnTo>
                  <a:lnTo>
                    <a:pt x="136474" y="4521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45364" y="2932718"/>
              <a:ext cx="77737" cy="329758"/>
            </a:xfrm>
            <a:custGeom>
              <a:avLst/>
              <a:pathLst>
                <a:path w="77737" h="329758">
                  <a:moveTo>
                    <a:pt x="0" y="329758"/>
                  </a:moveTo>
                  <a:lnTo>
                    <a:pt x="736" y="323530"/>
                  </a:lnTo>
                  <a:lnTo>
                    <a:pt x="6442" y="223111"/>
                  </a:lnTo>
                  <a:lnTo>
                    <a:pt x="12148" y="143312"/>
                  </a:lnTo>
                  <a:lnTo>
                    <a:pt x="17854" y="127067"/>
                  </a:lnTo>
                  <a:lnTo>
                    <a:pt x="23560" y="139545"/>
                  </a:lnTo>
                  <a:lnTo>
                    <a:pt x="29267" y="101505"/>
                  </a:lnTo>
                  <a:lnTo>
                    <a:pt x="34973" y="81702"/>
                  </a:lnTo>
                  <a:lnTo>
                    <a:pt x="40679" y="73683"/>
                  </a:lnTo>
                  <a:lnTo>
                    <a:pt x="46385" y="47748"/>
                  </a:lnTo>
                  <a:lnTo>
                    <a:pt x="52091" y="0"/>
                  </a:lnTo>
                  <a:lnTo>
                    <a:pt x="57798" y="2155"/>
                  </a:lnTo>
                  <a:lnTo>
                    <a:pt x="63504" y="75182"/>
                  </a:lnTo>
                  <a:lnTo>
                    <a:pt x="69210" y="163231"/>
                  </a:lnTo>
                  <a:lnTo>
                    <a:pt x="74916" y="271577"/>
                  </a:lnTo>
                  <a:lnTo>
                    <a:pt x="77737" y="3297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95837" y="2923392"/>
              <a:ext cx="211801" cy="339084"/>
            </a:xfrm>
            <a:custGeom>
              <a:avLst/>
              <a:pathLst>
                <a:path w="211801" h="339084">
                  <a:moveTo>
                    <a:pt x="0" y="339084"/>
                  </a:moveTo>
                  <a:lnTo>
                    <a:pt x="1334" y="316776"/>
                  </a:lnTo>
                  <a:lnTo>
                    <a:pt x="7041" y="187208"/>
                  </a:lnTo>
                  <a:lnTo>
                    <a:pt x="12747" y="116567"/>
                  </a:lnTo>
                  <a:lnTo>
                    <a:pt x="18453" y="143884"/>
                  </a:lnTo>
                  <a:lnTo>
                    <a:pt x="24159" y="147347"/>
                  </a:lnTo>
                  <a:lnTo>
                    <a:pt x="29865" y="176683"/>
                  </a:lnTo>
                  <a:lnTo>
                    <a:pt x="35571" y="238702"/>
                  </a:lnTo>
                  <a:lnTo>
                    <a:pt x="41278" y="305323"/>
                  </a:lnTo>
                  <a:lnTo>
                    <a:pt x="46984" y="322657"/>
                  </a:lnTo>
                  <a:lnTo>
                    <a:pt x="52690" y="256010"/>
                  </a:lnTo>
                  <a:lnTo>
                    <a:pt x="58396" y="189155"/>
                  </a:lnTo>
                  <a:lnTo>
                    <a:pt x="64102" y="144934"/>
                  </a:lnTo>
                  <a:lnTo>
                    <a:pt x="69809" y="123527"/>
                  </a:lnTo>
                  <a:lnTo>
                    <a:pt x="75515" y="128312"/>
                  </a:lnTo>
                  <a:lnTo>
                    <a:pt x="81221" y="128773"/>
                  </a:lnTo>
                  <a:lnTo>
                    <a:pt x="86927" y="137630"/>
                  </a:lnTo>
                  <a:lnTo>
                    <a:pt x="92633" y="113896"/>
                  </a:lnTo>
                  <a:lnTo>
                    <a:pt x="98339" y="93550"/>
                  </a:lnTo>
                  <a:lnTo>
                    <a:pt x="104046" y="58167"/>
                  </a:lnTo>
                  <a:lnTo>
                    <a:pt x="109752" y="23828"/>
                  </a:lnTo>
                  <a:lnTo>
                    <a:pt x="115458" y="59362"/>
                  </a:lnTo>
                  <a:lnTo>
                    <a:pt x="121164" y="23654"/>
                  </a:lnTo>
                  <a:lnTo>
                    <a:pt x="126870" y="30407"/>
                  </a:lnTo>
                  <a:lnTo>
                    <a:pt x="132577" y="16305"/>
                  </a:lnTo>
                  <a:lnTo>
                    <a:pt x="138283" y="9782"/>
                  </a:lnTo>
                  <a:lnTo>
                    <a:pt x="143989" y="5133"/>
                  </a:lnTo>
                  <a:lnTo>
                    <a:pt x="149695" y="0"/>
                  </a:lnTo>
                  <a:lnTo>
                    <a:pt x="155401" y="25756"/>
                  </a:lnTo>
                  <a:lnTo>
                    <a:pt x="161107" y="32788"/>
                  </a:lnTo>
                  <a:lnTo>
                    <a:pt x="166814" y="67936"/>
                  </a:lnTo>
                  <a:lnTo>
                    <a:pt x="172520" y="102891"/>
                  </a:lnTo>
                  <a:lnTo>
                    <a:pt x="178226" y="119206"/>
                  </a:lnTo>
                  <a:lnTo>
                    <a:pt x="183932" y="59593"/>
                  </a:lnTo>
                  <a:lnTo>
                    <a:pt x="189638" y="60627"/>
                  </a:lnTo>
                  <a:lnTo>
                    <a:pt x="195344" y="158505"/>
                  </a:lnTo>
                  <a:lnTo>
                    <a:pt x="201051" y="228218"/>
                  </a:lnTo>
                  <a:lnTo>
                    <a:pt x="206757" y="251681"/>
                  </a:lnTo>
                  <a:lnTo>
                    <a:pt x="211801" y="3390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4242" y="3046841"/>
              <a:ext cx="45521" cy="215635"/>
            </a:xfrm>
            <a:custGeom>
              <a:avLst/>
              <a:pathLst>
                <a:path w="45521" h="215635">
                  <a:moveTo>
                    <a:pt x="0" y="215635"/>
                  </a:moveTo>
                  <a:lnTo>
                    <a:pt x="2589" y="184396"/>
                  </a:lnTo>
                  <a:lnTo>
                    <a:pt x="8295" y="93683"/>
                  </a:lnTo>
                  <a:lnTo>
                    <a:pt x="14001" y="0"/>
                  </a:lnTo>
                  <a:lnTo>
                    <a:pt x="19707" y="19662"/>
                  </a:lnTo>
                  <a:lnTo>
                    <a:pt x="25413" y="35701"/>
                  </a:lnTo>
                  <a:lnTo>
                    <a:pt x="31120" y="46092"/>
                  </a:lnTo>
                  <a:lnTo>
                    <a:pt x="36826" y="87461"/>
                  </a:lnTo>
                  <a:lnTo>
                    <a:pt x="42532" y="170899"/>
                  </a:lnTo>
                  <a:lnTo>
                    <a:pt x="45521" y="2156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91919" y="145504"/>
              <a:ext cx="3255793" cy="3116972"/>
            </a:xfrm>
            <a:custGeom>
              <a:avLst/>
              <a:pathLst>
                <a:path w="3255793" h="3116972">
                  <a:moveTo>
                    <a:pt x="0" y="3116972"/>
                  </a:moveTo>
                  <a:lnTo>
                    <a:pt x="1974" y="3095857"/>
                  </a:lnTo>
                  <a:lnTo>
                    <a:pt x="7680" y="3032637"/>
                  </a:lnTo>
                  <a:lnTo>
                    <a:pt x="13386" y="3010562"/>
                  </a:lnTo>
                  <a:lnTo>
                    <a:pt x="19092" y="2902533"/>
                  </a:lnTo>
                  <a:lnTo>
                    <a:pt x="24798" y="2832716"/>
                  </a:lnTo>
                  <a:lnTo>
                    <a:pt x="30505" y="2843022"/>
                  </a:lnTo>
                  <a:lnTo>
                    <a:pt x="36211" y="2960698"/>
                  </a:lnTo>
                  <a:lnTo>
                    <a:pt x="41917" y="3013704"/>
                  </a:lnTo>
                  <a:lnTo>
                    <a:pt x="47623" y="2993331"/>
                  </a:lnTo>
                  <a:lnTo>
                    <a:pt x="53329" y="3074339"/>
                  </a:lnTo>
                  <a:lnTo>
                    <a:pt x="59035" y="3073882"/>
                  </a:lnTo>
                  <a:lnTo>
                    <a:pt x="64742" y="2938602"/>
                  </a:lnTo>
                  <a:lnTo>
                    <a:pt x="70448" y="2879521"/>
                  </a:lnTo>
                  <a:lnTo>
                    <a:pt x="76154" y="2889988"/>
                  </a:lnTo>
                  <a:lnTo>
                    <a:pt x="81860" y="2860478"/>
                  </a:lnTo>
                  <a:lnTo>
                    <a:pt x="87566" y="2692984"/>
                  </a:lnTo>
                  <a:lnTo>
                    <a:pt x="93273" y="2604044"/>
                  </a:lnTo>
                  <a:lnTo>
                    <a:pt x="98979" y="2651641"/>
                  </a:lnTo>
                  <a:lnTo>
                    <a:pt x="104685" y="2600888"/>
                  </a:lnTo>
                  <a:lnTo>
                    <a:pt x="110391" y="2615615"/>
                  </a:lnTo>
                  <a:lnTo>
                    <a:pt x="116097" y="2720712"/>
                  </a:lnTo>
                  <a:lnTo>
                    <a:pt x="121803" y="2865342"/>
                  </a:lnTo>
                  <a:lnTo>
                    <a:pt x="127510" y="2983934"/>
                  </a:lnTo>
                  <a:lnTo>
                    <a:pt x="133216" y="3037668"/>
                  </a:lnTo>
                  <a:lnTo>
                    <a:pt x="138922" y="3065461"/>
                  </a:lnTo>
                  <a:lnTo>
                    <a:pt x="144628" y="3076165"/>
                  </a:lnTo>
                  <a:lnTo>
                    <a:pt x="150334" y="3056150"/>
                  </a:lnTo>
                  <a:lnTo>
                    <a:pt x="156041" y="2979052"/>
                  </a:lnTo>
                  <a:lnTo>
                    <a:pt x="161747" y="2924909"/>
                  </a:lnTo>
                  <a:lnTo>
                    <a:pt x="167453" y="2912989"/>
                  </a:lnTo>
                  <a:lnTo>
                    <a:pt x="173159" y="2928521"/>
                  </a:lnTo>
                  <a:lnTo>
                    <a:pt x="178865" y="2984001"/>
                  </a:lnTo>
                  <a:lnTo>
                    <a:pt x="184571" y="3005671"/>
                  </a:lnTo>
                  <a:lnTo>
                    <a:pt x="190278" y="2983588"/>
                  </a:lnTo>
                  <a:lnTo>
                    <a:pt x="195984" y="2951180"/>
                  </a:lnTo>
                  <a:lnTo>
                    <a:pt x="201690" y="2916170"/>
                  </a:lnTo>
                  <a:lnTo>
                    <a:pt x="207396" y="2927685"/>
                  </a:lnTo>
                  <a:lnTo>
                    <a:pt x="213102" y="2881764"/>
                  </a:lnTo>
                  <a:lnTo>
                    <a:pt x="218808" y="2871316"/>
                  </a:lnTo>
                  <a:lnTo>
                    <a:pt x="224515" y="2962880"/>
                  </a:lnTo>
                  <a:lnTo>
                    <a:pt x="230221" y="2951600"/>
                  </a:lnTo>
                  <a:lnTo>
                    <a:pt x="235927" y="2876188"/>
                  </a:lnTo>
                  <a:lnTo>
                    <a:pt x="241633" y="2811458"/>
                  </a:lnTo>
                  <a:lnTo>
                    <a:pt x="247339" y="2710991"/>
                  </a:lnTo>
                  <a:lnTo>
                    <a:pt x="253046" y="2593674"/>
                  </a:lnTo>
                  <a:lnTo>
                    <a:pt x="258752" y="2436317"/>
                  </a:lnTo>
                  <a:lnTo>
                    <a:pt x="264458" y="2374156"/>
                  </a:lnTo>
                  <a:lnTo>
                    <a:pt x="270164" y="2438304"/>
                  </a:lnTo>
                  <a:lnTo>
                    <a:pt x="275870" y="2453648"/>
                  </a:lnTo>
                  <a:lnTo>
                    <a:pt x="281576" y="2541099"/>
                  </a:lnTo>
                  <a:lnTo>
                    <a:pt x="287283" y="2564653"/>
                  </a:lnTo>
                  <a:lnTo>
                    <a:pt x="292989" y="2537218"/>
                  </a:lnTo>
                  <a:lnTo>
                    <a:pt x="298695" y="2518646"/>
                  </a:lnTo>
                  <a:lnTo>
                    <a:pt x="304401" y="2481473"/>
                  </a:lnTo>
                  <a:lnTo>
                    <a:pt x="310107" y="2429469"/>
                  </a:lnTo>
                  <a:lnTo>
                    <a:pt x="315814" y="2337192"/>
                  </a:lnTo>
                  <a:lnTo>
                    <a:pt x="321520" y="2285032"/>
                  </a:lnTo>
                  <a:lnTo>
                    <a:pt x="327226" y="2277843"/>
                  </a:lnTo>
                  <a:lnTo>
                    <a:pt x="332932" y="2305601"/>
                  </a:lnTo>
                  <a:lnTo>
                    <a:pt x="338638" y="2268772"/>
                  </a:lnTo>
                  <a:lnTo>
                    <a:pt x="344344" y="2157454"/>
                  </a:lnTo>
                  <a:lnTo>
                    <a:pt x="350051" y="2066437"/>
                  </a:lnTo>
                  <a:lnTo>
                    <a:pt x="355757" y="2019267"/>
                  </a:lnTo>
                  <a:lnTo>
                    <a:pt x="361463" y="1959299"/>
                  </a:lnTo>
                  <a:lnTo>
                    <a:pt x="367169" y="1863289"/>
                  </a:lnTo>
                  <a:lnTo>
                    <a:pt x="372875" y="1840288"/>
                  </a:lnTo>
                  <a:lnTo>
                    <a:pt x="378581" y="1845947"/>
                  </a:lnTo>
                  <a:lnTo>
                    <a:pt x="384288" y="1835247"/>
                  </a:lnTo>
                  <a:lnTo>
                    <a:pt x="389994" y="1838144"/>
                  </a:lnTo>
                  <a:lnTo>
                    <a:pt x="395700" y="1890909"/>
                  </a:lnTo>
                  <a:lnTo>
                    <a:pt x="401406" y="1880410"/>
                  </a:lnTo>
                  <a:lnTo>
                    <a:pt x="407112" y="1756173"/>
                  </a:lnTo>
                  <a:lnTo>
                    <a:pt x="412819" y="1667353"/>
                  </a:lnTo>
                  <a:lnTo>
                    <a:pt x="418525" y="1560908"/>
                  </a:lnTo>
                  <a:lnTo>
                    <a:pt x="424231" y="1454530"/>
                  </a:lnTo>
                  <a:lnTo>
                    <a:pt x="429937" y="1349478"/>
                  </a:lnTo>
                  <a:lnTo>
                    <a:pt x="435643" y="1286829"/>
                  </a:lnTo>
                  <a:lnTo>
                    <a:pt x="441349" y="1276387"/>
                  </a:lnTo>
                  <a:lnTo>
                    <a:pt x="447056" y="1326965"/>
                  </a:lnTo>
                  <a:lnTo>
                    <a:pt x="452762" y="1371033"/>
                  </a:lnTo>
                  <a:lnTo>
                    <a:pt x="458468" y="1321356"/>
                  </a:lnTo>
                  <a:lnTo>
                    <a:pt x="464174" y="1235566"/>
                  </a:lnTo>
                  <a:lnTo>
                    <a:pt x="469880" y="1178995"/>
                  </a:lnTo>
                  <a:lnTo>
                    <a:pt x="475586" y="1128535"/>
                  </a:lnTo>
                  <a:lnTo>
                    <a:pt x="481293" y="1050486"/>
                  </a:lnTo>
                  <a:lnTo>
                    <a:pt x="486999" y="958823"/>
                  </a:lnTo>
                  <a:lnTo>
                    <a:pt x="492705" y="968920"/>
                  </a:lnTo>
                  <a:lnTo>
                    <a:pt x="498411" y="1091296"/>
                  </a:lnTo>
                  <a:lnTo>
                    <a:pt x="504117" y="1202373"/>
                  </a:lnTo>
                  <a:lnTo>
                    <a:pt x="509824" y="1210044"/>
                  </a:lnTo>
                  <a:lnTo>
                    <a:pt x="515530" y="1233399"/>
                  </a:lnTo>
                  <a:lnTo>
                    <a:pt x="521236" y="1336006"/>
                  </a:lnTo>
                  <a:lnTo>
                    <a:pt x="526942" y="1402778"/>
                  </a:lnTo>
                  <a:lnTo>
                    <a:pt x="532648" y="1352918"/>
                  </a:lnTo>
                  <a:lnTo>
                    <a:pt x="538354" y="1250606"/>
                  </a:lnTo>
                  <a:lnTo>
                    <a:pt x="544061" y="1210251"/>
                  </a:lnTo>
                  <a:lnTo>
                    <a:pt x="549767" y="1142195"/>
                  </a:lnTo>
                  <a:lnTo>
                    <a:pt x="555473" y="1004849"/>
                  </a:lnTo>
                  <a:lnTo>
                    <a:pt x="561179" y="890641"/>
                  </a:lnTo>
                  <a:lnTo>
                    <a:pt x="566885" y="878388"/>
                  </a:lnTo>
                  <a:lnTo>
                    <a:pt x="572592" y="913753"/>
                  </a:lnTo>
                  <a:lnTo>
                    <a:pt x="578298" y="983655"/>
                  </a:lnTo>
                  <a:lnTo>
                    <a:pt x="584004" y="1033332"/>
                  </a:lnTo>
                  <a:lnTo>
                    <a:pt x="589710" y="1108741"/>
                  </a:lnTo>
                  <a:lnTo>
                    <a:pt x="595416" y="1125690"/>
                  </a:lnTo>
                  <a:lnTo>
                    <a:pt x="601122" y="1135425"/>
                  </a:lnTo>
                  <a:lnTo>
                    <a:pt x="606829" y="1261119"/>
                  </a:lnTo>
                  <a:lnTo>
                    <a:pt x="612535" y="1282411"/>
                  </a:lnTo>
                  <a:lnTo>
                    <a:pt x="618241" y="1208305"/>
                  </a:lnTo>
                  <a:lnTo>
                    <a:pt x="623947" y="1176541"/>
                  </a:lnTo>
                  <a:lnTo>
                    <a:pt x="629653" y="1192720"/>
                  </a:lnTo>
                  <a:lnTo>
                    <a:pt x="635359" y="1107399"/>
                  </a:lnTo>
                  <a:lnTo>
                    <a:pt x="641066" y="920021"/>
                  </a:lnTo>
                  <a:lnTo>
                    <a:pt x="646772" y="874348"/>
                  </a:lnTo>
                  <a:lnTo>
                    <a:pt x="652478" y="941323"/>
                  </a:lnTo>
                  <a:lnTo>
                    <a:pt x="658184" y="1010649"/>
                  </a:lnTo>
                  <a:lnTo>
                    <a:pt x="663890" y="1022355"/>
                  </a:lnTo>
                  <a:lnTo>
                    <a:pt x="669597" y="1087294"/>
                  </a:lnTo>
                  <a:lnTo>
                    <a:pt x="675303" y="1114138"/>
                  </a:lnTo>
                  <a:lnTo>
                    <a:pt x="681009" y="1085393"/>
                  </a:lnTo>
                  <a:lnTo>
                    <a:pt x="686715" y="1054874"/>
                  </a:lnTo>
                  <a:lnTo>
                    <a:pt x="692421" y="904232"/>
                  </a:lnTo>
                  <a:lnTo>
                    <a:pt x="698127" y="789265"/>
                  </a:lnTo>
                  <a:lnTo>
                    <a:pt x="703834" y="701538"/>
                  </a:lnTo>
                  <a:lnTo>
                    <a:pt x="709540" y="737410"/>
                  </a:lnTo>
                  <a:lnTo>
                    <a:pt x="715246" y="775354"/>
                  </a:lnTo>
                  <a:lnTo>
                    <a:pt x="720952" y="705774"/>
                  </a:lnTo>
                  <a:lnTo>
                    <a:pt x="726658" y="746718"/>
                  </a:lnTo>
                  <a:lnTo>
                    <a:pt x="732365" y="812965"/>
                  </a:lnTo>
                  <a:lnTo>
                    <a:pt x="738071" y="809717"/>
                  </a:lnTo>
                  <a:lnTo>
                    <a:pt x="743777" y="719302"/>
                  </a:lnTo>
                  <a:lnTo>
                    <a:pt x="749483" y="686552"/>
                  </a:lnTo>
                  <a:lnTo>
                    <a:pt x="755189" y="783871"/>
                  </a:lnTo>
                  <a:lnTo>
                    <a:pt x="760895" y="830260"/>
                  </a:lnTo>
                  <a:lnTo>
                    <a:pt x="766602" y="882397"/>
                  </a:lnTo>
                  <a:lnTo>
                    <a:pt x="772308" y="965945"/>
                  </a:lnTo>
                  <a:lnTo>
                    <a:pt x="778014" y="1032047"/>
                  </a:lnTo>
                  <a:lnTo>
                    <a:pt x="783720" y="1123593"/>
                  </a:lnTo>
                  <a:lnTo>
                    <a:pt x="789426" y="1171336"/>
                  </a:lnTo>
                  <a:lnTo>
                    <a:pt x="795132" y="1304652"/>
                  </a:lnTo>
                  <a:lnTo>
                    <a:pt x="800839" y="1417792"/>
                  </a:lnTo>
                  <a:lnTo>
                    <a:pt x="806545" y="1556733"/>
                  </a:lnTo>
                  <a:lnTo>
                    <a:pt x="812251" y="1741773"/>
                  </a:lnTo>
                  <a:lnTo>
                    <a:pt x="817957" y="1816932"/>
                  </a:lnTo>
                  <a:lnTo>
                    <a:pt x="823663" y="1863799"/>
                  </a:lnTo>
                  <a:lnTo>
                    <a:pt x="829370" y="1782935"/>
                  </a:lnTo>
                  <a:lnTo>
                    <a:pt x="835076" y="1691816"/>
                  </a:lnTo>
                  <a:lnTo>
                    <a:pt x="840782" y="1548482"/>
                  </a:lnTo>
                  <a:lnTo>
                    <a:pt x="846488" y="1426255"/>
                  </a:lnTo>
                  <a:lnTo>
                    <a:pt x="852194" y="1321824"/>
                  </a:lnTo>
                  <a:lnTo>
                    <a:pt x="857900" y="1243859"/>
                  </a:lnTo>
                  <a:lnTo>
                    <a:pt x="863607" y="1335334"/>
                  </a:lnTo>
                  <a:lnTo>
                    <a:pt x="869313" y="1308762"/>
                  </a:lnTo>
                  <a:lnTo>
                    <a:pt x="875019" y="1280586"/>
                  </a:lnTo>
                  <a:lnTo>
                    <a:pt x="880725" y="1286033"/>
                  </a:lnTo>
                  <a:lnTo>
                    <a:pt x="886431" y="1327737"/>
                  </a:lnTo>
                  <a:lnTo>
                    <a:pt x="892137" y="1308920"/>
                  </a:lnTo>
                  <a:lnTo>
                    <a:pt x="897844" y="1187846"/>
                  </a:lnTo>
                  <a:lnTo>
                    <a:pt x="903550" y="1166683"/>
                  </a:lnTo>
                  <a:lnTo>
                    <a:pt x="909256" y="1197176"/>
                  </a:lnTo>
                  <a:lnTo>
                    <a:pt x="914962" y="1207851"/>
                  </a:lnTo>
                  <a:lnTo>
                    <a:pt x="920668" y="1374263"/>
                  </a:lnTo>
                  <a:lnTo>
                    <a:pt x="926375" y="1507581"/>
                  </a:lnTo>
                  <a:lnTo>
                    <a:pt x="932081" y="1566834"/>
                  </a:lnTo>
                  <a:lnTo>
                    <a:pt x="937787" y="1647953"/>
                  </a:lnTo>
                  <a:lnTo>
                    <a:pt x="943493" y="1763063"/>
                  </a:lnTo>
                  <a:lnTo>
                    <a:pt x="949199" y="1904660"/>
                  </a:lnTo>
                  <a:lnTo>
                    <a:pt x="954905" y="1867274"/>
                  </a:lnTo>
                  <a:lnTo>
                    <a:pt x="960612" y="1823114"/>
                  </a:lnTo>
                  <a:lnTo>
                    <a:pt x="966318" y="1772406"/>
                  </a:lnTo>
                  <a:lnTo>
                    <a:pt x="972024" y="1757608"/>
                  </a:lnTo>
                  <a:lnTo>
                    <a:pt x="977730" y="1729006"/>
                  </a:lnTo>
                  <a:lnTo>
                    <a:pt x="983436" y="1540836"/>
                  </a:lnTo>
                  <a:lnTo>
                    <a:pt x="989143" y="1373338"/>
                  </a:lnTo>
                  <a:lnTo>
                    <a:pt x="994849" y="1289827"/>
                  </a:lnTo>
                  <a:lnTo>
                    <a:pt x="1000555" y="1265770"/>
                  </a:lnTo>
                  <a:lnTo>
                    <a:pt x="1006261" y="1217719"/>
                  </a:lnTo>
                  <a:lnTo>
                    <a:pt x="1011967" y="1090055"/>
                  </a:lnTo>
                  <a:lnTo>
                    <a:pt x="1017673" y="997606"/>
                  </a:lnTo>
                  <a:lnTo>
                    <a:pt x="1023380" y="960209"/>
                  </a:lnTo>
                  <a:lnTo>
                    <a:pt x="1029086" y="1026068"/>
                  </a:lnTo>
                  <a:lnTo>
                    <a:pt x="1034792" y="1072494"/>
                  </a:lnTo>
                  <a:lnTo>
                    <a:pt x="1040498" y="1126658"/>
                  </a:lnTo>
                  <a:lnTo>
                    <a:pt x="1046204" y="1269284"/>
                  </a:lnTo>
                  <a:lnTo>
                    <a:pt x="1051910" y="1398358"/>
                  </a:lnTo>
                  <a:lnTo>
                    <a:pt x="1057617" y="1480834"/>
                  </a:lnTo>
                  <a:lnTo>
                    <a:pt x="1063323" y="1475966"/>
                  </a:lnTo>
                  <a:lnTo>
                    <a:pt x="1069029" y="1392037"/>
                  </a:lnTo>
                  <a:lnTo>
                    <a:pt x="1074735" y="1362389"/>
                  </a:lnTo>
                  <a:lnTo>
                    <a:pt x="1080441" y="1336136"/>
                  </a:lnTo>
                  <a:lnTo>
                    <a:pt x="1086148" y="1307258"/>
                  </a:lnTo>
                  <a:lnTo>
                    <a:pt x="1091854" y="1282765"/>
                  </a:lnTo>
                  <a:lnTo>
                    <a:pt x="1097560" y="1249838"/>
                  </a:lnTo>
                  <a:lnTo>
                    <a:pt x="1103266" y="1325777"/>
                  </a:lnTo>
                  <a:lnTo>
                    <a:pt x="1108972" y="1346331"/>
                  </a:lnTo>
                  <a:lnTo>
                    <a:pt x="1114678" y="1301661"/>
                  </a:lnTo>
                  <a:lnTo>
                    <a:pt x="1120385" y="1228695"/>
                  </a:lnTo>
                  <a:lnTo>
                    <a:pt x="1126091" y="1100605"/>
                  </a:lnTo>
                  <a:lnTo>
                    <a:pt x="1131797" y="977820"/>
                  </a:lnTo>
                  <a:lnTo>
                    <a:pt x="1137503" y="830997"/>
                  </a:lnTo>
                  <a:lnTo>
                    <a:pt x="1143209" y="743710"/>
                  </a:lnTo>
                  <a:lnTo>
                    <a:pt x="1148916" y="683391"/>
                  </a:lnTo>
                  <a:lnTo>
                    <a:pt x="1154622" y="658445"/>
                  </a:lnTo>
                  <a:lnTo>
                    <a:pt x="1160328" y="703239"/>
                  </a:lnTo>
                  <a:lnTo>
                    <a:pt x="1166034" y="762583"/>
                  </a:lnTo>
                  <a:lnTo>
                    <a:pt x="1171740" y="880299"/>
                  </a:lnTo>
                  <a:lnTo>
                    <a:pt x="1177446" y="883688"/>
                  </a:lnTo>
                  <a:lnTo>
                    <a:pt x="1183153" y="950643"/>
                  </a:lnTo>
                  <a:lnTo>
                    <a:pt x="1188859" y="1126559"/>
                  </a:lnTo>
                  <a:lnTo>
                    <a:pt x="1194565" y="1302232"/>
                  </a:lnTo>
                  <a:lnTo>
                    <a:pt x="1200271" y="1450840"/>
                  </a:lnTo>
                  <a:lnTo>
                    <a:pt x="1205977" y="1600470"/>
                  </a:lnTo>
                  <a:lnTo>
                    <a:pt x="1211683" y="1708705"/>
                  </a:lnTo>
                  <a:lnTo>
                    <a:pt x="1217390" y="1654579"/>
                  </a:lnTo>
                  <a:lnTo>
                    <a:pt x="1223096" y="1512416"/>
                  </a:lnTo>
                  <a:lnTo>
                    <a:pt x="1228802" y="1388954"/>
                  </a:lnTo>
                  <a:lnTo>
                    <a:pt x="1234508" y="1352803"/>
                  </a:lnTo>
                  <a:lnTo>
                    <a:pt x="1240214" y="1268381"/>
                  </a:lnTo>
                  <a:lnTo>
                    <a:pt x="1245921" y="1236633"/>
                  </a:lnTo>
                  <a:lnTo>
                    <a:pt x="1251627" y="1287173"/>
                  </a:lnTo>
                  <a:lnTo>
                    <a:pt x="1257333" y="1307243"/>
                  </a:lnTo>
                  <a:lnTo>
                    <a:pt x="1263039" y="1275533"/>
                  </a:lnTo>
                  <a:lnTo>
                    <a:pt x="1268745" y="1126185"/>
                  </a:lnTo>
                  <a:lnTo>
                    <a:pt x="1274451" y="929607"/>
                  </a:lnTo>
                  <a:lnTo>
                    <a:pt x="1280158" y="765495"/>
                  </a:lnTo>
                  <a:lnTo>
                    <a:pt x="1285864" y="610317"/>
                  </a:lnTo>
                  <a:lnTo>
                    <a:pt x="1291570" y="498490"/>
                  </a:lnTo>
                  <a:lnTo>
                    <a:pt x="1297276" y="386927"/>
                  </a:lnTo>
                  <a:lnTo>
                    <a:pt x="1302982" y="339707"/>
                  </a:lnTo>
                  <a:lnTo>
                    <a:pt x="1308688" y="336280"/>
                  </a:lnTo>
                  <a:lnTo>
                    <a:pt x="1314395" y="339797"/>
                  </a:lnTo>
                  <a:lnTo>
                    <a:pt x="1320101" y="348125"/>
                  </a:lnTo>
                  <a:lnTo>
                    <a:pt x="1325807" y="375603"/>
                  </a:lnTo>
                  <a:lnTo>
                    <a:pt x="1331513" y="395887"/>
                  </a:lnTo>
                  <a:lnTo>
                    <a:pt x="1337219" y="420125"/>
                  </a:lnTo>
                  <a:lnTo>
                    <a:pt x="1342926" y="456091"/>
                  </a:lnTo>
                  <a:lnTo>
                    <a:pt x="1348632" y="481534"/>
                  </a:lnTo>
                  <a:lnTo>
                    <a:pt x="1354338" y="551587"/>
                  </a:lnTo>
                  <a:lnTo>
                    <a:pt x="1360044" y="600296"/>
                  </a:lnTo>
                  <a:lnTo>
                    <a:pt x="1365750" y="635464"/>
                  </a:lnTo>
                  <a:lnTo>
                    <a:pt x="1371456" y="677850"/>
                  </a:lnTo>
                  <a:lnTo>
                    <a:pt x="1377163" y="711039"/>
                  </a:lnTo>
                  <a:lnTo>
                    <a:pt x="1382869" y="743447"/>
                  </a:lnTo>
                  <a:lnTo>
                    <a:pt x="1388575" y="731334"/>
                  </a:lnTo>
                  <a:lnTo>
                    <a:pt x="1394281" y="791206"/>
                  </a:lnTo>
                  <a:lnTo>
                    <a:pt x="1399987" y="841741"/>
                  </a:lnTo>
                  <a:lnTo>
                    <a:pt x="1405694" y="887669"/>
                  </a:lnTo>
                  <a:lnTo>
                    <a:pt x="1411400" y="930052"/>
                  </a:lnTo>
                  <a:lnTo>
                    <a:pt x="1417106" y="1047676"/>
                  </a:lnTo>
                  <a:lnTo>
                    <a:pt x="1422812" y="1142820"/>
                  </a:lnTo>
                  <a:lnTo>
                    <a:pt x="1428518" y="1108197"/>
                  </a:lnTo>
                  <a:lnTo>
                    <a:pt x="1434224" y="1181785"/>
                  </a:lnTo>
                  <a:lnTo>
                    <a:pt x="1439931" y="1233210"/>
                  </a:lnTo>
                  <a:lnTo>
                    <a:pt x="1445637" y="1318282"/>
                  </a:lnTo>
                  <a:lnTo>
                    <a:pt x="1451343" y="1252888"/>
                  </a:lnTo>
                  <a:lnTo>
                    <a:pt x="1457049" y="1136048"/>
                  </a:lnTo>
                  <a:lnTo>
                    <a:pt x="1462755" y="1066780"/>
                  </a:lnTo>
                  <a:lnTo>
                    <a:pt x="1468461" y="939734"/>
                  </a:lnTo>
                  <a:lnTo>
                    <a:pt x="1474168" y="804214"/>
                  </a:lnTo>
                  <a:lnTo>
                    <a:pt x="1479874" y="689175"/>
                  </a:lnTo>
                  <a:lnTo>
                    <a:pt x="1485580" y="693797"/>
                  </a:lnTo>
                  <a:lnTo>
                    <a:pt x="1491286" y="763577"/>
                  </a:lnTo>
                  <a:lnTo>
                    <a:pt x="1496992" y="799825"/>
                  </a:lnTo>
                  <a:lnTo>
                    <a:pt x="1502699" y="818574"/>
                  </a:lnTo>
                  <a:lnTo>
                    <a:pt x="1508405" y="846675"/>
                  </a:lnTo>
                  <a:lnTo>
                    <a:pt x="1514111" y="841051"/>
                  </a:lnTo>
                  <a:lnTo>
                    <a:pt x="1519817" y="839777"/>
                  </a:lnTo>
                  <a:lnTo>
                    <a:pt x="1525523" y="836014"/>
                  </a:lnTo>
                  <a:lnTo>
                    <a:pt x="1531229" y="890859"/>
                  </a:lnTo>
                  <a:lnTo>
                    <a:pt x="1536936" y="922975"/>
                  </a:lnTo>
                  <a:lnTo>
                    <a:pt x="1542642" y="1049672"/>
                  </a:lnTo>
                  <a:lnTo>
                    <a:pt x="1548348" y="1197949"/>
                  </a:lnTo>
                  <a:lnTo>
                    <a:pt x="1554054" y="1323278"/>
                  </a:lnTo>
                  <a:lnTo>
                    <a:pt x="1559760" y="1516904"/>
                  </a:lnTo>
                  <a:lnTo>
                    <a:pt x="1565467" y="1670773"/>
                  </a:lnTo>
                  <a:lnTo>
                    <a:pt x="1571173" y="1826853"/>
                  </a:lnTo>
                  <a:lnTo>
                    <a:pt x="1576879" y="1905008"/>
                  </a:lnTo>
                  <a:lnTo>
                    <a:pt x="1582585" y="1930234"/>
                  </a:lnTo>
                  <a:lnTo>
                    <a:pt x="1588291" y="1903772"/>
                  </a:lnTo>
                  <a:lnTo>
                    <a:pt x="1593997" y="1716589"/>
                  </a:lnTo>
                  <a:lnTo>
                    <a:pt x="1599704" y="1608898"/>
                  </a:lnTo>
                  <a:lnTo>
                    <a:pt x="1605410" y="1507747"/>
                  </a:lnTo>
                  <a:lnTo>
                    <a:pt x="1611116" y="1400142"/>
                  </a:lnTo>
                  <a:lnTo>
                    <a:pt x="1616822" y="1314757"/>
                  </a:lnTo>
                  <a:lnTo>
                    <a:pt x="1622528" y="1274262"/>
                  </a:lnTo>
                  <a:lnTo>
                    <a:pt x="1628234" y="1290230"/>
                  </a:lnTo>
                  <a:lnTo>
                    <a:pt x="1633941" y="1243401"/>
                  </a:lnTo>
                  <a:lnTo>
                    <a:pt x="1639647" y="1237313"/>
                  </a:lnTo>
                  <a:lnTo>
                    <a:pt x="1645353" y="1211561"/>
                  </a:lnTo>
                  <a:lnTo>
                    <a:pt x="1651059" y="1162712"/>
                  </a:lnTo>
                  <a:lnTo>
                    <a:pt x="1656765" y="1065235"/>
                  </a:lnTo>
                  <a:lnTo>
                    <a:pt x="1662472" y="1029341"/>
                  </a:lnTo>
                  <a:lnTo>
                    <a:pt x="1668178" y="986773"/>
                  </a:lnTo>
                  <a:lnTo>
                    <a:pt x="1673884" y="885925"/>
                  </a:lnTo>
                  <a:lnTo>
                    <a:pt x="1679590" y="824516"/>
                  </a:lnTo>
                  <a:lnTo>
                    <a:pt x="1685296" y="834414"/>
                  </a:lnTo>
                  <a:lnTo>
                    <a:pt x="1691002" y="830762"/>
                  </a:lnTo>
                  <a:lnTo>
                    <a:pt x="1696709" y="804496"/>
                  </a:lnTo>
                  <a:lnTo>
                    <a:pt x="1702415" y="880925"/>
                  </a:lnTo>
                  <a:lnTo>
                    <a:pt x="1708121" y="1008247"/>
                  </a:lnTo>
                  <a:lnTo>
                    <a:pt x="1713827" y="1085356"/>
                  </a:lnTo>
                  <a:lnTo>
                    <a:pt x="1719533" y="1070969"/>
                  </a:lnTo>
                  <a:lnTo>
                    <a:pt x="1725239" y="1102585"/>
                  </a:lnTo>
                  <a:lnTo>
                    <a:pt x="1730946" y="1221789"/>
                  </a:lnTo>
                  <a:lnTo>
                    <a:pt x="1736652" y="1246799"/>
                  </a:lnTo>
                  <a:lnTo>
                    <a:pt x="1742358" y="1213907"/>
                  </a:lnTo>
                  <a:lnTo>
                    <a:pt x="1748064" y="1172714"/>
                  </a:lnTo>
                  <a:lnTo>
                    <a:pt x="1753770" y="1126228"/>
                  </a:lnTo>
                  <a:lnTo>
                    <a:pt x="1759477" y="1051503"/>
                  </a:lnTo>
                  <a:lnTo>
                    <a:pt x="1765183" y="819033"/>
                  </a:lnTo>
                  <a:lnTo>
                    <a:pt x="1770889" y="586868"/>
                  </a:lnTo>
                  <a:lnTo>
                    <a:pt x="1776595" y="411218"/>
                  </a:lnTo>
                  <a:lnTo>
                    <a:pt x="1782301" y="271912"/>
                  </a:lnTo>
                  <a:lnTo>
                    <a:pt x="1788007" y="187319"/>
                  </a:lnTo>
                  <a:lnTo>
                    <a:pt x="1793714" y="165133"/>
                  </a:lnTo>
                  <a:lnTo>
                    <a:pt x="1799420" y="213112"/>
                  </a:lnTo>
                  <a:lnTo>
                    <a:pt x="1805126" y="295306"/>
                  </a:lnTo>
                  <a:lnTo>
                    <a:pt x="1810832" y="354329"/>
                  </a:lnTo>
                  <a:lnTo>
                    <a:pt x="1816538" y="417250"/>
                  </a:lnTo>
                  <a:lnTo>
                    <a:pt x="1822245" y="538500"/>
                  </a:lnTo>
                  <a:lnTo>
                    <a:pt x="1827951" y="582771"/>
                  </a:lnTo>
                  <a:lnTo>
                    <a:pt x="1833657" y="648009"/>
                  </a:lnTo>
                  <a:lnTo>
                    <a:pt x="1839363" y="689184"/>
                  </a:lnTo>
                  <a:lnTo>
                    <a:pt x="1845069" y="818605"/>
                  </a:lnTo>
                  <a:lnTo>
                    <a:pt x="1850775" y="891220"/>
                  </a:lnTo>
                  <a:lnTo>
                    <a:pt x="1856482" y="786147"/>
                  </a:lnTo>
                  <a:lnTo>
                    <a:pt x="1862188" y="720212"/>
                  </a:lnTo>
                  <a:lnTo>
                    <a:pt x="1867894" y="646133"/>
                  </a:lnTo>
                  <a:lnTo>
                    <a:pt x="1873600" y="554550"/>
                  </a:lnTo>
                  <a:lnTo>
                    <a:pt x="1879306" y="349983"/>
                  </a:lnTo>
                  <a:lnTo>
                    <a:pt x="1885012" y="124116"/>
                  </a:lnTo>
                  <a:lnTo>
                    <a:pt x="1890719" y="12374"/>
                  </a:lnTo>
                  <a:lnTo>
                    <a:pt x="1896425" y="0"/>
                  </a:lnTo>
                  <a:lnTo>
                    <a:pt x="1896425" y="0"/>
                  </a:lnTo>
                  <a:lnTo>
                    <a:pt x="1902131" y="106177"/>
                  </a:lnTo>
                  <a:lnTo>
                    <a:pt x="1907837" y="247578"/>
                  </a:lnTo>
                  <a:lnTo>
                    <a:pt x="1913543" y="411158"/>
                  </a:lnTo>
                  <a:lnTo>
                    <a:pt x="1919250" y="658195"/>
                  </a:lnTo>
                  <a:lnTo>
                    <a:pt x="1924956" y="926707"/>
                  </a:lnTo>
                  <a:lnTo>
                    <a:pt x="1930662" y="1110179"/>
                  </a:lnTo>
                  <a:lnTo>
                    <a:pt x="1936368" y="1130053"/>
                  </a:lnTo>
                  <a:lnTo>
                    <a:pt x="1942074" y="1123329"/>
                  </a:lnTo>
                  <a:lnTo>
                    <a:pt x="1947780" y="1060451"/>
                  </a:lnTo>
                  <a:lnTo>
                    <a:pt x="1953487" y="989411"/>
                  </a:lnTo>
                  <a:lnTo>
                    <a:pt x="1959193" y="840649"/>
                  </a:lnTo>
                  <a:lnTo>
                    <a:pt x="1964899" y="624433"/>
                  </a:lnTo>
                  <a:lnTo>
                    <a:pt x="1970605" y="499493"/>
                  </a:lnTo>
                  <a:lnTo>
                    <a:pt x="1976311" y="413155"/>
                  </a:lnTo>
                  <a:lnTo>
                    <a:pt x="1982018" y="404591"/>
                  </a:lnTo>
                  <a:lnTo>
                    <a:pt x="1987724" y="481448"/>
                  </a:lnTo>
                  <a:lnTo>
                    <a:pt x="1993430" y="662839"/>
                  </a:lnTo>
                  <a:lnTo>
                    <a:pt x="1999136" y="914213"/>
                  </a:lnTo>
                  <a:lnTo>
                    <a:pt x="2004842" y="1164678"/>
                  </a:lnTo>
                  <a:lnTo>
                    <a:pt x="2010548" y="1333239"/>
                  </a:lnTo>
                  <a:lnTo>
                    <a:pt x="2016255" y="1392152"/>
                  </a:lnTo>
                  <a:lnTo>
                    <a:pt x="2021961" y="1305102"/>
                  </a:lnTo>
                  <a:lnTo>
                    <a:pt x="2027667" y="1175559"/>
                  </a:lnTo>
                  <a:lnTo>
                    <a:pt x="2033373" y="1056432"/>
                  </a:lnTo>
                  <a:lnTo>
                    <a:pt x="2039079" y="973010"/>
                  </a:lnTo>
                  <a:lnTo>
                    <a:pt x="2044785" y="1019906"/>
                  </a:lnTo>
                  <a:lnTo>
                    <a:pt x="2050492" y="1201934"/>
                  </a:lnTo>
                  <a:lnTo>
                    <a:pt x="2056198" y="1409007"/>
                  </a:lnTo>
                  <a:lnTo>
                    <a:pt x="2061904" y="1615571"/>
                  </a:lnTo>
                  <a:lnTo>
                    <a:pt x="2067610" y="1758956"/>
                  </a:lnTo>
                  <a:lnTo>
                    <a:pt x="2073316" y="1760425"/>
                  </a:lnTo>
                  <a:lnTo>
                    <a:pt x="2079023" y="1632325"/>
                  </a:lnTo>
                  <a:lnTo>
                    <a:pt x="2084729" y="1524968"/>
                  </a:lnTo>
                  <a:lnTo>
                    <a:pt x="2090435" y="1461567"/>
                  </a:lnTo>
                  <a:lnTo>
                    <a:pt x="2096141" y="1337327"/>
                  </a:lnTo>
                  <a:lnTo>
                    <a:pt x="2101847" y="1353611"/>
                  </a:lnTo>
                  <a:lnTo>
                    <a:pt x="2107553" y="1528045"/>
                  </a:lnTo>
                  <a:lnTo>
                    <a:pt x="2113260" y="1725312"/>
                  </a:lnTo>
                  <a:lnTo>
                    <a:pt x="2118966" y="1855729"/>
                  </a:lnTo>
                  <a:lnTo>
                    <a:pt x="2124672" y="1906416"/>
                  </a:lnTo>
                  <a:lnTo>
                    <a:pt x="2130378" y="1987917"/>
                  </a:lnTo>
                  <a:lnTo>
                    <a:pt x="2136084" y="2079388"/>
                  </a:lnTo>
                  <a:lnTo>
                    <a:pt x="2141790" y="2031103"/>
                  </a:lnTo>
                  <a:lnTo>
                    <a:pt x="2147497" y="2026336"/>
                  </a:lnTo>
                  <a:lnTo>
                    <a:pt x="2153203" y="2041514"/>
                  </a:lnTo>
                  <a:lnTo>
                    <a:pt x="2158909" y="2028552"/>
                  </a:lnTo>
                  <a:lnTo>
                    <a:pt x="2164615" y="1998859"/>
                  </a:lnTo>
                  <a:lnTo>
                    <a:pt x="2170321" y="1891973"/>
                  </a:lnTo>
                  <a:lnTo>
                    <a:pt x="2176028" y="1820385"/>
                  </a:lnTo>
                  <a:lnTo>
                    <a:pt x="2181734" y="1654354"/>
                  </a:lnTo>
                  <a:lnTo>
                    <a:pt x="2187440" y="1477242"/>
                  </a:lnTo>
                  <a:lnTo>
                    <a:pt x="2193146" y="1470069"/>
                  </a:lnTo>
                  <a:lnTo>
                    <a:pt x="2198852" y="1610833"/>
                  </a:lnTo>
                  <a:lnTo>
                    <a:pt x="2204558" y="1753665"/>
                  </a:lnTo>
                  <a:lnTo>
                    <a:pt x="2210265" y="1841889"/>
                  </a:lnTo>
                  <a:lnTo>
                    <a:pt x="2215971" y="2059008"/>
                  </a:lnTo>
                  <a:lnTo>
                    <a:pt x="2221677" y="2240030"/>
                  </a:lnTo>
                  <a:lnTo>
                    <a:pt x="2227383" y="2297466"/>
                  </a:lnTo>
                  <a:lnTo>
                    <a:pt x="2233089" y="2268673"/>
                  </a:lnTo>
                  <a:lnTo>
                    <a:pt x="2238796" y="2233601"/>
                  </a:lnTo>
                  <a:lnTo>
                    <a:pt x="2244502" y="2290906"/>
                  </a:lnTo>
                  <a:lnTo>
                    <a:pt x="2250208" y="2241831"/>
                  </a:lnTo>
                  <a:lnTo>
                    <a:pt x="2255914" y="2255266"/>
                  </a:lnTo>
                  <a:lnTo>
                    <a:pt x="2261620" y="2358583"/>
                  </a:lnTo>
                  <a:lnTo>
                    <a:pt x="2267326" y="2469472"/>
                  </a:lnTo>
                  <a:lnTo>
                    <a:pt x="2273033" y="2627342"/>
                  </a:lnTo>
                  <a:lnTo>
                    <a:pt x="2278739" y="2680276"/>
                  </a:lnTo>
                  <a:lnTo>
                    <a:pt x="2284445" y="2686450"/>
                  </a:lnTo>
                  <a:lnTo>
                    <a:pt x="2290151" y="2605200"/>
                  </a:lnTo>
                  <a:lnTo>
                    <a:pt x="2295857" y="2440115"/>
                  </a:lnTo>
                  <a:lnTo>
                    <a:pt x="2301563" y="2259629"/>
                  </a:lnTo>
                  <a:lnTo>
                    <a:pt x="2307270" y="2047912"/>
                  </a:lnTo>
                  <a:lnTo>
                    <a:pt x="2312976" y="1932869"/>
                  </a:lnTo>
                  <a:lnTo>
                    <a:pt x="2318682" y="1959551"/>
                  </a:lnTo>
                  <a:lnTo>
                    <a:pt x="2324388" y="2056294"/>
                  </a:lnTo>
                  <a:lnTo>
                    <a:pt x="2330094" y="2131230"/>
                  </a:lnTo>
                  <a:lnTo>
                    <a:pt x="2335801" y="2172373"/>
                  </a:lnTo>
                  <a:lnTo>
                    <a:pt x="2341507" y="2140409"/>
                  </a:lnTo>
                  <a:lnTo>
                    <a:pt x="2347213" y="2047063"/>
                  </a:lnTo>
                  <a:lnTo>
                    <a:pt x="2352919" y="1995430"/>
                  </a:lnTo>
                  <a:lnTo>
                    <a:pt x="2358625" y="1952649"/>
                  </a:lnTo>
                  <a:lnTo>
                    <a:pt x="2364331" y="1814161"/>
                  </a:lnTo>
                  <a:lnTo>
                    <a:pt x="2370038" y="1626246"/>
                  </a:lnTo>
                  <a:lnTo>
                    <a:pt x="2375744" y="1508241"/>
                  </a:lnTo>
                  <a:lnTo>
                    <a:pt x="2381450" y="1483925"/>
                  </a:lnTo>
                  <a:lnTo>
                    <a:pt x="2387156" y="1329098"/>
                  </a:lnTo>
                  <a:lnTo>
                    <a:pt x="2392862" y="1077733"/>
                  </a:lnTo>
                  <a:lnTo>
                    <a:pt x="2398569" y="949017"/>
                  </a:lnTo>
                  <a:lnTo>
                    <a:pt x="2404275" y="835841"/>
                  </a:lnTo>
                  <a:lnTo>
                    <a:pt x="2409981" y="700359"/>
                  </a:lnTo>
                  <a:lnTo>
                    <a:pt x="2415687" y="599727"/>
                  </a:lnTo>
                  <a:lnTo>
                    <a:pt x="2421393" y="678558"/>
                  </a:lnTo>
                  <a:lnTo>
                    <a:pt x="2427099" y="820019"/>
                  </a:lnTo>
                  <a:lnTo>
                    <a:pt x="2432806" y="948731"/>
                  </a:lnTo>
                  <a:lnTo>
                    <a:pt x="2438512" y="1122309"/>
                  </a:lnTo>
                  <a:lnTo>
                    <a:pt x="2444218" y="1332575"/>
                  </a:lnTo>
                  <a:lnTo>
                    <a:pt x="2449924" y="1488268"/>
                  </a:lnTo>
                  <a:lnTo>
                    <a:pt x="2455630" y="1605164"/>
                  </a:lnTo>
                  <a:lnTo>
                    <a:pt x="2461336" y="1744704"/>
                  </a:lnTo>
                  <a:lnTo>
                    <a:pt x="2467043" y="1796936"/>
                  </a:lnTo>
                  <a:lnTo>
                    <a:pt x="2472749" y="1883043"/>
                  </a:lnTo>
                  <a:lnTo>
                    <a:pt x="2478455" y="1979274"/>
                  </a:lnTo>
                  <a:lnTo>
                    <a:pt x="2484161" y="1934760"/>
                  </a:lnTo>
                  <a:lnTo>
                    <a:pt x="2489867" y="1718946"/>
                  </a:lnTo>
                  <a:lnTo>
                    <a:pt x="2495574" y="1443169"/>
                  </a:lnTo>
                  <a:lnTo>
                    <a:pt x="2501280" y="1262367"/>
                  </a:lnTo>
                  <a:lnTo>
                    <a:pt x="2506986" y="1071175"/>
                  </a:lnTo>
                  <a:lnTo>
                    <a:pt x="2512692" y="815177"/>
                  </a:lnTo>
                  <a:lnTo>
                    <a:pt x="2518398" y="662406"/>
                  </a:lnTo>
                  <a:lnTo>
                    <a:pt x="2524104" y="630985"/>
                  </a:lnTo>
                  <a:lnTo>
                    <a:pt x="2529811" y="647210"/>
                  </a:lnTo>
                  <a:lnTo>
                    <a:pt x="2535517" y="676553"/>
                  </a:lnTo>
                  <a:lnTo>
                    <a:pt x="2541223" y="626602"/>
                  </a:lnTo>
                  <a:lnTo>
                    <a:pt x="2546929" y="599495"/>
                  </a:lnTo>
                  <a:lnTo>
                    <a:pt x="2552635" y="582578"/>
                  </a:lnTo>
                  <a:lnTo>
                    <a:pt x="2558341" y="549475"/>
                  </a:lnTo>
                  <a:lnTo>
                    <a:pt x="2564048" y="560285"/>
                  </a:lnTo>
                  <a:lnTo>
                    <a:pt x="2569754" y="637727"/>
                  </a:lnTo>
                  <a:lnTo>
                    <a:pt x="2575460" y="783419"/>
                  </a:lnTo>
                  <a:lnTo>
                    <a:pt x="2581166" y="918068"/>
                  </a:lnTo>
                  <a:lnTo>
                    <a:pt x="2586872" y="1014140"/>
                  </a:lnTo>
                  <a:lnTo>
                    <a:pt x="2592579" y="1042477"/>
                  </a:lnTo>
                  <a:lnTo>
                    <a:pt x="2598285" y="1010837"/>
                  </a:lnTo>
                  <a:lnTo>
                    <a:pt x="2603991" y="869018"/>
                  </a:lnTo>
                  <a:lnTo>
                    <a:pt x="2609697" y="694821"/>
                  </a:lnTo>
                  <a:lnTo>
                    <a:pt x="2615403" y="515794"/>
                  </a:lnTo>
                  <a:lnTo>
                    <a:pt x="2621109" y="349130"/>
                  </a:lnTo>
                  <a:lnTo>
                    <a:pt x="2626816" y="240411"/>
                  </a:lnTo>
                  <a:lnTo>
                    <a:pt x="2632522" y="186527"/>
                  </a:lnTo>
                  <a:lnTo>
                    <a:pt x="2638228" y="320696"/>
                  </a:lnTo>
                  <a:lnTo>
                    <a:pt x="2643934" y="473086"/>
                  </a:lnTo>
                  <a:lnTo>
                    <a:pt x="2649640" y="599162"/>
                  </a:lnTo>
                  <a:lnTo>
                    <a:pt x="2655347" y="754879"/>
                  </a:lnTo>
                  <a:lnTo>
                    <a:pt x="2661053" y="868501"/>
                  </a:lnTo>
                  <a:lnTo>
                    <a:pt x="2666759" y="1035254"/>
                  </a:lnTo>
                  <a:lnTo>
                    <a:pt x="2672465" y="1045156"/>
                  </a:lnTo>
                  <a:lnTo>
                    <a:pt x="2678171" y="1024220"/>
                  </a:lnTo>
                  <a:lnTo>
                    <a:pt x="2683877" y="976800"/>
                  </a:lnTo>
                  <a:lnTo>
                    <a:pt x="2689584" y="928582"/>
                  </a:lnTo>
                  <a:lnTo>
                    <a:pt x="2695290" y="927087"/>
                  </a:lnTo>
                  <a:lnTo>
                    <a:pt x="2700996" y="874593"/>
                  </a:lnTo>
                  <a:lnTo>
                    <a:pt x="2706702" y="922550"/>
                  </a:lnTo>
                  <a:lnTo>
                    <a:pt x="2712408" y="1030396"/>
                  </a:lnTo>
                  <a:lnTo>
                    <a:pt x="2718114" y="1162810"/>
                  </a:lnTo>
                  <a:lnTo>
                    <a:pt x="2723821" y="1347125"/>
                  </a:lnTo>
                  <a:lnTo>
                    <a:pt x="2729527" y="1542681"/>
                  </a:lnTo>
                  <a:lnTo>
                    <a:pt x="2735233" y="1707355"/>
                  </a:lnTo>
                  <a:lnTo>
                    <a:pt x="2740939" y="1828946"/>
                  </a:lnTo>
                  <a:lnTo>
                    <a:pt x="2746645" y="1954071"/>
                  </a:lnTo>
                  <a:lnTo>
                    <a:pt x="2752352" y="2069888"/>
                  </a:lnTo>
                  <a:lnTo>
                    <a:pt x="2758058" y="2189284"/>
                  </a:lnTo>
                  <a:lnTo>
                    <a:pt x="2763764" y="2334197"/>
                  </a:lnTo>
                  <a:lnTo>
                    <a:pt x="2769470" y="2359923"/>
                  </a:lnTo>
                  <a:lnTo>
                    <a:pt x="2775176" y="2287612"/>
                  </a:lnTo>
                  <a:lnTo>
                    <a:pt x="2780882" y="2157652"/>
                  </a:lnTo>
                  <a:lnTo>
                    <a:pt x="2786589" y="2063276"/>
                  </a:lnTo>
                  <a:lnTo>
                    <a:pt x="2792295" y="1964142"/>
                  </a:lnTo>
                  <a:lnTo>
                    <a:pt x="2798001" y="1829007"/>
                  </a:lnTo>
                  <a:lnTo>
                    <a:pt x="2803707" y="1740376"/>
                  </a:lnTo>
                  <a:lnTo>
                    <a:pt x="2809413" y="1749625"/>
                  </a:lnTo>
                  <a:lnTo>
                    <a:pt x="2815120" y="1848206"/>
                  </a:lnTo>
                  <a:lnTo>
                    <a:pt x="2820826" y="1916314"/>
                  </a:lnTo>
                  <a:lnTo>
                    <a:pt x="2826532" y="1805023"/>
                  </a:lnTo>
                  <a:lnTo>
                    <a:pt x="2832238" y="1718107"/>
                  </a:lnTo>
                  <a:lnTo>
                    <a:pt x="2837944" y="1678216"/>
                  </a:lnTo>
                  <a:lnTo>
                    <a:pt x="2843650" y="1614059"/>
                  </a:lnTo>
                  <a:lnTo>
                    <a:pt x="2849357" y="1520688"/>
                  </a:lnTo>
                  <a:lnTo>
                    <a:pt x="2855063" y="1522829"/>
                  </a:lnTo>
                  <a:lnTo>
                    <a:pt x="2860769" y="1753914"/>
                  </a:lnTo>
                  <a:lnTo>
                    <a:pt x="2866475" y="1868143"/>
                  </a:lnTo>
                  <a:lnTo>
                    <a:pt x="2872181" y="1908896"/>
                  </a:lnTo>
                  <a:lnTo>
                    <a:pt x="2877887" y="1998462"/>
                  </a:lnTo>
                  <a:lnTo>
                    <a:pt x="2883594" y="2135218"/>
                  </a:lnTo>
                  <a:lnTo>
                    <a:pt x="2889300" y="2278113"/>
                  </a:lnTo>
                  <a:lnTo>
                    <a:pt x="2895006" y="2270105"/>
                  </a:lnTo>
                  <a:lnTo>
                    <a:pt x="2900712" y="2343089"/>
                  </a:lnTo>
                  <a:lnTo>
                    <a:pt x="2906418" y="2541146"/>
                  </a:lnTo>
                  <a:lnTo>
                    <a:pt x="2912125" y="2699498"/>
                  </a:lnTo>
                  <a:lnTo>
                    <a:pt x="2917831" y="2683603"/>
                  </a:lnTo>
                  <a:lnTo>
                    <a:pt x="2923537" y="2542223"/>
                  </a:lnTo>
                  <a:lnTo>
                    <a:pt x="2929243" y="2472896"/>
                  </a:lnTo>
                  <a:lnTo>
                    <a:pt x="2934949" y="2435619"/>
                  </a:lnTo>
                  <a:lnTo>
                    <a:pt x="2940655" y="2301074"/>
                  </a:lnTo>
                  <a:lnTo>
                    <a:pt x="2946362" y="2101267"/>
                  </a:lnTo>
                  <a:lnTo>
                    <a:pt x="2952068" y="1999644"/>
                  </a:lnTo>
                  <a:lnTo>
                    <a:pt x="2957774" y="2038955"/>
                  </a:lnTo>
                  <a:lnTo>
                    <a:pt x="2963480" y="2034148"/>
                  </a:lnTo>
                  <a:lnTo>
                    <a:pt x="2969186" y="2020147"/>
                  </a:lnTo>
                  <a:lnTo>
                    <a:pt x="2974892" y="2121412"/>
                  </a:lnTo>
                  <a:lnTo>
                    <a:pt x="2980599" y="2243120"/>
                  </a:lnTo>
                  <a:lnTo>
                    <a:pt x="2986305" y="2315793"/>
                  </a:lnTo>
                  <a:lnTo>
                    <a:pt x="2992011" y="2310881"/>
                  </a:lnTo>
                  <a:lnTo>
                    <a:pt x="2997717" y="2268952"/>
                  </a:lnTo>
                  <a:lnTo>
                    <a:pt x="3003423" y="2201108"/>
                  </a:lnTo>
                  <a:lnTo>
                    <a:pt x="3009130" y="2031747"/>
                  </a:lnTo>
                  <a:lnTo>
                    <a:pt x="3014836" y="1915776"/>
                  </a:lnTo>
                  <a:lnTo>
                    <a:pt x="3020542" y="1902541"/>
                  </a:lnTo>
                  <a:lnTo>
                    <a:pt x="3026248" y="1932174"/>
                  </a:lnTo>
                  <a:lnTo>
                    <a:pt x="3031954" y="1897140"/>
                  </a:lnTo>
                  <a:lnTo>
                    <a:pt x="3037660" y="1843839"/>
                  </a:lnTo>
                  <a:lnTo>
                    <a:pt x="3043367" y="1838143"/>
                  </a:lnTo>
                  <a:lnTo>
                    <a:pt x="3049073" y="1806770"/>
                  </a:lnTo>
                  <a:lnTo>
                    <a:pt x="3054779" y="1789851"/>
                  </a:lnTo>
                  <a:lnTo>
                    <a:pt x="3060485" y="1839142"/>
                  </a:lnTo>
                  <a:lnTo>
                    <a:pt x="3066191" y="2000607"/>
                  </a:lnTo>
                  <a:lnTo>
                    <a:pt x="3071898" y="2185375"/>
                  </a:lnTo>
                  <a:lnTo>
                    <a:pt x="3077604" y="2363349"/>
                  </a:lnTo>
                  <a:lnTo>
                    <a:pt x="3083310" y="2531220"/>
                  </a:lnTo>
                  <a:lnTo>
                    <a:pt x="3089016" y="2574134"/>
                  </a:lnTo>
                  <a:lnTo>
                    <a:pt x="3094722" y="2499502"/>
                  </a:lnTo>
                  <a:lnTo>
                    <a:pt x="3100428" y="2469670"/>
                  </a:lnTo>
                  <a:lnTo>
                    <a:pt x="3106135" y="2533324"/>
                  </a:lnTo>
                  <a:lnTo>
                    <a:pt x="3111841" y="2622373"/>
                  </a:lnTo>
                  <a:lnTo>
                    <a:pt x="3117547" y="2706807"/>
                  </a:lnTo>
                  <a:lnTo>
                    <a:pt x="3123253" y="2849158"/>
                  </a:lnTo>
                  <a:lnTo>
                    <a:pt x="3128959" y="2951824"/>
                  </a:lnTo>
                  <a:lnTo>
                    <a:pt x="3134665" y="2978940"/>
                  </a:lnTo>
                  <a:lnTo>
                    <a:pt x="3140372" y="2845999"/>
                  </a:lnTo>
                  <a:lnTo>
                    <a:pt x="3146078" y="2685300"/>
                  </a:lnTo>
                  <a:lnTo>
                    <a:pt x="3151784" y="2610308"/>
                  </a:lnTo>
                  <a:lnTo>
                    <a:pt x="3157490" y="2585101"/>
                  </a:lnTo>
                  <a:lnTo>
                    <a:pt x="3163196" y="2553934"/>
                  </a:lnTo>
                  <a:lnTo>
                    <a:pt x="3168903" y="2595025"/>
                  </a:lnTo>
                  <a:lnTo>
                    <a:pt x="3174609" y="2712794"/>
                  </a:lnTo>
                  <a:lnTo>
                    <a:pt x="3180315" y="2878624"/>
                  </a:lnTo>
                  <a:lnTo>
                    <a:pt x="3186021" y="2978187"/>
                  </a:lnTo>
                  <a:lnTo>
                    <a:pt x="3191727" y="3001257"/>
                  </a:lnTo>
                  <a:lnTo>
                    <a:pt x="3197433" y="3034258"/>
                  </a:lnTo>
                  <a:lnTo>
                    <a:pt x="3203140" y="2997080"/>
                  </a:lnTo>
                  <a:lnTo>
                    <a:pt x="3208846" y="2999017"/>
                  </a:lnTo>
                  <a:lnTo>
                    <a:pt x="3214552" y="2971482"/>
                  </a:lnTo>
                  <a:lnTo>
                    <a:pt x="3220258" y="2946911"/>
                  </a:lnTo>
                  <a:lnTo>
                    <a:pt x="3225964" y="2957347"/>
                  </a:lnTo>
                  <a:lnTo>
                    <a:pt x="3231671" y="2988411"/>
                  </a:lnTo>
                  <a:lnTo>
                    <a:pt x="3237377" y="3010841"/>
                  </a:lnTo>
                  <a:lnTo>
                    <a:pt x="3243083" y="3026319"/>
                  </a:lnTo>
                  <a:lnTo>
                    <a:pt x="3248789" y="3074478"/>
                  </a:lnTo>
                  <a:lnTo>
                    <a:pt x="3254495" y="3114554"/>
                  </a:lnTo>
                  <a:lnTo>
                    <a:pt x="3255793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470785" y="2759748"/>
              <a:ext cx="242517" cy="502728"/>
            </a:xfrm>
            <a:custGeom>
              <a:avLst/>
              <a:pathLst>
                <a:path w="242517" h="502728">
                  <a:moveTo>
                    <a:pt x="0" y="502728"/>
                  </a:moveTo>
                  <a:lnTo>
                    <a:pt x="4160" y="426927"/>
                  </a:lnTo>
                  <a:lnTo>
                    <a:pt x="9866" y="316920"/>
                  </a:lnTo>
                  <a:lnTo>
                    <a:pt x="15572" y="204770"/>
                  </a:lnTo>
                  <a:lnTo>
                    <a:pt x="21278" y="99609"/>
                  </a:lnTo>
                  <a:lnTo>
                    <a:pt x="26984" y="0"/>
                  </a:lnTo>
                  <a:lnTo>
                    <a:pt x="32691" y="7476"/>
                  </a:lnTo>
                  <a:lnTo>
                    <a:pt x="38397" y="27880"/>
                  </a:lnTo>
                  <a:lnTo>
                    <a:pt x="44103" y="73512"/>
                  </a:lnTo>
                  <a:lnTo>
                    <a:pt x="49809" y="159507"/>
                  </a:lnTo>
                  <a:lnTo>
                    <a:pt x="55515" y="210957"/>
                  </a:lnTo>
                  <a:lnTo>
                    <a:pt x="61221" y="201824"/>
                  </a:lnTo>
                  <a:lnTo>
                    <a:pt x="66928" y="155669"/>
                  </a:lnTo>
                  <a:lnTo>
                    <a:pt x="72634" y="182081"/>
                  </a:lnTo>
                  <a:lnTo>
                    <a:pt x="78340" y="206380"/>
                  </a:lnTo>
                  <a:lnTo>
                    <a:pt x="84046" y="199298"/>
                  </a:lnTo>
                  <a:lnTo>
                    <a:pt x="89752" y="223634"/>
                  </a:lnTo>
                  <a:lnTo>
                    <a:pt x="95459" y="354067"/>
                  </a:lnTo>
                  <a:lnTo>
                    <a:pt x="101165" y="415101"/>
                  </a:lnTo>
                  <a:lnTo>
                    <a:pt x="106871" y="404309"/>
                  </a:lnTo>
                  <a:lnTo>
                    <a:pt x="112577" y="343298"/>
                  </a:lnTo>
                  <a:lnTo>
                    <a:pt x="118283" y="312889"/>
                  </a:lnTo>
                  <a:lnTo>
                    <a:pt x="123989" y="304305"/>
                  </a:lnTo>
                  <a:lnTo>
                    <a:pt x="129696" y="280706"/>
                  </a:lnTo>
                  <a:lnTo>
                    <a:pt x="135402" y="262169"/>
                  </a:lnTo>
                  <a:lnTo>
                    <a:pt x="141108" y="239484"/>
                  </a:lnTo>
                  <a:lnTo>
                    <a:pt x="146814" y="265879"/>
                  </a:lnTo>
                  <a:lnTo>
                    <a:pt x="152520" y="314702"/>
                  </a:lnTo>
                  <a:lnTo>
                    <a:pt x="158226" y="359142"/>
                  </a:lnTo>
                  <a:lnTo>
                    <a:pt x="163933" y="358317"/>
                  </a:lnTo>
                  <a:lnTo>
                    <a:pt x="169639" y="373775"/>
                  </a:lnTo>
                  <a:lnTo>
                    <a:pt x="175345" y="411940"/>
                  </a:lnTo>
                  <a:lnTo>
                    <a:pt x="181051" y="452932"/>
                  </a:lnTo>
                  <a:lnTo>
                    <a:pt x="186757" y="447414"/>
                  </a:lnTo>
                  <a:lnTo>
                    <a:pt x="192464" y="442631"/>
                  </a:lnTo>
                  <a:lnTo>
                    <a:pt x="198170" y="437562"/>
                  </a:lnTo>
                  <a:lnTo>
                    <a:pt x="203876" y="393587"/>
                  </a:lnTo>
                  <a:lnTo>
                    <a:pt x="209582" y="302064"/>
                  </a:lnTo>
                  <a:lnTo>
                    <a:pt x="215288" y="313242"/>
                  </a:lnTo>
                  <a:lnTo>
                    <a:pt x="220994" y="340409"/>
                  </a:lnTo>
                  <a:lnTo>
                    <a:pt x="226701" y="328932"/>
                  </a:lnTo>
                  <a:lnTo>
                    <a:pt x="232407" y="358763"/>
                  </a:lnTo>
                  <a:lnTo>
                    <a:pt x="238113" y="433054"/>
                  </a:lnTo>
                  <a:lnTo>
                    <a:pt x="242517" y="5027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716211" y="2331955"/>
              <a:ext cx="260771" cy="930522"/>
            </a:xfrm>
            <a:custGeom>
              <a:avLst/>
              <a:pathLst>
                <a:path w="260771" h="930522">
                  <a:moveTo>
                    <a:pt x="0" y="930522"/>
                  </a:moveTo>
                  <a:lnTo>
                    <a:pt x="4100" y="877940"/>
                  </a:lnTo>
                  <a:lnTo>
                    <a:pt x="9806" y="780072"/>
                  </a:lnTo>
                  <a:lnTo>
                    <a:pt x="15512" y="670303"/>
                  </a:lnTo>
                  <a:lnTo>
                    <a:pt x="21218" y="517826"/>
                  </a:lnTo>
                  <a:lnTo>
                    <a:pt x="26924" y="347654"/>
                  </a:lnTo>
                  <a:lnTo>
                    <a:pt x="32631" y="232522"/>
                  </a:lnTo>
                  <a:lnTo>
                    <a:pt x="38337" y="196223"/>
                  </a:lnTo>
                  <a:lnTo>
                    <a:pt x="44043" y="201887"/>
                  </a:lnTo>
                  <a:lnTo>
                    <a:pt x="49749" y="248153"/>
                  </a:lnTo>
                  <a:lnTo>
                    <a:pt x="55455" y="303408"/>
                  </a:lnTo>
                  <a:lnTo>
                    <a:pt x="61162" y="362421"/>
                  </a:lnTo>
                  <a:lnTo>
                    <a:pt x="66868" y="379373"/>
                  </a:lnTo>
                  <a:lnTo>
                    <a:pt x="72574" y="384214"/>
                  </a:lnTo>
                  <a:lnTo>
                    <a:pt x="78280" y="339533"/>
                  </a:lnTo>
                  <a:lnTo>
                    <a:pt x="83986" y="297031"/>
                  </a:lnTo>
                  <a:lnTo>
                    <a:pt x="89692" y="284810"/>
                  </a:lnTo>
                  <a:lnTo>
                    <a:pt x="95399" y="346810"/>
                  </a:lnTo>
                  <a:lnTo>
                    <a:pt x="101105" y="423683"/>
                  </a:lnTo>
                  <a:lnTo>
                    <a:pt x="106811" y="431832"/>
                  </a:lnTo>
                  <a:lnTo>
                    <a:pt x="112517" y="503650"/>
                  </a:lnTo>
                  <a:lnTo>
                    <a:pt x="118223" y="557994"/>
                  </a:lnTo>
                  <a:lnTo>
                    <a:pt x="123930" y="540645"/>
                  </a:lnTo>
                  <a:lnTo>
                    <a:pt x="129636" y="397773"/>
                  </a:lnTo>
                  <a:lnTo>
                    <a:pt x="135342" y="280506"/>
                  </a:lnTo>
                  <a:lnTo>
                    <a:pt x="141048" y="184438"/>
                  </a:lnTo>
                  <a:lnTo>
                    <a:pt x="146754" y="27246"/>
                  </a:lnTo>
                  <a:lnTo>
                    <a:pt x="152460" y="0"/>
                  </a:lnTo>
                  <a:lnTo>
                    <a:pt x="158167" y="117778"/>
                  </a:lnTo>
                  <a:lnTo>
                    <a:pt x="163873" y="282422"/>
                  </a:lnTo>
                  <a:lnTo>
                    <a:pt x="169579" y="419433"/>
                  </a:lnTo>
                  <a:lnTo>
                    <a:pt x="175285" y="558795"/>
                  </a:lnTo>
                  <a:lnTo>
                    <a:pt x="180991" y="731409"/>
                  </a:lnTo>
                  <a:lnTo>
                    <a:pt x="186697" y="816998"/>
                  </a:lnTo>
                  <a:lnTo>
                    <a:pt x="192404" y="803978"/>
                  </a:lnTo>
                  <a:lnTo>
                    <a:pt x="198110" y="803978"/>
                  </a:lnTo>
                  <a:lnTo>
                    <a:pt x="203816" y="811104"/>
                  </a:lnTo>
                  <a:lnTo>
                    <a:pt x="209522" y="838161"/>
                  </a:lnTo>
                  <a:lnTo>
                    <a:pt x="215228" y="832614"/>
                  </a:lnTo>
                  <a:lnTo>
                    <a:pt x="220935" y="786267"/>
                  </a:lnTo>
                  <a:lnTo>
                    <a:pt x="226641" y="729206"/>
                  </a:lnTo>
                  <a:lnTo>
                    <a:pt x="232347" y="718139"/>
                  </a:lnTo>
                  <a:lnTo>
                    <a:pt x="238053" y="732222"/>
                  </a:lnTo>
                  <a:lnTo>
                    <a:pt x="243759" y="770441"/>
                  </a:lnTo>
                  <a:lnTo>
                    <a:pt x="249465" y="812796"/>
                  </a:lnTo>
                  <a:lnTo>
                    <a:pt x="255172" y="862243"/>
                  </a:lnTo>
                  <a:lnTo>
                    <a:pt x="260771" y="9305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001790" y="1242487"/>
              <a:ext cx="504966" cy="2019989"/>
            </a:xfrm>
            <a:custGeom>
              <a:avLst/>
              <a:pathLst>
                <a:path w="504966" h="2019989">
                  <a:moveTo>
                    <a:pt x="0" y="2019989"/>
                  </a:moveTo>
                  <a:lnTo>
                    <a:pt x="3830" y="1975804"/>
                  </a:lnTo>
                  <a:lnTo>
                    <a:pt x="9536" y="1861132"/>
                  </a:lnTo>
                  <a:lnTo>
                    <a:pt x="15242" y="1747637"/>
                  </a:lnTo>
                  <a:lnTo>
                    <a:pt x="20949" y="1718197"/>
                  </a:lnTo>
                  <a:lnTo>
                    <a:pt x="26655" y="1728060"/>
                  </a:lnTo>
                  <a:lnTo>
                    <a:pt x="32361" y="1740784"/>
                  </a:lnTo>
                  <a:lnTo>
                    <a:pt x="38067" y="1806603"/>
                  </a:lnTo>
                  <a:lnTo>
                    <a:pt x="43773" y="1857970"/>
                  </a:lnTo>
                  <a:lnTo>
                    <a:pt x="49479" y="1834571"/>
                  </a:lnTo>
                  <a:lnTo>
                    <a:pt x="55186" y="1749485"/>
                  </a:lnTo>
                  <a:lnTo>
                    <a:pt x="60892" y="1577060"/>
                  </a:lnTo>
                  <a:lnTo>
                    <a:pt x="66598" y="1383732"/>
                  </a:lnTo>
                  <a:lnTo>
                    <a:pt x="72304" y="1246235"/>
                  </a:lnTo>
                  <a:lnTo>
                    <a:pt x="78010" y="1196444"/>
                  </a:lnTo>
                  <a:lnTo>
                    <a:pt x="83717" y="1156629"/>
                  </a:lnTo>
                  <a:lnTo>
                    <a:pt x="89423" y="1120397"/>
                  </a:lnTo>
                  <a:lnTo>
                    <a:pt x="95129" y="1208104"/>
                  </a:lnTo>
                  <a:lnTo>
                    <a:pt x="100835" y="1290737"/>
                  </a:lnTo>
                  <a:lnTo>
                    <a:pt x="106541" y="1253933"/>
                  </a:lnTo>
                  <a:lnTo>
                    <a:pt x="112247" y="1223223"/>
                  </a:lnTo>
                  <a:lnTo>
                    <a:pt x="117954" y="1218759"/>
                  </a:lnTo>
                  <a:lnTo>
                    <a:pt x="123660" y="1172629"/>
                  </a:lnTo>
                  <a:lnTo>
                    <a:pt x="129366" y="1075267"/>
                  </a:lnTo>
                  <a:lnTo>
                    <a:pt x="135072" y="984526"/>
                  </a:lnTo>
                  <a:lnTo>
                    <a:pt x="140778" y="918897"/>
                  </a:lnTo>
                  <a:lnTo>
                    <a:pt x="146484" y="826442"/>
                  </a:lnTo>
                  <a:lnTo>
                    <a:pt x="152191" y="748805"/>
                  </a:lnTo>
                  <a:lnTo>
                    <a:pt x="157897" y="767187"/>
                  </a:lnTo>
                  <a:lnTo>
                    <a:pt x="163603" y="748439"/>
                  </a:lnTo>
                  <a:lnTo>
                    <a:pt x="169309" y="760785"/>
                  </a:lnTo>
                  <a:lnTo>
                    <a:pt x="175015" y="872295"/>
                  </a:lnTo>
                  <a:lnTo>
                    <a:pt x="180722" y="896048"/>
                  </a:lnTo>
                  <a:lnTo>
                    <a:pt x="186428" y="904061"/>
                  </a:lnTo>
                  <a:lnTo>
                    <a:pt x="192134" y="883974"/>
                  </a:lnTo>
                  <a:lnTo>
                    <a:pt x="197840" y="908140"/>
                  </a:lnTo>
                  <a:lnTo>
                    <a:pt x="203546" y="975226"/>
                  </a:lnTo>
                  <a:lnTo>
                    <a:pt x="209252" y="940681"/>
                  </a:lnTo>
                  <a:lnTo>
                    <a:pt x="214959" y="927408"/>
                  </a:lnTo>
                  <a:lnTo>
                    <a:pt x="220665" y="909615"/>
                  </a:lnTo>
                  <a:lnTo>
                    <a:pt x="226371" y="823941"/>
                  </a:lnTo>
                  <a:lnTo>
                    <a:pt x="232077" y="710756"/>
                  </a:lnTo>
                  <a:lnTo>
                    <a:pt x="237783" y="497727"/>
                  </a:lnTo>
                  <a:lnTo>
                    <a:pt x="243489" y="290927"/>
                  </a:lnTo>
                  <a:lnTo>
                    <a:pt x="249196" y="125596"/>
                  </a:lnTo>
                  <a:lnTo>
                    <a:pt x="254902" y="0"/>
                  </a:lnTo>
                  <a:lnTo>
                    <a:pt x="260608" y="22520"/>
                  </a:lnTo>
                  <a:lnTo>
                    <a:pt x="266314" y="78670"/>
                  </a:lnTo>
                  <a:lnTo>
                    <a:pt x="272020" y="225951"/>
                  </a:lnTo>
                  <a:lnTo>
                    <a:pt x="277727" y="462536"/>
                  </a:lnTo>
                  <a:lnTo>
                    <a:pt x="283433" y="759252"/>
                  </a:lnTo>
                  <a:lnTo>
                    <a:pt x="289139" y="996888"/>
                  </a:lnTo>
                  <a:lnTo>
                    <a:pt x="294845" y="1031463"/>
                  </a:lnTo>
                  <a:lnTo>
                    <a:pt x="300551" y="1081494"/>
                  </a:lnTo>
                  <a:lnTo>
                    <a:pt x="306257" y="1204405"/>
                  </a:lnTo>
                  <a:lnTo>
                    <a:pt x="311964" y="1219780"/>
                  </a:lnTo>
                  <a:lnTo>
                    <a:pt x="317670" y="1103303"/>
                  </a:lnTo>
                  <a:lnTo>
                    <a:pt x="323376" y="986032"/>
                  </a:lnTo>
                  <a:lnTo>
                    <a:pt x="329082" y="985600"/>
                  </a:lnTo>
                  <a:lnTo>
                    <a:pt x="334788" y="956748"/>
                  </a:lnTo>
                  <a:lnTo>
                    <a:pt x="340495" y="765037"/>
                  </a:lnTo>
                  <a:lnTo>
                    <a:pt x="346201" y="683278"/>
                  </a:lnTo>
                  <a:lnTo>
                    <a:pt x="351907" y="788870"/>
                  </a:lnTo>
                  <a:lnTo>
                    <a:pt x="357613" y="961409"/>
                  </a:lnTo>
                  <a:lnTo>
                    <a:pt x="363319" y="1077901"/>
                  </a:lnTo>
                  <a:lnTo>
                    <a:pt x="369025" y="1167283"/>
                  </a:lnTo>
                  <a:lnTo>
                    <a:pt x="374732" y="1315710"/>
                  </a:lnTo>
                  <a:lnTo>
                    <a:pt x="380438" y="1440411"/>
                  </a:lnTo>
                  <a:lnTo>
                    <a:pt x="386144" y="1485651"/>
                  </a:lnTo>
                  <a:lnTo>
                    <a:pt x="391850" y="1507301"/>
                  </a:lnTo>
                  <a:lnTo>
                    <a:pt x="397556" y="1561894"/>
                  </a:lnTo>
                  <a:lnTo>
                    <a:pt x="403262" y="1635799"/>
                  </a:lnTo>
                  <a:lnTo>
                    <a:pt x="408969" y="1698335"/>
                  </a:lnTo>
                  <a:lnTo>
                    <a:pt x="414675" y="1778482"/>
                  </a:lnTo>
                  <a:lnTo>
                    <a:pt x="420381" y="1863119"/>
                  </a:lnTo>
                  <a:lnTo>
                    <a:pt x="426087" y="1944162"/>
                  </a:lnTo>
                  <a:lnTo>
                    <a:pt x="431793" y="1965738"/>
                  </a:lnTo>
                  <a:lnTo>
                    <a:pt x="437500" y="1917974"/>
                  </a:lnTo>
                  <a:lnTo>
                    <a:pt x="443206" y="1929995"/>
                  </a:lnTo>
                  <a:lnTo>
                    <a:pt x="448912" y="1894075"/>
                  </a:lnTo>
                  <a:lnTo>
                    <a:pt x="454618" y="1815356"/>
                  </a:lnTo>
                  <a:lnTo>
                    <a:pt x="460324" y="1689573"/>
                  </a:lnTo>
                  <a:lnTo>
                    <a:pt x="466030" y="1652923"/>
                  </a:lnTo>
                  <a:lnTo>
                    <a:pt x="471737" y="1690342"/>
                  </a:lnTo>
                  <a:lnTo>
                    <a:pt x="477443" y="1766375"/>
                  </a:lnTo>
                  <a:lnTo>
                    <a:pt x="483149" y="1838534"/>
                  </a:lnTo>
                  <a:lnTo>
                    <a:pt x="488855" y="1868459"/>
                  </a:lnTo>
                  <a:lnTo>
                    <a:pt x="494561" y="1938930"/>
                  </a:lnTo>
                  <a:lnTo>
                    <a:pt x="500268" y="1994391"/>
                  </a:lnTo>
                  <a:lnTo>
                    <a:pt x="504966" y="20199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508395" y="2847250"/>
              <a:ext cx="259338" cy="415227"/>
            </a:xfrm>
            <a:custGeom>
              <a:avLst/>
              <a:pathLst>
                <a:path w="259338" h="415227">
                  <a:moveTo>
                    <a:pt x="0" y="415227"/>
                  </a:moveTo>
                  <a:lnTo>
                    <a:pt x="5074" y="371081"/>
                  </a:lnTo>
                  <a:lnTo>
                    <a:pt x="10781" y="356108"/>
                  </a:lnTo>
                  <a:lnTo>
                    <a:pt x="16487" y="384680"/>
                  </a:lnTo>
                  <a:lnTo>
                    <a:pt x="22193" y="342332"/>
                  </a:lnTo>
                  <a:lnTo>
                    <a:pt x="27899" y="222900"/>
                  </a:lnTo>
                  <a:lnTo>
                    <a:pt x="33605" y="128876"/>
                  </a:lnTo>
                  <a:lnTo>
                    <a:pt x="39312" y="81142"/>
                  </a:lnTo>
                  <a:lnTo>
                    <a:pt x="45018" y="16753"/>
                  </a:lnTo>
                  <a:lnTo>
                    <a:pt x="50724" y="0"/>
                  </a:lnTo>
                  <a:lnTo>
                    <a:pt x="56430" y="1136"/>
                  </a:lnTo>
                  <a:lnTo>
                    <a:pt x="62136" y="57990"/>
                  </a:lnTo>
                  <a:lnTo>
                    <a:pt x="67842" y="94320"/>
                  </a:lnTo>
                  <a:lnTo>
                    <a:pt x="73549" y="92248"/>
                  </a:lnTo>
                  <a:lnTo>
                    <a:pt x="79255" y="78672"/>
                  </a:lnTo>
                  <a:lnTo>
                    <a:pt x="84961" y="64665"/>
                  </a:lnTo>
                  <a:lnTo>
                    <a:pt x="90667" y="87937"/>
                  </a:lnTo>
                  <a:lnTo>
                    <a:pt x="96373" y="163805"/>
                  </a:lnTo>
                  <a:lnTo>
                    <a:pt x="102079" y="280627"/>
                  </a:lnTo>
                  <a:lnTo>
                    <a:pt x="107786" y="248406"/>
                  </a:lnTo>
                  <a:lnTo>
                    <a:pt x="113492" y="239380"/>
                  </a:lnTo>
                  <a:lnTo>
                    <a:pt x="119198" y="276875"/>
                  </a:lnTo>
                  <a:lnTo>
                    <a:pt x="124904" y="309945"/>
                  </a:lnTo>
                  <a:lnTo>
                    <a:pt x="130610" y="226569"/>
                  </a:lnTo>
                  <a:lnTo>
                    <a:pt x="136317" y="162649"/>
                  </a:lnTo>
                  <a:lnTo>
                    <a:pt x="142023" y="216676"/>
                  </a:lnTo>
                  <a:lnTo>
                    <a:pt x="147729" y="208987"/>
                  </a:lnTo>
                  <a:lnTo>
                    <a:pt x="153435" y="100620"/>
                  </a:lnTo>
                  <a:lnTo>
                    <a:pt x="159141" y="46394"/>
                  </a:lnTo>
                  <a:lnTo>
                    <a:pt x="164847" y="58883"/>
                  </a:lnTo>
                  <a:lnTo>
                    <a:pt x="170554" y="38491"/>
                  </a:lnTo>
                  <a:lnTo>
                    <a:pt x="176260" y="55107"/>
                  </a:lnTo>
                  <a:lnTo>
                    <a:pt x="181966" y="65040"/>
                  </a:lnTo>
                  <a:lnTo>
                    <a:pt x="187672" y="127433"/>
                  </a:lnTo>
                  <a:lnTo>
                    <a:pt x="193378" y="190473"/>
                  </a:lnTo>
                  <a:lnTo>
                    <a:pt x="199085" y="229481"/>
                  </a:lnTo>
                  <a:lnTo>
                    <a:pt x="204791" y="212580"/>
                  </a:lnTo>
                  <a:lnTo>
                    <a:pt x="210497" y="246790"/>
                  </a:lnTo>
                  <a:lnTo>
                    <a:pt x="216203" y="334642"/>
                  </a:lnTo>
                  <a:lnTo>
                    <a:pt x="221909" y="305321"/>
                  </a:lnTo>
                  <a:lnTo>
                    <a:pt x="227615" y="265264"/>
                  </a:lnTo>
                  <a:lnTo>
                    <a:pt x="233322" y="333281"/>
                  </a:lnTo>
                  <a:lnTo>
                    <a:pt x="239028" y="382105"/>
                  </a:lnTo>
                  <a:lnTo>
                    <a:pt x="244734" y="342595"/>
                  </a:lnTo>
                  <a:lnTo>
                    <a:pt x="250440" y="326027"/>
                  </a:lnTo>
                  <a:lnTo>
                    <a:pt x="256146" y="369415"/>
                  </a:lnTo>
                  <a:lnTo>
                    <a:pt x="259338" y="4152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800214" y="2787196"/>
              <a:ext cx="198280" cy="475280"/>
            </a:xfrm>
            <a:custGeom>
              <a:avLst/>
              <a:pathLst>
                <a:path w="198280" h="475280">
                  <a:moveTo>
                    <a:pt x="0" y="475280"/>
                  </a:moveTo>
                  <a:lnTo>
                    <a:pt x="4270" y="402621"/>
                  </a:lnTo>
                  <a:lnTo>
                    <a:pt x="9976" y="322715"/>
                  </a:lnTo>
                  <a:lnTo>
                    <a:pt x="15682" y="283504"/>
                  </a:lnTo>
                  <a:lnTo>
                    <a:pt x="21389" y="158379"/>
                  </a:lnTo>
                  <a:lnTo>
                    <a:pt x="27095" y="153863"/>
                  </a:lnTo>
                  <a:lnTo>
                    <a:pt x="32801" y="180045"/>
                  </a:lnTo>
                  <a:lnTo>
                    <a:pt x="38507" y="126370"/>
                  </a:lnTo>
                  <a:lnTo>
                    <a:pt x="44213" y="124126"/>
                  </a:lnTo>
                  <a:lnTo>
                    <a:pt x="49920" y="166588"/>
                  </a:lnTo>
                  <a:lnTo>
                    <a:pt x="55626" y="204842"/>
                  </a:lnTo>
                  <a:lnTo>
                    <a:pt x="61332" y="142102"/>
                  </a:lnTo>
                  <a:lnTo>
                    <a:pt x="67038" y="172358"/>
                  </a:lnTo>
                  <a:lnTo>
                    <a:pt x="72744" y="269934"/>
                  </a:lnTo>
                  <a:lnTo>
                    <a:pt x="78450" y="271178"/>
                  </a:lnTo>
                  <a:lnTo>
                    <a:pt x="84157" y="275090"/>
                  </a:lnTo>
                  <a:lnTo>
                    <a:pt x="89863" y="368965"/>
                  </a:lnTo>
                  <a:lnTo>
                    <a:pt x="95569" y="363991"/>
                  </a:lnTo>
                  <a:lnTo>
                    <a:pt x="101275" y="275834"/>
                  </a:lnTo>
                  <a:lnTo>
                    <a:pt x="106981" y="192296"/>
                  </a:lnTo>
                  <a:lnTo>
                    <a:pt x="112687" y="137438"/>
                  </a:lnTo>
                  <a:lnTo>
                    <a:pt x="118394" y="76415"/>
                  </a:lnTo>
                  <a:lnTo>
                    <a:pt x="124100" y="0"/>
                  </a:lnTo>
                  <a:lnTo>
                    <a:pt x="129806" y="56634"/>
                  </a:lnTo>
                  <a:lnTo>
                    <a:pt x="135512" y="138959"/>
                  </a:lnTo>
                  <a:lnTo>
                    <a:pt x="141218" y="194856"/>
                  </a:lnTo>
                  <a:lnTo>
                    <a:pt x="146925" y="287744"/>
                  </a:lnTo>
                  <a:lnTo>
                    <a:pt x="152631" y="377534"/>
                  </a:lnTo>
                  <a:lnTo>
                    <a:pt x="158337" y="393312"/>
                  </a:lnTo>
                  <a:lnTo>
                    <a:pt x="164043" y="402281"/>
                  </a:lnTo>
                  <a:lnTo>
                    <a:pt x="169749" y="383958"/>
                  </a:lnTo>
                  <a:lnTo>
                    <a:pt x="175455" y="405248"/>
                  </a:lnTo>
                  <a:lnTo>
                    <a:pt x="181162" y="413922"/>
                  </a:lnTo>
                  <a:lnTo>
                    <a:pt x="186868" y="388694"/>
                  </a:lnTo>
                  <a:lnTo>
                    <a:pt x="192574" y="388368"/>
                  </a:lnTo>
                  <a:lnTo>
                    <a:pt x="198280" y="348984"/>
                  </a:lnTo>
                  <a:lnTo>
                    <a:pt x="198280" y="3489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528449"/>
                  </a:moveTo>
                  <a:lnTo>
                    <a:pt x="5706" y="565133"/>
                  </a:lnTo>
                  <a:lnTo>
                    <a:pt x="11412" y="584894"/>
                  </a:lnTo>
                  <a:lnTo>
                    <a:pt x="17118" y="556707"/>
                  </a:lnTo>
                  <a:lnTo>
                    <a:pt x="22824" y="543393"/>
                  </a:lnTo>
                  <a:lnTo>
                    <a:pt x="28530" y="523299"/>
                  </a:lnTo>
                  <a:lnTo>
                    <a:pt x="34237" y="597295"/>
                  </a:lnTo>
                  <a:lnTo>
                    <a:pt x="39943" y="595169"/>
                  </a:lnTo>
                  <a:lnTo>
                    <a:pt x="45649" y="564311"/>
                  </a:lnTo>
                  <a:lnTo>
                    <a:pt x="51355" y="603070"/>
                  </a:lnTo>
                  <a:lnTo>
                    <a:pt x="57061" y="676565"/>
                  </a:lnTo>
                  <a:lnTo>
                    <a:pt x="62767" y="810153"/>
                  </a:lnTo>
                  <a:lnTo>
                    <a:pt x="68474" y="897446"/>
                  </a:lnTo>
                  <a:lnTo>
                    <a:pt x="74180" y="995075"/>
                  </a:lnTo>
                  <a:lnTo>
                    <a:pt x="79886" y="1113128"/>
                  </a:lnTo>
                  <a:lnTo>
                    <a:pt x="85592" y="1161490"/>
                  </a:lnTo>
                  <a:lnTo>
                    <a:pt x="91298" y="1123483"/>
                  </a:lnTo>
                  <a:lnTo>
                    <a:pt x="97005" y="997022"/>
                  </a:lnTo>
                  <a:lnTo>
                    <a:pt x="102711" y="882071"/>
                  </a:lnTo>
                  <a:lnTo>
                    <a:pt x="108417" y="771259"/>
                  </a:lnTo>
                  <a:lnTo>
                    <a:pt x="114123" y="642406"/>
                  </a:lnTo>
                  <a:lnTo>
                    <a:pt x="119829" y="531992"/>
                  </a:lnTo>
                  <a:lnTo>
                    <a:pt x="125535" y="528693"/>
                  </a:lnTo>
                  <a:lnTo>
                    <a:pt x="131242" y="609796"/>
                  </a:lnTo>
                  <a:lnTo>
                    <a:pt x="136948" y="641132"/>
                  </a:lnTo>
                  <a:lnTo>
                    <a:pt x="142654" y="595645"/>
                  </a:lnTo>
                  <a:lnTo>
                    <a:pt x="148360" y="575979"/>
                  </a:lnTo>
                  <a:lnTo>
                    <a:pt x="154066" y="591898"/>
                  </a:lnTo>
                  <a:lnTo>
                    <a:pt x="159772" y="518285"/>
                  </a:lnTo>
                  <a:lnTo>
                    <a:pt x="165479" y="476853"/>
                  </a:lnTo>
                  <a:lnTo>
                    <a:pt x="171185" y="554614"/>
                  </a:lnTo>
                  <a:lnTo>
                    <a:pt x="176891" y="687514"/>
                  </a:lnTo>
                  <a:lnTo>
                    <a:pt x="182597" y="774158"/>
                  </a:lnTo>
                  <a:lnTo>
                    <a:pt x="188303" y="847489"/>
                  </a:lnTo>
                  <a:lnTo>
                    <a:pt x="194010" y="1018184"/>
                  </a:lnTo>
                  <a:lnTo>
                    <a:pt x="199716" y="1057986"/>
                  </a:lnTo>
                  <a:lnTo>
                    <a:pt x="205422" y="935123"/>
                  </a:lnTo>
                  <a:lnTo>
                    <a:pt x="211128" y="820010"/>
                  </a:lnTo>
                  <a:lnTo>
                    <a:pt x="216834" y="789997"/>
                  </a:lnTo>
                  <a:lnTo>
                    <a:pt x="222540" y="791166"/>
                  </a:lnTo>
                  <a:lnTo>
                    <a:pt x="228247" y="794755"/>
                  </a:lnTo>
                  <a:lnTo>
                    <a:pt x="233953" y="902800"/>
                  </a:lnTo>
                  <a:lnTo>
                    <a:pt x="239659" y="1095164"/>
                  </a:lnTo>
                  <a:lnTo>
                    <a:pt x="245365" y="1280129"/>
                  </a:lnTo>
                  <a:lnTo>
                    <a:pt x="251071" y="1382284"/>
                  </a:lnTo>
                  <a:lnTo>
                    <a:pt x="256778" y="1375826"/>
                  </a:lnTo>
                  <a:lnTo>
                    <a:pt x="262484" y="1250765"/>
                  </a:lnTo>
                  <a:lnTo>
                    <a:pt x="268190" y="1100211"/>
                  </a:lnTo>
                  <a:lnTo>
                    <a:pt x="273896" y="979606"/>
                  </a:lnTo>
                  <a:lnTo>
                    <a:pt x="279602" y="871971"/>
                  </a:lnTo>
                  <a:lnTo>
                    <a:pt x="285308" y="730441"/>
                  </a:lnTo>
                  <a:lnTo>
                    <a:pt x="291015" y="606929"/>
                  </a:lnTo>
                  <a:lnTo>
                    <a:pt x="296721" y="569304"/>
                  </a:lnTo>
                  <a:lnTo>
                    <a:pt x="302427" y="571964"/>
                  </a:lnTo>
                  <a:lnTo>
                    <a:pt x="308133" y="556586"/>
                  </a:lnTo>
                  <a:lnTo>
                    <a:pt x="313839" y="595599"/>
                  </a:lnTo>
                  <a:lnTo>
                    <a:pt x="319545" y="689535"/>
                  </a:lnTo>
                  <a:lnTo>
                    <a:pt x="325252" y="804241"/>
                  </a:lnTo>
                  <a:lnTo>
                    <a:pt x="330958" y="844628"/>
                  </a:lnTo>
                  <a:lnTo>
                    <a:pt x="336664" y="852197"/>
                  </a:lnTo>
                  <a:lnTo>
                    <a:pt x="342370" y="855341"/>
                  </a:lnTo>
                  <a:lnTo>
                    <a:pt x="348076" y="786906"/>
                  </a:lnTo>
                  <a:lnTo>
                    <a:pt x="353783" y="720518"/>
                  </a:lnTo>
                  <a:lnTo>
                    <a:pt x="359489" y="694243"/>
                  </a:lnTo>
                  <a:lnTo>
                    <a:pt x="365195" y="716280"/>
                  </a:lnTo>
                  <a:lnTo>
                    <a:pt x="370901" y="752165"/>
                  </a:lnTo>
                  <a:lnTo>
                    <a:pt x="376607" y="756025"/>
                  </a:lnTo>
                  <a:lnTo>
                    <a:pt x="382313" y="742825"/>
                  </a:lnTo>
                  <a:lnTo>
                    <a:pt x="388020" y="735677"/>
                  </a:lnTo>
                  <a:lnTo>
                    <a:pt x="393726" y="695845"/>
                  </a:lnTo>
                  <a:lnTo>
                    <a:pt x="399432" y="630691"/>
                  </a:lnTo>
                  <a:lnTo>
                    <a:pt x="405138" y="600978"/>
                  </a:lnTo>
                  <a:lnTo>
                    <a:pt x="410844" y="581699"/>
                  </a:lnTo>
                  <a:lnTo>
                    <a:pt x="416551" y="590985"/>
                  </a:lnTo>
                  <a:lnTo>
                    <a:pt x="422257" y="676560"/>
                  </a:lnTo>
                  <a:lnTo>
                    <a:pt x="427963" y="740191"/>
                  </a:lnTo>
                  <a:lnTo>
                    <a:pt x="433669" y="850917"/>
                  </a:lnTo>
                  <a:lnTo>
                    <a:pt x="439375" y="992284"/>
                  </a:lnTo>
                  <a:lnTo>
                    <a:pt x="445081" y="1146214"/>
                  </a:lnTo>
                  <a:lnTo>
                    <a:pt x="450788" y="1254891"/>
                  </a:lnTo>
                  <a:lnTo>
                    <a:pt x="456494" y="1287507"/>
                  </a:lnTo>
                  <a:lnTo>
                    <a:pt x="462200" y="1311221"/>
                  </a:lnTo>
                  <a:lnTo>
                    <a:pt x="467906" y="1245348"/>
                  </a:lnTo>
                  <a:lnTo>
                    <a:pt x="473612" y="1085069"/>
                  </a:lnTo>
                  <a:lnTo>
                    <a:pt x="479318" y="992353"/>
                  </a:lnTo>
                  <a:lnTo>
                    <a:pt x="485025" y="886894"/>
                  </a:lnTo>
                  <a:lnTo>
                    <a:pt x="490731" y="782236"/>
                  </a:lnTo>
                  <a:lnTo>
                    <a:pt x="496437" y="777813"/>
                  </a:lnTo>
                  <a:lnTo>
                    <a:pt x="502143" y="784845"/>
                  </a:lnTo>
                  <a:lnTo>
                    <a:pt x="507849" y="753568"/>
                  </a:lnTo>
                  <a:lnTo>
                    <a:pt x="513556" y="714559"/>
                  </a:lnTo>
                  <a:lnTo>
                    <a:pt x="519262" y="783979"/>
                  </a:lnTo>
                  <a:lnTo>
                    <a:pt x="524968" y="841465"/>
                  </a:lnTo>
                  <a:lnTo>
                    <a:pt x="530674" y="859731"/>
                  </a:lnTo>
                  <a:lnTo>
                    <a:pt x="536380" y="990213"/>
                  </a:lnTo>
                  <a:lnTo>
                    <a:pt x="542086" y="1319023"/>
                  </a:lnTo>
                  <a:lnTo>
                    <a:pt x="547793" y="1515977"/>
                  </a:lnTo>
                  <a:lnTo>
                    <a:pt x="553499" y="1540685"/>
                  </a:lnTo>
                  <a:lnTo>
                    <a:pt x="559205" y="1586987"/>
                  </a:lnTo>
                  <a:lnTo>
                    <a:pt x="564911" y="1696721"/>
                  </a:lnTo>
                  <a:lnTo>
                    <a:pt x="570617" y="1741660"/>
                  </a:lnTo>
                  <a:lnTo>
                    <a:pt x="576323" y="1674221"/>
                  </a:lnTo>
                  <a:lnTo>
                    <a:pt x="582030" y="1636637"/>
                  </a:lnTo>
                  <a:lnTo>
                    <a:pt x="587736" y="1664650"/>
                  </a:lnTo>
                  <a:lnTo>
                    <a:pt x="593442" y="1755370"/>
                  </a:lnTo>
                  <a:lnTo>
                    <a:pt x="599148" y="1808006"/>
                  </a:lnTo>
                  <a:lnTo>
                    <a:pt x="604854" y="1845299"/>
                  </a:lnTo>
                  <a:lnTo>
                    <a:pt x="610561" y="1886382"/>
                  </a:lnTo>
                  <a:lnTo>
                    <a:pt x="616267" y="2018918"/>
                  </a:lnTo>
                  <a:lnTo>
                    <a:pt x="621973" y="2135257"/>
                  </a:lnTo>
                  <a:lnTo>
                    <a:pt x="627679" y="2124997"/>
                  </a:lnTo>
                  <a:lnTo>
                    <a:pt x="633385" y="2048507"/>
                  </a:lnTo>
                  <a:lnTo>
                    <a:pt x="639091" y="1939731"/>
                  </a:lnTo>
                  <a:lnTo>
                    <a:pt x="644798" y="1795712"/>
                  </a:lnTo>
                  <a:lnTo>
                    <a:pt x="650504" y="1663661"/>
                  </a:lnTo>
                  <a:lnTo>
                    <a:pt x="656210" y="1605472"/>
                  </a:lnTo>
                  <a:lnTo>
                    <a:pt x="661916" y="1651556"/>
                  </a:lnTo>
                  <a:lnTo>
                    <a:pt x="667622" y="1747843"/>
                  </a:lnTo>
                  <a:lnTo>
                    <a:pt x="673329" y="1888777"/>
                  </a:lnTo>
                  <a:lnTo>
                    <a:pt x="679035" y="2079709"/>
                  </a:lnTo>
                  <a:lnTo>
                    <a:pt x="684741" y="2237699"/>
                  </a:lnTo>
                  <a:lnTo>
                    <a:pt x="690447" y="2343016"/>
                  </a:lnTo>
                  <a:lnTo>
                    <a:pt x="696153" y="2454518"/>
                  </a:lnTo>
                  <a:lnTo>
                    <a:pt x="701859" y="2597815"/>
                  </a:lnTo>
                  <a:lnTo>
                    <a:pt x="707566" y="2699682"/>
                  </a:lnTo>
                  <a:lnTo>
                    <a:pt x="713272" y="2666074"/>
                  </a:lnTo>
                  <a:lnTo>
                    <a:pt x="718978" y="2565566"/>
                  </a:lnTo>
                  <a:lnTo>
                    <a:pt x="724684" y="2558136"/>
                  </a:lnTo>
                  <a:lnTo>
                    <a:pt x="730390" y="2594621"/>
                  </a:lnTo>
                  <a:lnTo>
                    <a:pt x="736096" y="2623130"/>
                  </a:lnTo>
                  <a:lnTo>
                    <a:pt x="741803" y="2671039"/>
                  </a:lnTo>
                  <a:lnTo>
                    <a:pt x="747509" y="2753900"/>
                  </a:lnTo>
                  <a:lnTo>
                    <a:pt x="753215" y="2853460"/>
                  </a:lnTo>
                  <a:lnTo>
                    <a:pt x="758921" y="2968788"/>
                  </a:lnTo>
                  <a:lnTo>
                    <a:pt x="764627" y="2989730"/>
                  </a:lnTo>
                  <a:lnTo>
                    <a:pt x="770334" y="2891652"/>
                  </a:lnTo>
                  <a:lnTo>
                    <a:pt x="776040" y="2769082"/>
                  </a:lnTo>
                  <a:lnTo>
                    <a:pt x="781746" y="2772655"/>
                  </a:lnTo>
                  <a:lnTo>
                    <a:pt x="787452" y="2699617"/>
                  </a:lnTo>
                  <a:lnTo>
                    <a:pt x="793158" y="2518495"/>
                  </a:lnTo>
                  <a:lnTo>
                    <a:pt x="798864" y="2431496"/>
                  </a:lnTo>
                  <a:lnTo>
                    <a:pt x="804571" y="2494787"/>
                  </a:lnTo>
                  <a:lnTo>
                    <a:pt x="810277" y="2540006"/>
                  </a:lnTo>
                  <a:lnTo>
                    <a:pt x="815983" y="2483405"/>
                  </a:lnTo>
                  <a:lnTo>
                    <a:pt x="821689" y="2476651"/>
                  </a:lnTo>
                  <a:lnTo>
                    <a:pt x="827395" y="2478808"/>
                  </a:lnTo>
                  <a:lnTo>
                    <a:pt x="833102" y="2429808"/>
                  </a:lnTo>
                  <a:lnTo>
                    <a:pt x="838808" y="2381229"/>
                  </a:lnTo>
                  <a:lnTo>
                    <a:pt x="844514" y="2375680"/>
                  </a:lnTo>
                  <a:lnTo>
                    <a:pt x="850220" y="2390500"/>
                  </a:lnTo>
                  <a:lnTo>
                    <a:pt x="855926" y="2454898"/>
                  </a:lnTo>
                  <a:lnTo>
                    <a:pt x="861632" y="2566942"/>
                  </a:lnTo>
                  <a:lnTo>
                    <a:pt x="867339" y="2603563"/>
                  </a:lnTo>
                  <a:lnTo>
                    <a:pt x="873045" y="2489219"/>
                  </a:lnTo>
                  <a:lnTo>
                    <a:pt x="878751" y="2338785"/>
                  </a:lnTo>
                  <a:lnTo>
                    <a:pt x="884457" y="2198889"/>
                  </a:lnTo>
                  <a:lnTo>
                    <a:pt x="890163" y="2122334"/>
                  </a:lnTo>
                  <a:lnTo>
                    <a:pt x="895869" y="2128281"/>
                  </a:lnTo>
                  <a:lnTo>
                    <a:pt x="901576" y="2220115"/>
                  </a:lnTo>
                  <a:lnTo>
                    <a:pt x="907282" y="2362026"/>
                  </a:lnTo>
                  <a:lnTo>
                    <a:pt x="912988" y="2479631"/>
                  </a:lnTo>
                  <a:lnTo>
                    <a:pt x="918694" y="2593857"/>
                  </a:lnTo>
                  <a:lnTo>
                    <a:pt x="924400" y="2642931"/>
                  </a:lnTo>
                  <a:lnTo>
                    <a:pt x="930107" y="2560778"/>
                  </a:lnTo>
                  <a:lnTo>
                    <a:pt x="935813" y="2470826"/>
                  </a:lnTo>
                  <a:lnTo>
                    <a:pt x="941519" y="2401091"/>
                  </a:lnTo>
                  <a:lnTo>
                    <a:pt x="947225" y="2396956"/>
                  </a:lnTo>
                  <a:lnTo>
                    <a:pt x="952931" y="2436108"/>
                  </a:lnTo>
                  <a:lnTo>
                    <a:pt x="958637" y="2450245"/>
                  </a:lnTo>
                  <a:lnTo>
                    <a:pt x="964344" y="2488818"/>
                  </a:lnTo>
                  <a:lnTo>
                    <a:pt x="970050" y="2604800"/>
                  </a:lnTo>
                  <a:lnTo>
                    <a:pt x="975756" y="2705281"/>
                  </a:lnTo>
                  <a:lnTo>
                    <a:pt x="981462" y="2704187"/>
                  </a:lnTo>
                  <a:lnTo>
                    <a:pt x="987168" y="2673310"/>
                  </a:lnTo>
                  <a:lnTo>
                    <a:pt x="992874" y="2665750"/>
                  </a:lnTo>
                  <a:lnTo>
                    <a:pt x="998581" y="2733218"/>
                  </a:lnTo>
                  <a:lnTo>
                    <a:pt x="1004287" y="2647948"/>
                  </a:lnTo>
                  <a:lnTo>
                    <a:pt x="1009993" y="2512694"/>
                  </a:lnTo>
                  <a:lnTo>
                    <a:pt x="1015699" y="2541538"/>
                  </a:lnTo>
                  <a:lnTo>
                    <a:pt x="1021405" y="2541250"/>
                  </a:lnTo>
                  <a:lnTo>
                    <a:pt x="1027112" y="2513747"/>
                  </a:lnTo>
                  <a:lnTo>
                    <a:pt x="1032818" y="2407748"/>
                  </a:lnTo>
                  <a:lnTo>
                    <a:pt x="1038524" y="2385657"/>
                  </a:lnTo>
                  <a:lnTo>
                    <a:pt x="1044230" y="2471481"/>
                  </a:lnTo>
                  <a:lnTo>
                    <a:pt x="1049936" y="2486223"/>
                  </a:lnTo>
                  <a:lnTo>
                    <a:pt x="1055642" y="2493974"/>
                  </a:lnTo>
                  <a:lnTo>
                    <a:pt x="1061349" y="2513811"/>
                  </a:lnTo>
                  <a:lnTo>
                    <a:pt x="1067055" y="2513099"/>
                  </a:lnTo>
                  <a:lnTo>
                    <a:pt x="1072761" y="2427024"/>
                  </a:lnTo>
                  <a:lnTo>
                    <a:pt x="1078467" y="2350262"/>
                  </a:lnTo>
                  <a:lnTo>
                    <a:pt x="1084173" y="2323612"/>
                  </a:lnTo>
                  <a:lnTo>
                    <a:pt x="1089880" y="2244321"/>
                  </a:lnTo>
                  <a:lnTo>
                    <a:pt x="1095586" y="2212763"/>
                  </a:lnTo>
                  <a:lnTo>
                    <a:pt x="1101292" y="2168803"/>
                  </a:lnTo>
                  <a:lnTo>
                    <a:pt x="1106998" y="2117074"/>
                  </a:lnTo>
                  <a:lnTo>
                    <a:pt x="1112704" y="2095479"/>
                  </a:lnTo>
                  <a:lnTo>
                    <a:pt x="1118410" y="1991267"/>
                  </a:lnTo>
                  <a:lnTo>
                    <a:pt x="1124117" y="1918009"/>
                  </a:lnTo>
                  <a:lnTo>
                    <a:pt x="1129823" y="1861028"/>
                  </a:lnTo>
                  <a:lnTo>
                    <a:pt x="1135529" y="1866266"/>
                  </a:lnTo>
                  <a:lnTo>
                    <a:pt x="1141235" y="1954063"/>
                  </a:lnTo>
                  <a:lnTo>
                    <a:pt x="1146941" y="1925868"/>
                  </a:lnTo>
                  <a:lnTo>
                    <a:pt x="1152647" y="1971434"/>
                  </a:lnTo>
                  <a:lnTo>
                    <a:pt x="1158354" y="2158509"/>
                  </a:lnTo>
                  <a:lnTo>
                    <a:pt x="1164060" y="2311415"/>
                  </a:lnTo>
                  <a:lnTo>
                    <a:pt x="1169766" y="2488201"/>
                  </a:lnTo>
                  <a:lnTo>
                    <a:pt x="1175472" y="2546602"/>
                  </a:lnTo>
                  <a:lnTo>
                    <a:pt x="1181178" y="2663741"/>
                  </a:lnTo>
                  <a:lnTo>
                    <a:pt x="1186885" y="2746930"/>
                  </a:lnTo>
                  <a:lnTo>
                    <a:pt x="1192591" y="2675409"/>
                  </a:lnTo>
                  <a:lnTo>
                    <a:pt x="1198297" y="2611255"/>
                  </a:lnTo>
                  <a:lnTo>
                    <a:pt x="1204003" y="2539017"/>
                  </a:lnTo>
                  <a:lnTo>
                    <a:pt x="1209709" y="2558784"/>
                  </a:lnTo>
                  <a:lnTo>
                    <a:pt x="1215415" y="2549810"/>
                  </a:lnTo>
                  <a:lnTo>
                    <a:pt x="1221122" y="2545585"/>
                  </a:lnTo>
                  <a:lnTo>
                    <a:pt x="1226828" y="2671358"/>
                  </a:lnTo>
                  <a:lnTo>
                    <a:pt x="1232534" y="2793151"/>
                  </a:lnTo>
                  <a:lnTo>
                    <a:pt x="1238240" y="2876590"/>
                  </a:lnTo>
                  <a:lnTo>
                    <a:pt x="1243946" y="2915816"/>
                  </a:lnTo>
                  <a:lnTo>
                    <a:pt x="1249653" y="2919284"/>
                  </a:lnTo>
                  <a:lnTo>
                    <a:pt x="1255359" y="2932216"/>
                  </a:lnTo>
                  <a:lnTo>
                    <a:pt x="1261065" y="2886783"/>
                  </a:lnTo>
                  <a:lnTo>
                    <a:pt x="1266771" y="2810596"/>
                  </a:lnTo>
                  <a:lnTo>
                    <a:pt x="1272477" y="2707020"/>
                  </a:lnTo>
                  <a:lnTo>
                    <a:pt x="1278183" y="2585703"/>
                  </a:lnTo>
                  <a:lnTo>
                    <a:pt x="1283890" y="2461118"/>
                  </a:lnTo>
                  <a:lnTo>
                    <a:pt x="1289596" y="2253278"/>
                  </a:lnTo>
                  <a:lnTo>
                    <a:pt x="1295302" y="2038896"/>
                  </a:lnTo>
                  <a:lnTo>
                    <a:pt x="1301008" y="1850454"/>
                  </a:lnTo>
                  <a:lnTo>
                    <a:pt x="1306714" y="1662462"/>
                  </a:lnTo>
                  <a:lnTo>
                    <a:pt x="1312420" y="1537040"/>
                  </a:lnTo>
                  <a:lnTo>
                    <a:pt x="1318127" y="1512309"/>
                  </a:lnTo>
                  <a:lnTo>
                    <a:pt x="1323833" y="1521877"/>
                  </a:lnTo>
                  <a:lnTo>
                    <a:pt x="1329539" y="1568931"/>
                  </a:lnTo>
                  <a:lnTo>
                    <a:pt x="1335245" y="1655996"/>
                  </a:lnTo>
                  <a:lnTo>
                    <a:pt x="1340951" y="1785888"/>
                  </a:lnTo>
                  <a:lnTo>
                    <a:pt x="1346658" y="1876817"/>
                  </a:lnTo>
                  <a:lnTo>
                    <a:pt x="1352364" y="1902603"/>
                  </a:lnTo>
                  <a:lnTo>
                    <a:pt x="1358070" y="1908836"/>
                  </a:lnTo>
                  <a:lnTo>
                    <a:pt x="1363776" y="1909303"/>
                  </a:lnTo>
                  <a:lnTo>
                    <a:pt x="1369482" y="1899886"/>
                  </a:lnTo>
                  <a:lnTo>
                    <a:pt x="1375188" y="1857233"/>
                  </a:lnTo>
                  <a:lnTo>
                    <a:pt x="1380895" y="1904665"/>
                  </a:lnTo>
                  <a:lnTo>
                    <a:pt x="1386601" y="1893834"/>
                  </a:lnTo>
                  <a:lnTo>
                    <a:pt x="1392307" y="1913680"/>
                  </a:lnTo>
                  <a:lnTo>
                    <a:pt x="1398013" y="1939924"/>
                  </a:lnTo>
                  <a:lnTo>
                    <a:pt x="1403719" y="1948507"/>
                  </a:lnTo>
                  <a:lnTo>
                    <a:pt x="1409425" y="1991581"/>
                  </a:lnTo>
                  <a:lnTo>
                    <a:pt x="1415132" y="1948333"/>
                  </a:lnTo>
                  <a:lnTo>
                    <a:pt x="1420838" y="1984324"/>
                  </a:lnTo>
                  <a:lnTo>
                    <a:pt x="1426544" y="2043675"/>
                  </a:lnTo>
                  <a:lnTo>
                    <a:pt x="1432250" y="2011261"/>
                  </a:lnTo>
                  <a:lnTo>
                    <a:pt x="1437956" y="1981869"/>
                  </a:lnTo>
                  <a:lnTo>
                    <a:pt x="1443663" y="1953174"/>
                  </a:lnTo>
                  <a:lnTo>
                    <a:pt x="1449369" y="1979709"/>
                  </a:lnTo>
                  <a:lnTo>
                    <a:pt x="1455075" y="2007953"/>
                  </a:lnTo>
                  <a:lnTo>
                    <a:pt x="1460781" y="2038041"/>
                  </a:lnTo>
                  <a:lnTo>
                    <a:pt x="1466487" y="2048534"/>
                  </a:lnTo>
                  <a:lnTo>
                    <a:pt x="1472193" y="1998278"/>
                  </a:lnTo>
                  <a:lnTo>
                    <a:pt x="1477900" y="1987537"/>
                  </a:lnTo>
                  <a:lnTo>
                    <a:pt x="1483606" y="1982320"/>
                  </a:lnTo>
                  <a:lnTo>
                    <a:pt x="1489312" y="2000759"/>
                  </a:lnTo>
                  <a:lnTo>
                    <a:pt x="1495018" y="2024259"/>
                  </a:lnTo>
                  <a:lnTo>
                    <a:pt x="1500724" y="2104027"/>
                  </a:lnTo>
                  <a:lnTo>
                    <a:pt x="1506431" y="2274348"/>
                  </a:lnTo>
                  <a:lnTo>
                    <a:pt x="1512137" y="2493357"/>
                  </a:lnTo>
                  <a:lnTo>
                    <a:pt x="1517843" y="2664545"/>
                  </a:lnTo>
                  <a:lnTo>
                    <a:pt x="1523549" y="2709842"/>
                  </a:lnTo>
                  <a:lnTo>
                    <a:pt x="1529255" y="2734518"/>
                  </a:lnTo>
                  <a:lnTo>
                    <a:pt x="1534961" y="2768152"/>
                  </a:lnTo>
                  <a:lnTo>
                    <a:pt x="1540668" y="2808999"/>
                  </a:lnTo>
                  <a:lnTo>
                    <a:pt x="1546374" y="2809288"/>
                  </a:lnTo>
                  <a:lnTo>
                    <a:pt x="1552080" y="2814727"/>
                  </a:lnTo>
                  <a:lnTo>
                    <a:pt x="1557786" y="2873003"/>
                  </a:lnTo>
                  <a:lnTo>
                    <a:pt x="1563492" y="2926051"/>
                  </a:lnTo>
                  <a:lnTo>
                    <a:pt x="1569198" y="2960695"/>
                  </a:lnTo>
                  <a:lnTo>
                    <a:pt x="1574905" y="2985649"/>
                  </a:lnTo>
                  <a:lnTo>
                    <a:pt x="1580611" y="2981636"/>
                  </a:lnTo>
                  <a:lnTo>
                    <a:pt x="1586317" y="2954303"/>
                  </a:lnTo>
                  <a:lnTo>
                    <a:pt x="1592023" y="2962064"/>
                  </a:lnTo>
                  <a:lnTo>
                    <a:pt x="1597729" y="2969883"/>
                  </a:lnTo>
                  <a:lnTo>
                    <a:pt x="1603436" y="3018828"/>
                  </a:lnTo>
                  <a:lnTo>
                    <a:pt x="1609142" y="3027168"/>
                  </a:lnTo>
                  <a:lnTo>
                    <a:pt x="1614848" y="2988162"/>
                  </a:lnTo>
                  <a:lnTo>
                    <a:pt x="1620554" y="2914317"/>
                  </a:lnTo>
                  <a:lnTo>
                    <a:pt x="1626260" y="2849175"/>
                  </a:lnTo>
                  <a:lnTo>
                    <a:pt x="1631966" y="2827265"/>
                  </a:lnTo>
                  <a:lnTo>
                    <a:pt x="1637673" y="2695760"/>
                  </a:lnTo>
                  <a:lnTo>
                    <a:pt x="1643379" y="2681825"/>
                  </a:lnTo>
                  <a:lnTo>
                    <a:pt x="1649085" y="2729413"/>
                  </a:lnTo>
                  <a:lnTo>
                    <a:pt x="1654791" y="2840693"/>
                  </a:lnTo>
                  <a:lnTo>
                    <a:pt x="1660497" y="2919073"/>
                  </a:lnTo>
                  <a:lnTo>
                    <a:pt x="1666204" y="2967646"/>
                  </a:lnTo>
                  <a:lnTo>
                    <a:pt x="1671910" y="3078342"/>
                  </a:lnTo>
                  <a:lnTo>
                    <a:pt x="1677616" y="3094022"/>
                  </a:lnTo>
                  <a:lnTo>
                    <a:pt x="1683322" y="3116915"/>
                  </a:lnTo>
                  <a:lnTo>
                    <a:pt x="1689028" y="3116972"/>
                  </a:lnTo>
                  <a:lnTo>
                    <a:pt x="1694734" y="3094925"/>
                  </a:lnTo>
                  <a:lnTo>
                    <a:pt x="1700441" y="3013280"/>
                  </a:lnTo>
                  <a:lnTo>
                    <a:pt x="1706147" y="3017732"/>
                  </a:lnTo>
                  <a:lnTo>
                    <a:pt x="1711853" y="2989631"/>
                  </a:lnTo>
                  <a:lnTo>
                    <a:pt x="1717559" y="2913805"/>
                  </a:lnTo>
                  <a:lnTo>
                    <a:pt x="1723265" y="2859305"/>
                  </a:lnTo>
                  <a:lnTo>
                    <a:pt x="1728971" y="2918130"/>
                  </a:lnTo>
                  <a:lnTo>
                    <a:pt x="1734678" y="2955509"/>
                  </a:lnTo>
                  <a:lnTo>
                    <a:pt x="1740384" y="2980425"/>
                  </a:lnTo>
                  <a:lnTo>
                    <a:pt x="1746090" y="2992769"/>
                  </a:lnTo>
                  <a:lnTo>
                    <a:pt x="1751796" y="3016155"/>
                  </a:lnTo>
                  <a:lnTo>
                    <a:pt x="1757502" y="2991618"/>
                  </a:lnTo>
                  <a:lnTo>
                    <a:pt x="1763209" y="2986361"/>
                  </a:lnTo>
                  <a:lnTo>
                    <a:pt x="1768915" y="3063468"/>
                  </a:lnTo>
                  <a:lnTo>
                    <a:pt x="1774621" y="3116972"/>
                  </a:lnTo>
                  <a:lnTo>
                    <a:pt x="1780327" y="3116972"/>
                  </a:lnTo>
                  <a:lnTo>
                    <a:pt x="1786033" y="3116972"/>
                  </a:lnTo>
                  <a:lnTo>
                    <a:pt x="1791739" y="3116972"/>
                  </a:lnTo>
                  <a:lnTo>
                    <a:pt x="1797446" y="3116972"/>
                  </a:lnTo>
                  <a:lnTo>
                    <a:pt x="1803152" y="3116972"/>
                  </a:lnTo>
                  <a:lnTo>
                    <a:pt x="1808858" y="3116972"/>
                  </a:lnTo>
                  <a:lnTo>
                    <a:pt x="1814564" y="3116972"/>
                  </a:lnTo>
                  <a:lnTo>
                    <a:pt x="1820270" y="3116972"/>
                  </a:lnTo>
                  <a:lnTo>
                    <a:pt x="1825976" y="3105785"/>
                  </a:lnTo>
                  <a:lnTo>
                    <a:pt x="1831683" y="3095811"/>
                  </a:lnTo>
                  <a:lnTo>
                    <a:pt x="1837389" y="3116972"/>
                  </a:lnTo>
                  <a:lnTo>
                    <a:pt x="1843095" y="3116972"/>
                  </a:lnTo>
                  <a:lnTo>
                    <a:pt x="1848801" y="3116972"/>
                  </a:lnTo>
                  <a:lnTo>
                    <a:pt x="1854507" y="3116972"/>
                  </a:lnTo>
                  <a:lnTo>
                    <a:pt x="1860214" y="3070541"/>
                  </a:lnTo>
                  <a:lnTo>
                    <a:pt x="1865920" y="3013309"/>
                  </a:lnTo>
                  <a:lnTo>
                    <a:pt x="1871626" y="2992065"/>
                  </a:lnTo>
                  <a:lnTo>
                    <a:pt x="1877332" y="3000551"/>
                  </a:lnTo>
                  <a:lnTo>
                    <a:pt x="1883038" y="2985841"/>
                  </a:lnTo>
                  <a:lnTo>
                    <a:pt x="1888744" y="2887426"/>
                  </a:lnTo>
                  <a:lnTo>
                    <a:pt x="1894451" y="2808360"/>
                  </a:lnTo>
                  <a:lnTo>
                    <a:pt x="1900157" y="2812931"/>
                  </a:lnTo>
                  <a:lnTo>
                    <a:pt x="1905863" y="2789871"/>
                  </a:lnTo>
                  <a:lnTo>
                    <a:pt x="1911569" y="2759064"/>
                  </a:lnTo>
                  <a:lnTo>
                    <a:pt x="1917275" y="2782346"/>
                  </a:lnTo>
                  <a:lnTo>
                    <a:pt x="1922982" y="2937392"/>
                  </a:lnTo>
                  <a:lnTo>
                    <a:pt x="1928688" y="3093933"/>
                  </a:lnTo>
                  <a:lnTo>
                    <a:pt x="1934394" y="3116972"/>
                  </a:lnTo>
                  <a:lnTo>
                    <a:pt x="1940100" y="3087285"/>
                  </a:lnTo>
                  <a:lnTo>
                    <a:pt x="1945806" y="3097654"/>
                  </a:lnTo>
                  <a:lnTo>
                    <a:pt x="1951512" y="3101598"/>
                  </a:lnTo>
                  <a:lnTo>
                    <a:pt x="1957219" y="3044203"/>
                  </a:lnTo>
                  <a:lnTo>
                    <a:pt x="1962925" y="3009430"/>
                  </a:lnTo>
                  <a:lnTo>
                    <a:pt x="1968631" y="3027032"/>
                  </a:lnTo>
                  <a:lnTo>
                    <a:pt x="1974337" y="3069783"/>
                  </a:lnTo>
                  <a:lnTo>
                    <a:pt x="1980043" y="3059414"/>
                  </a:lnTo>
                  <a:lnTo>
                    <a:pt x="1985749" y="3013578"/>
                  </a:lnTo>
                  <a:lnTo>
                    <a:pt x="1991456" y="2964381"/>
                  </a:lnTo>
                  <a:lnTo>
                    <a:pt x="1997162" y="2858707"/>
                  </a:lnTo>
                  <a:lnTo>
                    <a:pt x="2002868" y="2750870"/>
                  </a:lnTo>
                  <a:lnTo>
                    <a:pt x="2008574" y="2738594"/>
                  </a:lnTo>
                  <a:lnTo>
                    <a:pt x="2014280" y="2763966"/>
                  </a:lnTo>
                  <a:lnTo>
                    <a:pt x="2019987" y="2832946"/>
                  </a:lnTo>
                  <a:lnTo>
                    <a:pt x="2025693" y="2940694"/>
                  </a:lnTo>
                  <a:lnTo>
                    <a:pt x="2031399" y="3060515"/>
                  </a:lnTo>
                  <a:lnTo>
                    <a:pt x="2037105" y="3116972"/>
                  </a:lnTo>
                  <a:lnTo>
                    <a:pt x="2042811" y="3116972"/>
                  </a:lnTo>
                  <a:lnTo>
                    <a:pt x="2048517" y="3116972"/>
                  </a:lnTo>
                  <a:lnTo>
                    <a:pt x="2054224" y="3100570"/>
                  </a:lnTo>
                  <a:lnTo>
                    <a:pt x="2059930" y="3089434"/>
                  </a:lnTo>
                  <a:lnTo>
                    <a:pt x="2065636" y="3043002"/>
                  </a:lnTo>
                  <a:lnTo>
                    <a:pt x="2071342" y="2999387"/>
                  </a:lnTo>
                  <a:lnTo>
                    <a:pt x="2077048" y="2972146"/>
                  </a:lnTo>
                  <a:lnTo>
                    <a:pt x="2082755" y="2973556"/>
                  </a:lnTo>
                  <a:lnTo>
                    <a:pt x="2088461" y="2918725"/>
                  </a:lnTo>
                  <a:lnTo>
                    <a:pt x="2094167" y="2823312"/>
                  </a:lnTo>
                  <a:lnTo>
                    <a:pt x="2099873" y="2848411"/>
                  </a:lnTo>
                  <a:lnTo>
                    <a:pt x="2105579" y="2864553"/>
                  </a:lnTo>
                  <a:lnTo>
                    <a:pt x="2111285" y="2857026"/>
                  </a:lnTo>
                  <a:lnTo>
                    <a:pt x="2116992" y="2903373"/>
                  </a:lnTo>
                  <a:lnTo>
                    <a:pt x="2122698" y="3015080"/>
                  </a:lnTo>
                  <a:lnTo>
                    <a:pt x="2128404" y="3116972"/>
                  </a:lnTo>
                  <a:lnTo>
                    <a:pt x="2134110" y="3116972"/>
                  </a:lnTo>
                  <a:lnTo>
                    <a:pt x="2139816" y="3107954"/>
                  </a:lnTo>
                  <a:lnTo>
                    <a:pt x="2145522" y="3093395"/>
                  </a:lnTo>
                  <a:lnTo>
                    <a:pt x="2151229" y="3046360"/>
                  </a:lnTo>
                  <a:lnTo>
                    <a:pt x="2156935" y="2968500"/>
                  </a:lnTo>
                  <a:lnTo>
                    <a:pt x="2162641" y="2931945"/>
                  </a:lnTo>
                  <a:lnTo>
                    <a:pt x="2168347" y="2937857"/>
                  </a:lnTo>
                  <a:lnTo>
                    <a:pt x="2174053" y="2931301"/>
                  </a:lnTo>
                  <a:lnTo>
                    <a:pt x="2179760" y="2883262"/>
                  </a:lnTo>
                  <a:lnTo>
                    <a:pt x="2185466" y="2898796"/>
                  </a:lnTo>
                  <a:lnTo>
                    <a:pt x="2191172" y="2934965"/>
                  </a:lnTo>
                  <a:lnTo>
                    <a:pt x="2196878" y="2922059"/>
                  </a:lnTo>
                  <a:lnTo>
                    <a:pt x="2202584" y="2929767"/>
                  </a:lnTo>
                  <a:lnTo>
                    <a:pt x="2208290" y="2930844"/>
                  </a:lnTo>
                  <a:lnTo>
                    <a:pt x="2213997" y="2954674"/>
                  </a:lnTo>
                  <a:lnTo>
                    <a:pt x="2219703" y="2942631"/>
                  </a:lnTo>
                  <a:lnTo>
                    <a:pt x="2225409" y="2882624"/>
                  </a:lnTo>
                  <a:lnTo>
                    <a:pt x="2231115" y="2840991"/>
                  </a:lnTo>
                  <a:lnTo>
                    <a:pt x="2236821" y="2802253"/>
                  </a:lnTo>
                  <a:lnTo>
                    <a:pt x="2242527" y="2824501"/>
                  </a:lnTo>
                  <a:lnTo>
                    <a:pt x="2248234" y="2811400"/>
                  </a:lnTo>
                  <a:lnTo>
                    <a:pt x="2253940" y="2784548"/>
                  </a:lnTo>
                  <a:lnTo>
                    <a:pt x="2259646" y="2831584"/>
                  </a:lnTo>
                  <a:lnTo>
                    <a:pt x="2265352" y="2875438"/>
                  </a:lnTo>
                  <a:lnTo>
                    <a:pt x="2271058" y="2906468"/>
                  </a:lnTo>
                  <a:lnTo>
                    <a:pt x="2276765" y="2925502"/>
                  </a:lnTo>
                  <a:lnTo>
                    <a:pt x="2282471" y="2987397"/>
                  </a:lnTo>
                  <a:lnTo>
                    <a:pt x="2288177" y="3013283"/>
                  </a:lnTo>
                  <a:lnTo>
                    <a:pt x="2293883" y="2999596"/>
                  </a:lnTo>
                  <a:lnTo>
                    <a:pt x="2299589" y="3021706"/>
                  </a:lnTo>
                  <a:lnTo>
                    <a:pt x="2305295" y="3004414"/>
                  </a:lnTo>
                  <a:lnTo>
                    <a:pt x="2311002" y="3025694"/>
                  </a:lnTo>
                  <a:lnTo>
                    <a:pt x="2316708" y="3013298"/>
                  </a:lnTo>
                  <a:lnTo>
                    <a:pt x="2322414" y="3024201"/>
                  </a:lnTo>
                  <a:lnTo>
                    <a:pt x="2328120" y="3048646"/>
                  </a:lnTo>
                  <a:lnTo>
                    <a:pt x="2333826" y="3037221"/>
                  </a:lnTo>
                  <a:lnTo>
                    <a:pt x="2339533" y="3054515"/>
                  </a:lnTo>
                  <a:lnTo>
                    <a:pt x="2345239" y="3033234"/>
                  </a:lnTo>
                  <a:lnTo>
                    <a:pt x="2350945" y="3027325"/>
                  </a:lnTo>
                  <a:lnTo>
                    <a:pt x="2356651" y="2985637"/>
                  </a:lnTo>
                  <a:lnTo>
                    <a:pt x="2362357" y="2988938"/>
                  </a:lnTo>
                  <a:lnTo>
                    <a:pt x="2368063" y="3009316"/>
                  </a:lnTo>
                  <a:lnTo>
                    <a:pt x="2373770" y="3030762"/>
                  </a:lnTo>
                  <a:lnTo>
                    <a:pt x="2379476" y="3010745"/>
                  </a:lnTo>
                  <a:lnTo>
                    <a:pt x="2385182" y="2976499"/>
                  </a:lnTo>
                  <a:lnTo>
                    <a:pt x="2390888" y="3007124"/>
                  </a:lnTo>
                  <a:lnTo>
                    <a:pt x="2396594" y="2922012"/>
                  </a:lnTo>
                  <a:lnTo>
                    <a:pt x="2402300" y="2762395"/>
                  </a:lnTo>
                  <a:lnTo>
                    <a:pt x="2408007" y="2608553"/>
                  </a:lnTo>
                  <a:lnTo>
                    <a:pt x="2413713" y="2574132"/>
                  </a:lnTo>
                  <a:lnTo>
                    <a:pt x="2419419" y="2654431"/>
                  </a:lnTo>
                  <a:lnTo>
                    <a:pt x="2425125" y="2668233"/>
                  </a:lnTo>
                  <a:lnTo>
                    <a:pt x="2430831" y="2729599"/>
                  </a:lnTo>
                  <a:lnTo>
                    <a:pt x="2436538" y="2845936"/>
                  </a:lnTo>
                  <a:lnTo>
                    <a:pt x="2442244" y="2926572"/>
                  </a:lnTo>
                  <a:lnTo>
                    <a:pt x="2447950" y="2954833"/>
                  </a:lnTo>
                  <a:lnTo>
                    <a:pt x="2453656" y="2945937"/>
                  </a:lnTo>
                  <a:lnTo>
                    <a:pt x="2459362" y="3029848"/>
                  </a:lnTo>
                  <a:lnTo>
                    <a:pt x="2465068" y="3083834"/>
                  </a:lnTo>
                  <a:lnTo>
                    <a:pt x="2470775" y="3106737"/>
                  </a:lnTo>
                  <a:lnTo>
                    <a:pt x="2476481" y="3116972"/>
                  </a:lnTo>
                  <a:lnTo>
                    <a:pt x="2482187" y="3116972"/>
                  </a:lnTo>
                  <a:lnTo>
                    <a:pt x="2487893" y="3116972"/>
                  </a:lnTo>
                  <a:lnTo>
                    <a:pt x="2493599" y="3072834"/>
                  </a:lnTo>
                  <a:lnTo>
                    <a:pt x="2499306" y="3000260"/>
                  </a:lnTo>
                  <a:lnTo>
                    <a:pt x="2505012" y="3023328"/>
                  </a:lnTo>
                  <a:lnTo>
                    <a:pt x="2510718" y="2989375"/>
                  </a:lnTo>
                  <a:lnTo>
                    <a:pt x="2516424" y="2970432"/>
                  </a:lnTo>
                  <a:lnTo>
                    <a:pt x="2522130" y="2965224"/>
                  </a:lnTo>
                  <a:lnTo>
                    <a:pt x="2527836" y="2953787"/>
                  </a:lnTo>
                  <a:lnTo>
                    <a:pt x="2533543" y="2981432"/>
                  </a:lnTo>
                  <a:lnTo>
                    <a:pt x="2539249" y="2933960"/>
                  </a:lnTo>
                  <a:lnTo>
                    <a:pt x="2544955" y="2896205"/>
                  </a:lnTo>
                  <a:lnTo>
                    <a:pt x="2550661" y="2844666"/>
                  </a:lnTo>
                  <a:lnTo>
                    <a:pt x="2556367" y="2817831"/>
                  </a:lnTo>
                  <a:lnTo>
                    <a:pt x="2562073" y="2853244"/>
                  </a:lnTo>
                  <a:lnTo>
                    <a:pt x="2567780" y="2851997"/>
                  </a:lnTo>
                  <a:lnTo>
                    <a:pt x="2573486" y="2875278"/>
                  </a:lnTo>
                  <a:lnTo>
                    <a:pt x="2579192" y="2952862"/>
                  </a:lnTo>
                  <a:lnTo>
                    <a:pt x="2584898" y="3064507"/>
                  </a:lnTo>
                  <a:lnTo>
                    <a:pt x="2590604" y="3116972"/>
                  </a:lnTo>
                  <a:lnTo>
                    <a:pt x="2596311" y="3116972"/>
                  </a:lnTo>
                  <a:lnTo>
                    <a:pt x="2602017" y="3116972"/>
                  </a:lnTo>
                  <a:lnTo>
                    <a:pt x="2607723" y="3116972"/>
                  </a:lnTo>
                  <a:lnTo>
                    <a:pt x="2613429" y="3116972"/>
                  </a:lnTo>
                  <a:lnTo>
                    <a:pt x="2619135" y="3116972"/>
                  </a:lnTo>
                  <a:lnTo>
                    <a:pt x="2624841" y="3112822"/>
                  </a:lnTo>
                  <a:lnTo>
                    <a:pt x="2630548" y="3073174"/>
                  </a:lnTo>
                  <a:lnTo>
                    <a:pt x="2636254" y="3090725"/>
                  </a:lnTo>
                  <a:lnTo>
                    <a:pt x="2641960" y="2966278"/>
                  </a:lnTo>
                  <a:lnTo>
                    <a:pt x="2647666" y="2865760"/>
                  </a:lnTo>
                  <a:lnTo>
                    <a:pt x="2653372" y="2870688"/>
                  </a:lnTo>
                  <a:lnTo>
                    <a:pt x="2659078" y="2906840"/>
                  </a:lnTo>
                  <a:lnTo>
                    <a:pt x="2664785" y="2912405"/>
                  </a:lnTo>
                  <a:lnTo>
                    <a:pt x="2670491" y="2897375"/>
                  </a:lnTo>
                  <a:lnTo>
                    <a:pt x="2676197" y="2964206"/>
                  </a:lnTo>
                  <a:lnTo>
                    <a:pt x="2681903" y="3045858"/>
                  </a:lnTo>
                  <a:lnTo>
                    <a:pt x="2687609" y="3099238"/>
                  </a:lnTo>
                  <a:lnTo>
                    <a:pt x="2693316" y="3094749"/>
                  </a:lnTo>
                  <a:lnTo>
                    <a:pt x="2699022" y="3061702"/>
                  </a:lnTo>
                  <a:lnTo>
                    <a:pt x="2704728" y="3056701"/>
                  </a:lnTo>
                  <a:lnTo>
                    <a:pt x="2710434" y="3086354"/>
                  </a:lnTo>
                  <a:lnTo>
                    <a:pt x="2716140" y="3041720"/>
                  </a:lnTo>
                  <a:lnTo>
                    <a:pt x="2721846" y="3014950"/>
                  </a:lnTo>
                  <a:lnTo>
                    <a:pt x="2727553" y="3035998"/>
                  </a:lnTo>
                  <a:lnTo>
                    <a:pt x="2733259" y="3043680"/>
                  </a:lnTo>
                  <a:lnTo>
                    <a:pt x="2738965" y="3043681"/>
                  </a:lnTo>
                  <a:lnTo>
                    <a:pt x="2744671" y="3049638"/>
                  </a:lnTo>
                  <a:lnTo>
                    <a:pt x="2750377" y="3094777"/>
                  </a:lnTo>
                  <a:lnTo>
                    <a:pt x="2756084" y="3085041"/>
                  </a:lnTo>
                  <a:lnTo>
                    <a:pt x="2761790" y="3061096"/>
                  </a:lnTo>
                  <a:lnTo>
                    <a:pt x="2767496" y="3036671"/>
                  </a:lnTo>
                  <a:lnTo>
                    <a:pt x="2773202" y="3019652"/>
                  </a:lnTo>
                  <a:lnTo>
                    <a:pt x="2778908" y="2974687"/>
                  </a:lnTo>
                  <a:lnTo>
                    <a:pt x="2784614" y="2941981"/>
                  </a:lnTo>
                  <a:lnTo>
                    <a:pt x="2790321" y="2962923"/>
                  </a:lnTo>
                  <a:lnTo>
                    <a:pt x="2796027" y="2898259"/>
                  </a:lnTo>
                  <a:lnTo>
                    <a:pt x="2801733" y="2870170"/>
                  </a:lnTo>
                  <a:lnTo>
                    <a:pt x="2807439" y="2796085"/>
                  </a:lnTo>
                  <a:lnTo>
                    <a:pt x="2813145" y="2750707"/>
                  </a:lnTo>
                  <a:lnTo>
                    <a:pt x="2818851" y="2752314"/>
                  </a:lnTo>
                  <a:lnTo>
                    <a:pt x="2824558" y="2731374"/>
                  </a:lnTo>
                  <a:lnTo>
                    <a:pt x="2830264" y="2803421"/>
                  </a:lnTo>
                  <a:lnTo>
                    <a:pt x="2835970" y="2889178"/>
                  </a:lnTo>
                  <a:lnTo>
                    <a:pt x="2841676" y="3028266"/>
                  </a:lnTo>
                  <a:lnTo>
                    <a:pt x="2847382" y="3078594"/>
                  </a:lnTo>
                  <a:lnTo>
                    <a:pt x="2853089" y="3061819"/>
                  </a:lnTo>
                  <a:lnTo>
                    <a:pt x="2858795" y="3020636"/>
                  </a:lnTo>
                  <a:lnTo>
                    <a:pt x="2864501" y="2953500"/>
                  </a:lnTo>
                  <a:lnTo>
                    <a:pt x="2870207" y="2902917"/>
                  </a:lnTo>
                  <a:lnTo>
                    <a:pt x="2875913" y="2828729"/>
                  </a:lnTo>
                  <a:lnTo>
                    <a:pt x="2881619" y="2833761"/>
                  </a:lnTo>
                  <a:lnTo>
                    <a:pt x="2887326" y="2870805"/>
                  </a:lnTo>
                  <a:lnTo>
                    <a:pt x="2893032" y="2931608"/>
                  </a:lnTo>
                  <a:lnTo>
                    <a:pt x="2898738" y="3027251"/>
                  </a:lnTo>
                  <a:lnTo>
                    <a:pt x="2904444" y="3044590"/>
                  </a:lnTo>
                  <a:lnTo>
                    <a:pt x="2910150" y="3070793"/>
                  </a:lnTo>
                  <a:lnTo>
                    <a:pt x="2915857" y="3088617"/>
                  </a:lnTo>
                  <a:lnTo>
                    <a:pt x="2921563" y="3073152"/>
                  </a:lnTo>
                  <a:lnTo>
                    <a:pt x="2927269" y="3005946"/>
                  </a:lnTo>
                  <a:lnTo>
                    <a:pt x="2932975" y="2866518"/>
                  </a:lnTo>
                  <a:lnTo>
                    <a:pt x="2938681" y="2816404"/>
                  </a:lnTo>
                  <a:lnTo>
                    <a:pt x="2944387" y="2802560"/>
                  </a:lnTo>
                  <a:lnTo>
                    <a:pt x="2950094" y="2811796"/>
                  </a:lnTo>
                  <a:lnTo>
                    <a:pt x="2955800" y="2836427"/>
                  </a:lnTo>
                  <a:lnTo>
                    <a:pt x="2961506" y="2794375"/>
                  </a:lnTo>
                  <a:lnTo>
                    <a:pt x="2967212" y="2844877"/>
                  </a:lnTo>
                  <a:lnTo>
                    <a:pt x="2972918" y="2842850"/>
                  </a:lnTo>
                  <a:lnTo>
                    <a:pt x="2978624" y="2803825"/>
                  </a:lnTo>
                  <a:lnTo>
                    <a:pt x="2984331" y="2716815"/>
                  </a:lnTo>
                  <a:lnTo>
                    <a:pt x="2990037" y="2593253"/>
                  </a:lnTo>
                  <a:lnTo>
                    <a:pt x="2995743" y="2644995"/>
                  </a:lnTo>
                  <a:lnTo>
                    <a:pt x="3001449" y="2704898"/>
                  </a:lnTo>
                  <a:lnTo>
                    <a:pt x="3007155" y="2821909"/>
                  </a:lnTo>
                  <a:lnTo>
                    <a:pt x="3012862" y="2908596"/>
                  </a:lnTo>
                  <a:lnTo>
                    <a:pt x="3018568" y="2990923"/>
                  </a:lnTo>
                  <a:lnTo>
                    <a:pt x="3024274" y="3116972"/>
                  </a:lnTo>
                  <a:lnTo>
                    <a:pt x="3029980" y="3116972"/>
                  </a:lnTo>
                  <a:lnTo>
                    <a:pt x="3035686" y="3085404"/>
                  </a:lnTo>
                  <a:lnTo>
                    <a:pt x="3041392" y="2928502"/>
                  </a:lnTo>
                  <a:lnTo>
                    <a:pt x="3047099" y="2836430"/>
                  </a:lnTo>
                  <a:lnTo>
                    <a:pt x="3052805" y="2786454"/>
                  </a:lnTo>
                  <a:lnTo>
                    <a:pt x="3058511" y="2711814"/>
                  </a:lnTo>
                  <a:lnTo>
                    <a:pt x="3064217" y="2724571"/>
                  </a:lnTo>
                  <a:lnTo>
                    <a:pt x="3069923" y="2734155"/>
                  </a:lnTo>
                  <a:lnTo>
                    <a:pt x="3075629" y="2700510"/>
                  </a:lnTo>
                  <a:lnTo>
                    <a:pt x="3081336" y="2691523"/>
                  </a:lnTo>
                  <a:lnTo>
                    <a:pt x="3087042" y="2676039"/>
                  </a:lnTo>
                  <a:lnTo>
                    <a:pt x="3092748" y="2671805"/>
                  </a:lnTo>
                  <a:lnTo>
                    <a:pt x="3098454" y="2664837"/>
                  </a:lnTo>
                  <a:lnTo>
                    <a:pt x="3104160" y="2708598"/>
                  </a:lnTo>
                  <a:lnTo>
                    <a:pt x="3109867" y="2835567"/>
                  </a:lnTo>
                  <a:lnTo>
                    <a:pt x="3115573" y="2818298"/>
                  </a:lnTo>
                  <a:lnTo>
                    <a:pt x="3121279" y="2809955"/>
                  </a:lnTo>
                  <a:lnTo>
                    <a:pt x="3126985" y="2849772"/>
                  </a:lnTo>
                  <a:lnTo>
                    <a:pt x="3132691" y="2873698"/>
                  </a:lnTo>
                  <a:lnTo>
                    <a:pt x="3138397" y="2855968"/>
                  </a:lnTo>
                  <a:lnTo>
                    <a:pt x="3144104" y="2846036"/>
                  </a:lnTo>
                  <a:lnTo>
                    <a:pt x="3149810" y="2949412"/>
                  </a:lnTo>
                  <a:lnTo>
                    <a:pt x="3155516" y="3064878"/>
                  </a:lnTo>
                  <a:lnTo>
                    <a:pt x="3161222" y="3086814"/>
                  </a:lnTo>
                  <a:lnTo>
                    <a:pt x="3166928" y="3098906"/>
                  </a:lnTo>
                  <a:lnTo>
                    <a:pt x="3172635" y="3116972"/>
                  </a:lnTo>
                  <a:lnTo>
                    <a:pt x="3178341" y="3116972"/>
                  </a:lnTo>
                  <a:lnTo>
                    <a:pt x="3184047" y="3116972"/>
                  </a:lnTo>
                  <a:lnTo>
                    <a:pt x="3189753" y="3116972"/>
                  </a:lnTo>
                  <a:lnTo>
                    <a:pt x="3195459" y="3116972"/>
                  </a:lnTo>
                  <a:lnTo>
                    <a:pt x="3201165" y="3110744"/>
                  </a:lnTo>
                  <a:lnTo>
                    <a:pt x="3206872" y="3010325"/>
                  </a:lnTo>
                  <a:lnTo>
                    <a:pt x="3212578" y="2930526"/>
                  </a:lnTo>
                  <a:lnTo>
                    <a:pt x="3218284" y="2914282"/>
                  </a:lnTo>
                  <a:lnTo>
                    <a:pt x="3223990" y="2926759"/>
                  </a:lnTo>
                  <a:lnTo>
                    <a:pt x="3229696" y="2888719"/>
                  </a:lnTo>
                  <a:lnTo>
                    <a:pt x="3235402" y="2868916"/>
                  </a:lnTo>
                  <a:lnTo>
                    <a:pt x="3241109" y="2860898"/>
                  </a:lnTo>
                  <a:lnTo>
                    <a:pt x="3246815" y="2834962"/>
                  </a:lnTo>
                  <a:lnTo>
                    <a:pt x="3252521" y="2787214"/>
                  </a:lnTo>
                  <a:lnTo>
                    <a:pt x="3258227" y="2789369"/>
                  </a:lnTo>
                  <a:lnTo>
                    <a:pt x="3263933" y="2862396"/>
                  </a:lnTo>
                  <a:lnTo>
                    <a:pt x="3269640" y="2950445"/>
                  </a:lnTo>
                  <a:lnTo>
                    <a:pt x="3275346" y="3058791"/>
                  </a:lnTo>
                  <a:lnTo>
                    <a:pt x="3281052" y="3116972"/>
                  </a:lnTo>
                  <a:lnTo>
                    <a:pt x="3286758" y="3116972"/>
                  </a:lnTo>
                  <a:lnTo>
                    <a:pt x="3292464" y="3116972"/>
                  </a:lnTo>
                  <a:lnTo>
                    <a:pt x="3298170" y="3116972"/>
                  </a:lnTo>
                  <a:lnTo>
                    <a:pt x="3303877" y="3116972"/>
                  </a:lnTo>
                  <a:lnTo>
                    <a:pt x="3309583" y="3116972"/>
                  </a:lnTo>
                  <a:lnTo>
                    <a:pt x="3315289" y="3116972"/>
                  </a:lnTo>
                  <a:lnTo>
                    <a:pt x="3320995" y="3116972"/>
                  </a:lnTo>
                  <a:lnTo>
                    <a:pt x="3326701" y="3116972"/>
                  </a:lnTo>
                  <a:lnTo>
                    <a:pt x="3332408" y="3116972"/>
                  </a:lnTo>
                  <a:lnTo>
                    <a:pt x="3338114" y="3116972"/>
                  </a:lnTo>
                  <a:lnTo>
                    <a:pt x="3343820" y="3116972"/>
                  </a:lnTo>
                  <a:lnTo>
                    <a:pt x="3349526" y="3116972"/>
                  </a:lnTo>
                  <a:lnTo>
                    <a:pt x="3355232" y="3116972"/>
                  </a:lnTo>
                  <a:lnTo>
                    <a:pt x="3360938" y="3116972"/>
                  </a:lnTo>
                  <a:lnTo>
                    <a:pt x="3366645" y="3116972"/>
                  </a:lnTo>
                  <a:lnTo>
                    <a:pt x="3372351" y="3116972"/>
                  </a:lnTo>
                  <a:lnTo>
                    <a:pt x="3378057" y="3116972"/>
                  </a:lnTo>
                  <a:lnTo>
                    <a:pt x="3383763" y="3116972"/>
                  </a:lnTo>
                  <a:lnTo>
                    <a:pt x="3389469" y="3116972"/>
                  </a:lnTo>
                  <a:lnTo>
                    <a:pt x="3395175" y="3116972"/>
                  </a:lnTo>
                  <a:lnTo>
                    <a:pt x="3400882" y="3116972"/>
                  </a:lnTo>
                  <a:lnTo>
                    <a:pt x="3406588" y="3116972"/>
                  </a:lnTo>
                  <a:lnTo>
                    <a:pt x="3412294" y="3116972"/>
                  </a:lnTo>
                  <a:lnTo>
                    <a:pt x="3418000" y="3116972"/>
                  </a:lnTo>
                  <a:lnTo>
                    <a:pt x="3423706" y="3116972"/>
                  </a:lnTo>
                  <a:lnTo>
                    <a:pt x="3429413" y="3116972"/>
                  </a:lnTo>
                  <a:lnTo>
                    <a:pt x="3435119" y="3116972"/>
                  </a:lnTo>
                  <a:lnTo>
                    <a:pt x="3440825" y="3116972"/>
                  </a:lnTo>
                  <a:lnTo>
                    <a:pt x="3446531" y="3116972"/>
                  </a:lnTo>
                  <a:lnTo>
                    <a:pt x="3452237" y="3094664"/>
                  </a:lnTo>
                  <a:lnTo>
                    <a:pt x="3457943" y="2965096"/>
                  </a:lnTo>
                  <a:lnTo>
                    <a:pt x="3463650" y="2894455"/>
                  </a:lnTo>
                  <a:lnTo>
                    <a:pt x="3469356" y="2921772"/>
                  </a:lnTo>
                  <a:lnTo>
                    <a:pt x="3475062" y="2925235"/>
                  </a:lnTo>
                  <a:lnTo>
                    <a:pt x="3480768" y="2954571"/>
                  </a:lnTo>
                  <a:lnTo>
                    <a:pt x="3486474" y="3016590"/>
                  </a:lnTo>
                  <a:lnTo>
                    <a:pt x="3492180" y="3083212"/>
                  </a:lnTo>
                  <a:lnTo>
                    <a:pt x="3497887" y="3100545"/>
                  </a:lnTo>
                  <a:lnTo>
                    <a:pt x="3503593" y="3033899"/>
                  </a:lnTo>
                  <a:lnTo>
                    <a:pt x="3509299" y="2967043"/>
                  </a:lnTo>
                  <a:lnTo>
                    <a:pt x="3515005" y="2922822"/>
                  </a:lnTo>
                  <a:lnTo>
                    <a:pt x="3520711" y="2901416"/>
                  </a:lnTo>
                  <a:lnTo>
                    <a:pt x="3526418" y="2906201"/>
                  </a:lnTo>
                  <a:lnTo>
                    <a:pt x="3532124" y="2906661"/>
                  </a:lnTo>
                  <a:lnTo>
                    <a:pt x="3537830" y="2915518"/>
                  </a:lnTo>
                  <a:lnTo>
                    <a:pt x="3543536" y="2891784"/>
                  </a:lnTo>
                  <a:lnTo>
                    <a:pt x="3549242" y="2871438"/>
                  </a:lnTo>
                  <a:lnTo>
                    <a:pt x="3554948" y="2836055"/>
                  </a:lnTo>
                  <a:lnTo>
                    <a:pt x="3560655" y="2801717"/>
                  </a:lnTo>
                  <a:lnTo>
                    <a:pt x="3566361" y="2837250"/>
                  </a:lnTo>
                  <a:lnTo>
                    <a:pt x="3572067" y="2801542"/>
                  </a:lnTo>
                  <a:lnTo>
                    <a:pt x="3577773" y="2808295"/>
                  </a:lnTo>
                  <a:lnTo>
                    <a:pt x="3583479" y="2794193"/>
                  </a:lnTo>
                  <a:lnTo>
                    <a:pt x="3589186" y="2787670"/>
                  </a:lnTo>
                  <a:lnTo>
                    <a:pt x="3594892" y="2783021"/>
                  </a:lnTo>
                  <a:lnTo>
                    <a:pt x="3600598" y="2777888"/>
                  </a:lnTo>
                  <a:lnTo>
                    <a:pt x="3606304" y="2803644"/>
                  </a:lnTo>
                  <a:lnTo>
                    <a:pt x="3612010" y="2810676"/>
                  </a:lnTo>
                  <a:lnTo>
                    <a:pt x="3617716" y="2845824"/>
                  </a:lnTo>
                  <a:lnTo>
                    <a:pt x="3623423" y="2880780"/>
                  </a:lnTo>
                  <a:lnTo>
                    <a:pt x="3629129" y="2897094"/>
                  </a:lnTo>
                  <a:lnTo>
                    <a:pt x="3634835" y="2837481"/>
                  </a:lnTo>
                  <a:lnTo>
                    <a:pt x="3640541" y="2838516"/>
                  </a:lnTo>
                  <a:lnTo>
                    <a:pt x="3646247" y="2936393"/>
                  </a:lnTo>
                  <a:lnTo>
                    <a:pt x="3651953" y="3006106"/>
                  </a:lnTo>
                  <a:lnTo>
                    <a:pt x="3657660" y="3029569"/>
                  </a:lnTo>
                  <a:lnTo>
                    <a:pt x="3663366" y="3116972"/>
                  </a:lnTo>
                  <a:lnTo>
                    <a:pt x="3669072" y="3116972"/>
                  </a:lnTo>
                  <a:lnTo>
                    <a:pt x="3674778" y="3116972"/>
                  </a:lnTo>
                  <a:lnTo>
                    <a:pt x="3680484" y="3116972"/>
                  </a:lnTo>
                  <a:lnTo>
                    <a:pt x="3686191" y="3116972"/>
                  </a:lnTo>
                  <a:lnTo>
                    <a:pt x="3691897" y="3085734"/>
                  </a:lnTo>
                  <a:lnTo>
                    <a:pt x="3697603" y="2995020"/>
                  </a:lnTo>
                  <a:lnTo>
                    <a:pt x="3703309" y="2901337"/>
                  </a:lnTo>
                  <a:lnTo>
                    <a:pt x="3709015" y="2920999"/>
                  </a:lnTo>
                  <a:lnTo>
                    <a:pt x="3714721" y="2937038"/>
                  </a:lnTo>
                  <a:lnTo>
                    <a:pt x="3720428" y="2947430"/>
                  </a:lnTo>
                  <a:lnTo>
                    <a:pt x="3726134" y="2988798"/>
                  </a:lnTo>
                  <a:lnTo>
                    <a:pt x="3731840" y="3072237"/>
                  </a:lnTo>
                  <a:lnTo>
                    <a:pt x="3737546" y="3116972"/>
                  </a:lnTo>
                  <a:lnTo>
                    <a:pt x="3743252" y="3116972"/>
                  </a:lnTo>
                  <a:lnTo>
                    <a:pt x="3748959" y="3095857"/>
                  </a:lnTo>
                  <a:lnTo>
                    <a:pt x="3754665" y="3032637"/>
                  </a:lnTo>
                  <a:lnTo>
                    <a:pt x="3760371" y="3010562"/>
                  </a:lnTo>
                  <a:lnTo>
                    <a:pt x="3766077" y="2902533"/>
                  </a:lnTo>
                  <a:lnTo>
                    <a:pt x="3771783" y="2832716"/>
                  </a:lnTo>
                  <a:lnTo>
                    <a:pt x="3777489" y="2843022"/>
                  </a:lnTo>
                  <a:lnTo>
                    <a:pt x="3783196" y="2960698"/>
                  </a:lnTo>
                  <a:lnTo>
                    <a:pt x="3788902" y="3013704"/>
                  </a:lnTo>
                  <a:lnTo>
                    <a:pt x="3794608" y="2993331"/>
                  </a:lnTo>
                  <a:lnTo>
                    <a:pt x="3800314" y="3074339"/>
                  </a:lnTo>
                  <a:lnTo>
                    <a:pt x="3806020" y="3073882"/>
                  </a:lnTo>
                  <a:lnTo>
                    <a:pt x="3811726" y="2938602"/>
                  </a:lnTo>
                  <a:lnTo>
                    <a:pt x="3817433" y="2879521"/>
                  </a:lnTo>
                  <a:lnTo>
                    <a:pt x="3823139" y="2889988"/>
                  </a:lnTo>
                  <a:lnTo>
                    <a:pt x="3828845" y="2860478"/>
                  </a:lnTo>
                  <a:lnTo>
                    <a:pt x="3834551" y="2692984"/>
                  </a:lnTo>
                  <a:lnTo>
                    <a:pt x="3840257" y="2604044"/>
                  </a:lnTo>
                  <a:lnTo>
                    <a:pt x="3845964" y="2651641"/>
                  </a:lnTo>
                  <a:lnTo>
                    <a:pt x="3851670" y="2600888"/>
                  </a:lnTo>
                  <a:lnTo>
                    <a:pt x="3857376" y="2615615"/>
                  </a:lnTo>
                  <a:lnTo>
                    <a:pt x="3863082" y="2720712"/>
                  </a:lnTo>
                  <a:lnTo>
                    <a:pt x="3868788" y="2865342"/>
                  </a:lnTo>
                  <a:lnTo>
                    <a:pt x="3874494" y="2983934"/>
                  </a:lnTo>
                  <a:lnTo>
                    <a:pt x="3880201" y="3037668"/>
                  </a:lnTo>
                  <a:lnTo>
                    <a:pt x="3885907" y="3065461"/>
                  </a:lnTo>
                  <a:lnTo>
                    <a:pt x="3891613" y="3076165"/>
                  </a:lnTo>
                  <a:lnTo>
                    <a:pt x="3897319" y="3056150"/>
                  </a:lnTo>
                  <a:lnTo>
                    <a:pt x="3903025" y="2979052"/>
                  </a:lnTo>
                  <a:lnTo>
                    <a:pt x="3908731" y="2924909"/>
                  </a:lnTo>
                  <a:lnTo>
                    <a:pt x="3914438" y="2912989"/>
                  </a:lnTo>
                  <a:lnTo>
                    <a:pt x="3920144" y="2928521"/>
                  </a:lnTo>
                  <a:lnTo>
                    <a:pt x="3925850" y="2984001"/>
                  </a:lnTo>
                  <a:lnTo>
                    <a:pt x="3931556" y="3005671"/>
                  </a:lnTo>
                  <a:lnTo>
                    <a:pt x="3937262" y="2983588"/>
                  </a:lnTo>
                  <a:lnTo>
                    <a:pt x="3942969" y="2951180"/>
                  </a:lnTo>
                  <a:lnTo>
                    <a:pt x="3948675" y="2916170"/>
                  </a:lnTo>
                  <a:lnTo>
                    <a:pt x="3954381" y="2927685"/>
                  </a:lnTo>
                  <a:lnTo>
                    <a:pt x="3960087" y="2881764"/>
                  </a:lnTo>
                  <a:lnTo>
                    <a:pt x="3965793" y="2871316"/>
                  </a:lnTo>
                  <a:lnTo>
                    <a:pt x="3971499" y="2962880"/>
                  </a:lnTo>
                  <a:lnTo>
                    <a:pt x="3977206" y="2951600"/>
                  </a:lnTo>
                  <a:lnTo>
                    <a:pt x="3982912" y="2876188"/>
                  </a:lnTo>
                  <a:lnTo>
                    <a:pt x="3988618" y="2811458"/>
                  </a:lnTo>
                  <a:lnTo>
                    <a:pt x="3994324" y="2710991"/>
                  </a:lnTo>
                  <a:lnTo>
                    <a:pt x="4000030" y="2593674"/>
                  </a:lnTo>
                  <a:lnTo>
                    <a:pt x="4005737" y="2436317"/>
                  </a:lnTo>
                  <a:lnTo>
                    <a:pt x="4011443" y="2374156"/>
                  </a:lnTo>
                  <a:lnTo>
                    <a:pt x="4017149" y="2438304"/>
                  </a:lnTo>
                  <a:lnTo>
                    <a:pt x="4022855" y="2453648"/>
                  </a:lnTo>
                  <a:lnTo>
                    <a:pt x="4028561" y="2541099"/>
                  </a:lnTo>
                  <a:lnTo>
                    <a:pt x="4034267" y="2564653"/>
                  </a:lnTo>
                  <a:lnTo>
                    <a:pt x="4039974" y="2537218"/>
                  </a:lnTo>
                  <a:lnTo>
                    <a:pt x="4045680" y="2518646"/>
                  </a:lnTo>
                  <a:lnTo>
                    <a:pt x="4051386" y="2481473"/>
                  </a:lnTo>
                  <a:lnTo>
                    <a:pt x="4057092" y="2429469"/>
                  </a:lnTo>
                  <a:lnTo>
                    <a:pt x="4062798" y="2337192"/>
                  </a:lnTo>
                  <a:lnTo>
                    <a:pt x="4068504" y="2285032"/>
                  </a:lnTo>
                  <a:lnTo>
                    <a:pt x="4074211" y="2277843"/>
                  </a:lnTo>
                  <a:lnTo>
                    <a:pt x="4079917" y="2305601"/>
                  </a:lnTo>
                  <a:lnTo>
                    <a:pt x="4085623" y="2268772"/>
                  </a:lnTo>
                  <a:lnTo>
                    <a:pt x="4091329" y="2157454"/>
                  </a:lnTo>
                  <a:lnTo>
                    <a:pt x="4097035" y="2066437"/>
                  </a:lnTo>
                  <a:lnTo>
                    <a:pt x="4102742" y="2019267"/>
                  </a:lnTo>
                  <a:lnTo>
                    <a:pt x="4108448" y="1959299"/>
                  </a:lnTo>
                  <a:lnTo>
                    <a:pt x="4114154" y="1863289"/>
                  </a:lnTo>
                  <a:lnTo>
                    <a:pt x="4119860" y="1840288"/>
                  </a:lnTo>
                  <a:lnTo>
                    <a:pt x="4125566" y="1845947"/>
                  </a:lnTo>
                  <a:lnTo>
                    <a:pt x="4131272" y="1835247"/>
                  </a:lnTo>
                  <a:lnTo>
                    <a:pt x="4136979" y="1838144"/>
                  </a:lnTo>
                  <a:lnTo>
                    <a:pt x="4142685" y="1890909"/>
                  </a:lnTo>
                  <a:lnTo>
                    <a:pt x="4148391" y="1880410"/>
                  </a:lnTo>
                  <a:lnTo>
                    <a:pt x="4154097" y="1756173"/>
                  </a:lnTo>
                  <a:lnTo>
                    <a:pt x="4159803" y="1667353"/>
                  </a:lnTo>
                  <a:lnTo>
                    <a:pt x="4165510" y="1560908"/>
                  </a:lnTo>
                  <a:lnTo>
                    <a:pt x="4171216" y="1454530"/>
                  </a:lnTo>
                  <a:lnTo>
                    <a:pt x="4176922" y="1349478"/>
                  </a:lnTo>
                  <a:lnTo>
                    <a:pt x="4182628" y="1286829"/>
                  </a:lnTo>
                  <a:lnTo>
                    <a:pt x="4188334" y="1276387"/>
                  </a:lnTo>
                  <a:lnTo>
                    <a:pt x="4194040" y="1326965"/>
                  </a:lnTo>
                  <a:lnTo>
                    <a:pt x="4199747" y="1371033"/>
                  </a:lnTo>
                  <a:lnTo>
                    <a:pt x="4205453" y="1321356"/>
                  </a:lnTo>
                  <a:lnTo>
                    <a:pt x="4211159" y="1235566"/>
                  </a:lnTo>
                  <a:lnTo>
                    <a:pt x="4216865" y="1178995"/>
                  </a:lnTo>
                  <a:lnTo>
                    <a:pt x="4222571" y="1128535"/>
                  </a:lnTo>
                  <a:lnTo>
                    <a:pt x="4228277" y="1050486"/>
                  </a:lnTo>
                  <a:lnTo>
                    <a:pt x="4233984" y="958823"/>
                  </a:lnTo>
                  <a:lnTo>
                    <a:pt x="4239690" y="968920"/>
                  </a:lnTo>
                  <a:lnTo>
                    <a:pt x="4245396" y="1091296"/>
                  </a:lnTo>
                  <a:lnTo>
                    <a:pt x="4251102" y="1202373"/>
                  </a:lnTo>
                  <a:lnTo>
                    <a:pt x="4256808" y="1210044"/>
                  </a:lnTo>
                  <a:lnTo>
                    <a:pt x="4262515" y="1233399"/>
                  </a:lnTo>
                  <a:lnTo>
                    <a:pt x="4268221" y="1336006"/>
                  </a:lnTo>
                  <a:lnTo>
                    <a:pt x="4273927" y="1402778"/>
                  </a:lnTo>
                  <a:lnTo>
                    <a:pt x="4279633" y="1352918"/>
                  </a:lnTo>
                  <a:lnTo>
                    <a:pt x="4285339" y="1250606"/>
                  </a:lnTo>
                  <a:lnTo>
                    <a:pt x="4291045" y="1210251"/>
                  </a:lnTo>
                  <a:lnTo>
                    <a:pt x="4296752" y="1142195"/>
                  </a:lnTo>
                  <a:lnTo>
                    <a:pt x="4302458" y="1004849"/>
                  </a:lnTo>
                  <a:lnTo>
                    <a:pt x="4308164" y="890641"/>
                  </a:lnTo>
                  <a:lnTo>
                    <a:pt x="4313870" y="878388"/>
                  </a:lnTo>
                  <a:lnTo>
                    <a:pt x="4319576" y="913753"/>
                  </a:lnTo>
                  <a:lnTo>
                    <a:pt x="4325282" y="983655"/>
                  </a:lnTo>
                  <a:lnTo>
                    <a:pt x="4330989" y="1033332"/>
                  </a:lnTo>
                  <a:lnTo>
                    <a:pt x="4336695" y="1108741"/>
                  </a:lnTo>
                  <a:lnTo>
                    <a:pt x="4342401" y="1125690"/>
                  </a:lnTo>
                  <a:lnTo>
                    <a:pt x="4348107" y="1135425"/>
                  </a:lnTo>
                  <a:lnTo>
                    <a:pt x="4353813" y="1261119"/>
                  </a:lnTo>
                  <a:lnTo>
                    <a:pt x="4359520" y="1282411"/>
                  </a:lnTo>
                  <a:lnTo>
                    <a:pt x="4365226" y="1208305"/>
                  </a:lnTo>
                  <a:lnTo>
                    <a:pt x="4370932" y="1176541"/>
                  </a:lnTo>
                  <a:lnTo>
                    <a:pt x="4376638" y="1192720"/>
                  </a:lnTo>
                  <a:lnTo>
                    <a:pt x="4382344" y="1107399"/>
                  </a:lnTo>
                  <a:lnTo>
                    <a:pt x="4388050" y="920021"/>
                  </a:lnTo>
                  <a:lnTo>
                    <a:pt x="4393757" y="874348"/>
                  </a:lnTo>
                  <a:lnTo>
                    <a:pt x="4399463" y="941323"/>
                  </a:lnTo>
                  <a:lnTo>
                    <a:pt x="4405169" y="1010649"/>
                  </a:lnTo>
                  <a:lnTo>
                    <a:pt x="4410875" y="1022355"/>
                  </a:lnTo>
                  <a:lnTo>
                    <a:pt x="4416581" y="1087294"/>
                  </a:lnTo>
                  <a:lnTo>
                    <a:pt x="4422288" y="1114138"/>
                  </a:lnTo>
                  <a:lnTo>
                    <a:pt x="4427994" y="1085393"/>
                  </a:lnTo>
                  <a:lnTo>
                    <a:pt x="4433700" y="1054874"/>
                  </a:lnTo>
                  <a:lnTo>
                    <a:pt x="4439406" y="904232"/>
                  </a:lnTo>
                  <a:lnTo>
                    <a:pt x="4445112" y="789265"/>
                  </a:lnTo>
                  <a:lnTo>
                    <a:pt x="4450818" y="701538"/>
                  </a:lnTo>
                  <a:lnTo>
                    <a:pt x="4456525" y="737410"/>
                  </a:lnTo>
                  <a:lnTo>
                    <a:pt x="4462231" y="775354"/>
                  </a:lnTo>
                  <a:lnTo>
                    <a:pt x="4467937" y="705774"/>
                  </a:lnTo>
                  <a:lnTo>
                    <a:pt x="4473643" y="746718"/>
                  </a:lnTo>
                  <a:lnTo>
                    <a:pt x="4479349" y="812965"/>
                  </a:lnTo>
                  <a:lnTo>
                    <a:pt x="4485055" y="809717"/>
                  </a:lnTo>
                  <a:lnTo>
                    <a:pt x="4490762" y="719302"/>
                  </a:lnTo>
                  <a:lnTo>
                    <a:pt x="4496468" y="686552"/>
                  </a:lnTo>
                  <a:lnTo>
                    <a:pt x="4502174" y="783871"/>
                  </a:lnTo>
                  <a:lnTo>
                    <a:pt x="4507880" y="830260"/>
                  </a:lnTo>
                  <a:lnTo>
                    <a:pt x="4513586" y="882397"/>
                  </a:lnTo>
                  <a:lnTo>
                    <a:pt x="4519293" y="965945"/>
                  </a:lnTo>
                  <a:lnTo>
                    <a:pt x="4524999" y="1032047"/>
                  </a:lnTo>
                  <a:lnTo>
                    <a:pt x="4530705" y="1123593"/>
                  </a:lnTo>
                  <a:lnTo>
                    <a:pt x="4536411" y="1171336"/>
                  </a:lnTo>
                  <a:lnTo>
                    <a:pt x="4542117" y="1304652"/>
                  </a:lnTo>
                  <a:lnTo>
                    <a:pt x="4547823" y="1417792"/>
                  </a:lnTo>
                  <a:lnTo>
                    <a:pt x="4553530" y="1556733"/>
                  </a:lnTo>
                  <a:lnTo>
                    <a:pt x="4559236" y="1741773"/>
                  </a:lnTo>
                  <a:lnTo>
                    <a:pt x="4564942" y="1816932"/>
                  </a:lnTo>
                  <a:lnTo>
                    <a:pt x="4570648" y="1863799"/>
                  </a:lnTo>
                  <a:lnTo>
                    <a:pt x="4576354" y="1782935"/>
                  </a:lnTo>
                  <a:lnTo>
                    <a:pt x="4582061" y="1691816"/>
                  </a:lnTo>
                  <a:lnTo>
                    <a:pt x="4587767" y="1548482"/>
                  </a:lnTo>
                  <a:lnTo>
                    <a:pt x="4593473" y="1426255"/>
                  </a:lnTo>
                  <a:lnTo>
                    <a:pt x="4599179" y="1321824"/>
                  </a:lnTo>
                  <a:lnTo>
                    <a:pt x="4604885" y="1243859"/>
                  </a:lnTo>
                  <a:lnTo>
                    <a:pt x="4610591" y="1335334"/>
                  </a:lnTo>
                  <a:lnTo>
                    <a:pt x="4616298" y="1308762"/>
                  </a:lnTo>
                  <a:lnTo>
                    <a:pt x="4622004" y="1280586"/>
                  </a:lnTo>
                  <a:lnTo>
                    <a:pt x="4627710" y="1286033"/>
                  </a:lnTo>
                  <a:lnTo>
                    <a:pt x="4633416" y="1327737"/>
                  </a:lnTo>
                  <a:lnTo>
                    <a:pt x="4639122" y="1308920"/>
                  </a:lnTo>
                  <a:lnTo>
                    <a:pt x="4644828" y="1187846"/>
                  </a:lnTo>
                  <a:lnTo>
                    <a:pt x="4650535" y="1166683"/>
                  </a:lnTo>
                  <a:lnTo>
                    <a:pt x="4656241" y="1197176"/>
                  </a:lnTo>
                  <a:lnTo>
                    <a:pt x="4661947" y="1207851"/>
                  </a:lnTo>
                  <a:lnTo>
                    <a:pt x="4667653" y="1374263"/>
                  </a:lnTo>
                  <a:lnTo>
                    <a:pt x="4673359" y="1507581"/>
                  </a:lnTo>
                  <a:lnTo>
                    <a:pt x="4679066" y="1566834"/>
                  </a:lnTo>
                  <a:lnTo>
                    <a:pt x="4684772" y="1647953"/>
                  </a:lnTo>
                  <a:lnTo>
                    <a:pt x="4690478" y="1763063"/>
                  </a:lnTo>
                  <a:lnTo>
                    <a:pt x="4696184" y="1904660"/>
                  </a:lnTo>
                  <a:lnTo>
                    <a:pt x="4701890" y="1867274"/>
                  </a:lnTo>
                  <a:lnTo>
                    <a:pt x="4707596" y="1823114"/>
                  </a:lnTo>
                  <a:lnTo>
                    <a:pt x="4713303" y="1772406"/>
                  </a:lnTo>
                  <a:lnTo>
                    <a:pt x="4719009" y="1757608"/>
                  </a:lnTo>
                  <a:lnTo>
                    <a:pt x="4724715" y="1729006"/>
                  </a:lnTo>
                  <a:lnTo>
                    <a:pt x="4730421" y="1540836"/>
                  </a:lnTo>
                  <a:lnTo>
                    <a:pt x="4736127" y="1373338"/>
                  </a:lnTo>
                  <a:lnTo>
                    <a:pt x="4741834" y="1289827"/>
                  </a:lnTo>
                  <a:lnTo>
                    <a:pt x="4747540" y="1265770"/>
                  </a:lnTo>
                  <a:lnTo>
                    <a:pt x="4753246" y="1217719"/>
                  </a:lnTo>
                  <a:lnTo>
                    <a:pt x="4758952" y="1090055"/>
                  </a:lnTo>
                  <a:lnTo>
                    <a:pt x="4764658" y="997606"/>
                  </a:lnTo>
                  <a:lnTo>
                    <a:pt x="4770364" y="960209"/>
                  </a:lnTo>
                  <a:lnTo>
                    <a:pt x="4776071" y="1026068"/>
                  </a:lnTo>
                  <a:lnTo>
                    <a:pt x="4781777" y="1072494"/>
                  </a:lnTo>
                  <a:lnTo>
                    <a:pt x="4787483" y="1126658"/>
                  </a:lnTo>
                  <a:lnTo>
                    <a:pt x="4793189" y="1269284"/>
                  </a:lnTo>
                  <a:lnTo>
                    <a:pt x="4798895" y="1398358"/>
                  </a:lnTo>
                  <a:lnTo>
                    <a:pt x="4804601" y="1480834"/>
                  </a:lnTo>
                  <a:lnTo>
                    <a:pt x="4810308" y="1475966"/>
                  </a:lnTo>
                  <a:lnTo>
                    <a:pt x="4816014" y="1392037"/>
                  </a:lnTo>
                  <a:lnTo>
                    <a:pt x="4821720" y="1362389"/>
                  </a:lnTo>
                  <a:lnTo>
                    <a:pt x="4827426" y="1336136"/>
                  </a:lnTo>
                  <a:lnTo>
                    <a:pt x="4833132" y="1307258"/>
                  </a:lnTo>
                  <a:lnTo>
                    <a:pt x="4838839" y="1282765"/>
                  </a:lnTo>
                  <a:lnTo>
                    <a:pt x="4844545" y="1249838"/>
                  </a:lnTo>
                  <a:lnTo>
                    <a:pt x="4850251" y="1325777"/>
                  </a:lnTo>
                  <a:lnTo>
                    <a:pt x="4855957" y="1346331"/>
                  </a:lnTo>
                  <a:lnTo>
                    <a:pt x="4861663" y="1301661"/>
                  </a:lnTo>
                  <a:lnTo>
                    <a:pt x="4867369" y="1228695"/>
                  </a:lnTo>
                  <a:lnTo>
                    <a:pt x="4873076" y="1100605"/>
                  </a:lnTo>
                  <a:lnTo>
                    <a:pt x="4878782" y="977820"/>
                  </a:lnTo>
                  <a:lnTo>
                    <a:pt x="4884488" y="830997"/>
                  </a:lnTo>
                  <a:lnTo>
                    <a:pt x="4890194" y="743710"/>
                  </a:lnTo>
                  <a:lnTo>
                    <a:pt x="4895900" y="683391"/>
                  </a:lnTo>
                  <a:lnTo>
                    <a:pt x="4901606" y="658445"/>
                  </a:lnTo>
                  <a:lnTo>
                    <a:pt x="4907313" y="703239"/>
                  </a:lnTo>
                  <a:lnTo>
                    <a:pt x="4913019" y="762583"/>
                  </a:lnTo>
                  <a:lnTo>
                    <a:pt x="4918725" y="880299"/>
                  </a:lnTo>
                  <a:lnTo>
                    <a:pt x="4924431" y="883688"/>
                  </a:lnTo>
                  <a:lnTo>
                    <a:pt x="4930137" y="950643"/>
                  </a:lnTo>
                  <a:lnTo>
                    <a:pt x="4935844" y="1126559"/>
                  </a:lnTo>
                  <a:lnTo>
                    <a:pt x="4941550" y="1302232"/>
                  </a:lnTo>
                  <a:lnTo>
                    <a:pt x="4947256" y="1450840"/>
                  </a:lnTo>
                  <a:lnTo>
                    <a:pt x="4952962" y="1600470"/>
                  </a:lnTo>
                  <a:lnTo>
                    <a:pt x="4958668" y="1708705"/>
                  </a:lnTo>
                  <a:lnTo>
                    <a:pt x="4964374" y="1654579"/>
                  </a:lnTo>
                  <a:lnTo>
                    <a:pt x="4970081" y="1512416"/>
                  </a:lnTo>
                  <a:lnTo>
                    <a:pt x="4975787" y="1388954"/>
                  </a:lnTo>
                  <a:lnTo>
                    <a:pt x="4981493" y="1352803"/>
                  </a:lnTo>
                  <a:lnTo>
                    <a:pt x="4987199" y="1268381"/>
                  </a:lnTo>
                  <a:lnTo>
                    <a:pt x="4992905" y="1236633"/>
                  </a:lnTo>
                  <a:lnTo>
                    <a:pt x="4998612" y="1287173"/>
                  </a:lnTo>
                  <a:lnTo>
                    <a:pt x="5004318" y="1307243"/>
                  </a:lnTo>
                  <a:lnTo>
                    <a:pt x="5010024" y="1275533"/>
                  </a:lnTo>
                  <a:lnTo>
                    <a:pt x="5015730" y="1126185"/>
                  </a:lnTo>
                  <a:lnTo>
                    <a:pt x="5021436" y="929607"/>
                  </a:lnTo>
                  <a:lnTo>
                    <a:pt x="5027142" y="765495"/>
                  </a:lnTo>
                  <a:lnTo>
                    <a:pt x="5032849" y="610317"/>
                  </a:lnTo>
                  <a:lnTo>
                    <a:pt x="5038555" y="498490"/>
                  </a:lnTo>
                  <a:lnTo>
                    <a:pt x="5044261" y="386927"/>
                  </a:lnTo>
                  <a:lnTo>
                    <a:pt x="5049967" y="339707"/>
                  </a:lnTo>
                  <a:lnTo>
                    <a:pt x="5055673" y="336280"/>
                  </a:lnTo>
                  <a:lnTo>
                    <a:pt x="5061379" y="339797"/>
                  </a:lnTo>
                  <a:lnTo>
                    <a:pt x="5067086" y="348125"/>
                  </a:lnTo>
                  <a:lnTo>
                    <a:pt x="5072792" y="375603"/>
                  </a:lnTo>
                  <a:lnTo>
                    <a:pt x="5078498" y="395887"/>
                  </a:lnTo>
                  <a:lnTo>
                    <a:pt x="5084204" y="420125"/>
                  </a:lnTo>
                  <a:lnTo>
                    <a:pt x="5089910" y="456091"/>
                  </a:lnTo>
                  <a:lnTo>
                    <a:pt x="5095617" y="481534"/>
                  </a:lnTo>
                  <a:lnTo>
                    <a:pt x="5101323" y="551587"/>
                  </a:lnTo>
                  <a:lnTo>
                    <a:pt x="5107029" y="600296"/>
                  </a:lnTo>
                  <a:lnTo>
                    <a:pt x="5112735" y="635464"/>
                  </a:lnTo>
                  <a:lnTo>
                    <a:pt x="5118441" y="677850"/>
                  </a:lnTo>
                  <a:lnTo>
                    <a:pt x="5124147" y="711039"/>
                  </a:lnTo>
                  <a:lnTo>
                    <a:pt x="5129854" y="743447"/>
                  </a:lnTo>
                  <a:lnTo>
                    <a:pt x="5135560" y="731334"/>
                  </a:lnTo>
                  <a:lnTo>
                    <a:pt x="5141266" y="791206"/>
                  </a:lnTo>
                  <a:lnTo>
                    <a:pt x="5146972" y="841741"/>
                  </a:lnTo>
                  <a:lnTo>
                    <a:pt x="5152678" y="887669"/>
                  </a:lnTo>
                  <a:lnTo>
                    <a:pt x="5158385" y="930052"/>
                  </a:lnTo>
                  <a:lnTo>
                    <a:pt x="5164091" y="1047676"/>
                  </a:lnTo>
                  <a:lnTo>
                    <a:pt x="5169797" y="1142820"/>
                  </a:lnTo>
                  <a:lnTo>
                    <a:pt x="5175503" y="1108197"/>
                  </a:lnTo>
                  <a:lnTo>
                    <a:pt x="5181209" y="1181785"/>
                  </a:lnTo>
                  <a:lnTo>
                    <a:pt x="5186915" y="1233210"/>
                  </a:lnTo>
                  <a:lnTo>
                    <a:pt x="5192622" y="1318282"/>
                  </a:lnTo>
                  <a:lnTo>
                    <a:pt x="5198328" y="1252888"/>
                  </a:lnTo>
                  <a:lnTo>
                    <a:pt x="5204034" y="1136048"/>
                  </a:lnTo>
                  <a:lnTo>
                    <a:pt x="5209740" y="1066780"/>
                  </a:lnTo>
                  <a:lnTo>
                    <a:pt x="5215446" y="939734"/>
                  </a:lnTo>
                  <a:lnTo>
                    <a:pt x="5221152" y="804214"/>
                  </a:lnTo>
                  <a:lnTo>
                    <a:pt x="5226859" y="689175"/>
                  </a:lnTo>
                  <a:lnTo>
                    <a:pt x="5232565" y="693797"/>
                  </a:lnTo>
                  <a:lnTo>
                    <a:pt x="5238271" y="763577"/>
                  </a:lnTo>
                  <a:lnTo>
                    <a:pt x="5243977" y="799825"/>
                  </a:lnTo>
                  <a:lnTo>
                    <a:pt x="5249683" y="818574"/>
                  </a:lnTo>
                  <a:lnTo>
                    <a:pt x="5255390" y="846675"/>
                  </a:lnTo>
                  <a:lnTo>
                    <a:pt x="5261096" y="841051"/>
                  </a:lnTo>
                  <a:lnTo>
                    <a:pt x="5266802" y="839777"/>
                  </a:lnTo>
                  <a:lnTo>
                    <a:pt x="5272508" y="836014"/>
                  </a:lnTo>
                  <a:lnTo>
                    <a:pt x="5278214" y="890859"/>
                  </a:lnTo>
                  <a:lnTo>
                    <a:pt x="5283920" y="922975"/>
                  </a:lnTo>
                  <a:lnTo>
                    <a:pt x="5289627" y="1049672"/>
                  </a:lnTo>
                  <a:lnTo>
                    <a:pt x="5295333" y="1197949"/>
                  </a:lnTo>
                  <a:lnTo>
                    <a:pt x="5301039" y="1323278"/>
                  </a:lnTo>
                  <a:lnTo>
                    <a:pt x="5306745" y="1516904"/>
                  </a:lnTo>
                  <a:lnTo>
                    <a:pt x="5312451" y="1670773"/>
                  </a:lnTo>
                  <a:lnTo>
                    <a:pt x="5318157" y="1826853"/>
                  </a:lnTo>
                  <a:lnTo>
                    <a:pt x="5323864" y="1905008"/>
                  </a:lnTo>
                  <a:lnTo>
                    <a:pt x="5329570" y="1930234"/>
                  </a:lnTo>
                  <a:lnTo>
                    <a:pt x="5335276" y="1903772"/>
                  </a:lnTo>
                  <a:lnTo>
                    <a:pt x="5340982" y="1716589"/>
                  </a:lnTo>
                  <a:lnTo>
                    <a:pt x="5346688" y="1608898"/>
                  </a:lnTo>
                  <a:lnTo>
                    <a:pt x="5352395" y="1507747"/>
                  </a:lnTo>
                  <a:lnTo>
                    <a:pt x="5358101" y="1400142"/>
                  </a:lnTo>
                  <a:lnTo>
                    <a:pt x="5363807" y="1314757"/>
                  </a:lnTo>
                  <a:lnTo>
                    <a:pt x="5369513" y="1274262"/>
                  </a:lnTo>
                  <a:lnTo>
                    <a:pt x="5375219" y="1290230"/>
                  </a:lnTo>
                  <a:lnTo>
                    <a:pt x="5380925" y="1243401"/>
                  </a:lnTo>
                  <a:lnTo>
                    <a:pt x="5386632" y="1237313"/>
                  </a:lnTo>
                  <a:lnTo>
                    <a:pt x="5392338" y="1211561"/>
                  </a:lnTo>
                  <a:lnTo>
                    <a:pt x="5398044" y="1162712"/>
                  </a:lnTo>
                  <a:lnTo>
                    <a:pt x="5403750" y="1065235"/>
                  </a:lnTo>
                  <a:lnTo>
                    <a:pt x="5409456" y="1029341"/>
                  </a:lnTo>
                  <a:lnTo>
                    <a:pt x="5415163" y="986773"/>
                  </a:lnTo>
                  <a:lnTo>
                    <a:pt x="5420869" y="885925"/>
                  </a:lnTo>
                  <a:lnTo>
                    <a:pt x="5426575" y="824516"/>
                  </a:lnTo>
                  <a:lnTo>
                    <a:pt x="5432281" y="834414"/>
                  </a:lnTo>
                  <a:lnTo>
                    <a:pt x="5437987" y="830762"/>
                  </a:lnTo>
                  <a:lnTo>
                    <a:pt x="5443693" y="804496"/>
                  </a:lnTo>
                  <a:lnTo>
                    <a:pt x="5449400" y="880925"/>
                  </a:lnTo>
                  <a:lnTo>
                    <a:pt x="5455106" y="1008247"/>
                  </a:lnTo>
                  <a:lnTo>
                    <a:pt x="5460812" y="1085356"/>
                  </a:lnTo>
                  <a:lnTo>
                    <a:pt x="5466518" y="1070969"/>
                  </a:lnTo>
                  <a:lnTo>
                    <a:pt x="5472224" y="1102585"/>
                  </a:lnTo>
                  <a:lnTo>
                    <a:pt x="5477930" y="1221789"/>
                  </a:lnTo>
                  <a:lnTo>
                    <a:pt x="5483637" y="1246799"/>
                  </a:lnTo>
                  <a:lnTo>
                    <a:pt x="5489343" y="1213907"/>
                  </a:lnTo>
                  <a:lnTo>
                    <a:pt x="5495049" y="1172714"/>
                  </a:lnTo>
                  <a:lnTo>
                    <a:pt x="5500755" y="1126228"/>
                  </a:lnTo>
                  <a:lnTo>
                    <a:pt x="5506461" y="1051503"/>
                  </a:lnTo>
                  <a:lnTo>
                    <a:pt x="5512168" y="819033"/>
                  </a:lnTo>
                  <a:lnTo>
                    <a:pt x="5517874" y="586868"/>
                  </a:lnTo>
                  <a:lnTo>
                    <a:pt x="5523580" y="411218"/>
                  </a:lnTo>
                  <a:lnTo>
                    <a:pt x="5529286" y="271912"/>
                  </a:lnTo>
                  <a:lnTo>
                    <a:pt x="5534992" y="187319"/>
                  </a:lnTo>
                  <a:lnTo>
                    <a:pt x="5540698" y="165133"/>
                  </a:lnTo>
                  <a:lnTo>
                    <a:pt x="5546405" y="213112"/>
                  </a:lnTo>
                  <a:lnTo>
                    <a:pt x="5552111" y="295306"/>
                  </a:lnTo>
                  <a:lnTo>
                    <a:pt x="5557817" y="354329"/>
                  </a:lnTo>
                  <a:lnTo>
                    <a:pt x="5563523" y="417250"/>
                  </a:lnTo>
                  <a:lnTo>
                    <a:pt x="5569229" y="538500"/>
                  </a:lnTo>
                  <a:lnTo>
                    <a:pt x="5574936" y="582771"/>
                  </a:lnTo>
                  <a:lnTo>
                    <a:pt x="5580642" y="648009"/>
                  </a:lnTo>
                  <a:lnTo>
                    <a:pt x="5586348" y="689184"/>
                  </a:lnTo>
                  <a:lnTo>
                    <a:pt x="5592054" y="818605"/>
                  </a:lnTo>
                  <a:lnTo>
                    <a:pt x="5597760" y="891220"/>
                  </a:lnTo>
                  <a:lnTo>
                    <a:pt x="5603466" y="786147"/>
                  </a:lnTo>
                  <a:lnTo>
                    <a:pt x="5609173" y="720212"/>
                  </a:lnTo>
                  <a:lnTo>
                    <a:pt x="5614879" y="646133"/>
                  </a:lnTo>
                  <a:lnTo>
                    <a:pt x="5620585" y="554550"/>
                  </a:lnTo>
                  <a:lnTo>
                    <a:pt x="5626291" y="349983"/>
                  </a:lnTo>
                  <a:lnTo>
                    <a:pt x="5631997" y="124116"/>
                  </a:lnTo>
                  <a:lnTo>
                    <a:pt x="5637703" y="12374"/>
                  </a:lnTo>
                  <a:lnTo>
                    <a:pt x="5643410" y="0"/>
                  </a:lnTo>
                  <a:lnTo>
                    <a:pt x="5649116" y="106177"/>
                  </a:lnTo>
                  <a:lnTo>
                    <a:pt x="5654822" y="247578"/>
                  </a:lnTo>
                  <a:lnTo>
                    <a:pt x="5660528" y="411158"/>
                  </a:lnTo>
                  <a:lnTo>
                    <a:pt x="5666234" y="658195"/>
                  </a:lnTo>
                  <a:lnTo>
                    <a:pt x="5671941" y="926707"/>
                  </a:lnTo>
                  <a:lnTo>
                    <a:pt x="5677647" y="1110179"/>
                  </a:lnTo>
                  <a:lnTo>
                    <a:pt x="5683353" y="1130053"/>
                  </a:lnTo>
                  <a:lnTo>
                    <a:pt x="5689059" y="1123329"/>
                  </a:lnTo>
                  <a:lnTo>
                    <a:pt x="5694765" y="1060451"/>
                  </a:lnTo>
                  <a:lnTo>
                    <a:pt x="5700471" y="989411"/>
                  </a:lnTo>
                  <a:lnTo>
                    <a:pt x="5706178" y="840649"/>
                  </a:lnTo>
                  <a:lnTo>
                    <a:pt x="5711884" y="624433"/>
                  </a:lnTo>
                  <a:lnTo>
                    <a:pt x="5717590" y="499493"/>
                  </a:lnTo>
                  <a:lnTo>
                    <a:pt x="5723296" y="413155"/>
                  </a:lnTo>
                  <a:lnTo>
                    <a:pt x="5729002" y="404591"/>
                  </a:lnTo>
                  <a:lnTo>
                    <a:pt x="5734708" y="481448"/>
                  </a:lnTo>
                  <a:lnTo>
                    <a:pt x="5740415" y="662839"/>
                  </a:lnTo>
                  <a:lnTo>
                    <a:pt x="5746121" y="914213"/>
                  </a:lnTo>
                  <a:lnTo>
                    <a:pt x="5751827" y="1164678"/>
                  </a:lnTo>
                  <a:lnTo>
                    <a:pt x="5757533" y="1333239"/>
                  </a:lnTo>
                  <a:lnTo>
                    <a:pt x="5763239" y="1392152"/>
                  </a:lnTo>
                  <a:lnTo>
                    <a:pt x="5768946" y="1305102"/>
                  </a:lnTo>
                  <a:lnTo>
                    <a:pt x="5774652" y="1175559"/>
                  </a:lnTo>
                  <a:lnTo>
                    <a:pt x="5780358" y="1056432"/>
                  </a:lnTo>
                  <a:lnTo>
                    <a:pt x="5786064" y="973010"/>
                  </a:lnTo>
                  <a:lnTo>
                    <a:pt x="5791770" y="1019906"/>
                  </a:lnTo>
                  <a:lnTo>
                    <a:pt x="5797476" y="1201934"/>
                  </a:lnTo>
                  <a:lnTo>
                    <a:pt x="5803183" y="1409007"/>
                  </a:lnTo>
                  <a:lnTo>
                    <a:pt x="5808889" y="1615571"/>
                  </a:lnTo>
                  <a:lnTo>
                    <a:pt x="5814595" y="1758956"/>
                  </a:lnTo>
                  <a:lnTo>
                    <a:pt x="5820301" y="1760425"/>
                  </a:lnTo>
                  <a:lnTo>
                    <a:pt x="5826007" y="1632325"/>
                  </a:lnTo>
                  <a:lnTo>
                    <a:pt x="5831714" y="1524968"/>
                  </a:lnTo>
                  <a:lnTo>
                    <a:pt x="5837420" y="1461567"/>
                  </a:lnTo>
                  <a:lnTo>
                    <a:pt x="5843126" y="1337327"/>
                  </a:lnTo>
                  <a:lnTo>
                    <a:pt x="5848832" y="1353611"/>
                  </a:lnTo>
                  <a:lnTo>
                    <a:pt x="5854538" y="1528045"/>
                  </a:lnTo>
                  <a:lnTo>
                    <a:pt x="5860244" y="1725312"/>
                  </a:lnTo>
                  <a:lnTo>
                    <a:pt x="5865951" y="1855729"/>
                  </a:lnTo>
                  <a:lnTo>
                    <a:pt x="5871657" y="1906416"/>
                  </a:lnTo>
                  <a:lnTo>
                    <a:pt x="5877363" y="1987917"/>
                  </a:lnTo>
                  <a:lnTo>
                    <a:pt x="5883069" y="2079388"/>
                  </a:lnTo>
                  <a:lnTo>
                    <a:pt x="5888775" y="2031103"/>
                  </a:lnTo>
                  <a:lnTo>
                    <a:pt x="5894481" y="2026336"/>
                  </a:lnTo>
                  <a:lnTo>
                    <a:pt x="5900188" y="2041514"/>
                  </a:lnTo>
                  <a:lnTo>
                    <a:pt x="5905894" y="2028552"/>
                  </a:lnTo>
                  <a:lnTo>
                    <a:pt x="5911600" y="1998859"/>
                  </a:lnTo>
                  <a:lnTo>
                    <a:pt x="5917306" y="1891973"/>
                  </a:lnTo>
                  <a:lnTo>
                    <a:pt x="5923012" y="1820385"/>
                  </a:lnTo>
                  <a:lnTo>
                    <a:pt x="5928719" y="1654354"/>
                  </a:lnTo>
                  <a:lnTo>
                    <a:pt x="5934425" y="1477242"/>
                  </a:lnTo>
                  <a:lnTo>
                    <a:pt x="5940131" y="1470069"/>
                  </a:lnTo>
                  <a:lnTo>
                    <a:pt x="5945837" y="1610833"/>
                  </a:lnTo>
                  <a:lnTo>
                    <a:pt x="5951543" y="1753665"/>
                  </a:lnTo>
                  <a:lnTo>
                    <a:pt x="5957249" y="1841889"/>
                  </a:lnTo>
                  <a:lnTo>
                    <a:pt x="5962956" y="2059008"/>
                  </a:lnTo>
                  <a:lnTo>
                    <a:pt x="5968662" y="2240030"/>
                  </a:lnTo>
                  <a:lnTo>
                    <a:pt x="5974368" y="2297466"/>
                  </a:lnTo>
                  <a:lnTo>
                    <a:pt x="5980074" y="2268673"/>
                  </a:lnTo>
                  <a:lnTo>
                    <a:pt x="5985780" y="2233601"/>
                  </a:lnTo>
                  <a:lnTo>
                    <a:pt x="5991487" y="2290906"/>
                  </a:lnTo>
                  <a:lnTo>
                    <a:pt x="5997193" y="2241831"/>
                  </a:lnTo>
                  <a:lnTo>
                    <a:pt x="6002899" y="2255266"/>
                  </a:lnTo>
                  <a:lnTo>
                    <a:pt x="6008605" y="2358583"/>
                  </a:lnTo>
                  <a:lnTo>
                    <a:pt x="6014311" y="2469472"/>
                  </a:lnTo>
                  <a:lnTo>
                    <a:pt x="6020017" y="2627342"/>
                  </a:lnTo>
                  <a:lnTo>
                    <a:pt x="6025724" y="2680276"/>
                  </a:lnTo>
                  <a:lnTo>
                    <a:pt x="6031430" y="2686450"/>
                  </a:lnTo>
                  <a:lnTo>
                    <a:pt x="6037136" y="2605200"/>
                  </a:lnTo>
                  <a:lnTo>
                    <a:pt x="6042842" y="2440115"/>
                  </a:lnTo>
                  <a:lnTo>
                    <a:pt x="6048548" y="2259629"/>
                  </a:lnTo>
                  <a:lnTo>
                    <a:pt x="6054254" y="2047912"/>
                  </a:lnTo>
                  <a:lnTo>
                    <a:pt x="6059961" y="1932869"/>
                  </a:lnTo>
                  <a:lnTo>
                    <a:pt x="6065667" y="1959551"/>
                  </a:lnTo>
                  <a:lnTo>
                    <a:pt x="6071373" y="2056294"/>
                  </a:lnTo>
                  <a:lnTo>
                    <a:pt x="6077079" y="2131230"/>
                  </a:lnTo>
                  <a:lnTo>
                    <a:pt x="6082785" y="2172373"/>
                  </a:lnTo>
                  <a:lnTo>
                    <a:pt x="6088492" y="2140409"/>
                  </a:lnTo>
                  <a:lnTo>
                    <a:pt x="6094198" y="2047063"/>
                  </a:lnTo>
                  <a:lnTo>
                    <a:pt x="6099904" y="1995430"/>
                  </a:lnTo>
                  <a:lnTo>
                    <a:pt x="6105610" y="1952649"/>
                  </a:lnTo>
                  <a:lnTo>
                    <a:pt x="6111316" y="1814161"/>
                  </a:lnTo>
                  <a:lnTo>
                    <a:pt x="6117022" y="1626246"/>
                  </a:lnTo>
                  <a:lnTo>
                    <a:pt x="6122729" y="1508241"/>
                  </a:lnTo>
                  <a:lnTo>
                    <a:pt x="6128435" y="1483925"/>
                  </a:lnTo>
                  <a:lnTo>
                    <a:pt x="6134141" y="1329098"/>
                  </a:lnTo>
                  <a:lnTo>
                    <a:pt x="6139847" y="1077733"/>
                  </a:lnTo>
                  <a:lnTo>
                    <a:pt x="6145553" y="949017"/>
                  </a:lnTo>
                  <a:lnTo>
                    <a:pt x="6151259" y="835841"/>
                  </a:lnTo>
                  <a:lnTo>
                    <a:pt x="6156966" y="700359"/>
                  </a:lnTo>
                  <a:lnTo>
                    <a:pt x="6162672" y="599727"/>
                  </a:lnTo>
                  <a:lnTo>
                    <a:pt x="6168378" y="678558"/>
                  </a:lnTo>
                  <a:lnTo>
                    <a:pt x="6174084" y="820019"/>
                  </a:lnTo>
                  <a:lnTo>
                    <a:pt x="6179790" y="948731"/>
                  </a:lnTo>
                  <a:lnTo>
                    <a:pt x="6185497" y="1122309"/>
                  </a:lnTo>
                  <a:lnTo>
                    <a:pt x="6191203" y="1332575"/>
                  </a:lnTo>
                  <a:lnTo>
                    <a:pt x="6196909" y="1488268"/>
                  </a:lnTo>
                  <a:lnTo>
                    <a:pt x="6202615" y="1605164"/>
                  </a:lnTo>
                  <a:lnTo>
                    <a:pt x="6208321" y="1744704"/>
                  </a:lnTo>
                  <a:lnTo>
                    <a:pt x="6214027" y="1796936"/>
                  </a:lnTo>
                  <a:lnTo>
                    <a:pt x="6219734" y="1883043"/>
                  </a:lnTo>
                  <a:lnTo>
                    <a:pt x="6225440" y="1979274"/>
                  </a:lnTo>
                  <a:lnTo>
                    <a:pt x="6231146" y="1934760"/>
                  </a:lnTo>
                  <a:lnTo>
                    <a:pt x="6236852" y="1718946"/>
                  </a:lnTo>
                  <a:lnTo>
                    <a:pt x="6242558" y="1443169"/>
                  </a:lnTo>
                  <a:lnTo>
                    <a:pt x="6248265" y="1262367"/>
                  </a:lnTo>
                  <a:lnTo>
                    <a:pt x="6253971" y="1071175"/>
                  </a:lnTo>
                  <a:lnTo>
                    <a:pt x="6259677" y="815177"/>
                  </a:lnTo>
                  <a:lnTo>
                    <a:pt x="6265383" y="662406"/>
                  </a:lnTo>
                  <a:lnTo>
                    <a:pt x="6271089" y="630985"/>
                  </a:lnTo>
                  <a:lnTo>
                    <a:pt x="6276795" y="647210"/>
                  </a:lnTo>
                  <a:lnTo>
                    <a:pt x="6282502" y="676553"/>
                  </a:lnTo>
                  <a:lnTo>
                    <a:pt x="6288208" y="626602"/>
                  </a:lnTo>
                  <a:lnTo>
                    <a:pt x="6293914" y="599495"/>
                  </a:lnTo>
                  <a:lnTo>
                    <a:pt x="6299620" y="582578"/>
                  </a:lnTo>
                  <a:lnTo>
                    <a:pt x="6305326" y="549475"/>
                  </a:lnTo>
                  <a:lnTo>
                    <a:pt x="6311032" y="560285"/>
                  </a:lnTo>
                  <a:lnTo>
                    <a:pt x="6316739" y="637727"/>
                  </a:lnTo>
                  <a:lnTo>
                    <a:pt x="6322445" y="783419"/>
                  </a:lnTo>
                  <a:lnTo>
                    <a:pt x="6328151" y="918068"/>
                  </a:lnTo>
                  <a:lnTo>
                    <a:pt x="6333857" y="1014140"/>
                  </a:lnTo>
                  <a:lnTo>
                    <a:pt x="6339563" y="1042477"/>
                  </a:lnTo>
                  <a:lnTo>
                    <a:pt x="6345270" y="1010837"/>
                  </a:lnTo>
                  <a:lnTo>
                    <a:pt x="6350976" y="869018"/>
                  </a:lnTo>
                  <a:lnTo>
                    <a:pt x="6356682" y="694821"/>
                  </a:lnTo>
                  <a:lnTo>
                    <a:pt x="6362388" y="515794"/>
                  </a:lnTo>
                  <a:lnTo>
                    <a:pt x="6368094" y="349130"/>
                  </a:lnTo>
                  <a:lnTo>
                    <a:pt x="6373800" y="240411"/>
                  </a:lnTo>
                  <a:lnTo>
                    <a:pt x="6379507" y="186527"/>
                  </a:lnTo>
                  <a:lnTo>
                    <a:pt x="6385213" y="320696"/>
                  </a:lnTo>
                  <a:lnTo>
                    <a:pt x="6390919" y="473086"/>
                  </a:lnTo>
                  <a:lnTo>
                    <a:pt x="6396625" y="599162"/>
                  </a:lnTo>
                  <a:lnTo>
                    <a:pt x="6402331" y="754879"/>
                  </a:lnTo>
                  <a:lnTo>
                    <a:pt x="6408038" y="868501"/>
                  </a:lnTo>
                  <a:lnTo>
                    <a:pt x="6413744" y="1035254"/>
                  </a:lnTo>
                  <a:lnTo>
                    <a:pt x="6419450" y="1045156"/>
                  </a:lnTo>
                  <a:lnTo>
                    <a:pt x="6425156" y="1024220"/>
                  </a:lnTo>
                  <a:lnTo>
                    <a:pt x="6430862" y="976800"/>
                  </a:lnTo>
                  <a:lnTo>
                    <a:pt x="6436568" y="928582"/>
                  </a:lnTo>
                  <a:lnTo>
                    <a:pt x="6442275" y="927087"/>
                  </a:lnTo>
                  <a:lnTo>
                    <a:pt x="6447981" y="874593"/>
                  </a:lnTo>
                  <a:lnTo>
                    <a:pt x="6453687" y="922550"/>
                  </a:lnTo>
                  <a:lnTo>
                    <a:pt x="6459393" y="1030396"/>
                  </a:lnTo>
                  <a:lnTo>
                    <a:pt x="6465099" y="1162810"/>
                  </a:lnTo>
                  <a:lnTo>
                    <a:pt x="6470805" y="1347125"/>
                  </a:lnTo>
                  <a:lnTo>
                    <a:pt x="6476512" y="1542681"/>
                  </a:lnTo>
                  <a:lnTo>
                    <a:pt x="6482218" y="1707355"/>
                  </a:lnTo>
                  <a:lnTo>
                    <a:pt x="6487924" y="1828946"/>
                  </a:lnTo>
                  <a:lnTo>
                    <a:pt x="6493630" y="1954071"/>
                  </a:lnTo>
                  <a:lnTo>
                    <a:pt x="6499336" y="2069888"/>
                  </a:lnTo>
                  <a:lnTo>
                    <a:pt x="6505043" y="2189284"/>
                  </a:lnTo>
                  <a:lnTo>
                    <a:pt x="6510749" y="2334197"/>
                  </a:lnTo>
                  <a:lnTo>
                    <a:pt x="6516455" y="2359923"/>
                  </a:lnTo>
                  <a:lnTo>
                    <a:pt x="6522161" y="2287612"/>
                  </a:lnTo>
                  <a:lnTo>
                    <a:pt x="6527867" y="2157652"/>
                  </a:lnTo>
                  <a:lnTo>
                    <a:pt x="6533573" y="2063276"/>
                  </a:lnTo>
                  <a:lnTo>
                    <a:pt x="6539280" y="1964142"/>
                  </a:lnTo>
                  <a:lnTo>
                    <a:pt x="6544986" y="1829007"/>
                  </a:lnTo>
                  <a:lnTo>
                    <a:pt x="6550692" y="1740376"/>
                  </a:lnTo>
                  <a:lnTo>
                    <a:pt x="6556398" y="1749625"/>
                  </a:lnTo>
                  <a:lnTo>
                    <a:pt x="6562104" y="1848206"/>
                  </a:lnTo>
                  <a:lnTo>
                    <a:pt x="6567810" y="1916314"/>
                  </a:lnTo>
                  <a:lnTo>
                    <a:pt x="6573517" y="1805023"/>
                  </a:lnTo>
                  <a:lnTo>
                    <a:pt x="6579223" y="1718107"/>
                  </a:lnTo>
                  <a:lnTo>
                    <a:pt x="6584929" y="1678216"/>
                  </a:lnTo>
                  <a:lnTo>
                    <a:pt x="6590635" y="1614059"/>
                  </a:lnTo>
                  <a:lnTo>
                    <a:pt x="6596341" y="1520688"/>
                  </a:lnTo>
                  <a:lnTo>
                    <a:pt x="6602048" y="1522829"/>
                  </a:lnTo>
                  <a:lnTo>
                    <a:pt x="6607754" y="1753914"/>
                  </a:lnTo>
                  <a:lnTo>
                    <a:pt x="6613460" y="1868143"/>
                  </a:lnTo>
                  <a:lnTo>
                    <a:pt x="6619166" y="1908896"/>
                  </a:lnTo>
                  <a:lnTo>
                    <a:pt x="6624872" y="1998462"/>
                  </a:lnTo>
                  <a:lnTo>
                    <a:pt x="6630578" y="2135218"/>
                  </a:lnTo>
                  <a:lnTo>
                    <a:pt x="6636285" y="2278113"/>
                  </a:lnTo>
                  <a:lnTo>
                    <a:pt x="6641991" y="2270105"/>
                  </a:lnTo>
                  <a:lnTo>
                    <a:pt x="6647697" y="2343089"/>
                  </a:lnTo>
                  <a:lnTo>
                    <a:pt x="6653403" y="2541146"/>
                  </a:lnTo>
                  <a:lnTo>
                    <a:pt x="6659109" y="2699498"/>
                  </a:lnTo>
                  <a:lnTo>
                    <a:pt x="6664816" y="2683603"/>
                  </a:lnTo>
                  <a:lnTo>
                    <a:pt x="6670522" y="2542223"/>
                  </a:lnTo>
                  <a:lnTo>
                    <a:pt x="6676228" y="2472896"/>
                  </a:lnTo>
                  <a:lnTo>
                    <a:pt x="6681934" y="2435619"/>
                  </a:lnTo>
                  <a:lnTo>
                    <a:pt x="6687640" y="2301074"/>
                  </a:lnTo>
                  <a:lnTo>
                    <a:pt x="6693346" y="2101267"/>
                  </a:lnTo>
                  <a:lnTo>
                    <a:pt x="6699053" y="1999644"/>
                  </a:lnTo>
                  <a:lnTo>
                    <a:pt x="6704759" y="2038955"/>
                  </a:lnTo>
                  <a:lnTo>
                    <a:pt x="6710465" y="2034148"/>
                  </a:lnTo>
                  <a:lnTo>
                    <a:pt x="6716171" y="2020147"/>
                  </a:lnTo>
                  <a:lnTo>
                    <a:pt x="6721877" y="2121412"/>
                  </a:lnTo>
                  <a:lnTo>
                    <a:pt x="6727583" y="2243120"/>
                  </a:lnTo>
                  <a:lnTo>
                    <a:pt x="6733290" y="2315793"/>
                  </a:lnTo>
                  <a:lnTo>
                    <a:pt x="6738996" y="2310881"/>
                  </a:lnTo>
                  <a:lnTo>
                    <a:pt x="6744702" y="2268952"/>
                  </a:lnTo>
                  <a:lnTo>
                    <a:pt x="6750408" y="2201108"/>
                  </a:lnTo>
                  <a:lnTo>
                    <a:pt x="6756114" y="2031747"/>
                  </a:lnTo>
                  <a:lnTo>
                    <a:pt x="6761821" y="1915776"/>
                  </a:lnTo>
                  <a:lnTo>
                    <a:pt x="6767527" y="1902541"/>
                  </a:lnTo>
                  <a:lnTo>
                    <a:pt x="6773233" y="1932174"/>
                  </a:lnTo>
                  <a:lnTo>
                    <a:pt x="6778939" y="1897140"/>
                  </a:lnTo>
                  <a:lnTo>
                    <a:pt x="6784645" y="1843839"/>
                  </a:lnTo>
                  <a:lnTo>
                    <a:pt x="6790351" y="1838143"/>
                  </a:lnTo>
                  <a:lnTo>
                    <a:pt x="6796058" y="1806770"/>
                  </a:lnTo>
                  <a:lnTo>
                    <a:pt x="6801764" y="1789851"/>
                  </a:lnTo>
                  <a:lnTo>
                    <a:pt x="6807470" y="1839142"/>
                  </a:lnTo>
                  <a:lnTo>
                    <a:pt x="6813176" y="2000607"/>
                  </a:lnTo>
                  <a:lnTo>
                    <a:pt x="6818882" y="2185375"/>
                  </a:lnTo>
                  <a:lnTo>
                    <a:pt x="6824589" y="2363349"/>
                  </a:lnTo>
                  <a:lnTo>
                    <a:pt x="6830295" y="2531220"/>
                  </a:lnTo>
                  <a:lnTo>
                    <a:pt x="6836001" y="2574134"/>
                  </a:lnTo>
                  <a:lnTo>
                    <a:pt x="6841707" y="2499502"/>
                  </a:lnTo>
                  <a:lnTo>
                    <a:pt x="6847413" y="2469670"/>
                  </a:lnTo>
                  <a:lnTo>
                    <a:pt x="6853119" y="2533324"/>
                  </a:lnTo>
                  <a:lnTo>
                    <a:pt x="6858826" y="2622373"/>
                  </a:lnTo>
                  <a:lnTo>
                    <a:pt x="6864532" y="2706807"/>
                  </a:lnTo>
                  <a:lnTo>
                    <a:pt x="6870238" y="2849158"/>
                  </a:lnTo>
                  <a:lnTo>
                    <a:pt x="6875944" y="2951824"/>
                  </a:lnTo>
                  <a:lnTo>
                    <a:pt x="6881650" y="2978940"/>
                  </a:lnTo>
                  <a:lnTo>
                    <a:pt x="6887356" y="2845999"/>
                  </a:lnTo>
                  <a:lnTo>
                    <a:pt x="6893063" y="2685300"/>
                  </a:lnTo>
                  <a:lnTo>
                    <a:pt x="6898769" y="2610308"/>
                  </a:lnTo>
                  <a:lnTo>
                    <a:pt x="6904475" y="2585101"/>
                  </a:lnTo>
                  <a:lnTo>
                    <a:pt x="6910181" y="2553934"/>
                  </a:lnTo>
                  <a:lnTo>
                    <a:pt x="6915887" y="2595025"/>
                  </a:lnTo>
                  <a:lnTo>
                    <a:pt x="6921594" y="2712794"/>
                  </a:lnTo>
                  <a:lnTo>
                    <a:pt x="6927300" y="2878624"/>
                  </a:lnTo>
                  <a:lnTo>
                    <a:pt x="6933006" y="2978187"/>
                  </a:lnTo>
                  <a:lnTo>
                    <a:pt x="6938712" y="3001257"/>
                  </a:lnTo>
                  <a:lnTo>
                    <a:pt x="6944418" y="3034258"/>
                  </a:lnTo>
                  <a:lnTo>
                    <a:pt x="6950124" y="2997080"/>
                  </a:lnTo>
                  <a:lnTo>
                    <a:pt x="6955831" y="2999017"/>
                  </a:lnTo>
                  <a:lnTo>
                    <a:pt x="6961537" y="2971482"/>
                  </a:lnTo>
                  <a:lnTo>
                    <a:pt x="6967243" y="2946911"/>
                  </a:lnTo>
                  <a:lnTo>
                    <a:pt x="6972949" y="2957347"/>
                  </a:lnTo>
                  <a:lnTo>
                    <a:pt x="6978655" y="2988411"/>
                  </a:lnTo>
                  <a:lnTo>
                    <a:pt x="6984361" y="3010841"/>
                  </a:lnTo>
                  <a:lnTo>
                    <a:pt x="6990068" y="3026319"/>
                  </a:lnTo>
                  <a:lnTo>
                    <a:pt x="6995774" y="3074478"/>
                  </a:lnTo>
                  <a:lnTo>
                    <a:pt x="7001480" y="3114554"/>
                  </a:lnTo>
                  <a:lnTo>
                    <a:pt x="7007186" y="3116972"/>
                  </a:lnTo>
                  <a:lnTo>
                    <a:pt x="7012892" y="3116972"/>
                  </a:lnTo>
                  <a:lnTo>
                    <a:pt x="7018599" y="3116972"/>
                  </a:lnTo>
                  <a:lnTo>
                    <a:pt x="7024305" y="3116972"/>
                  </a:lnTo>
                  <a:lnTo>
                    <a:pt x="7030011" y="3041172"/>
                  </a:lnTo>
                  <a:lnTo>
                    <a:pt x="7035717" y="2931164"/>
                  </a:lnTo>
                  <a:lnTo>
                    <a:pt x="7041423" y="2819014"/>
                  </a:lnTo>
                  <a:lnTo>
                    <a:pt x="7047129" y="2713854"/>
                  </a:lnTo>
                  <a:lnTo>
                    <a:pt x="7052836" y="2614244"/>
                  </a:lnTo>
                  <a:lnTo>
                    <a:pt x="7058542" y="2621721"/>
                  </a:lnTo>
                  <a:lnTo>
                    <a:pt x="7064248" y="2642124"/>
                  </a:lnTo>
                  <a:lnTo>
                    <a:pt x="7069954" y="2687756"/>
                  </a:lnTo>
                  <a:lnTo>
                    <a:pt x="7075660" y="2773752"/>
                  </a:lnTo>
                  <a:lnTo>
                    <a:pt x="7081367" y="2825201"/>
                  </a:lnTo>
                  <a:lnTo>
                    <a:pt x="7087073" y="2816069"/>
                  </a:lnTo>
                  <a:lnTo>
                    <a:pt x="7092779" y="2769914"/>
                  </a:lnTo>
                  <a:lnTo>
                    <a:pt x="7098485" y="2796326"/>
                  </a:lnTo>
                  <a:lnTo>
                    <a:pt x="7104191" y="2820625"/>
                  </a:lnTo>
                  <a:lnTo>
                    <a:pt x="7109897" y="2813542"/>
                  </a:lnTo>
                  <a:lnTo>
                    <a:pt x="7115604" y="2837879"/>
                  </a:lnTo>
                  <a:lnTo>
                    <a:pt x="7121310" y="2968311"/>
                  </a:lnTo>
                  <a:lnTo>
                    <a:pt x="7127016" y="3029346"/>
                  </a:lnTo>
                  <a:lnTo>
                    <a:pt x="7132722" y="3018554"/>
                  </a:lnTo>
                  <a:lnTo>
                    <a:pt x="7138428" y="2957542"/>
                  </a:lnTo>
                  <a:lnTo>
                    <a:pt x="7144134" y="2927133"/>
                  </a:lnTo>
                  <a:lnTo>
                    <a:pt x="7149841" y="2918549"/>
                  </a:lnTo>
                  <a:lnTo>
                    <a:pt x="7155547" y="2894951"/>
                  </a:lnTo>
                  <a:lnTo>
                    <a:pt x="7161253" y="2876413"/>
                  </a:lnTo>
                  <a:lnTo>
                    <a:pt x="7166959" y="2853728"/>
                  </a:lnTo>
                  <a:lnTo>
                    <a:pt x="7172665" y="2880123"/>
                  </a:lnTo>
                  <a:lnTo>
                    <a:pt x="7178372" y="2928947"/>
                  </a:lnTo>
                  <a:lnTo>
                    <a:pt x="7184078" y="2973387"/>
                  </a:lnTo>
                  <a:lnTo>
                    <a:pt x="7189784" y="2972561"/>
                  </a:lnTo>
                  <a:lnTo>
                    <a:pt x="7195490" y="2988019"/>
                  </a:lnTo>
                  <a:lnTo>
                    <a:pt x="7201196" y="3026184"/>
                  </a:lnTo>
                  <a:lnTo>
                    <a:pt x="7206902" y="3067176"/>
                  </a:lnTo>
                  <a:lnTo>
                    <a:pt x="7212609" y="3061659"/>
                  </a:lnTo>
                  <a:lnTo>
                    <a:pt x="7218315" y="3056875"/>
                  </a:lnTo>
                  <a:lnTo>
                    <a:pt x="7224021" y="3051806"/>
                  </a:lnTo>
                  <a:lnTo>
                    <a:pt x="7229727" y="3007831"/>
                  </a:lnTo>
                  <a:lnTo>
                    <a:pt x="7235433" y="2916309"/>
                  </a:lnTo>
                  <a:lnTo>
                    <a:pt x="7241140" y="2927486"/>
                  </a:lnTo>
                  <a:lnTo>
                    <a:pt x="7246846" y="2954654"/>
                  </a:lnTo>
                  <a:lnTo>
                    <a:pt x="7252552" y="2943177"/>
                  </a:lnTo>
                  <a:lnTo>
                    <a:pt x="7258258" y="2973008"/>
                  </a:lnTo>
                  <a:lnTo>
                    <a:pt x="7263964" y="3047298"/>
                  </a:lnTo>
                  <a:lnTo>
                    <a:pt x="7269670" y="3116972"/>
                  </a:lnTo>
                  <a:lnTo>
                    <a:pt x="7275377" y="3064390"/>
                  </a:lnTo>
                  <a:lnTo>
                    <a:pt x="7281083" y="2966523"/>
                  </a:lnTo>
                  <a:lnTo>
                    <a:pt x="7286789" y="2856753"/>
                  </a:lnTo>
                  <a:lnTo>
                    <a:pt x="7292495" y="2704277"/>
                  </a:lnTo>
                  <a:lnTo>
                    <a:pt x="7298201" y="2534105"/>
                  </a:lnTo>
                  <a:lnTo>
                    <a:pt x="7303907" y="2418973"/>
                  </a:lnTo>
                  <a:lnTo>
                    <a:pt x="7309614" y="2382673"/>
                  </a:lnTo>
                  <a:lnTo>
                    <a:pt x="7315320" y="2388337"/>
                  </a:lnTo>
                  <a:lnTo>
                    <a:pt x="7321026" y="2434603"/>
                  </a:lnTo>
                  <a:lnTo>
                    <a:pt x="7326732" y="2489859"/>
                  </a:lnTo>
                  <a:lnTo>
                    <a:pt x="7332438" y="2548872"/>
                  </a:lnTo>
                  <a:lnTo>
                    <a:pt x="7338145" y="2565824"/>
                  </a:lnTo>
                  <a:lnTo>
                    <a:pt x="7343851" y="2570665"/>
                  </a:lnTo>
                  <a:lnTo>
                    <a:pt x="7349557" y="2525983"/>
                  </a:lnTo>
                  <a:lnTo>
                    <a:pt x="7355263" y="2483482"/>
                  </a:lnTo>
                  <a:lnTo>
                    <a:pt x="7360969" y="2471261"/>
                  </a:lnTo>
                  <a:lnTo>
                    <a:pt x="7366675" y="2533261"/>
                  </a:lnTo>
                  <a:lnTo>
                    <a:pt x="7372382" y="2610134"/>
                  </a:lnTo>
                  <a:lnTo>
                    <a:pt x="7378088" y="2618283"/>
                  </a:lnTo>
                  <a:lnTo>
                    <a:pt x="7383794" y="2690101"/>
                  </a:lnTo>
                  <a:lnTo>
                    <a:pt x="7389500" y="2744445"/>
                  </a:lnTo>
                  <a:lnTo>
                    <a:pt x="7395206" y="2727096"/>
                  </a:lnTo>
                  <a:lnTo>
                    <a:pt x="7400912" y="2584224"/>
                  </a:lnTo>
                  <a:lnTo>
                    <a:pt x="7406619" y="2466956"/>
                  </a:lnTo>
                  <a:lnTo>
                    <a:pt x="7412325" y="2370888"/>
                  </a:lnTo>
                  <a:lnTo>
                    <a:pt x="7418031" y="2213696"/>
                  </a:lnTo>
                  <a:lnTo>
                    <a:pt x="7423737" y="2186450"/>
                  </a:lnTo>
                  <a:lnTo>
                    <a:pt x="7429443" y="2304228"/>
                  </a:lnTo>
                  <a:lnTo>
                    <a:pt x="7435150" y="2468872"/>
                  </a:lnTo>
                  <a:lnTo>
                    <a:pt x="7440856" y="2605884"/>
                  </a:lnTo>
                  <a:lnTo>
                    <a:pt x="7446562" y="2745246"/>
                  </a:lnTo>
                  <a:lnTo>
                    <a:pt x="7452268" y="2917859"/>
                  </a:lnTo>
                  <a:lnTo>
                    <a:pt x="7457974" y="3003449"/>
                  </a:lnTo>
                  <a:lnTo>
                    <a:pt x="7463680" y="2990429"/>
                  </a:lnTo>
                  <a:lnTo>
                    <a:pt x="7469387" y="2990429"/>
                  </a:lnTo>
                  <a:lnTo>
                    <a:pt x="7475093" y="2997554"/>
                  </a:lnTo>
                  <a:lnTo>
                    <a:pt x="7480799" y="3024612"/>
                  </a:lnTo>
                  <a:lnTo>
                    <a:pt x="7486505" y="3019065"/>
                  </a:lnTo>
                  <a:lnTo>
                    <a:pt x="7492211" y="2972718"/>
                  </a:lnTo>
                  <a:lnTo>
                    <a:pt x="7497918" y="2915657"/>
                  </a:lnTo>
                  <a:lnTo>
                    <a:pt x="7503624" y="2904590"/>
                  </a:lnTo>
                  <a:lnTo>
                    <a:pt x="7509330" y="2918673"/>
                  </a:lnTo>
                  <a:lnTo>
                    <a:pt x="7515036" y="2956892"/>
                  </a:lnTo>
                  <a:lnTo>
                    <a:pt x="7520742" y="2999247"/>
                  </a:lnTo>
                  <a:lnTo>
                    <a:pt x="7526448" y="3048693"/>
                  </a:lnTo>
                  <a:lnTo>
                    <a:pt x="7532155" y="3116972"/>
                  </a:lnTo>
                  <a:lnTo>
                    <a:pt x="7537861" y="3116972"/>
                  </a:lnTo>
                  <a:lnTo>
                    <a:pt x="7543567" y="3116972"/>
                  </a:lnTo>
                  <a:lnTo>
                    <a:pt x="7549273" y="3116972"/>
                  </a:lnTo>
                  <a:lnTo>
                    <a:pt x="7554979" y="3116972"/>
                  </a:lnTo>
                  <a:lnTo>
                    <a:pt x="7560685" y="3072788"/>
                  </a:lnTo>
                  <a:lnTo>
                    <a:pt x="7566392" y="2958115"/>
                  </a:lnTo>
                  <a:lnTo>
                    <a:pt x="7572098" y="2844621"/>
                  </a:lnTo>
                  <a:lnTo>
                    <a:pt x="7577804" y="2815180"/>
                  </a:lnTo>
                  <a:lnTo>
                    <a:pt x="7583510" y="2825044"/>
                  </a:lnTo>
                  <a:lnTo>
                    <a:pt x="7589216" y="2837767"/>
                  </a:lnTo>
                  <a:lnTo>
                    <a:pt x="7594923" y="2903587"/>
                  </a:lnTo>
                  <a:lnTo>
                    <a:pt x="7600629" y="2954954"/>
                  </a:lnTo>
                  <a:lnTo>
                    <a:pt x="7606335" y="2931555"/>
                  </a:lnTo>
                  <a:lnTo>
                    <a:pt x="7612041" y="2846469"/>
                  </a:lnTo>
                  <a:lnTo>
                    <a:pt x="7617747" y="2674043"/>
                  </a:lnTo>
                  <a:lnTo>
                    <a:pt x="7623453" y="2480715"/>
                  </a:lnTo>
                  <a:lnTo>
                    <a:pt x="7629160" y="2343218"/>
                  </a:lnTo>
                  <a:lnTo>
                    <a:pt x="7634866" y="2293427"/>
                  </a:lnTo>
                  <a:lnTo>
                    <a:pt x="7640572" y="2253613"/>
                  </a:lnTo>
                  <a:lnTo>
                    <a:pt x="7646278" y="2217380"/>
                  </a:lnTo>
                  <a:lnTo>
                    <a:pt x="7651984" y="2305087"/>
                  </a:lnTo>
                  <a:lnTo>
                    <a:pt x="7657691" y="2387720"/>
                  </a:lnTo>
                  <a:lnTo>
                    <a:pt x="7663397" y="2350917"/>
                  </a:lnTo>
                  <a:lnTo>
                    <a:pt x="7669103" y="2320207"/>
                  </a:lnTo>
                  <a:lnTo>
                    <a:pt x="7674809" y="2315742"/>
                  </a:lnTo>
                  <a:lnTo>
                    <a:pt x="7680515" y="2269612"/>
                  </a:lnTo>
                  <a:lnTo>
                    <a:pt x="7686221" y="2172250"/>
                  </a:lnTo>
                  <a:lnTo>
                    <a:pt x="7691928" y="2081510"/>
                  </a:lnTo>
                  <a:lnTo>
                    <a:pt x="7697634" y="2015881"/>
                  </a:lnTo>
                  <a:lnTo>
                    <a:pt x="7703340" y="1923425"/>
                  </a:lnTo>
                  <a:lnTo>
                    <a:pt x="7709046" y="1845788"/>
                  </a:lnTo>
                  <a:lnTo>
                    <a:pt x="7714752" y="1864171"/>
                  </a:lnTo>
                  <a:lnTo>
                    <a:pt x="7720458" y="1845423"/>
                  </a:lnTo>
                  <a:lnTo>
                    <a:pt x="7726165" y="1857769"/>
                  </a:lnTo>
                  <a:lnTo>
                    <a:pt x="7731871" y="1969279"/>
                  </a:lnTo>
                  <a:lnTo>
                    <a:pt x="7737577" y="1993032"/>
                  </a:lnTo>
                  <a:lnTo>
                    <a:pt x="7743283" y="2001045"/>
                  </a:lnTo>
                  <a:lnTo>
                    <a:pt x="7748989" y="1980957"/>
                  </a:lnTo>
                  <a:lnTo>
                    <a:pt x="7754696" y="2005123"/>
                  </a:lnTo>
                  <a:lnTo>
                    <a:pt x="7760402" y="2072209"/>
                  </a:lnTo>
                  <a:lnTo>
                    <a:pt x="7766108" y="2037664"/>
                  </a:lnTo>
                  <a:lnTo>
                    <a:pt x="7771814" y="2024391"/>
                  </a:lnTo>
                  <a:lnTo>
                    <a:pt x="7777520" y="2006598"/>
                  </a:lnTo>
                  <a:lnTo>
                    <a:pt x="7783226" y="1920925"/>
                  </a:lnTo>
                  <a:lnTo>
                    <a:pt x="7788933" y="1807739"/>
                  </a:lnTo>
                  <a:lnTo>
                    <a:pt x="7794639" y="1594710"/>
                  </a:lnTo>
                  <a:lnTo>
                    <a:pt x="7800345" y="1387911"/>
                  </a:lnTo>
                  <a:lnTo>
                    <a:pt x="7806051" y="1222579"/>
                  </a:lnTo>
                  <a:lnTo>
                    <a:pt x="7811757" y="1096983"/>
                  </a:lnTo>
                  <a:lnTo>
                    <a:pt x="7817463" y="1119503"/>
                  </a:lnTo>
                  <a:lnTo>
                    <a:pt x="7823170" y="1175653"/>
                  </a:lnTo>
                  <a:lnTo>
                    <a:pt x="7828876" y="1322935"/>
                  </a:lnTo>
                  <a:lnTo>
                    <a:pt x="7834582" y="1559519"/>
                  </a:lnTo>
                  <a:lnTo>
                    <a:pt x="7840288" y="1856235"/>
                  </a:lnTo>
                  <a:lnTo>
                    <a:pt x="7845994" y="2093872"/>
                  </a:lnTo>
                  <a:lnTo>
                    <a:pt x="7851701" y="2128446"/>
                  </a:lnTo>
                  <a:lnTo>
                    <a:pt x="7857407" y="2178478"/>
                  </a:lnTo>
                  <a:lnTo>
                    <a:pt x="7863113" y="2301389"/>
                  </a:lnTo>
                  <a:lnTo>
                    <a:pt x="7868819" y="2316764"/>
                  </a:lnTo>
                  <a:lnTo>
                    <a:pt x="7874525" y="2200286"/>
                  </a:lnTo>
                  <a:lnTo>
                    <a:pt x="7880231" y="2083015"/>
                  </a:lnTo>
                  <a:lnTo>
                    <a:pt x="7885938" y="2082583"/>
                  </a:lnTo>
                  <a:lnTo>
                    <a:pt x="7891644" y="2053731"/>
                  </a:lnTo>
                  <a:lnTo>
                    <a:pt x="7897350" y="1862020"/>
                  </a:lnTo>
                  <a:lnTo>
                    <a:pt x="7903056" y="1780261"/>
                  </a:lnTo>
                  <a:lnTo>
                    <a:pt x="7908762" y="1885854"/>
                  </a:lnTo>
                  <a:lnTo>
                    <a:pt x="7914469" y="2058393"/>
                  </a:lnTo>
                  <a:lnTo>
                    <a:pt x="7920175" y="2174884"/>
                  </a:lnTo>
                  <a:lnTo>
                    <a:pt x="7925881" y="2264266"/>
                  </a:lnTo>
                  <a:lnTo>
                    <a:pt x="7931587" y="2412693"/>
                  </a:lnTo>
                  <a:lnTo>
                    <a:pt x="7937293" y="2537395"/>
                  </a:lnTo>
                  <a:lnTo>
                    <a:pt x="7942999" y="2582635"/>
                  </a:lnTo>
                  <a:lnTo>
                    <a:pt x="7948706" y="2604284"/>
                  </a:lnTo>
                  <a:lnTo>
                    <a:pt x="7954412" y="2658878"/>
                  </a:lnTo>
                  <a:lnTo>
                    <a:pt x="7960118" y="2732782"/>
                  </a:lnTo>
                  <a:lnTo>
                    <a:pt x="7965824" y="2795319"/>
                  </a:lnTo>
                  <a:lnTo>
                    <a:pt x="7971530" y="2875465"/>
                  </a:lnTo>
                  <a:lnTo>
                    <a:pt x="7977236" y="2960102"/>
                  </a:lnTo>
                  <a:lnTo>
                    <a:pt x="7982943" y="3041145"/>
                  </a:lnTo>
                  <a:lnTo>
                    <a:pt x="7988649" y="3062721"/>
                  </a:lnTo>
                  <a:lnTo>
                    <a:pt x="7994355" y="3014957"/>
                  </a:lnTo>
                  <a:lnTo>
                    <a:pt x="8000061" y="3026978"/>
                  </a:lnTo>
                  <a:lnTo>
                    <a:pt x="8005767" y="2991059"/>
                  </a:lnTo>
                  <a:lnTo>
                    <a:pt x="8011474" y="2912339"/>
                  </a:lnTo>
                  <a:lnTo>
                    <a:pt x="8017180" y="2786556"/>
                  </a:lnTo>
                  <a:lnTo>
                    <a:pt x="8022886" y="2749907"/>
                  </a:lnTo>
                  <a:lnTo>
                    <a:pt x="8028592" y="2787325"/>
                  </a:lnTo>
                  <a:lnTo>
                    <a:pt x="8034298" y="2863358"/>
                  </a:lnTo>
                  <a:lnTo>
                    <a:pt x="8040004" y="2935518"/>
                  </a:lnTo>
                  <a:lnTo>
                    <a:pt x="8045711" y="2965442"/>
                  </a:lnTo>
                  <a:lnTo>
                    <a:pt x="8051417" y="3035914"/>
                  </a:lnTo>
                  <a:lnTo>
                    <a:pt x="8057123" y="3091375"/>
                  </a:lnTo>
                  <a:lnTo>
                    <a:pt x="8062829" y="3116972"/>
                  </a:lnTo>
                  <a:lnTo>
                    <a:pt x="8068535" y="3072827"/>
                  </a:lnTo>
                  <a:lnTo>
                    <a:pt x="8074242" y="3057853"/>
                  </a:lnTo>
                  <a:lnTo>
                    <a:pt x="8079948" y="3086426"/>
                  </a:lnTo>
                  <a:lnTo>
                    <a:pt x="8085654" y="3044077"/>
                  </a:lnTo>
                  <a:lnTo>
                    <a:pt x="8091360" y="2924646"/>
                  </a:lnTo>
                  <a:lnTo>
                    <a:pt x="8097066" y="2830622"/>
                  </a:lnTo>
                  <a:lnTo>
                    <a:pt x="8102772" y="2782887"/>
                  </a:lnTo>
                  <a:lnTo>
                    <a:pt x="8108479" y="2718499"/>
                  </a:lnTo>
                  <a:lnTo>
                    <a:pt x="8114185" y="2701745"/>
                  </a:lnTo>
                  <a:lnTo>
                    <a:pt x="8119891" y="2702882"/>
                  </a:lnTo>
                  <a:lnTo>
                    <a:pt x="8125597" y="2759736"/>
                  </a:lnTo>
                  <a:lnTo>
                    <a:pt x="8131303" y="2796065"/>
                  </a:lnTo>
                  <a:lnTo>
                    <a:pt x="8137009" y="2793994"/>
                  </a:lnTo>
                  <a:lnTo>
                    <a:pt x="8142716" y="2780418"/>
                  </a:lnTo>
                  <a:lnTo>
                    <a:pt x="8148422" y="2766410"/>
                  </a:lnTo>
                  <a:lnTo>
                    <a:pt x="8154128" y="2789683"/>
                  </a:lnTo>
                  <a:lnTo>
                    <a:pt x="8159834" y="2865551"/>
                  </a:lnTo>
                  <a:lnTo>
                    <a:pt x="8165540" y="2982373"/>
                  </a:lnTo>
                  <a:lnTo>
                    <a:pt x="8171247" y="2950152"/>
                  </a:lnTo>
                  <a:lnTo>
                    <a:pt x="8176953" y="2941125"/>
                  </a:lnTo>
                  <a:lnTo>
                    <a:pt x="8182659" y="2978621"/>
                  </a:lnTo>
                  <a:lnTo>
                    <a:pt x="8188365" y="3011691"/>
                  </a:lnTo>
                  <a:lnTo>
                    <a:pt x="8194071" y="2928315"/>
                  </a:lnTo>
                  <a:lnTo>
                    <a:pt x="8199777" y="2864395"/>
                  </a:lnTo>
                  <a:lnTo>
                    <a:pt x="8205484" y="2918422"/>
                  </a:lnTo>
                  <a:lnTo>
                    <a:pt x="8211190" y="2910733"/>
                  </a:lnTo>
                  <a:lnTo>
                    <a:pt x="8216896" y="2802366"/>
                  </a:lnTo>
                  <a:lnTo>
                    <a:pt x="8222602" y="2748140"/>
                  </a:lnTo>
                  <a:lnTo>
                    <a:pt x="8228308" y="2760629"/>
                  </a:lnTo>
                  <a:lnTo>
                    <a:pt x="8234014" y="2740237"/>
                  </a:lnTo>
                  <a:lnTo>
                    <a:pt x="8239721" y="2756853"/>
                  </a:lnTo>
                  <a:lnTo>
                    <a:pt x="8245427" y="2766785"/>
                  </a:lnTo>
                  <a:lnTo>
                    <a:pt x="8251133" y="2829178"/>
                  </a:lnTo>
                  <a:lnTo>
                    <a:pt x="8256839" y="2892219"/>
                  </a:lnTo>
                  <a:lnTo>
                    <a:pt x="8262545" y="2931227"/>
                  </a:lnTo>
                  <a:lnTo>
                    <a:pt x="8268252" y="2914326"/>
                  </a:lnTo>
                  <a:lnTo>
                    <a:pt x="8273958" y="2948536"/>
                  </a:lnTo>
                  <a:lnTo>
                    <a:pt x="8279664" y="3036388"/>
                  </a:lnTo>
                  <a:lnTo>
                    <a:pt x="8285370" y="3007066"/>
                  </a:lnTo>
                  <a:lnTo>
                    <a:pt x="8291076" y="2967010"/>
                  </a:lnTo>
                  <a:lnTo>
                    <a:pt x="8296782" y="3035026"/>
                  </a:lnTo>
                  <a:lnTo>
                    <a:pt x="8302489" y="3083851"/>
                  </a:lnTo>
                  <a:lnTo>
                    <a:pt x="8308195" y="3044341"/>
                  </a:lnTo>
                  <a:lnTo>
                    <a:pt x="8313901" y="3027773"/>
                  </a:lnTo>
                  <a:lnTo>
                    <a:pt x="8319607" y="3071161"/>
                  </a:lnTo>
                  <a:lnTo>
                    <a:pt x="8325313" y="3116972"/>
                  </a:lnTo>
                  <a:lnTo>
                    <a:pt x="8331020" y="3116972"/>
                  </a:lnTo>
                  <a:lnTo>
                    <a:pt x="8336726" y="3116972"/>
                  </a:lnTo>
                  <a:lnTo>
                    <a:pt x="8342432" y="3116972"/>
                  </a:lnTo>
                  <a:lnTo>
                    <a:pt x="8348138" y="3116972"/>
                  </a:lnTo>
                  <a:lnTo>
                    <a:pt x="8353844" y="3116972"/>
                  </a:lnTo>
                  <a:lnTo>
                    <a:pt x="8359550" y="3044313"/>
                  </a:lnTo>
                  <a:lnTo>
                    <a:pt x="8365257" y="2964407"/>
                  </a:lnTo>
                  <a:lnTo>
                    <a:pt x="8370963" y="2925196"/>
                  </a:lnTo>
                  <a:lnTo>
                    <a:pt x="8376669" y="2800071"/>
                  </a:lnTo>
                  <a:lnTo>
                    <a:pt x="8382375" y="2795555"/>
                  </a:lnTo>
                  <a:lnTo>
                    <a:pt x="8388081" y="2821737"/>
                  </a:lnTo>
                  <a:lnTo>
                    <a:pt x="8393787" y="2768062"/>
                  </a:lnTo>
                  <a:lnTo>
                    <a:pt x="8399494" y="2765818"/>
                  </a:lnTo>
                  <a:lnTo>
                    <a:pt x="8405200" y="2808280"/>
                  </a:lnTo>
                  <a:lnTo>
                    <a:pt x="8410906" y="2846534"/>
                  </a:lnTo>
                  <a:lnTo>
                    <a:pt x="8416612" y="2783794"/>
                  </a:lnTo>
                  <a:lnTo>
                    <a:pt x="8422318" y="2814050"/>
                  </a:lnTo>
                  <a:lnTo>
                    <a:pt x="8428025" y="2911626"/>
                  </a:lnTo>
                  <a:lnTo>
                    <a:pt x="8433731" y="2912870"/>
                  </a:lnTo>
                  <a:lnTo>
                    <a:pt x="8439437" y="2916782"/>
                  </a:lnTo>
                  <a:lnTo>
                    <a:pt x="8445143" y="3010658"/>
                  </a:lnTo>
                  <a:lnTo>
                    <a:pt x="8450849" y="3005683"/>
                  </a:lnTo>
                  <a:lnTo>
                    <a:pt x="8456555" y="2917526"/>
                  </a:lnTo>
                  <a:lnTo>
                    <a:pt x="8462262" y="2833989"/>
                  </a:lnTo>
                  <a:lnTo>
                    <a:pt x="8467968" y="2779130"/>
                  </a:lnTo>
                  <a:lnTo>
                    <a:pt x="8473674" y="2718107"/>
                  </a:lnTo>
                  <a:lnTo>
                    <a:pt x="8479380" y="2641692"/>
                  </a:lnTo>
                  <a:lnTo>
                    <a:pt x="8485086" y="2698326"/>
                  </a:lnTo>
                  <a:lnTo>
                    <a:pt x="8490793" y="2780651"/>
                  </a:lnTo>
                  <a:lnTo>
                    <a:pt x="8496499" y="2836548"/>
                  </a:lnTo>
                  <a:lnTo>
                    <a:pt x="8502205" y="2929436"/>
                  </a:lnTo>
                  <a:lnTo>
                    <a:pt x="8507911" y="3019227"/>
                  </a:lnTo>
                  <a:lnTo>
                    <a:pt x="8513617" y="3035004"/>
                  </a:lnTo>
                  <a:lnTo>
                    <a:pt x="8519323" y="3043973"/>
                  </a:lnTo>
                  <a:lnTo>
                    <a:pt x="8525030" y="3025650"/>
                  </a:lnTo>
                  <a:lnTo>
                    <a:pt x="8530736" y="3046941"/>
                  </a:lnTo>
                  <a:lnTo>
                    <a:pt x="8536442" y="3055614"/>
                  </a:lnTo>
                  <a:lnTo>
                    <a:pt x="8542148" y="3030386"/>
                  </a:lnTo>
                  <a:lnTo>
                    <a:pt x="8547854" y="3030060"/>
                  </a:lnTo>
                  <a:lnTo>
                    <a:pt x="8553560" y="2990676"/>
                  </a:lnTo>
                  <a:lnTo>
                    <a:pt x="8553560" y="3116972"/>
                  </a:lnTo>
                  <a:lnTo>
                    <a:pt x="8547854" y="3116972"/>
                  </a:lnTo>
                  <a:lnTo>
                    <a:pt x="8542148" y="3116972"/>
                  </a:lnTo>
                  <a:lnTo>
                    <a:pt x="8536442" y="3116972"/>
                  </a:lnTo>
                  <a:lnTo>
                    <a:pt x="8530736" y="3116972"/>
                  </a:lnTo>
                  <a:lnTo>
                    <a:pt x="8525030" y="3116972"/>
                  </a:lnTo>
                  <a:lnTo>
                    <a:pt x="8519323" y="3116972"/>
                  </a:lnTo>
                  <a:lnTo>
                    <a:pt x="8513617" y="3116972"/>
                  </a:lnTo>
                  <a:lnTo>
                    <a:pt x="8507911" y="3116972"/>
                  </a:lnTo>
                  <a:lnTo>
                    <a:pt x="8502205" y="3116972"/>
                  </a:lnTo>
                  <a:lnTo>
                    <a:pt x="8496499" y="3116972"/>
                  </a:lnTo>
                  <a:lnTo>
                    <a:pt x="8490793" y="3116972"/>
                  </a:lnTo>
                  <a:lnTo>
                    <a:pt x="8485086" y="3116972"/>
                  </a:lnTo>
                  <a:lnTo>
                    <a:pt x="8479380" y="3116972"/>
                  </a:lnTo>
                  <a:lnTo>
                    <a:pt x="8473674" y="3116972"/>
                  </a:lnTo>
                  <a:lnTo>
                    <a:pt x="8467968" y="3116972"/>
                  </a:lnTo>
                  <a:lnTo>
                    <a:pt x="8462262" y="3116972"/>
                  </a:lnTo>
                  <a:lnTo>
                    <a:pt x="8456555" y="3116972"/>
                  </a:lnTo>
                  <a:lnTo>
                    <a:pt x="8450849" y="3116972"/>
                  </a:lnTo>
                  <a:lnTo>
                    <a:pt x="8445143" y="3116972"/>
                  </a:lnTo>
                  <a:lnTo>
                    <a:pt x="8439437" y="3116972"/>
                  </a:lnTo>
                  <a:lnTo>
                    <a:pt x="8433731" y="3116972"/>
                  </a:lnTo>
                  <a:lnTo>
                    <a:pt x="8428025" y="3116972"/>
                  </a:lnTo>
                  <a:lnTo>
                    <a:pt x="8422318" y="3116972"/>
                  </a:lnTo>
                  <a:lnTo>
                    <a:pt x="8416612" y="3116972"/>
                  </a:lnTo>
                  <a:lnTo>
                    <a:pt x="8410906" y="3116972"/>
                  </a:lnTo>
                  <a:lnTo>
                    <a:pt x="8405200" y="3116972"/>
                  </a:lnTo>
                  <a:lnTo>
                    <a:pt x="8399494" y="3116972"/>
                  </a:lnTo>
                  <a:lnTo>
                    <a:pt x="8393787" y="3116972"/>
                  </a:lnTo>
                  <a:lnTo>
                    <a:pt x="8388081" y="3116972"/>
                  </a:lnTo>
                  <a:lnTo>
                    <a:pt x="8382375" y="3116972"/>
                  </a:lnTo>
                  <a:lnTo>
                    <a:pt x="8376669" y="3116972"/>
                  </a:lnTo>
                  <a:lnTo>
                    <a:pt x="8370963" y="3116972"/>
                  </a:lnTo>
                  <a:lnTo>
                    <a:pt x="8365257" y="3116972"/>
                  </a:lnTo>
                  <a:lnTo>
                    <a:pt x="8359550" y="3116972"/>
                  </a:lnTo>
                  <a:lnTo>
                    <a:pt x="8353844" y="3116972"/>
                  </a:lnTo>
                  <a:lnTo>
                    <a:pt x="8348138" y="3116972"/>
                  </a:lnTo>
                  <a:lnTo>
                    <a:pt x="8342432" y="3116972"/>
                  </a:lnTo>
                  <a:lnTo>
                    <a:pt x="8336726" y="3116972"/>
                  </a:lnTo>
                  <a:lnTo>
                    <a:pt x="8331020" y="3116972"/>
                  </a:lnTo>
                  <a:lnTo>
                    <a:pt x="8325313" y="3116972"/>
                  </a:lnTo>
                  <a:lnTo>
                    <a:pt x="8319607" y="3116972"/>
                  </a:lnTo>
                  <a:lnTo>
                    <a:pt x="8313901" y="3116972"/>
                  </a:lnTo>
                  <a:lnTo>
                    <a:pt x="8308195" y="3116972"/>
                  </a:lnTo>
                  <a:lnTo>
                    <a:pt x="8302489" y="3116972"/>
                  </a:lnTo>
                  <a:lnTo>
                    <a:pt x="8296782" y="3116972"/>
                  </a:lnTo>
                  <a:lnTo>
                    <a:pt x="8291076" y="3116972"/>
                  </a:lnTo>
                  <a:lnTo>
                    <a:pt x="8285370" y="3116972"/>
                  </a:lnTo>
                  <a:lnTo>
                    <a:pt x="8279664" y="3116972"/>
                  </a:lnTo>
                  <a:lnTo>
                    <a:pt x="8273958" y="3116972"/>
                  </a:lnTo>
                  <a:lnTo>
                    <a:pt x="8268252" y="3116972"/>
                  </a:lnTo>
                  <a:lnTo>
                    <a:pt x="8262545" y="3116972"/>
                  </a:lnTo>
                  <a:lnTo>
                    <a:pt x="8256839" y="3116972"/>
                  </a:lnTo>
                  <a:lnTo>
                    <a:pt x="8251133" y="3116972"/>
                  </a:lnTo>
                  <a:lnTo>
                    <a:pt x="8245427" y="3116972"/>
                  </a:lnTo>
                  <a:lnTo>
                    <a:pt x="8239721" y="3116972"/>
                  </a:lnTo>
                  <a:lnTo>
                    <a:pt x="8234014" y="3116972"/>
                  </a:lnTo>
                  <a:lnTo>
                    <a:pt x="8228308" y="3116972"/>
                  </a:lnTo>
                  <a:lnTo>
                    <a:pt x="8222602" y="3116972"/>
                  </a:lnTo>
                  <a:lnTo>
                    <a:pt x="8216896" y="3116972"/>
                  </a:lnTo>
                  <a:lnTo>
                    <a:pt x="8211190" y="3116972"/>
                  </a:lnTo>
                  <a:lnTo>
                    <a:pt x="8205484" y="3116972"/>
                  </a:lnTo>
                  <a:lnTo>
                    <a:pt x="8199777" y="3116972"/>
                  </a:lnTo>
                  <a:lnTo>
                    <a:pt x="8194071" y="3116972"/>
                  </a:lnTo>
                  <a:lnTo>
                    <a:pt x="8188365" y="3116972"/>
                  </a:lnTo>
                  <a:lnTo>
                    <a:pt x="8182659" y="3116972"/>
                  </a:lnTo>
                  <a:lnTo>
                    <a:pt x="8176953" y="3116972"/>
                  </a:lnTo>
                  <a:lnTo>
                    <a:pt x="8171247" y="3116972"/>
                  </a:lnTo>
                  <a:lnTo>
                    <a:pt x="8165540" y="3116972"/>
                  </a:lnTo>
                  <a:lnTo>
                    <a:pt x="8159834" y="3116972"/>
                  </a:lnTo>
                  <a:lnTo>
                    <a:pt x="8154128" y="3116972"/>
                  </a:lnTo>
                  <a:lnTo>
                    <a:pt x="8148422" y="3116972"/>
                  </a:lnTo>
                  <a:lnTo>
                    <a:pt x="8142716" y="3116972"/>
                  </a:lnTo>
                  <a:lnTo>
                    <a:pt x="8137009" y="3116972"/>
                  </a:lnTo>
                  <a:lnTo>
                    <a:pt x="8131303" y="3116972"/>
                  </a:lnTo>
                  <a:lnTo>
                    <a:pt x="8125597" y="3116972"/>
                  </a:lnTo>
                  <a:lnTo>
                    <a:pt x="8119891" y="3116972"/>
                  </a:lnTo>
                  <a:lnTo>
                    <a:pt x="8114185" y="3116972"/>
                  </a:lnTo>
                  <a:lnTo>
                    <a:pt x="8108479" y="3116972"/>
                  </a:lnTo>
                  <a:lnTo>
                    <a:pt x="8102772" y="3116972"/>
                  </a:lnTo>
                  <a:lnTo>
                    <a:pt x="8097066" y="3116972"/>
                  </a:lnTo>
                  <a:lnTo>
                    <a:pt x="8091360" y="3116972"/>
                  </a:lnTo>
                  <a:lnTo>
                    <a:pt x="8085654" y="3116972"/>
                  </a:lnTo>
                  <a:lnTo>
                    <a:pt x="8079948" y="3116972"/>
                  </a:lnTo>
                  <a:lnTo>
                    <a:pt x="8074242" y="3116972"/>
                  </a:lnTo>
                  <a:lnTo>
                    <a:pt x="8068535" y="3116972"/>
                  </a:lnTo>
                  <a:lnTo>
                    <a:pt x="8062829" y="3116972"/>
                  </a:lnTo>
                  <a:lnTo>
                    <a:pt x="8057123" y="3116972"/>
                  </a:lnTo>
                  <a:lnTo>
                    <a:pt x="8051417" y="3116972"/>
                  </a:lnTo>
                  <a:lnTo>
                    <a:pt x="8045711" y="3116972"/>
                  </a:lnTo>
                  <a:lnTo>
                    <a:pt x="8040004" y="3116972"/>
                  </a:lnTo>
                  <a:lnTo>
                    <a:pt x="8034298" y="3116972"/>
                  </a:lnTo>
                  <a:lnTo>
                    <a:pt x="8028592" y="3116972"/>
                  </a:lnTo>
                  <a:lnTo>
                    <a:pt x="8022886" y="3116972"/>
                  </a:lnTo>
                  <a:lnTo>
                    <a:pt x="8017180" y="3116972"/>
                  </a:lnTo>
                  <a:lnTo>
                    <a:pt x="8011474" y="3116972"/>
                  </a:lnTo>
                  <a:lnTo>
                    <a:pt x="8005767" y="3116972"/>
                  </a:lnTo>
                  <a:lnTo>
                    <a:pt x="8000061" y="3116972"/>
                  </a:lnTo>
                  <a:lnTo>
                    <a:pt x="7994355" y="3116972"/>
                  </a:lnTo>
                  <a:lnTo>
                    <a:pt x="7988649" y="3116972"/>
                  </a:lnTo>
                  <a:lnTo>
                    <a:pt x="7982943" y="3116972"/>
                  </a:lnTo>
                  <a:lnTo>
                    <a:pt x="7977236" y="3116972"/>
                  </a:lnTo>
                  <a:lnTo>
                    <a:pt x="7971530" y="3116972"/>
                  </a:lnTo>
                  <a:lnTo>
                    <a:pt x="7965824" y="3116972"/>
                  </a:lnTo>
                  <a:lnTo>
                    <a:pt x="7960118" y="3116972"/>
                  </a:lnTo>
                  <a:lnTo>
                    <a:pt x="7954412" y="3116972"/>
                  </a:lnTo>
                  <a:lnTo>
                    <a:pt x="7948706" y="3116972"/>
                  </a:lnTo>
                  <a:lnTo>
                    <a:pt x="7942999" y="3116972"/>
                  </a:lnTo>
                  <a:lnTo>
                    <a:pt x="7937293" y="3116972"/>
                  </a:lnTo>
                  <a:lnTo>
                    <a:pt x="7931587" y="3116972"/>
                  </a:lnTo>
                  <a:lnTo>
                    <a:pt x="7925881" y="3116972"/>
                  </a:lnTo>
                  <a:lnTo>
                    <a:pt x="7920175" y="3116972"/>
                  </a:lnTo>
                  <a:lnTo>
                    <a:pt x="7914469" y="3116972"/>
                  </a:lnTo>
                  <a:lnTo>
                    <a:pt x="7908762" y="3116972"/>
                  </a:lnTo>
                  <a:lnTo>
                    <a:pt x="7903056" y="3116972"/>
                  </a:lnTo>
                  <a:lnTo>
                    <a:pt x="7897350" y="3116972"/>
                  </a:lnTo>
                  <a:lnTo>
                    <a:pt x="7891644" y="3116972"/>
                  </a:lnTo>
                  <a:lnTo>
                    <a:pt x="7885938" y="3116972"/>
                  </a:lnTo>
                  <a:lnTo>
                    <a:pt x="7880231" y="3116972"/>
                  </a:lnTo>
                  <a:lnTo>
                    <a:pt x="7874525" y="3116972"/>
                  </a:lnTo>
                  <a:lnTo>
                    <a:pt x="7868819" y="3116972"/>
                  </a:lnTo>
                  <a:lnTo>
                    <a:pt x="7863113" y="3116972"/>
                  </a:lnTo>
                  <a:lnTo>
                    <a:pt x="7857407" y="3116972"/>
                  </a:lnTo>
                  <a:lnTo>
                    <a:pt x="7851701" y="3116972"/>
                  </a:lnTo>
                  <a:lnTo>
                    <a:pt x="7845994" y="3116972"/>
                  </a:lnTo>
                  <a:lnTo>
                    <a:pt x="7840288" y="3116972"/>
                  </a:lnTo>
                  <a:lnTo>
                    <a:pt x="7834582" y="3116972"/>
                  </a:lnTo>
                  <a:lnTo>
                    <a:pt x="7828876" y="3116972"/>
                  </a:lnTo>
                  <a:lnTo>
                    <a:pt x="7823170" y="3116972"/>
                  </a:lnTo>
                  <a:lnTo>
                    <a:pt x="7817463" y="3116972"/>
                  </a:lnTo>
                  <a:lnTo>
                    <a:pt x="7811757" y="3116972"/>
                  </a:lnTo>
                  <a:lnTo>
                    <a:pt x="7806051" y="3116972"/>
                  </a:lnTo>
                  <a:lnTo>
                    <a:pt x="7800345" y="3116972"/>
                  </a:lnTo>
                  <a:lnTo>
                    <a:pt x="7794639" y="3116972"/>
                  </a:lnTo>
                  <a:lnTo>
                    <a:pt x="7788933" y="3116972"/>
                  </a:lnTo>
                  <a:lnTo>
                    <a:pt x="7783226" y="3116972"/>
                  </a:lnTo>
                  <a:lnTo>
                    <a:pt x="7777520" y="3116972"/>
                  </a:lnTo>
                  <a:lnTo>
                    <a:pt x="7771814" y="3116972"/>
                  </a:lnTo>
                  <a:lnTo>
                    <a:pt x="7766108" y="3116972"/>
                  </a:lnTo>
                  <a:lnTo>
                    <a:pt x="7760402" y="3116972"/>
                  </a:lnTo>
                  <a:lnTo>
                    <a:pt x="7754696" y="3116972"/>
                  </a:lnTo>
                  <a:lnTo>
                    <a:pt x="7748989" y="3116972"/>
                  </a:lnTo>
                  <a:lnTo>
                    <a:pt x="7743283" y="3116972"/>
                  </a:lnTo>
                  <a:lnTo>
                    <a:pt x="7737577" y="3116972"/>
                  </a:lnTo>
                  <a:lnTo>
                    <a:pt x="7731871" y="3116972"/>
                  </a:lnTo>
                  <a:lnTo>
                    <a:pt x="7726165" y="3116972"/>
                  </a:lnTo>
                  <a:lnTo>
                    <a:pt x="7720458" y="3116972"/>
                  </a:lnTo>
                  <a:lnTo>
                    <a:pt x="7714752" y="3116972"/>
                  </a:lnTo>
                  <a:lnTo>
                    <a:pt x="7709046" y="3116972"/>
                  </a:lnTo>
                  <a:lnTo>
                    <a:pt x="7703340" y="3116972"/>
                  </a:lnTo>
                  <a:lnTo>
                    <a:pt x="7697634" y="3116972"/>
                  </a:lnTo>
                  <a:lnTo>
                    <a:pt x="7691928" y="3116972"/>
                  </a:lnTo>
                  <a:lnTo>
                    <a:pt x="7686221" y="3116972"/>
                  </a:lnTo>
                  <a:lnTo>
                    <a:pt x="7680515" y="3116972"/>
                  </a:lnTo>
                  <a:lnTo>
                    <a:pt x="7674809" y="3116972"/>
                  </a:lnTo>
                  <a:lnTo>
                    <a:pt x="7669103" y="3116972"/>
                  </a:lnTo>
                  <a:lnTo>
                    <a:pt x="7663397" y="3116972"/>
                  </a:lnTo>
                  <a:lnTo>
                    <a:pt x="7657691" y="3116972"/>
                  </a:lnTo>
                  <a:lnTo>
                    <a:pt x="7651984" y="3116972"/>
                  </a:lnTo>
                  <a:lnTo>
                    <a:pt x="7646278" y="3116972"/>
                  </a:lnTo>
                  <a:lnTo>
                    <a:pt x="7640572" y="3116972"/>
                  </a:lnTo>
                  <a:lnTo>
                    <a:pt x="7634866" y="3116972"/>
                  </a:lnTo>
                  <a:lnTo>
                    <a:pt x="7629160" y="3116972"/>
                  </a:lnTo>
                  <a:lnTo>
                    <a:pt x="7623453" y="3116972"/>
                  </a:lnTo>
                  <a:lnTo>
                    <a:pt x="7617747" y="3116972"/>
                  </a:lnTo>
                  <a:lnTo>
                    <a:pt x="7612041" y="3116972"/>
                  </a:lnTo>
                  <a:lnTo>
                    <a:pt x="7606335" y="3116972"/>
                  </a:lnTo>
                  <a:lnTo>
                    <a:pt x="7600629" y="3116972"/>
                  </a:lnTo>
                  <a:lnTo>
                    <a:pt x="7594923" y="3116972"/>
                  </a:lnTo>
                  <a:lnTo>
                    <a:pt x="7589216" y="3116972"/>
                  </a:lnTo>
                  <a:lnTo>
                    <a:pt x="7583510" y="3116972"/>
                  </a:lnTo>
                  <a:lnTo>
                    <a:pt x="7577804" y="3116972"/>
                  </a:lnTo>
                  <a:lnTo>
                    <a:pt x="7572098" y="3116972"/>
                  </a:lnTo>
                  <a:lnTo>
                    <a:pt x="7566392" y="3116972"/>
                  </a:lnTo>
                  <a:lnTo>
                    <a:pt x="7560685" y="3116972"/>
                  </a:lnTo>
                  <a:lnTo>
                    <a:pt x="7554979" y="3116972"/>
                  </a:lnTo>
                  <a:lnTo>
                    <a:pt x="7549273" y="3116972"/>
                  </a:lnTo>
                  <a:lnTo>
                    <a:pt x="7543567" y="3116972"/>
                  </a:lnTo>
                  <a:lnTo>
                    <a:pt x="7537861" y="3116972"/>
                  </a:lnTo>
                  <a:lnTo>
                    <a:pt x="7532155" y="3116972"/>
                  </a:lnTo>
                  <a:lnTo>
                    <a:pt x="7526448" y="3116972"/>
                  </a:lnTo>
                  <a:lnTo>
                    <a:pt x="7520742" y="3116972"/>
                  </a:lnTo>
                  <a:lnTo>
                    <a:pt x="7515036" y="3116972"/>
                  </a:lnTo>
                  <a:lnTo>
                    <a:pt x="7509330" y="3116972"/>
                  </a:lnTo>
                  <a:lnTo>
                    <a:pt x="7503624" y="3116972"/>
                  </a:lnTo>
                  <a:lnTo>
                    <a:pt x="7497918" y="3116972"/>
                  </a:lnTo>
                  <a:lnTo>
                    <a:pt x="7492211" y="3116972"/>
                  </a:lnTo>
                  <a:lnTo>
                    <a:pt x="7486505" y="3116972"/>
                  </a:lnTo>
                  <a:lnTo>
                    <a:pt x="7480799" y="3116972"/>
                  </a:lnTo>
                  <a:lnTo>
                    <a:pt x="7475093" y="3116972"/>
                  </a:lnTo>
                  <a:lnTo>
                    <a:pt x="7469387" y="3116972"/>
                  </a:lnTo>
                  <a:lnTo>
                    <a:pt x="7463680" y="3116972"/>
                  </a:lnTo>
                  <a:lnTo>
                    <a:pt x="7457974" y="3116972"/>
                  </a:lnTo>
                  <a:lnTo>
                    <a:pt x="7452268" y="3116972"/>
                  </a:lnTo>
                  <a:lnTo>
                    <a:pt x="7446562" y="3116972"/>
                  </a:lnTo>
                  <a:lnTo>
                    <a:pt x="7440856" y="3116972"/>
                  </a:lnTo>
                  <a:lnTo>
                    <a:pt x="7435150" y="3116972"/>
                  </a:lnTo>
                  <a:lnTo>
                    <a:pt x="7429443" y="3116972"/>
                  </a:lnTo>
                  <a:lnTo>
                    <a:pt x="7423737" y="3116972"/>
                  </a:lnTo>
                  <a:lnTo>
                    <a:pt x="7418031" y="3116972"/>
                  </a:lnTo>
                  <a:lnTo>
                    <a:pt x="7412325" y="3116972"/>
                  </a:lnTo>
                  <a:lnTo>
                    <a:pt x="7406619" y="3116972"/>
                  </a:lnTo>
                  <a:lnTo>
                    <a:pt x="7400912" y="3116972"/>
                  </a:lnTo>
                  <a:lnTo>
                    <a:pt x="7395206" y="3116972"/>
                  </a:lnTo>
                  <a:lnTo>
                    <a:pt x="7389500" y="3116972"/>
                  </a:lnTo>
                  <a:lnTo>
                    <a:pt x="7383794" y="3116972"/>
                  </a:lnTo>
                  <a:lnTo>
                    <a:pt x="7378088" y="3116972"/>
                  </a:lnTo>
                  <a:lnTo>
                    <a:pt x="7372382" y="3116972"/>
                  </a:lnTo>
                  <a:lnTo>
                    <a:pt x="7366675" y="3116972"/>
                  </a:lnTo>
                  <a:lnTo>
                    <a:pt x="7360969" y="3116972"/>
                  </a:lnTo>
                  <a:lnTo>
                    <a:pt x="7355263" y="3116972"/>
                  </a:lnTo>
                  <a:lnTo>
                    <a:pt x="7349557" y="3116972"/>
                  </a:lnTo>
                  <a:lnTo>
                    <a:pt x="7343851" y="3116972"/>
                  </a:lnTo>
                  <a:lnTo>
                    <a:pt x="7338145" y="3116972"/>
                  </a:lnTo>
                  <a:lnTo>
                    <a:pt x="7332438" y="3116972"/>
                  </a:lnTo>
                  <a:lnTo>
                    <a:pt x="7326732" y="3116972"/>
                  </a:lnTo>
                  <a:lnTo>
                    <a:pt x="7321026" y="3116972"/>
                  </a:lnTo>
                  <a:lnTo>
                    <a:pt x="7315320" y="3116972"/>
                  </a:lnTo>
                  <a:lnTo>
                    <a:pt x="7309614" y="3116972"/>
                  </a:lnTo>
                  <a:lnTo>
                    <a:pt x="7303907" y="3116972"/>
                  </a:lnTo>
                  <a:lnTo>
                    <a:pt x="7298201" y="3116972"/>
                  </a:lnTo>
                  <a:lnTo>
                    <a:pt x="7292495" y="3116972"/>
                  </a:lnTo>
                  <a:lnTo>
                    <a:pt x="7286789" y="3116972"/>
                  </a:lnTo>
                  <a:lnTo>
                    <a:pt x="7281083" y="3116972"/>
                  </a:lnTo>
                  <a:lnTo>
                    <a:pt x="7275377" y="3116972"/>
                  </a:lnTo>
                  <a:lnTo>
                    <a:pt x="7269670" y="3116972"/>
                  </a:lnTo>
                  <a:lnTo>
                    <a:pt x="7263964" y="3116972"/>
                  </a:lnTo>
                  <a:lnTo>
                    <a:pt x="7258258" y="3116972"/>
                  </a:lnTo>
                  <a:lnTo>
                    <a:pt x="7252552" y="3116972"/>
                  </a:lnTo>
                  <a:lnTo>
                    <a:pt x="7246846" y="3116972"/>
                  </a:lnTo>
                  <a:lnTo>
                    <a:pt x="7241140" y="3116972"/>
                  </a:lnTo>
                  <a:lnTo>
                    <a:pt x="7235433" y="3116972"/>
                  </a:lnTo>
                  <a:lnTo>
                    <a:pt x="7229727" y="3116972"/>
                  </a:lnTo>
                  <a:lnTo>
                    <a:pt x="7224021" y="3116972"/>
                  </a:lnTo>
                  <a:lnTo>
                    <a:pt x="7218315" y="3116972"/>
                  </a:lnTo>
                  <a:lnTo>
                    <a:pt x="7212609" y="3116972"/>
                  </a:lnTo>
                  <a:lnTo>
                    <a:pt x="7206902" y="3116972"/>
                  </a:lnTo>
                  <a:lnTo>
                    <a:pt x="7201196" y="3116972"/>
                  </a:lnTo>
                  <a:lnTo>
                    <a:pt x="7195490" y="3116972"/>
                  </a:lnTo>
                  <a:lnTo>
                    <a:pt x="7189784" y="3116972"/>
                  </a:lnTo>
                  <a:lnTo>
                    <a:pt x="7184078" y="3116972"/>
                  </a:lnTo>
                  <a:lnTo>
                    <a:pt x="7178372" y="3116972"/>
                  </a:lnTo>
                  <a:lnTo>
                    <a:pt x="7172665" y="3116972"/>
                  </a:lnTo>
                  <a:lnTo>
                    <a:pt x="7166959" y="3116972"/>
                  </a:lnTo>
                  <a:lnTo>
                    <a:pt x="7161253" y="3116972"/>
                  </a:lnTo>
                  <a:lnTo>
                    <a:pt x="7155547" y="3116972"/>
                  </a:lnTo>
                  <a:lnTo>
                    <a:pt x="7149841" y="3116972"/>
                  </a:lnTo>
                  <a:lnTo>
                    <a:pt x="7144134" y="3116972"/>
                  </a:lnTo>
                  <a:lnTo>
                    <a:pt x="7138428" y="3116972"/>
                  </a:lnTo>
                  <a:lnTo>
                    <a:pt x="7132722" y="3116972"/>
                  </a:lnTo>
                  <a:lnTo>
                    <a:pt x="7127016" y="3116972"/>
                  </a:lnTo>
                  <a:lnTo>
                    <a:pt x="7121310" y="3116972"/>
                  </a:lnTo>
                  <a:lnTo>
                    <a:pt x="7115604" y="3116972"/>
                  </a:lnTo>
                  <a:lnTo>
                    <a:pt x="7109897" y="3116972"/>
                  </a:lnTo>
                  <a:lnTo>
                    <a:pt x="7104191" y="3116972"/>
                  </a:lnTo>
                  <a:lnTo>
                    <a:pt x="7098485" y="3116972"/>
                  </a:lnTo>
                  <a:lnTo>
                    <a:pt x="7092779" y="3116972"/>
                  </a:lnTo>
                  <a:lnTo>
                    <a:pt x="7087073" y="3116972"/>
                  </a:lnTo>
                  <a:lnTo>
                    <a:pt x="7081367" y="3116972"/>
                  </a:lnTo>
                  <a:lnTo>
                    <a:pt x="7075660" y="3116972"/>
                  </a:lnTo>
                  <a:lnTo>
                    <a:pt x="7069954" y="3116972"/>
                  </a:lnTo>
                  <a:lnTo>
                    <a:pt x="7064248" y="3116972"/>
                  </a:lnTo>
                  <a:lnTo>
                    <a:pt x="7058542" y="3116972"/>
                  </a:lnTo>
                  <a:lnTo>
                    <a:pt x="7052836" y="3116972"/>
                  </a:lnTo>
                  <a:lnTo>
                    <a:pt x="7047129" y="3116972"/>
                  </a:lnTo>
                  <a:lnTo>
                    <a:pt x="7041423" y="3116972"/>
                  </a:lnTo>
                  <a:lnTo>
                    <a:pt x="7035717" y="3116972"/>
                  </a:lnTo>
                  <a:lnTo>
                    <a:pt x="7030011" y="3116972"/>
                  </a:lnTo>
                  <a:lnTo>
                    <a:pt x="7024305" y="3116972"/>
                  </a:lnTo>
                  <a:lnTo>
                    <a:pt x="7018599" y="3116972"/>
                  </a:lnTo>
                  <a:lnTo>
                    <a:pt x="7012892" y="3116972"/>
                  </a:lnTo>
                  <a:lnTo>
                    <a:pt x="7007186" y="3116972"/>
                  </a:lnTo>
                  <a:lnTo>
                    <a:pt x="7001480" y="3116972"/>
                  </a:lnTo>
                  <a:lnTo>
                    <a:pt x="6995774" y="3116972"/>
                  </a:lnTo>
                  <a:lnTo>
                    <a:pt x="6990068" y="3116972"/>
                  </a:lnTo>
                  <a:lnTo>
                    <a:pt x="6984361" y="3116972"/>
                  </a:lnTo>
                  <a:lnTo>
                    <a:pt x="6978655" y="3116972"/>
                  </a:lnTo>
                  <a:lnTo>
                    <a:pt x="6972949" y="3116972"/>
                  </a:lnTo>
                  <a:lnTo>
                    <a:pt x="6967243" y="3116972"/>
                  </a:lnTo>
                  <a:lnTo>
                    <a:pt x="6961537" y="3116972"/>
                  </a:lnTo>
                  <a:lnTo>
                    <a:pt x="6955831" y="3116972"/>
                  </a:lnTo>
                  <a:lnTo>
                    <a:pt x="6950124" y="3116972"/>
                  </a:lnTo>
                  <a:lnTo>
                    <a:pt x="6944418" y="3116972"/>
                  </a:lnTo>
                  <a:lnTo>
                    <a:pt x="6938712" y="3116972"/>
                  </a:lnTo>
                  <a:lnTo>
                    <a:pt x="6933006" y="3116972"/>
                  </a:lnTo>
                  <a:lnTo>
                    <a:pt x="6927300" y="3116972"/>
                  </a:lnTo>
                  <a:lnTo>
                    <a:pt x="6921594" y="3116972"/>
                  </a:lnTo>
                  <a:lnTo>
                    <a:pt x="6915887" y="3116972"/>
                  </a:lnTo>
                  <a:lnTo>
                    <a:pt x="6910181" y="3116972"/>
                  </a:lnTo>
                  <a:lnTo>
                    <a:pt x="6904475" y="3116972"/>
                  </a:lnTo>
                  <a:lnTo>
                    <a:pt x="6898769" y="3116972"/>
                  </a:lnTo>
                  <a:lnTo>
                    <a:pt x="6893063" y="3116972"/>
                  </a:lnTo>
                  <a:lnTo>
                    <a:pt x="6887356" y="3116972"/>
                  </a:lnTo>
                  <a:lnTo>
                    <a:pt x="6881650" y="3116972"/>
                  </a:lnTo>
                  <a:lnTo>
                    <a:pt x="6875944" y="3116972"/>
                  </a:lnTo>
                  <a:lnTo>
                    <a:pt x="6870238" y="3116972"/>
                  </a:lnTo>
                  <a:lnTo>
                    <a:pt x="6864532" y="3116972"/>
                  </a:lnTo>
                  <a:lnTo>
                    <a:pt x="6858826" y="3116972"/>
                  </a:lnTo>
                  <a:lnTo>
                    <a:pt x="6853119" y="3116972"/>
                  </a:lnTo>
                  <a:lnTo>
                    <a:pt x="6847413" y="3116972"/>
                  </a:lnTo>
                  <a:lnTo>
                    <a:pt x="6841707" y="3116972"/>
                  </a:lnTo>
                  <a:lnTo>
                    <a:pt x="6836001" y="3116972"/>
                  </a:lnTo>
                  <a:lnTo>
                    <a:pt x="6830295" y="3116972"/>
                  </a:lnTo>
                  <a:lnTo>
                    <a:pt x="6824589" y="3116972"/>
                  </a:lnTo>
                  <a:lnTo>
                    <a:pt x="6818882" y="3116972"/>
                  </a:lnTo>
                  <a:lnTo>
                    <a:pt x="6813176" y="3116972"/>
                  </a:lnTo>
                  <a:lnTo>
                    <a:pt x="6807470" y="3116972"/>
                  </a:lnTo>
                  <a:lnTo>
                    <a:pt x="6801764" y="3116972"/>
                  </a:lnTo>
                  <a:lnTo>
                    <a:pt x="6796058" y="3116972"/>
                  </a:lnTo>
                  <a:lnTo>
                    <a:pt x="6790351" y="3116972"/>
                  </a:lnTo>
                  <a:lnTo>
                    <a:pt x="6784645" y="3116972"/>
                  </a:lnTo>
                  <a:lnTo>
                    <a:pt x="6778939" y="3116972"/>
                  </a:lnTo>
                  <a:lnTo>
                    <a:pt x="6773233" y="3116972"/>
                  </a:lnTo>
                  <a:lnTo>
                    <a:pt x="6767527" y="3116972"/>
                  </a:lnTo>
                  <a:lnTo>
                    <a:pt x="6761821" y="3116972"/>
                  </a:lnTo>
                  <a:lnTo>
                    <a:pt x="6756114" y="3116972"/>
                  </a:lnTo>
                  <a:lnTo>
                    <a:pt x="6750408" y="3116972"/>
                  </a:lnTo>
                  <a:lnTo>
                    <a:pt x="6744702" y="3116972"/>
                  </a:lnTo>
                  <a:lnTo>
                    <a:pt x="6738996" y="3116972"/>
                  </a:lnTo>
                  <a:lnTo>
                    <a:pt x="6733290" y="3116972"/>
                  </a:lnTo>
                  <a:lnTo>
                    <a:pt x="6727583" y="3116972"/>
                  </a:lnTo>
                  <a:lnTo>
                    <a:pt x="6721877" y="3116972"/>
                  </a:lnTo>
                  <a:lnTo>
                    <a:pt x="6716171" y="3116972"/>
                  </a:lnTo>
                  <a:lnTo>
                    <a:pt x="6710465" y="3116972"/>
                  </a:lnTo>
                  <a:lnTo>
                    <a:pt x="6704759" y="3116972"/>
                  </a:lnTo>
                  <a:lnTo>
                    <a:pt x="6699053" y="3116972"/>
                  </a:lnTo>
                  <a:lnTo>
                    <a:pt x="6693346" y="3116972"/>
                  </a:lnTo>
                  <a:lnTo>
                    <a:pt x="6687640" y="3116972"/>
                  </a:lnTo>
                  <a:lnTo>
                    <a:pt x="6681934" y="3116972"/>
                  </a:lnTo>
                  <a:lnTo>
                    <a:pt x="6676228" y="3116972"/>
                  </a:lnTo>
                  <a:lnTo>
                    <a:pt x="6670522" y="3116972"/>
                  </a:lnTo>
                  <a:lnTo>
                    <a:pt x="6664816" y="3116972"/>
                  </a:lnTo>
                  <a:lnTo>
                    <a:pt x="6659109" y="3116972"/>
                  </a:lnTo>
                  <a:lnTo>
                    <a:pt x="6653403" y="3116972"/>
                  </a:lnTo>
                  <a:lnTo>
                    <a:pt x="6647697" y="3116972"/>
                  </a:lnTo>
                  <a:lnTo>
                    <a:pt x="6641991" y="3116972"/>
                  </a:lnTo>
                  <a:lnTo>
                    <a:pt x="6636285" y="3116972"/>
                  </a:lnTo>
                  <a:lnTo>
                    <a:pt x="6630578" y="3116972"/>
                  </a:lnTo>
                  <a:lnTo>
                    <a:pt x="6624872" y="3116972"/>
                  </a:lnTo>
                  <a:lnTo>
                    <a:pt x="6619166" y="3116972"/>
                  </a:lnTo>
                  <a:lnTo>
                    <a:pt x="6613460" y="3116972"/>
                  </a:lnTo>
                  <a:lnTo>
                    <a:pt x="6607754" y="3116972"/>
                  </a:lnTo>
                  <a:lnTo>
                    <a:pt x="6602048" y="3116972"/>
                  </a:lnTo>
                  <a:lnTo>
                    <a:pt x="6596341" y="3116972"/>
                  </a:lnTo>
                  <a:lnTo>
                    <a:pt x="6590635" y="3116972"/>
                  </a:lnTo>
                  <a:lnTo>
                    <a:pt x="6584929" y="3116972"/>
                  </a:lnTo>
                  <a:lnTo>
                    <a:pt x="6579223" y="3116972"/>
                  </a:lnTo>
                  <a:lnTo>
                    <a:pt x="6573517" y="3116972"/>
                  </a:lnTo>
                  <a:lnTo>
                    <a:pt x="6567810" y="3116972"/>
                  </a:lnTo>
                  <a:lnTo>
                    <a:pt x="6562104" y="3116972"/>
                  </a:lnTo>
                  <a:lnTo>
                    <a:pt x="6556398" y="3116972"/>
                  </a:lnTo>
                  <a:lnTo>
                    <a:pt x="6550692" y="3116972"/>
                  </a:lnTo>
                  <a:lnTo>
                    <a:pt x="6544986" y="3116972"/>
                  </a:lnTo>
                  <a:lnTo>
                    <a:pt x="6539280" y="3116972"/>
                  </a:lnTo>
                  <a:lnTo>
                    <a:pt x="6533573" y="3116972"/>
                  </a:lnTo>
                  <a:lnTo>
                    <a:pt x="6527867" y="3116972"/>
                  </a:lnTo>
                  <a:lnTo>
                    <a:pt x="6522161" y="3116972"/>
                  </a:lnTo>
                  <a:lnTo>
                    <a:pt x="6516455" y="3116972"/>
                  </a:lnTo>
                  <a:lnTo>
                    <a:pt x="6510749" y="3116972"/>
                  </a:lnTo>
                  <a:lnTo>
                    <a:pt x="6505043" y="3116972"/>
                  </a:lnTo>
                  <a:lnTo>
                    <a:pt x="6499336" y="3116972"/>
                  </a:lnTo>
                  <a:lnTo>
                    <a:pt x="6493630" y="3116972"/>
                  </a:lnTo>
                  <a:lnTo>
                    <a:pt x="6487924" y="3116972"/>
                  </a:lnTo>
                  <a:lnTo>
                    <a:pt x="6482218" y="3116972"/>
                  </a:lnTo>
                  <a:lnTo>
                    <a:pt x="6476512" y="3116972"/>
                  </a:lnTo>
                  <a:lnTo>
                    <a:pt x="6470805" y="3116972"/>
                  </a:lnTo>
                  <a:lnTo>
                    <a:pt x="6465099" y="3116972"/>
                  </a:lnTo>
                  <a:lnTo>
                    <a:pt x="6459393" y="3116972"/>
                  </a:lnTo>
                  <a:lnTo>
                    <a:pt x="6453687" y="3116972"/>
                  </a:lnTo>
                  <a:lnTo>
                    <a:pt x="6447981" y="3116972"/>
                  </a:lnTo>
                  <a:lnTo>
                    <a:pt x="6442275" y="3116972"/>
                  </a:lnTo>
                  <a:lnTo>
                    <a:pt x="6436568" y="3116972"/>
                  </a:lnTo>
                  <a:lnTo>
                    <a:pt x="6430862" y="3116972"/>
                  </a:lnTo>
                  <a:lnTo>
                    <a:pt x="6425156" y="3116972"/>
                  </a:lnTo>
                  <a:lnTo>
                    <a:pt x="6419450" y="3116972"/>
                  </a:lnTo>
                  <a:lnTo>
                    <a:pt x="6413744" y="3116972"/>
                  </a:lnTo>
                  <a:lnTo>
                    <a:pt x="6408038" y="3116972"/>
                  </a:lnTo>
                  <a:lnTo>
                    <a:pt x="6402331" y="3116972"/>
                  </a:lnTo>
                  <a:lnTo>
                    <a:pt x="6396625" y="3116972"/>
                  </a:lnTo>
                  <a:lnTo>
                    <a:pt x="6390919" y="3116972"/>
                  </a:lnTo>
                  <a:lnTo>
                    <a:pt x="6385213" y="3116972"/>
                  </a:lnTo>
                  <a:lnTo>
                    <a:pt x="6379507" y="3116972"/>
                  </a:lnTo>
                  <a:lnTo>
                    <a:pt x="6373800" y="3116972"/>
                  </a:lnTo>
                  <a:lnTo>
                    <a:pt x="6368094" y="3116972"/>
                  </a:lnTo>
                  <a:lnTo>
                    <a:pt x="6362388" y="3116972"/>
                  </a:lnTo>
                  <a:lnTo>
                    <a:pt x="6356682" y="3116972"/>
                  </a:lnTo>
                  <a:lnTo>
                    <a:pt x="6350976" y="3116972"/>
                  </a:lnTo>
                  <a:lnTo>
                    <a:pt x="6345270" y="3116972"/>
                  </a:lnTo>
                  <a:lnTo>
                    <a:pt x="6339563" y="3116972"/>
                  </a:lnTo>
                  <a:lnTo>
                    <a:pt x="6333857" y="3116972"/>
                  </a:lnTo>
                  <a:lnTo>
                    <a:pt x="6328151" y="3116972"/>
                  </a:lnTo>
                  <a:lnTo>
                    <a:pt x="6322445" y="3116972"/>
                  </a:lnTo>
                  <a:lnTo>
                    <a:pt x="6316739" y="3116972"/>
                  </a:lnTo>
                  <a:lnTo>
                    <a:pt x="6311032" y="3116972"/>
                  </a:lnTo>
                  <a:lnTo>
                    <a:pt x="6305326" y="3116972"/>
                  </a:lnTo>
                  <a:lnTo>
                    <a:pt x="6299620" y="3116972"/>
                  </a:lnTo>
                  <a:lnTo>
                    <a:pt x="6293914" y="3116972"/>
                  </a:lnTo>
                  <a:lnTo>
                    <a:pt x="6288208" y="3116972"/>
                  </a:lnTo>
                  <a:lnTo>
                    <a:pt x="6282502" y="3116972"/>
                  </a:lnTo>
                  <a:lnTo>
                    <a:pt x="6276795" y="3116972"/>
                  </a:lnTo>
                  <a:lnTo>
                    <a:pt x="6271089" y="3116972"/>
                  </a:lnTo>
                  <a:lnTo>
                    <a:pt x="6265383" y="3116972"/>
                  </a:lnTo>
                  <a:lnTo>
                    <a:pt x="6259677" y="3116972"/>
                  </a:lnTo>
                  <a:lnTo>
                    <a:pt x="6253971" y="3116972"/>
                  </a:lnTo>
                  <a:lnTo>
                    <a:pt x="6248265" y="3116972"/>
                  </a:lnTo>
                  <a:lnTo>
                    <a:pt x="6242558" y="3116972"/>
                  </a:lnTo>
                  <a:lnTo>
                    <a:pt x="6236852" y="3116972"/>
                  </a:lnTo>
                  <a:lnTo>
                    <a:pt x="6231146" y="3116972"/>
                  </a:lnTo>
                  <a:lnTo>
                    <a:pt x="6225440" y="3116972"/>
                  </a:lnTo>
                  <a:lnTo>
                    <a:pt x="6219734" y="3116972"/>
                  </a:lnTo>
                  <a:lnTo>
                    <a:pt x="6214027" y="3116972"/>
                  </a:lnTo>
                  <a:lnTo>
                    <a:pt x="6208321" y="3116972"/>
                  </a:lnTo>
                  <a:lnTo>
                    <a:pt x="6202615" y="3116972"/>
                  </a:lnTo>
                  <a:lnTo>
                    <a:pt x="6196909" y="3116972"/>
                  </a:lnTo>
                  <a:lnTo>
                    <a:pt x="6191203" y="3116972"/>
                  </a:lnTo>
                  <a:lnTo>
                    <a:pt x="6185497" y="3116972"/>
                  </a:lnTo>
                  <a:lnTo>
                    <a:pt x="6179790" y="3116972"/>
                  </a:lnTo>
                  <a:lnTo>
                    <a:pt x="6174084" y="3116972"/>
                  </a:lnTo>
                  <a:lnTo>
                    <a:pt x="6168378" y="3116972"/>
                  </a:lnTo>
                  <a:lnTo>
                    <a:pt x="6162672" y="3116972"/>
                  </a:lnTo>
                  <a:lnTo>
                    <a:pt x="6156966" y="3116972"/>
                  </a:lnTo>
                  <a:lnTo>
                    <a:pt x="6151259" y="3116972"/>
                  </a:lnTo>
                  <a:lnTo>
                    <a:pt x="6145553" y="3116972"/>
                  </a:lnTo>
                  <a:lnTo>
                    <a:pt x="6139847" y="3116972"/>
                  </a:lnTo>
                  <a:lnTo>
                    <a:pt x="6134141" y="3116972"/>
                  </a:lnTo>
                  <a:lnTo>
                    <a:pt x="6128435" y="3116972"/>
                  </a:lnTo>
                  <a:lnTo>
                    <a:pt x="6122729" y="3116972"/>
                  </a:lnTo>
                  <a:lnTo>
                    <a:pt x="6117022" y="3116972"/>
                  </a:lnTo>
                  <a:lnTo>
                    <a:pt x="6111316" y="3116972"/>
                  </a:lnTo>
                  <a:lnTo>
                    <a:pt x="6105610" y="3116972"/>
                  </a:lnTo>
                  <a:lnTo>
                    <a:pt x="6099904" y="3116972"/>
                  </a:lnTo>
                  <a:lnTo>
                    <a:pt x="6094198" y="3116972"/>
                  </a:lnTo>
                  <a:lnTo>
                    <a:pt x="6088492" y="3116972"/>
                  </a:lnTo>
                  <a:lnTo>
                    <a:pt x="6082785" y="3116972"/>
                  </a:lnTo>
                  <a:lnTo>
                    <a:pt x="6077079" y="3116972"/>
                  </a:lnTo>
                  <a:lnTo>
                    <a:pt x="6071373" y="3116972"/>
                  </a:lnTo>
                  <a:lnTo>
                    <a:pt x="6065667" y="3116972"/>
                  </a:lnTo>
                  <a:lnTo>
                    <a:pt x="6059961" y="3116972"/>
                  </a:lnTo>
                  <a:lnTo>
                    <a:pt x="6054254" y="3116972"/>
                  </a:lnTo>
                  <a:lnTo>
                    <a:pt x="6048548" y="3116972"/>
                  </a:lnTo>
                  <a:lnTo>
                    <a:pt x="6042842" y="3116972"/>
                  </a:lnTo>
                  <a:lnTo>
                    <a:pt x="6037136" y="3116972"/>
                  </a:lnTo>
                  <a:lnTo>
                    <a:pt x="6031430" y="3116972"/>
                  </a:lnTo>
                  <a:lnTo>
                    <a:pt x="6025724" y="3116972"/>
                  </a:lnTo>
                  <a:lnTo>
                    <a:pt x="6020017" y="3116972"/>
                  </a:lnTo>
                  <a:lnTo>
                    <a:pt x="6014311" y="3116972"/>
                  </a:lnTo>
                  <a:lnTo>
                    <a:pt x="6008605" y="3116972"/>
                  </a:lnTo>
                  <a:lnTo>
                    <a:pt x="6002899" y="3116972"/>
                  </a:lnTo>
                  <a:lnTo>
                    <a:pt x="5997193" y="3116972"/>
                  </a:lnTo>
                  <a:lnTo>
                    <a:pt x="5991487" y="3116972"/>
                  </a:lnTo>
                  <a:lnTo>
                    <a:pt x="5985780" y="3116972"/>
                  </a:lnTo>
                  <a:lnTo>
                    <a:pt x="5980074" y="3116972"/>
                  </a:lnTo>
                  <a:lnTo>
                    <a:pt x="5974368" y="3116972"/>
                  </a:lnTo>
                  <a:lnTo>
                    <a:pt x="5968662" y="3116972"/>
                  </a:lnTo>
                  <a:lnTo>
                    <a:pt x="5962956" y="3116972"/>
                  </a:lnTo>
                  <a:lnTo>
                    <a:pt x="5957249" y="3116972"/>
                  </a:lnTo>
                  <a:lnTo>
                    <a:pt x="5951543" y="3116972"/>
                  </a:lnTo>
                  <a:lnTo>
                    <a:pt x="5945837" y="3116972"/>
                  </a:lnTo>
                  <a:lnTo>
                    <a:pt x="5940131" y="3116972"/>
                  </a:lnTo>
                  <a:lnTo>
                    <a:pt x="5934425" y="3116972"/>
                  </a:lnTo>
                  <a:lnTo>
                    <a:pt x="5928719" y="3116972"/>
                  </a:lnTo>
                  <a:lnTo>
                    <a:pt x="5923012" y="3116972"/>
                  </a:lnTo>
                  <a:lnTo>
                    <a:pt x="5917306" y="3116972"/>
                  </a:lnTo>
                  <a:lnTo>
                    <a:pt x="5911600" y="3116972"/>
                  </a:lnTo>
                  <a:lnTo>
                    <a:pt x="5905894" y="3116972"/>
                  </a:lnTo>
                  <a:lnTo>
                    <a:pt x="5900188" y="3116972"/>
                  </a:lnTo>
                  <a:lnTo>
                    <a:pt x="5894481" y="3116972"/>
                  </a:lnTo>
                  <a:lnTo>
                    <a:pt x="5888775" y="3116972"/>
                  </a:lnTo>
                  <a:lnTo>
                    <a:pt x="5883069" y="3116972"/>
                  </a:lnTo>
                  <a:lnTo>
                    <a:pt x="5877363" y="3116972"/>
                  </a:lnTo>
                  <a:lnTo>
                    <a:pt x="5871657" y="3116972"/>
                  </a:lnTo>
                  <a:lnTo>
                    <a:pt x="5865951" y="3116972"/>
                  </a:lnTo>
                  <a:lnTo>
                    <a:pt x="5860244" y="3116972"/>
                  </a:lnTo>
                  <a:lnTo>
                    <a:pt x="5854538" y="3116972"/>
                  </a:lnTo>
                  <a:lnTo>
                    <a:pt x="5848832" y="3116972"/>
                  </a:lnTo>
                  <a:lnTo>
                    <a:pt x="5843126" y="3116972"/>
                  </a:lnTo>
                  <a:lnTo>
                    <a:pt x="5837420" y="3116972"/>
                  </a:lnTo>
                  <a:lnTo>
                    <a:pt x="5831714" y="3116972"/>
                  </a:lnTo>
                  <a:lnTo>
                    <a:pt x="5826007" y="3116972"/>
                  </a:lnTo>
                  <a:lnTo>
                    <a:pt x="5820301" y="3116972"/>
                  </a:lnTo>
                  <a:lnTo>
                    <a:pt x="5814595" y="3116972"/>
                  </a:lnTo>
                  <a:lnTo>
                    <a:pt x="5808889" y="3116972"/>
                  </a:lnTo>
                  <a:lnTo>
                    <a:pt x="5803183" y="3116972"/>
                  </a:lnTo>
                  <a:lnTo>
                    <a:pt x="5797476" y="3116972"/>
                  </a:lnTo>
                  <a:lnTo>
                    <a:pt x="5791770" y="3116972"/>
                  </a:lnTo>
                  <a:lnTo>
                    <a:pt x="5786064" y="3116972"/>
                  </a:lnTo>
                  <a:lnTo>
                    <a:pt x="5780358" y="3116972"/>
                  </a:lnTo>
                  <a:lnTo>
                    <a:pt x="5774652" y="3116972"/>
                  </a:lnTo>
                  <a:lnTo>
                    <a:pt x="5768946" y="3116972"/>
                  </a:lnTo>
                  <a:lnTo>
                    <a:pt x="5763239" y="3116972"/>
                  </a:lnTo>
                  <a:lnTo>
                    <a:pt x="5757533" y="3116972"/>
                  </a:lnTo>
                  <a:lnTo>
                    <a:pt x="5751827" y="3116972"/>
                  </a:lnTo>
                  <a:lnTo>
                    <a:pt x="5746121" y="3116972"/>
                  </a:lnTo>
                  <a:lnTo>
                    <a:pt x="5740415" y="3116972"/>
                  </a:lnTo>
                  <a:lnTo>
                    <a:pt x="5734708" y="3116972"/>
                  </a:lnTo>
                  <a:lnTo>
                    <a:pt x="5729002" y="3116972"/>
                  </a:lnTo>
                  <a:lnTo>
                    <a:pt x="5723296" y="3116972"/>
                  </a:lnTo>
                  <a:lnTo>
                    <a:pt x="5717590" y="3116972"/>
                  </a:lnTo>
                  <a:lnTo>
                    <a:pt x="5711884" y="3116972"/>
                  </a:lnTo>
                  <a:lnTo>
                    <a:pt x="5706178" y="3116972"/>
                  </a:lnTo>
                  <a:lnTo>
                    <a:pt x="5700471" y="3116972"/>
                  </a:lnTo>
                  <a:lnTo>
                    <a:pt x="5694765" y="3116972"/>
                  </a:lnTo>
                  <a:lnTo>
                    <a:pt x="5689059" y="3116972"/>
                  </a:lnTo>
                  <a:lnTo>
                    <a:pt x="5683353" y="3116972"/>
                  </a:lnTo>
                  <a:lnTo>
                    <a:pt x="5677647" y="3116972"/>
                  </a:lnTo>
                  <a:lnTo>
                    <a:pt x="5671941" y="3116972"/>
                  </a:lnTo>
                  <a:lnTo>
                    <a:pt x="5666234" y="3116972"/>
                  </a:lnTo>
                  <a:lnTo>
                    <a:pt x="5660528" y="3116972"/>
                  </a:lnTo>
                  <a:lnTo>
                    <a:pt x="5654822" y="3116972"/>
                  </a:lnTo>
                  <a:lnTo>
                    <a:pt x="5649116" y="3116972"/>
                  </a:lnTo>
                  <a:lnTo>
                    <a:pt x="5643410" y="3116972"/>
                  </a:lnTo>
                  <a:lnTo>
                    <a:pt x="5637703" y="3116972"/>
                  </a:lnTo>
                  <a:lnTo>
                    <a:pt x="5631997" y="3116972"/>
                  </a:lnTo>
                  <a:lnTo>
                    <a:pt x="5626291" y="3116972"/>
                  </a:lnTo>
                  <a:lnTo>
                    <a:pt x="5620585" y="3116972"/>
                  </a:lnTo>
                  <a:lnTo>
                    <a:pt x="5614879" y="3116972"/>
                  </a:lnTo>
                  <a:lnTo>
                    <a:pt x="5609173" y="3116972"/>
                  </a:lnTo>
                  <a:lnTo>
                    <a:pt x="5603466" y="3116972"/>
                  </a:lnTo>
                  <a:lnTo>
                    <a:pt x="5597760" y="3116972"/>
                  </a:lnTo>
                  <a:lnTo>
                    <a:pt x="5592054" y="3116972"/>
                  </a:lnTo>
                  <a:lnTo>
                    <a:pt x="5586348" y="3116972"/>
                  </a:lnTo>
                  <a:lnTo>
                    <a:pt x="5580642" y="3116972"/>
                  </a:lnTo>
                  <a:lnTo>
                    <a:pt x="5574936" y="3116972"/>
                  </a:lnTo>
                  <a:lnTo>
                    <a:pt x="5569229" y="3116972"/>
                  </a:lnTo>
                  <a:lnTo>
                    <a:pt x="5563523" y="3116972"/>
                  </a:lnTo>
                  <a:lnTo>
                    <a:pt x="5557817" y="3116972"/>
                  </a:lnTo>
                  <a:lnTo>
                    <a:pt x="5552111" y="3116972"/>
                  </a:lnTo>
                  <a:lnTo>
                    <a:pt x="5546405" y="3116972"/>
                  </a:lnTo>
                  <a:lnTo>
                    <a:pt x="5540698" y="3116972"/>
                  </a:lnTo>
                  <a:lnTo>
                    <a:pt x="5534992" y="3116972"/>
                  </a:lnTo>
                  <a:lnTo>
                    <a:pt x="5529286" y="3116972"/>
                  </a:lnTo>
                  <a:lnTo>
                    <a:pt x="5523580" y="3116972"/>
                  </a:lnTo>
                  <a:lnTo>
                    <a:pt x="5517874" y="3116972"/>
                  </a:lnTo>
                  <a:lnTo>
                    <a:pt x="5512168" y="3116972"/>
                  </a:lnTo>
                  <a:lnTo>
                    <a:pt x="5506461" y="3116972"/>
                  </a:lnTo>
                  <a:lnTo>
                    <a:pt x="5500755" y="3116972"/>
                  </a:lnTo>
                  <a:lnTo>
                    <a:pt x="5495049" y="3116972"/>
                  </a:lnTo>
                  <a:lnTo>
                    <a:pt x="5489343" y="3116972"/>
                  </a:lnTo>
                  <a:lnTo>
                    <a:pt x="5483637" y="3116972"/>
                  </a:lnTo>
                  <a:lnTo>
                    <a:pt x="5477930" y="3116972"/>
                  </a:lnTo>
                  <a:lnTo>
                    <a:pt x="5472224" y="3116972"/>
                  </a:lnTo>
                  <a:lnTo>
                    <a:pt x="5466518" y="3116972"/>
                  </a:lnTo>
                  <a:lnTo>
                    <a:pt x="5460812" y="3116972"/>
                  </a:lnTo>
                  <a:lnTo>
                    <a:pt x="5455106" y="3116972"/>
                  </a:lnTo>
                  <a:lnTo>
                    <a:pt x="5449400" y="3116972"/>
                  </a:lnTo>
                  <a:lnTo>
                    <a:pt x="5443693" y="3116972"/>
                  </a:lnTo>
                  <a:lnTo>
                    <a:pt x="5437987" y="3116972"/>
                  </a:lnTo>
                  <a:lnTo>
                    <a:pt x="5432281" y="3116972"/>
                  </a:lnTo>
                  <a:lnTo>
                    <a:pt x="5426575" y="3116972"/>
                  </a:lnTo>
                  <a:lnTo>
                    <a:pt x="5420869" y="3116972"/>
                  </a:lnTo>
                  <a:lnTo>
                    <a:pt x="5415163" y="3116972"/>
                  </a:lnTo>
                  <a:lnTo>
                    <a:pt x="5409456" y="3116972"/>
                  </a:lnTo>
                  <a:lnTo>
                    <a:pt x="5403750" y="3116972"/>
                  </a:lnTo>
                  <a:lnTo>
                    <a:pt x="5398044" y="3116972"/>
                  </a:lnTo>
                  <a:lnTo>
                    <a:pt x="5392338" y="3116972"/>
                  </a:lnTo>
                  <a:lnTo>
                    <a:pt x="5386632" y="3116972"/>
                  </a:lnTo>
                  <a:lnTo>
                    <a:pt x="5380925" y="3116972"/>
                  </a:lnTo>
                  <a:lnTo>
                    <a:pt x="5375219" y="3116972"/>
                  </a:lnTo>
                  <a:lnTo>
                    <a:pt x="5369513" y="3116972"/>
                  </a:lnTo>
                  <a:lnTo>
                    <a:pt x="5363807" y="3116972"/>
                  </a:lnTo>
                  <a:lnTo>
                    <a:pt x="5358101" y="3116972"/>
                  </a:lnTo>
                  <a:lnTo>
                    <a:pt x="5352395" y="3116972"/>
                  </a:lnTo>
                  <a:lnTo>
                    <a:pt x="5346688" y="3116972"/>
                  </a:lnTo>
                  <a:lnTo>
                    <a:pt x="5340982" y="3116972"/>
                  </a:lnTo>
                  <a:lnTo>
                    <a:pt x="5335276" y="3116972"/>
                  </a:lnTo>
                  <a:lnTo>
                    <a:pt x="5329570" y="3116972"/>
                  </a:lnTo>
                  <a:lnTo>
                    <a:pt x="5323864" y="3116972"/>
                  </a:lnTo>
                  <a:lnTo>
                    <a:pt x="5318157" y="3116972"/>
                  </a:lnTo>
                  <a:lnTo>
                    <a:pt x="5312451" y="3116972"/>
                  </a:lnTo>
                  <a:lnTo>
                    <a:pt x="5306745" y="3116972"/>
                  </a:lnTo>
                  <a:lnTo>
                    <a:pt x="5301039" y="3116972"/>
                  </a:lnTo>
                  <a:lnTo>
                    <a:pt x="5295333" y="3116972"/>
                  </a:lnTo>
                  <a:lnTo>
                    <a:pt x="5289627" y="3116972"/>
                  </a:lnTo>
                  <a:lnTo>
                    <a:pt x="5283920" y="3116972"/>
                  </a:lnTo>
                  <a:lnTo>
                    <a:pt x="5278214" y="3116972"/>
                  </a:lnTo>
                  <a:lnTo>
                    <a:pt x="5272508" y="3116972"/>
                  </a:lnTo>
                  <a:lnTo>
                    <a:pt x="5266802" y="3116972"/>
                  </a:lnTo>
                  <a:lnTo>
                    <a:pt x="5261096" y="3116972"/>
                  </a:lnTo>
                  <a:lnTo>
                    <a:pt x="5255390" y="3116972"/>
                  </a:lnTo>
                  <a:lnTo>
                    <a:pt x="5249683" y="3116972"/>
                  </a:lnTo>
                  <a:lnTo>
                    <a:pt x="5243977" y="3116972"/>
                  </a:lnTo>
                  <a:lnTo>
                    <a:pt x="5238271" y="3116972"/>
                  </a:lnTo>
                  <a:lnTo>
                    <a:pt x="5232565" y="3116972"/>
                  </a:lnTo>
                  <a:lnTo>
                    <a:pt x="5226859" y="3116972"/>
                  </a:lnTo>
                  <a:lnTo>
                    <a:pt x="5221152" y="3116972"/>
                  </a:lnTo>
                  <a:lnTo>
                    <a:pt x="5215446" y="3116972"/>
                  </a:lnTo>
                  <a:lnTo>
                    <a:pt x="5209740" y="3116972"/>
                  </a:lnTo>
                  <a:lnTo>
                    <a:pt x="5204034" y="3116972"/>
                  </a:lnTo>
                  <a:lnTo>
                    <a:pt x="5198328" y="3116972"/>
                  </a:lnTo>
                  <a:lnTo>
                    <a:pt x="5192622" y="3116972"/>
                  </a:lnTo>
                  <a:lnTo>
                    <a:pt x="5186915" y="3116972"/>
                  </a:lnTo>
                  <a:lnTo>
                    <a:pt x="5181209" y="3116972"/>
                  </a:lnTo>
                  <a:lnTo>
                    <a:pt x="5175503" y="3116972"/>
                  </a:lnTo>
                  <a:lnTo>
                    <a:pt x="5169797" y="3116972"/>
                  </a:lnTo>
                  <a:lnTo>
                    <a:pt x="5164091" y="3116972"/>
                  </a:lnTo>
                  <a:lnTo>
                    <a:pt x="5158385" y="3116972"/>
                  </a:lnTo>
                  <a:lnTo>
                    <a:pt x="5152678" y="3116972"/>
                  </a:lnTo>
                  <a:lnTo>
                    <a:pt x="5146972" y="3116972"/>
                  </a:lnTo>
                  <a:lnTo>
                    <a:pt x="5141266" y="3116972"/>
                  </a:lnTo>
                  <a:lnTo>
                    <a:pt x="5135560" y="3116972"/>
                  </a:lnTo>
                  <a:lnTo>
                    <a:pt x="5129854" y="3116972"/>
                  </a:lnTo>
                  <a:lnTo>
                    <a:pt x="5124147" y="3116972"/>
                  </a:lnTo>
                  <a:lnTo>
                    <a:pt x="5118441" y="3116972"/>
                  </a:lnTo>
                  <a:lnTo>
                    <a:pt x="5112735" y="3116972"/>
                  </a:lnTo>
                  <a:lnTo>
                    <a:pt x="5107029" y="3116972"/>
                  </a:lnTo>
                  <a:lnTo>
                    <a:pt x="5101323" y="3116972"/>
                  </a:lnTo>
                  <a:lnTo>
                    <a:pt x="5095617" y="3116972"/>
                  </a:lnTo>
                  <a:lnTo>
                    <a:pt x="5089910" y="3116972"/>
                  </a:lnTo>
                  <a:lnTo>
                    <a:pt x="5084204" y="3116972"/>
                  </a:lnTo>
                  <a:lnTo>
                    <a:pt x="5078498" y="3116972"/>
                  </a:lnTo>
                  <a:lnTo>
                    <a:pt x="5072792" y="3116972"/>
                  </a:lnTo>
                  <a:lnTo>
                    <a:pt x="5067086" y="3116972"/>
                  </a:lnTo>
                  <a:lnTo>
                    <a:pt x="5061379" y="3116972"/>
                  </a:lnTo>
                  <a:lnTo>
                    <a:pt x="5055673" y="3116972"/>
                  </a:lnTo>
                  <a:lnTo>
                    <a:pt x="5049967" y="3116972"/>
                  </a:lnTo>
                  <a:lnTo>
                    <a:pt x="5044261" y="3116972"/>
                  </a:lnTo>
                  <a:lnTo>
                    <a:pt x="5038555" y="3116972"/>
                  </a:lnTo>
                  <a:lnTo>
                    <a:pt x="5032849" y="3116972"/>
                  </a:lnTo>
                  <a:lnTo>
                    <a:pt x="5027142" y="3116972"/>
                  </a:lnTo>
                  <a:lnTo>
                    <a:pt x="5021436" y="3116972"/>
                  </a:lnTo>
                  <a:lnTo>
                    <a:pt x="5015730" y="3116972"/>
                  </a:lnTo>
                  <a:lnTo>
                    <a:pt x="5010024" y="3116972"/>
                  </a:lnTo>
                  <a:lnTo>
                    <a:pt x="5004318" y="3116972"/>
                  </a:lnTo>
                  <a:lnTo>
                    <a:pt x="4998612" y="3116972"/>
                  </a:lnTo>
                  <a:lnTo>
                    <a:pt x="4992905" y="3116972"/>
                  </a:lnTo>
                  <a:lnTo>
                    <a:pt x="4987199" y="3116972"/>
                  </a:lnTo>
                  <a:lnTo>
                    <a:pt x="4981493" y="3116972"/>
                  </a:lnTo>
                  <a:lnTo>
                    <a:pt x="4975787" y="3116972"/>
                  </a:lnTo>
                  <a:lnTo>
                    <a:pt x="4970081" y="3116972"/>
                  </a:lnTo>
                  <a:lnTo>
                    <a:pt x="4964374" y="3116972"/>
                  </a:lnTo>
                  <a:lnTo>
                    <a:pt x="4958668" y="3116972"/>
                  </a:lnTo>
                  <a:lnTo>
                    <a:pt x="4952962" y="3116972"/>
                  </a:lnTo>
                  <a:lnTo>
                    <a:pt x="4947256" y="3116972"/>
                  </a:lnTo>
                  <a:lnTo>
                    <a:pt x="4941550" y="3116972"/>
                  </a:lnTo>
                  <a:lnTo>
                    <a:pt x="4935844" y="3116972"/>
                  </a:lnTo>
                  <a:lnTo>
                    <a:pt x="4930137" y="3116972"/>
                  </a:lnTo>
                  <a:lnTo>
                    <a:pt x="4924431" y="3116972"/>
                  </a:lnTo>
                  <a:lnTo>
                    <a:pt x="4918725" y="3116972"/>
                  </a:lnTo>
                  <a:lnTo>
                    <a:pt x="4913019" y="3116972"/>
                  </a:lnTo>
                  <a:lnTo>
                    <a:pt x="4907313" y="3116972"/>
                  </a:lnTo>
                  <a:lnTo>
                    <a:pt x="4901606" y="3116972"/>
                  </a:lnTo>
                  <a:lnTo>
                    <a:pt x="4895900" y="3116972"/>
                  </a:lnTo>
                  <a:lnTo>
                    <a:pt x="4890194" y="3116972"/>
                  </a:lnTo>
                  <a:lnTo>
                    <a:pt x="4884488" y="3116972"/>
                  </a:lnTo>
                  <a:lnTo>
                    <a:pt x="4878782" y="3116972"/>
                  </a:lnTo>
                  <a:lnTo>
                    <a:pt x="4873076" y="3116972"/>
                  </a:lnTo>
                  <a:lnTo>
                    <a:pt x="4867369" y="3116972"/>
                  </a:lnTo>
                  <a:lnTo>
                    <a:pt x="4861663" y="3116972"/>
                  </a:lnTo>
                  <a:lnTo>
                    <a:pt x="4855957" y="3116972"/>
                  </a:lnTo>
                  <a:lnTo>
                    <a:pt x="4850251" y="3116972"/>
                  </a:lnTo>
                  <a:lnTo>
                    <a:pt x="4844545" y="3116972"/>
                  </a:lnTo>
                  <a:lnTo>
                    <a:pt x="4838839" y="3116972"/>
                  </a:lnTo>
                  <a:lnTo>
                    <a:pt x="4833132" y="3116972"/>
                  </a:lnTo>
                  <a:lnTo>
                    <a:pt x="4827426" y="3116972"/>
                  </a:lnTo>
                  <a:lnTo>
                    <a:pt x="4821720" y="3116972"/>
                  </a:lnTo>
                  <a:lnTo>
                    <a:pt x="4816014" y="3116972"/>
                  </a:lnTo>
                  <a:lnTo>
                    <a:pt x="4810308" y="3116972"/>
                  </a:lnTo>
                  <a:lnTo>
                    <a:pt x="4804601" y="3116972"/>
                  </a:lnTo>
                  <a:lnTo>
                    <a:pt x="4798895" y="3116972"/>
                  </a:lnTo>
                  <a:lnTo>
                    <a:pt x="4793189" y="3116972"/>
                  </a:lnTo>
                  <a:lnTo>
                    <a:pt x="4787483" y="3116972"/>
                  </a:lnTo>
                  <a:lnTo>
                    <a:pt x="4781777" y="3116972"/>
                  </a:lnTo>
                  <a:lnTo>
                    <a:pt x="4776071" y="3116972"/>
                  </a:lnTo>
                  <a:lnTo>
                    <a:pt x="4770364" y="3116972"/>
                  </a:lnTo>
                  <a:lnTo>
                    <a:pt x="4764658" y="3116972"/>
                  </a:lnTo>
                  <a:lnTo>
                    <a:pt x="4758952" y="3116972"/>
                  </a:lnTo>
                  <a:lnTo>
                    <a:pt x="4753246" y="3116972"/>
                  </a:lnTo>
                  <a:lnTo>
                    <a:pt x="4747540" y="3116972"/>
                  </a:lnTo>
                  <a:lnTo>
                    <a:pt x="4741834" y="3116972"/>
                  </a:lnTo>
                  <a:lnTo>
                    <a:pt x="4736127" y="3116972"/>
                  </a:lnTo>
                  <a:lnTo>
                    <a:pt x="4730421" y="3116972"/>
                  </a:lnTo>
                  <a:lnTo>
                    <a:pt x="4724715" y="3116972"/>
                  </a:lnTo>
                  <a:lnTo>
                    <a:pt x="4719009" y="3116972"/>
                  </a:lnTo>
                  <a:lnTo>
                    <a:pt x="4713303" y="3116972"/>
                  </a:lnTo>
                  <a:lnTo>
                    <a:pt x="4707596" y="3116972"/>
                  </a:lnTo>
                  <a:lnTo>
                    <a:pt x="4701890" y="3116972"/>
                  </a:lnTo>
                  <a:lnTo>
                    <a:pt x="4696184" y="3116972"/>
                  </a:lnTo>
                  <a:lnTo>
                    <a:pt x="4690478" y="3116972"/>
                  </a:lnTo>
                  <a:lnTo>
                    <a:pt x="4684772" y="3116972"/>
                  </a:lnTo>
                  <a:lnTo>
                    <a:pt x="4679066" y="3116972"/>
                  </a:lnTo>
                  <a:lnTo>
                    <a:pt x="4673359" y="3116972"/>
                  </a:lnTo>
                  <a:lnTo>
                    <a:pt x="4667653" y="3116972"/>
                  </a:lnTo>
                  <a:lnTo>
                    <a:pt x="4661947" y="3116972"/>
                  </a:lnTo>
                  <a:lnTo>
                    <a:pt x="4656241" y="3116972"/>
                  </a:lnTo>
                  <a:lnTo>
                    <a:pt x="4650535" y="3116972"/>
                  </a:lnTo>
                  <a:lnTo>
                    <a:pt x="4644828" y="3116972"/>
                  </a:lnTo>
                  <a:lnTo>
                    <a:pt x="4639122" y="3116972"/>
                  </a:lnTo>
                  <a:lnTo>
                    <a:pt x="4633416" y="3116972"/>
                  </a:lnTo>
                  <a:lnTo>
                    <a:pt x="4627710" y="3116972"/>
                  </a:lnTo>
                  <a:lnTo>
                    <a:pt x="4622004" y="3116972"/>
                  </a:lnTo>
                  <a:lnTo>
                    <a:pt x="4616298" y="3116972"/>
                  </a:lnTo>
                  <a:lnTo>
                    <a:pt x="4610591" y="3116972"/>
                  </a:lnTo>
                  <a:lnTo>
                    <a:pt x="4604885" y="3116972"/>
                  </a:lnTo>
                  <a:lnTo>
                    <a:pt x="4599179" y="3116972"/>
                  </a:lnTo>
                  <a:lnTo>
                    <a:pt x="4593473" y="3116972"/>
                  </a:lnTo>
                  <a:lnTo>
                    <a:pt x="4587767" y="3116972"/>
                  </a:lnTo>
                  <a:lnTo>
                    <a:pt x="4582061" y="3116972"/>
                  </a:lnTo>
                  <a:lnTo>
                    <a:pt x="4576354" y="3116972"/>
                  </a:lnTo>
                  <a:lnTo>
                    <a:pt x="4570648" y="3116972"/>
                  </a:lnTo>
                  <a:lnTo>
                    <a:pt x="4564942" y="3116972"/>
                  </a:lnTo>
                  <a:lnTo>
                    <a:pt x="4559236" y="3116972"/>
                  </a:lnTo>
                  <a:lnTo>
                    <a:pt x="4553530" y="3116972"/>
                  </a:lnTo>
                  <a:lnTo>
                    <a:pt x="4547823" y="3116972"/>
                  </a:lnTo>
                  <a:lnTo>
                    <a:pt x="4542117" y="3116972"/>
                  </a:lnTo>
                  <a:lnTo>
                    <a:pt x="4536411" y="3116972"/>
                  </a:lnTo>
                  <a:lnTo>
                    <a:pt x="4530705" y="3116972"/>
                  </a:lnTo>
                  <a:lnTo>
                    <a:pt x="4524999" y="3116972"/>
                  </a:lnTo>
                  <a:lnTo>
                    <a:pt x="4519293" y="3116972"/>
                  </a:lnTo>
                  <a:lnTo>
                    <a:pt x="4513586" y="3116972"/>
                  </a:lnTo>
                  <a:lnTo>
                    <a:pt x="4507880" y="3116972"/>
                  </a:lnTo>
                  <a:lnTo>
                    <a:pt x="4502174" y="3116972"/>
                  </a:lnTo>
                  <a:lnTo>
                    <a:pt x="4496468" y="3116972"/>
                  </a:lnTo>
                  <a:lnTo>
                    <a:pt x="4490762" y="3116972"/>
                  </a:lnTo>
                  <a:lnTo>
                    <a:pt x="4485055" y="3116972"/>
                  </a:lnTo>
                  <a:lnTo>
                    <a:pt x="4479349" y="3116972"/>
                  </a:lnTo>
                  <a:lnTo>
                    <a:pt x="4473643" y="3116972"/>
                  </a:lnTo>
                  <a:lnTo>
                    <a:pt x="4467937" y="3116972"/>
                  </a:lnTo>
                  <a:lnTo>
                    <a:pt x="4462231" y="3116972"/>
                  </a:lnTo>
                  <a:lnTo>
                    <a:pt x="4456525" y="3116972"/>
                  </a:lnTo>
                  <a:lnTo>
                    <a:pt x="4450818" y="3116972"/>
                  </a:lnTo>
                  <a:lnTo>
                    <a:pt x="4445112" y="3116972"/>
                  </a:lnTo>
                  <a:lnTo>
                    <a:pt x="4439406" y="3116972"/>
                  </a:lnTo>
                  <a:lnTo>
                    <a:pt x="4433700" y="3116972"/>
                  </a:lnTo>
                  <a:lnTo>
                    <a:pt x="4427994" y="3116972"/>
                  </a:lnTo>
                  <a:lnTo>
                    <a:pt x="4422288" y="3116972"/>
                  </a:lnTo>
                  <a:lnTo>
                    <a:pt x="4416581" y="3116972"/>
                  </a:lnTo>
                  <a:lnTo>
                    <a:pt x="4410875" y="3116972"/>
                  </a:lnTo>
                  <a:lnTo>
                    <a:pt x="4405169" y="3116972"/>
                  </a:lnTo>
                  <a:lnTo>
                    <a:pt x="4399463" y="3116972"/>
                  </a:lnTo>
                  <a:lnTo>
                    <a:pt x="4393757" y="3116972"/>
                  </a:lnTo>
                  <a:lnTo>
                    <a:pt x="4388050" y="3116972"/>
                  </a:lnTo>
                  <a:lnTo>
                    <a:pt x="4382344" y="3116972"/>
                  </a:lnTo>
                  <a:lnTo>
                    <a:pt x="4376638" y="3116972"/>
                  </a:lnTo>
                  <a:lnTo>
                    <a:pt x="4370932" y="3116972"/>
                  </a:lnTo>
                  <a:lnTo>
                    <a:pt x="4365226" y="3116972"/>
                  </a:lnTo>
                  <a:lnTo>
                    <a:pt x="4359520" y="3116972"/>
                  </a:lnTo>
                  <a:lnTo>
                    <a:pt x="4353813" y="3116972"/>
                  </a:lnTo>
                  <a:lnTo>
                    <a:pt x="4348107" y="3116972"/>
                  </a:lnTo>
                  <a:lnTo>
                    <a:pt x="4342401" y="3116972"/>
                  </a:lnTo>
                  <a:lnTo>
                    <a:pt x="4336695" y="3116972"/>
                  </a:lnTo>
                  <a:lnTo>
                    <a:pt x="4330989" y="3116972"/>
                  </a:lnTo>
                  <a:lnTo>
                    <a:pt x="4325282" y="3116972"/>
                  </a:lnTo>
                  <a:lnTo>
                    <a:pt x="4319576" y="3116972"/>
                  </a:lnTo>
                  <a:lnTo>
                    <a:pt x="4313870" y="3116972"/>
                  </a:lnTo>
                  <a:lnTo>
                    <a:pt x="4308164" y="3116972"/>
                  </a:lnTo>
                  <a:lnTo>
                    <a:pt x="4302458" y="3116972"/>
                  </a:lnTo>
                  <a:lnTo>
                    <a:pt x="4296752" y="3116972"/>
                  </a:lnTo>
                  <a:lnTo>
                    <a:pt x="4291045" y="3116972"/>
                  </a:lnTo>
                  <a:lnTo>
                    <a:pt x="4285339" y="3116972"/>
                  </a:lnTo>
                  <a:lnTo>
                    <a:pt x="4279633" y="3116972"/>
                  </a:lnTo>
                  <a:lnTo>
                    <a:pt x="4273927" y="3116972"/>
                  </a:lnTo>
                  <a:lnTo>
                    <a:pt x="4268221" y="3116972"/>
                  </a:lnTo>
                  <a:lnTo>
                    <a:pt x="4262515" y="3116972"/>
                  </a:lnTo>
                  <a:lnTo>
                    <a:pt x="4256808" y="3116972"/>
                  </a:lnTo>
                  <a:lnTo>
                    <a:pt x="4251102" y="3116972"/>
                  </a:lnTo>
                  <a:lnTo>
                    <a:pt x="4245396" y="3116972"/>
                  </a:lnTo>
                  <a:lnTo>
                    <a:pt x="4239690" y="3116972"/>
                  </a:lnTo>
                  <a:lnTo>
                    <a:pt x="4233984" y="3116972"/>
                  </a:lnTo>
                  <a:lnTo>
                    <a:pt x="4228277" y="3116972"/>
                  </a:lnTo>
                  <a:lnTo>
                    <a:pt x="4222571" y="3116972"/>
                  </a:lnTo>
                  <a:lnTo>
                    <a:pt x="4216865" y="3116972"/>
                  </a:lnTo>
                  <a:lnTo>
                    <a:pt x="4211159" y="3116972"/>
                  </a:lnTo>
                  <a:lnTo>
                    <a:pt x="4205453" y="3116972"/>
                  </a:lnTo>
                  <a:lnTo>
                    <a:pt x="4199747" y="3116972"/>
                  </a:lnTo>
                  <a:lnTo>
                    <a:pt x="4194040" y="3116972"/>
                  </a:lnTo>
                  <a:lnTo>
                    <a:pt x="4188334" y="3116972"/>
                  </a:lnTo>
                  <a:lnTo>
                    <a:pt x="4182628" y="3116972"/>
                  </a:lnTo>
                  <a:lnTo>
                    <a:pt x="4176922" y="3116972"/>
                  </a:lnTo>
                  <a:lnTo>
                    <a:pt x="4171216" y="3116972"/>
                  </a:lnTo>
                  <a:lnTo>
                    <a:pt x="4165510" y="3116972"/>
                  </a:lnTo>
                  <a:lnTo>
                    <a:pt x="4159803" y="3116972"/>
                  </a:lnTo>
                  <a:lnTo>
                    <a:pt x="4154097" y="3116972"/>
                  </a:lnTo>
                  <a:lnTo>
                    <a:pt x="4148391" y="3116972"/>
                  </a:lnTo>
                  <a:lnTo>
                    <a:pt x="4142685" y="3116972"/>
                  </a:lnTo>
                  <a:lnTo>
                    <a:pt x="4136979" y="3116972"/>
                  </a:lnTo>
                  <a:lnTo>
                    <a:pt x="4131272" y="3116972"/>
                  </a:lnTo>
                  <a:lnTo>
                    <a:pt x="4125566" y="3116972"/>
                  </a:lnTo>
                  <a:lnTo>
                    <a:pt x="4119860" y="3116972"/>
                  </a:lnTo>
                  <a:lnTo>
                    <a:pt x="4114154" y="3116972"/>
                  </a:lnTo>
                  <a:lnTo>
                    <a:pt x="4108448" y="3116972"/>
                  </a:lnTo>
                  <a:lnTo>
                    <a:pt x="4102742" y="3116972"/>
                  </a:lnTo>
                  <a:lnTo>
                    <a:pt x="4097035" y="3116972"/>
                  </a:lnTo>
                  <a:lnTo>
                    <a:pt x="4091329" y="3116972"/>
                  </a:lnTo>
                  <a:lnTo>
                    <a:pt x="4085623" y="3116972"/>
                  </a:lnTo>
                  <a:lnTo>
                    <a:pt x="4079917" y="3116972"/>
                  </a:lnTo>
                  <a:lnTo>
                    <a:pt x="4074211" y="3116972"/>
                  </a:lnTo>
                  <a:lnTo>
                    <a:pt x="4068504" y="3116972"/>
                  </a:lnTo>
                  <a:lnTo>
                    <a:pt x="4062798" y="3116972"/>
                  </a:lnTo>
                  <a:lnTo>
                    <a:pt x="4057092" y="3116972"/>
                  </a:lnTo>
                  <a:lnTo>
                    <a:pt x="4051386" y="3116972"/>
                  </a:lnTo>
                  <a:lnTo>
                    <a:pt x="4045680" y="3116972"/>
                  </a:lnTo>
                  <a:lnTo>
                    <a:pt x="4039974" y="3116972"/>
                  </a:lnTo>
                  <a:lnTo>
                    <a:pt x="4034267" y="3116972"/>
                  </a:lnTo>
                  <a:lnTo>
                    <a:pt x="4028561" y="3116972"/>
                  </a:lnTo>
                  <a:lnTo>
                    <a:pt x="4022855" y="3116972"/>
                  </a:lnTo>
                  <a:lnTo>
                    <a:pt x="4017149" y="3116972"/>
                  </a:lnTo>
                  <a:lnTo>
                    <a:pt x="4011443" y="3116972"/>
                  </a:lnTo>
                  <a:lnTo>
                    <a:pt x="4005737" y="3116972"/>
                  </a:lnTo>
                  <a:lnTo>
                    <a:pt x="4000030" y="3116972"/>
                  </a:lnTo>
                  <a:lnTo>
                    <a:pt x="3994324" y="3116972"/>
                  </a:lnTo>
                  <a:lnTo>
                    <a:pt x="3988618" y="3116972"/>
                  </a:lnTo>
                  <a:lnTo>
                    <a:pt x="3982912" y="3116972"/>
                  </a:lnTo>
                  <a:lnTo>
                    <a:pt x="3977206" y="3116972"/>
                  </a:lnTo>
                  <a:lnTo>
                    <a:pt x="3971499" y="3116972"/>
                  </a:lnTo>
                  <a:lnTo>
                    <a:pt x="3965793" y="3116972"/>
                  </a:lnTo>
                  <a:lnTo>
                    <a:pt x="3960087" y="3116972"/>
                  </a:lnTo>
                  <a:lnTo>
                    <a:pt x="3954381" y="3116972"/>
                  </a:lnTo>
                  <a:lnTo>
                    <a:pt x="3948675" y="3116972"/>
                  </a:lnTo>
                  <a:lnTo>
                    <a:pt x="3942969" y="3116972"/>
                  </a:lnTo>
                  <a:lnTo>
                    <a:pt x="3937262" y="3116972"/>
                  </a:lnTo>
                  <a:lnTo>
                    <a:pt x="3931556" y="3116972"/>
                  </a:lnTo>
                  <a:lnTo>
                    <a:pt x="3925850" y="3116972"/>
                  </a:lnTo>
                  <a:lnTo>
                    <a:pt x="3920144" y="3116972"/>
                  </a:lnTo>
                  <a:lnTo>
                    <a:pt x="3914438" y="3116972"/>
                  </a:lnTo>
                  <a:lnTo>
                    <a:pt x="3908731" y="3116972"/>
                  </a:lnTo>
                  <a:lnTo>
                    <a:pt x="3903025" y="3116972"/>
                  </a:lnTo>
                  <a:lnTo>
                    <a:pt x="3897319" y="3116972"/>
                  </a:lnTo>
                  <a:lnTo>
                    <a:pt x="3891613" y="3116972"/>
                  </a:lnTo>
                  <a:lnTo>
                    <a:pt x="3885907" y="3116972"/>
                  </a:lnTo>
                  <a:lnTo>
                    <a:pt x="3880201" y="3116972"/>
                  </a:lnTo>
                  <a:lnTo>
                    <a:pt x="3874494" y="3116972"/>
                  </a:lnTo>
                  <a:lnTo>
                    <a:pt x="3868788" y="3116972"/>
                  </a:lnTo>
                  <a:lnTo>
                    <a:pt x="3863082" y="3116972"/>
                  </a:lnTo>
                  <a:lnTo>
                    <a:pt x="3857376" y="3116972"/>
                  </a:lnTo>
                  <a:lnTo>
                    <a:pt x="3851670" y="3116972"/>
                  </a:lnTo>
                  <a:lnTo>
                    <a:pt x="3845964" y="3116972"/>
                  </a:lnTo>
                  <a:lnTo>
                    <a:pt x="3840257" y="3116972"/>
                  </a:lnTo>
                  <a:lnTo>
                    <a:pt x="3834551" y="3116972"/>
                  </a:lnTo>
                  <a:lnTo>
                    <a:pt x="3828845" y="3116972"/>
                  </a:lnTo>
                  <a:lnTo>
                    <a:pt x="3823139" y="3116972"/>
                  </a:lnTo>
                  <a:lnTo>
                    <a:pt x="3817433" y="3116972"/>
                  </a:lnTo>
                  <a:lnTo>
                    <a:pt x="3811726" y="3116972"/>
                  </a:lnTo>
                  <a:lnTo>
                    <a:pt x="3806020" y="3116972"/>
                  </a:lnTo>
                  <a:lnTo>
                    <a:pt x="3800314" y="3116972"/>
                  </a:lnTo>
                  <a:lnTo>
                    <a:pt x="3794608" y="3116972"/>
                  </a:lnTo>
                  <a:lnTo>
                    <a:pt x="3788902" y="3116972"/>
                  </a:lnTo>
                  <a:lnTo>
                    <a:pt x="3783196" y="3116972"/>
                  </a:lnTo>
                  <a:lnTo>
                    <a:pt x="3777489" y="3116972"/>
                  </a:lnTo>
                  <a:lnTo>
                    <a:pt x="3771783" y="3116972"/>
                  </a:lnTo>
                  <a:lnTo>
                    <a:pt x="3766077" y="3116972"/>
                  </a:lnTo>
                  <a:lnTo>
                    <a:pt x="3760371" y="3116972"/>
                  </a:lnTo>
                  <a:lnTo>
                    <a:pt x="3754665" y="3116972"/>
                  </a:lnTo>
                  <a:lnTo>
                    <a:pt x="3748959" y="3116972"/>
                  </a:lnTo>
                  <a:lnTo>
                    <a:pt x="3743252" y="3116972"/>
                  </a:lnTo>
                  <a:lnTo>
                    <a:pt x="3737546" y="3116972"/>
                  </a:lnTo>
                  <a:lnTo>
                    <a:pt x="3731840" y="3116972"/>
                  </a:lnTo>
                  <a:lnTo>
                    <a:pt x="3726134" y="3116972"/>
                  </a:lnTo>
                  <a:lnTo>
                    <a:pt x="3720428" y="3116972"/>
                  </a:lnTo>
                  <a:lnTo>
                    <a:pt x="3714721" y="3116972"/>
                  </a:lnTo>
                  <a:lnTo>
                    <a:pt x="3709015" y="3116972"/>
                  </a:lnTo>
                  <a:lnTo>
                    <a:pt x="3703309" y="3116972"/>
                  </a:lnTo>
                  <a:lnTo>
                    <a:pt x="3697603" y="3116972"/>
                  </a:lnTo>
                  <a:lnTo>
                    <a:pt x="3691897" y="3116972"/>
                  </a:lnTo>
                  <a:lnTo>
                    <a:pt x="3686191" y="3116972"/>
                  </a:lnTo>
                  <a:lnTo>
                    <a:pt x="3680484" y="3116972"/>
                  </a:lnTo>
                  <a:lnTo>
                    <a:pt x="3674778" y="3116972"/>
                  </a:lnTo>
                  <a:lnTo>
                    <a:pt x="3669072" y="3116972"/>
                  </a:lnTo>
                  <a:lnTo>
                    <a:pt x="3663366" y="3116972"/>
                  </a:lnTo>
                  <a:lnTo>
                    <a:pt x="3657660" y="3116972"/>
                  </a:lnTo>
                  <a:lnTo>
                    <a:pt x="3651953" y="3116972"/>
                  </a:lnTo>
                  <a:lnTo>
                    <a:pt x="3646247" y="3116972"/>
                  </a:lnTo>
                  <a:lnTo>
                    <a:pt x="3640541" y="3116972"/>
                  </a:lnTo>
                  <a:lnTo>
                    <a:pt x="3634835" y="3116972"/>
                  </a:lnTo>
                  <a:lnTo>
                    <a:pt x="3629129" y="3116972"/>
                  </a:lnTo>
                  <a:lnTo>
                    <a:pt x="3623423" y="3116972"/>
                  </a:lnTo>
                  <a:lnTo>
                    <a:pt x="3617716" y="3116972"/>
                  </a:lnTo>
                  <a:lnTo>
                    <a:pt x="3612010" y="3116972"/>
                  </a:lnTo>
                  <a:lnTo>
                    <a:pt x="3606304" y="3116972"/>
                  </a:lnTo>
                  <a:lnTo>
                    <a:pt x="3600598" y="3116972"/>
                  </a:lnTo>
                  <a:lnTo>
                    <a:pt x="3594892" y="3116972"/>
                  </a:lnTo>
                  <a:lnTo>
                    <a:pt x="3589186" y="3116972"/>
                  </a:lnTo>
                  <a:lnTo>
                    <a:pt x="3583479" y="3116972"/>
                  </a:lnTo>
                  <a:lnTo>
                    <a:pt x="3577773" y="3116972"/>
                  </a:lnTo>
                  <a:lnTo>
                    <a:pt x="3572067" y="3116972"/>
                  </a:lnTo>
                  <a:lnTo>
                    <a:pt x="3566361" y="3116972"/>
                  </a:lnTo>
                  <a:lnTo>
                    <a:pt x="3560655" y="3116972"/>
                  </a:lnTo>
                  <a:lnTo>
                    <a:pt x="3554948" y="3116972"/>
                  </a:lnTo>
                  <a:lnTo>
                    <a:pt x="3549242" y="3116972"/>
                  </a:lnTo>
                  <a:lnTo>
                    <a:pt x="3543536" y="3116972"/>
                  </a:lnTo>
                  <a:lnTo>
                    <a:pt x="3537830" y="3116972"/>
                  </a:lnTo>
                  <a:lnTo>
                    <a:pt x="3532124" y="3116972"/>
                  </a:lnTo>
                  <a:lnTo>
                    <a:pt x="3526418" y="3116972"/>
                  </a:lnTo>
                  <a:lnTo>
                    <a:pt x="3520711" y="3116972"/>
                  </a:lnTo>
                  <a:lnTo>
                    <a:pt x="3515005" y="3116972"/>
                  </a:lnTo>
                  <a:lnTo>
                    <a:pt x="3509299" y="3116972"/>
                  </a:lnTo>
                  <a:lnTo>
                    <a:pt x="3503593" y="3116972"/>
                  </a:lnTo>
                  <a:lnTo>
                    <a:pt x="3497887" y="3116972"/>
                  </a:lnTo>
                  <a:lnTo>
                    <a:pt x="3492180" y="3116972"/>
                  </a:lnTo>
                  <a:lnTo>
                    <a:pt x="3486474" y="3116972"/>
                  </a:lnTo>
                  <a:lnTo>
                    <a:pt x="3480768" y="3116972"/>
                  </a:lnTo>
                  <a:lnTo>
                    <a:pt x="3475062" y="3116972"/>
                  </a:lnTo>
                  <a:lnTo>
                    <a:pt x="3469356" y="3116972"/>
                  </a:lnTo>
                  <a:lnTo>
                    <a:pt x="3463650" y="3116972"/>
                  </a:lnTo>
                  <a:lnTo>
                    <a:pt x="3457943" y="3116972"/>
                  </a:lnTo>
                  <a:lnTo>
                    <a:pt x="3452237" y="3116972"/>
                  </a:lnTo>
                  <a:lnTo>
                    <a:pt x="3446531" y="3116972"/>
                  </a:lnTo>
                  <a:lnTo>
                    <a:pt x="3440825" y="3116972"/>
                  </a:lnTo>
                  <a:lnTo>
                    <a:pt x="3435119" y="3116972"/>
                  </a:lnTo>
                  <a:lnTo>
                    <a:pt x="3429413" y="3116972"/>
                  </a:lnTo>
                  <a:lnTo>
                    <a:pt x="3423706" y="3116972"/>
                  </a:lnTo>
                  <a:lnTo>
                    <a:pt x="3418000" y="3116972"/>
                  </a:lnTo>
                  <a:lnTo>
                    <a:pt x="3412294" y="3116972"/>
                  </a:lnTo>
                  <a:lnTo>
                    <a:pt x="3406588" y="3116972"/>
                  </a:lnTo>
                  <a:lnTo>
                    <a:pt x="3400882" y="3116972"/>
                  </a:lnTo>
                  <a:lnTo>
                    <a:pt x="3395175" y="3116972"/>
                  </a:lnTo>
                  <a:lnTo>
                    <a:pt x="3389469" y="3116972"/>
                  </a:lnTo>
                  <a:lnTo>
                    <a:pt x="3383763" y="3116972"/>
                  </a:lnTo>
                  <a:lnTo>
                    <a:pt x="3378057" y="3116972"/>
                  </a:lnTo>
                  <a:lnTo>
                    <a:pt x="3372351" y="3116972"/>
                  </a:lnTo>
                  <a:lnTo>
                    <a:pt x="3366645" y="3116972"/>
                  </a:lnTo>
                  <a:lnTo>
                    <a:pt x="3360938" y="3116972"/>
                  </a:lnTo>
                  <a:lnTo>
                    <a:pt x="3355232" y="3116972"/>
                  </a:lnTo>
                  <a:lnTo>
                    <a:pt x="3349526" y="3116972"/>
                  </a:lnTo>
                  <a:lnTo>
                    <a:pt x="3343820" y="3116972"/>
                  </a:lnTo>
                  <a:lnTo>
                    <a:pt x="3338114" y="3116972"/>
                  </a:lnTo>
                  <a:lnTo>
                    <a:pt x="3332408" y="3116972"/>
                  </a:lnTo>
                  <a:lnTo>
                    <a:pt x="3326701" y="3116972"/>
                  </a:lnTo>
                  <a:lnTo>
                    <a:pt x="3320995" y="3116972"/>
                  </a:lnTo>
                  <a:lnTo>
                    <a:pt x="3315289" y="3116972"/>
                  </a:lnTo>
                  <a:lnTo>
                    <a:pt x="3309583" y="3116972"/>
                  </a:lnTo>
                  <a:lnTo>
                    <a:pt x="3303877" y="3116972"/>
                  </a:lnTo>
                  <a:lnTo>
                    <a:pt x="3298170" y="3116972"/>
                  </a:lnTo>
                  <a:lnTo>
                    <a:pt x="3292464" y="3116972"/>
                  </a:lnTo>
                  <a:lnTo>
                    <a:pt x="3286758" y="3116972"/>
                  </a:lnTo>
                  <a:lnTo>
                    <a:pt x="3281052" y="3116972"/>
                  </a:lnTo>
                  <a:lnTo>
                    <a:pt x="3275346" y="3116972"/>
                  </a:lnTo>
                  <a:lnTo>
                    <a:pt x="3269640" y="3116972"/>
                  </a:lnTo>
                  <a:lnTo>
                    <a:pt x="3263933" y="3116972"/>
                  </a:lnTo>
                  <a:lnTo>
                    <a:pt x="3258227" y="3116972"/>
                  </a:lnTo>
                  <a:lnTo>
                    <a:pt x="3252521" y="3116972"/>
                  </a:lnTo>
                  <a:lnTo>
                    <a:pt x="3246815" y="3116972"/>
                  </a:lnTo>
                  <a:lnTo>
                    <a:pt x="3241109" y="3116972"/>
                  </a:lnTo>
                  <a:lnTo>
                    <a:pt x="3235402" y="3116972"/>
                  </a:lnTo>
                  <a:lnTo>
                    <a:pt x="3229696" y="3116972"/>
                  </a:lnTo>
                  <a:lnTo>
                    <a:pt x="3223990" y="3116972"/>
                  </a:lnTo>
                  <a:lnTo>
                    <a:pt x="3218284" y="3116972"/>
                  </a:lnTo>
                  <a:lnTo>
                    <a:pt x="3212578" y="3116972"/>
                  </a:lnTo>
                  <a:lnTo>
                    <a:pt x="3206872" y="3116972"/>
                  </a:lnTo>
                  <a:lnTo>
                    <a:pt x="3201165" y="3116972"/>
                  </a:lnTo>
                  <a:lnTo>
                    <a:pt x="3195459" y="3116972"/>
                  </a:lnTo>
                  <a:lnTo>
                    <a:pt x="3189753" y="3116972"/>
                  </a:lnTo>
                  <a:lnTo>
                    <a:pt x="3184047" y="3116972"/>
                  </a:lnTo>
                  <a:lnTo>
                    <a:pt x="3178341" y="3116972"/>
                  </a:lnTo>
                  <a:lnTo>
                    <a:pt x="3172635" y="3116972"/>
                  </a:lnTo>
                  <a:lnTo>
                    <a:pt x="3166928" y="3116972"/>
                  </a:lnTo>
                  <a:lnTo>
                    <a:pt x="3161222" y="3116972"/>
                  </a:lnTo>
                  <a:lnTo>
                    <a:pt x="3155516" y="3116972"/>
                  </a:lnTo>
                  <a:lnTo>
                    <a:pt x="3149810" y="3116972"/>
                  </a:lnTo>
                  <a:lnTo>
                    <a:pt x="3144104" y="3116972"/>
                  </a:lnTo>
                  <a:lnTo>
                    <a:pt x="3138397" y="3116972"/>
                  </a:lnTo>
                  <a:lnTo>
                    <a:pt x="3132691" y="3116972"/>
                  </a:lnTo>
                  <a:lnTo>
                    <a:pt x="3126985" y="3116972"/>
                  </a:lnTo>
                  <a:lnTo>
                    <a:pt x="3121279" y="3116972"/>
                  </a:lnTo>
                  <a:lnTo>
                    <a:pt x="3115573" y="3116972"/>
                  </a:lnTo>
                  <a:lnTo>
                    <a:pt x="3109867" y="3116972"/>
                  </a:lnTo>
                  <a:lnTo>
                    <a:pt x="3104160" y="3116972"/>
                  </a:lnTo>
                  <a:lnTo>
                    <a:pt x="3098454" y="3116972"/>
                  </a:lnTo>
                  <a:lnTo>
                    <a:pt x="3092748" y="3116972"/>
                  </a:lnTo>
                  <a:lnTo>
                    <a:pt x="3087042" y="3116972"/>
                  </a:lnTo>
                  <a:lnTo>
                    <a:pt x="3081336" y="3116972"/>
                  </a:lnTo>
                  <a:lnTo>
                    <a:pt x="3075629" y="3116972"/>
                  </a:lnTo>
                  <a:lnTo>
                    <a:pt x="3069923" y="3116972"/>
                  </a:lnTo>
                  <a:lnTo>
                    <a:pt x="3064217" y="3116972"/>
                  </a:lnTo>
                  <a:lnTo>
                    <a:pt x="3058511" y="3116972"/>
                  </a:lnTo>
                  <a:lnTo>
                    <a:pt x="3052805" y="3116972"/>
                  </a:lnTo>
                  <a:lnTo>
                    <a:pt x="3047099" y="3116972"/>
                  </a:lnTo>
                  <a:lnTo>
                    <a:pt x="3041392" y="3116972"/>
                  </a:lnTo>
                  <a:lnTo>
                    <a:pt x="3035686" y="3116972"/>
                  </a:lnTo>
                  <a:lnTo>
                    <a:pt x="3029980" y="3116972"/>
                  </a:lnTo>
                  <a:lnTo>
                    <a:pt x="3024274" y="3116972"/>
                  </a:lnTo>
                  <a:lnTo>
                    <a:pt x="3018568" y="3116972"/>
                  </a:lnTo>
                  <a:lnTo>
                    <a:pt x="3012862" y="3116972"/>
                  </a:lnTo>
                  <a:lnTo>
                    <a:pt x="3007155" y="3116972"/>
                  </a:lnTo>
                  <a:lnTo>
                    <a:pt x="3001449" y="3116972"/>
                  </a:lnTo>
                  <a:lnTo>
                    <a:pt x="2995743" y="3116972"/>
                  </a:lnTo>
                  <a:lnTo>
                    <a:pt x="2990037" y="3116972"/>
                  </a:lnTo>
                  <a:lnTo>
                    <a:pt x="2984331" y="3116972"/>
                  </a:lnTo>
                  <a:lnTo>
                    <a:pt x="2978624" y="3116972"/>
                  </a:lnTo>
                  <a:lnTo>
                    <a:pt x="2972918" y="3116972"/>
                  </a:lnTo>
                  <a:lnTo>
                    <a:pt x="2967212" y="3116972"/>
                  </a:lnTo>
                  <a:lnTo>
                    <a:pt x="2961506" y="3116972"/>
                  </a:lnTo>
                  <a:lnTo>
                    <a:pt x="2955800" y="3116972"/>
                  </a:lnTo>
                  <a:lnTo>
                    <a:pt x="2950094" y="3116972"/>
                  </a:lnTo>
                  <a:lnTo>
                    <a:pt x="2944387" y="3116972"/>
                  </a:lnTo>
                  <a:lnTo>
                    <a:pt x="2938681" y="3116972"/>
                  </a:lnTo>
                  <a:lnTo>
                    <a:pt x="2932975" y="3116972"/>
                  </a:lnTo>
                  <a:lnTo>
                    <a:pt x="2927269" y="3116972"/>
                  </a:lnTo>
                  <a:lnTo>
                    <a:pt x="2921563" y="3116972"/>
                  </a:lnTo>
                  <a:lnTo>
                    <a:pt x="2915857" y="3116972"/>
                  </a:lnTo>
                  <a:lnTo>
                    <a:pt x="2910150" y="3116972"/>
                  </a:lnTo>
                  <a:lnTo>
                    <a:pt x="2904444" y="3116972"/>
                  </a:lnTo>
                  <a:lnTo>
                    <a:pt x="2898738" y="3116972"/>
                  </a:lnTo>
                  <a:lnTo>
                    <a:pt x="2893032" y="3116972"/>
                  </a:lnTo>
                  <a:lnTo>
                    <a:pt x="2887326" y="3116972"/>
                  </a:lnTo>
                  <a:lnTo>
                    <a:pt x="2881619" y="3116972"/>
                  </a:lnTo>
                  <a:lnTo>
                    <a:pt x="2875913" y="3116972"/>
                  </a:lnTo>
                  <a:lnTo>
                    <a:pt x="2870207" y="3116972"/>
                  </a:lnTo>
                  <a:lnTo>
                    <a:pt x="2864501" y="3116972"/>
                  </a:lnTo>
                  <a:lnTo>
                    <a:pt x="2858795" y="3116972"/>
                  </a:lnTo>
                  <a:lnTo>
                    <a:pt x="2853089" y="3116972"/>
                  </a:lnTo>
                  <a:lnTo>
                    <a:pt x="2847382" y="3116972"/>
                  </a:lnTo>
                  <a:lnTo>
                    <a:pt x="2841676" y="3116972"/>
                  </a:lnTo>
                  <a:lnTo>
                    <a:pt x="2835970" y="3116972"/>
                  </a:lnTo>
                  <a:lnTo>
                    <a:pt x="2830264" y="3116972"/>
                  </a:lnTo>
                  <a:lnTo>
                    <a:pt x="2824558" y="3116972"/>
                  </a:lnTo>
                  <a:lnTo>
                    <a:pt x="2818851" y="3116972"/>
                  </a:lnTo>
                  <a:lnTo>
                    <a:pt x="2813145" y="3116972"/>
                  </a:lnTo>
                  <a:lnTo>
                    <a:pt x="2807439" y="3116972"/>
                  </a:lnTo>
                  <a:lnTo>
                    <a:pt x="2801733" y="3116972"/>
                  </a:lnTo>
                  <a:lnTo>
                    <a:pt x="2796027" y="3116972"/>
                  </a:lnTo>
                  <a:lnTo>
                    <a:pt x="2790321" y="3116972"/>
                  </a:lnTo>
                  <a:lnTo>
                    <a:pt x="2784614" y="3116972"/>
                  </a:lnTo>
                  <a:lnTo>
                    <a:pt x="2778908" y="3116972"/>
                  </a:lnTo>
                  <a:lnTo>
                    <a:pt x="2773202" y="3116972"/>
                  </a:lnTo>
                  <a:lnTo>
                    <a:pt x="2767496" y="3116972"/>
                  </a:lnTo>
                  <a:lnTo>
                    <a:pt x="2761790" y="3116972"/>
                  </a:lnTo>
                  <a:lnTo>
                    <a:pt x="2756084" y="3116972"/>
                  </a:lnTo>
                  <a:lnTo>
                    <a:pt x="2750377" y="3116972"/>
                  </a:lnTo>
                  <a:lnTo>
                    <a:pt x="2744671" y="3116972"/>
                  </a:lnTo>
                  <a:lnTo>
                    <a:pt x="2738965" y="3116972"/>
                  </a:lnTo>
                  <a:lnTo>
                    <a:pt x="2733259" y="3116972"/>
                  </a:lnTo>
                  <a:lnTo>
                    <a:pt x="2727553" y="3116972"/>
                  </a:lnTo>
                  <a:lnTo>
                    <a:pt x="2721846" y="3116972"/>
                  </a:lnTo>
                  <a:lnTo>
                    <a:pt x="2716140" y="3116972"/>
                  </a:lnTo>
                  <a:lnTo>
                    <a:pt x="2710434" y="3116972"/>
                  </a:lnTo>
                  <a:lnTo>
                    <a:pt x="2704728" y="3116972"/>
                  </a:lnTo>
                  <a:lnTo>
                    <a:pt x="2699022" y="3116972"/>
                  </a:lnTo>
                  <a:lnTo>
                    <a:pt x="2693316" y="3116972"/>
                  </a:lnTo>
                  <a:lnTo>
                    <a:pt x="2687609" y="3116972"/>
                  </a:lnTo>
                  <a:lnTo>
                    <a:pt x="2681903" y="3116972"/>
                  </a:lnTo>
                  <a:lnTo>
                    <a:pt x="2676197" y="3116972"/>
                  </a:lnTo>
                  <a:lnTo>
                    <a:pt x="2670491" y="3116972"/>
                  </a:lnTo>
                  <a:lnTo>
                    <a:pt x="2664785" y="3116972"/>
                  </a:lnTo>
                  <a:lnTo>
                    <a:pt x="2659078" y="3116972"/>
                  </a:lnTo>
                  <a:lnTo>
                    <a:pt x="2653372" y="3116972"/>
                  </a:lnTo>
                  <a:lnTo>
                    <a:pt x="2647666" y="3116972"/>
                  </a:lnTo>
                  <a:lnTo>
                    <a:pt x="2641960" y="3116972"/>
                  </a:lnTo>
                  <a:lnTo>
                    <a:pt x="2636254" y="3116972"/>
                  </a:lnTo>
                  <a:lnTo>
                    <a:pt x="2630548" y="3116972"/>
                  </a:lnTo>
                  <a:lnTo>
                    <a:pt x="2624841" y="3116972"/>
                  </a:lnTo>
                  <a:lnTo>
                    <a:pt x="2619135" y="3116972"/>
                  </a:lnTo>
                  <a:lnTo>
                    <a:pt x="2613429" y="3116972"/>
                  </a:lnTo>
                  <a:lnTo>
                    <a:pt x="2607723" y="3116972"/>
                  </a:lnTo>
                  <a:lnTo>
                    <a:pt x="2602017" y="3116972"/>
                  </a:lnTo>
                  <a:lnTo>
                    <a:pt x="2596311" y="3116972"/>
                  </a:lnTo>
                  <a:lnTo>
                    <a:pt x="2590604" y="3116972"/>
                  </a:lnTo>
                  <a:lnTo>
                    <a:pt x="2584898" y="3116972"/>
                  </a:lnTo>
                  <a:lnTo>
                    <a:pt x="2579192" y="3116972"/>
                  </a:lnTo>
                  <a:lnTo>
                    <a:pt x="2573486" y="3116972"/>
                  </a:lnTo>
                  <a:lnTo>
                    <a:pt x="2567780" y="3116972"/>
                  </a:lnTo>
                  <a:lnTo>
                    <a:pt x="2562073" y="3116972"/>
                  </a:lnTo>
                  <a:lnTo>
                    <a:pt x="2556367" y="3116972"/>
                  </a:lnTo>
                  <a:lnTo>
                    <a:pt x="2550661" y="3116972"/>
                  </a:lnTo>
                  <a:lnTo>
                    <a:pt x="2544955" y="3116972"/>
                  </a:lnTo>
                  <a:lnTo>
                    <a:pt x="2539249" y="3116972"/>
                  </a:lnTo>
                  <a:lnTo>
                    <a:pt x="2533543" y="3116972"/>
                  </a:lnTo>
                  <a:lnTo>
                    <a:pt x="2527836" y="3116972"/>
                  </a:lnTo>
                  <a:lnTo>
                    <a:pt x="2522130" y="3116972"/>
                  </a:lnTo>
                  <a:lnTo>
                    <a:pt x="2516424" y="3116972"/>
                  </a:lnTo>
                  <a:lnTo>
                    <a:pt x="2510718" y="3116972"/>
                  </a:lnTo>
                  <a:lnTo>
                    <a:pt x="2505012" y="3116972"/>
                  </a:lnTo>
                  <a:lnTo>
                    <a:pt x="2499306" y="3116972"/>
                  </a:lnTo>
                  <a:lnTo>
                    <a:pt x="2493599" y="3116972"/>
                  </a:lnTo>
                  <a:lnTo>
                    <a:pt x="2487893" y="3116972"/>
                  </a:lnTo>
                  <a:lnTo>
                    <a:pt x="2482187" y="3116972"/>
                  </a:lnTo>
                  <a:lnTo>
                    <a:pt x="2476481" y="3116972"/>
                  </a:lnTo>
                  <a:lnTo>
                    <a:pt x="2470775" y="3116972"/>
                  </a:lnTo>
                  <a:lnTo>
                    <a:pt x="2465068" y="3116972"/>
                  </a:lnTo>
                  <a:lnTo>
                    <a:pt x="2459362" y="3116972"/>
                  </a:lnTo>
                  <a:lnTo>
                    <a:pt x="2453656" y="3116972"/>
                  </a:lnTo>
                  <a:lnTo>
                    <a:pt x="2447950" y="3116972"/>
                  </a:lnTo>
                  <a:lnTo>
                    <a:pt x="2442244" y="3116972"/>
                  </a:lnTo>
                  <a:lnTo>
                    <a:pt x="2436538" y="3116972"/>
                  </a:lnTo>
                  <a:lnTo>
                    <a:pt x="2430831" y="3116972"/>
                  </a:lnTo>
                  <a:lnTo>
                    <a:pt x="2425125" y="3116972"/>
                  </a:lnTo>
                  <a:lnTo>
                    <a:pt x="2419419" y="3116972"/>
                  </a:lnTo>
                  <a:lnTo>
                    <a:pt x="2413713" y="3116972"/>
                  </a:lnTo>
                  <a:lnTo>
                    <a:pt x="2408007" y="3116972"/>
                  </a:lnTo>
                  <a:lnTo>
                    <a:pt x="2402300" y="3116972"/>
                  </a:lnTo>
                  <a:lnTo>
                    <a:pt x="2396594" y="3116972"/>
                  </a:lnTo>
                  <a:lnTo>
                    <a:pt x="2390888" y="3116972"/>
                  </a:lnTo>
                  <a:lnTo>
                    <a:pt x="2385182" y="3116972"/>
                  </a:lnTo>
                  <a:lnTo>
                    <a:pt x="2379476" y="3116972"/>
                  </a:lnTo>
                  <a:lnTo>
                    <a:pt x="2373770" y="3116972"/>
                  </a:lnTo>
                  <a:lnTo>
                    <a:pt x="2368063" y="3116972"/>
                  </a:lnTo>
                  <a:lnTo>
                    <a:pt x="2362357" y="3116972"/>
                  </a:lnTo>
                  <a:lnTo>
                    <a:pt x="2356651" y="3116972"/>
                  </a:lnTo>
                  <a:lnTo>
                    <a:pt x="2350945" y="3116972"/>
                  </a:lnTo>
                  <a:lnTo>
                    <a:pt x="2345239" y="3116972"/>
                  </a:lnTo>
                  <a:lnTo>
                    <a:pt x="2339533" y="3116972"/>
                  </a:lnTo>
                  <a:lnTo>
                    <a:pt x="2333826" y="3116972"/>
                  </a:lnTo>
                  <a:lnTo>
                    <a:pt x="2328120" y="3116972"/>
                  </a:lnTo>
                  <a:lnTo>
                    <a:pt x="2322414" y="3116972"/>
                  </a:lnTo>
                  <a:lnTo>
                    <a:pt x="2316708" y="3116972"/>
                  </a:lnTo>
                  <a:lnTo>
                    <a:pt x="2311002" y="3116972"/>
                  </a:lnTo>
                  <a:lnTo>
                    <a:pt x="2305295" y="3116972"/>
                  </a:lnTo>
                  <a:lnTo>
                    <a:pt x="2299589" y="3116972"/>
                  </a:lnTo>
                  <a:lnTo>
                    <a:pt x="2293883" y="3116972"/>
                  </a:lnTo>
                  <a:lnTo>
                    <a:pt x="2288177" y="3116972"/>
                  </a:lnTo>
                  <a:lnTo>
                    <a:pt x="2282471" y="3116972"/>
                  </a:lnTo>
                  <a:lnTo>
                    <a:pt x="2276765" y="3116972"/>
                  </a:lnTo>
                  <a:lnTo>
                    <a:pt x="2271058" y="3116972"/>
                  </a:lnTo>
                  <a:lnTo>
                    <a:pt x="2265352" y="3116972"/>
                  </a:lnTo>
                  <a:lnTo>
                    <a:pt x="2259646" y="3116972"/>
                  </a:lnTo>
                  <a:lnTo>
                    <a:pt x="2253940" y="3116972"/>
                  </a:lnTo>
                  <a:lnTo>
                    <a:pt x="2248234" y="3116972"/>
                  </a:lnTo>
                  <a:lnTo>
                    <a:pt x="2242527" y="3116972"/>
                  </a:lnTo>
                  <a:lnTo>
                    <a:pt x="2236821" y="3116972"/>
                  </a:lnTo>
                  <a:lnTo>
                    <a:pt x="2231115" y="3116972"/>
                  </a:lnTo>
                  <a:lnTo>
                    <a:pt x="2225409" y="3116972"/>
                  </a:lnTo>
                  <a:lnTo>
                    <a:pt x="2219703" y="3116972"/>
                  </a:lnTo>
                  <a:lnTo>
                    <a:pt x="2213997" y="3116972"/>
                  </a:lnTo>
                  <a:lnTo>
                    <a:pt x="2208290" y="3116972"/>
                  </a:lnTo>
                  <a:lnTo>
                    <a:pt x="2202584" y="3116972"/>
                  </a:lnTo>
                  <a:lnTo>
                    <a:pt x="2196878" y="3116972"/>
                  </a:lnTo>
                  <a:lnTo>
                    <a:pt x="2191172" y="3116972"/>
                  </a:lnTo>
                  <a:lnTo>
                    <a:pt x="2185466" y="3116972"/>
                  </a:lnTo>
                  <a:lnTo>
                    <a:pt x="2179760" y="3116972"/>
                  </a:lnTo>
                  <a:lnTo>
                    <a:pt x="2174053" y="3116972"/>
                  </a:lnTo>
                  <a:lnTo>
                    <a:pt x="2168347" y="3116972"/>
                  </a:lnTo>
                  <a:lnTo>
                    <a:pt x="2162641" y="3116972"/>
                  </a:lnTo>
                  <a:lnTo>
                    <a:pt x="2156935" y="3116972"/>
                  </a:lnTo>
                  <a:lnTo>
                    <a:pt x="2151229" y="3116972"/>
                  </a:lnTo>
                  <a:lnTo>
                    <a:pt x="2145522" y="3116972"/>
                  </a:lnTo>
                  <a:lnTo>
                    <a:pt x="2139816" y="3116972"/>
                  </a:lnTo>
                  <a:lnTo>
                    <a:pt x="2134110" y="3116972"/>
                  </a:lnTo>
                  <a:lnTo>
                    <a:pt x="2128404" y="3116972"/>
                  </a:lnTo>
                  <a:lnTo>
                    <a:pt x="2122698" y="3116972"/>
                  </a:lnTo>
                  <a:lnTo>
                    <a:pt x="2116992" y="3116972"/>
                  </a:lnTo>
                  <a:lnTo>
                    <a:pt x="2111285" y="3116972"/>
                  </a:lnTo>
                  <a:lnTo>
                    <a:pt x="2105579" y="3116972"/>
                  </a:lnTo>
                  <a:lnTo>
                    <a:pt x="2099873" y="3116972"/>
                  </a:lnTo>
                  <a:lnTo>
                    <a:pt x="2094167" y="3116972"/>
                  </a:lnTo>
                  <a:lnTo>
                    <a:pt x="2088461" y="3116972"/>
                  </a:lnTo>
                  <a:lnTo>
                    <a:pt x="2082755" y="3116972"/>
                  </a:lnTo>
                  <a:lnTo>
                    <a:pt x="2077048" y="3116972"/>
                  </a:lnTo>
                  <a:lnTo>
                    <a:pt x="2071342" y="3116972"/>
                  </a:lnTo>
                  <a:lnTo>
                    <a:pt x="2065636" y="3116972"/>
                  </a:lnTo>
                  <a:lnTo>
                    <a:pt x="2059930" y="3116972"/>
                  </a:lnTo>
                  <a:lnTo>
                    <a:pt x="2054224" y="3116972"/>
                  </a:lnTo>
                  <a:lnTo>
                    <a:pt x="2048517" y="3116972"/>
                  </a:lnTo>
                  <a:lnTo>
                    <a:pt x="2042811" y="3116972"/>
                  </a:lnTo>
                  <a:lnTo>
                    <a:pt x="2037105" y="3116972"/>
                  </a:lnTo>
                  <a:lnTo>
                    <a:pt x="2031399" y="3116972"/>
                  </a:lnTo>
                  <a:lnTo>
                    <a:pt x="2025693" y="3116972"/>
                  </a:lnTo>
                  <a:lnTo>
                    <a:pt x="2019987" y="3116972"/>
                  </a:lnTo>
                  <a:lnTo>
                    <a:pt x="2014280" y="3116972"/>
                  </a:lnTo>
                  <a:lnTo>
                    <a:pt x="2008574" y="3116972"/>
                  </a:lnTo>
                  <a:lnTo>
                    <a:pt x="2002868" y="3116972"/>
                  </a:lnTo>
                  <a:lnTo>
                    <a:pt x="1997162" y="3116972"/>
                  </a:lnTo>
                  <a:lnTo>
                    <a:pt x="1991456" y="3116972"/>
                  </a:lnTo>
                  <a:lnTo>
                    <a:pt x="1985749" y="3116972"/>
                  </a:lnTo>
                  <a:lnTo>
                    <a:pt x="1980043" y="3116972"/>
                  </a:lnTo>
                  <a:lnTo>
                    <a:pt x="1974337" y="3116972"/>
                  </a:lnTo>
                  <a:lnTo>
                    <a:pt x="1968631" y="3116972"/>
                  </a:lnTo>
                  <a:lnTo>
                    <a:pt x="1962925" y="3116972"/>
                  </a:lnTo>
                  <a:lnTo>
                    <a:pt x="1957219" y="3116972"/>
                  </a:lnTo>
                  <a:lnTo>
                    <a:pt x="1951512" y="3116972"/>
                  </a:lnTo>
                  <a:lnTo>
                    <a:pt x="1945806" y="3116972"/>
                  </a:lnTo>
                  <a:lnTo>
                    <a:pt x="1940100" y="3116972"/>
                  </a:lnTo>
                  <a:lnTo>
                    <a:pt x="1934394" y="3116972"/>
                  </a:lnTo>
                  <a:lnTo>
                    <a:pt x="1928688" y="3116972"/>
                  </a:lnTo>
                  <a:lnTo>
                    <a:pt x="1922982" y="3116972"/>
                  </a:lnTo>
                  <a:lnTo>
                    <a:pt x="1917275" y="3116972"/>
                  </a:lnTo>
                  <a:lnTo>
                    <a:pt x="1911569" y="3116972"/>
                  </a:lnTo>
                  <a:lnTo>
                    <a:pt x="1905863" y="3116972"/>
                  </a:lnTo>
                  <a:lnTo>
                    <a:pt x="1900157" y="3116972"/>
                  </a:lnTo>
                  <a:lnTo>
                    <a:pt x="1894451" y="3116972"/>
                  </a:lnTo>
                  <a:lnTo>
                    <a:pt x="1888744" y="3116972"/>
                  </a:lnTo>
                  <a:lnTo>
                    <a:pt x="1883038" y="3116972"/>
                  </a:lnTo>
                  <a:lnTo>
                    <a:pt x="1877332" y="3116972"/>
                  </a:lnTo>
                  <a:lnTo>
                    <a:pt x="1871626" y="3116972"/>
                  </a:lnTo>
                  <a:lnTo>
                    <a:pt x="1865920" y="3116972"/>
                  </a:lnTo>
                  <a:lnTo>
                    <a:pt x="1860214" y="3116972"/>
                  </a:lnTo>
                  <a:lnTo>
                    <a:pt x="1854507" y="3116972"/>
                  </a:lnTo>
                  <a:lnTo>
                    <a:pt x="1848801" y="3116972"/>
                  </a:lnTo>
                  <a:lnTo>
                    <a:pt x="1843095" y="3116972"/>
                  </a:lnTo>
                  <a:lnTo>
                    <a:pt x="1837389" y="3116972"/>
                  </a:lnTo>
                  <a:lnTo>
                    <a:pt x="1831683" y="3116972"/>
                  </a:lnTo>
                  <a:lnTo>
                    <a:pt x="1825976" y="3116972"/>
                  </a:lnTo>
                  <a:lnTo>
                    <a:pt x="1820270" y="3116972"/>
                  </a:lnTo>
                  <a:lnTo>
                    <a:pt x="1814564" y="3116972"/>
                  </a:lnTo>
                  <a:lnTo>
                    <a:pt x="1808858" y="3116972"/>
                  </a:lnTo>
                  <a:lnTo>
                    <a:pt x="1803152" y="3116972"/>
                  </a:lnTo>
                  <a:lnTo>
                    <a:pt x="1797446" y="3116972"/>
                  </a:lnTo>
                  <a:lnTo>
                    <a:pt x="1791739" y="3116972"/>
                  </a:lnTo>
                  <a:lnTo>
                    <a:pt x="1786033" y="3116972"/>
                  </a:lnTo>
                  <a:lnTo>
                    <a:pt x="1780327" y="3116972"/>
                  </a:lnTo>
                  <a:lnTo>
                    <a:pt x="1774621" y="3116972"/>
                  </a:lnTo>
                  <a:lnTo>
                    <a:pt x="1768915" y="3116972"/>
                  </a:lnTo>
                  <a:lnTo>
                    <a:pt x="1763209" y="3116972"/>
                  </a:lnTo>
                  <a:lnTo>
                    <a:pt x="1757502" y="3116972"/>
                  </a:lnTo>
                  <a:lnTo>
                    <a:pt x="1751796" y="3116972"/>
                  </a:lnTo>
                  <a:lnTo>
                    <a:pt x="1746090" y="3116972"/>
                  </a:lnTo>
                  <a:lnTo>
                    <a:pt x="1740384" y="3116972"/>
                  </a:lnTo>
                  <a:lnTo>
                    <a:pt x="1734678" y="3116972"/>
                  </a:lnTo>
                  <a:lnTo>
                    <a:pt x="1728971" y="3116972"/>
                  </a:lnTo>
                  <a:lnTo>
                    <a:pt x="1723265" y="3116972"/>
                  </a:lnTo>
                  <a:lnTo>
                    <a:pt x="1717559" y="3116972"/>
                  </a:lnTo>
                  <a:lnTo>
                    <a:pt x="1711853" y="3116972"/>
                  </a:lnTo>
                  <a:lnTo>
                    <a:pt x="1706147" y="3116972"/>
                  </a:lnTo>
                  <a:lnTo>
                    <a:pt x="1700441" y="3116972"/>
                  </a:lnTo>
                  <a:lnTo>
                    <a:pt x="1694734" y="3116972"/>
                  </a:lnTo>
                  <a:lnTo>
                    <a:pt x="1689028" y="3116972"/>
                  </a:lnTo>
                  <a:lnTo>
                    <a:pt x="1683322" y="3116972"/>
                  </a:lnTo>
                  <a:lnTo>
                    <a:pt x="1677616" y="3116972"/>
                  </a:lnTo>
                  <a:lnTo>
                    <a:pt x="1671910" y="3116972"/>
                  </a:lnTo>
                  <a:lnTo>
                    <a:pt x="1666204" y="3116972"/>
                  </a:lnTo>
                  <a:lnTo>
                    <a:pt x="1660497" y="3116972"/>
                  </a:lnTo>
                  <a:lnTo>
                    <a:pt x="1654791" y="3116972"/>
                  </a:lnTo>
                  <a:lnTo>
                    <a:pt x="1649085" y="3116972"/>
                  </a:lnTo>
                  <a:lnTo>
                    <a:pt x="1643379" y="3116972"/>
                  </a:lnTo>
                  <a:lnTo>
                    <a:pt x="1637673" y="3116972"/>
                  </a:lnTo>
                  <a:lnTo>
                    <a:pt x="1631966" y="3116972"/>
                  </a:lnTo>
                  <a:lnTo>
                    <a:pt x="1626260" y="3116972"/>
                  </a:lnTo>
                  <a:lnTo>
                    <a:pt x="1620554" y="3116972"/>
                  </a:lnTo>
                  <a:lnTo>
                    <a:pt x="1614848" y="3116972"/>
                  </a:lnTo>
                  <a:lnTo>
                    <a:pt x="1609142" y="3116972"/>
                  </a:lnTo>
                  <a:lnTo>
                    <a:pt x="1603436" y="3116972"/>
                  </a:lnTo>
                  <a:lnTo>
                    <a:pt x="1597729" y="3116972"/>
                  </a:lnTo>
                  <a:lnTo>
                    <a:pt x="1592023" y="3116972"/>
                  </a:lnTo>
                  <a:lnTo>
                    <a:pt x="1586317" y="3116972"/>
                  </a:lnTo>
                  <a:lnTo>
                    <a:pt x="1580611" y="3116972"/>
                  </a:lnTo>
                  <a:lnTo>
                    <a:pt x="1574905" y="3116972"/>
                  </a:lnTo>
                  <a:lnTo>
                    <a:pt x="1569198" y="3116972"/>
                  </a:lnTo>
                  <a:lnTo>
                    <a:pt x="1563492" y="3116972"/>
                  </a:lnTo>
                  <a:lnTo>
                    <a:pt x="1557786" y="3116972"/>
                  </a:lnTo>
                  <a:lnTo>
                    <a:pt x="1552080" y="3116972"/>
                  </a:lnTo>
                  <a:lnTo>
                    <a:pt x="1546374" y="3116972"/>
                  </a:lnTo>
                  <a:lnTo>
                    <a:pt x="1540668" y="3116972"/>
                  </a:lnTo>
                  <a:lnTo>
                    <a:pt x="1534961" y="3116972"/>
                  </a:lnTo>
                  <a:lnTo>
                    <a:pt x="1529255" y="3116972"/>
                  </a:lnTo>
                  <a:lnTo>
                    <a:pt x="1523549" y="3116972"/>
                  </a:lnTo>
                  <a:lnTo>
                    <a:pt x="1517843" y="3116972"/>
                  </a:lnTo>
                  <a:lnTo>
                    <a:pt x="1512137" y="3116972"/>
                  </a:lnTo>
                  <a:lnTo>
                    <a:pt x="1506431" y="3116972"/>
                  </a:lnTo>
                  <a:lnTo>
                    <a:pt x="1500724" y="3116972"/>
                  </a:lnTo>
                  <a:lnTo>
                    <a:pt x="1495018" y="3116972"/>
                  </a:lnTo>
                  <a:lnTo>
                    <a:pt x="1489312" y="3116972"/>
                  </a:lnTo>
                  <a:lnTo>
                    <a:pt x="1483606" y="3116972"/>
                  </a:lnTo>
                  <a:lnTo>
                    <a:pt x="1477900" y="3116972"/>
                  </a:lnTo>
                  <a:lnTo>
                    <a:pt x="1472193" y="3116972"/>
                  </a:lnTo>
                  <a:lnTo>
                    <a:pt x="1466487" y="3116972"/>
                  </a:lnTo>
                  <a:lnTo>
                    <a:pt x="1460781" y="3116972"/>
                  </a:lnTo>
                  <a:lnTo>
                    <a:pt x="1455075" y="3116972"/>
                  </a:lnTo>
                  <a:lnTo>
                    <a:pt x="1449369" y="3116972"/>
                  </a:lnTo>
                  <a:lnTo>
                    <a:pt x="1443663" y="3116972"/>
                  </a:lnTo>
                  <a:lnTo>
                    <a:pt x="1437956" y="3116972"/>
                  </a:lnTo>
                  <a:lnTo>
                    <a:pt x="1432250" y="3116972"/>
                  </a:lnTo>
                  <a:lnTo>
                    <a:pt x="1426544" y="3116972"/>
                  </a:lnTo>
                  <a:lnTo>
                    <a:pt x="1420838" y="3116972"/>
                  </a:lnTo>
                  <a:lnTo>
                    <a:pt x="1415132" y="3116972"/>
                  </a:lnTo>
                  <a:lnTo>
                    <a:pt x="1409425" y="3116972"/>
                  </a:lnTo>
                  <a:lnTo>
                    <a:pt x="1403719" y="3116972"/>
                  </a:lnTo>
                  <a:lnTo>
                    <a:pt x="1398013" y="3116972"/>
                  </a:lnTo>
                  <a:lnTo>
                    <a:pt x="1392307" y="3116972"/>
                  </a:lnTo>
                  <a:lnTo>
                    <a:pt x="1386601" y="3116972"/>
                  </a:lnTo>
                  <a:lnTo>
                    <a:pt x="1380895" y="3116972"/>
                  </a:lnTo>
                  <a:lnTo>
                    <a:pt x="1375188" y="3116972"/>
                  </a:lnTo>
                  <a:lnTo>
                    <a:pt x="1369482" y="3116972"/>
                  </a:lnTo>
                  <a:lnTo>
                    <a:pt x="1363776" y="3116972"/>
                  </a:lnTo>
                  <a:lnTo>
                    <a:pt x="1358070" y="3116972"/>
                  </a:lnTo>
                  <a:lnTo>
                    <a:pt x="1352364" y="3116972"/>
                  </a:lnTo>
                  <a:lnTo>
                    <a:pt x="1346658" y="3116972"/>
                  </a:lnTo>
                  <a:lnTo>
                    <a:pt x="1340951" y="3116972"/>
                  </a:lnTo>
                  <a:lnTo>
                    <a:pt x="1335245" y="3116972"/>
                  </a:lnTo>
                  <a:lnTo>
                    <a:pt x="1329539" y="3116972"/>
                  </a:lnTo>
                  <a:lnTo>
                    <a:pt x="1323833" y="3116972"/>
                  </a:lnTo>
                  <a:lnTo>
                    <a:pt x="1318127" y="3116972"/>
                  </a:lnTo>
                  <a:lnTo>
                    <a:pt x="1312420" y="3116972"/>
                  </a:lnTo>
                  <a:lnTo>
                    <a:pt x="1306714" y="3116972"/>
                  </a:lnTo>
                  <a:lnTo>
                    <a:pt x="1301008" y="3116972"/>
                  </a:lnTo>
                  <a:lnTo>
                    <a:pt x="1295302" y="3116972"/>
                  </a:lnTo>
                  <a:lnTo>
                    <a:pt x="1289596" y="3116972"/>
                  </a:lnTo>
                  <a:lnTo>
                    <a:pt x="1283890" y="3116972"/>
                  </a:lnTo>
                  <a:lnTo>
                    <a:pt x="1278183" y="3116972"/>
                  </a:lnTo>
                  <a:lnTo>
                    <a:pt x="1272477" y="3116972"/>
                  </a:lnTo>
                  <a:lnTo>
                    <a:pt x="1266771" y="3116972"/>
                  </a:lnTo>
                  <a:lnTo>
                    <a:pt x="1261065" y="3116972"/>
                  </a:lnTo>
                  <a:lnTo>
                    <a:pt x="1255359" y="3116972"/>
                  </a:lnTo>
                  <a:lnTo>
                    <a:pt x="1249653" y="3116972"/>
                  </a:lnTo>
                  <a:lnTo>
                    <a:pt x="1243946" y="3116972"/>
                  </a:lnTo>
                  <a:lnTo>
                    <a:pt x="1238240" y="3116972"/>
                  </a:lnTo>
                  <a:lnTo>
                    <a:pt x="1232534" y="3116972"/>
                  </a:lnTo>
                  <a:lnTo>
                    <a:pt x="1226828" y="3116972"/>
                  </a:lnTo>
                  <a:lnTo>
                    <a:pt x="1221122" y="3116972"/>
                  </a:lnTo>
                  <a:lnTo>
                    <a:pt x="1215415" y="3116972"/>
                  </a:lnTo>
                  <a:lnTo>
                    <a:pt x="1209709" y="3116972"/>
                  </a:lnTo>
                  <a:lnTo>
                    <a:pt x="1204003" y="3116972"/>
                  </a:lnTo>
                  <a:lnTo>
                    <a:pt x="1198297" y="3116972"/>
                  </a:lnTo>
                  <a:lnTo>
                    <a:pt x="1192591" y="3116972"/>
                  </a:lnTo>
                  <a:lnTo>
                    <a:pt x="1186885" y="3116972"/>
                  </a:lnTo>
                  <a:lnTo>
                    <a:pt x="1181178" y="3116972"/>
                  </a:lnTo>
                  <a:lnTo>
                    <a:pt x="1175472" y="3116972"/>
                  </a:lnTo>
                  <a:lnTo>
                    <a:pt x="1169766" y="3116972"/>
                  </a:lnTo>
                  <a:lnTo>
                    <a:pt x="1164060" y="3116972"/>
                  </a:lnTo>
                  <a:lnTo>
                    <a:pt x="1158354" y="3116972"/>
                  </a:lnTo>
                  <a:lnTo>
                    <a:pt x="1152647" y="3116972"/>
                  </a:lnTo>
                  <a:lnTo>
                    <a:pt x="1146941" y="3116972"/>
                  </a:lnTo>
                  <a:lnTo>
                    <a:pt x="1141235" y="3116972"/>
                  </a:lnTo>
                  <a:lnTo>
                    <a:pt x="1135529" y="3116972"/>
                  </a:lnTo>
                  <a:lnTo>
                    <a:pt x="1129823" y="3116972"/>
                  </a:lnTo>
                  <a:lnTo>
                    <a:pt x="1124117" y="3116972"/>
                  </a:lnTo>
                  <a:lnTo>
                    <a:pt x="1118410" y="3116972"/>
                  </a:lnTo>
                  <a:lnTo>
                    <a:pt x="1112704" y="3116972"/>
                  </a:lnTo>
                  <a:lnTo>
                    <a:pt x="1106998" y="3116972"/>
                  </a:lnTo>
                  <a:lnTo>
                    <a:pt x="1101292" y="3116972"/>
                  </a:lnTo>
                  <a:lnTo>
                    <a:pt x="1095586" y="3116972"/>
                  </a:lnTo>
                  <a:lnTo>
                    <a:pt x="1089880" y="3116972"/>
                  </a:lnTo>
                  <a:lnTo>
                    <a:pt x="1084173" y="3116972"/>
                  </a:lnTo>
                  <a:lnTo>
                    <a:pt x="1078467" y="3116972"/>
                  </a:lnTo>
                  <a:lnTo>
                    <a:pt x="1072761" y="3116972"/>
                  </a:lnTo>
                  <a:lnTo>
                    <a:pt x="1067055" y="3116972"/>
                  </a:lnTo>
                  <a:lnTo>
                    <a:pt x="1061349" y="3116972"/>
                  </a:lnTo>
                  <a:lnTo>
                    <a:pt x="1055642" y="3116972"/>
                  </a:lnTo>
                  <a:lnTo>
                    <a:pt x="1049936" y="3116972"/>
                  </a:lnTo>
                  <a:lnTo>
                    <a:pt x="1044230" y="3116972"/>
                  </a:lnTo>
                  <a:lnTo>
                    <a:pt x="1038524" y="3116972"/>
                  </a:lnTo>
                  <a:lnTo>
                    <a:pt x="1032818" y="3116972"/>
                  </a:lnTo>
                  <a:lnTo>
                    <a:pt x="1027112" y="3116972"/>
                  </a:lnTo>
                  <a:lnTo>
                    <a:pt x="1021405" y="3116972"/>
                  </a:lnTo>
                  <a:lnTo>
                    <a:pt x="1015699" y="3116972"/>
                  </a:lnTo>
                  <a:lnTo>
                    <a:pt x="1009993" y="3116972"/>
                  </a:lnTo>
                  <a:lnTo>
                    <a:pt x="1004287" y="3116972"/>
                  </a:lnTo>
                  <a:lnTo>
                    <a:pt x="998581" y="3116972"/>
                  </a:lnTo>
                  <a:lnTo>
                    <a:pt x="992874" y="3116972"/>
                  </a:lnTo>
                  <a:lnTo>
                    <a:pt x="987168" y="3116972"/>
                  </a:lnTo>
                  <a:lnTo>
                    <a:pt x="981462" y="3116972"/>
                  </a:lnTo>
                  <a:lnTo>
                    <a:pt x="975756" y="3116972"/>
                  </a:lnTo>
                  <a:lnTo>
                    <a:pt x="970050" y="3116972"/>
                  </a:lnTo>
                  <a:lnTo>
                    <a:pt x="964344" y="3116972"/>
                  </a:lnTo>
                  <a:lnTo>
                    <a:pt x="958637" y="3116972"/>
                  </a:lnTo>
                  <a:lnTo>
                    <a:pt x="952931" y="3116972"/>
                  </a:lnTo>
                  <a:lnTo>
                    <a:pt x="947225" y="3116972"/>
                  </a:lnTo>
                  <a:lnTo>
                    <a:pt x="941519" y="3116972"/>
                  </a:lnTo>
                  <a:lnTo>
                    <a:pt x="935813" y="3116972"/>
                  </a:lnTo>
                  <a:lnTo>
                    <a:pt x="930107" y="3116972"/>
                  </a:lnTo>
                  <a:lnTo>
                    <a:pt x="924400" y="3116972"/>
                  </a:lnTo>
                  <a:lnTo>
                    <a:pt x="918694" y="3116972"/>
                  </a:lnTo>
                  <a:lnTo>
                    <a:pt x="912988" y="3116972"/>
                  </a:lnTo>
                  <a:lnTo>
                    <a:pt x="907282" y="3116972"/>
                  </a:lnTo>
                  <a:lnTo>
                    <a:pt x="901576" y="3116972"/>
                  </a:lnTo>
                  <a:lnTo>
                    <a:pt x="895869" y="3116972"/>
                  </a:lnTo>
                  <a:lnTo>
                    <a:pt x="890163" y="3116972"/>
                  </a:lnTo>
                  <a:lnTo>
                    <a:pt x="884457" y="3116972"/>
                  </a:lnTo>
                  <a:lnTo>
                    <a:pt x="878751" y="3116972"/>
                  </a:lnTo>
                  <a:lnTo>
                    <a:pt x="873045" y="3116972"/>
                  </a:lnTo>
                  <a:lnTo>
                    <a:pt x="867339" y="3116972"/>
                  </a:lnTo>
                  <a:lnTo>
                    <a:pt x="861632" y="3116972"/>
                  </a:lnTo>
                  <a:lnTo>
                    <a:pt x="855926" y="3116972"/>
                  </a:lnTo>
                  <a:lnTo>
                    <a:pt x="850220" y="3116972"/>
                  </a:lnTo>
                  <a:lnTo>
                    <a:pt x="844514" y="3116972"/>
                  </a:lnTo>
                  <a:lnTo>
                    <a:pt x="838808" y="3116972"/>
                  </a:lnTo>
                  <a:lnTo>
                    <a:pt x="833102" y="3116972"/>
                  </a:lnTo>
                  <a:lnTo>
                    <a:pt x="827395" y="3116972"/>
                  </a:lnTo>
                  <a:lnTo>
                    <a:pt x="821689" y="3116972"/>
                  </a:lnTo>
                  <a:lnTo>
                    <a:pt x="815983" y="3116972"/>
                  </a:lnTo>
                  <a:lnTo>
                    <a:pt x="810277" y="3116972"/>
                  </a:lnTo>
                  <a:lnTo>
                    <a:pt x="804571" y="3116972"/>
                  </a:lnTo>
                  <a:lnTo>
                    <a:pt x="798864" y="3116972"/>
                  </a:lnTo>
                  <a:lnTo>
                    <a:pt x="793158" y="3116972"/>
                  </a:lnTo>
                  <a:lnTo>
                    <a:pt x="787452" y="3116972"/>
                  </a:lnTo>
                  <a:lnTo>
                    <a:pt x="781746" y="3116972"/>
                  </a:lnTo>
                  <a:lnTo>
                    <a:pt x="776040" y="3116972"/>
                  </a:lnTo>
                  <a:lnTo>
                    <a:pt x="770334" y="3116972"/>
                  </a:lnTo>
                  <a:lnTo>
                    <a:pt x="764627" y="3116972"/>
                  </a:lnTo>
                  <a:lnTo>
                    <a:pt x="758921" y="3116972"/>
                  </a:lnTo>
                  <a:lnTo>
                    <a:pt x="753215" y="3116972"/>
                  </a:lnTo>
                  <a:lnTo>
                    <a:pt x="747509" y="3116972"/>
                  </a:lnTo>
                  <a:lnTo>
                    <a:pt x="741803" y="3116972"/>
                  </a:lnTo>
                  <a:lnTo>
                    <a:pt x="736096" y="3116972"/>
                  </a:lnTo>
                  <a:lnTo>
                    <a:pt x="730390" y="3116972"/>
                  </a:lnTo>
                  <a:lnTo>
                    <a:pt x="724684" y="3116972"/>
                  </a:lnTo>
                  <a:lnTo>
                    <a:pt x="718978" y="3116972"/>
                  </a:lnTo>
                  <a:lnTo>
                    <a:pt x="713272" y="3116972"/>
                  </a:lnTo>
                  <a:lnTo>
                    <a:pt x="707566" y="3116972"/>
                  </a:lnTo>
                  <a:lnTo>
                    <a:pt x="701859" y="3116972"/>
                  </a:lnTo>
                  <a:lnTo>
                    <a:pt x="696153" y="3116972"/>
                  </a:lnTo>
                  <a:lnTo>
                    <a:pt x="690447" y="3116972"/>
                  </a:lnTo>
                  <a:lnTo>
                    <a:pt x="684741" y="3116972"/>
                  </a:lnTo>
                  <a:lnTo>
                    <a:pt x="679035" y="3116972"/>
                  </a:lnTo>
                  <a:lnTo>
                    <a:pt x="673329" y="3116972"/>
                  </a:lnTo>
                  <a:lnTo>
                    <a:pt x="667622" y="3116972"/>
                  </a:lnTo>
                  <a:lnTo>
                    <a:pt x="661916" y="3116972"/>
                  </a:lnTo>
                  <a:lnTo>
                    <a:pt x="656210" y="3116972"/>
                  </a:lnTo>
                  <a:lnTo>
                    <a:pt x="650504" y="3116972"/>
                  </a:lnTo>
                  <a:lnTo>
                    <a:pt x="644798" y="3116972"/>
                  </a:lnTo>
                  <a:lnTo>
                    <a:pt x="639091" y="3116972"/>
                  </a:lnTo>
                  <a:lnTo>
                    <a:pt x="633385" y="3116972"/>
                  </a:lnTo>
                  <a:lnTo>
                    <a:pt x="627679" y="3116972"/>
                  </a:lnTo>
                  <a:lnTo>
                    <a:pt x="621973" y="3116972"/>
                  </a:lnTo>
                  <a:lnTo>
                    <a:pt x="616267" y="3116972"/>
                  </a:lnTo>
                  <a:lnTo>
                    <a:pt x="610561" y="3116972"/>
                  </a:lnTo>
                  <a:lnTo>
                    <a:pt x="604854" y="3116972"/>
                  </a:lnTo>
                  <a:lnTo>
                    <a:pt x="599148" y="3116972"/>
                  </a:lnTo>
                  <a:lnTo>
                    <a:pt x="593442" y="3116972"/>
                  </a:lnTo>
                  <a:lnTo>
                    <a:pt x="587736" y="3116972"/>
                  </a:lnTo>
                  <a:lnTo>
                    <a:pt x="582030" y="3116972"/>
                  </a:lnTo>
                  <a:lnTo>
                    <a:pt x="576323" y="3116972"/>
                  </a:lnTo>
                  <a:lnTo>
                    <a:pt x="570617" y="3116972"/>
                  </a:lnTo>
                  <a:lnTo>
                    <a:pt x="564911" y="3116972"/>
                  </a:lnTo>
                  <a:lnTo>
                    <a:pt x="559205" y="3116972"/>
                  </a:lnTo>
                  <a:lnTo>
                    <a:pt x="553499" y="3116972"/>
                  </a:lnTo>
                  <a:lnTo>
                    <a:pt x="547793" y="3116972"/>
                  </a:lnTo>
                  <a:lnTo>
                    <a:pt x="542086" y="3116972"/>
                  </a:lnTo>
                  <a:lnTo>
                    <a:pt x="536380" y="3116972"/>
                  </a:lnTo>
                  <a:lnTo>
                    <a:pt x="530674" y="3116972"/>
                  </a:lnTo>
                  <a:lnTo>
                    <a:pt x="524968" y="3116972"/>
                  </a:lnTo>
                  <a:lnTo>
                    <a:pt x="519262" y="3116972"/>
                  </a:lnTo>
                  <a:lnTo>
                    <a:pt x="513556" y="3116972"/>
                  </a:lnTo>
                  <a:lnTo>
                    <a:pt x="507849" y="3116972"/>
                  </a:lnTo>
                  <a:lnTo>
                    <a:pt x="502143" y="3116972"/>
                  </a:lnTo>
                  <a:lnTo>
                    <a:pt x="496437" y="3116972"/>
                  </a:lnTo>
                  <a:lnTo>
                    <a:pt x="490731" y="3116972"/>
                  </a:lnTo>
                  <a:lnTo>
                    <a:pt x="485025" y="3116972"/>
                  </a:lnTo>
                  <a:lnTo>
                    <a:pt x="479318" y="3116972"/>
                  </a:lnTo>
                  <a:lnTo>
                    <a:pt x="473612" y="3116972"/>
                  </a:lnTo>
                  <a:lnTo>
                    <a:pt x="467906" y="3116972"/>
                  </a:lnTo>
                  <a:lnTo>
                    <a:pt x="462200" y="3116972"/>
                  </a:lnTo>
                  <a:lnTo>
                    <a:pt x="456494" y="3116972"/>
                  </a:lnTo>
                  <a:lnTo>
                    <a:pt x="450788" y="3116972"/>
                  </a:lnTo>
                  <a:lnTo>
                    <a:pt x="445081" y="3116972"/>
                  </a:lnTo>
                  <a:lnTo>
                    <a:pt x="439375" y="3116972"/>
                  </a:lnTo>
                  <a:lnTo>
                    <a:pt x="433669" y="3116972"/>
                  </a:lnTo>
                  <a:lnTo>
                    <a:pt x="427963" y="3116972"/>
                  </a:lnTo>
                  <a:lnTo>
                    <a:pt x="422257" y="3116972"/>
                  </a:lnTo>
                  <a:lnTo>
                    <a:pt x="416551" y="3116972"/>
                  </a:lnTo>
                  <a:lnTo>
                    <a:pt x="410844" y="3116972"/>
                  </a:lnTo>
                  <a:lnTo>
                    <a:pt x="405138" y="3116972"/>
                  </a:lnTo>
                  <a:lnTo>
                    <a:pt x="399432" y="3116972"/>
                  </a:lnTo>
                  <a:lnTo>
                    <a:pt x="393726" y="3116972"/>
                  </a:lnTo>
                  <a:lnTo>
                    <a:pt x="388020" y="3116972"/>
                  </a:lnTo>
                  <a:lnTo>
                    <a:pt x="382313" y="3116972"/>
                  </a:lnTo>
                  <a:lnTo>
                    <a:pt x="376607" y="3116972"/>
                  </a:lnTo>
                  <a:lnTo>
                    <a:pt x="370901" y="3116972"/>
                  </a:lnTo>
                  <a:lnTo>
                    <a:pt x="365195" y="3116972"/>
                  </a:lnTo>
                  <a:lnTo>
                    <a:pt x="359489" y="3116972"/>
                  </a:lnTo>
                  <a:lnTo>
                    <a:pt x="353783" y="3116972"/>
                  </a:lnTo>
                  <a:lnTo>
                    <a:pt x="348076" y="3116972"/>
                  </a:lnTo>
                  <a:lnTo>
                    <a:pt x="342370" y="3116972"/>
                  </a:lnTo>
                  <a:lnTo>
                    <a:pt x="336664" y="3116972"/>
                  </a:lnTo>
                  <a:lnTo>
                    <a:pt x="330958" y="3116972"/>
                  </a:lnTo>
                  <a:lnTo>
                    <a:pt x="325252" y="3116972"/>
                  </a:lnTo>
                  <a:lnTo>
                    <a:pt x="319545" y="3116972"/>
                  </a:lnTo>
                  <a:lnTo>
                    <a:pt x="313839" y="3116972"/>
                  </a:lnTo>
                  <a:lnTo>
                    <a:pt x="308133" y="3116972"/>
                  </a:lnTo>
                  <a:lnTo>
                    <a:pt x="302427" y="3116972"/>
                  </a:lnTo>
                  <a:lnTo>
                    <a:pt x="296721" y="3116972"/>
                  </a:lnTo>
                  <a:lnTo>
                    <a:pt x="291015" y="3116972"/>
                  </a:lnTo>
                  <a:lnTo>
                    <a:pt x="285308" y="3116972"/>
                  </a:lnTo>
                  <a:lnTo>
                    <a:pt x="279602" y="3116972"/>
                  </a:lnTo>
                  <a:lnTo>
                    <a:pt x="273896" y="3116972"/>
                  </a:lnTo>
                  <a:lnTo>
                    <a:pt x="268190" y="3116972"/>
                  </a:lnTo>
                  <a:lnTo>
                    <a:pt x="262484" y="3116972"/>
                  </a:lnTo>
                  <a:lnTo>
                    <a:pt x="256778" y="3116972"/>
                  </a:lnTo>
                  <a:lnTo>
                    <a:pt x="251071" y="3116972"/>
                  </a:lnTo>
                  <a:lnTo>
                    <a:pt x="245365" y="3116972"/>
                  </a:lnTo>
                  <a:lnTo>
                    <a:pt x="239659" y="3116972"/>
                  </a:lnTo>
                  <a:lnTo>
                    <a:pt x="233953" y="3116972"/>
                  </a:lnTo>
                  <a:lnTo>
                    <a:pt x="228247" y="3116972"/>
                  </a:lnTo>
                  <a:lnTo>
                    <a:pt x="222540" y="3116972"/>
                  </a:lnTo>
                  <a:lnTo>
                    <a:pt x="216834" y="3116972"/>
                  </a:lnTo>
                  <a:lnTo>
                    <a:pt x="211128" y="3116972"/>
                  </a:lnTo>
                  <a:lnTo>
                    <a:pt x="205422" y="3116972"/>
                  </a:lnTo>
                  <a:lnTo>
                    <a:pt x="199716" y="3116972"/>
                  </a:lnTo>
                  <a:lnTo>
                    <a:pt x="194010" y="3116972"/>
                  </a:lnTo>
                  <a:lnTo>
                    <a:pt x="188303" y="3116972"/>
                  </a:lnTo>
                  <a:lnTo>
                    <a:pt x="182597" y="3116972"/>
                  </a:lnTo>
                  <a:lnTo>
                    <a:pt x="176891" y="3116972"/>
                  </a:lnTo>
                  <a:lnTo>
                    <a:pt x="171185" y="3116972"/>
                  </a:lnTo>
                  <a:lnTo>
                    <a:pt x="165479" y="3116972"/>
                  </a:lnTo>
                  <a:lnTo>
                    <a:pt x="159772" y="3116972"/>
                  </a:lnTo>
                  <a:lnTo>
                    <a:pt x="154066" y="3116972"/>
                  </a:lnTo>
                  <a:lnTo>
                    <a:pt x="148360" y="3116972"/>
                  </a:lnTo>
                  <a:lnTo>
                    <a:pt x="142654" y="3116972"/>
                  </a:lnTo>
                  <a:lnTo>
                    <a:pt x="136948" y="3116972"/>
                  </a:lnTo>
                  <a:lnTo>
                    <a:pt x="131242" y="3116972"/>
                  </a:lnTo>
                  <a:lnTo>
                    <a:pt x="125535" y="3116972"/>
                  </a:lnTo>
                  <a:lnTo>
                    <a:pt x="119829" y="3116972"/>
                  </a:lnTo>
                  <a:lnTo>
                    <a:pt x="114123" y="3116972"/>
                  </a:lnTo>
                  <a:lnTo>
                    <a:pt x="108417" y="3116972"/>
                  </a:lnTo>
                  <a:lnTo>
                    <a:pt x="102711" y="3116972"/>
                  </a:lnTo>
                  <a:lnTo>
                    <a:pt x="97005" y="3116972"/>
                  </a:lnTo>
                  <a:lnTo>
                    <a:pt x="91298" y="3116972"/>
                  </a:lnTo>
                  <a:lnTo>
                    <a:pt x="85592" y="3116972"/>
                  </a:lnTo>
                  <a:lnTo>
                    <a:pt x="79886" y="3116972"/>
                  </a:lnTo>
                  <a:lnTo>
                    <a:pt x="74180" y="3116972"/>
                  </a:lnTo>
                  <a:lnTo>
                    <a:pt x="68474" y="3116972"/>
                  </a:lnTo>
                  <a:lnTo>
                    <a:pt x="62767" y="3116972"/>
                  </a:lnTo>
                  <a:lnTo>
                    <a:pt x="57061" y="3116972"/>
                  </a:lnTo>
                  <a:lnTo>
                    <a:pt x="51355" y="3116972"/>
                  </a:lnTo>
                  <a:lnTo>
                    <a:pt x="45649" y="3116972"/>
                  </a:lnTo>
                  <a:lnTo>
                    <a:pt x="39943" y="3116972"/>
                  </a:lnTo>
                  <a:lnTo>
                    <a:pt x="34237" y="3116972"/>
                  </a:lnTo>
                  <a:lnTo>
                    <a:pt x="28530" y="3116972"/>
                  </a:lnTo>
                  <a:lnTo>
                    <a:pt x="22824" y="3116972"/>
                  </a:lnTo>
                  <a:lnTo>
                    <a:pt x="17118" y="3116972"/>
                  </a:lnTo>
                  <a:lnTo>
                    <a:pt x="11412" y="3116972"/>
                  </a:lnTo>
                  <a:lnTo>
                    <a:pt x="5706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528449"/>
                  </a:moveTo>
                  <a:lnTo>
                    <a:pt x="5706" y="565133"/>
                  </a:lnTo>
                  <a:lnTo>
                    <a:pt x="11412" y="584894"/>
                  </a:lnTo>
                  <a:lnTo>
                    <a:pt x="17118" y="556707"/>
                  </a:lnTo>
                  <a:lnTo>
                    <a:pt x="22824" y="543393"/>
                  </a:lnTo>
                  <a:lnTo>
                    <a:pt x="28530" y="523299"/>
                  </a:lnTo>
                  <a:lnTo>
                    <a:pt x="34237" y="597295"/>
                  </a:lnTo>
                  <a:lnTo>
                    <a:pt x="39943" y="595169"/>
                  </a:lnTo>
                  <a:lnTo>
                    <a:pt x="45649" y="564311"/>
                  </a:lnTo>
                  <a:lnTo>
                    <a:pt x="51355" y="603070"/>
                  </a:lnTo>
                  <a:lnTo>
                    <a:pt x="57061" y="676565"/>
                  </a:lnTo>
                  <a:lnTo>
                    <a:pt x="62767" y="810153"/>
                  </a:lnTo>
                  <a:lnTo>
                    <a:pt x="68474" y="897446"/>
                  </a:lnTo>
                  <a:lnTo>
                    <a:pt x="74180" y="995075"/>
                  </a:lnTo>
                  <a:lnTo>
                    <a:pt x="79886" y="1113128"/>
                  </a:lnTo>
                  <a:lnTo>
                    <a:pt x="85592" y="1161490"/>
                  </a:lnTo>
                  <a:lnTo>
                    <a:pt x="91298" y="1123483"/>
                  </a:lnTo>
                  <a:lnTo>
                    <a:pt x="97005" y="997022"/>
                  </a:lnTo>
                  <a:lnTo>
                    <a:pt x="102711" y="882071"/>
                  </a:lnTo>
                  <a:lnTo>
                    <a:pt x="108417" y="771259"/>
                  </a:lnTo>
                  <a:lnTo>
                    <a:pt x="114123" y="642406"/>
                  </a:lnTo>
                  <a:lnTo>
                    <a:pt x="119829" y="531992"/>
                  </a:lnTo>
                  <a:lnTo>
                    <a:pt x="125535" y="528693"/>
                  </a:lnTo>
                  <a:lnTo>
                    <a:pt x="131242" y="609796"/>
                  </a:lnTo>
                  <a:lnTo>
                    <a:pt x="136948" y="641132"/>
                  </a:lnTo>
                  <a:lnTo>
                    <a:pt x="142654" y="595645"/>
                  </a:lnTo>
                  <a:lnTo>
                    <a:pt x="148360" y="575979"/>
                  </a:lnTo>
                  <a:lnTo>
                    <a:pt x="154066" y="591898"/>
                  </a:lnTo>
                  <a:lnTo>
                    <a:pt x="159772" y="518285"/>
                  </a:lnTo>
                  <a:lnTo>
                    <a:pt x="165479" y="476853"/>
                  </a:lnTo>
                  <a:lnTo>
                    <a:pt x="171185" y="554614"/>
                  </a:lnTo>
                  <a:lnTo>
                    <a:pt x="176891" y="687514"/>
                  </a:lnTo>
                  <a:lnTo>
                    <a:pt x="182597" y="774158"/>
                  </a:lnTo>
                  <a:lnTo>
                    <a:pt x="188303" y="847489"/>
                  </a:lnTo>
                  <a:lnTo>
                    <a:pt x="194010" y="1018184"/>
                  </a:lnTo>
                  <a:lnTo>
                    <a:pt x="199716" y="1057986"/>
                  </a:lnTo>
                  <a:lnTo>
                    <a:pt x="205422" y="935123"/>
                  </a:lnTo>
                  <a:lnTo>
                    <a:pt x="211128" y="820010"/>
                  </a:lnTo>
                  <a:lnTo>
                    <a:pt x="216834" y="789997"/>
                  </a:lnTo>
                  <a:lnTo>
                    <a:pt x="222540" y="791166"/>
                  </a:lnTo>
                  <a:lnTo>
                    <a:pt x="228247" y="794755"/>
                  </a:lnTo>
                  <a:lnTo>
                    <a:pt x="233953" y="902800"/>
                  </a:lnTo>
                  <a:lnTo>
                    <a:pt x="239659" y="1095164"/>
                  </a:lnTo>
                  <a:lnTo>
                    <a:pt x="245365" y="1280129"/>
                  </a:lnTo>
                  <a:lnTo>
                    <a:pt x="251071" y="1382284"/>
                  </a:lnTo>
                  <a:lnTo>
                    <a:pt x="256778" y="1375826"/>
                  </a:lnTo>
                  <a:lnTo>
                    <a:pt x="262484" y="1250765"/>
                  </a:lnTo>
                  <a:lnTo>
                    <a:pt x="268190" y="1100211"/>
                  </a:lnTo>
                  <a:lnTo>
                    <a:pt x="273896" y="979606"/>
                  </a:lnTo>
                  <a:lnTo>
                    <a:pt x="279602" y="871971"/>
                  </a:lnTo>
                  <a:lnTo>
                    <a:pt x="285308" y="730441"/>
                  </a:lnTo>
                  <a:lnTo>
                    <a:pt x="291015" y="606929"/>
                  </a:lnTo>
                  <a:lnTo>
                    <a:pt x="296721" y="569304"/>
                  </a:lnTo>
                  <a:lnTo>
                    <a:pt x="302427" y="571964"/>
                  </a:lnTo>
                  <a:lnTo>
                    <a:pt x="308133" y="556586"/>
                  </a:lnTo>
                  <a:lnTo>
                    <a:pt x="313839" y="595599"/>
                  </a:lnTo>
                  <a:lnTo>
                    <a:pt x="319545" y="689535"/>
                  </a:lnTo>
                  <a:lnTo>
                    <a:pt x="325252" y="804241"/>
                  </a:lnTo>
                  <a:lnTo>
                    <a:pt x="330958" y="844628"/>
                  </a:lnTo>
                  <a:lnTo>
                    <a:pt x="336664" y="852197"/>
                  </a:lnTo>
                  <a:lnTo>
                    <a:pt x="342370" y="855341"/>
                  </a:lnTo>
                  <a:lnTo>
                    <a:pt x="348076" y="786906"/>
                  </a:lnTo>
                  <a:lnTo>
                    <a:pt x="353783" y="720518"/>
                  </a:lnTo>
                  <a:lnTo>
                    <a:pt x="359489" y="694243"/>
                  </a:lnTo>
                  <a:lnTo>
                    <a:pt x="365195" y="716280"/>
                  </a:lnTo>
                  <a:lnTo>
                    <a:pt x="370901" y="752165"/>
                  </a:lnTo>
                  <a:lnTo>
                    <a:pt x="376607" y="756025"/>
                  </a:lnTo>
                  <a:lnTo>
                    <a:pt x="382313" y="742825"/>
                  </a:lnTo>
                  <a:lnTo>
                    <a:pt x="388020" y="735677"/>
                  </a:lnTo>
                  <a:lnTo>
                    <a:pt x="393726" y="695845"/>
                  </a:lnTo>
                  <a:lnTo>
                    <a:pt x="399432" y="630691"/>
                  </a:lnTo>
                  <a:lnTo>
                    <a:pt x="405138" y="600978"/>
                  </a:lnTo>
                  <a:lnTo>
                    <a:pt x="410844" y="581699"/>
                  </a:lnTo>
                  <a:lnTo>
                    <a:pt x="416551" y="590985"/>
                  </a:lnTo>
                  <a:lnTo>
                    <a:pt x="422257" y="676560"/>
                  </a:lnTo>
                  <a:lnTo>
                    <a:pt x="427963" y="740191"/>
                  </a:lnTo>
                  <a:lnTo>
                    <a:pt x="433669" y="850917"/>
                  </a:lnTo>
                  <a:lnTo>
                    <a:pt x="439375" y="992284"/>
                  </a:lnTo>
                  <a:lnTo>
                    <a:pt x="445081" y="1146214"/>
                  </a:lnTo>
                  <a:lnTo>
                    <a:pt x="450788" y="1254891"/>
                  </a:lnTo>
                  <a:lnTo>
                    <a:pt x="456494" y="1287507"/>
                  </a:lnTo>
                  <a:lnTo>
                    <a:pt x="462200" y="1311221"/>
                  </a:lnTo>
                  <a:lnTo>
                    <a:pt x="467906" y="1245348"/>
                  </a:lnTo>
                  <a:lnTo>
                    <a:pt x="473612" y="1085069"/>
                  </a:lnTo>
                  <a:lnTo>
                    <a:pt x="479318" y="992353"/>
                  </a:lnTo>
                  <a:lnTo>
                    <a:pt x="485025" y="886894"/>
                  </a:lnTo>
                  <a:lnTo>
                    <a:pt x="490731" y="782236"/>
                  </a:lnTo>
                  <a:lnTo>
                    <a:pt x="496437" y="777813"/>
                  </a:lnTo>
                  <a:lnTo>
                    <a:pt x="502143" y="784845"/>
                  </a:lnTo>
                  <a:lnTo>
                    <a:pt x="507849" y="753568"/>
                  </a:lnTo>
                  <a:lnTo>
                    <a:pt x="513556" y="714559"/>
                  </a:lnTo>
                  <a:lnTo>
                    <a:pt x="519262" y="783979"/>
                  </a:lnTo>
                  <a:lnTo>
                    <a:pt x="524968" y="841465"/>
                  </a:lnTo>
                  <a:lnTo>
                    <a:pt x="530674" y="859731"/>
                  </a:lnTo>
                  <a:lnTo>
                    <a:pt x="536380" y="990213"/>
                  </a:lnTo>
                  <a:lnTo>
                    <a:pt x="542086" y="1319023"/>
                  </a:lnTo>
                  <a:lnTo>
                    <a:pt x="547793" y="1515977"/>
                  </a:lnTo>
                  <a:lnTo>
                    <a:pt x="553499" y="1540685"/>
                  </a:lnTo>
                  <a:lnTo>
                    <a:pt x="559205" y="1586987"/>
                  </a:lnTo>
                  <a:lnTo>
                    <a:pt x="564911" y="1696721"/>
                  </a:lnTo>
                  <a:lnTo>
                    <a:pt x="570617" y="1741660"/>
                  </a:lnTo>
                  <a:lnTo>
                    <a:pt x="576323" y="1674221"/>
                  </a:lnTo>
                  <a:lnTo>
                    <a:pt x="582030" y="1636637"/>
                  </a:lnTo>
                  <a:lnTo>
                    <a:pt x="587736" y="1664650"/>
                  </a:lnTo>
                  <a:lnTo>
                    <a:pt x="593442" y="1755370"/>
                  </a:lnTo>
                  <a:lnTo>
                    <a:pt x="599148" y="1808006"/>
                  </a:lnTo>
                  <a:lnTo>
                    <a:pt x="604854" y="1845299"/>
                  </a:lnTo>
                  <a:lnTo>
                    <a:pt x="610561" y="1886382"/>
                  </a:lnTo>
                  <a:lnTo>
                    <a:pt x="616267" y="2018918"/>
                  </a:lnTo>
                  <a:lnTo>
                    <a:pt x="621973" y="2135257"/>
                  </a:lnTo>
                  <a:lnTo>
                    <a:pt x="627679" y="2124997"/>
                  </a:lnTo>
                  <a:lnTo>
                    <a:pt x="633385" y="2048507"/>
                  </a:lnTo>
                  <a:lnTo>
                    <a:pt x="639091" y="1939731"/>
                  </a:lnTo>
                  <a:lnTo>
                    <a:pt x="644798" y="1795712"/>
                  </a:lnTo>
                  <a:lnTo>
                    <a:pt x="650504" y="1663661"/>
                  </a:lnTo>
                  <a:lnTo>
                    <a:pt x="656210" y="1605472"/>
                  </a:lnTo>
                  <a:lnTo>
                    <a:pt x="661916" y="1651556"/>
                  </a:lnTo>
                  <a:lnTo>
                    <a:pt x="667622" y="1747843"/>
                  </a:lnTo>
                  <a:lnTo>
                    <a:pt x="673329" y="1888777"/>
                  </a:lnTo>
                  <a:lnTo>
                    <a:pt x="679035" y="2079709"/>
                  </a:lnTo>
                  <a:lnTo>
                    <a:pt x="684741" y="2237699"/>
                  </a:lnTo>
                  <a:lnTo>
                    <a:pt x="690447" y="2343016"/>
                  </a:lnTo>
                  <a:lnTo>
                    <a:pt x="696153" y="2454518"/>
                  </a:lnTo>
                  <a:lnTo>
                    <a:pt x="701859" y="2597815"/>
                  </a:lnTo>
                  <a:lnTo>
                    <a:pt x="707566" y="2699682"/>
                  </a:lnTo>
                  <a:lnTo>
                    <a:pt x="713272" y="2666074"/>
                  </a:lnTo>
                  <a:lnTo>
                    <a:pt x="718978" y="2565566"/>
                  </a:lnTo>
                  <a:lnTo>
                    <a:pt x="724684" y="2558136"/>
                  </a:lnTo>
                  <a:lnTo>
                    <a:pt x="730390" y="2594621"/>
                  </a:lnTo>
                  <a:lnTo>
                    <a:pt x="736096" y="2623130"/>
                  </a:lnTo>
                  <a:lnTo>
                    <a:pt x="741803" y="2671039"/>
                  </a:lnTo>
                  <a:lnTo>
                    <a:pt x="747509" y="2753900"/>
                  </a:lnTo>
                  <a:lnTo>
                    <a:pt x="753215" y="2853460"/>
                  </a:lnTo>
                  <a:lnTo>
                    <a:pt x="758921" y="2968788"/>
                  </a:lnTo>
                  <a:lnTo>
                    <a:pt x="764627" y="2989730"/>
                  </a:lnTo>
                  <a:lnTo>
                    <a:pt x="770334" y="2891652"/>
                  </a:lnTo>
                  <a:lnTo>
                    <a:pt x="776040" y="2769082"/>
                  </a:lnTo>
                  <a:lnTo>
                    <a:pt x="781746" y="2772655"/>
                  </a:lnTo>
                  <a:lnTo>
                    <a:pt x="787452" y="2699617"/>
                  </a:lnTo>
                  <a:lnTo>
                    <a:pt x="793158" y="2518495"/>
                  </a:lnTo>
                  <a:lnTo>
                    <a:pt x="798864" y="2431496"/>
                  </a:lnTo>
                  <a:lnTo>
                    <a:pt x="804571" y="2494787"/>
                  </a:lnTo>
                  <a:lnTo>
                    <a:pt x="810277" y="2540006"/>
                  </a:lnTo>
                  <a:lnTo>
                    <a:pt x="815983" y="2483405"/>
                  </a:lnTo>
                  <a:lnTo>
                    <a:pt x="821689" y="2476651"/>
                  </a:lnTo>
                  <a:lnTo>
                    <a:pt x="827395" y="2478808"/>
                  </a:lnTo>
                  <a:lnTo>
                    <a:pt x="833102" y="2429808"/>
                  </a:lnTo>
                  <a:lnTo>
                    <a:pt x="838808" y="2381229"/>
                  </a:lnTo>
                  <a:lnTo>
                    <a:pt x="844514" y="2375680"/>
                  </a:lnTo>
                  <a:lnTo>
                    <a:pt x="850220" y="2390500"/>
                  </a:lnTo>
                  <a:lnTo>
                    <a:pt x="855926" y="2454898"/>
                  </a:lnTo>
                  <a:lnTo>
                    <a:pt x="861632" y="2566942"/>
                  </a:lnTo>
                  <a:lnTo>
                    <a:pt x="867339" y="2603563"/>
                  </a:lnTo>
                  <a:lnTo>
                    <a:pt x="873045" y="2489219"/>
                  </a:lnTo>
                  <a:lnTo>
                    <a:pt x="878751" y="2338785"/>
                  </a:lnTo>
                  <a:lnTo>
                    <a:pt x="884457" y="2198889"/>
                  </a:lnTo>
                  <a:lnTo>
                    <a:pt x="890163" y="2122334"/>
                  </a:lnTo>
                  <a:lnTo>
                    <a:pt x="895869" y="2128281"/>
                  </a:lnTo>
                  <a:lnTo>
                    <a:pt x="901576" y="2220115"/>
                  </a:lnTo>
                  <a:lnTo>
                    <a:pt x="907282" y="2362026"/>
                  </a:lnTo>
                  <a:lnTo>
                    <a:pt x="912988" y="2479631"/>
                  </a:lnTo>
                  <a:lnTo>
                    <a:pt x="918694" y="2593857"/>
                  </a:lnTo>
                  <a:lnTo>
                    <a:pt x="924400" y="2642931"/>
                  </a:lnTo>
                  <a:lnTo>
                    <a:pt x="930107" y="2560778"/>
                  </a:lnTo>
                  <a:lnTo>
                    <a:pt x="935813" y="2470826"/>
                  </a:lnTo>
                  <a:lnTo>
                    <a:pt x="941519" y="2401091"/>
                  </a:lnTo>
                  <a:lnTo>
                    <a:pt x="947225" y="2396956"/>
                  </a:lnTo>
                  <a:lnTo>
                    <a:pt x="952931" y="2436108"/>
                  </a:lnTo>
                  <a:lnTo>
                    <a:pt x="958637" y="2450245"/>
                  </a:lnTo>
                  <a:lnTo>
                    <a:pt x="964344" y="2488818"/>
                  </a:lnTo>
                  <a:lnTo>
                    <a:pt x="970050" y="2604800"/>
                  </a:lnTo>
                  <a:lnTo>
                    <a:pt x="975756" y="2705281"/>
                  </a:lnTo>
                  <a:lnTo>
                    <a:pt x="981462" y="2704187"/>
                  </a:lnTo>
                  <a:lnTo>
                    <a:pt x="987168" y="2673310"/>
                  </a:lnTo>
                  <a:lnTo>
                    <a:pt x="992874" y="2665750"/>
                  </a:lnTo>
                  <a:lnTo>
                    <a:pt x="998581" y="2733218"/>
                  </a:lnTo>
                  <a:lnTo>
                    <a:pt x="1004287" y="2647948"/>
                  </a:lnTo>
                  <a:lnTo>
                    <a:pt x="1009993" y="2512694"/>
                  </a:lnTo>
                  <a:lnTo>
                    <a:pt x="1015699" y="2541538"/>
                  </a:lnTo>
                  <a:lnTo>
                    <a:pt x="1021405" y="2541250"/>
                  </a:lnTo>
                  <a:lnTo>
                    <a:pt x="1027112" y="2513747"/>
                  </a:lnTo>
                  <a:lnTo>
                    <a:pt x="1032818" y="2407748"/>
                  </a:lnTo>
                  <a:lnTo>
                    <a:pt x="1038524" y="2385657"/>
                  </a:lnTo>
                  <a:lnTo>
                    <a:pt x="1044230" y="2471481"/>
                  </a:lnTo>
                  <a:lnTo>
                    <a:pt x="1049936" y="2486223"/>
                  </a:lnTo>
                  <a:lnTo>
                    <a:pt x="1055642" y="2493974"/>
                  </a:lnTo>
                  <a:lnTo>
                    <a:pt x="1061349" y="2513811"/>
                  </a:lnTo>
                  <a:lnTo>
                    <a:pt x="1067055" y="2513099"/>
                  </a:lnTo>
                  <a:lnTo>
                    <a:pt x="1072761" y="2427024"/>
                  </a:lnTo>
                  <a:lnTo>
                    <a:pt x="1078467" y="2350262"/>
                  </a:lnTo>
                  <a:lnTo>
                    <a:pt x="1084173" y="2323612"/>
                  </a:lnTo>
                  <a:lnTo>
                    <a:pt x="1089880" y="2244321"/>
                  </a:lnTo>
                  <a:lnTo>
                    <a:pt x="1095586" y="2212763"/>
                  </a:lnTo>
                  <a:lnTo>
                    <a:pt x="1101292" y="2168803"/>
                  </a:lnTo>
                  <a:lnTo>
                    <a:pt x="1106998" y="2117074"/>
                  </a:lnTo>
                  <a:lnTo>
                    <a:pt x="1112704" y="2095479"/>
                  </a:lnTo>
                  <a:lnTo>
                    <a:pt x="1118410" y="1991267"/>
                  </a:lnTo>
                  <a:lnTo>
                    <a:pt x="1124117" y="1918009"/>
                  </a:lnTo>
                  <a:lnTo>
                    <a:pt x="1129823" y="1861028"/>
                  </a:lnTo>
                  <a:lnTo>
                    <a:pt x="1135529" y="1866266"/>
                  </a:lnTo>
                  <a:lnTo>
                    <a:pt x="1141235" y="1954063"/>
                  </a:lnTo>
                  <a:lnTo>
                    <a:pt x="1146941" y="1925868"/>
                  </a:lnTo>
                  <a:lnTo>
                    <a:pt x="1152647" y="1971434"/>
                  </a:lnTo>
                  <a:lnTo>
                    <a:pt x="1158354" y="2158509"/>
                  </a:lnTo>
                  <a:lnTo>
                    <a:pt x="1164060" y="2311415"/>
                  </a:lnTo>
                  <a:lnTo>
                    <a:pt x="1169766" y="2488201"/>
                  </a:lnTo>
                  <a:lnTo>
                    <a:pt x="1175472" y="2546602"/>
                  </a:lnTo>
                  <a:lnTo>
                    <a:pt x="1181178" y="2663741"/>
                  </a:lnTo>
                  <a:lnTo>
                    <a:pt x="1186885" y="2746930"/>
                  </a:lnTo>
                  <a:lnTo>
                    <a:pt x="1192591" y="2675409"/>
                  </a:lnTo>
                  <a:lnTo>
                    <a:pt x="1198297" y="2611255"/>
                  </a:lnTo>
                  <a:lnTo>
                    <a:pt x="1204003" y="2539017"/>
                  </a:lnTo>
                  <a:lnTo>
                    <a:pt x="1209709" y="2558784"/>
                  </a:lnTo>
                  <a:lnTo>
                    <a:pt x="1215415" y="2549810"/>
                  </a:lnTo>
                  <a:lnTo>
                    <a:pt x="1221122" y="2545585"/>
                  </a:lnTo>
                  <a:lnTo>
                    <a:pt x="1226828" y="2671358"/>
                  </a:lnTo>
                  <a:lnTo>
                    <a:pt x="1232534" y="2793151"/>
                  </a:lnTo>
                  <a:lnTo>
                    <a:pt x="1238240" y="2876590"/>
                  </a:lnTo>
                  <a:lnTo>
                    <a:pt x="1243946" y="2915816"/>
                  </a:lnTo>
                  <a:lnTo>
                    <a:pt x="1249653" y="2919284"/>
                  </a:lnTo>
                  <a:lnTo>
                    <a:pt x="1255359" y="2932216"/>
                  </a:lnTo>
                  <a:lnTo>
                    <a:pt x="1261065" y="2886783"/>
                  </a:lnTo>
                  <a:lnTo>
                    <a:pt x="1266771" y="2810596"/>
                  </a:lnTo>
                  <a:lnTo>
                    <a:pt x="1272477" y="2707020"/>
                  </a:lnTo>
                  <a:lnTo>
                    <a:pt x="1278183" y="2585703"/>
                  </a:lnTo>
                  <a:lnTo>
                    <a:pt x="1283890" y="2461118"/>
                  </a:lnTo>
                  <a:lnTo>
                    <a:pt x="1289596" y="2253278"/>
                  </a:lnTo>
                  <a:lnTo>
                    <a:pt x="1295302" y="2038896"/>
                  </a:lnTo>
                  <a:lnTo>
                    <a:pt x="1301008" y="1850454"/>
                  </a:lnTo>
                  <a:lnTo>
                    <a:pt x="1306714" y="1662462"/>
                  </a:lnTo>
                  <a:lnTo>
                    <a:pt x="1312420" y="1537040"/>
                  </a:lnTo>
                  <a:lnTo>
                    <a:pt x="1318127" y="1512309"/>
                  </a:lnTo>
                  <a:lnTo>
                    <a:pt x="1323833" y="1521877"/>
                  </a:lnTo>
                  <a:lnTo>
                    <a:pt x="1329539" y="1568931"/>
                  </a:lnTo>
                  <a:lnTo>
                    <a:pt x="1335245" y="1655996"/>
                  </a:lnTo>
                  <a:lnTo>
                    <a:pt x="1340951" y="1785888"/>
                  </a:lnTo>
                  <a:lnTo>
                    <a:pt x="1346658" y="1876817"/>
                  </a:lnTo>
                  <a:lnTo>
                    <a:pt x="1352364" y="1902603"/>
                  </a:lnTo>
                  <a:lnTo>
                    <a:pt x="1358070" y="1908836"/>
                  </a:lnTo>
                  <a:lnTo>
                    <a:pt x="1363776" y="1909303"/>
                  </a:lnTo>
                  <a:lnTo>
                    <a:pt x="1369482" y="1899886"/>
                  </a:lnTo>
                  <a:lnTo>
                    <a:pt x="1375188" y="1857233"/>
                  </a:lnTo>
                  <a:lnTo>
                    <a:pt x="1380895" y="1904665"/>
                  </a:lnTo>
                  <a:lnTo>
                    <a:pt x="1386601" y="1893834"/>
                  </a:lnTo>
                  <a:lnTo>
                    <a:pt x="1392307" y="1913680"/>
                  </a:lnTo>
                  <a:lnTo>
                    <a:pt x="1398013" y="1939924"/>
                  </a:lnTo>
                  <a:lnTo>
                    <a:pt x="1403719" y="1948507"/>
                  </a:lnTo>
                  <a:lnTo>
                    <a:pt x="1409425" y="1991581"/>
                  </a:lnTo>
                  <a:lnTo>
                    <a:pt x="1415132" y="1948333"/>
                  </a:lnTo>
                  <a:lnTo>
                    <a:pt x="1420838" y="1984324"/>
                  </a:lnTo>
                  <a:lnTo>
                    <a:pt x="1426544" y="2043675"/>
                  </a:lnTo>
                  <a:lnTo>
                    <a:pt x="1432250" y="2011261"/>
                  </a:lnTo>
                  <a:lnTo>
                    <a:pt x="1437956" y="1981869"/>
                  </a:lnTo>
                  <a:lnTo>
                    <a:pt x="1443663" y="1953174"/>
                  </a:lnTo>
                  <a:lnTo>
                    <a:pt x="1449369" y="1979709"/>
                  </a:lnTo>
                  <a:lnTo>
                    <a:pt x="1455075" y="2007953"/>
                  </a:lnTo>
                  <a:lnTo>
                    <a:pt x="1460781" y="2038041"/>
                  </a:lnTo>
                  <a:lnTo>
                    <a:pt x="1466487" y="2048534"/>
                  </a:lnTo>
                  <a:lnTo>
                    <a:pt x="1472193" y="1998278"/>
                  </a:lnTo>
                  <a:lnTo>
                    <a:pt x="1477900" y="1987537"/>
                  </a:lnTo>
                  <a:lnTo>
                    <a:pt x="1483606" y="1982320"/>
                  </a:lnTo>
                  <a:lnTo>
                    <a:pt x="1489312" y="2000759"/>
                  </a:lnTo>
                  <a:lnTo>
                    <a:pt x="1495018" y="2024259"/>
                  </a:lnTo>
                  <a:lnTo>
                    <a:pt x="1500724" y="2104027"/>
                  </a:lnTo>
                  <a:lnTo>
                    <a:pt x="1506431" y="2274348"/>
                  </a:lnTo>
                  <a:lnTo>
                    <a:pt x="1512137" y="2493357"/>
                  </a:lnTo>
                  <a:lnTo>
                    <a:pt x="1517843" y="2664545"/>
                  </a:lnTo>
                  <a:lnTo>
                    <a:pt x="1523549" y="2709842"/>
                  </a:lnTo>
                  <a:lnTo>
                    <a:pt x="1529255" y="2734518"/>
                  </a:lnTo>
                  <a:lnTo>
                    <a:pt x="1534961" y="2768152"/>
                  </a:lnTo>
                  <a:lnTo>
                    <a:pt x="1540668" y="2808999"/>
                  </a:lnTo>
                  <a:lnTo>
                    <a:pt x="1546374" y="2809288"/>
                  </a:lnTo>
                  <a:lnTo>
                    <a:pt x="1552080" y="2814727"/>
                  </a:lnTo>
                  <a:lnTo>
                    <a:pt x="1557786" y="2873003"/>
                  </a:lnTo>
                  <a:lnTo>
                    <a:pt x="1563492" y="2926051"/>
                  </a:lnTo>
                  <a:lnTo>
                    <a:pt x="1569198" y="2960695"/>
                  </a:lnTo>
                  <a:lnTo>
                    <a:pt x="1574905" y="2985649"/>
                  </a:lnTo>
                  <a:lnTo>
                    <a:pt x="1580611" y="2981636"/>
                  </a:lnTo>
                  <a:lnTo>
                    <a:pt x="1586317" y="2954303"/>
                  </a:lnTo>
                  <a:lnTo>
                    <a:pt x="1592023" y="2962064"/>
                  </a:lnTo>
                  <a:lnTo>
                    <a:pt x="1597729" y="2969883"/>
                  </a:lnTo>
                  <a:lnTo>
                    <a:pt x="1603436" y="3018828"/>
                  </a:lnTo>
                  <a:lnTo>
                    <a:pt x="1609142" y="3027168"/>
                  </a:lnTo>
                  <a:lnTo>
                    <a:pt x="1614848" y="2988162"/>
                  </a:lnTo>
                  <a:lnTo>
                    <a:pt x="1620554" y="2914317"/>
                  </a:lnTo>
                  <a:lnTo>
                    <a:pt x="1626260" y="2849175"/>
                  </a:lnTo>
                  <a:lnTo>
                    <a:pt x="1631966" y="2827265"/>
                  </a:lnTo>
                  <a:lnTo>
                    <a:pt x="1637673" y="2695760"/>
                  </a:lnTo>
                  <a:lnTo>
                    <a:pt x="1643379" y="2681825"/>
                  </a:lnTo>
                  <a:lnTo>
                    <a:pt x="1649085" y="2729413"/>
                  </a:lnTo>
                  <a:lnTo>
                    <a:pt x="1654791" y="2840693"/>
                  </a:lnTo>
                  <a:lnTo>
                    <a:pt x="1660497" y="2919073"/>
                  </a:lnTo>
                  <a:lnTo>
                    <a:pt x="1666204" y="2967646"/>
                  </a:lnTo>
                  <a:lnTo>
                    <a:pt x="1671910" y="3078342"/>
                  </a:lnTo>
                  <a:lnTo>
                    <a:pt x="1677616" y="3094022"/>
                  </a:lnTo>
                  <a:lnTo>
                    <a:pt x="1683322" y="3116915"/>
                  </a:lnTo>
                  <a:lnTo>
                    <a:pt x="1689028" y="3116972"/>
                  </a:lnTo>
                  <a:lnTo>
                    <a:pt x="1689028" y="3116972"/>
                  </a:lnTo>
                  <a:lnTo>
                    <a:pt x="1694734" y="3094925"/>
                  </a:lnTo>
                  <a:lnTo>
                    <a:pt x="1700441" y="3013280"/>
                  </a:lnTo>
                  <a:lnTo>
                    <a:pt x="1706147" y="3017732"/>
                  </a:lnTo>
                  <a:lnTo>
                    <a:pt x="1711853" y="2989631"/>
                  </a:lnTo>
                  <a:lnTo>
                    <a:pt x="1717559" y="2913805"/>
                  </a:lnTo>
                  <a:lnTo>
                    <a:pt x="1723265" y="2859305"/>
                  </a:lnTo>
                  <a:lnTo>
                    <a:pt x="1728971" y="2918130"/>
                  </a:lnTo>
                  <a:lnTo>
                    <a:pt x="1734678" y="2955509"/>
                  </a:lnTo>
                  <a:lnTo>
                    <a:pt x="1740384" y="2980425"/>
                  </a:lnTo>
                  <a:lnTo>
                    <a:pt x="1746090" y="2992769"/>
                  </a:lnTo>
                  <a:lnTo>
                    <a:pt x="1751796" y="3016155"/>
                  </a:lnTo>
                  <a:lnTo>
                    <a:pt x="1757502" y="2991618"/>
                  </a:lnTo>
                  <a:lnTo>
                    <a:pt x="1763209" y="2986361"/>
                  </a:lnTo>
                  <a:lnTo>
                    <a:pt x="1768915" y="3063468"/>
                  </a:lnTo>
                  <a:lnTo>
                    <a:pt x="1774621" y="3116972"/>
                  </a:lnTo>
                  <a:lnTo>
                    <a:pt x="1774621" y="3116972"/>
                  </a:lnTo>
                  <a:lnTo>
                    <a:pt x="1780327" y="3116972"/>
                  </a:lnTo>
                  <a:lnTo>
                    <a:pt x="1786033" y="3116972"/>
                  </a:lnTo>
                  <a:lnTo>
                    <a:pt x="1791739" y="3116972"/>
                  </a:lnTo>
                  <a:lnTo>
                    <a:pt x="1797446" y="3116972"/>
                  </a:lnTo>
                  <a:lnTo>
                    <a:pt x="1803152" y="3116972"/>
                  </a:lnTo>
                  <a:lnTo>
                    <a:pt x="1808858" y="3116972"/>
                  </a:lnTo>
                  <a:lnTo>
                    <a:pt x="1814564" y="3116972"/>
                  </a:lnTo>
                  <a:lnTo>
                    <a:pt x="1820270" y="3116972"/>
                  </a:lnTo>
                  <a:lnTo>
                    <a:pt x="1825976" y="3105785"/>
                  </a:lnTo>
                  <a:lnTo>
                    <a:pt x="1831683" y="3095811"/>
                  </a:lnTo>
                  <a:lnTo>
                    <a:pt x="1837389" y="3116972"/>
                  </a:lnTo>
                  <a:lnTo>
                    <a:pt x="1837389" y="3116972"/>
                  </a:lnTo>
                  <a:lnTo>
                    <a:pt x="1843095" y="3116972"/>
                  </a:lnTo>
                  <a:lnTo>
                    <a:pt x="1848801" y="3116972"/>
                  </a:lnTo>
                  <a:lnTo>
                    <a:pt x="1854507" y="3116972"/>
                  </a:lnTo>
                  <a:lnTo>
                    <a:pt x="1860214" y="3070541"/>
                  </a:lnTo>
                  <a:lnTo>
                    <a:pt x="1865920" y="3013309"/>
                  </a:lnTo>
                  <a:lnTo>
                    <a:pt x="1871626" y="2992065"/>
                  </a:lnTo>
                  <a:lnTo>
                    <a:pt x="1877332" y="3000551"/>
                  </a:lnTo>
                  <a:lnTo>
                    <a:pt x="1883038" y="2985841"/>
                  </a:lnTo>
                  <a:lnTo>
                    <a:pt x="1888744" y="2887426"/>
                  </a:lnTo>
                  <a:lnTo>
                    <a:pt x="1894451" y="2808360"/>
                  </a:lnTo>
                  <a:lnTo>
                    <a:pt x="1900157" y="2812931"/>
                  </a:lnTo>
                  <a:lnTo>
                    <a:pt x="1905863" y="2789871"/>
                  </a:lnTo>
                  <a:lnTo>
                    <a:pt x="1911569" y="2759064"/>
                  </a:lnTo>
                  <a:lnTo>
                    <a:pt x="1917275" y="2782346"/>
                  </a:lnTo>
                  <a:lnTo>
                    <a:pt x="1922982" y="2937392"/>
                  </a:lnTo>
                  <a:lnTo>
                    <a:pt x="1928688" y="3093933"/>
                  </a:lnTo>
                  <a:lnTo>
                    <a:pt x="1934394" y="3116972"/>
                  </a:lnTo>
                  <a:lnTo>
                    <a:pt x="1934394" y="3116972"/>
                  </a:lnTo>
                  <a:lnTo>
                    <a:pt x="1940100" y="3087285"/>
                  </a:lnTo>
                  <a:lnTo>
                    <a:pt x="1945806" y="3097654"/>
                  </a:lnTo>
                  <a:lnTo>
                    <a:pt x="1951512" y="3101598"/>
                  </a:lnTo>
                  <a:lnTo>
                    <a:pt x="1957219" y="3044203"/>
                  </a:lnTo>
                  <a:lnTo>
                    <a:pt x="1962925" y="3009430"/>
                  </a:lnTo>
                  <a:lnTo>
                    <a:pt x="1968631" y="3027032"/>
                  </a:lnTo>
                  <a:lnTo>
                    <a:pt x="1974337" y="3069783"/>
                  </a:lnTo>
                  <a:lnTo>
                    <a:pt x="1980043" y="3059414"/>
                  </a:lnTo>
                  <a:lnTo>
                    <a:pt x="1985749" y="3013578"/>
                  </a:lnTo>
                  <a:lnTo>
                    <a:pt x="1991456" y="2964381"/>
                  </a:lnTo>
                  <a:lnTo>
                    <a:pt x="1997162" y="2858707"/>
                  </a:lnTo>
                  <a:lnTo>
                    <a:pt x="2002868" y="2750870"/>
                  </a:lnTo>
                  <a:lnTo>
                    <a:pt x="2008574" y="2738594"/>
                  </a:lnTo>
                  <a:lnTo>
                    <a:pt x="2014280" y="2763966"/>
                  </a:lnTo>
                  <a:lnTo>
                    <a:pt x="2019987" y="2832946"/>
                  </a:lnTo>
                  <a:lnTo>
                    <a:pt x="2025693" y="2940694"/>
                  </a:lnTo>
                  <a:lnTo>
                    <a:pt x="2031399" y="3060515"/>
                  </a:lnTo>
                  <a:lnTo>
                    <a:pt x="2037105" y="3116972"/>
                  </a:lnTo>
                  <a:lnTo>
                    <a:pt x="2037105" y="3116972"/>
                  </a:lnTo>
                  <a:lnTo>
                    <a:pt x="2042811" y="3116972"/>
                  </a:lnTo>
                  <a:lnTo>
                    <a:pt x="2048517" y="3116972"/>
                  </a:lnTo>
                  <a:lnTo>
                    <a:pt x="2054224" y="3100570"/>
                  </a:lnTo>
                  <a:lnTo>
                    <a:pt x="2059930" y="3089434"/>
                  </a:lnTo>
                  <a:lnTo>
                    <a:pt x="2065636" y="3043002"/>
                  </a:lnTo>
                  <a:lnTo>
                    <a:pt x="2071342" y="2999387"/>
                  </a:lnTo>
                  <a:lnTo>
                    <a:pt x="2077048" y="2972146"/>
                  </a:lnTo>
                  <a:lnTo>
                    <a:pt x="2082755" y="2973556"/>
                  </a:lnTo>
                  <a:lnTo>
                    <a:pt x="2088461" y="2918725"/>
                  </a:lnTo>
                  <a:lnTo>
                    <a:pt x="2094167" y="2823312"/>
                  </a:lnTo>
                  <a:lnTo>
                    <a:pt x="2099873" y="2848411"/>
                  </a:lnTo>
                  <a:lnTo>
                    <a:pt x="2105579" y="2864553"/>
                  </a:lnTo>
                  <a:lnTo>
                    <a:pt x="2111285" y="2857026"/>
                  </a:lnTo>
                  <a:lnTo>
                    <a:pt x="2116992" y="2903373"/>
                  </a:lnTo>
                  <a:lnTo>
                    <a:pt x="2122698" y="3015080"/>
                  </a:lnTo>
                  <a:lnTo>
                    <a:pt x="2128404" y="3116972"/>
                  </a:lnTo>
                  <a:lnTo>
                    <a:pt x="2128404" y="3116972"/>
                  </a:lnTo>
                  <a:lnTo>
                    <a:pt x="2134110" y="3116972"/>
                  </a:lnTo>
                  <a:lnTo>
                    <a:pt x="2139816" y="3107954"/>
                  </a:lnTo>
                  <a:lnTo>
                    <a:pt x="2145522" y="3093395"/>
                  </a:lnTo>
                  <a:lnTo>
                    <a:pt x="2151229" y="3046360"/>
                  </a:lnTo>
                  <a:lnTo>
                    <a:pt x="2156935" y="2968500"/>
                  </a:lnTo>
                  <a:lnTo>
                    <a:pt x="2162641" y="2931945"/>
                  </a:lnTo>
                  <a:lnTo>
                    <a:pt x="2168347" y="2937857"/>
                  </a:lnTo>
                  <a:lnTo>
                    <a:pt x="2174053" y="2931301"/>
                  </a:lnTo>
                  <a:lnTo>
                    <a:pt x="2179760" y="2883262"/>
                  </a:lnTo>
                  <a:lnTo>
                    <a:pt x="2185466" y="2898796"/>
                  </a:lnTo>
                  <a:lnTo>
                    <a:pt x="2191172" y="2934965"/>
                  </a:lnTo>
                  <a:lnTo>
                    <a:pt x="2196878" y="2922059"/>
                  </a:lnTo>
                  <a:lnTo>
                    <a:pt x="2202584" y="2929767"/>
                  </a:lnTo>
                  <a:lnTo>
                    <a:pt x="2208290" y="2930844"/>
                  </a:lnTo>
                  <a:lnTo>
                    <a:pt x="2213997" y="2954674"/>
                  </a:lnTo>
                  <a:lnTo>
                    <a:pt x="2219703" y="2942631"/>
                  </a:lnTo>
                  <a:lnTo>
                    <a:pt x="2225409" y="2882624"/>
                  </a:lnTo>
                  <a:lnTo>
                    <a:pt x="2231115" y="2840991"/>
                  </a:lnTo>
                  <a:lnTo>
                    <a:pt x="2236821" y="2802253"/>
                  </a:lnTo>
                  <a:lnTo>
                    <a:pt x="2242527" y="2824501"/>
                  </a:lnTo>
                  <a:lnTo>
                    <a:pt x="2248234" y="2811400"/>
                  </a:lnTo>
                  <a:lnTo>
                    <a:pt x="2253940" y="2784548"/>
                  </a:lnTo>
                  <a:lnTo>
                    <a:pt x="2259646" y="2831584"/>
                  </a:lnTo>
                  <a:lnTo>
                    <a:pt x="2265352" y="2875438"/>
                  </a:lnTo>
                  <a:lnTo>
                    <a:pt x="2271058" y="2906468"/>
                  </a:lnTo>
                  <a:lnTo>
                    <a:pt x="2276765" y="2925502"/>
                  </a:lnTo>
                  <a:lnTo>
                    <a:pt x="2282471" y="2987397"/>
                  </a:lnTo>
                  <a:lnTo>
                    <a:pt x="2288177" y="3013283"/>
                  </a:lnTo>
                  <a:lnTo>
                    <a:pt x="2293883" y="2999596"/>
                  </a:lnTo>
                  <a:lnTo>
                    <a:pt x="2299589" y="3021706"/>
                  </a:lnTo>
                  <a:lnTo>
                    <a:pt x="2305295" y="3004414"/>
                  </a:lnTo>
                  <a:lnTo>
                    <a:pt x="2311002" y="3025694"/>
                  </a:lnTo>
                  <a:lnTo>
                    <a:pt x="2316708" y="3013298"/>
                  </a:lnTo>
                  <a:lnTo>
                    <a:pt x="2322414" y="3024201"/>
                  </a:lnTo>
                  <a:lnTo>
                    <a:pt x="2328120" y="3048646"/>
                  </a:lnTo>
                  <a:lnTo>
                    <a:pt x="2333826" y="3037221"/>
                  </a:lnTo>
                  <a:lnTo>
                    <a:pt x="2339533" y="3054515"/>
                  </a:lnTo>
                  <a:lnTo>
                    <a:pt x="2345239" y="3033234"/>
                  </a:lnTo>
                  <a:lnTo>
                    <a:pt x="2350945" y="3027325"/>
                  </a:lnTo>
                  <a:lnTo>
                    <a:pt x="2356651" y="2985637"/>
                  </a:lnTo>
                  <a:lnTo>
                    <a:pt x="2362357" y="2988938"/>
                  </a:lnTo>
                  <a:lnTo>
                    <a:pt x="2368063" y="3009316"/>
                  </a:lnTo>
                  <a:lnTo>
                    <a:pt x="2373770" y="3030762"/>
                  </a:lnTo>
                  <a:lnTo>
                    <a:pt x="2379476" y="3010745"/>
                  </a:lnTo>
                  <a:lnTo>
                    <a:pt x="2385182" y="2976499"/>
                  </a:lnTo>
                  <a:lnTo>
                    <a:pt x="2390888" y="3007124"/>
                  </a:lnTo>
                  <a:lnTo>
                    <a:pt x="2396594" y="2922012"/>
                  </a:lnTo>
                  <a:lnTo>
                    <a:pt x="2402300" y="2762395"/>
                  </a:lnTo>
                  <a:lnTo>
                    <a:pt x="2408007" y="2608553"/>
                  </a:lnTo>
                  <a:lnTo>
                    <a:pt x="2413713" y="2574132"/>
                  </a:lnTo>
                  <a:lnTo>
                    <a:pt x="2419419" y="2654431"/>
                  </a:lnTo>
                  <a:lnTo>
                    <a:pt x="2425125" y="2668233"/>
                  </a:lnTo>
                  <a:lnTo>
                    <a:pt x="2430831" y="2729599"/>
                  </a:lnTo>
                  <a:lnTo>
                    <a:pt x="2436538" y="2845936"/>
                  </a:lnTo>
                  <a:lnTo>
                    <a:pt x="2442244" y="2926572"/>
                  </a:lnTo>
                  <a:lnTo>
                    <a:pt x="2447950" y="2954833"/>
                  </a:lnTo>
                  <a:lnTo>
                    <a:pt x="2453656" y="2945937"/>
                  </a:lnTo>
                  <a:lnTo>
                    <a:pt x="2459362" y="3029848"/>
                  </a:lnTo>
                  <a:lnTo>
                    <a:pt x="2465068" y="3083834"/>
                  </a:lnTo>
                  <a:lnTo>
                    <a:pt x="2470775" y="3106737"/>
                  </a:lnTo>
                  <a:lnTo>
                    <a:pt x="2476481" y="3116972"/>
                  </a:lnTo>
                  <a:lnTo>
                    <a:pt x="2476481" y="3116972"/>
                  </a:lnTo>
                  <a:lnTo>
                    <a:pt x="2482187" y="3116972"/>
                  </a:lnTo>
                  <a:lnTo>
                    <a:pt x="2487893" y="3116972"/>
                  </a:lnTo>
                  <a:lnTo>
                    <a:pt x="2493599" y="3072834"/>
                  </a:lnTo>
                  <a:lnTo>
                    <a:pt x="2499306" y="3000260"/>
                  </a:lnTo>
                  <a:lnTo>
                    <a:pt x="2505012" y="3023328"/>
                  </a:lnTo>
                  <a:lnTo>
                    <a:pt x="2510718" y="2989375"/>
                  </a:lnTo>
                  <a:lnTo>
                    <a:pt x="2516424" y="2970432"/>
                  </a:lnTo>
                  <a:lnTo>
                    <a:pt x="2522130" y="2965224"/>
                  </a:lnTo>
                  <a:lnTo>
                    <a:pt x="2527836" y="2953787"/>
                  </a:lnTo>
                  <a:lnTo>
                    <a:pt x="2533543" y="2981432"/>
                  </a:lnTo>
                  <a:lnTo>
                    <a:pt x="2539249" y="2933960"/>
                  </a:lnTo>
                  <a:lnTo>
                    <a:pt x="2544955" y="2896205"/>
                  </a:lnTo>
                  <a:lnTo>
                    <a:pt x="2550661" y="2844666"/>
                  </a:lnTo>
                  <a:lnTo>
                    <a:pt x="2556367" y="2817831"/>
                  </a:lnTo>
                  <a:lnTo>
                    <a:pt x="2562073" y="2853244"/>
                  </a:lnTo>
                  <a:lnTo>
                    <a:pt x="2567780" y="2851997"/>
                  </a:lnTo>
                  <a:lnTo>
                    <a:pt x="2573486" y="2875278"/>
                  </a:lnTo>
                  <a:lnTo>
                    <a:pt x="2579192" y="2952862"/>
                  </a:lnTo>
                  <a:lnTo>
                    <a:pt x="2584898" y="3064507"/>
                  </a:lnTo>
                  <a:lnTo>
                    <a:pt x="2590604" y="3116972"/>
                  </a:lnTo>
                  <a:lnTo>
                    <a:pt x="2590604" y="3116972"/>
                  </a:lnTo>
                  <a:lnTo>
                    <a:pt x="2596311" y="3116972"/>
                  </a:lnTo>
                  <a:lnTo>
                    <a:pt x="2602017" y="3116972"/>
                  </a:lnTo>
                  <a:lnTo>
                    <a:pt x="2607723" y="3116972"/>
                  </a:lnTo>
                  <a:lnTo>
                    <a:pt x="2613429" y="3116972"/>
                  </a:lnTo>
                  <a:lnTo>
                    <a:pt x="2619135" y="3116972"/>
                  </a:lnTo>
                  <a:lnTo>
                    <a:pt x="2624841" y="3112822"/>
                  </a:lnTo>
                  <a:lnTo>
                    <a:pt x="2630548" y="3073174"/>
                  </a:lnTo>
                  <a:lnTo>
                    <a:pt x="2636254" y="3090725"/>
                  </a:lnTo>
                  <a:lnTo>
                    <a:pt x="2641960" y="2966278"/>
                  </a:lnTo>
                  <a:lnTo>
                    <a:pt x="2647666" y="2865760"/>
                  </a:lnTo>
                  <a:lnTo>
                    <a:pt x="2653372" y="2870688"/>
                  </a:lnTo>
                  <a:lnTo>
                    <a:pt x="2659078" y="2906840"/>
                  </a:lnTo>
                  <a:lnTo>
                    <a:pt x="2664785" y="2912405"/>
                  </a:lnTo>
                  <a:lnTo>
                    <a:pt x="2670491" y="2897375"/>
                  </a:lnTo>
                  <a:lnTo>
                    <a:pt x="2676197" y="2964206"/>
                  </a:lnTo>
                  <a:lnTo>
                    <a:pt x="2681903" y="3045858"/>
                  </a:lnTo>
                  <a:lnTo>
                    <a:pt x="2687609" y="3099238"/>
                  </a:lnTo>
                  <a:lnTo>
                    <a:pt x="2693316" y="3094749"/>
                  </a:lnTo>
                  <a:lnTo>
                    <a:pt x="2699022" y="3061702"/>
                  </a:lnTo>
                  <a:lnTo>
                    <a:pt x="2704728" y="3056701"/>
                  </a:lnTo>
                  <a:lnTo>
                    <a:pt x="2710434" y="3086354"/>
                  </a:lnTo>
                  <a:lnTo>
                    <a:pt x="2716140" y="3041720"/>
                  </a:lnTo>
                  <a:lnTo>
                    <a:pt x="2721846" y="3014950"/>
                  </a:lnTo>
                  <a:lnTo>
                    <a:pt x="2727553" y="3035998"/>
                  </a:lnTo>
                  <a:lnTo>
                    <a:pt x="2733259" y="3043680"/>
                  </a:lnTo>
                  <a:lnTo>
                    <a:pt x="2738965" y="3043681"/>
                  </a:lnTo>
                  <a:lnTo>
                    <a:pt x="2744671" y="3049638"/>
                  </a:lnTo>
                  <a:lnTo>
                    <a:pt x="2750377" y="3094777"/>
                  </a:lnTo>
                  <a:lnTo>
                    <a:pt x="2756084" y="3085041"/>
                  </a:lnTo>
                  <a:lnTo>
                    <a:pt x="2761790" y="3061096"/>
                  </a:lnTo>
                  <a:lnTo>
                    <a:pt x="2767496" y="3036671"/>
                  </a:lnTo>
                  <a:lnTo>
                    <a:pt x="2773202" y="3019652"/>
                  </a:lnTo>
                  <a:lnTo>
                    <a:pt x="2778908" y="2974687"/>
                  </a:lnTo>
                  <a:lnTo>
                    <a:pt x="2784614" y="2941981"/>
                  </a:lnTo>
                  <a:lnTo>
                    <a:pt x="2790321" y="2962923"/>
                  </a:lnTo>
                  <a:lnTo>
                    <a:pt x="2796027" y="2898259"/>
                  </a:lnTo>
                  <a:lnTo>
                    <a:pt x="2801733" y="2870170"/>
                  </a:lnTo>
                  <a:lnTo>
                    <a:pt x="2807439" y="2796085"/>
                  </a:lnTo>
                  <a:lnTo>
                    <a:pt x="2813145" y="2750707"/>
                  </a:lnTo>
                  <a:lnTo>
                    <a:pt x="2818851" y="2752314"/>
                  </a:lnTo>
                  <a:lnTo>
                    <a:pt x="2824558" y="2731374"/>
                  </a:lnTo>
                  <a:lnTo>
                    <a:pt x="2830264" y="2803421"/>
                  </a:lnTo>
                  <a:lnTo>
                    <a:pt x="2835970" y="2889178"/>
                  </a:lnTo>
                  <a:lnTo>
                    <a:pt x="2841676" y="3028266"/>
                  </a:lnTo>
                  <a:lnTo>
                    <a:pt x="2847382" y="3078594"/>
                  </a:lnTo>
                  <a:lnTo>
                    <a:pt x="2853089" y="3061819"/>
                  </a:lnTo>
                  <a:lnTo>
                    <a:pt x="2858795" y="3020636"/>
                  </a:lnTo>
                  <a:lnTo>
                    <a:pt x="2864501" y="2953500"/>
                  </a:lnTo>
                  <a:lnTo>
                    <a:pt x="2870207" y="2902917"/>
                  </a:lnTo>
                  <a:lnTo>
                    <a:pt x="2875913" y="2828729"/>
                  </a:lnTo>
                  <a:lnTo>
                    <a:pt x="2881619" y="2833761"/>
                  </a:lnTo>
                  <a:lnTo>
                    <a:pt x="2887326" y="2870805"/>
                  </a:lnTo>
                  <a:lnTo>
                    <a:pt x="2893032" y="2931608"/>
                  </a:lnTo>
                  <a:lnTo>
                    <a:pt x="2898738" y="3027251"/>
                  </a:lnTo>
                  <a:lnTo>
                    <a:pt x="2904444" y="3044590"/>
                  </a:lnTo>
                  <a:lnTo>
                    <a:pt x="2910150" y="3070793"/>
                  </a:lnTo>
                  <a:lnTo>
                    <a:pt x="2915857" y="3088617"/>
                  </a:lnTo>
                  <a:lnTo>
                    <a:pt x="2921563" y="3073152"/>
                  </a:lnTo>
                  <a:lnTo>
                    <a:pt x="2927269" y="3005946"/>
                  </a:lnTo>
                  <a:lnTo>
                    <a:pt x="2932975" y="2866518"/>
                  </a:lnTo>
                  <a:lnTo>
                    <a:pt x="2938681" y="2816404"/>
                  </a:lnTo>
                  <a:lnTo>
                    <a:pt x="2944387" y="2802560"/>
                  </a:lnTo>
                  <a:lnTo>
                    <a:pt x="2950094" y="2811796"/>
                  </a:lnTo>
                  <a:lnTo>
                    <a:pt x="2955800" y="2836427"/>
                  </a:lnTo>
                  <a:lnTo>
                    <a:pt x="2961506" y="2794375"/>
                  </a:lnTo>
                  <a:lnTo>
                    <a:pt x="2967212" y="2844877"/>
                  </a:lnTo>
                  <a:lnTo>
                    <a:pt x="2972918" y="2842850"/>
                  </a:lnTo>
                  <a:lnTo>
                    <a:pt x="2978624" y="2803825"/>
                  </a:lnTo>
                  <a:lnTo>
                    <a:pt x="2984331" y="2716815"/>
                  </a:lnTo>
                  <a:lnTo>
                    <a:pt x="2990037" y="2593253"/>
                  </a:lnTo>
                  <a:lnTo>
                    <a:pt x="2995743" y="2644995"/>
                  </a:lnTo>
                  <a:lnTo>
                    <a:pt x="3001449" y="2704898"/>
                  </a:lnTo>
                  <a:lnTo>
                    <a:pt x="3007155" y="2821909"/>
                  </a:lnTo>
                  <a:lnTo>
                    <a:pt x="3012862" y="2908596"/>
                  </a:lnTo>
                  <a:lnTo>
                    <a:pt x="3018568" y="2990923"/>
                  </a:lnTo>
                  <a:lnTo>
                    <a:pt x="3024274" y="3116972"/>
                  </a:lnTo>
                  <a:lnTo>
                    <a:pt x="3024274" y="3116972"/>
                  </a:lnTo>
                  <a:lnTo>
                    <a:pt x="3029980" y="3116972"/>
                  </a:lnTo>
                  <a:lnTo>
                    <a:pt x="3035686" y="3085404"/>
                  </a:lnTo>
                  <a:lnTo>
                    <a:pt x="3041392" y="2928502"/>
                  </a:lnTo>
                  <a:lnTo>
                    <a:pt x="3047099" y="2836430"/>
                  </a:lnTo>
                  <a:lnTo>
                    <a:pt x="3052805" y="2786454"/>
                  </a:lnTo>
                  <a:lnTo>
                    <a:pt x="3058511" y="2711814"/>
                  </a:lnTo>
                  <a:lnTo>
                    <a:pt x="3064217" y="2724571"/>
                  </a:lnTo>
                  <a:lnTo>
                    <a:pt x="3069923" y="2734155"/>
                  </a:lnTo>
                  <a:lnTo>
                    <a:pt x="3075629" y="2700510"/>
                  </a:lnTo>
                  <a:lnTo>
                    <a:pt x="3081336" y="2691523"/>
                  </a:lnTo>
                  <a:lnTo>
                    <a:pt x="3087042" y="2676039"/>
                  </a:lnTo>
                  <a:lnTo>
                    <a:pt x="3092748" y="2671805"/>
                  </a:lnTo>
                  <a:lnTo>
                    <a:pt x="3098454" y="2664837"/>
                  </a:lnTo>
                  <a:lnTo>
                    <a:pt x="3104160" y="2708598"/>
                  </a:lnTo>
                  <a:lnTo>
                    <a:pt x="3109867" y="2835567"/>
                  </a:lnTo>
                  <a:lnTo>
                    <a:pt x="3115573" y="2818298"/>
                  </a:lnTo>
                  <a:lnTo>
                    <a:pt x="3121279" y="2809955"/>
                  </a:lnTo>
                  <a:lnTo>
                    <a:pt x="3126985" y="2849772"/>
                  </a:lnTo>
                  <a:lnTo>
                    <a:pt x="3132691" y="2873698"/>
                  </a:lnTo>
                  <a:lnTo>
                    <a:pt x="3138397" y="2855968"/>
                  </a:lnTo>
                  <a:lnTo>
                    <a:pt x="3144104" y="2846036"/>
                  </a:lnTo>
                  <a:lnTo>
                    <a:pt x="3149810" y="2949412"/>
                  </a:lnTo>
                  <a:lnTo>
                    <a:pt x="3155516" y="3064878"/>
                  </a:lnTo>
                  <a:lnTo>
                    <a:pt x="3161222" y="3086814"/>
                  </a:lnTo>
                  <a:lnTo>
                    <a:pt x="3166928" y="3098906"/>
                  </a:lnTo>
                  <a:lnTo>
                    <a:pt x="3172635" y="3116972"/>
                  </a:lnTo>
                  <a:lnTo>
                    <a:pt x="3172635" y="3116972"/>
                  </a:lnTo>
                  <a:lnTo>
                    <a:pt x="3178341" y="3116972"/>
                  </a:lnTo>
                  <a:lnTo>
                    <a:pt x="3184047" y="3116972"/>
                  </a:lnTo>
                  <a:lnTo>
                    <a:pt x="3189753" y="3116972"/>
                  </a:lnTo>
                  <a:lnTo>
                    <a:pt x="3195459" y="3116972"/>
                  </a:lnTo>
                  <a:lnTo>
                    <a:pt x="3201165" y="3110744"/>
                  </a:lnTo>
                  <a:lnTo>
                    <a:pt x="3206872" y="3010325"/>
                  </a:lnTo>
                  <a:lnTo>
                    <a:pt x="3212578" y="2930526"/>
                  </a:lnTo>
                  <a:lnTo>
                    <a:pt x="3218284" y="2914282"/>
                  </a:lnTo>
                  <a:lnTo>
                    <a:pt x="3223990" y="2926759"/>
                  </a:lnTo>
                  <a:lnTo>
                    <a:pt x="3229696" y="2888719"/>
                  </a:lnTo>
                  <a:lnTo>
                    <a:pt x="3235402" y="2868916"/>
                  </a:lnTo>
                  <a:lnTo>
                    <a:pt x="3241109" y="2860898"/>
                  </a:lnTo>
                  <a:lnTo>
                    <a:pt x="3246815" y="2834962"/>
                  </a:lnTo>
                  <a:lnTo>
                    <a:pt x="3252521" y="2787214"/>
                  </a:lnTo>
                  <a:lnTo>
                    <a:pt x="3258227" y="2789369"/>
                  </a:lnTo>
                  <a:lnTo>
                    <a:pt x="3263933" y="2862396"/>
                  </a:lnTo>
                  <a:lnTo>
                    <a:pt x="3269640" y="2950445"/>
                  </a:lnTo>
                  <a:lnTo>
                    <a:pt x="3275346" y="3058791"/>
                  </a:lnTo>
                  <a:lnTo>
                    <a:pt x="3281052" y="3116972"/>
                  </a:lnTo>
                  <a:lnTo>
                    <a:pt x="3281052" y="3116972"/>
                  </a:lnTo>
                  <a:lnTo>
                    <a:pt x="3286758" y="3116972"/>
                  </a:lnTo>
                  <a:lnTo>
                    <a:pt x="3292464" y="3116972"/>
                  </a:lnTo>
                  <a:lnTo>
                    <a:pt x="3298170" y="3116972"/>
                  </a:lnTo>
                  <a:lnTo>
                    <a:pt x="3303877" y="3116972"/>
                  </a:lnTo>
                  <a:lnTo>
                    <a:pt x="3309583" y="3116972"/>
                  </a:lnTo>
                  <a:lnTo>
                    <a:pt x="3315289" y="3116972"/>
                  </a:lnTo>
                  <a:lnTo>
                    <a:pt x="3320995" y="3116972"/>
                  </a:lnTo>
                  <a:lnTo>
                    <a:pt x="3326701" y="3116972"/>
                  </a:lnTo>
                  <a:lnTo>
                    <a:pt x="3332408" y="3116972"/>
                  </a:lnTo>
                  <a:lnTo>
                    <a:pt x="3338114" y="3116972"/>
                  </a:lnTo>
                  <a:lnTo>
                    <a:pt x="3343820" y="3116972"/>
                  </a:lnTo>
                  <a:lnTo>
                    <a:pt x="3349526" y="3116972"/>
                  </a:lnTo>
                  <a:lnTo>
                    <a:pt x="3355232" y="3116972"/>
                  </a:lnTo>
                  <a:lnTo>
                    <a:pt x="3360938" y="3116972"/>
                  </a:lnTo>
                  <a:lnTo>
                    <a:pt x="3366645" y="3116972"/>
                  </a:lnTo>
                  <a:lnTo>
                    <a:pt x="3372351" y="3116972"/>
                  </a:lnTo>
                  <a:lnTo>
                    <a:pt x="3378057" y="3116972"/>
                  </a:lnTo>
                  <a:lnTo>
                    <a:pt x="3383763" y="3116972"/>
                  </a:lnTo>
                  <a:lnTo>
                    <a:pt x="3389469" y="3116972"/>
                  </a:lnTo>
                  <a:lnTo>
                    <a:pt x="3395175" y="3116972"/>
                  </a:lnTo>
                  <a:lnTo>
                    <a:pt x="3400882" y="3116972"/>
                  </a:lnTo>
                  <a:lnTo>
                    <a:pt x="3406588" y="3116972"/>
                  </a:lnTo>
                  <a:lnTo>
                    <a:pt x="3412294" y="3116972"/>
                  </a:lnTo>
                  <a:lnTo>
                    <a:pt x="3418000" y="3116972"/>
                  </a:lnTo>
                  <a:lnTo>
                    <a:pt x="3423706" y="3116972"/>
                  </a:lnTo>
                  <a:lnTo>
                    <a:pt x="3429413" y="3116972"/>
                  </a:lnTo>
                  <a:lnTo>
                    <a:pt x="3435119" y="3116972"/>
                  </a:lnTo>
                  <a:lnTo>
                    <a:pt x="3440825" y="3116972"/>
                  </a:lnTo>
                  <a:lnTo>
                    <a:pt x="3446531" y="3116972"/>
                  </a:lnTo>
                  <a:lnTo>
                    <a:pt x="3452237" y="3094664"/>
                  </a:lnTo>
                  <a:lnTo>
                    <a:pt x="3457943" y="2965096"/>
                  </a:lnTo>
                  <a:lnTo>
                    <a:pt x="3463650" y="2894455"/>
                  </a:lnTo>
                  <a:lnTo>
                    <a:pt x="3469356" y="2921772"/>
                  </a:lnTo>
                  <a:lnTo>
                    <a:pt x="3475062" y="2925235"/>
                  </a:lnTo>
                  <a:lnTo>
                    <a:pt x="3480768" y="2954571"/>
                  </a:lnTo>
                  <a:lnTo>
                    <a:pt x="3486474" y="3016590"/>
                  </a:lnTo>
                  <a:lnTo>
                    <a:pt x="3492180" y="3083212"/>
                  </a:lnTo>
                  <a:lnTo>
                    <a:pt x="3497887" y="3100545"/>
                  </a:lnTo>
                  <a:lnTo>
                    <a:pt x="3503593" y="3033899"/>
                  </a:lnTo>
                  <a:lnTo>
                    <a:pt x="3509299" y="2967043"/>
                  </a:lnTo>
                  <a:lnTo>
                    <a:pt x="3515005" y="2922822"/>
                  </a:lnTo>
                  <a:lnTo>
                    <a:pt x="3520711" y="2901416"/>
                  </a:lnTo>
                  <a:lnTo>
                    <a:pt x="3526418" y="2906201"/>
                  </a:lnTo>
                  <a:lnTo>
                    <a:pt x="3532124" y="2906661"/>
                  </a:lnTo>
                  <a:lnTo>
                    <a:pt x="3537830" y="2915518"/>
                  </a:lnTo>
                  <a:lnTo>
                    <a:pt x="3543536" y="2891784"/>
                  </a:lnTo>
                  <a:lnTo>
                    <a:pt x="3549242" y="2871438"/>
                  </a:lnTo>
                  <a:lnTo>
                    <a:pt x="3554948" y="2836055"/>
                  </a:lnTo>
                  <a:lnTo>
                    <a:pt x="3560655" y="2801717"/>
                  </a:lnTo>
                  <a:lnTo>
                    <a:pt x="3566361" y="2837250"/>
                  </a:lnTo>
                  <a:lnTo>
                    <a:pt x="3572067" y="2801542"/>
                  </a:lnTo>
                  <a:lnTo>
                    <a:pt x="3577773" y="2808295"/>
                  </a:lnTo>
                  <a:lnTo>
                    <a:pt x="3583479" y="2794193"/>
                  </a:lnTo>
                  <a:lnTo>
                    <a:pt x="3589186" y="2787670"/>
                  </a:lnTo>
                  <a:lnTo>
                    <a:pt x="3594892" y="2783021"/>
                  </a:lnTo>
                  <a:lnTo>
                    <a:pt x="3600598" y="2777888"/>
                  </a:lnTo>
                  <a:lnTo>
                    <a:pt x="3606304" y="2803644"/>
                  </a:lnTo>
                  <a:lnTo>
                    <a:pt x="3612010" y="2810676"/>
                  </a:lnTo>
                  <a:lnTo>
                    <a:pt x="3617716" y="2845824"/>
                  </a:lnTo>
                  <a:lnTo>
                    <a:pt x="3623423" y="2880780"/>
                  </a:lnTo>
                  <a:lnTo>
                    <a:pt x="3629129" y="2897094"/>
                  </a:lnTo>
                  <a:lnTo>
                    <a:pt x="3634835" y="2837481"/>
                  </a:lnTo>
                  <a:lnTo>
                    <a:pt x="3640541" y="2838516"/>
                  </a:lnTo>
                  <a:lnTo>
                    <a:pt x="3646247" y="2936393"/>
                  </a:lnTo>
                  <a:lnTo>
                    <a:pt x="3651953" y="3006106"/>
                  </a:lnTo>
                  <a:lnTo>
                    <a:pt x="3657660" y="3029569"/>
                  </a:lnTo>
                  <a:lnTo>
                    <a:pt x="3663366" y="3116972"/>
                  </a:lnTo>
                  <a:lnTo>
                    <a:pt x="3663366" y="3116972"/>
                  </a:lnTo>
                  <a:lnTo>
                    <a:pt x="3669072" y="3116972"/>
                  </a:lnTo>
                  <a:lnTo>
                    <a:pt x="3674778" y="3116972"/>
                  </a:lnTo>
                  <a:lnTo>
                    <a:pt x="3680484" y="3116972"/>
                  </a:lnTo>
                  <a:lnTo>
                    <a:pt x="3686191" y="3116972"/>
                  </a:lnTo>
                  <a:lnTo>
                    <a:pt x="3691897" y="3085734"/>
                  </a:lnTo>
                  <a:lnTo>
                    <a:pt x="3697603" y="2995020"/>
                  </a:lnTo>
                  <a:lnTo>
                    <a:pt x="3703309" y="2901337"/>
                  </a:lnTo>
                  <a:lnTo>
                    <a:pt x="3709015" y="2920999"/>
                  </a:lnTo>
                  <a:lnTo>
                    <a:pt x="3714721" y="2937038"/>
                  </a:lnTo>
                  <a:lnTo>
                    <a:pt x="3720428" y="2947430"/>
                  </a:lnTo>
                  <a:lnTo>
                    <a:pt x="3726134" y="2988798"/>
                  </a:lnTo>
                  <a:lnTo>
                    <a:pt x="3731840" y="3072237"/>
                  </a:lnTo>
                  <a:lnTo>
                    <a:pt x="3737546" y="3116972"/>
                  </a:lnTo>
                  <a:lnTo>
                    <a:pt x="3737546" y="3116972"/>
                  </a:lnTo>
                  <a:lnTo>
                    <a:pt x="3743252" y="3116972"/>
                  </a:lnTo>
                  <a:lnTo>
                    <a:pt x="3748959" y="3095857"/>
                  </a:lnTo>
                  <a:lnTo>
                    <a:pt x="3754665" y="3032637"/>
                  </a:lnTo>
                  <a:lnTo>
                    <a:pt x="3760371" y="3010562"/>
                  </a:lnTo>
                  <a:lnTo>
                    <a:pt x="3766077" y="2902533"/>
                  </a:lnTo>
                  <a:lnTo>
                    <a:pt x="3771783" y="2832716"/>
                  </a:lnTo>
                  <a:lnTo>
                    <a:pt x="3777489" y="2843022"/>
                  </a:lnTo>
                  <a:lnTo>
                    <a:pt x="3783196" y="2960698"/>
                  </a:lnTo>
                  <a:lnTo>
                    <a:pt x="3788902" y="3013704"/>
                  </a:lnTo>
                  <a:lnTo>
                    <a:pt x="3794608" y="2993331"/>
                  </a:lnTo>
                  <a:lnTo>
                    <a:pt x="3800314" y="3074339"/>
                  </a:lnTo>
                  <a:lnTo>
                    <a:pt x="3806020" y="3073882"/>
                  </a:lnTo>
                  <a:lnTo>
                    <a:pt x="3811726" y="2938602"/>
                  </a:lnTo>
                  <a:lnTo>
                    <a:pt x="3817433" y="2879521"/>
                  </a:lnTo>
                  <a:lnTo>
                    <a:pt x="3823139" y="2889988"/>
                  </a:lnTo>
                  <a:lnTo>
                    <a:pt x="3828845" y="2860478"/>
                  </a:lnTo>
                  <a:lnTo>
                    <a:pt x="3834551" y="2692984"/>
                  </a:lnTo>
                  <a:lnTo>
                    <a:pt x="3840257" y="2604044"/>
                  </a:lnTo>
                  <a:lnTo>
                    <a:pt x="3845964" y="2651641"/>
                  </a:lnTo>
                  <a:lnTo>
                    <a:pt x="3851670" y="2600888"/>
                  </a:lnTo>
                  <a:lnTo>
                    <a:pt x="3857376" y="2615615"/>
                  </a:lnTo>
                  <a:lnTo>
                    <a:pt x="3863082" y="2720712"/>
                  </a:lnTo>
                  <a:lnTo>
                    <a:pt x="3868788" y="2865342"/>
                  </a:lnTo>
                  <a:lnTo>
                    <a:pt x="3874494" y="2983934"/>
                  </a:lnTo>
                  <a:lnTo>
                    <a:pt x="3880201" y="3037668"/>
                  </a:lnTo>
                  <a:lnTo>
                    <a:pt x="3885907" y="3065461"/>
                  </a:lnTo>
                  <a:lnTo>
                    <a:pt x="3891613" y="3076165"/>
                  </a:lnTo>
                  <a:lnTo>
                    <a:pt x="3897319" y="3056150"/>
                  </a:lnTo>
                  <a:lnTo>
                    <a:pt x="3903025" y="2979052"/>
                  </a:lnTo>
                  <a:lnTo>
                    <a:pt x="3908731" y="2924909"/>
                  </a:lnTo>
                  <a:lnTo>
                    <a:pt x="3914438" y="2912989"/>
                  </a:lnTo>
                  <a:lnTo>
                    <a:pt x="3920144" y="2928521"/>
                  </a:lnTo>
                  <a:lnTo>
                    <a:pt x="3925850" y="2984001"/>
                  </a:lnTo>
                  <a:lnTo>
                    <a:pt x="3931556" y="3005671"/>
                  </a:lnTo>
                  <a:lnTo>
                    <a:pt x="3937262" y="2983588"/>
                  </a:lnTo>
                  <a:lnTo>
                    <a:pt x="3942969" y="2951180"/>
                  </a:lnTo>
                  <a:lnTo>
                    <a:pt x="3948675" y="2916170"/>
                  </a:lnTo>
                  <a:lnTo>
                    <a:pt x="3954381" y="2927685"/>
                  </a:lnTo>
                  <a:lnTo>
                    <a:pt x="3960087" y="2881764"/>
                  </a:lnTo>
                  <a:lnTo>
                    <a:pt x="3965793" y="2871316"/>
                  </a:lnTo>
                  <a:lnTo>
                    <a:pt x="3971499" y="2962880"/>
                  </a:lnTo>
                  <a:lnTo>
                    <a:pt x="3977206" y="2951600"/>
                  </a:lnTo>
                  <a:lnTo>
                    <a:pt x="3982912" y="2876188"/>
                  </a:lnTo>
                  <a:lnTo>
                    <a:pt x="3988618" y="2811458"/>
                  </a:lnTo>
                  <a:lnTo>
                    <a:pt x="3994324" y="2710991"/>
                  </a:lnTo>
                  <a:lnTo>
                    <a:pt x="4000030" y="2593674"/>
                  </a:lnTo>
                  <a:lnTo>
                    <a:pt x="4005737" y="2436317"/>
                  </a:lnTo>
                  <a:lnTo>
                    <a:pt x="4011443" y="2374156"/>
                  </a:lnTo>
                  <a:lnTo>
                    <a:pt x="4017149" y="2438304"/>
                  </a:lnTo>
                  <a:lnTo>
                    <a:pt x="4022855" y="2453648"/>
                  </a:lnTo>
                  <a:lnTo>
                    <a:pt x="4028561" y="2541099"/>
                  </a:lnTo>
                  <a:lnTo>
                    <a:pt x="4034267" y="2564653"/>
                  </a:lnTo>
                  <a:lnTo>
                    <a:pt x="4039974" y="2537218"/>
                  </a:lnTo>
                  <a:lnTo>
                    <a:pt x="4045680" y="2518646"/>
                  </a:lnTo>
                  <a:lnTo>
                    <a:pt x="4051386" y="2481473"/>
                  </a:lnTo>
                  <a:lnTo>
                    <a:pt x="4057092" y="2429469"/>
                  </a:lnTo>
                  <a:lnTo>
                    <a:pt x="4062798" y="2337192"/>
                  </a:lnTo>
                  <a:lnTo>
                    <a:pt x="4068504" y="2285032"/>
                  </a:lnTo>
                  <a:lnTo>
                    <a:pt x="4074211" y="2277843"/>
                  </a:lnTo>
                  <a:lnTo>
                    <a:pt x="4079917" y="2305601"/>
                  </a:lnTo>
                  <a:lnTo>
                    <a:pt x="4085623" y="2268772"/>
                  </a:lnTo>
                  <a:lnTo>
                    <a:pt x="4091329" y="2157454"/>
                  </a:lnTo>
                  <a:lnTo>
                    <a:pt x="4097035" y="2066437"/>
                  </a:lnTo>
                  <a:lnTo>
                    <a:pt x="4102742" y="2019267"/>
                  </a:lnTo>
                  <a:lnTo>
                    <a:pt x="4108448" y="1959299"/>
                  </a:lnTo>
                  <a:lnTo>
                    <a:pt x="4114154" y="1863289"/>
                  </a:lnTo>
                  <a:lnTo>
                    <a:pt x="4119860" y="1840288"/>
                  </a:lnTo>
                  <a:lnTo>
                    <a:pt x="4125566" y="1845947"/>
                  </a:lnTo>
                  <a:lnTo>
                    <a:pt x="4131272" y="1835247"/>
                  </a:lnTo>
                  <a:lnTo>
                    <a:pt x="4136979" y="1838144"/>
                  </a:lnTo>
                  <a:lnTo>
                    <a:pt x="4142685" y="1890909"/>
                  </a:lnTo>
                  <a:lnTo>
                    <a:pt x="4148391" y="1880410"/>
                  </a:lnTo>
                  <a:lnTo>
                    <a:pt x="4154097" y="1756173"/>
                  </a:lnTo>
                  <a:lnTo>
                    <a:pt x="4159803" y="1667353"/>
                  </a:lnTo>
                  <a:lnTo>
                    <a:pt x="4165510" y="1560908"/>
                  </a:lnTo>
                  <a:lnTo>
                    <a:pt x="4171216" y="1454530"/>
                  </a:lnTo>
                  <a:lnTo>
                    <a:pt x="4176922" y="1349478"/>
                  </a:lnTo>
                  <a:lnTo>
                    <a:pt x="4182628" y="1286829"/>
                  </a:lnTo>
                  <a:lnTo>
                    <a:pt x="4188334" y="1276387"/>
                  </a:lnTo>
                  <a:lnTo>
                    <a:pt x="4194040" y="1326965"/>
                  </a:lnTo>
                  <a:lnTo>
                    <a:pt x="4199747" y="1371033"/>
                  </a:lnTo>
                  <a:lnTo>
                    <a:pt x="4205453" y="1321356"/>
                  </a:lnTo>
                  <a:lnTo>
                    <a:pt x="4211159" y="1235566"/>
                  </a:lnTo>
                  <a:lnTo>
                    <a:pt x="4216865" y="1178995"/>
                  </a:lnTo>
                  <a:lnTo>
                    <a:pt x="4222571" y="1128535"/>
                  </a:lnTo>
                  <a:lnTo>
                    <a:pt x="4228277" y="1050486"/>
                  </a:lnTo>
                  <a:lnTo>
                    <a:pt x="4233984" y="958823"/>
                  </a:lnTo>
                  <a:lnTo>
                    <a:pt x="4239690" y="968920"/>
                  </a:lnTo>
                  <a:lnTo>
                    <a:pt x="4245396" y="1091296"/>
                  </a:lnTo>
                  <a:lnTo>
                    <a:pt x="4251102" y="1202373"/>
                  </a:lnTo>
                  <a:lnTo>
                    <a:pt x="4256808" y="1210044"/>
                  </a:lnTo>
                  <a:lnTo>
                    <a:pt x="4262515" y="1233399"/>
                  </a:lnTo>
                  <a:lnTo>
                    <a:pt x="4268221" y="1336006"/>
                  </a:lnTo>
                  <a:lnTo>
                    <a:pt x="4273927" y="1402778"/>
                  </a:lnTo>
                  <a:lnTo>
                    <a:pt x="4279633" y="1352918"/>
                  </a:lnTo>
                  <a:lnTo>
                    <a:pt x="4285339" y="1250606"/>
                  </a:lnTo>
                  <a:lnTo>
                    <a:pt x="4291045" y="1210251"/>
                  </a:lnTo>
                  <a:lnTo>
                    <a:pt x="4296752" y="1142195"/>
                  </a:lnTo>
                  <a:lnTo>
                    <a:pt x="4302458" y="1004849"/>
                  </a:lnTo>
                  <a:lnTo>
                    <a:pt x="4308164" y="890641"/>
                  </a:lnTo>
                  <a:lnTo>
                    <a:pt x="4313870" y="878388"/>
                  </a:lnTo>
                  <a:lnTo>
                    <a:pt x="4319576" y="913753"/>
                  </a:lnTo>
                  <a:lnTo>
                    <a:pt x="4325282" y="983655"/>
                  </a:lnTo>
                  <a:lnTo>
                    <a:pt x="4330989" y="1033332"/>
                  </a:lnTo>
                  <a:lnTo>
                    <a:pt x="4336695" y="1108741"/>
                  </a:lnTo>
                  <a:lnTo>
                    <a:pt x="4342401" y="1125690"/>
                  </a:lnTo>
                  <a:lnTo>
                    <a:pt x="4348107" y="1135425"/>
                  </a:lnTo>
                  <a:lnTo>
                    <a:pt x="4353813" y="1261119"/>
                  </a:lnTo>
                  <a:lnTo>
                    <a:pt x="4359520" y="1282411"/>
                  </a:lnTo>
                  <a:lnTo>
                    <a:pt x="4365226" y="1208305"/>
                  </a:lnTo>
                  <a:lnTo>
                    <a:pt x="4370932" y="1176541"/>
                  </a:lnTo>
                  <a:lnTo>
                    <a:pt x="4376638" y="1192720"/>
                  </a:lnTo>
                  <a:lnTo>
                    <a:pt x="4382344" y="1107399"/>
                  </a:lnTo>
                  <a:lnTo>
                    <a:pt x="4388050" y="920021"/>
                  </a:lnTo>
                  <a:lnTo>
                    <a:pt x="4393757" y="874348"/>
                  </a:lnTo>
                  <a:lnTo>
                    <a:pt x="4399463" y="941323"/>
                  </a:lnTo>
                  <a:lnTo>
                    <a:pt x="4405169" y="1010649"/>
                  </a:lnTo>
                  <a:lnTo>
                    <a:pt x="4410875" y="1022355"/>
                  </a:lnTo>
                  <a:lnTo>
                    <a:pt x="4416581" y="1087294"/>
                  </a:lnTo>
                  <a:lnTo>
                    <a:pt x="4422288" y="1114138"/>
                  </a:lnTo>
                  <a:lnTo>
                    <a:pt x="4427994" y="1085393"/>
                  </a:lnTo>
                  <a:lnTo>
                    <a:pt x="4433700" y="1054874"/>
                  </a:lnTo>
                  <a:lnTo>
                    <a:pt x="4439406" y="904232"/>
                  </a:lnTo>
                  <a:lnTo>
                    <a:pt x="4445112" y="789265"/>
                  </a:lnTo>
                  <a:lnTo>
                    <a:pt x="4450818" y="701538"/>
                  </a:lnTo>
                  <a:lnTo>
                    <a:pt x="4456525" y="737410"/>
                  </a:lnTo>
                  <a:lnTo>
                    <a:pt x="4462231" y="775354"/>
                  </a:lnTo>
                  <a:lnTo>
                    <a:pt x="4467937" y="705774"/>
                  </a:lnTo>
                  <a:lnTo>
                    <a:pt x="4473643" y="746718"/>
                  </a:lnTo>
                  <a:lnTo>
                    <a:pt x="4479349" y="812965"/>
                  </a:lnTo>
                  <a:lnTo>
                    <a:pt x="4485055" y="809717"/>
                  </a:lnTo>
                  <a:lnTo>
                    <a:pt x="4490762" y="719302"/>
                  </a:lnTo>
                  <a:lnTo>
                    <a:pt x="4496468" y="686552"/>
                  </a:lnTo>
                  <a:lnTo>
                    <a:pt x="4502174" y="783871"/>
                  </a:lnTo>
                  <a:lnTo>
                    <a:pt x="4507880" y="830260"/>
                  </a:lnTo>
                  <a:lnTo>
                    <a:pt x="4513586" y="882397"/>
                  </a:lnTo>
                  <a:lnTo>
                    <a:pt x="4519293" y="965945"/>
                  </a:lnTo>
                  <a:lnTo>
                    <a:pt x="4524999" y="1032047"/>
                  </a:lnTo>
                  <a:lnTo>
                    <a:pt x="4530705" y="1123593"/>
                  </a:lnTo>
                  <a:lnTo>
                    <a:pt x="4536411" y="1171336"/>
                  </a:lnTo>
                  <a:lnTo>
                    <a:pt x="4542117" y="1304652"/>
                  </a:lnTo>
                  <a:lnTo>
                    <a:pt x="4547823" y="1417792"/>
                  </a:lnTo>
                  <a:lnTo>
                    <a:pt x="4553530" y="1556733"/>
                  </a:lnTo>
                  <a:lnTo>
                    <a:pt x="4559236" y="1741773"/>
                  </a:lnTo>
                  <a:lnTo>
                    <a:pt x="4564942" y="1816932"/>
                  </a:lnTo>
                  <a:lnTo>
                    <a:pt x="4570648" y="1863799"/>
                  </a:lnTo>
                  <a:lnTo>
                    <a:pt x="4576354" y="1782935"/>
                  </a:lnTo>
                  <a:lnTo>
                    <a:pt x="4582061" y="1691816"/>
                  </a:lnTo>
                  <a:lnTo>
                    <a:pt x="4587767" y="1548482"/>
                  </a:lnTo>
                  <a:lnTo>
                    <a:pt x="4593473" y="1426255"/>
                  </a:lnTo>
                  <a:lnTo>
                    <a:pt x="4599179" y="1321824"/>
                  </a:lnTo>
                  <a:lnTo>
                    <a:pt x="4604885" y="1243859"/>
                  </a:lnTo>
                  <a:lnTo>
                    <a:pt x="4610591" y="1335334"/>
                  </a:lnTo>
                  <a:lnTo>
                    <a:pt x="4616298" y="1308762"/>
                  </a:lnTo>
                  <a:lnTo>
                    <a:pt x="4622004" y="1280586"/>
                  </a:lnTo>
                  <a:lnTo>
                    <a:pt x="4627710" y="1286033"/>
                  </a:lnTo>
                  <a:lnTo>
                    <a:pt x="4633416" y="1327737"/>
                  </a:lnTo>
                  <a:lnTo>
                    <a:pt x="4639122" y="1308920"/>
                  </a:lnTo>
                  <a:lnTo>
                    <a:pt x="4644828" y="1187846"/>
                  </a:lnTo>
                  <a:lnTo>
                    <a:pt x="4650535" y="1166683"/>
                  </a:lnTo>
                  <a:lnTo>
                    <a:pt x="4656241" y="1197176"/>
                  </a:lnTo>
                  <a:lnTo>
                    <a:pt x="4661947" y="1207851"/>
                  </a:lnTo>
                  <a:lnTo>
                    <a:pt x="4667653" y="1374263"/>
                  </a:lnTo>
                  <a:lnTo>
                    <a:pt x="4673359" y="1507581"/>
                  </a:lnTo>
                  <a:lnTo>
                    <a:pt x="4679066" y="1566834"/>
                  </a:lnTo>
                  <a:lnTo>
                    <a:pt x="4684772" y="1647953"/>
                  </a:lnTo>
                  <a:lnTo>
                    <a:pt x="4690478" y="1763063"/>
                  </a:lnTo>
                  <a:lnTo>
                    <a:pt x="4696184" y="1904660"/>
                  </a:lnTo>
                  <a:lnTo>
                    <a:pt x="4701890" y="1867274"/>
                  </a:lnTo>
                  <a:lnTo>
                    <a:pt x="4707596" y="1823114"/>
                  </a:lnTo>
                  <a:lnTo>
                    <a:pt x="4713303" y="1772406"/>
                  </a:lnTo>
                  <a:lnTo>
                    <a:pt x="4719009" y="1757608"/>
                  </a:lnTo>
                  <a:lnTo>
                    <a:pt x="4724715" y="1729006"/>
                  </a:lnTo>
                  <a:lnTo>
                    <a:pt x="4730421" y="1540836"/>
                  </a:lnTo>
                  <a:lnTo>
                    <a:pt x="4736127" y="1373338"/>
                  </a:lnTo>
                  <a:lnTo>
                    <a:pt x="4741834" y="1289827"/>
                  </a:lnTo>
                  <a:lnTo>
                    <a:pt x="4747540" y="1265770"/>
                  </a:lnTo>
                  <a:lnTo>
                    <a:pt x="4753246" y="1217719"/>
                  </a:lnTo>
                  <a:lnTo>
                    <a:pt x="4758952" y="1090055"/>
                  </a:lnTo>
                  <a:lnTo>
                    <a:pt x="4764658" y="997606"/>
                  </a:lnTo>
                  <a:lnTo>
                    <a:pt x="4770364" y="960209"/>
                  </a:lnTo>
                  <a:lnTo>
                    <a:pt x="4776071" y="1026068"/>
                  </a:lnTo>
                  <a:lnTo>
                    <a:pt x="4781777" y="1072494"/>
                  </a:lnTo>
                  <a:lnTo>
                    <a:pt x="4787483" y="1126658"/>
                  </a:lnTo>
                  <a:lnTo>
                    <a:pt x="4793189" y="1269284"/>
                  </a:lnTo>
                  <a:lnTo>
                    <a:pt x="4798895" y="1398358"/>
                  </a:lnTo>
                  <a:lnTo>
                    <a:pt x="4804601" y="1480834"/>
                  </a:lnTo>
                  <a:lnTo>
                    <a:pt x="4810308" y="1475966"/>
                  </a:lnTo>
                  <a:lnTo>
                    <a:pt x="4816014" y="1392037"/>
                  </a:lnTo>
                  <a:lnTo>
                    <a:pt x="4821720" y="1362389"/>
                  </a:lnTo>
                  <a:lnTo>
                    <a:pt x="4827426" y="1336136"/>
                  </a:lnTo>
                  <a:lnTo>
                    <a:pt x="4833132" y="1307258"/>
                  </a:lnTo>
                  <a:lnTo>
                    <a:pt x="4838839" y="1282765"/>
                  </a:lnTo>
                  <a:lnTo>
                    <a:pt x="4844545" y="1249838"/>
                  </a:lnTo>
                  <a:lnTo>
                    <a:pt x="4850251" y="1325777"/>
                  </a:lnTo>
                  <a:lnTo>
                    <a:pt x="4855957" y="1346331"/>
                  </a:lnTo>
                  <a:lnTo>
                    <a:pt x="4861663" y="1301661"/>
                  </a:lnTo>
                  <a:lnTo>
                    <a:pt x="4867369" y="1228695"/>
                  </a:lnTo>
                  <a:lnTo>
                    <a:pt x="4873076" y="1100605"/>
                  </a:lnTo>
                  <a:lnTo>
                    <a:pt x="4878782" y="977820"/>
                  </a:lnTo>
                  <a:lnTo>
                    <a:pt x="4884488" y="830997"/>
                  </a:lnTo>
                  <a:lnTo>
                    <a:pt x="4890194" y="743710"/>
                  </a:lnTo>
                  <a:lnTo>
                    <a:pt x="4895900" y="683391"/>
                  </a:lnTo>
                  <a:lnTo>
                    <a:pt x="4901606" y="658445"/>
                  </a:lnTo>
                  <a:lnTo>
                    <a:pt x="4907313" y="703239"/>
                  </a:lnTo>
                  <a:lnTo>
                    <a:pt x="4913019" y="762583"/>
                  </a:lnTo>
                  <a:lnTo>
                    <a:pt x="4918725" y="880299"/>
                  </a:lnTo>
                  <a:lnTo>
                    <a:pt x="4924431" y="883688"/>
                  </a:lnTo>
                  <a:lnTo>
                    <a:pt x="4930137" y="950643"/>
                  </a:lnTo>
                  <a:lnTo>
                    <a:pt x="4935844" y="1126559"/>
                  </a:lnTo>
                  <a:lnTo>
                    <a:pt x="4941550" y="1302232"/>
                  </a:lnTo>
                  <a:lnTo>
                    <a:pt x="4947256" y="1450840"/>
                  </a:lnTo>
                  <a:lnTo>
                    <a:pt x="4952962" y="1600470"/>
                  </a:lnTo>
                  <a:lnTo>
                    <a:pt x="4958668" y="1708705"/>
                  </a:lnTo>
                  <a:lnTo>
                    <a:pt x="4964374" y="1654579"/>
                  </a:lnTo>
                  <a:lnTo>
                    <a:pt x="4970081" y="1512416"/>
                  </a:lnTo>
                  <a:lnTo>
                    <a:pt x="4975787" y="1388954"/>
                  </a:lnTo>
                  <a:lnTo>
                    <a:pt x="4981493" y="1352803"/>
                  </a:lnTo>
                  <a:lnTo>
                    <a:pt x="4987199" y="1268381"/>
                  </a:lnTo>
                  <a:lnTo>
                    <a:pt x="4992905" y="1236633"/>
                  </a:lnTo>
                  <a:lnTo>
                    <a:pt x="4998612" y="1287173"/>
                  </a:lnTo>
                  <a:lnTo>
                    <a:pt x="5004318" y="1307243"/>
                  </a:lnTo>
                  <a:lnTo>
                    <a:pt x="5010024" y="1275533"/>
                  </a:lnTo>
                  <a:lnTo>
                    <a:pt x="5015730" y="1126185"/>
                  </a:lnTo>
                  <a:lnTo>
                    <a:pt x="5021436" y="929607"/>
                  </a:lnTo>
                  <a:lnTo>
                    <a:pt x="5027142" y="765495"/>
                  </a:lnTo>
                  <a:lnTo>
                    <a:pt x="5032849" y="610317"/>
                  </a:lnTo>
                  <a:lnTo>
                    <a:pt x="5038555" y="498490"/>
                  </a:lnTo>
                  <a:lnTo>
                    <a:pt x="5044261" y="386927"/>
                  </a:lnTo>
                  <a:lnTo>
                    <a:pt x="5049967" y="339707"/>
                  </a:lnTo>
                  <a:lnTo>
                    <a:pt x="5055673" y="336280"/>
                  </a:lnTo>
                  <a:lnTo>
                    <a:pt x="5061379" y="339797"/>
                  </a:lnTo>
                  <a:lnTo>
                    <a:pt x="5067086" y="348125"/>
                  </a:lnTo>
                  <a:lnTo>
                    <a:pt x="5072792" y="375603"/>
                  </a:lnTo>
                  <a:lnTo>
                    <a:pt x="5078498" y="395887"/>
                  </a:lnTo>
                  <a:lnTo>
                    <a:pt x="5084204" y="420125"/>
                  </a:lnTo>
                  <a:lnTo>
                    <a:pt x="5089910" y="456091"/>
                  </a:lnTo>
                  <a:lnTo>
                    <a:pt x="5095617" y="481534"/>
                  </a:lnTo>
                  <a:lnTo>
                    <a:pt x="5101323" y="551587"/>
                  </a:lnTo>
                  <a:lnTo>
                    <a:pt x="5107029" y="600296"/>
                  </a:lnTo>
                  <a:lnTo>
                    <a:pt x="5112735" y="635464"/>
                  </a:lnTo>
                  <a:lnTo>
                    <a:pt x="5118441" y="677850"/>
                  </a:lnTo>
                  <a:lnTo>
                    <a:pt x="5124147" y="711039"/>
                  </a:lnTo>
                  <a:lnTo>
                    <a:pt x="5129854" y="743447"/>
                  </a:lnTo>
                  <a:lnTo>
                    <a:pt x="5135560" y="731334"/>
                  </a:lnTo>
                  <a:lnTo>
                    <a:pt x="5141266" y="791206"/>
                  </a:lnTo>
                  <a:lnTo>
                    <a:pt x="5146972" y="841741"/>
                  </a:lnTo>
                  <a:lnTo>
                    <a:pt x="5152678" y="887669"/>
                  </a:lnTo>
                  <a:lnTo>
                    <a:pt x="5158385" y="930052"/>
                  </a:lnTo>
                  <a:lnTo>
                    <a:pt x="5164091" y="1047676"/>
                  </a:lnTo>
                  <a:lnTo>
                    <a:pt x="5169797" y="1142820"/>
                  </a:lnTo>
                  <a:lnTo>
                    <a:pt x="5175503" y="1108197"/>
                  </a:lnTo>
                  <a:lnTo>
                    <a:pt x="5181209" y="1181785"/>
                  </a:lnTo>
                  <a:lnTo>
                    <a:pt x="5186915" y="1233210"/>
                  </a:lnTo>
                  <a:lnTo>
                    <a:pt x="5192622" y="1318282"/>
                  </a:lnTo>
                  <a:lnTo>
                    <a:pt x="5198328" y="1252888"/>
                  </a:lnTo>
                  <a:lnTo>
                    <a:pt x="5204034" y="1136048"/>
                  </a:lnTo>
                  <a:lnTo>
                    <a:pt x="5209740" y="1066780"/>
                  </a:lnTo>
                  <a:lnTo>
                    <a:pt x="5215446" y="939734"/>
                  </a:lnTo>
                  <a:lnTo>
                    <a:pt x="5221152" y="804214"/>
                  </a:lnTo>
                  <a:lnTo>
                    <a:pt x="5226859" y="689175"/>
                  </a:lnTo>
                  <a:lnTo>
                    <a:pt x="5232565" y="693797"/>
                  </a:lnTo>
                  <a:lnTo>
                    <a:pt x="5238271" y="763577"/>
                  </a:lnTo>
                  <a:lnTo>
                    <a:pt x="5243977" y="799825"/>
                  </a:lnTo>
                  <a:lnTo>
                    <a:pt x="5249683" y="818574"/>
                  </a:lnTo>
                  <a:lnTo>
                    <a:pt x="5255390" y="846675"/>
                  </a:lnTo>
                  <a:lnTo>
                    <a:pt x="5261096" y="841051"/>
                  </a:lnTo>
                  <a:lnTo>
                    <a:pt x="5266802" y="839777"/>
                  </a:lnTo>
                  <a:lnTo>
                    <a:pt x="5272508" y="836014"/>
                  </a:lnTo>
                  <a:lnTo>
                    <a:pt x="5278214" y="890859"/>
                  </a:lnTo>
                  <a:lnTo>
                    <a:pt x="5283920" y="922975"/>
                  </a:lnTo>
                  <a:lnTo>
                    <a:pt x="5289627" y="1049672"/>
                  </a:lnTo>
                  <a:lnTo>
                    <a:pt x="5295333" y="1197949"/>
                  </a:lnTo>
                  <a:lnTo>
                    <a:pt x="5301039" y="1323278"/>
                  </a:lnTo>
                  <a:lnTo>
                    <a:pt x="5306745" y="1516904"/>
                  </a:lnTo>
                  <a:lnTo>
                    <a:pt x="5312451" y="1670773"/>
                  </a:lnTo>
                  <a:lnTo>
                    <a:pt x="5318157" y="1826853"/>
                  </a:lnTo>
                  <a:lnTo>
                    <a:pt x="5323864" y="1905008"/>
                  </a:lnTo>
                  <a:lnTo>
                    <a:pt x="5329570" y="1930234"/>
                  </a:lnTo>
                  <a:lnTo>
                    <a:pt x="5335276" y="1903772"/>
                  </a:lnTo>
                  <a:lnTo>
                    <a:pt x="5340982" y="1716589"/>
                  </a:lnTo>
                  <a:lnTo>
                    <a:pt x="5346688" y="1608898"/>
                  </a:lnTo>
                  <a:lnTo>
                    <a:pt x="5352395" y="1507747"/>
                  </a:lnTo>
                  <a:lnTo>
                    <a:pt x="5358101" y="1400142"/>
                  </a:lnTo>
                  <a:lnTo>
                    <a:pt x="5363807" y="1314757"/>
                  </a:lnTo>
                  <a:lnTo>
                    <a:pt x="5369513" y="1274262"/>
                  </a:lnTo>
                  <a:lnTo>
                    <a:pt x="5375219" y="1290230"/>
                  </a:lnTo>
                  <a:lnTo>
                    <a:pt x="5380925" y="1243401"/>
                  </a:lnTo>
                  <a:lnTo>
                    <a:pt x="5386632" y="1237313"/>
                  </a:lnTo>
                  <a:lnTo>
                    <a:pt x="5392338" y="1211561"/>
                  </a:lnTo>
                  <a:lnTo>
                    <a:pt x="5398044" y="1162712"/>
                  </a:lnTo>
                  <a:lnTo>
                    <a:pt x="5403750" y="1065235"/>
                  </a:lnTo>
                  <a:lnTo>
                    <a:pt x="5409456" y="1029341"/>
                  </a:lnTo>
                  <a:lnTo>
                    <a:pt x="5415163" y="986773"/>
                  </a:lnTo>
                  <a:lnTo>
                    <a:pt x="5420869" y="885925"/>
                  </a:lnTo>
                  <a:lnTo>
                    <a:pt x="5426575" y="824516"/>
                  </a:lnTo>
                  <a:lnTo>
                    <a:pt x="5432281" y="834414"/>
                  </a:lnTo>
                  <a:lnTo>
                    <a:pt x="5437987" y="830762"/>
                  </a:lnTo>
                  <a:lnTo>
                    <a:pt x="5443693" y="804496"/>
                  </a:lnTo>
                  <a:lnTo>
                    <a:pt x="5449400" y="880925"/>
                  </a:lnTo>
                  <a:lnTo>
                    <a:pt x="5455106" y="1008247"/>
                  </a:lnTo>
                  <a:lnTo>
                    <a:pt x="5460812" y="1085356"/>
                  </a:lnTo>
                  <a:lnTo>
                    <a:pt x="5466518" y="1070969"/>
                  </a:lnTo>
                  <a:lnTo>
                    <a:pt x="5472224" y="1102585"/>
                  </a:lnTo>
                  <a:lnTo>
                    <a:pt x="5477930" y="1221789"/>
                  </a:lnTo>
                  <a:lnTo>
                    <a:pt x="5483637" y="1246799"/>
                  </a:lnTo>
                  <a:lnTo>
                    <a:pt x="5489343" y="1213907"/>
                  </a:lnTo>
                  <a:lnTo>
                    <a:pt x="5495049" y="1172714"/>
                  </a:lnTo>
                  <a:lnTo>
                    <a:pt x="5500755" y="1126228"/>
                  </a:lnTo>
                  <a:lnTo>
                    <a:pt x="5506461" y="1051503"/>
                  </a:lnTo>
                  <a:lnTo>
                    <a:pt x="5512168" y="819033"/>
                  </a:lnTo>
                  <a:lnTo>
                    <a:pt x="5517874" y="586868"/>
                  </a:lnTo>
                  <a:lnTo>
                    <a:pt x="5523580" y="411218"/>
                  </a:lnTo>
                  <a:lnTo>
                    <a:pt x="5529286" y="271912"/>
                  </a:lnTo>
                  <a:lnTo>
                    <a:pt x="5534992" y="187319"/>
                  </a:lnTo>
                  <a:lnTo>
                    <a:pt x="5540698" y="165133"/>
                  </a:lnTo>
                  <a:lnTo>
                    <a:pt x="5546405" y="213112"/>
                  </a:lnTo>
                  <a:lnTo>
                    <a:pt x="5552111" y="295306"/>
                  </a:lnTo>
                  <a:lnTo>
                    <a:pt x="5557817" y="354329"/>
                  </a:lnTo>
                  <a:lnTo>
                    <a:pt x="5563523" y="417250"/>
                  </a:lnTo>
                  <a:lnTo>
                    <a:pt x="5569229" y="538500"/>
                  </a:lnTo>
                  <a:lnTo>
                    <a:pt x="5574936" y="582771"/>
                  </a:lnTo>
                  <a:lnTo>
                    <a:pt x="5580642" y="648009"/>
                  </a:lnTo>
                  <a:lnTo>
                    <a:pt x="5586348" y="689184"/>
                  </a:lnTo>
                  <a:lnTo>
                    <a:pt x="5592054" y="818605"/>
                  </a:lnTo>
                  <a:lnTo>
                    <a:pt x="5597760" y="891220"/>
                  </a:lnTo>
                  <a:lnTo>
                    <a:pt x="5603466" y="786147"/>
                  </a:lnTo>
                  <a:lnTo>
                    <a:pt x="5609173" y="720212"/>
                  </a:lnTo>
                  <a:lnTo>
                    <a:pt x="5614879" y="646133"/>
                  </a:lnTo>
                  <a:lnTo>
                    <a:pt x="5620585" y="554550"/>
                  </a:lnTo>
                  <a:lnTo>
                    <a:pt x="5626291" y="349983"/>
                  </a:lnTo>
                  <a:lnTo>
                    <a:pt x="5631997" y="124116"/>
                  </a:lnTo>
                  <a:lnTo>
                    <a:pt x="5637703" y="12374"/>
                  </a:lnTo>
                  <a:lnTo>
                    <a:pt x="5643410" y="0"/>
                  </a:lnTo>
                  <a:lnTo>
                    <a:pt x="5643410" y="0"/>
                  </a:lnTo>
                  <a:lnTo>
                    <a:pt x="5649116" y="106177"/>
                  </a:lnTo>
                  <a:lnTo>
                    <a:pt x="5654822" y="247578"/>
                  </a:lnTo>
                  <a:lnTo>
                    <a:pt x="5660528" y="411158"/>
                  </a:lnTo>
                  <a:lnTo>
                    <a:pt x="5666234" y="658195"/>
                  </a:lnTo>
                  <a:lnTo>
                    <a:pt x="5671941" y="926707"/>
                  </a:lnTo>
                  <a:lnTo>
                    <a:pt x="5677647" y="1110179"/>
                  </a:lnTo>
                  <a:lnTo>
                    <a:pt x="5683353" y="1130053"/>
                  </a:lnTo>
                  <a:lnTo>
                    <a:pt x="5689059" y="1123329"/>
                  </a:lnTo>
                  <a:lnTo>
                    <a:pt x="5694765" y="1060451"/>
                  </a:lnTo>
                  <a:lnTo>
                    <a:pt x="5700471" y="989411"/>
                  </a:lnTo>
                  <a:lnTo>
                    <a:pt x="5706178" y="840649"/>
                  </a:lnTo>
                  <a:lnTo>
                    <a:pt x="5711884" y="624433"/>
                  </a:lnTo>
                  <a:lnTo>
                    <a:pt x="5717590" y="499493"/>
                  </a:lnTo>
                  <a:lnTo>
                    <a:pt x="5723296" y="413155"/>
                  </a:lnTo>
                  <a:lnTo>
                    <a:pt x="5729002" y="404591"/>
                  </a:lnTo>
                  <a:lnTo>
                    <a:pt x="5734708" y="481448"/>
                  </a:lnTo>
                  <a:lnTo>
                    <a:pt x="5740415" y="662839"/>
                  </a:lnTo>
                  <a:lnTo>
                    <a:pt x="5746121" y="914213"/>
                  </a:lnTo>
                  <a:lnTo>
                    <a:pt x="5751827" y="1164678"/>
                  </a:lnTo>
                  <a:lnTo>
                    <a:pt x="5757533" y="1333239"/>
                  </a:lnTo>
                  <a:lnTo>
                    <a:pt x="5763239" y="1392152"/>
                  </a:lnTo>
                  <a:lnTo>
                    <a:pt x="5768946" y="1305102"/>
                  </a:lnTo>
                  <a:lnTo>
                    <a:pt x="5774652" y="1175559"/>
                  </a:lnTo>
                  <a:lnTo>
                    <a:pt x="5780358" y="1056432"/>
                  </a:lnTo>
                  <a:lnTo>
                    <a:pt x="5786064" y="973010"/>
                  </a:lnTo>
                  <a:lnTo>
                    <a:pt x="5791770" y="1019906"/>
                  </a:lnTo>
                  <a:lnTo>
                    <a:pt x="5797476" y="1201934"/>
                  </a:lnTo>
                  <a:lnTo>
                    <a:pt x="5803183" y="1409007"/>
                  </a:lnTo>
                  <a:lnTo>
                    <a:pt x="5808889" y="1615571"/>
                  </a:lnTo>
                  <a:lnTo>
                    <a:pt x="5814595" y="1758956"/>
                  </a:lnTo>
                  <a:lnTo>
                    <a:pt x="5820301" y="1760425"/>
                  </a:lnTo>
                  <a:lnTo>
                    <a:pt x="5826007" y="1632325"/>
                  </a:lnTo>
                  <a:lnTo>
                    <a:pt x="5831714" y="1524968"/>
                  </a:lnTo>
                  <a:lnTo>
                    <a:pt x="5837420" y="1461567"/>
                  </a:lnTo>
                  <a:lnTo>
                    <a:pt x="5843126" y="1337327"/>
                  </a:lnTo>
                  <a:lnTo>
                    <a:pt x="5848832" y="1353611"/>
                  </a:lnTo>
                  <a:lnTo>
                    <a:pt x="5854538" y="1528045"/>
                  </a:lnTo>
                  <a:lnTo>
                    <a:pt x="5860244" y="1725312"/>
                  </a:lnTo>
                  <a:lnTo>
                    <a:pt x="5865951" y="1855729"/>
                  </a:lnTo>
                  <a:lnTo>
                    <a:pt x="5871657" y="1906416"/>
                  </a:lnTo>
                  <a:lnTo>
                    <a:pt x="5877363" y="1987917"/>
                  </a:lnTo>
                  <a:lnTo>
                    <a:pt x="5883069" y="2079388"/>
                  </a:lnTo>
                  <a:lnTo>
                    <a:pt x="5888775" y="2031103"/>
                  </a:lnTo>
                  <a:lnTo>
                    <a:pt x="5894481" y="2026336"/>
                  </a:lnTo>
                  <a:lnTo>
                    <a:pt x="5900188" y="2041514"/>
                  </a:lnTo>
                  <a:lnTo>
                    <a:pt x="5905894" y="2028552"/>
                  </a:lnTo>
                  <a:lnTo>
                    <a:pt x="5911600" y="1998859"/>
                  </a:lnTo>
                  <a:lnTo>
                    <a:pt x="5917306" y="1891973"/>
                  </a:lnTo>
                  <a:lnTo>
                    <a:pt x="5923012" y="1820385"/>
                  </a:lnTo>
                  <a:lnTo>
                    <a:pt x="5928719" y="1654354"/>
                  </a:lnTo>
                  <a:lnTo>
                    <a:pt x="5934425" y="1477242"/>
                  </a:lnTo>
                  <a:lnTo>
                    <a:pt x="5940131" y="1470069"/>
                  </a:lnTo>
                  <a:lnTo>
                    <a:pt x="5945837" y="1610833"/>
                  </a:lnTo>
                  <a:lnTo>
                    <a:pt x="5951543" y="1753665"/>
                  </a:lnTo>
                  <a:lnTo>
                    <a:pt x="5957249" y="1841889"/>
                  </a:lnTo>
                  <a:lnTo>
                    <a:pt x="5962956" y="2059008"/>
                  </a:lnTo>
                  <a:lnTo>
                    <a:pt x="5968662" y="2240030"/>
                  </a:lnTo>
                  <a:lnTo>
                    <a:pt x="5974368" y="2297466"/>
                  </a:lnTo>
                  <a:lnTo>
                    <a:pt x="5980074" y="2268673"/>
                  </a:lnTo>
                  <a:lnTo>
                    <a:pt x="5985780" y="2233601"/>
                  </a:lnTo>
                  <a:lnTo>
                    <a:pt x="5991487" y="2290906"/>
                  </a:lnTo>
                  <a:lnTo>
                    <a:pt x="5997193" y="2241831"/>
                  </a:lnTo>
                  <a:lnTo>
                    <a:pt x="6002899" y="2255266"/>
                  </a:lnTo>
                  <a:lnTo>
                    <a:pt x="6008605" y="2358583"/>
                  </a:lnTo>
                  <a:lnTo>
                    <a:pt x="6014311" y="2469472"/>
                  </a:lnTo>
                  <a:lnTo>
                    <a:pt x="6020017" y="2627342"/>
                  </a:lnTo>
                  <a:lnTo>
                    <a:pt x="6025724" y="2680276"/>
                  </a:lnTo>
                  <a:lnTo>
                    <a:pt x="6031430" y="2686450"/>
                  </a:lnTo>
                  <a:lnTo>
                    <a:pt x="6037136" y="2605200"/>
                  </a:lnTo>
                  <a:lnTo>
                    <a:pt x="6042842" y="2440115"/>
                  </a:lnTo>
                  <a:lnTo>
                    <a:pt x="6048548" y="2259629"/>
                  </a:lnTo>
                  <a:lnTo>
                    <a:pt x="6054254" y="2047912"/>
                  </a:lnTo>
                  <a:lnTo>
                    <a:pt x="6059961" y="1932869"/>
                  </a:lnTo>
                  <a:lnTo>
                    <a:pt x="6065667" y="1959551"/>
                  </a:lnTo>
                  <a:lnTo>
                    <a:pt x="6071373" y="2056294"/>
                  </a:lnTo>
                  <a:lnTo>
                    <a:pt x="6077079" y="2131230"/>
                  </a:lnTo>
                  <a:lnTo>
                    <a:pt x="6082785" y="2172373"/>
                  </a:lnTo>
                  <a:lnTo>
                    <a:pt x="6088492" y="2140409"/>
                  </a:lnTo>
                  <a:lnTo>
                    <a:pt x="6094198" y="2047063"/>
                  </a:lnTo>
                  <a:lnTo>
                    <a:pt x="6099904" y="1995430"/>
                  </a:lnTo>
                  <a:lnTo>
                    <a:pt x="6105610" y="1952649"/>
                  </a:lnTo>
                  <a:lnTo>
                    <a:pt x="6111316" y="1814161"/>
                  </a:lnTo>
                  <a:lnTo>
                    <a:pt x="6117022" y="1626246"/>
                  </a:lnTo>
                  <a:lnTo>
                    <a:pt x="6122729" y="1508241"/>
                  </a:lnTo>
                  <a:lnTo>
                    <a:pt x="6128435" y="1483925"/>
                  </a:lnTo>
                  <a:lnTo>
                    <a:pt x="6134141" y="1329098"/>
                  </a:lnTo>
                  <a:lnTo>
                    <a:pt x="6139847" y="1077733"/>
                  </a:lnTo>
                  <a:lnTo>
                    <a:pt x="6145553" y="949017"/>
                  </a:lnTo>
                  <a:lnTo>
                    <a:pt x="6151259" y="835841"/>
                  </a:lnTo>
                  <a:lnTo>
                    <a:pt x="6156966" y="700359"/>
                  </a:lnTo>
                  <a:lnTo>
                    <a:pt x="6162672" y="599727"/>
                  </a:lnTo>
                  <a:lnTo>
                    <a:pt x="6168378" y="678558"/>
                  </a:lnTo>
                  <a:lnTo>
                    <a:pt x="6174084" y="820019"/>
                  </a:lnTo>
                  <a:lnTo>
                    <a:pt x="6179790" y="948731"/>
                  </a:lnTo>
                  <a:lnTo>
                    <a:pt x="6185497" y="1122309"/>
                  </a:lnTo>
                  <a:lnTo>
                    <a:pt x="6191203" y="1332575"/>
                  </a:lnTo>
                  <a:lnTo>
                    <a:pt x="6196909" y="1488268"/>
                  </a:lnTo>
                  <a:lnTo>
                    <a:pt x="6202615" y="1605164"/>
                  </a:lnTo>
                  <a:lnTo>
                    <a:pt x="6208321" y="1744704"/>
                  </a:lnTo>
                  <a:lnTo>
                    <a:pt x="6214027" y="1796936"/>
                  </a:lnTo>
                  <a:lnTo>
                    <a:pt x="6219734" y="1883043"/>
                  </a:lnTo>
                  <a:lnTo>
                    <a:pt x="6225440" y="1979274"/>
                  </a:lnTo>
                  <a:lnTo>
                    <a:pt x="6231146" y="1934760"/>
                  </a:lnTo>
                  <a:lnTo>
                    <a:pt x="6236852" y="1718946"/>
                  </a:lnTo>
                  <a:lnTo>
                    <a:pt x="6242558" y="1443169"/>
                  </a:lnTo>
                  <a:lnTo>
                    <a:pt x="6248265" y="1262367"/>
                  </a:lnTo>
                  <a:lnTo>
                    <a:pt x="6253971" y="1071175"/>
                  </a:lnTo>
                  <a:lnTo>
                    <a:pt x="6259677" y="815177"/>
                  </a:lnTo>
                  <a:lnTo>
                    <a:pt x="6265383" y="662406"/>
                  </a:lnTo>
                  <a:lnTo>
                    <a:pt x="6271089" y="630985"/>
                  </a:lnTo>
                  <a:lnTo>
                    <a:pt x="6276795" y="647210"/>
                  </a:lnTo>
                  <a:lnTo>
                    <a:pt x="6282502" y="676553"/>
                  </a:lnTo>
                  <a:lnTo>
                    <a:pt x="6288208" y="626602"/>
                  </a:lnTo>
                  <a:lnTo>
                    <a:pt x="6293914" y="599495"/>
                  </a:lnTo>
                  <a:lnTo>
                    <a:pt x="6299620" y="582578"/>
                  </a:lnTo>
                  <a:lnTo>
                    <a:pt x="6305326" y="549475"/>
                  </a:lnTo>
                  <a:lnTo>
                    <a:pt x="6311032" y="560285"/>
                  </a:lnTo>
                  <a:lnTo>
                    <a:pt x="6316739" y="637727"/>
                  </a:lnTo>
                  <a:lnTo>
                    <a:pt x="6322445" y="783419"/>
                  </a:lnTo>
                  <a:lnTo>
                    <a:pt x="6328151" y="918068"/>
                  </a:lnTo>
                  <a:lnTo>
                    <a:pt x="6333857" y="1014140"/>
                  </a:lnTo>
                  <a:lnTo>
                    <a:pt x="6339563" y="1042477"/>
                  </a:lnTo>
                  <a:lnTo>
                    <a:pt x="6345270" y="1010837"/>
                  </a:lnTo>
                  <a:lnTo>
                    <a:pt x="6350976" y="869018"/>
                  </a:lnTo>
                  <a:lnTo>
                    <a:pt x="6356682" y="694821"/>
                  </a:lnTo>
                  <a:lnTo>
                    <a:pt x="6362388" y="515794"/>
                  </a:lnTo>
                  <a:lnTo>
                    <a:pt x="6368094" y="349130"/>
                  </a:lnTo>
                  <a:lnTo>
                    <a:pt x="6373800" y="240411"/>
                  </a:lnTo>
                  <a:lnTo>
                    <a:pt x="6379507" y="186527"/>
                  </a:lnTo>
                  <a:lnTo>
                    <a:pt x="6385213" y="320696"/>
                  </a:lnTo>
                  <a:lnTo>
                    <a:pt x="6390919" y="473086"/>
                  </a:lnTo>
                  <a:lnTo>
                    <a:pt x="6396625" y="599162"/>
                  </a:lnTo>
                  <a:lnTo>
                    <a:pt x="6402331" y="754879"/>
                  </a:lnTo>
                  <a:lnTo>
                    <a:pt x="6408038" y="868501"/>
                  </a:lnTo>
                  <a:lnTo>
                    <a:pt x="6413744" y="1035254"/>
                  </a:lnTo>
                  <a:lnTo>
                    <a:pt x="6419450" y="1045156"/>
                  </a:lnTo>
                  <a:lnTo>
                    <a:pt x="6425156" y="1024220"/>
                  </a:lnTo>
                  <a:lnTo>
                    <a:pt x="6430862" y="976800"/>
                  </a:lnTo>
                  <a:lnTo>
                    <a:pt x="6436568" y="928582"/>
                  </a:lnTo>
                  <a:lnTo>
                    <a:pt x="6442275" y="927087"/>
                  </a:lnTo>
                  <a:lnTo>
                    <a:pt x="6447981" y="874593"/>
                  </a:lnTo>
                  <a:lnTo>
                    <a:pt x="6453687" y="922550"/>
                  </a:lnTo>
                  <a:lnTo>
                    <a:pt x="6459393" y="1030396"/>
                  </a:lnTo>
                  <a:lnTo>
                    <a:pt x="6465099" y="1162810"/>
                  </a:lnTo>
                  <a:lnTo>
                    <a:pt x="6470805" y="1347125"/>
                  </a:lnTo>
                  <a:lnTo>
                    <a:pt x="6476512" y="1542681"/>
                  </a:lnTo>
                  <a:lnTo>
                    <a:pt x="6482218" y="1707355"/>
                  </a:lnTo>
                  <a:lnTo>
                    <a:pt x="6487924" y="1828946"/>
                  </a:lnTo>
                  <a:lnTo>
                    <a:pt x="6493630" y="1954071"/>
                  </a:lnTo>
                  <a:lnTo>
                    <a:pt x="6499336" y="2069888"/>
                  </a:lnTo>
                  <a:lnTo>
                    <a:pt x="6505043" y="2189284"/>
                  </a:lnTo>
                  <a:lnTo>
                    <a:pt x="6510749" y="2334197"/>
                  </a:lnTo>
                  <a:lnTo>
                    <a:pt x="6516455" y="2359923"/>
                  </a:lnTo>
                  <a:lnTo>
                    <a:pt x="6522161" y="2287612"/>
                  </a:lnTo>
                  <a:lnTo>
                    <a:pt x="6527867" y="2157652"/>
                  </a:lnTo>
                  <a:lnTo>
                    <a:pt x="6533573" y="2063276"/>
                  </a:lnTo>
                  <a:lnTo>
                    <a:pt x="6539280" y="1964142"/>
                  </a:lnTo>
                  <a:lnTo>
                    <a:pt x="6544986" y="1829007"/>
                  </a:lnTo>
                  <a:lnTo>
                    <a:pt x="6550692" y="1740376"/>
                  </a:lnTo>
                  <a:lnTo>
                    <a:pt x="6556398" y="1749625"/>
                  </a:lnTo>
                  <a:lnTo>
                    <a:pt x="6562104" y="1848206"/>
                  </a:lnTo>
                  <a:lnTo>
                    <a:pt x="6567810" y="1916314"/>
                  </a:lnTo>
                  <a:lnTo>
                    <a:pt x="6573517" y="1805023"/>
                  </a:lnTo>
                  <a:lnTo>
                    <a:pt x="6579223" y="1718107"/>
                  </a:lnTo>
                  <a:lnTo>
                    <a:pt x="6584929" y="1678216"/>
                  </a:lnTo>
                  <a:lnTo>
                    <a:pt x="6590635" y="1614059"/>
                  </a:lnTo>
                  <a:lnTo>
                    <a:pt x="6596341" y="1520688"/>
                  </a:lnTo>
                  <a:lnTo>
                    <a:pt x="6602048" y="1522829"/>
                  </a:lnTo>
                  <a:lnTo>
                    <a:pt x="6607754" y="1753914"/>
                  </a:lnTo>
                  <a:lnTo>
                    <a:pt x="6613460" y="1868143"/>
                  </a:lnTo>
                  <a:lnTo>
                    <a:pt x="6619166" y="1908896"/>
                  </a:lnTo>
                  <a:lnTo>
                    <a:pt x="6624872" y="1998462"/>
                  </a:lnTo>
                  <a:lnTo>
                    <a:pt x="6630578" y="2135218"/>
                  </a:lnTo>
                  <a:lnTo>
                    <a:pt x="6636285" y="2278113"/>
                  </a:lnTo>
                  <a:lnTo>
                    <a:pt x="6641991" y="2270105"/>
                  </a:lnTo>
                  <a:lnTo>
                    <a:pt x="6647697" y="2343089"/>
                  </a:lnTo>
                  <a:lnTo>
                    <a:pt x="6653403" y="2541146"/>
                  </a:lnTo>
                  <a:lnTo>
                    <a:pt x="6659109" y="2699498"/>
                  </a:lnTo>
                  <a:lnTo>
                    <a:pt x="6664816" y="2683603"/>
                  </a:lnTo>
                  <a:lnTo>
                    <a:pt x="6670522" y="2542223"/>
                  </a:lnTo>
                  <a:lnTo>
                    <a:pt x="6676228" y="2472896"/>
                  </a:lnTo>
                  <a:lnTo>
                    <a:pt x="6681934" y="2435619"/>
                  </a:lnTo>
                  <a:lnTo>
                    <a:pt x="6687640" y="2301074"/>
                  </a:lnTo>
                  <a:lnTo>
                    <a:pt x="6693346" y="2101267"/>
                  </a:lnTo>
                  <a:lnTo>
                    <a:pt x="6699053" y="1999644"/>
                  </a:lnTo>
                  <a:lnTo>
                    <a:pt x="6704759" y="2038955"/>
                  </a:lnTo>
                  <a:lnTo>
                    <a:pt x="6710465" y="2034148"/>
                  </a:lnTo>
                  <a:lnTo>
                    <a:pt x="6716171" y="2020147"/>
                  </a:lnTo>
                  <a:lnTo>
                    <a:pt x="6721877" y="2121412"/>
                  </a:lnTo>
                  <a:lnTo>
                    <a:pt x="6727583" y="2243120"/>
                  </a:lnTo>
                  <a:lnTo>
                    <a:pt x="6733290" y="2315793"/>
                  </a:lnTo>
                  <a:lnTo>
                    <a:pt x="6738996" y="2310881"/>
                  </a:lnTo>
                  <a:lnTo>
                    <a:pt x="6744702" y="2268952"/>
                  </a:lnTo>
                  <a:lnTo>
                    <a:pt x="6750408" y="2201108"/>
                  </a:lnTo>
                  <a:lnTo>
                    <a:pt x="6756114" y="2031747"/>
                  </a:lnTo>
                  <a:lnTo>
                    <a:pt x="6761821" y="1915776"/>
                  </a:lnTo>
                  <a:lnTo>
                    <a:pt x="6767527" y="1902541"/>
                  </a:lnTo>
                  <a:lnTo>
                    <a:pt x="6773233" y="1932174"/>
                  </a:lnTo>
                  <a:lnTo>
                    <a:pt x="6778939" y="1897140"/>
                  </a:lnTo>
                  <a:lnTo>
                    <a:pt x="6784645" y="1843839"/>
                  </a:lnTo>
                  <a:lnTo>
                    <a:pt x="6790351" y="1838143"/>
                  </a:lnTo>
                  <a:lnTo>
                    <a:pt x="6796058" y="1806770"/>
                  </a:lnTo>
                  <a:lnTo>
                    <a:pt x="6801764" y="1789851"/>
                  </a:lnTo>
                  <a:lnTo>
                    <a:pt x="6807470" y="1839142"/>
                  </a:lnTo>
                  <a:lnTo>
                    <a:pt x="6813176" y="2000607"/>
                  </a:lnTo>
                  <a:lnTo>
                    <a:pt x="6818882" y="2185375"/>
                  </a:lnTo>
                  <a:lnTo>
                    <a:pt x="6824589" y="2363349"/>
                  </a:lnTo>
                  <a:lnTo>
                    <a:pt x="6830295" y="2531220"/>
                  </a:lnTo>
                  <a:lnTo>
                    <a:pt x="6836001" y="2574134"/>
                  </a:lnTo>
                  <a:lnTo>
                    <a:pt x="6841707" y="2499502"/>
                  </a:lnTo>
                  <a:lnTo>
                    <a:pt x="6847413" y="2469670"/>
                  </a:lnTo>
                  <a:lnTo>
                    <a:pt x="6853119" y="2533324"/>
                  </a:lnTo>
                  <a:lnTo>
                    <a:pt x="6858826" y="2622373"/>
                  </a:lnTo>
                  <a:lnTo>
                    <a:pt x="6864532" y="2706807"/>
                  </a:lnTo>
                  <a:lnTo>
                    <a:pt x="6870238" y="2849158"/>
                  </a:lnTo>
                  <a:lnTo>
                    <a:pt x="6875944" y="2951824"/>
                  </a:lnTo>
                  <a:lnTo>
                    <a:pt x="6881650" y="2978940"/>
                  </a:lnTo>
                  <a:lnTo>
                    <a:pt x="6887356" y="2845999"/>
                  </a:lnTo>
                  <a:lnTo>
                    <a:pt x="6893063" y="2685300"/>
                  </a:lnTo>
                  <a:lnTo>
                    <a:pt x="6898769" y="2610308"/>
                  </a:lnTo>
                  <a:lnTo>
                    <a:pt x="6904475" y="2585101"/>
                  </a:lnTo>
                  <a:lnTo>
                    <a:pt x="6910181" y="2553934"/>
                  </a:lnTo>
                  <a:lnTo>
                    <a:pt x="6915887" y="2595025"/>
                  </a:lnTo>
                  <a:lnTo>
                    <a:pt x="6921594" y="2712794"/>
                  </a:lnTo>
                  <a:lnTo>
                    <a:pt x="6927300" y="2878624"/>
                  </a:lnTo>
                  <a:lnTo>
                    <a:pt x="6933006" y="2978187"/>
                  </a:lnTo>
                  <a:lnTo>
                    <a:pt x="6938712" y="3001257"/>
                  </a:lnTo>
                  <a:lnTo>
                    <a:pt x="6944418" y="3034258"/>
                  </a:lnTo>
                  <a:lnTo>
                    <a:pt x="6950124" y="2997080"/>
                  </a:lnTo>
                  <a:lnTo>
                    <a:pt x="6955831" y="2999017"/>
                  </a:lnTo>
                  <a:lnTo>
                    <a:pt x="6961537" y="2971482"/>
                  </a:lnTo>
                  <a:lnTo>
                    <a:pt x="6967243" y="2946911"/>
                  </a:lnTo>
                  <a:lnTo>
                    <a:pt x="6972949" y="2957347"/>
                  </a:lnTo>
                  <a:lnTo>
                    <a:pt x="6978655" y="2988411"/>
                  </a:lnTo>
                  <a:lnTo>
                    <a:pt x="6984361" y="3010841"/>
                  </a:lnTo>
                  <a:lnTo>
                    <a:pt x="6990068" y="3026319"/>
                  </a:lnTo>
                  <a:lnTo>
                    <a:pt x="6995774" y="3074478"/>
                  </a:lnTo>
                  <a:lnTo>
                    <a:pt x="7001480" y="3114554"/>
                  </a:lnTo>
                  <a:lnTo>
                    <a:pt x="7007186" y="3116972"/>
                  </a:lnTo>
                  <a:lnTo>
                    <a:pt x="7007186" y="3116972"/>
                  </a:lnTo>
                  <a:lnTo>
                    <a:pt x="7012892" y="3116972"/>
                  </a:lnTo>
                  <a:lnTo>
                    <a:pt x="7018599" y="3116972"/>
                  </a:lnTo>
                  <a:lnTo>
                    <a:pt x="7024305" y="3116972"/>
                  </a:lnTo>
                  <a:lnTo>
                    <a:pt x="7030011" y="3041172"/>
                  </a:lnTo>
                  <a:lnTo>
                    <a:pt x="7035717" y="2931164"/>
                  </a:lnTo>
                  <a:lnTo>
                    <a:pt x="7041423" y="2819014"/>
                  </a:lnTo>
                  <a:lnTo>
                    <a:pt x="7047129" y="2713854"/>
                  </a:lnTo>
                  <a:lnTo>
                    <a:pt x="7052836" y="2614244"/>
                  </a:lnTo>
                  <a:lnTo>
                    <a:pt x="7058542" y="2621721"/>
                  </a:lnTo>
                  <a:lnTo>
                    <a:pt x="7064248" y="2642124"/>
                  </a:lnTo>
                  <a:lnTo>
                    <a:pt x="7069954" y="2687756"/>
                  </a:lnTo>
                  <a:lnTo>
                    <a:pt x="7075660" y="2773752"/>
                  </a:lnTo>
                  <a:lnTo>
                    <a:pt x="7081367" y="2825201"/>
                  </a:lnTo>
                  <a:lnTo>
                    <a:pt x="7087073" y="2816069"/>
                  </a:lnTo>
                  <a:lnTo>
                    <a:pt x="7092779" y="2769914"/>
                  </a:lnTo>
                  <a:lnTo>
                    <a:pt x="7098485" y="2796326"/>
                  </a:lnTo>
                  <a:lnTo>
                    <a:pt x="7104191" y="2820625"/>
                  </a:lnTo>
                  <a:lnTo>
                    <a:pt x="7109897" y="2813542"/>
                  </a:lnTo>
                  <a:lnTo>
                    <a:pt x="7115604" y="2837879"/>
                  </a:lnTo>
                  <a:lnTo>
                    <a:pt x="7121310" y="2968311"/>
                  </a:lnTo>
                  <a:lnTo>
                    <a:pt x="7127016" y="3029346"/>
                  </a:lnTo>
                  <a:lnTo>
                    <a:pt x="7132722" y="3018554"/>
                  </a:lnTo>
                  <a:lnTo>
                    <a:pt x="7138428" y="2957542"/>
                  </a:lnTo>
                  <a:lnTo>
                    <a:pt x="7144134" y="2927133"/>
                  </a:lnTo>
                  <a:lnTo>
                    <a:pt x="7149841" y="2918549"/>
                  </a:lnTo>
                  <a:lnTo>
                    <a:pt x="7155547" y="2894951"/>
                  </a:lnTo>
                  <a:lnTo>
                    <a:pt x="7161253" y="2876413"/>
                  </a:lnTo>
                  <a:lnTo>
                    <a:pt x="7166959" y="2853728"/>
                  </a:lnTo>
                  <a:lnTo>
                    <a:pt x="7172665" y="2880123"/>
                  </a:lnTo>
                  <a:lnTo>
                    <a:pt x="7178372" y="2928947"/>
                  </a:lnTo>
                  <a:lnTo>
                    <a:pt x="7184078" y="2973387"/>
                  </a:lnTo>
                  <a:lnTo>
                    <a:pt x="7189784" y="2972561"/>
                  </a:lnTo>
                  <a:lnTo>
                    <a:pt x="7195490" y="2988019"/>
                  </a:lnTo>
                  <a:lnTo>
                    <a:pt x="7201196" y="3026184"/>
                  </a:lnTo>
                  <a:lnTo>
                    <a:pt x="7206902" y="3067176"/>
                  </a:lnTo>
                  <a:lnTo>
                    <a:pt x="7212609" y="3061659"/>
                  </a:lnTo>
                  <a:lnTo>
                    <a:pt x="7218315" y="3056875"/>
                  </a:lnTo>
                  <a:lnTo>
                    <a:pt x="7224021" y="3051806"/>
                  </a:lnTo>
                  <a:lnTo>
                    <a:pt x="7229727" y="3007831"/>
                  </a:lnTo>
                  <a:lnTo>
                    <a:pt x="7235433" y="2916309"/>
                  </a:lnTo>
                  <a:lnTo>
                    <a:pt x="7241140" y="2927486"/>
                  </a:lnTo>
                  <a:lnTo>
                    <a:pt x="7246846" y="2954654"/>
                  </a:lnTo>
                  <a:lnTo>
                    <a:pt x="7252552" y="2943177"/>
                  </a:lnTo>
                  <a:lnTo>
                    <a:pt x="7258258" y="2973008"/>
                  </a:lnTo>
                  <a:lnTo>
                    <a:pt x="7263964" y="3047298"/>
                  </a:lnTo>
                  <a:lnTo>
                    <a:pt x="7269670" y="3116972"/>
                  </a:lnTo>
                  <a:lnTo>
                    <a:pt x="7269670" y="3116972"/>
                  </a:lnTo>
                  <a:lnTo>
                    <a:pt x="7275377" y="3064390"/>
                  </a:lnTo>
                  <a:lnTo>
                    <a:pt x="7281083" y="2966523"/>
                  </a:lnTo>
                  <a:lnTo>
                    <a:pt x="7286789" y="2856753"/>
                  </a:lnTo>
                  <a:lnTo>
                    <a:pt x="7292495" y="2704277"/>
                  </a:lnTo>
                  <a:lnTo>
                    <a:pt x="7298201" y="2534105"/>
                  </a:lnTo>
                  <a:lnTo>
                    <a:pt x="7303907" y="2418973"/>
                  </a:lnTo>
                  <a:lnTo>
                    <a:pt x="7309614" y="2382673"/>
                  </a:lnTo>
                  <a:lnTo>
                    <a:pt x="7315320" y="2388337"/>
                  </a:lnTo>
                  <a:lnTo>
                    <a:pt x="7321026" y="2434603"/>
                  </a:lnTo>
                  <a:lnTo>
                    <a:pt x="7326732" y="2489859"/>
                  </a:lnTo>
                  <a:lnTo>
                    <a:pt x="7332438" y="2548872"/>
                  </a:lnTo>
                  <a:lnTo>
                    <a:pt x="7338145" y="2565824"/>
                  </a:lnTo>
                  <a:lnTo>
                    <a:pt x="7343851" y="2570665"/>
                  </a:lnTo>
                  <a:lnTo>
                    <a:pt x="7349557" y="2525983"/>
                  </a:lnTo>
                  <a:lnTo>
                    <a:pt x="7355263" y="2483482"/>
                  </a:lnTo>
                  <a:lnTo>
                    <a:pt x="7360969" y="2471261"/>
                  </a:lnTo>
                  <a:lnTo>
                    <a:pt x="7366675" y="2533261"/>
                  </a:lnTo>
                  <a:lnTo>
                    <a:pt x="7372382" y="2610134"/>
                  </a:lnTo>
                  <a:lnTo>
                    <a:pt x="7378088" y="2618283"/>
                  </a:lnTo>
                  <a:lnTo>
                    <a:pt x="7383794" y="2690101"/>
                  </a:lnTo>
                  <a:lnTo>
                    <a:pt x="7389500" y="2744445"/>
                  </a:lnTo>
                  <a:lnTo>
                    <a:pt x="7395206" y="2727096"/>
                  </a:lnTo>
                  <a:lnTo>
                    <a:pt x="7400912" y="2584224"/>
                  </a:lnTo>
                  <a:lnTo>
                    <a:pt x="7406619" y="2466956"/>
                  </a:lnTo>
                  <a:lnTo>
                    <a:pt x="7412325" y="2370888"/>
                  </a:lnTo>
                  <a:lnTo>
                    <a:pt x="7418031" y="2213696"/>
                  </a:lnTo>
                  <a:lnTo>
                    <a:pt x="7423737" y="2186450"/>
                  </a:lnTo>
                  <a:lnTo>
                    <a:pt x="7429443" y="2304228"/>
                  </a:lnTo>
                  <a:lnTo>
                    <a:pt x="7435150" y="2468872"/>
                  </a:lnTo>
                  <a:lnTo>
                    <a:pt x="7440856" y="2605884"/>
                  </a:lnTo>
                  <a:lnTo>
                    <a:pt x="7446562" y="2745246"/>
                  </a:lnTo>
                  <a:lnTo>
                    <a:pt x="7452268" y="2917859"/>
                  </a:lnTo>
                  <a:lnTo>
                    <a:pt x="7457974" y="3003449"/>
                  </a:lnTo>
                  <a:lnTo>
                    <a:pt x="7463680" y="2990429"/>
                  </a:lnTo>
                  <a:lnTo>
                    <a:pt x="7469387" y="2990429"/>
                  </a:lnTo>
                  <a:lnTo>
                    <a:pt x="7475093" y="2997554"/>
                  </a:lnTo>
                  <a:lnTo>
                    <a:pt x="7480799" y="3024612"/>
                  </a:lnTo>
                  <a:lnTo>
                    <a:pt x="7486505" y="3019065"/>
                  </a:lnTo>
                  <a:lnTo>
                    <a:pt x="7492211" y="2972718"/>
                  </a:lnTo>
                  <a:lnTo>
                    <a:pt x="7497918" y="2915657"/>
                  </a:lnTo>
                  <a:lnTo>
                    <a:pt x="7503624" y="2904590"/>
                  </a:lnTo>
                  <a:lnTo>
                    <a:pt x="7509330" y="2918673"/>
                  </a:lnTo>
                  <a:lnTo>
                    <a:pt x="7515036" y="2956892"/>
                  </a:lnTo>
                  <a:lnTo>
                    <a:pt x="7520742" y="2999247"/>
                  </a:lnTo>
                  <a:lnTo>
                    <a:pt x="7526448" y="3048693"/>
                  </a:lnTo>
                  <a:lnTo>
                    <a:pt x="7532155" y="3116972"/>
                  </a:lnTo>
                  <a:lnTo>
                    <a:pt x="7532155" y="3116972"/>
                  </a:lnTo>
                  <a:lnTo>
                    <a:pt x="7537861" y="3116972"/>
                  </a:lnTo>
                  <a:lnTo>
                    <a:pt x="7543567" y="3116972"/>
                  </a:lnTo>
                  <a:lnTo>
                    <a:pt x="7549273" y="3116972"/>
                  </a:lnTo>
                  <a:lnTo>
                    <a:pt x="7554979" y="3116972"/>
                  </a:lnTo>
                  <a:lnTo>
                    <a:pt x="7560685" y="3072788"/>
                  </a:lnTo>
                  <a:lnTo>
                    <a:pt x="7566392" y="2958115"/>
                  </a:lnTo>
                  <a:lnTo>
                    <a:pt x="7572098" y="2844621"/>
                  </a:lnTo>
                  <a:lnTo>
                    <a:pt x="7577804" y="2815180"/>
                  </a:lnTo>
                  <a:lnTo>
                    <a:pt x="7583510" y="2825044"/>
                  </a:lnTo>
                  <a:lnTo>
                    <a:pt x="7589216" y="2837767"/>
                  </a:lnTo>
                  <a:lnTo>
                    <a:pt x="7594923" y="2903587"/>
                  </a:lnTo>
                  <a:lnTo>
                    <a:pt x="7600629" y="2954954"/>
                  </a:lnTo>
                  <a:lnTo>
                    <a:pt x="7606335" y="2931555"/>
                  </a:lnTo>
                  <a:lnTo>
                    <a:pt x="7612041" y="2846469"/>
                  </a:lnTo>
                  <a:lnTo>
                    <a:pt x="7617747" y="2674043"/>
                  </a:lnTo>
                  <a:lnTo>
                    <a:pt x="7623453" y="2480715"/>
                  </a:lnTo>
                  <a:lnTo>
                    <a:pt x="7629160" y="2343218"/>
                  </a:lnTo>
                  <a:lnTo>
                    <a:pt x="7634866" y="2293427"/>
                  </a:lnTo>
                  <a:lnTo>
                    <a:pt x="7640572" y="2253613"/>
                  </a:lnTo>
                  <a:lnTo>
                    <a:pt x="7646278" y="2217380"/>
                  </a:lnTo>
                  <a:lnTo>
                    <a:pt x="7651984" y="2305087"/>
                  </a:lnTo>
                  <a:lnTo>
                    <a:pt x="7657691" y="2387720"/>
                  </a:lnTo>
                  <a:lnTo>
                    <a:pt x="7663397" y="2350917"/>
                  </a:lnTo>
                  <a:lnTo>
                    <a:pt x="7669103" y="2320207"/>
                  </a:lnTo>
                  <a:lnTo>
                    <a:pt x="7674809" y="2315742"/>
                  </a:lnTo>
                  <a:lnTo>
                    <a:pt x="7680515" y="2269612"/>
                  </a:lnTo>
                  <a:lnTo>
                    <a:pt x="7686221" y="2172250"/>
                  </a:lnTo>
                  <a:lnTo>
                    <a:pt x="7691928" y="2081510"/>
                  </a:lnTo>
                  <a:lnTo>
                    <a:pt x="7697634" y="2015881"/>
                  </a:lnTo>
                  <a:lnTo>
                    <a:pt x="7703340" y="1923425"/>
                  </a:lnTo>
                  <a:lnTo>
                    <a:pt x="7709046" y="1845788"/>
                  </a:lnTo>
                  <a:lnTo>
                    <a:pt x="7714752" y="1864171"/>
                  </a:lnTo>
                  <a:lnTo>
                    <a:pt x="7720458" y="1845423"/>
                  </a:lnTo>
                  <a:lnTo>
                    <a:pt x="7726165" y="1857769"/>
                  </a:lnTo>
                  <a:lnTo>
                    <a:pt x="7731871" y="1969279"/>
                  </a:lnTo>
                  <a:lnTo>
                    <a:pt x="7737577" y="1993032"/>
                  </a:lnTo>
                  <a:lnTo>
                    <a:pt x="7743283" y="2001045"/>
                  </a:lnTo>
                  <a:lnTo>
                    <a:pt x="7748989" y="1980957"/>
                  </a:lnTo>
                  <a:lnTo>
                    <a:pt x="7754696" y="2005123"/>
                  </a:lnTo>
                  <a:lnTo>
                    <a:pt x="7760402" y="2072209"/>
                  </a:lnTo>
                  <a:lnTo>
                    <a:pt x="7766108" y="2037664"/>
                  </a:lnTo>
                  <a:lnTo>
                    <a:pt x="7771814" y="2024391"/>
                  </a:lnTo>
                  <a:lnTo>
                    <a:pt x="7777520" y="2006598"/>
                  </a:lnTo>
                  <a:lnTo>
                    <a:pt x="7783226" y="1920925"/>
                  </a:lnTo>
                  <a:lnTo>
                    <a:pt x="7788933" y="1807739"/>
                  </a:lnTo>
                  <a:lnTo>
                    <a:pt x="7794639" y="1594710"/>
                  </a:lnTo>
                  <a:lnTo>
                    <a:pt x="7800345" y="1387911"/>
                  </a:lnTo>
                  <a:lnTo>
                    <a:pt x="7806051" y="1222579"/>
                  </a:lnTo>
                  <a:lnTo>
                    <a:pt x="7811757" y="1096983"/>
                  </a:lnTo>
                  <a:lnTo>
                    <a:pt x="7817463" y="1119503"/>
                  </a:lnTo>
                  <a:lnTo>
                    <a:pt x="7823170" y="1175653"/>
                  </a:lnTo>
                  <a:lnTo>
                    <a:pt x="7828876" y="1322935"/>
                  </a:lnTo>
                  <a:lnTo>
                    <a:pt x="7834582" y="1559519"/>
                  </a:lnTo>
                  <a:lnTo>
                    <a:pt x="7840288" y="1856235"/>
                  </a:lnTo>
                  <a:lnTo>
                    <a:pt x="7845994" y="2093872"/>
                  </a:lnTo>
                  <a:lnTo>
                    <a:pt x="7851701" y="2128446"/>
                  </a:lnTo>
                  <a:lnTo>
                    <a:pt x="7857407" y="2178478"/>
                  </a:lnTo>
                  <a:lnTo>
                    <a:pt x="7863113" y="2301389"/>
                  </a:lnTo>
                  <a:lnTo>
                    <a:pt x="7868819" y="2316764"/>
                  </a:lnTo>
                  <a:lnTo>
                    <a:pt x="7874525" y="2200286"/>
                  </a:lnTo>
                  <a:lnTo>
                    <a:pt x="7880231" y="2083015"/>
                  </a:lnTo>
                  <a:lnTo>
                    <a:pt x="7885938" y="2082583"/>
                  </a:lnTo>
                  <a:lnTo>
                    <a:pt x="7891644" y="2053731"/>
                  </a:lnTo>
                  <a:lnTo>
                    <a:pt x="7897350" y="1862020"/>
                  </a:lnTo>
                  <a:lnTo>
                    <a:pt x="7903056" y="1780261"/>
                  </a:lnTo>
                  <a:lnTo>
                    <a:pt x="7908762" y="1885854"/>
                  </a:lnTo>
                  <a:lnTo>
                    <a:pt x="7914469" y="2058393"/>
                  </a:lnTo>
                  <a:lnTo>
                    <a:pt x="7920175" y="2174884"/>
                  </a:lnTo>
                  <a:lnTo>
                    <a:pt x="7925881" y="2264266"/>
                  </a:lnTo>
                  <a:lnTo>
                    <a:pt x="7931587" y="2412693"/>
                  </a:lnTo>
                  <a:lnTo>
                    <a:pt x="7937293" y="2537395"/>
                  </a:lnTo>
                  <a:lnTo>
                    <a:pt x="7942999" y="2582635"/>
                  </a:lnTo>
                  <a:lnTo>
                    <a:pt x="7948706" y="2604284"/>
                  </a:lnTo>
                  <a:lnTo>
                    <a:pt x="7954412" y="2658878"/>
                  </a:lnTo>
                  <a:lnTo>
                    <a:pt x="7960118" y="2732782"/>
                  </a:lnTo>
                  <a:lnTo>
                    <a:pt x="7965824" y="2795319"/>
                  </a:lnTo>
                  <a:lnTo>
                    <a:pt x="7971530" y="2875465"/>
                  </a:lnTo>
                  <a:lnTo>
                    <a:pt x="7977236" y="2960102"/>
                  </a:lnTo>
                  <a:lnTo>
                    <a:pt x="7982943" y="3041145"/>
                  </a:lnTo>
                  <a:lnTo>
                    <a:pt x="7988649" y="3062721"/>
                  </a:lnTo>
                  <a:lnTo>
                    <a:pt x="7994355" y="3014957"/>
                  </a:lnTo>
                  <a:lnTo>
                    <a:pt x="8000061" y="3026978"/>
                  </a:lnTo>
                  <a:lnTo>
                    <a:pt x="8005767" y="2991059"/>
                  </a:lnTo>
                  <a:lnTo>
                    <a:pt x="8011474" y="2912339"/>
                  </a:lnTo>
                  <a:lnTo>
                    <a:pt x="8017180" y="2786556"/>
                  </a:lnTo>
                  <a:lnTo>
                    <a:pt x="8022886" y="2749907"/>
                  </a:lnTo>
                  <a:lnTo>
                    <a:pt x="8028592" y="2787325"/>
                  </a:lnTo>
                  <a:lnTo>
                    <a:pt x="8034298" y="2863358"/>
                  </a:lnTo>
                  <a:lnTo>
                    <a:pt x="8040004" y="2935518"/>
                  </a:lnTo>
                  <a:lnTo>
                    <a:pt x="8045711" y="2965442"/>
                  </a:lnTo>
                  <a:lnTo>
                    <a:pt x="8051417" y="3035914"/>
                  </a:lnTo>
                  <a:lnTo>
                    <a:pt x="8057123" y="3091375"/>
                  </a:lnTo>
                  <a:lnTo>
                    <a:pt x="8062829" y="3116972"/>
                  </a:lnTo>
                  <a:lnTo>
                    <a:pt x="8062829" y="3116972"/>
                  </a:lnTo>
                  <a:lnTo>
                    <a:pt x="8068535" y="3072827"/>
                  </a:lnTo>
                  <a:lnTo>
                    <a:pt x="8074242" y="3057853"/>
                  </a:lnTo>
                  <a:lnTo>
                    <a:pt x="8079948" y="3086426"/>
                  </a:lnTo>
                  <a:lnTo>
                    <a:pt x="8085654" y="3044077"/>
                  </a:lnTo>
                  <a:lnTo>
                    <a:pt x="8091360" y="2924646"/>
                  </a:lnTo>
                  <a:lnTo>
                    <a:pt x="8097066" y="2830622"/>
                  </a:lnTo>
                  <a:lnTo>
                    <a:pt x="8102772" y="2782887"/>
                  </a:lnTo>
                  <a:lnTo>
                    <a:pt x="8108479" y="2718499"/>
                  </a:lnTo>
                  <a:lnTo>
                    <a:pt x="8114185" y="2701745"/>
                  </a:lnTo>
                  <a:lnTo>
                    <a:pt x="8119891" y="2702882"/>
                  </a:lnTo>
                  <a:lnTo>
                    <a:pt x="8125597" y="2759736"/>
                  </a:lnTo>
                  <a:lnTo>
                    <a:pt x="8131303" y="2796065"/>
                  </a:lnTo>
                  <a:lnTo>
                    <a:pt x="8137009" y="2793994"/>
                  </a:lnTo>
                  <a:lnTo>
                    <a:pt x="8142716" y="2780418"/>
                  </a:lnTo>
                  <a:lnTo>
                    <a:pt x="8148422" y="2766410"/>
                  </a:lnTo>
                  <a:lnTo>
                    <a:pt x="8154128" y="2789683"/>
                  </a:lnTo>
                  <a:lnTo>
                    <a:pt x="8159834" y="2865551"/>
                  </a:lnTo>
                  <a:lnTo>
                    <a:pt x="8165540" y="2982373"/>
                  </a:lnTo>
                  <a:lnTo>
                    <a:pt x="8171247" y="2950152"/>
                  </a:lnTo>
                  <a:lnTo>
                    <a:pt x="8176953" y="2941125"/>
                  </a:lnTo>
                  <a:lnTo>
                    <a:pt x="8182659" y="2978621"/>
                  </a:lnTo>
                  <a:lnTo>
                    <a:pt x="8188365" y="3011691"/>
                  </a:lnTo>
                  <a:lnTo>
                    <a:pt x="8194071" y="2928315"/>
                  </a:lnTo>
                  <a:lnTo>
                    <a:pt x="8199777" y="2864395"/>
                  </a:lnTo>
                  <a:lnTo>
                    <a:pt x="8205484" y="2918422"/>
                  </a:lnTo>
                  <a:lnTo>
                    <a:pt x="8211190" y="2910733"/>
                  </a:lnTo>
                  <a:lnTo>
                    <a:pt x="8216896" y="2802366"/>
                  </a:lnTo>
                  <a:lnTo>
                    <a:pt x="8222602" y="2748140"/>
                  </a:lnTo>
                  <a:lnTo>
                    <a:pt x="8228308" y="2760629"/>
                  </a:lnTo>
                  <a:lnTo>
                    <a:pt x="8234014" y="2740237"/>
                  </a:lnTo>
                  <a:lnTo>
                    <a:pt x="8239721" y="2756853"/>
                  </a:lnTo>
                  <a:lnTo>
                    <a:pt x="8245427" y="2766785"/>
                  </a:lnTo>
                  <a:lnTo>
                    <a:pt x="8251133" y="2829178"/>
                  </a:lnTo>
                  <a:lnTo>
                    <a:pt x="8256839" y="2892219"/>
                  </a:lnTo>
                  <a:lnTo>
                    <a:pt x="8262545" y="2931227"/>
                  </a:lnTo>
                  <a:lnTo>
                    <a:pt x="8268252" y="2914326"/>
                  </a:lnTo>
                  <a:lnTo>
                    <a:pt x="8273958" y="2948536"/>
                  </a:lnTo>
                  <a:lnTo>
                    <a:pt x="8279664" y="3036388"/>
                  </a:lnTo>
                  <a:lnTo>
                    <a:pt x="8285370" y="3007066"/>
                  </a:lnTo>
                  <a:lnTo>
                    <a:pt x="8291076" y="2967010"/>
                  </a:lnTo>
                  <a:lnTo>
                    <a:pt x="8296782" y="3035026"/>
                  </a:lnTo>
                  <a:lnTo>
                    <a:pt x="8302489" y="3083851"/>
                  </a:lnTo>
                  <a:lnTo>
                    <a:pt x="8308195" y="3044341"/>
                  </a:lnTo>
                  <a:lnTo>
                    <a:pt x="8313901" y="3027773"/>
                  </a:lnTo>
                  <a:lnTo>
                    <a:pt x="8319607" y="3071161"/>
                  </a:lnTo>
                  <a:lnTo>
                    <a:pt x="8325313" y="3116972"/>
                  </a:lnTo>
                  <a:lnTo>
                    <a:pt x="8325313" y="3116972"/>
                  </a:lnTo>
                  <a:lnTo>
                    <a:pt x="8331020" y="3116972"/>
                  </a:lnTo>
                  <a:lnTo>
                    <a:pt x="8336726" y="3116972"/>
                  </a:lnTo>
                  <a:lnTo>
                    <a:pt x="8342432" y="3116972"/>
                  </a:lnTo>
                  <a:lnTo>
                    <a:pt x="8348138" y="3116972"/>
                  </a:lnTo>
                  <a:lnTo>
                    <a:pt x="8353844" y="3116972"/>
                  </a:lnTo>
                  <a:lnTo>
                    <a:pt x="8359550" y="3044313"/>
                  </a:lnTo>
                  <a:lnTo>
                    <a:pt x="8365257" y="2964407"/>
                  </a:lnTo>
                  <a:lnTo>
                    <a:pt x="8370963" y="2925196"/>
                  </a:lnTo>
                  <a:lnTo>
                    <a:pt x="8376669" y="2800071"/>
                  </a:lnTo>
                  <a:lnTo>
                    <a:pt x="8382375" y="2795555"/>
                  </a:lnTo>
                  <a:lnTo>
                    <a:pt x="8388081" y="2821737"/>
                  </a:lnTo>
                  <a:lnTo>
                    <a:pt x="8393787" y="2768062"/>
                  </a:lnTo>
                  <a:lnTo>
                    <a:pt x="8399494" y="2765818"/>
                  </a:lnTo>
                  <a:lnTo>
                    <a:pt x="8405200" y="2808280"/>
                  </a:lnTo>
                  <a:lnTo>
                    <a:pt x="8410906" y="2846534"/>
                  </a:lnTo>
                  <a:lnTo>
                    <a:pt x="8416612" y="2783794"/>
                  </a:lnTo>
                  <a:lnTo>
                    <a:pt x="8422318" y="2814050"/>
                  </a:lnTo>
                  <a:lnTo>
                    <a:pt x="8428025" y="2911626"/>
                  </a:lnTo>
                  <a:lnTo>
                    <a:pt x="8433731" y="2912870"/>
                  </a:lnTo>
                  <a:lnTo>
                    <a:pt x="8439437" y="2916782"/>
                  </a:lnTo>
                  <a:lnTo>
                    <a:pt x="8445143" y="3010658"/>
                  </a:lnTo>
                  <a:lnTo>
                    <a:pt x="8450849" y="3005683"/>
                  </a:lnTo>
                  <a:lnTo>
                    <a:pt x="8456555" y="2917526"/>
                  </a:lnTo>
                  <a:lnTo>
                    <a:pt x="8462262" y="2833989"/>
                  </a:lnTo>
                  <a:lnTo>
                    <a:pt x="8467968" y="2779130"/>
                  </a:lnTo>
                  <a:lnTo>
                    <a:pt x="8473674" y="2718107"/>
                  </a:lnTo>
                  <a:lnTo>
                    <a:pt x="8479380" y="2641692"/>
                  </a:lnTo>
                  <a:lnTo>
                    <a:pt x="8485086" y="2698326"/>
                  </a:lnTo>
                  <a:lnTo>
                    <a:pt x="8490793" y="2780651"/>
                  </a:lnTo>
                  <a:lnTo>
                    <a:pt x="8496499" y="2836548"/>
                  </a:lnTo>
                  <a:lnTo>
                    <a:pt x="8502205" y="2929436"/>
                  </a:lnTo>
                  <a:lnTo>
                    <a:pt x="8507911" y="3019227"/>
                  </a:lnTo>
                  <a:lnTo>
                    <a:pt x="8513617" y="3035004"/>
                  </a:lnTo>
                  <a:lnTo>
                    <a:pt x="8519323" y="3043973"/>
                  </a:lnTo>
                  <a:lnTo>
                    <a:pt x="8525030" y="3025650"/>
                  </a:lnTo>
                  <a:lnTo>
                    <a:pt x="8530736" y="3046941"/>
                  </a:lnTo>
                  <a:lnTo>
                    <a:pt x="8536442" y="3055614"/>
                  </a:lnTo>
                  <a:lnTo>
                    <a:pt x="8542148" y="3030386"/>
                  </a:lnTo>
                  <a:lnTo>
                    <a:pt x="8547854" y="3030060"/>
                  </a:lnTo>
                  <a:lnTo>
                    <a:pt x="8553560" y="2990676"/>
                  </a:lnTo>
                  <a:lnTo>
                    <a:pt x="8553560" y="29906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7854" y="0"/>
                  </a:lnTo>
                  <a:lnTo>
                    <a:pt x="8542148" y="0"/>
                  </a:lnTo>
                  <a:lnTo>
                    <a:pt x="8536442" y="0"/>
                  </a:lnTo>
                  <a:lnTo>
                    <a:pt x="8530736" y="0"/>
                  </a:lnTo>
                  <a:lnTo>
                    <a:pt x="8525030" y="0"/>
                  </a:lnTo>
                  <a:lnTo>
                    <a:pt x="8519323" y="0"/>
                  </a:lnTo>
                  <a:lnTo>
                    <a:pt x="8513617" y="0"/>
                  </a:lnTo>
                  <a:lnTo>
                    <a:pt x="8507911" y="0"/>
                  </a:lnTo>
                  <a:lnTo>
                    <a:pt x="8502205" y="0"/>
                  </a:lnTo>
                  <a:lnTo>
                    <a:pt x="8496499" y="0"/>
                  </a:lnTo>
                  <a:lnTo>
                    <a:pt x="8490793" y="0"/>
                  </a:lnTo>
                  <a:lnTo>
                    <a:pt x="8485086" y="0"/>
                  </a:lnTo>
                  <a:lnTo>
                    <a:pt x="8479380" y="0"/>
                  </a:lnTo>
                  <a:lnTo>
                    <a:pt x="8473674" y="0"/>
                  </a:lnTo>
                  <a:lnTo>
                    <a:pt x="8467968" y="0"/>
                  </a:lnTo>
                  <a:lnTo>
                    <a:pt x="8462262" y="0"/>
                  </a:lnTo>
                  <a:lnTo>
                    <a:pt x="8456555" y="0"/>
                  </a:lnTo>
                  <a:lnTo>
                    <a:pt x="8450849" y="0"/>
                  </a:lnTo>
                  <a:lnTo>
                    <a:pt x="8445143" y="0"/>
                  </a:lnTo>
                  <a:lnTo>
                    <a:pt x="8439437" y="0"/>
                  </a:lnTo>
                  <a:lnTo>
                    <a:pt x="8433731" y="0"/>
                  </a:lnTo>
                  <a:lnTo>
                    <a:pt x="8428025" y="0"/>
                  </a:lnTo>
                  <a:lnTo>
                    <a:pt x="8422318" y="0"/>
                  </a:lnTo>
                  <a:lnTo>
                    <a:pt x="8416612" y="0"/>
                  </a:lnTo>
                  <a:lnTo>
                    <a:pt x="8410906" y="0"/>
                  </a:lnTo>
                  <a:lnTo>
                    <a:pt x="8405200" y="0"/>
                  </a:lnTo>
                  <a:lnTo>
                    <a:pt x="8399494" y="0"/>
                  </a:lnTo>
                  <a:lnTo>
                    <a:pt x="8393787" y="0"/>
                  </a:lnTo>
                  <a:lnTo>
                    <a:pt x="8388081" y="0"/>
                  </a:lnTo>
                  <a:lnTo>
                    <a:pt x="8382375" y="0"/>
                  </a:lnTo>
                  <a:lnTo>
                    <a:pt x="8376669" y="0"/>
                  </a:lnTo>
                  <a:lnTo>
                    <a:pt x="8370963" y="0"/>
                  </a:lnTo>
                  <a:lnTo>
                    <a:pt x="8365257" y="0"/>
                  </a:lnTo>
                  <a:lnTo>
                    <a:pt x="8359550" y="0"/>
                  </a:lnTo>
                  <a:lnTo>
                    <a:pt x="8353844" y="0"/>
                  </a:lnTo>
                  <a:lnTo>
                    <a:pt x="8348138" y="0"/>
                  </a:lnTo>
                  <a:lnTo>
                    <a:pt x="8342432" y="0"/>
                  </a:lnTo>
                  <a:lnTo>
                    <a:pt x="8336726" y="0"/>
                  </a:lnTo>
                  <a:lnTo>
                    <a:pt x="8331020" y="0"/>
                  </a:lnTo>
                  <a:lnTo>
                    <a:pt x="8325313" y="0"/>
                  </a:lnTo>
                  <a:lnTo>
                    <a:pt x="8319607" y="0"/>
                  </a:lnTo>
                  <a:lnTo>
                    <a:pt x="8313901" y="0"/>
                  </a:lnTo>
                  <a:lnTo>
                    <a:pt x="8308195" y="0"/>
                  </a:lnTo>
                  <a:lnTo>
                    <a:pt x="8302489" y="0"/>
                  </a:lnTo>
                  <a:lnTo>
                    <a:pt x="8296782" y="0"/>
                  </a:lnTo>
                  <a:lnTo>
                    <a:pt x="8291076" y="0"/>
                  </a:lnTo>
                  <a:lnTo>
                    <a:pt x="8285370" y="0"/>
                  </a:lnTo>
                  <a:lnTo>
                    <a:pt x="8279664" y="0"/>
                  </a:lnTo>
                  <a:lnTo>
                    <a:pt x="8273958" y="0"/>
                  </a:lnTo>
                  <a:lnTo>
                    <a:pt x="8268252" y="0"/>
                  </a:lnTo>
                  <a:lnTo>
                    <a:pt x="8262545" y="0"/>
                  </a:lnTo>
                  <a:lnTo>
                    <a:pt x="8256839" y="0"/>
                  </a:lnTo>
                  <a:lnTo>
                    <a:pt x="8251133" y="0"/>
                  </a:lnTo>
                  <a:lnTo>
                    <a:pt x="8245427" y="0"/>
                  </a:lnTo>
                  <a:lnTo>
                    <a:pt x="8239721" y="0"/>
                  </a:lnTo>
                  <a:lnTo>
                    <a:pt x="8234014" y="0"/>
                  </a:lnTo>
                  <a:lnTo>
                    <a:pt x="8228308" y="0"/>
                  </a:lnTo>
                  <a:lnTo>
                    <a:pt x="8222602" y="0"/>
                  </a:lnTo>
                  <a:lnTo>
                    <a:pt x="8216896" y="0"/>
                  </a:lnTo>
                  <a:lnTo>
                    <a:pt x="8211190" y="0"/>
                  </a:lnTo>
                  <a:lnTo>
                    <a:pt x="8205484" y="0"/>
                  </a:lnTo>
                  <a:lnTo>
                    <a:pt x="8199777" y="0"/>
                  </a:lnTo>
                  <a:lnTo>
                    <a:pt x="8194071" y="0"/>
                  </a:lnTo>
                  <a:lnTo>
                    <a:pt x="8188365" y="0"/>
                  </a:lnTo>
                  <a:lnTo>
                    <a:pt x="8182659" y="0"/>
                  </a:lnTo>
                  <a:lnTo>
                    <a:pt x="8176953" y="0"/>
                  </a:lnTo>
                  <a:lnTo>
                    <a:pt x="8171247" y="0"/>
                  </a:lnTo>
                  <a:lnTo>
                    <a:pt x="8165540" y="0"/>
                  </a:lnTo>
                  <a:lnTo>
                    <a:pt x="8159834" y="0"/>
                  </a:lnTo>
                  <a:lnTo>
                    <a:pt x="8154128" y="0"/>
                  </a:lnTo>
                  <a:lnTo>
                    <a:pt x="8148422" y="0"/>
                  </a:lnTo>
                  <a:lnTo>
                    <a:pt x="8142716" y="0"/>
                  </a:lnTo>
                  <a:lnTo>
                    <a:pt x="8137009" y="0"/>
                  </a:lnTo>
                  <a:lnTo>
                    <a:pt x="8131303" y="0"/>
                  </a:lnTo>
                  <a:lnTo>
                    <a:pt x="8125597" y="0"/>
                  </a:lnTo>
                  <a:lnTo>
                    <a:pt x="8119891" y="0"/>
                  </a:lnTo>
                  <a:lnTo>
                    <a:pt x="8114185" y="0"/>
                  </a:lnTo>
                  <a:lnTo>
                    <a:pt x="8108479" y="0"/>
                  </a:lnTo>
                  <a:lnTo>
                    <a:pt x="8102772" y="0"/>
                  </a:lnTo>
                  <a:lnTo>
                    <a:pt x="8097066" y="0"/>
                  </a:lnTo>
                  <a:lnTo>
                    <a:pt x="8091360" y="0"/>
                  </a:lnTo>
                  <a:lnTo>
                    <a:pt x="8085654" y="0"/>
                  </a:lnTo>
                  <a:lnTo>
                    <a:pt x="8079948" y="0"/>
                  </a:lnTo>
                  <a:lnTo>
                    <a:pt x="8074242" y="0"/>
                  </a:lnTo>
                  <a:lnTo>
                    <a:pt x="8068535" y="0"/>
                  </a:lnTo>
                  <a:lnTo>
                    <a:pt x="8062829" y="0"/>
                  </a:lnTo>
                  <a:lnTo>
                    <a:pt x="8057123" y="0"/>
                  </a:lnTo>
                  <a:lnTo>
                    <a:pt x="8051417" y="0"/>
                  </a:lnTo>
                  <a:lnTo>
                    <a:pt x="8045711" y="0"/>
                  </a:lnTo>
                  <a:lnTo>
                    <a:pt x="8040004" y="0"/>
                  </a:lnTo>
                  <a:lnTo>
                    <a:pt x="8034298" y="0"/>
                  </a:lnTo>
                  <a:lnTo>
                    <a:pt x="8028592" y="0"/>
                  </a:lnTo>
                  <a:lnTo>
                    <a:pt x="8022886" y="0"/>
                  </a:lnTo>
                  <a:lnTo>
                    <a:pt x="8017180" y="0"/>
                  </a:lnTo>
                  <a:lnTo>
                    <a:pt x="8011474" y="0"/>
                  </a:lnTo>
                  <a:lnTo>
                    <a:pt x="8005767" y="0"/>
                  </a:lnTo>
                  <a:lnTo>
                    <a:pt x="8000061" y="0"/>
                  </a:lnTo>
                  <a:lnTo>
                    <a:pt x="7994355" y="0"/>
                  </a:lnTo>
                  <a:lnTo>
                    <a:pt x="7988649" y="0"/>
                  </a:lnTo>
                  <a:lnTo>
                    <a:pt x="7982943" y="0"/>
                  </a:lnTo>
                  <a:lnTo>
                    <a:pt x="7977236" y="0"/>
                  </a:lnTo>
                  <a:lnTo>
                    <a:pt x="7971530" y="0"/>
                  </a:lnTo>
                  <a:lnTo>
                    <a:pt x="7965824" y="0"/>
                  </a:lnTo>
                  <a:lnTo>
                    <a:pt x="7960118" y="0"/>
                  </a:lnTo>
                  <a:lnTo>
                    <a:pt x="7954412" y="0"/>
                  </a:lnTo>
                  <a:lnTo>
                    <a:pt x="7948706" y="0"/>
                  </a:lnTo>
                  <a:lnTo>
                    <a:pt x="7942999" y="0"/>
                  </a:lnTo>
                  <a:lnTo>
                    <a:pt x="7937293" y="0"/>
                  </a:lnTo>
                  <a:lnTo>
                    <a:pt x="7931587" y="0"/>
                  </a:lnTo>
                  <a:lnTo>
                    <a:pt x="7925881" y="0"/>
                  </a:lnTo>
                  <a:lnTo>
                    <a:pt x="7920175" y="0"/>
                  </a:lnTo>
                  <a:lnTo>
                    <a:pt x="7914469" y="0"/>
                  </a:lnTo>
                  <a:lnTo>
                    <a:pt x="7908762" y="0"/>
                  </a:lnTo>
                  <a:lnTo>
                    <a:pt x="7903056" y="0"/>
                  </a:lnTo>
                  <a:lnTo>
                    <a:pt x="7897350" y="0"/>
                  </a:lnTo>
                  <a:lnTo>
                    <a:pt x="7891644" y="0"/>
                  </a:lnTo>
                  <a:lnTo>
                    <a:pt x="7885938" y="0"/>
                  </a:lnTo>
                  <a:lnTo>
                    <a:pt x="7880231" y="0"/>
                  </a:lnTo>
                  <a:lnTo>
                    <a:pt x="7874525" y="0"/>
                  </a:lnTo>
                  <a:lnTo>
                    <a:pt x="7868819" y="0"/>
                  </a:lnTo>
                  <a:lnTo>
                    <a:pt x="7863113" y="0"/>
                  </a:lnTo>
                  <a:lnTo>
                    <a:pt x="7857407" y="0"/>
                  </a:lnTo>
                  <a:lnTo>
                    <a:pt x="7851701" y="0"/>
                  </a:lnTo>
                  <a:lnTo>
                    <a:pt x="7845994" y="0"/>
                  </a:lnTo>
                  <a:lnTo>
                    <a:pt x="7840288" y="0"/>
                  </a:lnTo>
                  <a:lnTo>
                    <a:pt x="7834582" y="0"/>
                  </a:lnTo>
                  <a:lnTo>
                    <a:pt x="7828876" y="0"/>
                  </a:lnTo>
                  <a:lnTo>
                    <a:pt x="7823170" y="0"/>
                  </a:lnTo>
                  <a:lnTo>
                    <a:pt x="7817463" y="0"/>
                  </a:lnTo>
                  <a:lnTo>
                    <a:pt x="7811757" y="0"/>
                  </a:lnTo>
                  <a:lnTo>
                    <a:pt x="7806051" y="0"/>
                  </a:lnTo>
                  <a:lnTo>
                    <a:pt x="7800345" y="0"/>
                  </a:lnTo>
                  <a:lnTo>
                    <a:pt x="7794639" y="0"/>
                  </a:lnTo>
                  <a:lnTo>
                    <a:pt x="7788933" y="0"/>
                  </a:lnTo>
                  <a:lnTo>
                    <a:pt x="7783226" y="0"/>
                  </a:lnTo>
                  <a:lnTo>
                    <a:pt x="7777520" y="0"/>
                  </a:lnTo>
                  <a:lnTo>
                    <a:pt x="7771814" y="0"/>
                  </a:lnTo>
                  <a:lnTo>
                    <a:pt x="7766108" y="0"/>
                  </a:lnTo>
                  <a:lnTo>
                    <a:pt x="7760402" y="0"/>
                  </a:lnTo>
                  <a:lnTo>
                    <a:pt x="7754696" y="0"/>
                  </a:lnTo>
                  <a:lnTo>
                    <a:pt x="7748989" y="0"/>
                  </a:lnTo>
                  <a:lnTo>
                    <a:pt x="7743283" y="0"/>
                  </a:lnTo>
                  <a:lnTo>
                    <a:pt x="7737577" y="0"/>
                  </a:lnTo>
                  <a:lnTo>
                    <a:pt x="7731871" y="0"/>
                  </a:lnTo>
                  <a:lnTo>
                    <a:pt x="7726165" y="0"/>
                  </a:lnTo>
                  <a:lnTo>
                    <a:pt x="7720458" y="0"/>
                  </a:lnTo>
                  <a:lnTo>
                    <a:pt x="7714752" y="0"/>
                  </a:lnTo>
                  <a:lnTo>
                    <a:pt x="7709046" y="0"/>
                  </a:lnTo>
                  <a:lnTo>
                    <a:pt x="7703340" y="0"/>
                  </a:lnTo>
                  <a:lnTo>
                    <a:pt x="7697634" y="0"/>
                  </a:lnTo>
                  <a:lnTo>
                    <a:pt x="7691928" y="0"/>
                  </a:lnTo>
                  <a:lnTo>
                    <a:pt x="7686221" y="0"/>
                  </a:lnTo>
                  <a:lnTo>
                    <a:pt x="7680515" y="0"/>
                  </a:lnTo>
                  <a:lnTo>
                    <a:pt x="7674809" y="0"/>
                  </a:lnTo>
                  <a:lnTo>
                    <a:pt x="7669103" y="0"/>
                  </a:lnTo>
                  <a:lnTo>
                    <a:pt x="7663397" y="0"/>
                  </a:lnTo>
                  <a:lnTo>
                    <a:pt x="7657691" y="0"/>
                  </a:lnTo>
                  <a:lnTo>
                    <a:pt x="7651984" y="0"/>
                  </a:lnTo>
                  <a:lnTo>
                    <a:pt x="7646278" y="0"/>
                  </a:lnTo>
                  <a:lnTo>
                    <a:pt x="7640572" y="0"/>
                  </a:lnTo>
                  <a:lnTo>
                    <a:pt x="7634866" y="0"/>
                  </a:lnTo>
                  <a:lnTo>
                    <a:pt x="7629160" y="0"/>
                  </a:lnTo>
                  <a:lnTo>
                    <a:pt x="7623453" y="0"/>
                  </a:lnTo>
                  <a:lnTo>
                    <a:pt x="7617747" y="0"/>
                  </a:lnTo>
                  <a:lnTo>
                    <a:pt x="7612041" y="0"/>
                  </a:lnTo>
                  <a:lnTo>
                    <a:pt x="7606335" y="0"/>
                  </a:lnTo>
                  <a:lnTo>
                    <a:pt x="7600629" y="0"/>
                  </a:lnTo>
                  <a:lnTo>
                    <a:pt x="7594923" y="0"/>
                  </a:lnTo>
                  <a:lnTo>
                    <a:pt x="7589216" y="0"/>
                  </a:lnTo>
                  <a:lnTo>
                    <a:pt x="7583510" y="0"/>
                  </a:lnTo>
                  <a:lnTo>
                    <a:pt x="7577804" y="0"/>
                  </a:lnTo>
                  <a:lnTo>
                    <a:pt x="7572098" y="0"/>
                  </a:lnTo>
                  <a:lnTo>
                    <a:pt x="7566392" y="0"/>
                  </a:lnTo>
                  <a:lnTo>
                    <a:pt x="7560685" y="0"/>
                  </a:lnTo>
                  <a:lnTo>
                    <a:pt x="7554979" y="0"/>
                  </a:lnTo>
                  <a:lnTo>
                    <a:pt x="7549273" y="0"/>
                  </a:lnTo>
                  <a:lnTo>
                    <a:pt x="7543567" y="0"/>
                  </a:lnTo>
                  <a:lnTo>
                    <a:pt x="7537861" y="0"/>
                  </a:lnTo>
                  <a:lnTo>
                    <a:pt x="7532155" y="0"/>
                  </a:lnTo>
                  <a:lnTo>
                    <a:pt x="7526448" y="0"/>
                  </a:lnTo>
                  <a:lnTo>
                    <a:pt x="7520742" y="0"/>
                  </a:lnTo>
                  <a:lnTo>
                    <a:pt x="7515036" y="0"/>
                  </a:lnTo>
                  <a:lnTo>
                    <a:pt x="7509330" y="0"/>
                  </a:lnTo>
                  <a:lnTo>
                    <a:pt x="7503624" y="0"/>
                  </a:lnTo>
                  <a:lnTo>
                    <a:pt x="7497918" y="0"/>
                  </a:lnTo>
                  <a:lnTo>
                    <a:pt x="7492211" y="0"/>
                  </a:lnTo>
                  <a:lnTo>
                    <a:pt x="7486505" y="0"/>
                  </a:lnTo>
                  <a:lnTo>
                    <a:pt x="7480799" y="0"/>
                  </a:lnTo>
                  <a:lnTo>
                    <a:pt x="7475093" y="0"/>
                  </a:lnTo>
                  <a:lnTo>
                    <a:pt x="7469387" y="0"/>
                  </a:lnTo>
                  <a:lnTo>
                    <a:pt x="7463680" y="0"/>
                  </a:lnTo>
                  <a:lnTo>
                    <a:pt x="7457974" y="0"/>
                  </a:lnTo>
                  <a:lnTo>
                    <a:pt x="7452268" y="0"/>
                  </a:lnTo>
                  <a:lnTo>
                    <a:pt x="7446562" y="0"/>
                  </a:lnTo>
                  <a:lnTo>
                    <a:pt x="7440856" y="0"/>
                  </a:lnTo>
                  <a:lnTo>
                    <a:pt x="7435150" y="0"/>
                  </a:lnTo>
                  <a:lnTo>
                    <a:pt x="7429443" y="0"/>
                  </a:lnTo>
                  <a:lnTo>
                    <a:pt x="7423737" y="0"/>
                  </a:lnTo>
                  <a:lnTo>
                    <a:pt x="7418031" y="0"/>
                  </a:lnTo>
                  <a:lnTo>
                    <a:pt x="7412325" y="0"/>
                  </a:lnTo>
                  <a:lnTo>
                    <a:pt x="7406619" y="0"/>
                  </a:lnTo>
                  <a:lnTo>
                    <a:pt x="7400912" y="0"/>
                  </a:lnTo>
                  <a:lnTo>
                    <a:pt x="7395206" y="0"/>
                  </a:lnTo>
                  <a:lnTo>
                    <a:pt x="7389500" y="0"/>
                  </a:lnTo>
                  <a:lnTo>
                    <a:pt x="7383794" y="0"/>
                  </a:lnTo>
                  <a:lnTo>
                    <a:pt x="7378088" y="0"/>
                  </a:lnTo>
                  <a:lnTo>
                    <a:pt x="7372382" y="0"/>
                  </a:lnTo>
                  <a:lnTo>
                    <a:pt x="7366675" y="0"/>
                  </a:lnTo>
                  <a:lnTo>
                    <a:pt x="7360969" y="0"/>
                  </a:lnTo>
                  <a:lnTo>
                    <a:pt x="7355263" y="0"/>
                  </a:lnTo>
                  <a:lnTo>
                    <a:pt x="7349557" y="0"/>
                  </a:lnTo>
                  <a:lnTo>
                    <a:pt x="7343851" y="0"/>
                  </a:lnTo>
                  <a:lnTo>
                    <a:pt x="7338145" y="0"/>
                  </a:lnTo>
                  <a:lnTo>
                    <a:pt x="7332438" y="0"/>
                  </a:lnTo>
                  <a:lnTo>
                    <a:pt x="7326732" y="0"/>
                  </a:lnTo>
                  <a:lnTo>
                    <a:pt x="7321026" y="0"/>
                  </a:lnTo>
                  <a:lnTo>
                    <a:pt x="7315320" y="0"/>
                  </a:lnTo>
                  <a:lnTo>
                    <a:pt x="7309614" y="0"/>
                  </a:lnTo>
                  <a:lnTo>
                    <a:pt x="7303907" y="0"/>
                  </a:lnTo>
                  <a:lnTo>
                    <a:pt x="7298201" y="0"/>
                  </a:lnTo>
                  <a:lnTo>
                    <a:pt x="7292495" y="0"/>
                  </a:lnTo>
                  <a:lnTo>
                    <a:pt x="7286789" y="0"/>
                  </a:lnTo>
                  <a:lnTo>
                    <a:pt x="7281083" y="0"/>
                  </a:lnTo>
                  <a:lnTo>
                    <a:pt x="7275377" y="0"/>
                  </a:lnTo>
                  <a:lnTo>
                    <a:pt x="7269670" y="0"/>
                  </a:lnTo>
                  <a:lnTo>
                    <a:pt x="7263964" y="0"/>
                  </a:lnTo>
                  <a:lnTo>
                    <a:pt x="7258258" y="0"/>
                  </a:lnTo>
                  <a:lnTo>
                    <a:pt x="7252552" y="0"/>
                  </a:lnTo>
                  <a:lnTo>
                    <a:pt x="7246846" y="0"/>
                  </a:lnTo>
                  <a:lnTo>
                    <a:pt x="7241140" y="0"/>
                  </a:lnTo>
                  <a:lnTo>
                    <a:pt x="7235433" y="0"/>
                  </a:lnTo>
                  <a:lnTo>
                    <a:pt x="7229727" y="0"/>
                  </a:lnTo>
                  <a:lnTo>
                    <a:pt x="7224021" y="0"/>
                  </a:lnTo>
                  <a:lnTo>
                    <a:pt x="7218315" y="0"/>
                  </a:lnTo>
                  <a:lnTo>
                    <a:pt x="7212609" y="0"/>
                  </a:lnTo>
                  <a:lnTo>
                    <a:pt x="7206902" y="0"/>
                  </a:lnTo>
                  <a:lnTo>
                    <a:pt x="7201196" y="0"/>
                  </a:lnTo>
                  <a:lnTo>
                    <a:pt x="7195490" y="0"/>
                  </a:lnTo>
                  <a:lnTo>
                    <a:pt x="7189784" y="0"/>
                  </a:lnTo>
                  <a:lnTo>
                    <a:pt x="7184078" y="0"/>
                  </a:lnTo>
                  <a:lnTo>
                    <a:pt x="7178372" y="0"/>
                  </a:lnTo>
                  <a:lnTo>
                    <a:pt x="7172665" y="0"/>
                  </a:lnTo>
                  <a:lnTo>
                    <a:pt x="7166959" y="0"/>
                  </a:lnTo>
                  <a:lnTo>
                    <a:pt x="7161253" y="0"/>
                  </a:lnTo>
                  <a:lnTo>
                    <a:pt x="7155547" y="0"/>
                  </a:lnTo>
                  <a:lnTo>
                    <a:pt x="7149841" y="0"/>
                  </a:lnTo>
                  <a:lnTo>
                    <a:pt x="7144134" y="0"/>
                  </a:lnTo>
                  <a:lnTo>
                    <a:pt x="7138428" y="0"/>
                  </a:lnTo>
                  <a:lnTo>
                    <a:pt x="7132722" y="0"/>
                  </a:lnTo>
                  <a:lnTo>
                    <a:pt x="7127016" y="0"/>
                  </a:lnTo>
                  <a:lnTo>
                    <a:pt x="7121310" y="0"/>
                  </a:lnTo>
                  <a:lnTo>
                    <a:pt x="7115604" y="0"/>
                  </a:lnTo>
                  <a:lnTo>
                    <a:pt x="7109897" y="0"/>
                  </a:lnTo>
                  <a:lnTo>
                    <a:pt x="7104191" y="0"/>
                  </a:lnTo>
                  <a:lnTo>
                    <a:pt x="7098485" y="0"/>
                  </a:lnTo>
                  <a:lnTo>
                    <a:pt x="7092779" y="0"/>
                  </a:lnTo>
                  <a:lnTo>
                    <a:pt x="7087073" y="0"/>
                  </a:lnTo>
                  <a:lnTo>
                    <a:pt x="7081367" y="0"/>
                  </a:lnTo>
                  <a:lnTo>
                    <a:pt x="7075660" y="0"/>
                  </a:lnTo>
                  <a:lnTo>
                    <a:pt x="7069954" y="0"/>
                  </a:lnTo>
                  <a:lnTo>
                    <a:pt x="7064248" y="0"/>
                  </a:lnTo>
                  <a:lnTo>
                    <a:pt x="7058542" y="0"/>
                  </a:lnTo>
                  <a:lnTo>
                    <a:pt x="7052836" y="0"/>
                  </a:lnTo>
                  <a:lnTo>
                    <a:pt x="7047129" y="0"/>
                  </a:lnTo>
                  <a:lnTo>
                    <a:pt x="7041423" y="0"/>
                  </a:lnTo>
                  <a:lnTo>
                    <a:pt x="7035717" y="0"/>
                  </a:lnTo>
                  <a:lnTo>
                    <a:pt x="7030011" y="0"/>
                  </a:lnTo>
                  <a:lnTo>
                    <a:pt x="7024305" y="0"/>
                  </a:lnTo>
                  <a:lnTo>
                    <a:pt x="7018599" y="0"/>
                  </a:lnTo>
                  <a:lnTo>
                    <a:pt x="7012892" y="0"/>
                  </a:lnTo>
                  <a:lnTo>
                    <a:pt x="7007186" y="0"/>
                  </a:lnTo>
                  <a:lnTo>
                    <a:pt x="7001480" y="0"/>
                  </a:lnTo>
                  <a:lnTo>
                    <a:pt x="6995774" y="0"/>
                  </a:lnTo>
                  <a:lnTo>
                    <a:pt x="6990068" y="0"/>
                  </a:lnTo>
                  <a:lnTo>
                    <a:pt x="6984361" y="0"/>
                  </a:lnTo>
                  <a:lnTo>
                    <a:pt x="6978655" y="0"/>
                  </a:lnTo>
                  <a:lnTo>
                    <a:pt x="6972949" y="0"/>
                  </a:lnTo>
                  <a:lnTo>
                    <a:pt x="6967243" y="0"/>
                  </a:lnTo>
                  <a:lnTo>
                    <a:pt x="6961537" y="0"/>
                  </a:lnTo>
                  <a:lnTo>
                    <a:pt x="6955831" y="0"/>
                  </a:lnTo>
                  <a:lnTo>
                    <a:pt x="6950124" y="0"/>
                  </a:lnTo>
                  <a:lnTo>
                    <a:pt x="6944418" y="0"/>
                  </a:lnTo>
                  <a:lnTo>
                    <a:pt x="6938712" y="0"/>
                  </a:lnTo>
                  <a:lnTo>
                    <a:pt x="6933006" y="0"/>
                  </a:lnTo>
                  <a:lnTo>
                    <a:pt x="6927300" y="0"/>
                  </a:lnTo>
                  <a:lnTo>
                    <a:pt x="6921594" y="0"/>
                  </a:lnTo>
                  <a:lnTo>
                    <a:pt x="6915887" y="0"/>
                  </a:lnTo>
                  <a:lnTo>
                    <a:pt x="6910181" y="0"/>
                  </a:lnTo>
                  <a:lnTo>
                    <a:pt x="6904475" y="0"/>
                  </a:lnTo>
                  <a:lnTo>
                    <a:pt x="6898769" y="0"/>
                  </a:lnTo>
                  <a:lnTo>
                    <a:pt x="6893063" y="0"/>
                  </a:lnTo>
                  <a:lnTo>
                    <a:pt x="6887356" y="0"/>
                  </a:lnTo>
                  <a:lnTo>
                    <a:pt x="6881650" y="0"/>
                  </a:lnTo>
                  <a:lnTo>
                    <a:pt x="6875944" y="0"/>
                  </a:lnTo>
                  <a:lnTo>
                    <a:pt x="6870238" y="0"/>
                  </a:lnTo>
                  <a:lnTo>
                    <a:pt x="6864532" y="0"/>
                  </a:lnTo>
                  <a:lnTo>
                    <a:pt x="6858826" y="0"/>
                  </a:lnTo>
                  <a:lnTo>
                    <a:pt x="6853119" y="0"/>
                  </a:lnTo>
                  <a:lnTo>
                    <a:pt x="6847413" y="0"/>
                  </a:lnTo>
                  <a:lnTo>
                    <a:pt x="6841707" y="0"/>
                  </a:lnTo>
                  <a:lnTo>
                    <a:pt x="6836001" y="0"/>
                  </a:lnTo>
                  <a:lnTo>
                    <a:pt x="6830295" y="0"/>
                  </a:lnTo>
                  <a:lnTo>
                    <a:pt x="6824589" y="0"/>
                  </a:lnTo>
                  <a:lnTo>
                    <a:pt x="6818882" y="0"/>
                  </a:lnTo>
                  <a:lnTo>
                    <a:pt x="6813176" y="0"/>
                  </a:lnTo>
                  <a:lnTo>
                    <a:pt x="6807470" y="0"/>
                  </a:lnTo>
                  <a:lnTo>
                    <a:pt x="6801764" y="0"/>
                  </a:lnTo>
                  <a:lnTo>
                    <a:pt x="6796058" y="0"/>
                  </a:lnTo>
                  <a:lnTo>
                    <a:pt x="6790351" y="0"/>
                  </a:lnTo>
                  <a:lnTo>
                    <a:pt x="6784645" y="0"/>
                  </a:lnTo>
                  <a:lnTo>
                    <a:pt x="6778939" y="0"/>
                  </a:lnTo>
                  <a:lnTo>
                    <a:pt x="6773233" y="0"/>
                  </a:lnTo>
                  <a:lnTo>
                    <a:pt x="6767527" y="0"/>
                  </a:lnTo>
                  <a:lnTo>
                    <a:pt x="6761821" y="0"/>
                  </a:lnTo>
                  <a:lnTo>
                    <a:pt x="6756114" y="0"/>
                  </a:lnTo>
                  <a:lnTo>
                    <a:pt x="6750408" y="0"/>
                  </a:lnTo>
                  <a:lnTo>
                    <a:pt x="6744702" y="0"/>
                  </a:lnTo>
                  <a:lnTo>
                    <a:pt x="6738996" y="0"/>
                  </a:lnTo>
                  <a:lnTo>
                    <a:pt x="6733290" y="0"/>
                  </a:lnTo>
                  <a:lnTo>
                    <a:pt x="6727583" y="0"/>
                  </a:lnTo>
                  <a:lnTo>
                    <a:pt x="6721877" y="0"/>
                  </a:lnTo>
                  <a:lnTo>
                    <a:pt x="6716171" y="0"/>
                  </a:lnTo>
                  <a:lnTo>
                    <a:pt x="6710465" y="0"/>
                  </a:lnTo>
                  <a:lnTo>
                    <a:pt x="6704759" y="0"/>
                  </a:lnTo>
                  <a:lnTo>
                    <a:pt x="6699053" y="0"/>
                  </a:lnTo>
                  <a:lnTo>
                    <a:pt x="6693346" y="0"/>
                  </a:lnTo>
                  <a:lnTo>
                    <a:pt x="6687640" y="0"/>
                  </a:lnTo>
                  <a:lnTo>
                    <a:pt x="6681934" y="0"/>
                  </a:lnTo>
                  <a:lnTo>
                    <a:pt x="6676228" y="0"/>
                  </a:lnTo>
                  <a:lnTo>
                    <a:pt x="6670522" y="0"/>
                  </a:lnTo>
                  <a:lnTo>
                    <a:pt x="6664816" y="0"/>
                  </a:lnTo>
                  <a:lnTo>
                    <a:pt x="6659109" y="0"/>
                  </a:lnTo>
                  <a:lnTo>
                    <a:pt x="6653403" y="0"/>
                  </a:lnTo>
                  <a:lnTo>
                    <a:pt x="6647697" y="0"/>
                  </a:lnTo>
                  <a:lnTo>
                    <a:pt x="6641991" y="0"/>
                  </a:lnTo>
                  <a:lnTo>
                    <a:pt x="6636285" y="0"/>
                  </a:lnTo>
                  <a:lnTo>
                    <a:pt x="6630578" y="0"/>
                  </a:lnTo>
                  <a:lnTo>
                    <a:pt x="6624872" y="0"/>
                  </a:lnTo>
                  <a:lnTo>
                    <a:pt x="6619166" y="0"/>
                  </a:lnTo>
                  <a:lnTo>
                    <a:pt x="6613460" y="0"/>
                  </a:lnTo>
                  <a:lnTo>
                    <a:pt x="6607754" y="0"/>
                  </a:lnTo>
                  <a:lnTo>
                    <a:pt x="6602048" y="0"/>
                  </a:lnTo>
                  <a:lnTo>
                    <a:pt x="6596341" y="0"/>
                  </a:lnTo>
                  <a:lnTo>
                    <a:pt x="6590635" y="0"/>
                  </a:lnTo>
                  <a:lnTo>
                    <a:pt x="6584929" y="0"/>
                  </a:lnTo>
                  <a:lnTo>
                    <a:pt x="6579223" y="0"/>
                  </a:lnTo>
                  <a:lnTo>
                    <a:pt x="6573517" y="0"/>
                  </a:lnTo>
                  <a:lnTo>
                    <a:pt x="6567810" y="0"/>
                  </a:lnTo>
                  <a:lnTo>
                    <a:pt x="6562104" y="0"/>
                  </a:lnTo>
                  <a:lnTo>
                    <a:pt x="6556398" y="0"/>
                  </a:lnTo>
                  <a:lnTo>
                    <a:pt x="6550692" y="0"/>
                  </a:lnTo>
                  <a:lnTo>
                    <a:pt x="6544986" y="0"/>
                  </a:lnTo>
                  <a:lnTo>
                    <a:pt x="6539280" y="0"/>
                  </a:lnTo>
                  <a:lnTo>
                    <a:pt x="6533573" y="0"/>
                  </a:lnTo>
                  <a:lnTo>
                    <a:pt x="6527867" y="0"/>
                  </a:lnTo>
                  <a:lnTo>
                    <a:pt x="6522161" y="0"/>
                  </a:lnTo>
                  <a:lnTo>
                    <a:pt x="6516455" y="0"/>
                  </a:lnTo>
                  <a:lnTo>
                    <a:pt x="6510749" y="0"/>
                  </a:lnTo>
                  <a:lnTo>
                    <a:pt x="6505043" y="0"/>
                  </a:lnTo>
                  <a:lnTo>
                    <a:pt x="6499336" y="0"/>
                  </a:lnTo>
                  <a:lnTo>
                    <a:pt x="6493630" y="0"/>
                  </a:lnTo>
                  <a:lnTo>
                    <a:pt x="6487924" y="0"/>
                  </a:lnTo>
                  <a:lnTo>
                    <a:pt x="6482218" y="0"/>
                  </a:lnTo>
                  <a:lnTo>
                    <a:pt x="6476512" y="0"/>
                  </a:lnTo>
                  <a:lnTo>
                    <a:pt x="6470805" y="0"/>
                  </a:lnTo>
                  <a:lnTo>
                    <a:pt x="6465099" y="0"/>
                  </a:lnTo>
                  <a:lnTo>
                    <a:pt x="6459393" y="0"/>
                  </a:lnTo>
                  <a:lnTo>
                    <a:pt x="6453687" y="0"/>
                  </a:lnTo>
                  <a:lnTo>
                    <a:pt x="6447981" y="0"/>
                  </a:lnTo>
                  <a:lnTo>
                    <a:pt x="6442275" y="0"/>
                  </a:lnTo>
                  <a:lnTo>
                    <a:pt x="6436568" y="0"/>
                  </a:lnTo>
                  <a:lnTo>
                    <a:pt x="6430862" y="0"/>
                  </a:lnTo>
                  <a:lnTo>
                    <a:pt x="6425156" y="0"/>
                  </a:lnTo>
                  <a:lnTo>
                    <a:pt x="6419450" y="0"/>
                  </a:lnTo>
                  <a:lnTo>
                    <a:pt x="6413744" y="0"/>
                  </a:lnTo>
                  <a:lnTo>
                    <a:pt x="6408038" y="0"/>
                  </a:lnTo>
                  <a:lnTo>
                    <a:pt x="6402331" y="0"/>
                  </a:lnTo>
                  <a:lnTo>
                    <a:pt x="6396625" y="0"/>
                  </a:lnTo>
                  <a:lnTo>
                    <a:pt x="6390919" y="0"/>
                  </a:lnTo>
                  <a:lnTo>
                    <a:pt x="6385213" y="0"/>
                  </a:lnTo>
                  <a:lnTo>
                    <a:pt x="6379507" y="0"/>
                  </a:lnTo>
                  <a:lnTo>
                    <a:pt x="6373800" y="0"/>
                  </a:lnTo>
                  <a:lnTo>
                    <a:pt x="6368094" y="0"/>
                  </a:lnTo>
                  <a:lnTo>
                    <a:pt x="6362388" y="0"/>
                  </a:lnTo>
                  <a:lnTo>
                    <a:pt x="6356682" y="0"/>
                  </a:lnTo>
                  <a:lnTo>
                    <a:pt x="6350976" y="0"/>
                  </a:lnTo>
                  <a:lnTo>
                    <a:pt x="6345270" y="0"/>
                  </a:lnTo>
                  <a:lnTo>
                    <a:pt x="6339563" y="0"/>
                  </a:lnTo>
                  <a:lnTo>
                    <a:pt x="6333857" y="0"/>
                  </a:lnTo>
                  <a:lnTo>
                    <a:pt x="6328151" y="0"/>
                  </a:lnTo>
                  <a:lnTo>
                    <a:pt x="6322445" y="0"/>
                  </a:lnTo>
                  <a:lnTo>
                    <a:pt x="6316739" y="0"/>
                  </a:lnTo>
                  <a:lnTo>
                    <a:pt x="6311032" y="0"/>
                  </a:lnTo>
                  <a:lnTo>
                    <a:pt x="6305326" y="0"/>
                  </a:lnTo>
                  <a:lnTo>
                    <a:pt x="6299620" y="0"/>
                  </a:lnTo>
                  <a:lnTo>
                    <a:pt x="6293914" y="0"/>
                  </a:lnTo>
                  <a:lnTo>
                    <a:pt x="6288208" y="0"/>
                  </a:lnTo>
                  <a:lnTo>
                    <a:pt x="6282502" y="0"/>
                  </a:lnTo>
                  <a:lnTo>
                    <a:pt x="6276795" y="0"/>
                  </a:lnTo>
                  <a:lnTo>
                    <a:pt x="6271089" y="0"/>
                  </a:lnTo>
                  <a:lnTo>
                    <a:pt x="6265383" y="0"/>
                  </a:lnTo>
                  <a:lnTo>
                    <a:pt x="6259677" y="0"/>
                  </a:lnTo>
                  <a:lnTo>
                    <a:pt x="6253971" y="0"/>
                  </a:lnTo>
                  <a:lnTo>
                    <a:pt x="6248265" y="0"/>
                  </a:lnTo>
                  <a:lnTo>
                    <a:pt x="6242558" y="0"/>
                  </a:lnTo>
                  <a:lnTo>
                    <a:pt x="6236852" y="0"/>
                  </a:lnTo>
                  <a:lnTo>
                    <a:pt x="6231146" y="0"/>
                  </a:lnTo>
                  <a:lnTo>
                    <a:pt x="6225440" y="0"/>
                  </a:lnTo>
                  <a:lnTo>
                    <a:pt x="6219734" y="0"/>
                  </a:lnTo>
                  <a:lnTo>
                    <a:pt x="6214027" y="0"/>
                  </a:lnTo>
                  <a:lnTo>
                    <a:pt x="6208321" y="0"/>
                  </a:lnTo>
                  <a:lnTo>
                    <a:pt x="6202615" y="0"/>
                  </a:lnTo>
                  <a:lnTo>
                    <a:pt x="6196909" y="0"/>
                  </a:lnTo>
                  <a:lnTo>
                    <a:pt x="6191203" y="0"/>
                  </a:lnTo>
                  <a:lnTo>
                    <a:pt x="6185497" y="0"/>
                  </a:lnTo>
                  <a:lnTo>
                    <a:pt x="6179790" y="0"/>
                  </a:lnTo>
                  <a:lnTo>
                    <a:pt x="6174084" y="0"/>
                  </a:lnTo>
                  <a:lnTo>
                    <a:pt x="6168378" y="0"/>
                  </a:lnTo>
                  <a:lnTo>
                    <a:pt x="6162672" y="0"/>
                  </a:lnTo>
                  <a:lnTo>
                    <a:pt x="6156966" y="0"/>
                  </a:lnTo>
                  <a:lnTo>
                    <a:pt x="6151259" y="0"/>
                  </a:lnTo>
                  <a:lnTo>
                    <a:pt x="6145553" y="0"/>
                  </a:lnTo>
                  <a:lnTo>
                    <a:pt x="6139847" y="0"/>
                  </a:lnTo>
                  <a:lnTo>
                    <a:pt x="6134141" y="0"/>
                  </a:lnTo>
                  <a:lnTo>
                    <a:pt x="6128435" y="0"/>
                  </a:lnTo>
                  <a:lnTo>
                    <a:pt x="6122729" y="0"/>
                  </a:lnTo>
                  <a:lnTo>
                    <a:pt x="6117022" y="0"/>
                  </a:lnTo>
                  <a:lnTo>
                    <a:pt x="6111316" y="0"/>
                  </a:lnTo>
                  <a:lnTo>
                    <a:pt x="6105610" y="0"/>
                  </a:lnTo>
                  <a:lnTo>
                    <a:pt x="6099904" y="0"/>
                  </a:lnTo>
                  <a:lnTo>
                    <a:pt x="6094198" y="0"/>
                  </a:lnTo>
                  <a:lnTo>
                    <a:pt x="6088492" y="0"/>
                  </a:lnTo>
                  <a:lnTo>
                    <a:pt x="6082785" y="0"/>
                  </a:lnTo>
                  <a:lnTo>
                    <a:pt x="6077079" y="0"/>
                  </a:lnTo>
                  <a:lnTo>
                    <a:pt x="6071373" y="0"/>
                  </a:lnTo>
                  <a:lnTo>
                    <a:pt x="6065667" y="0"/>
                  </a:lnTo>
                  <a:lnTo>
                    <a:pt x="6059961" y="0"/>
                  </a:lnTo>
                  <a:lnTo>
                    <a:pt x="6054254" y="0"/>
                  </a:lnTo>
                  <a:lnTo>
                    <a:pt x="6048548" y="0"/>
                  </a:lnTo>
                  <a:lnTo>
                    <a:pt x="6042842" y="0"/>
                  </a:lnTo>
                  <a:lnTo>
                    <a:pt x="6037136" y="0"/>
                  </a:lnTo>
                  <a:lnTo>
                    <a:pt x="6031430" y="0"/>
                  </a:lnTo>
                  <a:lnTo>
                    <a:pt x="6025724" y="0"/>
                  </a:lnTo>
                  <a:lnTo>
                    <a:pt x="6020017" y="0"/>
                  </a:lnTo>
                  <a:lnTo>
                    <a:pt x="6014311" y="0"/>
                  </a:lnTo>
                  <a:lnTo>
                    <a:pt x="6008605" y="0"/>
                  </a:lnTo>
                  <a:lnTo>
                    <a:pt x="6002899" y="0"/>
                  </a:lnTo>
                  <a:lnTo>
                    <a:pt x="5997193" y="0"/>
                  </a:lnTo>
                  <a:lnTo>
                    <a:pt x="5991487" y="0"/>
                  </a:lnTo>
                  <a:lnTo>
                    <a:pt x="5985780" y="0"/>
                  </a:lnTo>
                  <a:lnTo>
                    <a:pt x="5980074" y="0"/>
                  </a:lnTo>
                  <a:lnTo>
                    <a:pt x="5974368" y="0"/>
                  </a:lnTo>
                  <a:lnTo>
                    <a:pt x="5968662" y="0"/>
                  </a:lnTo>
                  <a:lnTo>
                    <a:pt x="5962956" y="0"/>
                  </a:lnTo>
                  <a:lnTo>
                    <a:pt x="5957249" y="0"/>
                  </a:lnTo>
                  <a:lnTo>
                    <a:pt x="5951543" y="0"/>
                  </a:lnTo>
                  <a:lnTo>
                    <a:pt x="5945837" y="0"/>
                  </a:lnTo>
                  <a:lnTo>
                    <a:pt x="5940131" y="0"/>
                  </a:lnTo>
                  <a:lnTo>
                    <a:pt x="5934425" y="0"/>
                  </a:lnTo>
                  <a:lnTo>
                    <a:pt x="5928719" y="0"/>
                  </a:lnTo>
                  <a:lnTo>
                    <a:pt x="5923012" y="0"/>
                  </a:lnTo>
                  <a:lnTo>
                    <a:pt x="5917306" y="0"/>
                  </a:lnTo>
                  <a:lnTo>
                    <a:pt x="5911600" y="0"/>
                  </a:lnTo>
                  <a:lnTo>
                    <a:pt x="5905894" y="0"/>
                  </a:lnTo>
                  <a:lnTo>
                    <a:pt x="5900188" y="0"/>
                  </a:lnTo>
                  <a:lnTo>
                    <a:pt x="5894481" y="0"/>
                  </a:lnTo>
                  <a:lnTo>
                    <a:pt x="5888775" y="0"/>
                  </a:lnTo>
                  <a:lnTo>
                    <a:pt x="5883069" y="0"/>
                  </a:lnTo>
                  <a:lnTo>
                    <a:pt x="5877363" y="0"/>
                  </a:lnTo>
                  <a:lnTo>
                    <a:pt x="5871657" y="0"/>
                  </a:lnTo>
                  <a:lnTo>
                    <a:pt x="5865951" y="0"/>
                  </a:lnTo>
                  <a:lnTo>
                    <a:pt x="5860244" y="0"/>
                  </a:lnTo>
                  <a:lnTo>
                    <a:pt x="5854538" y="0"/>
                  </a:lnTo>
                  <a:lnTo>
                    <a:pt x="5848832" y="0"/>
                  </a:lnTo>
                  <a:lnTo>
                    <a:pt x="5843126" y="0"/>
                  </a:lnTo>
                  <a:lnTo>
                    <a:pt x="5837420" y="0"/>
                  </a:lnTo>
                  <a:lnTo>
                    <a:pt x="5831714" y="0"/>
                  </a:lnTo>
                  <a:lnTo>
                    <a:pt x="5826007" y="0"/>
                  </a:lnTo>
                  <a:lnTo>
                    <a:pt x="5820301" y="0"/>
                  </a:lnTo>
                  <a:lnTo>
                    <a:pt x="5814595" y="0"/>
                  </a:lnTo>
                  <a:lnTo>
                    <a:pt x="5808889" y="0"/>
                  </a:lnTo>
                  <a:lnTo>
                    <a:pt x="5803183" y="0"/>
                  </a:lnTo>
                  <a:lnTo>
                    <a:pt x="5797476" y="0"/>
                  </a:lnTo>
                  <a:lnTo>
                    <a:pt x="5791770" y="0"/>
                  </a:lnTo>
                  <a:lnTo>
                    <a:pt x="5786064" y="0"/>
                  </a:lnTo>
                  <a:lnTo>
                    <a:pt x="5780358" y="0"/>
                  </a:lnTo>
                  <a:lnTo>
                    <a:pt x="5774652" y="0"/>
                  </a:lnTo>
                  <a:lnTo>
                    <a:pt x="5768946" y="0"/>
                  </a:lnTo>
                  <a:lnTo>
                    <a:pt x="5763239" y="0"/>
                  </a:lnTo>
                  <a:lnTo>
                    <a:pt x="5757533" y="0"/>
                  </a:lnTo>
                  <a:lnTo>
                    <a:pt x="5751827" y="0"/>
                  </a:lnTo>
                  <a:lnTo>
                    <a:pt x="5746121" y="0"/>
                  </a:lnTo>
                  <a:lnTo>
                    <a:pt x="5740415" y="0"/>
                  </a:lnTo>
                  <a:lnTo>
                    <a:pt x="5734708" y="0"/>
                  </a:lnTo>
                  <a:lnTo>
                    <a:pt x="5729002" y="0"/>
                  </a:lnTo>
                  <a:lnTo>
                    <a:pt x="5723296" y="0"/>
                  </a:lnTo>
                  <a:lnTo>
                    <a:pt x="5717590" y="0"/>
                  </a:lnTo>
                  <a:lnTo>
                    <a:pt x="5711884" y="0"/>
                  </a:lnTo>
                  <a:lnTo>
                    <a:pt x="5706178" y="0"/>
                  </a:lnTo>
                  <a:lnTo>
                    <a:pt x="5700471" y="0"/>
                  </a:lnTo>
                  <a:lnTo>
                    <a:pt x="5694765" y="0"/>
                  </a:lnTo>
                  <a:lnTo>
                    <a:pt x="5689059" y="0"/>
                  </a:lnTo>
                  <a:lnTo>
                    <a:pt x="5683353" y="0"/>
                  </a:lnTo>
                  <a:lnTo>
                    <a:pt x="5677647" y="0"/>
                  </a:lnTo>
                  <a:lnTo>
                    <a:pt x="5671941" y="0"/>
                  </a:lnTo>
                  <a:lnTo>
                    <a:pt x="5666234" y="0"/>
                  </a:lnTo>
                  <a:lnTo>
                    <a:pt x="5660528" y="0"/>
                  </a:lnTo>
                  <a:lnTo>
                    <a:pt x="5654822" y="0"/>
                  </a:lnTo>
                  <a:lnTo>
                    <a:pt x="5649116" y="0"/>
                  </a:lnTo>
                  <a:lnTo>
                    <a:pt x="5643410" y="0"/>
                  </a:lnTo>
                  <a:lnTo>
                    <a:pt x="5637703" y="0"/>
                  </a:lnTo>
                  <a:lnTo>
                    <a:pt x="5631997" y="0"/>
                  </a:lnTo>
                  <a:lnTo>
                    <a:pt x="5626291" y="0"/>
                  </a:lnTo>
                  <a:lnTo>
                    <a:pt x="5620585" y="0"/>
                  </a:lnTo>
                  <a:lnTo>
                    <a:pt x="5614879" y="0"/>
                  </a:lnTo>
                  <a:lnTo>
                    <a:pt x="5609173" y="0"/>
                  </a:lnTo>
                  <a:lnTo>
                    <a:pt x="5603466" y="0"/>
                  </a:lnTo>
                  <a:lnTo>
                    <a:pt x="5597760" y="0"/>
                  </a:lnTo>
                  <a:lnTo>
                    <a:pt x="5592054" y="0"/>
                  </a:lnTo>
                  <a:lnTo>
                    <a:pt x="5586348" y="0"/>
                  </a:lnTo>
                  <a:lnTo>
                    <a:pt x="5580642" y="0"/>
                  </a:lnTo>
                  <a:lnTo>
                    <a:pt x="5574936" y="0"/>
                  </a:lnTo>
                  <a:lnTo>
                    <a:pt x="5569229" y="0"/>
                  </a:lnTo>
                  <a:lnTo>
                    <a:pt x="5563523" y="0"/>
                  </a:lnTo>
                  <a:lnTo>
                    <a:pt x="5557817" y="0"/>
                  </a:lnTo>
                  <a:lnTo>
                    <a:pt x="5552111" y="0"/>
                  </a:lnTo>
                  <a:lnTo>
                    <a:pt x="5546405" y="0"/>
                  </a:lnTo>
                  <a:lnTo>
                    <a:pt x="5540698" y="0"/>
                  </a:lnTo>
                  <a:lnTo>
                    <a:pt x="5534992" y="0"/>
                  </a:lnTo>
                  <a:lnTo>
                    <a:pt x="5529286" y="0"/>
                  </a:lnTo>
                  <a:lnTo>
                    <a:pt x="5523580" y="0"/>
                  </a:lnTo>
                  <a:lnTo>
                    <a:pt x="5517874" y="0"/>
                  </a:lnTo>
                  <a:lnTo>
                    <a:pt x="5512168" y="0"/>
                  </a:lnTo>
                  <a:lnTo>
                    <a:pt x="5506461" y="0"/>
                  </a:lnTo>
                  <a:lnTo>
                    <a:pt x="5500755" y="0"/>
                  </a:lnTo>
                  <a:lnTo>
                    <a:pt x="5495049" y="0"/>
                  </a:lnTo>
                  <a:lnTo>
                    <a:pt x="5489343" y="0"/>
                  </a:lnTo>
                  <a:lnTo>
                    <a:pt x="5483637" y="0"/>
                  </a:lnTo>
                  <a:lnTo>
                    <a:pt x="5477930" y="0"/>
                  </a:lnTo>
                  <a:lnTo>
                    <a:pt x="5472224" y="0"/>
                  </a:lnTo>
                  <a:lnTo>
                    <a:pt x="5466518" y="0"/>
                  </a:lnTo>
                  <a:lnTo>
                    <a:pt x="5460812" y="0"/>
                  </a:lnTo>
                  <a:lnTo>
                    <a:pt x="5455106" y="0"/>
                  </a:lnTo>
                  <a:lnTo>
                    <a:pt x="5449400" y="0"/>
                  </a:lnTo>
                  <a:lnTo>
                    <a:pt x="5443693" y="0"/>
                  </a:lnTo>
                  <a:lnTo>
                    <a:pt x="5437987" y="0"/>
                  </a:lnTo>
                  <a:lnTo>
                    <a:pt x="5432281" y="0"/>
                  </a:lnTo>
                  <a:lnTo>
                    <a:pt x="5426575" y="0"/>
                  </a:lnTo>
                  <a:lnTo>
                    <a:pt x="5420869" y="0"/>
                  </a:lnTo>
                  <a:lnTo>
                    <a:pt x="5415163" y="0"/>
                  </a:lnTo>
                  <a:lnTo>
                    <a:pt x="5409456" y="0"/>
                  </a:lnTo>
                  <a:lnTo>
                    <a:pt x="5403750" y="0"/>
                  </a:lnTo>
                  <a:lnTo>
                    <a:pt x="5398044" y="0"/>
                  </a:lnTo>
                  <a:lnTo>
                    <a:pt x="5392338" y="0"/>
                  </a:lnTo>
                  <a:lnTo>
                    <a:pt x="5386632" y="0"/>
                  </a:lnTo>
                  <a:lnTo>
                    <a:pt x="5380925" y="0"/>
                  </a:lnTo>
                  <a:lnTo>
                    <a:pt x="5375219" y="0"/>
                  </a:lnTo>
                  <a:lnTo>
                    <a:pt x="5369513" y="0"/>
                  </a:lnTo>
                  <a:lnTo>
                    <a:pt x="5363807" y="0"/>
                  </a:lnTo>
                  <a:lnTo>
                    <a:pt x="5358101" y="0"/>
                  </a:lnTo>
                  <a:lnTo>
                    <a:pt x="5352395" y="0"/>
                  </a:lnTo>
                  <a:lnTo>
                    <a:pt x="5346688" y="0"/>
                  </a:lnTo>
                  <a:lnTo>
                    <a:pt x="5340982" y="0"/>
                  </a:lnTo>
                  <a:lnTo>
                    <a:pt x="5335276" y="0"/>
                  </a:lnTo>
                  <a:lnTo>
                    <a:pt x="5329570" y="0"/>
                  </a:lnTo>
                  <a:lnTo>
                    <a:pt x="5323864" y="0"/>
                  </a:lnTo>
                  <a:lnTo>
                    <a:pt x="5318157" y="0"/>
                  </a:lnTo>
                  <a:lnTo>
                    <a:pt x="5312451" y="0"/>
                  </a:lnTo>
                  <a:lnTo>
                    <a:pt x="5306745" y="0"/>
                  </a:lnTo>
                  <a:lnTo>
                    <a:pt x="5301039" y="0"/>
                  </a:lnTo>
                  <a:lnTo>
                    <a:pt x="5295333" y="0"/>
                  </a:lnTo>
                  <a:lnTo>
                    <a:pt x="5289627" y="0"/>
                  </a:lnTo>
                  <a:lnTo>
                    <a:pt x="5283920" y="0"/>
                  </a:lnTo>
                  <a:lnTo>
                    <a:pt x="5278214" y="0"/>
                  </a:lnTo>
                  <a:lnTo>
                    <a:pt x="5272508" y="0"/>
                  </a:lnTo>
                  <a:lnTo>
                    <a:pt x="5266802" y="0"/>
                  </a:lnTo>
                  <a:lnTo>
                    <a:pt x="5261096" y="0"/>
                  </a:lnTo>
                  <a:lnTo>
                    <a:pt x="5255390" y="0"/>
                  </a:lnTo>
                  <a:lnTo>
                    <a:pt x="5249683" y="0"/>
                  </a:lnTo>
                  <a:lnTo>
                    <a:pt x="5243977" y="0"/>
                  </a:lnTo>
                  <a:lnTo>
                    <a:pt x="5238271" y="0"/>
                  </a:lnTo>
                  <a:lnTo>
                    <a:pt x="5232565" y="0"/>
                  </a:lnTo>
                  <a:lnTo>
                    <a:pt x="5226859" y="0"/>
                  </a:lnTo>
                  <a:lnTo>
                    <a:pt x="5221152" y="0"/>
                  </a:lnTo>
                  <a:lnTo>
                    <a:pt x="5215446" y="0"/>
                  </a:lnTo>
                  <a:lnTo>
                    <a:pt x="5209740" y="0"/>
                  </a:lnTo>
                  <a:lnTo>
                    <a:pt x="5204034" y="0"/>
                  </a:lnTo>
                  <a:lnTo>
                    <a:pt x="5198328" y="0"/>
                  </a:lnTo>
                  <a:lnTo>
                    <a:pt x="5192622" y="0"/>
                  </a:lnTo>
                  <a:lnTo>
                    <a:pt x="5186915" y="0"/>
                  </a:lnTo>
                  <a:lnTo>
                    <a:pt x="5181209" y="0"/>
                  </a:lnTo>
                  <a:lnTo>
                    <a:pt x="5175503" y="0"/>
                  </a:lnTo>
                  <a:lnTo>
                    <a:pt x="5169797" y="0"/>
                  </a:lnTo>
                  <a:lnTo>
                    <a:pt x="5164091" y="0"/>
                  </a:lnTo>
                  <a:lnTo>
                    <a:pt x="5158385" y="0"/>
                  </a:lnTo>
                  <a:lnTo>
                    <a:pt x="5152678" y="0"/>
                  </a:lnTo>
                  <a:lnTo>
                    <a:pt x="5146972" y="0"/>
                  </a:lnTo>
                  <a:lnTo>
                    <a:pt x="5141266" y="0"/>
                  </a:lnTo>
                  <a:lnTo>
                    <a:pt x="5135560" y="0"/>
                  </a:lnTo>
                  <a:lnTo>
                    <a:pt x="5129854" y="0"/>
                  </a:lnTo>
                  <a:lnTo>
                    <a:pt x="5124147" y="0"/>
                  </a:lnTo>
                  <a:lnTo>
                    <a:pt x="5118441" y="0"/>
                  </a:lnTo>
                  <a:lnTo>
                    <a:pt x="5112735" y="0"/>
                  </a:lnTo>
                  <a:lnTo>
                    <a:pt x="5107029" y="0"/>
                  </a:lnTo>
                  <a:lnTo>
                    <a:pt x="5101323" y="0"/>
                  </a:lnTo>
                  <a:lnTo>
                    <a:pt x="5095617" y="0"/>
                  </a:lnTo>
                  <a:lnTo>
                    <a:pt x="5089910" y="0"/>
                  </a:lnTo>
                  <a:lnTo>
                    <a:pt x="5084204" y="0"/>
                  </a:lnTo>
                  <a:lnTo>
                    <a:pt x="5078498" y="0"/>
                  </a:lnTo>
                  <a:lnTo>
                    <a:pt x="5072792" y="0"/>
                  </a:lnTo>
                  <a:lnTo>
                    <a:pt x="5067086" y="0"/>
                  </a:lnTo>
                  <a:lnTo>
                    <a:pt x="5061379" y="0"/>
                  </a:lnTo>
                  <a:lnTo>
                    <a:pt x="5055673" y="0"/>
                  </a:lnTo>
                  <a:lnTo>
                    <a:pt x="5049967" y="0"/>
                  </a:lnTo>
                  <a:lnTo>
                    <a:pt x="5044261" y="0"/>
                  </a:lnTo>
                  <a:lnTo>
                    <a:pt x="5038555" y="0"/>
                  </a:lnTo>
                  <a:lnTo>
                    <a:pt x="5032849" y="0"/>
                  </a:lnTo>
                  <a:lnTo>
                    <a:pt x="5027142" y="0"/>
                  </a:lnTo>
                  <a:lnTo>
                    <a:pt x="5021436" y="0"/>
                  </a:lnTo>
                  <a:lnTo>
                    <a:pt x="5015730" y="0"/>
                  </a:lnTo>
                  <a:lnTo>
                    <a:pt x="5010024" y="0"/>
                  </a:lnTo>
                  <a:lnTo>
                    <a:pt x="5004318" y="0"/>
                  </a:lnTo>
                  <a:lnTo>
                    <a:pt x="4998612" y="0"/>
                  </a:lnTo>
                  <a:lnTo>
                    <a:pt x="4992905" y="0"/>
                  </a:lnTo>
                  <a:lnTo>
                    <a:pt x="4987199" y="0"/>
                  </a:lnTo>
                  <a:lnTo>
                    <a:pt x="4981493" y="0"/>
                  </a:lnTo>
                  <a:lnTo>
                    <a:pt x="4975787" y="0"/>
                  </a:lnTo>
                  <a:lnTo>
                    <a:pt x="4970081" y="0"/>
                  </a:lnTo>
                  <a:lnTo>
                    <a:pt x="4964374" y="0"/>
                  </a:lnTo>
                  <a:lnTo>
                    <a:pt x="4958668" y="0"/>
                  </a:lnTo>
                  <a:lnTo>
                    <a:pt x="4952962" y="0"/>
                  </a:lnTo>
                  <a:lnTo>
                    <a:pt x="4947256" y="0"/>
                  </a:lnTo>
                  <a:lnTo>
                    <a:pt x="4941550" y="0"/>
                  </a:lnTo>
                  <a:lnTo>
                    <a:pt x="4935844" y="0"/>
                  </a:lnTo>
                  <a:lnTo>
                    <a:pt x="4930137" y="0"/>
                  </a:lnTo>
                  <a:lnTo>
                    <a:pt x="4924431" y="0"/>
                  </a:lnTo>
                  <a:lnTo>
                    <a:pt x="4918725" y="0"/>
                  </a:lnTo>
                  <a:lnTo>
                    <a:pt x="4913019" y="0"/>
                  </a:lnTo>
                  <a:lnTo>
                    <a:pt x="4907313" y="0"/>
                  </a:lnTo>
                  <a:lnTo>
                    <a:pt x="4901606" y="0"/>
                  </a:lnTo>
                  <a:lnTo>
                    <a:pt x="4895900" y="0"/>
                  </a:lnTo>
                  <a:lnTo>
                    <a:pt x="4890194" y="0"/>
                  </a:lnTo>
                  <a:lnTo>
                    <a:pt x="4884488" y="0"/>
                  </a:lnTo>
                  <a:lnTo>
                    <a:pt x="4878782" y="0"/>
                  </a:lnTo>
                  <a:lnTo>
                    <a:pt x="4873076" y="0"/>
                  </a:lnTo>
                  <a:lnTo>
                    <a:pt x="4867369" y="0"/>
                  </a:lnTo>
                  <a:lnTo>
                    <a:pt x="4861663" y="0"/>
                  </a:lnTo>
                  <a:lnTo>
                    <a:pt x="4855957" y="0"/>
                  </a:lnTo>
                  <a:lnTo>
                    <a:pt x="4850251" y="0"/>
                  </a:lnTo>
                  <a:lnTo>
                    <a:pt x="4844545" y="0"/>
                  </a:lnTo>
                  <a:lnTo>
                    <a:pt x="4838839" y="0"/>
                  </a:lnTo>
                  <a:lnTo>
                    <a:pt x="4833132" y="0"/>
                  </a:lnTo>
                  <a:lnTo>
                    <a:pt x="4827426" y="0"/>
                  </a:lnTo>
                  <a:lnTo>
                    <a:pt x="4821720" y="0"/>
                  </a:lnTo>
                  <a:lnTo>
                    <a:pt x="4816014" y="0"/>
                  </a:lnTo>
                  <a:lnTo>
                    <a:pt x="4810308" y="0"/>
                  </a:lnTo>
                  <a:lnTo>
                    <a:pt x="4804601" y="0"/>
                  </a:lnTo>
                  <a:lnTo>
                    <a:pt x="4798895" y="0"/>
                  </a:lnTo>
                  <a:lnTo>
                    <a:pt x="4793189" y="0"/>
                  </a:lnTo>
                  <a:lnTo>
                    <a:pt x="4787483" y="0"/>
                  </a:lnTo>
                  <a:lnTo>
                    <a:pt x="4781777" y="0"/>
                  </a:lnTo>
                  <a:lnTo>
                    <a:pt x="4776071" y="0"/>
                  </a:lnTo>
                  <a:lnTo>
                    <a:pt x="4770364" y="0"/>
                  </a:lnTo>
                  <a:lnTo>
                    <a:pt x="4764658" y="0"/>
                  </a:lnTo>
                  <a:lnTo>
                    <a:pt x="4758952" y="0"/>
                  </a:lnTo>
                  <a:lnTo>
                    <a:pt x="4753246" y="0"/>
                  </a:lnTo>
                  <a:lnTo>
                    <a:pt x="4747540" y="0"/>
                  </a:lnTo>
                  <a:lnTo>
                    <a:pt x="4741834" y="0"/>
                  </a:lnTo>
                  <a:lnTo>
                    <a:pt x="4736127" y="0"/>
                  </a:lnTo>
                  <a:lnTo>
                    <a:pt x="4730421" y="0"/>
                  </a:lnTo>
                  <a:lnTo>
                    <a:pt x="4724715" y="0"/>
                  </a:lnTo>
                  <a:lnTo>
                    <a:pt x="4719009" y="0"/>
                  </a:lnTo>
                  <a:lnTo>
                    <a:pt x="4713303" y="0"/>
                  </a:lnTo>
                  <a:lnTo>
                    <a:pt x="4707596" y="0"/>
                  </a:lnTo>
                  <a:lnTo>
                    <a:pt x="4701890" y="0"/>
                  </a:lnTo>
                  <a:lnTo>
                    <a:pt x="4696184" y="0"/>
                  </a:lnTo>
                  <a:lnTo>
                    <a:pt x="4690478" y="0"/>
                  </a:lnTo>
                  <a:lnTo>
                    <a:pt x="4684772" y="0"/>
                  </a:lnTo>
                  <a:lnTo>
                    <a:pt x="4679066" y="0"/>
                  </a:lnTo>
                  <a:lnTo>
                    <a:pt x="4673359" y="0"/>
                  </a:lnTo>
                  <a:lnTo>
                    <a:pt x="4667653" y="0"/>
                  </a:lnTo>
                  <a:lnTo>
                    <a:pt x="4661947" y="0"/>
                  </a:lnTo>
                  <a:lnTo>
                    <a:pt x="4656241" y="0"/>
                  </a:lnTo>
                  <a:lnTo>
                    <a:pt x="4650535" y="0"/>
                  </a:lnTo>
                  <a:lnTo>
                    <a:pt x="4644828" y="0"/>
                  </a:lnTo>
                  <a:lnTo>
                    <a:pt x="4639122" y="0"/>
                  </a:lnTo>
                  <a:lnTo>
                    <a:pt x="4633416" y="0"/>
                  </a:lnTo>
                  <a:lnTo>
                    <a:pt x="4627710" y="0"/>
                  </a:lnTo>
                  <a:lnTo>
                    <a:pt x="4622004" y="0"/>
                  </a:lnTo>
                  <a:lnTo>
                    <a:pt x="4616298" y="0"/>
                  </a:lnTo>
                  <a:lnTo>
                    <a:pt x="4610591" y="0"/>
                  </a:lnTo>
                  <a:lnTo>
                    <a:pt x="4604885" y="0"/>
                  </a:lnTo>
                  <a:lnTo>
                    <a:pt x="4599179" y="0"/>
                  </a:lnTo>
                  <a:lnTo>
                    <a:pt x="4593473" y="0"/>
                  </a:lnTo>
                  <a:lnTo>
                    <a:pt x="4587767" y="0"/>
                  </a:lnTo>
                  <a:lnTo>
                    <a:pt x="4582061" y="0"/>
                  </a:lnTo>
                  <a:lnTo>
                    <a:pt x="4576354" y="0"/>
                  </a:lnTo>
                  <a:lnTo>
                    <a:pt x="4570648" y="0"/>
                  </a:lnTo>
                  <a:lnTo>
                    <a:pt x="4564942" y="0"/>
                  </a:lnTo>
                  <a:lnTo>
                    <a:pt x="4559236" y="0"/>
                  </a:lnTo>
                  <a:lnTo>
                    <a:pt x="4553530" y="0"/>
                  </a:lnTo>
                  <a:lnTo>
                    <a:pt x="4547823" y="0"/>
                  </a:lnTo>
                  <a:lnTo>
                    <a:pt x="4542117" y="0"/>
                  </a:lnTo>
                  <a:lnTo>
                    <a:pt x="4536411" y="0"/>
                  </a:lnTo>
                  <a:lnTo>
                    <a:pt x="4530705" y="0"/>
                  </a:lnTo>
                  <a:lnTo>
                    <a:pt x="4524999" y="0"/>
                  </a:lnTo>
                  <a:lnTo>
                    <a:pt x="4519293" y="0"/>
                  </a:lnTo>
                  <a:lnTo>
                    <a:pt x="4513586" y="0"/>
                  </a:lnTo>
                  <a:lnTo>
                    <a:pt x="4507880" y="0"/>
                  </a:lnTo>
                  <a:lnTo>
                    <a:pt x="4502174" y="0"/>
                  </a:lnTo>
                  <a:lnTo>
                    <a:pt x="4496468" y="0"/>
                  </a:lnTo>
                  <a:lnTo>
                    <a:pt x="4490762" y="0"/>
                  </a:lnTo>
                  <a:lnTo>
                    <a:pt x="4485055" y="0"/>
                  </a:lnTo>
                  <a:lnTo>
                    <a:pt x="4479349" y="0"/>
                  </a:lnTo>
                  <a:lnTo>
                    <a:pt x="4473643" y="0"/>
                  </a:lnTo>
                  <a:lnTo>
                    <a:pt x="4467937" y="0"/>
                  </a:lnTo>
                  <a:lnTo>
                    <a:pt x="4462231" y="0"/>
                  </a:lnTo>
                  <a:lnTo>
                    <a:pt x="4456525" y="0"/>
                  </a:lnTo>
                  <a:lnTo>
                    <a:pt x="4450818" y="0"/>
                  </a:lnTo>
                  <a:lnTo>
                    <a:pt x="4445112" y="0"/>
                  </a:lnTo>
                  <a:lnTo>
                    <a:pt x="4439406" y="0"/>
                  </a:lnTo>
                  <a:lnTo>
                    <a:pt x="4433700" y="0"/>
                  </a:lnTo>
                  <a:lnTo>
                    <a:pt x="4427994" y="0"/>
                  </a:lnTo>
                  <a:lnTo>
                    <a:pt x="4422288" y="0"/>
                  </a:lnTo>
                  <a:lnTo>
                    <a:pt x="4416581" y="0"/>
                  </a:lnTo>
                  <a:lnTo>
                    <a:pt x="4410875" y="0"/>
                  </a:lnTo>
                  <a:lnTo>
                    <a:pt x="4405169" y="0"/>
                  </a:lnTo>
                  <a:lnTo>
                    <a:pt x="4399463" y="0"/>
                  </a:lnTo>
                  <a:lnTo>
                    <a:pt x="4393757" y="0"/>
                  </a:lnTo>
                  <a:lnTo>
                    <a:pt x="4388050" y="0"/>
                  </a:lnTo>
                  <a:lnTo>
                    <a:pt x="4382344" y="0"/>
                  </a:lnTo>
                  <a:lnTo>
                    <a:pt x="4376638" y="0"/>
                  </a:lnTo>
                  <a:lnTo>
                    <a:pt x="4370932" y="0"/>
                  </a:lnTo>
                  <a:lnTo>
                    <a:pt x="4365226" y="0"/>
                  </a:lnTo>
                  <a:lnTo>
                    <a:pt x="4359520" y="0"/>
                  </a:lnTo>
                  <a:lnTo>
                    <a:pt x="4353813" y="0"/>
                  </a:lnTo>
                  <a:lnTo>
                    <a:pt x="4348107" y="0"/>
                  </a:lnTo>
                  <a:lnTo>
                    <a:pt x="4342401" y="0"/>
                  </a:lnTo>
                  <a:lnTo>
                    <a:pt x="4336695" y="0"/>
                  </a:lnTo>
                  <a:lnTo>
                    <a:pt x="4330989" y="0"/>
                  </a:lnTo>
                  <a:lnTo>
                    <a:pt x="4325282" y="0"/>
                  </a:lnTo>
                  <a:lnTo>
                    <a:pt x="4319576" y="0"/>
                  </a:lnTo>
                  <a:lnTo>
                    <a:pt x="4313870" y="0"/>
                  </a:lnTo>
                  <a:lnTo>
                    <a:pt x="4308164" y="0"/>
                  </a:lnTo>
                  <a:lnTo>
                    <a:pt x="4302458" y="0"/>
                  </a:lnTo>
                  <a:lnTo>
                    <a:pt x="4296752" y="0"/>
                  </a:lnTo>
                  <a:lnTo>
                    <a:pt x="4291045" y="0"/>
                  </a:lnTo>
                  <a:lnTo>
                    <a:pt x="4285339" y="0"/>
                  </a:lnTo>
                  <a:lnTo>
                    <a:pt x="4279633" y="0"/>
                  </a:lnTo>
                  <a:lnTo>
                    <a:pt x="4273927" y="0"/>
                  </a:lnTo>
                  <a:lnTo>
                    <a:pt x="4268221" y="0"/>
                  </a:lnTo>
                  <a:lnTo>
                    <a:pt x="4262515" y="0"/>
                  </a:lnTo>
                  <a:lnTo>
                    <a:pt x="4256808" y="0"/>
                  </a:lnTo>
                  <a:lnTo>
                    <a:pt x="4251102" y="0"/>
                  </a:lnTo>
                  <a:lnTo>
                    <a:pt x="4245396" y="0"/>
                  </a:lnTo>
                  <a:lnTo>
                    <a:pt x="4239690" y="0"/>
                  </a:lnTo>
                  <a:lnTo>
                    <a:pt x="4233984" y="0"/>
                  </a:lnTo>
                  <a:lnTo>
                    <a:pt x="4228277" y="0"/>
                  </a:lnTo>
                  <a:lnTo>
                    <a:pt x="4222571" y="0"/>
                  </a:lnTo>
                  <a:lnTo>
                    <a:pt x="4216865" y="0"/>
                  </a:lnTo>
                  <a:lnTo>
                    <a:pt x="4211159" y="0"/>
                  </a:lnTo>
                  <a:lnTo>
                    <a:pt x="4205453" y="0"/>
                  </a:lnTo>
                  <a:lnTo>
                    <a:pt x="4199747" y="0"/>
                  </a:lnTo>
                  <a:lnTo>
                    <a:pt x="4194040" y="0"/>
                  </a:lnTo>
                  <a:lnTo>
                    <a:pt x="4188334" y="0"/>
                  </a:lnTo>
                  <a:lnTo>
                    <a:pt x="4182628" y="0"/>
                  </a:lnTo>
                  <a:lnTo>
                    <a:pt x="4176922" y="0"/>
                  </a:lnTo>
                  <a:lnTo>
                    <a:pt x="4171216" y="0"/>
                  </a:lnTo>
                  <a:lnTo>
                    <a:pt x="4165510" y="0"/>
                  </a:lnTo>
                  <a:lnTo>
                    <a:pt x="4159803" y="0"/>
                  </a:lnTo>
                  <a:lnTo>
                    <a:pt x="4154097" y="0"/>
                  </a:lnTo>
                  <a:lnTo>
                    <a:pt x="4148391" y="0"/>
                  </a:lnTo>
                  <a:lnTo>
                    <a:pt x="4142685" y="0"/>
                  </a:lnTo>
                  <a:lnTo>
                    <a:pt x="4136979" y="0"/>
                  </a:lnTo>
                  <a:lnTo>
                    <a:pt x="4131272" y="0"/>
                  </a:lnTo>
                  <a:lnTo>
                    <a:pt x="4125566" y="0"/>
                  </a:lnTo>
                  <a:lnTo>
                    <a:pt x="4119860" y="0"/>
                  </a:lnTo>
                  <a:lnTo>
                    <a:pt x="4114154" y="0"/>
                  </a:lnTo>
                  <a:lnTo>
                    <a:pt x="4108448" y="0"/>
                  </a:lnTo>
                  <a:lnTo>
                    <a:pt x="4102742" y="0"/>
                  </a:lnTo>
                  <a:lnTo>
                    <a:pt x="4097035" y="0"/>
                  </a:lnTo>
                  <a:lnTo>
                    <a:pt x="4091329" y="0"/>
                  </a:lnTo>
                  <a:lnTo>
                    <a:pt x="4085623" y="0"/>
                  </a:lnTo>
                  <a:lnTo>
                    <a:pt x="4079917" y="0"/>
                  </a:lnTo>
                  <a:lnTo>
                    <a:pt x="4074211" y="0"/>
                  </a:lnTo>
                  <a:lnTo>
                    <a:pt x="4068504" y="0"/>
                  </a:lnTo>
                  <a:lnTo>
                    <a:pt x="4062798" y="0"/>
                  </a:lnTo>
                  <a:lnTo>
                    <a:pt x="4057092" y="0"/>
                  </a:lnTo>
                  <a:lnTo>
                    <a:pt x="4051386" y="0"/>
                  </a:lnTo>
                  <a:lnTo>
                    <a:pt x="4045680" y="0"/>
                  </a:lnTo>
                  <a:lnTo>
                    <a:pt x="4039974" y="0"/>
                  </a:lnTo>
                  <a:lnTo>
                    <a:pt x="4034267" y="0"/>
                  </a:lnTo>
                  <a:lnTo>
                    <a:pt x="4028561" y="0"/>
                  </a:lnTo>
                  <a:lnTo>
                    <a:pt x="4022855" y="0"/>
                  </a:lnTo>
                  <a:lnTo>
                    <a:pt x="4017149" y="0"/>
                  </a:lnTo>
                  <a:lnTo>
                    <a:pt x="4011443" y="0"/>
                  </a:lnTo>
                  <a:lnTo>
                    <a:pt x="4005737" y="0"/>
                  </a:lnTo>
                  <a:lnTo>
                    <a:pt x="4000030" y="0"/>
                  </a:lnTo>
                  <a:lnTo>
                    <a:pt x="3994324" y="0"/>
                  </a:lnTo>
                  <a:lnTo>
                    <a:pt x="3988618" y="0"/>
                  </a:lnTo>
                  <a:lnTo>
                    <a:pt x="3982912" y="0"/>
                  </a:lnTo>
                  <a:lnTo>
                    <a:pt x="3977206" y="0"/>
                  </a:lnTo>
                  <a:lnTo>
                    <a:pt x="3971499" y="0"/>
                  </a:lnTo>
                  <a:lnTo>
                    <a:pt x="3965793" y="0"/>
                  </a:lnTo>
                  <a:lnTo>
                    <a:pt x="3960087" y="0"/>
                  </a:lnTo>
                  <a:lnTo>
                    <a:pt x="3954381" y="0"/>
                  </a:lnTo>
                  <a:lnTo>
                    <a:pt x="3948675" y="0"/>
                  </a:lnTo>
                  <a:lnTo>
                    <a:pt x="3942969" y="0"/>
                  </a:lnTo>
                  <a:lnTo>
                    <a:pt x="3937262" y="0"/>
                  </a:lnTo>
                  <a:lnTo>
                    <a:pt x="3931556" y="0"/>
                  </a:lnTo>
                  <a:lnTo>
                    <a:pt x="3925850" y="0"/>
                  </a:lnTo>
                  <a:lnTo>
                    <a:pt x="3920144" y="0"/>
                  </a:lnTo>
                  <a:lnTo>
                    <a:pt x="3914438" y="0"/>
                  </a:lnTo>
                  <a:lnTo>
                    <a:pt x="3908731" y="0"/>
                  </a:lnTo>
                  <a:lnTo>
                    <a:pt x="3903025" y="0"/>
                  </a:lnTo>
                  <a:lnTo>
                    <a:pt x="3897319" y="0"/>
                  </a:lnTo>
                  <a:lnTo>
                    <a:pt x="3891613" y="0"/>
                  </a:lnTo>
                  <a:lnTo>
                    <a:pt x="3885907" y="0"/>
                  </a:lnTo>
                  <a:lnTo>
                    <a:pt x="3880201" y="0"/>
                  </a:lnTo>
                  <a:lnTo>
                    <a:pt x="3874494" y="0"/>
                  </a:lnTo>
                  <a:lnTo>
                    <a:pt x="3868788" y="0"/>
                  </a:lnTo>
                  <a:lnTo>
                    <a:pt x="3863082" y="0"/>
                  </a:lnTo>
                  <a:lnTo>
                    <a:pt x="3857376" y="0"/>
                  </a:lnTo>
                  <a:lnTo>
                    <a:pt x="3851670" y="0"/>
                  </a:lnTo>
                  <a:lnTo>
                    <a:pt x="3845964" y="0"/>
                  </a:lnTo>
                  <a:lnTo>
                    <a:pt x="3840257" y="0"/>
                  </a:lnTo>
                  <a:lnTo>
                    <a:pt x="3834551" y="0"/>
                  </a:lnTo>
                  <a:lnTo>
                    <a:pt x="3828845" y="0"/>
                  </a:lnTo>
                  <a:lnTo>
                    <a:pt x="3823139" y="0"/>
                  </a:lnTo>
                  <a:lnTo>
                    <a:pt x="3817433" y="0"/>
                  </a:lnTo>
                  <a:lnTo>
                    <a:pt x="3811726" y="0"/>
                  </a:lnTo>
                  <a:lnTo>
                    <a:pt x="3806020" y="0"/>
                  </a:lnTo>
                  <a:lnTo>
                    <a:pt x="3800314" y="0"/>
                  </a:lnTo>
                  <a:lnTo>
                    <a:pt x="3794608" y="0"/>
                  </a:lnTo>
                  <a:lnTo>
                    <a:pt x="3788902" y="0"/>
                  </a:lnTo>
                  <a:lnTo>
                    <a:pt x="3783196" y="0"/>
                  </a:lnTo>
                  <a:lnTo>
                    <a:pt x="3777489" y="0"/>
                  </a:lnTo>
                  <a:lnTo>
                    <a:pt x="3771783" y="0"/>
                  </a:lnTo>
                  <a:lnTo>
                    <a:pt x="3766077" y="0"/>
                  </a:lnTo>
                  <a:lnTo>
                    <a:pt x="3760371" y="0"/>
                  </a:lnTo>
                  <a:lnTo>
                    <a:pt x="3754665" y="0"/>
                  </a:lnTo>
                  <a:lnTo>
                    <a:pt x="3748959" y="0"/>
                  </a:lnTo>
                  <a:lnTo>
                    <a:pt x="3743252" y="0"/>
                  </a:lnTo>
                  <a:lnTo>
                    <a:pt x="3737546" y="0"/>
                  </a:lnTo>
                  <a:lnTo>
                    <a:pt x="3731840" y="0"/>
                  </a:lnTo>
                  <a:lnTo>
                    <a:pt x="3726134" y="0"/>
                  </a:lnTo>
                  <a:lnTo>
                    <a:pt x="3720428" y="0"/>
                  </a:lnTo>
                  <a:lnTo>
                    <a:pt x="3714721" y="0"/>
                  </a:lnTo>
                  <a:lnTo>
                    <a:pt x="3709015" y="0"/>
                  </a:lnTo>
                  <a:lnTo>
                    <a:pt x="3703309" y="0"/>
                  </a:lnTo>
                  <a:lnTo>
                    <a:pt x="3697603" y="0"/>
                  </a:lnTo>
                  <a:lnTo>
                    <a:pt x="3691897" y="0"/>
                  </a:lnTo>
                  <a:lnTo>
                    <a:pt x="3686191" y="0"/>
                  </a:lnTo>
                  <a:lnTo>
                    <a:pt x="3680484" y="0"/>
                  </a:lnTo>
                  <a:lnTo>
                    <a:pt x="3674778" y="0"/>
                  </a:lnTo>
                  <a:lnTo>
                    <a:pt x="3669072" y="0"/>
                  </a:lnTo>
                  <a:lnTo>
                    <a:pt x="3663366" y="0"/>
                  </a:lnTo>
                  <a:lnTo>
                    <a:pt x="3657660" y="0"/>
                  </a:lnTo>
                  <a:lnTo>
                    <a:pt x="3651953" y="0"/>
                  </a:lnTo>
                  <a:lnTo>
                    <a:pt x="3646247" y="0"/>
                  </a:lnTo>
                  <a:lnTo>
                    <a:pt x="3640541" y="0"/>
                  </a:lnTo>
                  <a:lnTo>
                    <a:pt x="3634835" y="0"/>
                  </a:lnTo>
                  <a:lnTo>
                    <a:pt x="3629129" y="0"/>
                  </a:lnTo>
                  <a:lnTo>
                    <a:pt x="3623423" y="0"/>
                  </a:lnTo>
                  <a:lnTo>
                    <a:pt x="3617716" y="0"/>
                  </a:lnTo>
                  <a:lnTo>
                    <a:pt x="3612010" y="0"/>
                  </a:lnTo>
                  <a:lnTo>
                    <a:pt x="3606304" y="0"/>
                  </a:lnTo>
                  <a:lnTo>
                    <a:pt x="3600598" y="0"/>
                  </a:lnTo>
                  <a:lnTo>
                    <a:pt x="3594892" y="0"/>
                  </a:lnTo>
                  <a:lnTo>
                    <a:pt x="3589186" y="0"/>
                  </a:lnTo>
                  <a:lnTo>
                    <a:pt x="3583479" y="0"/>
                  </a:lnTo>
                  <a:lnTo>
                    <a:pt x="3577773" y="0"/>
                  </a:lnTo>
                  <a:lnTo>
                    <a:pt x="3572067" y="0"/>
                  </a:lnTo>
                  <a:lnTo>
                    <a:pt x="3566361" y="0"/>
                  </a:lnTo>
                  <a:lnTo>
                    <a:pt x="3560655" y="0"/>
                  </a:lnTo>
                  <a:lnTo>
                    <a:pt x="3554948" y="0"/>
                  </a:lnTo>
                  <a:lnTo>
                    <a:pt x="3549242" y="0"/>
                  </a:lnTo>
                  <a:lnTo>
                    <a:pt x="3543536" y="0"/>
                  </a:lnTo>
                  <a:lnTo>
                    <a:pt x="3537830" y="0"/>
                  </a:lnTo>
                  <a:lnTo>
                    <a:pt x="3532124" y="0"/>
                  </a:lnTo>
                  <a:lnTo>
                    <a:pt x="3526418" y="0"/>
                  </a:lnTo>
                  <a:lnTo>
                    <a:pt x="3520711" y="0"/>
                  </a:lnTo>
                  <a:lnTo>
                    <a:pt x="3515005" y="0"/>
                  </a:lnTo>
                  <a:lnTo>
                    <a:pt x="3509299" y="0"/>
                  </a:lnTo>
                  <a:lnTo>
                    <a:pt x="3503593" y="0"/>
                  </a:lnTo>
                  <a:lnTo>
                    <a:pt x="3497887" y="0"/>
                  </a:lnTo>
                  <a:lnTo>
                    <a:pt x="3492180" y="0"/>
                  </a:lnTo>
                  <a:lnTo>
                    <a:pt x="3486474" y="0"/>
                  </a:lnTo>
                  <a:lnTo>
                    <a:pt x="3480768" y="0"/>
                  </a:lnTo>
                  <a:lnTo>
                    <a:pt x="3475062" y="0"/>
                  </a:lnTo>
                  <a:lnTo>
                    <a:pt x="3469356" y="0"/>
                  </a:lnTo>
                  <a:lnTo>
                    <a:pt x="3463650" y="0"/>
                  </a:lnTo>
                  <a:lnTo>
                    <a:pt x="3457943" y="0"/>
                  </a:lnTo>
                  <a:lnTo>
                    <a:pt x="3452237" y="0"/>
                  </a:lnTo>
                  <a:lnTo>
                    <a:pt x="3446531" y="0"/>
                  </a:lnTo>
                  <a:lnTo>
                    <a:pt x="3440825" y="0"/>
                  </a:lnTo>
                  <a:lnTo>
                    <a:pt x="3435119" y="0"/>
                  </a:lnTo>
                  <a:lnTo>
                    <a:pt x="3429413" y="0"/>
                  </a:lnTo>
                  <a:lnTo>
                    <a:pt x="3423706" y="0"/>
                  </a:lnTo>
                  <a:lnTo>
                    <a:pt x="3418000" y="0"/>
                  </a:lnTo>
                  <a:lnTo>
                    <a:pt x="3412294" y="0"/>
                  </a:lnTo>
                  <a:lnTo>
                    <a:pt x="3406588" y="0"/>
                  </a:lnTo>
                  <a:lnTo>
                    <a:pt x="3400882" y="0"/>
                  </a:lnTo>
                  <a:lnTo>
                    <a:pt x="3395175" y="0"/>
                  </a:lnTo>
                  <a:lnTo>
                    <a:pt x="3389469" y="0"/>
                  </a:lnTo>
                  <a:lnTo>
                    <a:pt x="3383763" y="0"/>
                  </a:lnTo>
                  <a:lnTo>
                    <a:pt x="3378057" y="0"/>
                  </a:lnTo>
                  <a:lnTo>
                    <a:pt x="3372351" y="0"/>
                  </a:lnTo>
                  <a:lnTo>
                    <a:pt x="3366645" y="0"/>
                  </a:lnTo>
                  <a:lnTo>
                    <a:pt x="3360938" y="0"/>
                  </a:lnTo>
                  <a:lnTo>
                    <a:pt x="3355232" y="0"/>
                  </a:lnTo>
                  <a:lnTo>
                    <a:pt x="3349526" y="0"/>
                  </a:lnTo>
                  <a:lnTo>
                    <a:pt x="3343820" y="0"/>
                  </a:lnTo>
                  <a:lnTo>
                    <a:pt x="3338114" y="0"/>
                  </a:lnTo>
                  <a:lnTo>
                    <a:pt x="3332408" y="0"/>
                  </a:lnTo>
                  <a:lnTo>
                    <a:pt x="3326701" y="0"/>
                  </a:lnTo>
                  <a:lnTo>
                    <a:pt x="3320995" y="0"/>
                  </a:lnTo>
                  <a:lnTo>
                    <a:pt x="3315289" y="0"/>
                  </a:lnTo>
                  <a:lnTo>
                    <a:pt x="3309583" y="0"/>
                  </a:lnTo>
                  <a:lnTo>
                    <a:pt x="3303877" y="0"/>
                  </a:lnTo>
                  <a:lnTo>
                    <a:pt x="3298170" y="0"/>
                  </a:lnTo>
                  <a:lnTo>
                    <a:pt x="3292464" y="0"/>
                  </a:lnTo>
                  <a:lnTo>
                    <a:pt x="3286758" y="0"/>
                  </a:lnTo>
                  <a:lnTo>
                    <a:pt x="3281052" y="0"/>
                  </a:lnTo>
                  <a:lnTo>
                    <a:pt x="3275346" y="0"/>
                  </a:lnTo>
                  <a:lnTo>
                    <a:pt x="3269640" y="0"/>
                  </a:lnTo>
                  <a:lnTo>
                    <a:pt x="3263933" y="0"/>
                  </a:lnTo>
                  <a:lnTo>
                    <a:pt x="3258227" y="0"/>
                  </a:lnTo>
                  <a:lnTo>
                    <a:pt x="3252521" y="0"/>
                  </a:lnTo>
                  <a:lnTo>
                    <a:pt x="3246815" y="0"/>
                  </a:lnTo>
                  <a:lnTo>
                    <a:pt x="3241109" y="0"/>
                  </a:lnTo>
                  <a:lnTo>
                    <a:pt x="3235402" y="0"/>
                  </a:lnTo>
                  <a:lnTo>
                    <a:pt x="3229696" y="0"/>
                  </a:lnTo>
                  <a:lnTo>
                    <a:pt x="3223990" y="0"/>
                  </a:lnTo>
                  <a:lnTo>
                    <a:pt x="3218284" y="0"/>
                  </a:lnTo>
                  <a:lnTo>
                    <a:pt x="3212578" y="0"/>
                  </a:lnTo>
                  <a:lnTo>
                    <a:pt x="3206872" y="0"/>
                  </a:lnTo>
                  <a:lnTo>
                    <a:pt x="3201165" y="0"/>
                  </a:lnTo>
                  <a:lnTo>
                    <a:pt x="3195459" y="0"/>
                  </a:lnTo>
                  <a:lnTo>
                    <a:pt x="3189753" y="0"/>
                  </a:lnTo>
                  <a:lnTo>
                    <a:pt x="3184047" y="0"/>
                  </a:lnTo>
                  <a:lnTo>
                    <a:pt x="3178341" y="0"/>
                  </a:lnTo>
                  <a:lnTo>
                    <a:pt x="3172635" y="0"/>
                  </a:lnTo>
                  <a:lnTo>
                    <a:pt x="3166928" y="0"/>
                  </a:lnTo>
                  <a:lnTo>
                    <a:pt x="3161222" y="0"/>
                  </a:lnTo>
                  <a:lnTo>
                    <a:pt x="3155516" y="0"/>
                  </a:lnTo>
                  <a:lnTo>
                    <a:pt x="3149810" y="0"/>
                  </a:lnTo>
                  <a:lnTo>
                    <a:pt x="3144104" y="0"/>
                  </a:lnTo>
                  <a:lnTo>
                    <a:pt x="3138397" y="0"/>
                  </a:lnTo>
                  <a:lnTo>
                    <a:pt x="3132691" y="0"/>
                  </a:lnTo>
                  <a:lnTo>
                    <a:pt x="3126985" y="0"/>
                  </a:lnTo>
                  <a:lnTo>
                    <a:pt x="3121279" y="0"/>
                  </a:lnTo>
                  <a:lnTo>
                    <a:pt x="3115573" y="0"/>
                  </a:lnTo>
                  <a:lnTo>
                    <a:pt x="3109867" y="0"/>
                  </a:lnTo>
                  <a:lnTo>
                    <a:pt x="3104160" y="0"/>
                  </a:lnTo>
                  <a:lnTo>
                    <a:pt x="3098454" y="0"/>
                  </a:lnTo>
                  <a:lnTo>
                    <a:pt x="3092748" y="0"/>
                  </a:lnTo>
                  <a:lnTo>
                    <a:pt x="3087042" y="0"/>
                  </a:lnTo>
                  <a:lnTo>
                    <a:pt x="3081336" y="0"/>
                  </a:lnTo>
                  <a:lnTo>
                    <a:pt x="3075629" y="0"/>
                  </a:lnTo>
                  <a:lnTo>
                    <a:pt x="3069923" y="0"/>
                  </a:lnTo>
                  <a:lnTo>
                    <a:pt x="3064217" y="0"/>
                  </a:lnTo>
                  <a:lnTo>
                    <a:pt x="3058511" y="0"/>
                  </a:lnTo>
                  <a:lnTo>
                    <a:pt x="3052805" y="0"/>
                  </a:lnTo>
                  <a:lnTo>
                    <a:pt x="3047099" y="0"/>
                  </a:lnTo>
                  <a:lnTo>
                    <a:pt x="3041392" y="0"/>
                  </a:lnTo>
                  <a:lnTo>
                    <a:pt x="3035686" y="0"/>
                  </a:lnTo>
                  <a:lnTo>
                    <a:pt x="3029980" y="0"/>
                  </a:lnTo>
                  <a:lnTo>
                    <a:pt x="3024274" y="0"/>
                  </a:lnTo>
                  <a:lnTo>
                    <a:pt x="3018568" y="0"/>
                  </a:lnTo>
                  <a:lnTo>
                    <a:pt x="3012862" y="0"/>
                  </a:lnTo>
                  <a:lnTo>
                    <a:pt x="3007155" y="0"/>
                  </a:lnTo>
                  <a:lnTo>
                    <a:pt x="3001449" y="0"/>
                  </a:lnTo>
                  <a:lnTo>
                    <a:pt x="2995743" y="0"/>
                  </a:lnTo>
                  <a:lnTo>
                    <a:pt x="2990037" y="0"/>
                  </a:lnTo>
                  <a:lnTo>
                    <a:pt x="2984331" y="0"/>
                  </a:lnTo>
                  <a:lnTo>
                    <a:pt x="2978624" y="0"/>
                  </a:lnTo>
                  <a:lnTo>
                    <a:pt x="2972918" y="0"/>
                  </a:lnTo>
                  <a:lnTo>
                    <a:pt x="2967212" y="0"/>
                  </a:lnTo>
                  <a:lnTo>
                    <a:pt x="2961506" y="0"/>
                  </a:lnTo>
                  <a:lnTo>
                    <a:pt x="2955800" y="0"/>
                  </a:lnTo>
                  <a:lnTo>
                    <a:pt x="2950094" y="0"/>
                  </a:lnTo>
                  <a:lnTo>
                    <a:pt x="2944387" y="0"/>
                  </a:lnTo>
                  <a:lnTo>
                    <a:pt x="2938681" y="0"/>
                  </a:lnTo>
                  <a:lnTo>
                    <a:pt x="2932975" y="0"/>
                  </a:lnTo>
                  <a:lnTo>
                    <a:pt x="2927269" y="0"/>
                  </a:lnTo>
                  <a:lnTo>
                    <a:pt x="2921563" y="0"/>
                  </a:lnTo>
                  <a:lnTo>
                    <a:pt x="2915857" y="0"/>
                  </a:lnTo>
                  <a:lnTo>
                    <a:pt x="2910150" y="0"/>
                  </a:lnTo>
                  <a:lnTo>
                    <a:pt x="2904444" y="0"/>
                  </a:lnTo>
                  <a:lnTo>
                    <a:pt x="2898738" y="0"/>
                  </a:lnTo>
                  <a:lnTo>
                    <a:pt x="2893032" y="0"/>
                  </a:lnTo>
                  <a:lnTo>
                    <a:pt x="2887326" y="0"/>
                  </a:lnTo>
                  <a:lnTo>
                    <a:pt x="2881619" y="0"/>
                  </a:lnTo>
                  <a:lnTo>
                    <a:pt x="2875913" y="0"/>
                  </a:lnTo>
                  <a:lnTo>
                    <a:pt x="2870207" y="0"/>
                  </a:lnTo>
                  <a:lnTo>
                    <a:pt x="2864501" y="0"/>
                  </a:lnTo>
                  <a:lnTo>
                    <a:pt x="2858795" y="0"/>
                  </a:lnTo>
                  <a:lnTo>
                    <a:pt x="2853089" y="0"/>
                  </a:lnTo>
                  <a:lnTo>
                    <a:pt x="2847382" y="0"/>
                  </a:lnTo>
                  <a:lnTo>
                    <a:pt x="2841676" y="0"/>
                  </a:lnTo>
                  <a:lnTo>
                    <a:pt x="2835970" y="0"/>
                  </a:lnTo>
                  <a:lnTo>
                    <a:pt x="2830264" y="0"/>
                  </a:lnTo>
                  <a:lnTo>
                    <a:pt x="2824558" y="0"/>
                  </a:lnTo>
                  <a:lnTo>
                    <a:pt x="2818851" y="0"/>
                  </a:lnTo>
                  <a:lnTo>
                    <a:pt x="2813145" y="0"/>
                  </a:lnTo>
                  <a:lnTo>
                    <a:pt x="2807439" y="0"/>
                  </a:lnTo>
                  <a:lnTo>
                    <a:pt x="2801733" y="0"/>
                  </a:lnTo>
                  <a:lnTo>
                    <a:pt x="2796027" y="0"/>
                  </a:lnTo>
                  <a:lnTo>
                    <a:pt x="2790321" y="0"/>
                  </a:lnTo>
                  <a:lnTo>
                    <a:pt x="2784614" y="0"/>
                  </a:lnTo>
                  <a:lnTo>
                    <a:pt x="2778908" y="0"/>
                  </a:lnTo>
                  <a:lnTo>
                    <a:pt x="2773202" y="0"/>
                  </a:lnTo>
                  <a:lnTo>
                    <a:pt x="2767496" y="0"/>
                  </a:lnTo>
                  <a:lnTo>
                    <a:pt x="2761790" y="0"/>
                  </a:lnTo>
                  <a:lnTo>
                    <a:pt x="2756084" y="0"/>
                  </a:lnTo>
                  <a:lnTo>
                    <a:pt x="2750377" y="0"/>
                  </a:lnTo>
                  <a:lnTo>
                    <a:pt x="2744671" y="0"/>
                  </a:lnTo>
                  <a:lnTo>
                    <a:pt x="2738965" y="0"/>
                  </a:lnTo>
                  <a:lnTo>
                    <a:pt x="2733259" y="0"/>
                  </a:lnTo>
                  <a:lnTo>
                    <a:pt x="2727553" y="0"/>
                  </a:lnTo>
                  <a:lnTo>
                    <a:pt x="2721846" y="0"/>
                  </a:lnTo>
                  <a:lnTo>
                    <a:pt x="2716140" y="0"/>
                  </a:lnTo>
                  <a:lnTo>
                    <a:pt x="2710434" y="0"/>
                  </a:lnTo>
                  <a:lnTo>
                    <a:pt x="2704728" y="0"/>
                  </a:lnTo>
                  <a:lnTo>
                    <a:pt x="2699022" y="0"/>
                  </a:lnTo>
                  <a:lnTo>
                    <a:pt x="2693316" y="0"/>
                  </a:lnTo>
                  <a:lnTo>
                    <a:pt x="2687609" y="0"/>
                  </a:lnTo>
                  <a:lnTo>
                    <a:pt x="2681903" y="0"/>
                  </a:lnTo>
                  <a:lnTo>
                    <a:pt x="2676197" y="0"/>
                  </a:lnTo>
                  <a:lnTo>
                    <a:pt x="2670491" y="0"/>
                  </a:lnTo>
                  <a:lnTo>
                    <a:pt x="2664785" y="0"/>
                  </a:lnTo>
                  <a:lnTo>
                    <a:pt x="2659078" y="0"/>
                  </a:lnTo>
                  <a:lnTo>
                    <a:pt x="2653372" y="0"/>
                  </a:lnTo>
                  <a:lnTo>
                    <a:pt x="2647666" y="0"/>
                  </a:lnTo>
                  <a:lnTo>
                    <a:pt x="2641960" y="0"/>
                  </a:lnTo>
                  <a:lnTo>
                    <a:pt x="2636254" y="0"/>
                  </a:lnTo>
                  <a:lnTo>
                    <a:pt x="2630548" y="0"/>
                  </a:lnTo>
                  <a:lnTo>
                    <a:pt x="2624841" y="0"/>
                  </a:lnTo>
                  <a:lnTo>
                    <a:pt x="2619135" y="0"/>
                  </a:lnTo>
                  <a:lnTo>
                    <a:pt x="2613429" y="0"/>
                  </a:lnTo>
                  <a:lnTo>
                    <a:pt x="2607723" y="0"/>
                  </a:lnTo>
                  <a:lnTo>
                    <a:pt x="2602017" y="0"/>
                  </a:lnTo>
                  <a:lnTo>
                    <a:pt x="2596311" y="0"/>
                  </a:lnTo>
                  <a:lnTo>
                    <a:pt x="2590604" y="0"/>
                  </a:lnTo>
                  <a:lnTo>
                    <a:pt x="2584898" y="0"/>
                  </a:lnTo>
                  <a:lnTo>
                    <a:pt x="2579192" y="0"/>
                  </a:lnTo>
                  <a:lnTo>
                    <a:pt x="2573486" y="0"/>
                  </a:lnTo>
                  <a:lnTo>
                    <a:pt x="2567780" y="0"/>
                  </a:lnTo>
                  <a:lnTo>
                    <a:pt x="2562073" y="0"/>
                  </a:lnTo>
                  <a:lnTo>
                    <a:pt x="2556367" y="0"/>
                  </a:lnTo>
                  <a:lnTo>
                    <a:pt x="2550661" y="0"/>
                  </a:lnTo>
                  <a:lnTo>
                    <a:pt x="2544955" y="0"/>
                  </a:lnTo>
                  <a:lnTo>
                    <a:pt x="2539249" y="0"/>
                  </a:lnTo>
                  <a:lnTo>
                    <a:pt x="2533543" y="0"/>
                  </a:lnTo>
                  <a:lnTo>
                    <a:pt x="2527836" y="0"/>
                  </a:lnTo>
                  <a:lnTo>
                    <a:pt x="2522130" y="0"/>
                  </a:lnTo>
                  <a:lnTo>
                    <a:pt x="2516424" y="0"/>
                  </a:lnTo>
                  <a:lnTo>
                    <a:pt x="2510718" y="0"/>
                  </a:lnTo>
                  <a:lnTo>
                    <a:pt x="2505012" y="0"/>
                  </a:lnTo>
                  <a:lnTo>
                    <a:pt x="2499306" y="0"/>
                  </a:lnTo>
                  <a:lnTo>
                    <a:pt x="2493599" y="0"/>
                  </a:lnTo>
                  <a:lnTo>
                    <a:pt x="2487893" y="0"/>
                  </a:lnTo>
                  <a:lnTo>
                    <a:pt x="2482187" y="0"/>
                  </a:lnTo>
                  <a:lnTo>
                    <a:pt x="2476481" y="0"/>
                  </a:lnTo>
                  <a:lnTo>
                    <a:pt x="2470775" y="0"/>
                  </a:lnTo>
                  <a:lnTo>
                    <a:pt x="2465068" y="0"/>
                  </a:lnTo>
                  <a:lnTo>
                    <a:pt x="2459362" y="0"/>
                  </a:lnTo>
                  <a:lnTo>
                    <a:pt x="2453656" y="0"/>
                  </a:lnTo>
                  <a:lnTo>
                    <a:pt x="2447950" y="0"/>
                  </a:lnTo>
                  <a:lnTo>
                    <a:pt x="2442244" y="0"/>
                  </a:lnTo>
                  <a:lnTo>
                    <a:pt x="2436538" y="0"/>
                  </a:lnTo>
                  <a:lnTo>
                    <a:pt x="2430831" y="0"/>
                  </a:lnTo>
                  <a:lnTo>
                    <a:pt x="2425125" y="0"/>
                  </a:lnTo>
                  <a:lnTo>
                    <a:pt x="2419419" y="0"/>
                  </a:lnTo>
                  <a:lnTo>
                    <a:pt x="2413713" y="0"/>
                  </a:lnTo>
                  <a:lnTo>
                    <a:pt x="2408007" y="0"/>
                  </a:lnTo>
                  <a:lnTo>
                    <a:pt x="2402300" y="0"/>
                  </a:lnTo>
                  <a:lnTo>
                    <a:pt x="2396594" y="0"/>
                  </a:lnTo>
                  <a:lnTo>
                    <a:pt x="2390888" y="0"/>
                  </a:lnTo>
                  <a:lnTo>
                    <a:pt x="2385182" y="0"/>
                  </a:lnTo>
                  <a:lnTo>
                    <a:pt x="2379476" y="0"/>
                  </a:lnTo>
                  <a:lnTo>
                    <a:pt x="2373770" y="0"/>
                  </a:lnTo>
                  <a:lnTo>
                    <a:pt x="2368063" y="0"/>
                  </a:lnTo>
                  <a:lnTo>
                    <a:pt x="2362357" y="0"/>
                  </a:lnTo>
                  <a:lnTo>
                    <a:pt x="2356651" y="0"/>
                  </a:lnTo>
                  <a:lnTo>
                    <a:pt x="2350945" y="0"/>
                  </a:lnTo>
                  <a:lnTo>
                    <a:pt x="2345239" y="0"/>
                  </a:lnTo>
                  <a:lnTo>
                    <a:pt x="2339533" y="0"/>
                  </a:lnTo>
                  <a:lnTo>
                    <a:pt x="2333826" y="0"/>
                  </a:lnTo>
                  <a:lnTo>
                    <a:pt x="2328120" y="0"/>
                  </a:lnTo>
                  <a:lnTo>
                    <a:pt x="2322414" y="0"/>
                  </a:lnTo>
                  <a:lnTo>
                    <a:pt x="2316708" y="0"/>
                  </a:lnTo>
                  <a:lnTo>
                    <a:pt x="2311002" y="0"/>
                  </a:lnTo>
                  <a:lnTo>
                    <a:pt x="2305295" y="0"/>
                  </a:lnTo>
                  <a:lnTo>
                    <a:pt x="2299589" y="0"/>
                  </a:lnTo>
                  <a:lnTo>
                    <a:pt x="2293883" y="0"/>
                  </a:lnTo>
                  <a:lnTo>
                    <a:pt x="2288177" y="0"/>
                  </a:lnTo>
                  <a:lnTo>
                    <a:pt x="2282471" y="0"/>
                  </a:lnTo>
                  <a:lnTo>
                    <a:pt x="2276765" y="0"/>
                  </a:lnTo>
                  <a:lnTo>
                    <a:pt x="2271058" y="0"/>
                  </a:lnTo>
                  <a:lnTo>
                    <a:pt x="2265352" y="0"/>
                  </a:lnTo>
                  <a:lnTo>
                    <a:pt x="2259646" y="0"/>
                  </a:lnTo>
                  <a:lnTo>
                    <a:pt x="2253940" y="0"/>
                  </a:lnTo>
                  <a:lnTo>
                    <a:pt x="2248234" y="0"/>
                  </a:lnTo>
                  <a:lnTo>
                    <a:pt x="2242527" y="0"/>
                  </a:lnTo>
                  <a:lnTo>
                    <a:pt x="2236821" y="0"/>
                  </a:lnTo>
                  <a:lnTo>
                    <a:pt x="2231115" y="0"/>
                  </a:lnTo>
                  <a:lnTo>
                    <a:pt x="2225409" y="0"/>
                  </a:lnTo>
                  <a:lnTo>
                    <a:pt x="2219703" y="0"/>
                  </a:lnTo>
                  <a:lnTo>
                    <a:pt x="2213997" y="0"/>
                  </a:lnTo>
                  <a:lnTo>
                    <a:pt x="2208290" y="0"/>
                  </a:lnTo>
                  <a:lnTo>
                    <a:pt x="2202584" y="0"/>
                  </a:lnTo>
                  <a:lnTo>
                    <a:pt x="2196878" y="0"/>
                  </a:lnTo>
                  <a:lnTo>
                    <a:pt x="2191172" y="0"/>
                  </a:lnTo>
                  <a:lnTo>
                    <a:pt x="2185466" y="0"/>
                  </a:lnTo>
                  <a:lnTo>
                    <a:pt x="2179760" y="0"/>
                  </a:lnTo>
                  <a:lnTo>
                    <a:pt x="2174053" y="0"/>
                  </a:lnTo>
                  <a:lnTo>
                    <a:pt x="2168347" y="0"/>
                  </a:lnTo>
                  <a:lnTo>
                    <a:pt x="2162641" y="0"/>
                  </a:lnTo>
                  <a:lnTo>
                    <a:pt x="2156935" y="0"/>
                  </a:lnTo>
                  <a:lnTo>
                    <a:pt x="2151229" y="0"/>
                  </a:lnTo>
                  <a:lnTo>
                    <a:pt x="2145522" y="0"/>
                  </a:lnTo>
                  <a:lnTo>
                    <a:pt x="2139816" y="0"/>
                  </a:lnTo>
                  <a:lnTo>
                    <a:pt x="2134110" y="0"/>
                  </a:lnTo>
                  <a:lnTo>
                    <a:pt x="2128404" y="0"/>
                  </a:lnTo>
                  <a:lnTo>
                    <a:pt x="2122698" y="0"/>
                  </a:lnTo>
                  <a:lnTo>
                    <a:pt x="2116992" y="0"/>
                  </a:lnTo>
                  <a:lnTo>
                    <a:pt x="2111285" y="0"/>
                  </a:lnTo>
                  <a:lnTo>
                    <a:pt x="2105579" y="0"/>
                  </a:lnTo>
                  <a:lnTo>
                    <a:pt x="2099873" y="0"/>
                  </a:lnTo>
                  <a:lnTo>
                    <a:pt x="2094167" y="0"/>
                  </a:lnTo>
                  <a:lnTo>
                    <a:pt x="2088461" y="0"/>
                  </a:lnTo>
                  <a:lnTo>
                    <a:pt x="2082755" y="0"/>
                  </a:lnTo>
                  <a:lnTo>
                    <a:pt x="2077048" y="0"/>
                  </a:lnTo>
                  <a:lnTo>
                    <a:pt x="2071342" y="0"/>
                  </a:lnTo>
                  <a:lnTo>
                    <a:pt x="2065636" y="0"/>
                  </a:lnTo>
                  <a:lnTo>
                    <a:pt x="2059930" y="0"/>
                  </a:lnTo>
                  <a:lnTo>
                    <a:pt x="2054224" y="0"/>
                  </a:lnTo>
                  <a:lnTo>
                    <a:pt x="2048517" y="0"/>
                  </a:lnTo>
                  <a:lnTo>
                    <a:pt x="2042811" y="0"/>
                  </a:lnTo>
                  <a:lnTo>
                    <a:pt x="2037105" y="0"/>
                  </a:lnTo>
                  <a:lnTo>
                    <a:pt x="2031399" y="0"/>
                  </a:lnTo>
                  <a:lnTo>
                    <a:pt x="2025693" y="0"/>
                  </a:lnTo>
                  <a:lnTo>
                    <a:pt x="2019987" y="0"/>
                  </a:lnTo>
                  <a:lnTo>
                    <a:pt x="2014280" y="0"/>
                  </a:lnTo>
                  <a:lnTo>
                    <a:pt x="2008574" y="0"/>
                  </a:lnTo>
                  <a:lnTo>
                    <a:pt x="2002868" y="0"/>
                  </a:lnTo>
                  <a:lnTo>
                    <a:pt x="1997162" y="0"/>
                  </a:lnTo>
                  <a:lnTo>
                    <a:pt x="1991456" y="0"/>
                  </a:lnTo>
                  <a:lnTo>
                    <a:pt x="1985749" y="0"/>
                  </a:lnTo>
                  <a:lnTo>
                    <a:pt x="1980043" y="0"/>
                  </a:lnTo>
                  <a:lnTo>
                    <a:pt x="1974337" y="0"/>
                  </a:lnTo>
                  <a:lnTo>
                    <a:pt x="1968631" y="0"/>
                  </a:lnTo>
                  <a:lnTo>
                    <a:pt x="1962925" y="0"/>
                  </a:lnTo>
                  <a:lnTo>
                    <a:pt x="1957219" y="0"/>
                  </a:lnTo>
                  <a:lnTo>
                    <a:pt x="1951512" y="0"/>
                  </a:lnTo>
                  <a:lnTo>
                    <a:pt x="1945806" y="0"/>
                  </a:lnTo>
                  <a:lnTo>
                    <a:pt x="1940100" y="0"/>
                  </a:lnTo>
                  <a:lnTo>
                    <a:pt x="1934394" y="0"/>
                  </a:lnTo>
                  <a:lnTo>
                    <a:pt x="1928688" y="0"/>
                  </a:lnTo>
                  <a:lnTo>
                    <a:pt x="1922982" y="0"/>
                  </a:lnTo>
                  <a:lnTo>
                    <a:pt x="1917275" y="0"/>
                  </a:lnTo>
                  <a:lnTo>
                    <a:pt x="1911569" y="0"/>
                  </a:lnTo>
                  <a:lnTo>
                    <a:pt x="1905863" y="0"/>
                  </a:lnTo>
                  <a:lnTo>
                    <a:pt x="1900157" y="0"/>
                  </a:lnTo>
                  <a:lnTo>
                    <a:pt x="1894451" y="0"/>
                  </a:lnTo>
                  <a:lnTo>
                    <a:pt x="1888744" y="0"/>
                  </a:lnTo>
                  <a:lnTo>
                    <a:pt x="1883038" y="0"/>
                  </a:lnTo>
                  <a:lnTo>
                    <a:pt x="1877332" y="0"/>
                  </a:lnTo>
                  <a:lnTo>
                    <a:pt x="1871626" y="0"/>
                  </a:lnTo>
                  <a:lnTo>
                    <a:pt x="1865920" y="0"/>
                  </a:lnTo>
                  <a:lnTo>
                    <a:pt x="1860214" y="0"/>
                  </a:lnTo>
                  <a:lnTo>
                    <a:pt x="1854507" y="0"/>
                  </a:lnTo>
                  <a:lnTo>
                    <a:pt x="1848801" y="0"/>
                  </a:lnTo>
                  <a:lnTo>
                    <a:pt x="1843095" y="0"/>
                  </a:lnTo>
                  <a:lnTo>
                    <a:pt x="1837389" y="0"/>
                  </a:lnTo>
                  <a:lnTo>
                    <a:pt x="1831683" y="0"/>
                  </a:lnTo>
                  <a:lnTo>
                    <a:pt x="1825976" y="0"/>
                  </a:lnTo>
                  <a:lnTo>
                    <a:pt x="1820270" y="0"/>
                  </a:lnTo>
                  <a:lnTo>
                    <a:pt x="1814564" y="0"/>
                  </a:lnTo>
                  <a:lnTo>
                    <a:pt x="1808858" y="0"/>
                  </a:lnTo>
                  <a:lnTo>
                    <a:pt x="1803152" y="0"/>
                  </a:lnTo>
                  <a:lnTo>
                    <a:pt x="1797446" y="0"/>
                  </a:lnTo>
                  <a:lnTo>
                    <a:pt x="1791739" y="0"/>
                  </a:lnTo>
                  <a:lnTo>
                    <a:pt x="1786033" y="0"/>
                  </a:lnTo>
                  <a:lnTo>
                    <a:pt x="1780327" y="0"/>
                  </a:lnTo>
                  <a:lnTo>
                    <a:pt x="1774621" y="0"/>
                  </a:lnTo>
                  <a:lnTo>
                    <a:pt x="1768915" y="0"/>
                  </a:lnTo>
                  <a:lnTo>
                    <a:pt x="1763209" y="0"/>
                  </a:lnTo>
                  <a:lnTo>
                    <a:pt x="1757502" y="0"/>
                  </a:lnTo>
                  <a:lnTo>
                    <a:pt x="1751796" y="0"/>
                  </a:lnTo>
                  <a:lnTo>
                    <a:pt x="1746090" y="0"/>
                  </a:lnTo>
                  <a:lnTo>
                    <a:pt x="1740384" y="0"/>
                  </a:lnTo>
                  <a:lnTo>
                    <a:pt x="1734678" y="0"/>
                  </a:lnTo>
                  <a:lnTo>
                    <a:pt x="1728971" y="0"/>
                  </a:lnTo>
                  <a:lnTo>
                    <a:pt x="1723265" y="0"/>
                  </a:lnTo>
                  <a:lnTo>
                    <a:pt x="1717559" y="0"/>
                  </a:lnTo>
                  <a:lnTo>
                    <a:pt x="1711853" y="0"/>
                  </a:lnTo>
                  <a:lnTo>
                    <a:pt x="1706147" y="0"/>
                  </a:lnTo>
                  <a:lnTo>
                    <a:pt x="1700441" y="0"/>
                  </a:lnTo>
                  <a:lnTo>
                    <a:pt x="1694734" y="0"/>
                  </a:lnTo>
                  <a:lnTo>
                    <a:pt x="1689028" y="0"/>
                  </a:lnTo>
                  <a:lnTo>
                    <a:pt x="1683322" y="0"/>
                  </a:lnTo>
                  <a:lnTo>
                    <a:pt x="1677616" y="0"/>
                  </a:lnTo>
                  <a:lnTo>
                    <a:pt x="1671910" y="0"/>
                  </a:lnTo>
                  <a:lnTo>
                    <a:pt x="1666204" y="0"/>
                  </a:lnTo>
                  <a:lnTo>
                    <a:pt x="1660497" y="0"/>
                  </a:lnTo>
                  <a:lnTo>
                    <a:pt x="1654791" y="0"/>
                  </a:lnTo>
                  <a:lnTo>
                    <a:pt x="1649085" y="0"/>
                  </a:lnTo>
                  <a:lnTo>
                    <a:pt x="1643379" y="0"/>
                  </a:lnTo>
                  <a:lnTo>
                    <a:pt x="1637673" y="0"/>
                  </a:lnTo>
                  <a:lnTo>
                    <a:pt x="1631966" y="0"/>
                  </a:lnTo>
                  <a:lnTo>
                    <a:pt x="1626260" y="0"/>
                  </a:lnTo>
                  <a:lnTo>
                    <a:pt x="1620554" y="0"/>
                  </a:lnTo>
                  <a:lnTo>
                    <a:pt x="1614848" y="0"/>
                  </a:lnTo>
                  <a:lnTo>
                    <a:pt x="1609142" y="0"/>
                  </a:lnTo>
                  <a:lnTo>
                    <a:pt x="1603436" y="0"/>
                  </a:lnTo>
                  <a:lnTo>
                    <a:pt x="1597729" y="0"/>
                  </a:lnTo>
                  <a:lnTo>
                    <a:pt x="1592023" y="0"/>
                  </a:lnTo>
                  <a:lnTo>
                    <a:pt x="1586317" y="0"/>
                  </a:lnTo>
                  <a:lnTo>
                    <a:pt x="1580611" y="0"/>
                  </a:lnTo>
                  <a:lnTo>
                    <a:pt x="1574905" y="0"/>
                  </a:lnTo>
                  <a:lnTo>
                    <a:pt x="1569198" y="0"/>
                  </a:lnTo>
                  <a:lnTo>
                    <a:pt x="1563492" y="0"/>
                  </a:lnTo>
                  <a:lnTo>
                    <a:pt x="1557786" y="0"/>
                  </a:lnTo>
                  <a:lnTo>
                    <a:pt x="1552080" y="0"/>
                  </a:lnTo>
                  <a:lnTo>
                    <a:pt x="1546374" y="0"/>
                  </a:lnTo>
                  <a:lnTo>
                    <a:pt x="1540668" y="0"/>
                  </a:lnTo>
                  <a:lnTo>
                    <a:pt x="1534961" y="0"/>
                  </a:lnTo>
                  <a:lnTo>
                    <a:pt x="1529255" y="0"/>
                  </a:lnTo>
                  <a:lnTo>
                    <a:pt x="1523549" y="0"/>
                  </a:lnTo>
                  <a:lnTo>
                    <a:pt x="1517843" y="0"/>
                  </a:lnTo>
                  <a:lnTo>
                    <a:pt x="1512137" y="0"/>
                  </a:lnTo>
                  <a:lnTo>
                    <a:pt x="1506431" y="0"/>
                  </a:lnTo>
                  <a:lnTo>
                    <a:pt x="1500724" y="0"/>
                  </a:lnTo>
                  <a:lnTo>
                    <a:pt x="1495018" y="0"/>
                  </a:lnTo>
                  <a:lnTo>
                    <a:pt x="1489312" y="0"/>
                  </a:lnTo>
                  <a:lnTo>
                    <a:pt x="1483606" y="0"/>
                  </a:lnTo>
                  <a:lnTo>
                    <a:pt x="1477900" y="0"/>
                  </a:lnTo>
                  <a:lnTo>
                    <a:pt x="1472193" y="0"/>
                  </a:lnTo>
                  <a:lnTo>
                    <a:pt x="1466487" y="0"/>
                  </a:lnTo>
                  <a:lnTo>
                    <a:pt x="1460781" y="0"/>
                  </a:lnTo>
                  <a:lnTo>
                    <a:pt x="1455075" y="0"/>
                  </a:lnTo>
                  <a:lnTo>
                    <a:pt x="1449369" y="0"/>
                  </a:lnTo>
                  <a:lnTo>
                    <a:pt x="1443663" y="0"/>
                  </a:lnTo>
                  <a:lnTo>
                    <a:pt x="1437956" y="0"/>
                  </a:lnTo>
                  <a:lnTo>
                    <a:pt x="1432250" y="0"/>
                  </a:lnTo>
                  <a:lnTo>
                    <a:pt x="1426544" y="0"/>
                  </a:lnTo>
                  <a:lnTo>
                    <a:pt x="1420838" y="0"/>
                  </a:lnTo>
                  <a:lnTo>
                    <a:pt x="1415132" y="0"/>
                  </a:lnTo>
                  <a:lnTo>
                    <a:pt x="1409425" y="0"/>
                  </a:lnTo>
                  <a:lnTo>
                    <a:pt x="1403719" y="0"/>
                  </a:lnTo>
                  <a:lnTo>
                    <a:pt x="1398013" y="0"/>
                  </a:lnTo>
                  <a:lnTo>
                    <a:pt x="1392307" y="0"/>
                  </a:lnTo>
                  <a:lnTo>
                    <a:pt x="1386601" y="0"/>
                  </a:lnTo>
                  <a:lnTo>
                    <a:pt x="1380895" y="0"/>
                  </a:lnTo>
                  <a:lnTo>
                    <a:pt x="1375188" y="0"/>
                  </a:lnTo>
                  <a:lnTo>
                    <a:pt x="1369482" y="0"/>
                  </a:lnTo>
                  <a:lnTo>
                    <a:pt x="1363776" y="0"/>
                  </a:lnTo>
                  <a:lnTo>
                    <a:pt x="1358070" y="0"/>
                  </a:lnTo>
                  <a:lnTo>
                    <a:pt x="1352364" y="0"/>
                  </a:lnTo>
                  <a:lnTo>
                    <a:pt x="1346658" y="0"/>
                  </a:lnTo>
                  <a:lnTo>
                    <a:pt x="1340951" y="0"/>
                  </a:lnTo>
                  <a:lnTo>
                    <a:pt x="1335245" y="0"/>
                  </a:lnTo>
                  <a:lnTo>
                    <a:pt x="1329539" y="0"/>
                  </a:lnTo>
                  <a:lnTo>
                    <a:pt x="1323833" y="0"/>
                  </a:lnTo>
                  <a:lnTo>
                    <a:pt x="1318127" y="0"/>
                  </a:lnTo>
                  <a:lnTo>
                    <a:pt x="1312420" y="0"/>
                  </a:lnTo>
                  <a:lnTo>
                    <a:pt x="1306714" y="0"/>
                  </a:lnTo>
                  <a:lnTo>
                    <a:pt x="1301008" y="0"/>
                  </a:lnTo>
                  <a:lnTo>
                    <a:pt x="1295302" y="0"/>
                  </a:lnTo>
                  <a:lnTo>
                    <a:pt x="1289596" y="0"/>
                  </a:lnTo>
                  <a:lnTo>
                    <a:pt x="1283890" y="0"/>
                  </a:lnTo>
                  <a:lnTo>
                    <a:pt x="1278183" y="0"/>
                  </a:lnTo>
                  <a:lnTo>
                    <a:pt x="1272477" y="0"/>
                  </a:lnTo>
                  <a:lnTo>
                    <a:pt x="1266771" y="0"/>
                  </a:lnTo>
                  <a:lnTo>
                    <a:pt x="1261065" y="0"/>
                  </a:lnTo>
                  <a:lnTo>
                    <a:pt x="1255359" y="0"/>
                  </a:lnTo>
                  <a:lnTo>
                    <a:pt x="1249653" y="0"/>
                  </a:lnTo>
                  <a:lnTo>
                    <a:pt x="1243946" y="0"/>
                  </a:lnTo>
                  <a:lnTo>
                    <a:pt x="1238240" y="0"/>
                  </a:lnTo>
                  <a:lnTo>
                    <a:pt x="1232534" y="0"/>
                  </a:lnTo>
                  <a:lnTo>
                    <a:pt x="1226828" y="0"/>
                  </a:lnTo>
                  <a:lnTo>
                    <a:pt x="1221122" y="0"/>
                  </a:lnTo>
                  <a:lnTo>
                    <a:pt x="1215415" y="0"/>
                  </a:lnTo>
                  <a:lnTo>
                    <a:pt x="1209709" y="0"/>
                  </a:lnTo>
                  <a:lnTo>
                    <a:pt x="1204003" y="0"/>
                  </a:lnTo>
                  <a:lnTo>
                    <a:pt x="1198297" y="0"/>
                  </a:lnTo>
                  <a:lnTo>
                    <a:pt x="1192591" y="0"/>
                  </a:lnTo>
                  <a:lnTo>
                    <a:pt x="1186885" y="0"/>
                  </a:lnTo>
                  <a:lnTo>
                    <a:pt x="1181178" y="0"/>
                  </a:lnTo>
                  <a:lnTo>
                    <a:pt x="1175472" y="0"/>
                  </a:lnTo>
                  <a:lnTo>
                    <a:pt x="1169766" y="0"/>
                  </a:lnTo>
                  <a:lnTo>
                    <a:pt x="1164060" y="0"/>
                  </a:lnTo>
                  <a:lnTo>
                    <a:pt x="1158354" y="0"/>
                  </a:lnTo>
                  <a:lnTo>
                    <a:pt x="1152647" y="0"/>
                  </a:lnTo>
                  <a:lnTo>
                    <a:pt x="1146941" y="0"/>
                  </a:lnTo>
                  <a:lnTo>
                    <a:pt x="1141235" y="0"/>
                  </a:lnTo>
                  <a:lnTo>
                    <a:pt x="1135529" y="0"/>
                  </a:lnTo>
                  <a:lnTo>
                    <a:pt x="1129823" y="0"/>
                  </a:lnTo>
                  <a:lnTo>
                    <a:pt x="1124117" y="0"/>
                  </a:lnTo>
                  <a:lnTo>
                    <a:pt x="1118410" y="0"/>
                  </a:lnTo>
                  <a:lnTo>
                    <a:pt x="1112704" y="0"/>
                  </a:lnTo>
                  <a:lnTo>
                    <a:pt x="1106998" y="0"/>
                  </a:lnTo>
                  <a:lnTo>
                    <a:pt x="1101292" y="0"/>
                  </a:lnTo>
                  <a:lnTo>
                    <a:pt x="1095586" y="0"/>
                  </a:lnTo>
                  <a:lnTo>
                    <a:pt x="1089880" y="0"/>
                  </a:lnTo>
                  <a:lnTo>
                    <a:pt x="1084173" y="0"/>
                  </a:lnTo>
                  <a:lnTo>
                    <a:pt x="1078467" y="0"/>
                  </a:lnTo>
                  <a:lnTo>
                    <a:pt x="1072761" y="0"/>
                  </a:lnTo>
                  <a:lnTo>
                    <a:pt x="1067055" y="0"/>
                  </a:lnTo>
                  <a:lnTo>
                    <a:pt x="1061349" y="0"/>
                  </a:lnTo>
                  <a:lnTo>
                    <a:pt x="1055642" y="0"/>
                  </a:lnTo>
                  <a:lnTo>
                    <a:pt x="1049936" y="0"/>
                  </a:lnTo>
                  <a:lnTo>
                    <a:pt x="1044230" y="0"/>
                  </a:lnTo>
                  <a:lnTo>
                    <a:pt x="1038524" y="0"/>
                  </a:lnTo>
                  <a:lnTo>
                    <a:pt x="1032818" y="0"/>
                  </a:lnTo>
                  <a:lnTo>
                    <a:pt x="1027112" y="0"/>
                  </a:lnTo>
                  <a:lnTo>
                    <a:pt x="1021405" y="0"/>
                  </a:lnTo>
                  <a:lnTo>
                    <a:pt x="1015699" y="0"/>
                  </a:lnTo>
                  <a:lnTo>
                    <a:pt x="1009993" y="0"/>
                  </a:lnTo>
                  <a:lnTo>
                    <a:pt x="1004287" y="0"/>
                  </a:lnTo>
                  <a:lnTo>
                    <a:pt x="998581" y="0"/>
                  </a:lnTo>
                  <a:lnTo>
                    <a:pt x="992874" y="0"/>
                  </a:lnTo>
                  <a:lnTo>
                    <a:pt x="987168" y="0"/>
                  </a:lnTo>
                  <a:lnTo>
                    <a:pt x="981462" y="0"/>
                  </a:lnTo>
                  <a:lnTo>
                    <a:pt x="975756" y="0"/>
                  </a:lnTo>
                  <a:lnTo>
                    <a:pt x="970050" y="0"/>
                  </a:lnTo>
                  <a:lnTo>
                    <a:pt x="964344" y="0"/>
                  </a:lnTo>
                  <a:lnTo>
                    <a:pt x="958637" y="0"/>
                  </a:lnTo>
                  <a:lnTo>
                    <a:pt x="952931" y="0"/>
                  </a:lnTo>
                  <a:lnTo>
                    <a:pt x="947225" y="0"/>
                  </a:lnTo>
                  <a:lnTo>
                    <a:pt x="941519" y="0"/>
                  </a:lnTo>
                  <a:lnTo>
                    <a:pt x="935813" y="0"/>
                  </a:lnTo>
                  <a:lnTo>
                    <a:pt x="930107" y="0"/>
                  </a:lnTo>
                  <a:lnTo>
                    <a:pt x="924400" y="0"/>
                  </a:lnTo>
                  <a:lnTo>
                    <a:pt x="918694" y="0"/>
                  </a:lnTo>
                  <a:lnTo>
                    <a:pt x="912988" y="0"/>
                  </a:lnTo>
                  <a:lnTo>
                    <a:pt x="907282" y="0"/>
                  </a:lnTo>
                  <a:lnTo>
                    <a:pt x="901576" y="0"/>
                  </a:lnTo>
                  <a:lnTo>
                    <a:pt x="895869" y="0"/>
                  </a:lnTo>
                  <a:lnTo>
                    <a:pt x="890163" y="0"/>
                  </a:lnTo>
                  <a:lnTo>
                    <a:pt x="884457" y="0"/>
                  </a:lnTo>
                  <a:lnTo>
                    <a:pt x="878751" y="0"/>
                  </a:lnTo>
                  <a:lnTo>
                    <a:pt x="873045" y="0"/>
                  </a:lnTo>
                  <a:lnTo>
                    <a:pt x="867339" y="0"/>
                  </a:lnTo>
                  <a:lnTo>
                    <a:pt x="861632" y="0"/>
                  </a:lnTo>
                  <a:lnTo>
                    <a:pt x="855926" y="0"/>
                  </a:lnTo>
                  <a:lnTo>
                    <a:pt x="850220" y="0"/>
                  </a:lnTo>
                  <a:lnTo>
                    <a:pt x="844514" y="0"/>
                  </a:lnTo>
                  <a:lnTo>
                    <a:pt x="838808" y="0"/>
                  </a:lnTo>
                  <a:lnTo>
                    <a:pt x="833102" y="0"/>
                  </a:lnTo>
                  <a:lnTo>
                    <a:pt x="827395" y="0"/>
                  </a:lnTo>
                  <a:lnTo>
                    <a:pt x="821689" y="0"/>
                  </a:lnTo>
                  <a:lnTo>
                    <a:pt x="815983" y="0"/>
                  </a:lnTo>
                  <a:lnTo>
                    <a:pt x="810277" y="0"/>
                  </a:lnTo>
                  <a:lnTo>
                    <a:pt x="804571" y="0"/>
                  </a:lnTo>
                  <a:lnTo>
                    <a:pt x="798864" y="0"/>
                  </a:lnTo>
                  <a:lnTo>
                    <a:pt x="793158" y="0"/>
                  </a:lnTo>
                  <a:lnTo>
                    <a:pt x="787452" y="0"/>
                  </a:lnTo>
                  <a:lnTo>
                    <a:pt x="781746" y="0"/>
                  </a:lnTo>
                  <a:lnTo>
                    <a:pt x="776040" y="0"/>
                  </a:lnTo>
                  <a:lnTo>
                    <a:pt x="770334" y="0"/>
                  </a:lnTo>
                  <a:lnTo>
                    <a:pt x="764627" y="0"/>
                  </a:lnTo>
                  <a:lnTo>
                    <a:pt x="758921" y="0"/>
                  </a:lnTo>
                  <a:lnTo>
                    <a:pt x="753215" y="0"/>
                  </a:lnTo>
                  <a:lnTo>
                    <a:pt x="747509" y="0"/>
                  </a:lnTo>
                  <a:lnTo>
                    <a:pt x="741803" y="0"/>
                  </a:lnTo>
                  <a:lnTo>
                    <a:pt x="736096" y="0"/>
                  </a:lnTo>
                  <a:lnTo>
                    <a:pt x="730390" y="0"/>
                  </a:lnTo>
                  <a:lnTo>
                    <a:pt x="724684" y="0"/>
                  </a:lnTo>
                  <a:lnTo>
                    <a:pt x="718978" y="0"/>
                  </a:lnTo>
                  <a:lnTo>
                    <a:pt x="713272" y="0"/>
                  </a:lnTo>
                  <a:lnTo>
                    <a:pt x="707566" y="0"/>
                  </a:lnTo>
                  <a:lnTo>
                    <a:pt x="701859" y="0"/>
                  </a:lnTo>
                  <a:lnTo>
                    <a:pt x="696153" y="0"/>
                  </a:lnTo>
                  <a:lnTo>
                    <a:pt x="690447" y="0"/>
                  </a:lnTo>
                  <a:lnTo>
                    <a:pt x="684741" y="0"/>
                  </a:lnTo>
                  <a:lnTo>
                    <a:pt x="679035" y="0"/>
                  </a:lnTo>
                  <a:lnTo>
                    <a:pt x="673329" y="0"/>
                  </a:lnTo>
                  <a:lnTo>
                    <a:pt x="667622" y="0"/>
                  </a:lnTo>
                  <a:lnTo>
                    <a:pt x="661916" y="0"/>
                  </a:lnTo>
                  <a:lnTo>
                    <a:pt x="656210" y="0"/>
                  </a:lnTo>
                  <a:lnTo>
                    <a:pt x="650504" y="0"/>
                  </a:lnTo>
                  <a:lnTo>
                    <a:pt x="644798" y="0"/>
                  </a:lnTo>
                  <a:lnTo>
                    <a:pt x="639091" y="0"/>
                  </a:lnTo>
                  <a:lnTo>
                    <a:pt x="633385" y="0"/>
                  </a:lnTo>
                  <a:lnTo>
                    <a:pt x="627679" y="0"/>
                  </a:lnTo>
                  <a:lnTo>
                    <a:pt x="621973" y="0"/>
                  </a:lnTo>
                  <a:lnTo>
                    <a:pt x="616267" y="0"/>
                  </a:lnTo>
                  <a:lnTo>
                    <a:pt x="610561" y="0"/>
                  </a:lnTo>
                  <a:lnTo>
                    <a:pt x="604854" y="0"/>
                  </a:lnTo>
                  <a:lnTo>
                    <a:pt x="599148" y="0"/>
                  </a:lnTo>
                  <a:lnTo>
                    <a:pt x="593442" y="0"/>
                  </a:lnTo>
                  <a:lnTo>
                    <a:pt x="587736" y="0"/>
                  </a:lnTo>
                  <a:lnTo>
                    <a:pt x="582030" y="0"/>
                  </a:lnTo>
                  <a:lnTo>
                    <a:pt x="576323" y="0"/>
                  </a:lnTo>
                  <a:lnTo>
                    <a:pt x="570617" y="0"/>
                  </a:lnTo>
                  <a:lnTo>
                    <a:pt x="564911" y="0"/>
                  </a:lnTo>
                  <a:lnTo>
                    <a:pt x="559205" y="0"/>
                  </a:lnTo>
                  <a:lnTo>
                    <a:pt x="553499" y="0"/>
                  </a:lnTo>
                  <a:lnTo>
                    <a:pt x="547793" y="0"/>
                  </a:lnTo>
                  <a:lnTo>
                    <a:pt x="542086" y="0"/>
                  </a:lnTo>
                  <a:lnTo>
                    <a:pt x="536380" y="0"/>
                  </a:lnTo>
                  <a:lnTo>
                    <a:pt x="530674" y="0"/>
                  </a:lnTo>
                  <a:lnTo>
                    <a:pt x="524968" y="0"/>
                  </a:lnTo>
                  <a:lnTo>
                    <a:pt x="519262" y="0"/>
                  </a:lnTo>
                  <a:lnTo>
                    <a:pt x="513556" y="0"/>
                  </a:lnTo>
                  <a:lnTo>
                    <a:pt x="507849" y="0"/>
                  </a:lnTo>
                  <a:lnTo>
                    <a:pt x="502143" y="0"/>
                  </a:lnTo>
                  <a:lnTo>
                    <a:pt x="496437" y="0"/>
                  </a:lnTo>
                  <a:lnTo>
                    <a:pt x="490731" y="0"/>
                  </a:lnTo>
                  <a:lnTo>
                    <a:pt x="485025" y="0"/>
                  </a:lnTo>
                  <a:lnTo>
                    <a:pt x="479318" y="0"/>
                  </a:lnTo>
                  <a:lnTo>
                    <a:pt x="473612" y="0"/>
                  </a:lnTo>
                  <a:lnTo>
                    <a:pt x="467906" y="0"/>
                  </a:lnTo>
                  <a:lnTo>
                    <a:pt x="462200" y="0"/>
                  </a:lnTo>
                  <a:lnTo>
                    <a:pt x="456494" y="0"/>
                  </a:lnTo>
                  <a:lnTo>
                    <a:pt x="450788" y="0"/>
                  </a:lnTo>
                  <a:lnTo>
                    <a:pt x="445081" y="0"/>
                  </a:lnTo>
                  <a:lnTo>
                    <a:pt x="439375" y="0"/>
                  </a:lnTo>
                  <a:lnTo>
                    <a:pt x="433669" y="0"/>
                  </a:lnTo>
                  <a:lnTo>
                    <a:pt x="427963" y="0"/>
                  </a:lnTo>
                  <a:lnTo>
                    <a:pt x="422257" y="0"/>
                  </a:lnTo>
                  <a:lnTo>
                    <a:pt x="416551" y="0"/>
                  </a:lnTo>
                  <a:lnTo>
                    <a:pt x="410844" y="0"/>
                  </a:lnTo>
                  <a:lnTo>
                    <a:pt x="405138" y="0"/>
                  </a:lnTo>
                  <a:lnTo>
                    <a:pt x="399432" y="0"/>
                  </a:lnTo>
                  <a:lnTo>
                    <a:pt x="393726" y="0"/>
                  </a:lnTo>
                  <a:lnTo>
                    <a:pt x="388020" y="0"/>
                  </a:lnTo>
                  <a:lnTo>
                    <a:pt x="382313" y="0"/>
                  </a:lnTo>
                  <a:lnTo>
                    <a:pt x="376607" y="0"/>
                  </a:lnTo>
                  <a:lnTo>
                    <a:pt x="370901" y="0"/>
                  </a:lnTo>
                  <a:lnTo>
                    <a:pt x="365195" y="0"/>
                  </a:lnTo>
                  <a:lnTo>
                    <a:pt x="359489" y="0"/>
                  </a:lnTo>
                  <a:lnTo>
                    <a:pt x="353783" y="0"/>
                  </a:lnTo>
                  <a:lnTo>
                    <a:pt x="348076" y="0"/>
                  </a:lnTo>
                  <a:lnTo>
                    <a:pt x="342370" y="0"/>
                  </a:lnTo>
                  <a:lnTo>
                    <a:pt x="336664" y="0"/>
                  </a:lnTo>
                  <a:lnTo>
                    <a:pt x="330958" y="0"/>
                  </a:lnTo>
                  <a:lnTo>
                    <a:pt x="325252" y="0"/>
                  </a:lnTo>
                  <a:lnTo>
                    <a:pt x="319545" y="0"/>
                  </a:lnTo>
                  <a:lnTo>
                    <a:pt x="313839" y="0"/>
                  </a:lnTo>
                  <a:lnTo>
                    <a:pt x="308133" y="0"/>
                  </a:lnTo>
                  <a:lnTo>
                    <a:pt x="302427" y="0"/>
                  </a:lnTo>
                  <a:lnTo>
                    <a:pt x="296721" y="0"/>
                  </a:lnTo>
                  <a:lnTo>
                    <a:pt x="291015" y="0"/>
                  </a:lnTo>
                  <a:lnTo>
                    <a:pt x="285308" y="0"/>
                  </a:lnTo>
                  <a:lnTo>
                    <a:pt x="279602" y="0"/>
                  </a:lnTo>
                  <a:lnTo>
                    <a:pt x="273896" y="0"/>
                  </a:lnTo>
                  <a:lnTo>
                    <a:pt x="268190" y="0"/>
                  </a:lnTo>
                  <a:lnTo>
                    <a:pt x="262484" y="0"/>
                  </a:lnTo>
                  <a:lnTo>
                    <a:pt x="256778" y="0"/>
                  </a:lnTo>
                  <a:lnTo>
                    <a:pt x="251071" y="0"/>
                  </a:lnTo>
                  <a:lnTo>
                    <a:pt x="245365" y="0"/>
                  </a:lnTo>
                  <a:lnTo>
                    <a:pt x="239659" y="0"/>
                  </a:lnTo>
                  <a:lnTo>
                    <a:pt x="233953" y="0"/>
                  </a:lnTo>
                  <a:lnTo>
                    <a:pt x="228247" y="0"/>
                  </a:lnTo>
                  <a:lnTo>
                    <a:pt x="222540" y="0"/>
                  </a:lnTo>
                  <a:lnTo>
                    <a:pt x="216834" y="0"/>
                  </a:lnTo>
                  <a:lnTo>
                    <a:pt x="211128" y="0"/>
                  </a:lnTo>
                  <a:lnTo>
                    <a:pt x="205422" y="0"/>
                  </a:lnTo>
                  <a:lnTo>
                    <a:pt x="199716" y="0"/>
                  </a:lnTo>
                  <a:lnTo>
                    <a:pt x="194010" y="0"/>
                  </a:lnTo>
                  <a:lnTo>
                    <a:pt x="188303" y="0"/>
                  </a:lnTo>
                  <a:lnTo>
                    <a:pt x="182597" y="0"/>
                  </a:lnTo>
                  <a:lnTo>
                    <a:pt x="176891" y="0"/>
                  </a:lnTo>
                  <a:lnTo>
                    <a:pt x="171185" y="0"/>
                  </a:lnTo>
                  <a:lnTo>
                    <a:pt x="165479" y="0"/>
                  </a:lnTo>
                  <a:lnTo>
                    <a:pt x="159772" y="0"/>
                  </a:lnTo>
                  <a:lnTo>
                    <a:pt x="154066" y="0"/>
                  </a:lnTo>
                  <a:lnTo>
                    <a:pt x="148360" y="0"/>
                  </a:lnTo>
                  <a:lnTo>
                    <a:pt x="142654" y="0"/>
                  </a:lnTo>
                  <a:lnTo>
                    <a:pt x="136948" y="0"/>
                  </a:lnTo>
                  <a:lnTo>
                    <a:pt x="131242" y="0"/>
                  </a:lnTo>
                  <a:lnTo>
                    <a:pt x="125535" y="0"/>
                  </a:lnTo>
                  <a:lnTo>
                    <a:pt x="119829" y="0"/>
                  </a:lnTo>
                  <a:lnTo>
                    <a:pt x="114123" y="0"/>
                  </a:lnTo>
                  <a:lnTo>
                    <a:pt x="108417" y="0"/>
                  </a:lnTo>
                  <a:lnTo>
                    <a:pt x="102711" y="0"/>
                  </a:lnTo>
                  <a:lnTo>
                    <a:pt x="97005" y="0"/>
                  </a:lnTo>
                  <a:lnTo>
                    <a:pt x="91298" y="0"/>
                  </a:lnTo>
                  <a:lnTo>
                    <a:pt x="85592" y="0"/>
                  </a:lnTo>
                  <a:lnTo>
                    <a:pt x="79886" y="0"/>
                  </a:lnTo>
                  <a:lnTo>
                    <a:pt x="74180" y="0"/>
                  </a:lnTo>
                  <a:lnTo>
                    <a:pt x="68474" y="0"/>
                  </a:lnTo>
                  <a:lnTo>
                    <a:pt x="62767" y="0"/>
                  </a:lnTo>
                  <a:lnTo>
                    <a:pt x="57061" y="0"/>
                  </a:lnTo>
                  <a:lnTo>
                    <a:pt x="51355" y="0"/>
                  </a:lnTo>
                  <a:lnTo>
                    <a:pt x="45649" y="0"/>
                  </a:lnTo>
                  <a:lnTo>
                    <a:pt x="39943" y="0"/>
                  </a:lnTo>
                  <a:lnTo>
                    <a:pt x="34237" y="0"/>
                  </a:lnTo>
                  <a:lnTo>
                    <a:pt x="28530" y="0"/>
                  </a:lnTo>
                  <a:lnTo>
                    <a:pt x="22824" y="0"/>
                  </a:lnTo>
                  <a:lnTo>
                    <a:pt x="17118" y="0"/>
                  </a:lnTo>
                  <a:lnTo>
                    <a:pt x="11412" y="0"/>
                  </a:lnTo>
                  <a:lnTo>
                    <a:pt x="5706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4934" y="1741809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11199" y="303277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11199" y="231060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11199" y="159296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11199" y="86921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11199" y="14852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410140" y="30750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10140" y="23544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10140" y="16337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10140" y="913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10140" y="1923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44934" y="4592995"/>
              <a:ext cx="2052796" cy="1786454"/>
            </a:xfrm>
            <a:custGeom>
              <a:avLst/>
              <a:pathLst>
                <a:path w="2052796" h="1786454">
                  <a:moveTo>
                    <a:pt x="0" y="191565"/>
                  </a:moveTo>
                  <a:lnTo>
                    <a:pt x="5706" y="0"/>
                  </a:lnTo>
                  <a:lnTo>
                    <a:pt x="11412" y="19031"/>
                  </a:lnTo>
                  <a:lnTo>
                    <a:pt x="17118" y="64378"/>
                  </a:lnTo>
                  <a:lnTo>
                    <a:pt x="22824" y="107861"/>
                  </a:lnTo>
                  <a:lnTo>
                    <a:pt x="28530" y="188955"/>
                  </a:lnTo>
                  <a:lnTo>
                    <a:pt x="34237" y="195398"/>
                  </a:lnTo>
                  <a:lnTo>
                    <a:pt x="39943" y="251991"/>
                  </a:lnTo>
                  <a:lnTo>
                    <a:pt x="45649" y="326393"/>
                  </a:lnTo>
                  <a:lnTo>
                    <a:pt x="51355" y="225768"/>
                  </a:lnTo>
                  <a:lnTo>
                    <a:pt x="57061" y="208825"/>
                  </a:lnTo>
                  <a:lnTo>
                    <a:pt x="62767" y="205965"/>
                  </a:lnTo>
                  <a:lnTo>
                    <a:pt x="68474" y="208204"/>
                  </a:lnTo>
                  <a:lnTo>
                    <a:pt x="74180" y="74821"/>
                  </a:lnTo>
                  <a:lnTo>
                    <a:pt x="79886" y="93875"/>
                  </a:lnTo>
                  <a:lnTo>
                    <a:pt x="85592" y="111609"/>
                  </a:lnTo>
                  <a:lnTo>
                    <a:pt x="91298" y="126645"/>
                  </a:lnTo>
                  <a:lnTo>
                    <a:pt x="97005" y="169724"/>
                  </a:lnTo>
                  <a:lnTo>
                    <a:pt x="102711" y="111445"/>
                  </a:lnTo>
                  <a:lnTo>
                    <a:pt x="108417" y="58190"/>
                  </a:lnTo>
                  <a:lnTo>
                    <a:pt x="114123" y="120691"/>
                  </a:lnTo>
                  <a:lnTo>
                    <a:pt x="119829" y="102572"/>
                  </a:lnTo>
                  <a:lnTo>
                    <a:pt x="125535" y="296938"/>
                  </a:lnTo>
                  <a:lnTo>
                    <a:pt x="131242" y="306012"/>
                  </a:lnTo>
                  <a:lnTo>
                    <a:pt x="136948" y="286753"/>
                  </a:lnTo>
                  <a:lnTo>
                    <a:pt x="142654" y="367122"/>
                  </a:lnTo>
                  <a:lnTo>
                    <a:pt x="148360" y="376491"/>
                  </a:lnTo>
                  <a:lnTo>
                    <a:pt x="154066" y="318314"/>
                  </a:lnTo>
                  <a:lnTo>
                    <a:pt x="159772" y="390912"/>
                  </a:lnTo>
                  <a:lnTo>
                    <a:pt x="165479" y="381608"/>
                  </a:lnTo>
                  <a:lnTo>
                    <a:pt x="171185" y="365860"/>
                  </a:lnTo>
                  <a:lnTo>
                    <a:pt x="176891" y="394928"/>
                  </a:lnTo>
                  <a:lnTo>
                    <a:pt x="182597" y="398283"/>
                  </a:lnTo>
                  <a:lnTo>
                    <a:pt x="188303" y="399889"/>
                  </a:lnTo>
                  <a:lnTo>
                    <a:pt x="194010" y="466007"/>
                  </a:lnTo>
                  <a:lnTo>
                    <a:pt x="199716" y="566277"/>
                  </a:lnTo>
                  <a:lnTo>
                    <a:pt x="205422" y="553054"/>
                  </a:lnTo>
                  <a:lnTo>
                    <a:pt x="211128" y="523525"/>
                  </a:lnTo>
                  <a:lnTo>
                    <a:pt x="216834" y="563660"/>
                  </a:lnTo>
                  <a:lnTo>
                    <a:pt x="222540" y="468573"/>
                  </a:lnTo>
                  <a:lnTo>
                    <a:pt x="228247" y="479249"/>
                  </a:lnTo>
                  <a:lnTo>
                    <a:pt x="233953" y="483094"/>
                  </a:lnTo>
                  <a:lnTo>
                    <a:pt x="239659" y="530066"/>
                  </a:lnTo>
                  <a:lnTo>
                    <a:pt x="245365" y="552763"/>
                  </a:lnTo>
                  <a:lnTo>
                    <a:pt x="251071" y="562929"/>
                  </a:lnTo>
                  <a:lnTo>
                    <a:pt x="256778" y="637705"/>
                  </a:lnTo>
                  <a:lnTo>
                    <a:pt x="262484" y="622697"/>
                  </a:lnTo>
                  <a:lnTo>
                    <a:pt x="268190" y="594185"/>
                  </a:lnTo>
                  <a:lnTo>
                    <a:pt x="273896" y="666818"/>
                  </a:lnTo>
                  <a:lnTo>
                    <a:pt x="279602" y="675065"/>
                  </a:lnTo>
                  <a:lnTo>
                    <a:pt x="285308" y="716252"/>
                  </a:lnTo>
                  <a:lnTo>
                    <a:pt x="291015" y="723084"/>
                  </a:lnTo>
                  <a:lnTo>
                    <a:pt x="296721" y="675811"/>
                  </a:lnTo>
                  <a:lnTo>
                    <a:pt x="302427" y="757896"/>
                  </a:lnTo>
                  <a:lnTo>
                    <a:pt x="308133" y="707572"/>
                  </a:lnTo>
                  <a:lnTo>
                    <a:pt x="313839" y="753348"/>
                  </a:lnTo>
                  <a:lnTo>
                    <a:pt x="319545" y="775055"/>
                  </a:lnTo>
                  <a:lnTo>
                    <a:pt x="325252" y="908338"/>
                  </a:lnTo>
                  <a:lnTo>
                    <a:pt x="330958" y="1008280"/>
                  </a:lnTo>
                  <a:lnTo>
                    <a:pt x="336664" y="911685"/>
                  </a:lnTo>
                  <a:lnTo>
                    <a:pt x="342370" y="854141"/>
                  </a:lnTo>
                  <a:lnTo>
                    <a:pt x="348076" y="888876"/>
                  </a:lnTo>
                  <a:lnTo>
                    <a:pt x="353783" y="931921"/>
                  </a:lnTo>
                  <a:lnTo>
                    <a:pt x="359489" y="933381"/>
                  </a:lnTo>
                  <a:lnTo>
                    <a:pt x="365195" y="919912"/>
                  </a:lnTo>
                  <a:lnTo>
                    <a:pt x="370901" y="831488"/>
                  </a:lnTo>
                  <a:lnTo>
                    <a:pt x="376607" y="913701"/>
                  </a:lnTo>
                  <a:lnTo>
                    <a:pt x="382313" y="916673"/>
                  </a:lnTo>
                  <a:lnTo>
                    <a:pt x="388020" y="883182"/>
                  </a:lnTo>
                  <a:lnTo>
                    <a:pt x="393726" y="924778"/>
                  </a:lnTo>
                  <a:lnTo>
                    <a:pt x="399432" y="867759"/>
                  </a:lnTo>
                  <a:lnTo>
                    <a:pt x="405138" y="923165"/>
                  </a:lnTo>
                  <a:lnTo>
                    <a:pt x="410844" y="911142"/>
                  </a:lnTo>
                  <a:lnTo>
                    <a:pt x="416551" y="849720"/>
                  </a:lnTo>
                  <a:lnTo>
                    <a:pt x="422257" y="896307"/>
                  </a:lnTo>
                  <a:lnTo>
                    <a:pt x="427963" y="852374"/>
                  </a:lnTo>
                  <a:lnTo>
                    <a:pt x="433669" y="852921"/>
                  </a:lnTo>
                  <a:lnTo>
                    <a:pt x="439375" y="931841"/>
                  </a:lnTo>
                  <a:lnTo>
                    <a:pt x="445081" y="921978"/>
                  </a:lnTo>
                  <a:lnTo>
                    <a:pt x="450788" y="968821"/>
                  </a:lnTo>
                  <a:lnTo>
                    <a:pt x="456494" y="1046656"/>
                  </a:lnTo>
                  <a:lnTo>
                    <a:pt x="462200" y="1056028"/>
                  </a:lnTo>
                  <a:lnTo>
                    <a:pt x="467906" y="1093315"/>
                  </a:lnTo>
                  <a:lnTo>
                    <a:pt x="473612" y="1029443"/>
                  </a:lnTo>
                  <a:lnTo>
                    <a:pt x="479318" y="984144"/>
                  </a:lnTo>
                  <a:lnTo>
                    <a:pt x="485025" y="1001180"/>
                  </a:lnTo>
                  <a:lnTo>
                    <a:pt x="490731" y="990030"/>
                  </a:lnTo>
                  <a:lnTo>
                    <a:pt x="496437" y="1002516"/>
                  </a:lnTo>
                  <a:lnTo>
                    <a:pt x="502143" y="999501"/>
                  </a:lnTo>
                  <a:lnTo>
                    <a:pt x="507849" y="952963"/>
                  </a:lnTo>
                  <a:lnTo>
                    <a:pt x="513556" y="958111"/>
                  </a:lnTo>
                  <a:lnTo>
                    <a:pt x="519262" y="928661"/>
                  </a:lnTo>
                  <a:lnTo>
                    <a:pt x="524968" y="895222"/>
                  </a:lnTo>
                  <a:lnTo>
                    <a:pt x="530674" y="892639"/>
                  </a:lnTo>
                  <a:lnTo>
                    <a:pt x="536380" y="900637"/>
                  </a:lnTo>
                  <a:lnTo>
                    <a:pt x="542086" y="949117"/>
                  </a:lnTo>
                  <a:lnTo>
                    <a:pt x="547793" y="1088543"/>
                  </a:lnTo>
                  <a:lnTo>
                    <a:pt x="553499" y="1244366"/>
                  </a:lnTo>
                  <a:lnTo>
                    <a:pt x="559205" y="1313787"/>
                  </a:lnTo>
                  <a:lnTo>
                    <a:pt x="564911" y="1308937"/>
                  </a:lnTo>
                  <a:lnTo>
                    <a:pt x="570617" y="1280807"/>
                  </a:lnTo>
                  <a:lnTo>
                    <a:pt x="576323" y="1371473"/>
                  </a:lnTo>
                  <a:lnTo>
                    <a:pt x="582030" y="1405704"/>
                  </a:lnTo>
                  <a:lnTo>
                    <a:pt x="587736" y="1332590"/>
                  </a:lnTo>
                  <a:lnTo>
                    <a:pt x="593442" y="1259343"/>
                  </a:lnTo>
                  <a:lnTo>
                    <a:pt x="599148" y="1219985"/>
                  </a:lnTo>
                  <a:lnTo>
                    <a:pt x="604854" y="1211535"/>
                  </a:lnTo>
                  <a:lnTo>
                    <a:pt x="610561" y="1150501"/>
                  </a:lnTo>
                  <a:lnTo>
                    <a:pt x="616267" y="1087646"/>
                  </a:lnTo>
                  <a:lnTo>
                    <a:pt x="621973" y="1161198"/>
                  </a:lnTo>
                  <a:lnTo>
                    <a:pt x="627679" y="1217774"/>
                  </a:lnTo>
                  <a:lnTo>
                    <a:pt x="633385" y="1201987"/>
                  </a:lnTo>
                  <a:lnTo>
                    <a:pt x="639091" y="1103909"/>
                  </a:lnTo>
                  <a:lnTo>
                    <a:pt x="644798" y="1043071"/>
                  </a:lnTo>
                  <a:lnTo>
                    <a:pt x="650504" y="1006381"/>
                  </a:lnTo>
                  <a:lnTo>
                    <a:pt x="656210" y="966814"/>
                  </a:lnTo>
                  <a:lnTo>
                    <a:pt x="661916" y="993495"/>
                  </a:lnTo>
                  <a:lnTo>
                    <a:pt x="667622" y="959931"/>
                  </a:lnTo>
                  <a:lnTo>
                    <a:pt x="673329" y="1110586"/>
                  </a:lnTo>
                  <a:lnTo>
                    <a:pt x="679035" y="1150699"/>
                  </a:lnTo>
                  <a:lnTo>
                    <a:pt x="684741" y="1246152"/>
                  </a:lnTo>
                  <a:lnTo>
                    <a:pt x="690447" y="1377600"/>
                  </a:lnTo>
                  <a:lnTo>
                    <a:pt x="696153" y="1351788"/>
                  </a:lnTo>
                  <a:lnTo>
                    <a:pt x="701859" y="1429228"/>
                  </a:lnTo>
                  <a:lnTo>
                    <a:pt x="707566" y="1398616"/>
                  </a:lnTo>
                  <a:lnTo>
                    <a:pt x="713272" y="1321479"/>
                  </a:lnTo>
                  <a:lnTo>
                    <a:pt x="718978" y="1329627"/>
                  </a:lnTo>
                  <a:lnTo>
                    <a:pt x="724684" y="1350557"/>
                  </a:lnTo>
                  <a:lnTo>
                    <a:pt x="730390" y="1532209"/>
                  </a:lnTo>
                  <a:lnTo>
                    <a:pt x="736096" y="1578031"/>
                  </a:lnTo>
                  <a:lnTo>
                    <a:pt x="741803" y="1583005"/>
                  </a:lnTo>
                  <a:lnTo>
                    <a:pt x="747509" y="1642398"/>
                  </a:lnTo>
                  <a:lnTo>
                    <a:pt x="753215" y="1619851"/>
                  </a:lnTo>
                  <a:lnTo>
                    <a:pt x="758921" y="1645039"/>
                  </a:lnTo>
                  <a:lnTo>
                    <a:pt x="764627" y="1641075"/>
                  </a:lnTo>
                  <a:lnTo>
                    <a:pt x="770334" y="1657266"/>
                  </a:lnTo>
                  <a:lnTo>
                    <a:pt x="776040" y="1657214"/>
                  </a:lnTo>
                  <a:lnTo>
                    <a:pt x="781746" y="1648378"/>
                  </a:lnTo>
                  <a:lnTo>
                    <a:pt x="787452" y="1660020"/>
                  </a:lnTo>
                  <a:lnTo>
                    <a:pt x="793158" y="1642052"/>
                  </a:lnTo>
                  <a:lnTo>
                    <a:pt x="798864" y="1677506"/>
                  </a:lnTo>
                  <a:lnTo>
                    <a:pt x="804571" y="1725081"/>
                  </a:lnTo>
                  <a:lnTo>
                    <a:pt x="810277" y="1712002"/>
                  </a:lnTo>
                  <a:lnTo>
                    <a:pt x="815983" y="1698549"/>
                  </a:lnTo>
                  <a:lnTo>
                    <a:pt x="821689" y="1665925"/>
                  </a:lnTo>
                  <a:lnTo>
                    <a:pt x="827395" y="1632794"/>
                  </a:lnTo>
                  <a:lnTo>
                    <a:pt x="833102" y="1626998"/>
                  </a:lnTo>
                  <a:lnTo>
                    <a:pt x="838808" y="1614033"/>
                  </a:lnTo>
                  <a:lnTo>
                    <a:pt x="844514" y="1617516"/>
                  </a:lnTo>
                  <a:lnTo>
                    <a:pt x="850220" y="1659040"/>
                  </a:lnTo>
                  <a:lnTo>
                    <a:pt x="855926" y="1661806"/>
                  </a:lnTo>
                  <a:lnTo>
                    <a:pt x="861632" y="1652878"/>
                  </a:lnTo>
                  <a:lnTo>
                    <a:pt x="867339" y="1653963"/>
                  </a:lnTo>
                  <a:lnTo>
                    <a:pt x="873045" y="1677183"/>
                  </a:lnTo>
                  <a:lnTo>
                    <a:pt x="878751" y="1655686"/>
                  </a:lnTo>
                  <a:lnTo>
                    <a:pt x="884457" y="1602225"/>
                  </a:lnTo>
                  <a:lnTo>
                    <a:pt x="890163" y="1596417"/>
                  </a:lnTo>
                  <a:lnTo>
                    <a:pt x="895869" y="1607735"/>
                  </a:lnTo>
                  <a:lnTo>
                    <a:pt x="901576" y="1630746"/>
                  </a:lnTo>
                  <a:lnTo>
                    <a:pt x="907282" y="1635142"/>
                  </a:lnTo>
                  <a:lnTo>
                    <a:pt x="912988" y="1643076"/>
                  </a:lnTo>
                  <a:lnTo>
                    <a:pt x="918694" y="1669131"/>
                  </a:lnTo>
                  <a:lnTo>
                    <a:pt x="924400" y="1658331"/>
                  </a:lnTo>
                  <a:lnTo>
                    <a:pt x="930107" y="1628983"/>
                  </a:lnTo>
                  <a:lnTo>
                    <a:pt x="935813" y="1617478"/>
                  </a:lnTo>
                  <a:lnTo>
                    <a:pt x="941519" y="1634346"/>
                  </a:lnTo>
                  <a:lnTo>
                    <a:pt x="947225" y="1630522"/>
                  </a:lnTo>
                  <a:lnTo>
                    <a:pt x="952931" y="1642758"/>
                  </a:lnTo>
                  <a:lnTo>
                    <a:pt x="958637" y="1682771"/>
                  </a:lnTo>
                  <a:lnTo>
                    <a:pt x="964344" y="1619319"/>
                  </a:lnTo>
                  <a:lnTo>
                    <a:pt x="970050" y="1593051"/>
                  </a:lnTo>
                  <a:lnTo>
                    <a:pt x="975756" y="1551115"/>
                  </a:lnTo>
                  <a:lnTo>
                    <a:pt x="981462" y="1505743"/>
                  </a:lnTo>
                  <a:lnTo>
                    <a:pt x="987168" y="1637641"/>
                  </a:lnTo>
                  <a:lnTo>
                    <a:pt x="992874" y="1536581"/>
                  </a:lnTo>
                  <a:lnTo>
                    <a:pt x="998581" y="1484966"/>
                  </a:lnTo>
                  <a:lnTo>
                    <a:pt x="1004287" y="1517726"/>
                  </a:lnTo>
                  <a:lnTo>
                    <a:pt x="1009993" y="1537764"/>
                  </a:lnTo>
                  <a:lnTo>
                    <a:pt x="1015699" y="1576632"/>
                  </a:lnTo>
                  <a:lnTo>
                    <a:pt x="1021405" y="1503351"/>
                  </a:lnTo>
                  <a:lnTo>
                    <a:pt x="1027112" y="1454464"/>
                  </a:lnTo>
                  <a:lnTo>
                    <a:pt x="1032818" y="1480190"/>
                  </a:lnTo>
                  <a:lnTo>
                    <a:pt x="1038524" y="1500225"/>
                  </a:lnTo>
                  <a:lnTo>
                    <a:pt x="1044230" y="1558497"/>
                  </a:lnTo>
                  <a:lnTo>
                    <a:pt x="1049936" y="1584037"/>
                  </a:lnTo>
                  <a:lnTo>
                    <a:pt x="1055642" y="1613503"/>
                  </a:lnTo>
                  <a:lnTo>
                    <a:pt x="1061349" y="1655958"/>
                  </a:lnTo>
                  <a:lnTo>
                    <a:pt x="1067055" y="1603306"/>
                  </a:lnTo>
                  <a:lnTo>
                    <a:pt x="1072761" y="1654457"/>
                  </a:lnTo>
                  <a:lnTo>
                    <a:pt x="1078467" y="1592982"/>
                  </a:lnTo>
                  <a:lnTo>
                    <a:pt x="1084173" y="1563347"/>
                  </a:lnTo>
                  <a:lnTo>
                    <a:pt x="1089880" y="1468108"/>
                  </a:lnTo>
                  <a:lnTo>
                    <a:pt x="1095586" y="1475827"/>
                  </a:lnTo>
                  <a:lnTo>
                    <a:pt x="1101292" y="1529267"/>
                  </a:lnTo>
                  <a:lnTo>
                    <a:pt x="1106998" y="1408215"/>
                  </a:lnTo>
                  <a:lnTo>
                    <a:pt x="1112704" y="1347399"/>
                  </a:lnTo>
                  <a:lnTo>
                    <a:pt x="1118410" y="1341604"/>
                  </a:lnTo>
                  <a:lnTo>
                    <a:pt x="1124117" y="1334775"/>
                  </a:lnTo>
                  <a:lnTo>
                    <a:pt x="1129823" y="1438219"/>
                  </a:lnTo>
                  <a:lnTo>
                    <a:pt x="1135529" y="1419208"/>
                  </a:lnTo>
                  <a:lnTo>
                    <a:pt x="1141235" y="1345119"/>
                  </a:lnTo>
                  <a:lnTo>
                    <a:pt x="1146941" y="1311923"/>
                  </a:lnTo>
                  <a:lnTo>
                    <a:pt x="1152647" y="1330323"/>
                  </a:lnTo>
                  <a:lnTo>
                    <a:pt x="1158354" y="1488650"/>
                  </a:lnTo>
                  <a:lnTo>
                    <a:pt x="1164060" y="1534912"/>
                  </a:lnTo>
                  <a:lnTo>
                    <a:pt x="1169766" y="1538463"/>
                  </a:lnTo>
                  <a:lnTo>
                    <a:pt x="1175472" y="1567429"/>
                  </a:lnTo>
                  <a:lnTo>
                    <a:pt x="1181178" y="1582061"/>
                  </a:lnTo>
                  <a:lnTo>
                    <a:pt x="1186885" y="1599604"/>
                  </a:lnTo>
                  <a:lnTo>
                    <a:pt x="1192591" y="1561784"/>
                  </a:lnTo>
                  <a:lnTo>
                    <a:pt x="1198297" y="1551545"/>
                  </a:lnTo>
                  <a:lnTo>
                    <a:pt x="1204003" y="1581626"/>
                  </a:lnTo>
                  <a:lnTo>
                    <a:pt x="1209709" y="1581137"/>
                  </a:lnTo>
                  <a:lnTo>
                    <a:pt x="1215415" y="1576511"/>
                  </a:lnTo>
                  <a:lnTo>
                    <a:pt x="1221122" y="1483033"/>
                  </a:lnTo>
                  <a:lnTo>
                    <a:pt x="1226828" y="1510045"/>
                  </a:lnTo>
                  <a:lnTo>
                    <a:pt x="1232534" y="1556188"/>
                  </a:lnTo>
                  <a:lnTo>
                    <a:pt x="1238240" y="1622053"/>
                  </a:lnTo>
                  <a:lnTo>
                    <a:pt x="1243946" y="1606290"/>
                  </a:lnTo>
                  <a:lnTo>
                    <a:pt x="1249653" y="1579780"/>
                  </a:lnTo>
                  <a:lnTo>
                    <a:pt x="1255359" y="1595673"/>
                  </a:lnTo>
                  <a:lnTo>
                    <a:pt x="1261065" y="1573259"/>
                  </a:lnTo>
                  <a:lnTo>
                    <a:pt x="1266771" y="1526607"/>
                  </a:lnTo>
                  <a:lnTo>
                    <a:pt x="1272477" y="1483410"/>
                  </a:lnTo>
                  <a:lnTo>
                    <a:pt x="1278183" y="1431011"/>
                  </a:lnTo>
                  <a:lnTo>
                    <a:pt x="1283890" y="1410468"/>
                  </a:lnTo>
                  <a:lnTo>
                    <a:pt x="1289596" y="1326251"/>
                  </a:lnTo>
                  <a:lnTo>
                    <a:pt x="1295302" y="1231980"/>
                  </a:lnTo>
                  <a:lnTo>
                    <a:pt x="1301008" y="1193717"/>
                  </a:lnTo>
                  <a:lnTo>
                    <a:pt x="1306714" y="1119958"/>
                  </a:lnTo>
                  <a:lnTo>
                    <a:pt x="1312420" y="1077600"/>
                  </a:lnTo>
                  <a:lnTo>
                    <a:pt x="1318127" y="1012387"/>
                  </a:lnTo>
                  <a:lnTo>
                    <a:pt x="1323833" y="1197151"/>
                  </a:lnTo>
                  <a:lnTo>
                    <a:pt x="1329539" y="1217856"/>
                  </a:lnTo>
                  <a:lnTo>
                    <a:pt x="1335245" y="1205586"/>
                  </a:lnTo>
                  <a:lnTo>
                    <a:pt x="1340951" y="1238526"/>
                  </a:lnTo>
                  <a:lnTo>
                    <a:pt x="1346658" y="1237090"/>
                  </a:lnTo>
                  <a:lnTo>
                    <a:pt x="1352364" y="1274701"/>
                  </a:lnTo>
                  <a:lnTo>
                    <a:pt x="1358070" y="1333028"/>
                  </a:lnTo>
                  <a:lnTo>
                    <a:pt x="1363776" y="1334640"/>
                  </a:lnTo>
                  <a:lnTo>
                    <a:pt x="1369482" y="1388762"/>
                  </a:lnTo>
                  <a:lnTo>
                    <a:pt x="1375188" y="1420757"/>
                  </a:lnTo>
                  <a:lnTo>
                    <a:pt x="1380895" y="1407154"/>
                  </a:lnTo>
                  <a:lnTo>
                    <a:pt x="1386601" y="1457891"/>
                  </a:lnTo>
                  <a:lnTo>
                    <a:pt x="1392307" y="1487366"/>
                  </a:lnTo>
                  <a:lnTo>
                    <a:pt x="1398013" y="1458950"/>
                  </a:lnTo>
                  <a:lnTo>
                    <a:pt x="1403719" y="1449515"/>
                  </a:lnTo>
                  <a:lnTo>
                    <a:pt x="1409425" y="1427954"/>
                  </a:lnTo>
                  <a:lnTo>
                    <a:pt x="1415132" y="1400945"/>
                  </a:lnTo>
                  <a:lnTo>
                    <a:pt x="1420838" y="1435295"/>
                  </a:lnTo>
                  <a:lnTo>
                    <a:pt x="1426544" y="1400201"/>
                  </a:lnTo>
                  <a:lnTo>
                    <a:pt x="1432250" y="1424702"/>
                  </a:lnTo>
                  <a:lnTo>
                    <a:pt x="1437956" y="1389056"/>
                  </a:lnTo>
                  <a:lnTo>
                    <a:pt x="1443663" y="1414946"/>
                  </a:lnTo>
                  <a:lnTo>
                    <a:pt x="1449369" y="1363986"/>
                  </a:lnTo>
                  <a:lnTo>
                    <a:pt x="1455075" y="1354792"/>
                  </a:lnTo>
                  <a:lnTo>
                    <a:pt x="1460781" y="1388168"/>
                  </a:lnTo>
                  <a:lnTo>
                    <a:pt x="1466487" y="1388271"/>
                  </a:lnTo>
                  <a:lnTo>
                    <a:pt x="1472193" y="1399803"/>
                  </a:lnTo>
                  <a:lnTo>
                    <a:pt x="1477900" y="1377566"/>
                  </a:lnTo>
                  <a:lnTo>
                    <a:pt x="1483606" y="1386382"/>
                  </a:lnTo>
                  <a:lnTo>
                    <a:pt x="1489312" y="1362581"/>
                  </a:lnTo>
                  <a:lnTo>
                    <a:pt x="1495018" y="1304865"/>
                  </a:lnTo>
                  <a:lnTo>
                    <a:pt x="1500724" y="1315259"/>
                  </a:lnTo>
                  <a:lnTo>
                    <a:pt x="1506431" y="1297383"/>
                  </a:lnTo>
                  <a:lnTo>
                    <a:pt x="1512137" y="1346488"/>
                  </a:lnTo>
                  <a:lnTo>
                    <a:pt x="1517843" y="1365105"/>
                  </a:lnTo>
                  <a:lnTo>
                    <a:pt x="1523549" y="1432834"/>
                  </a:lnTo>
                  <a:lnTo>
                    <a:pt x="1529255" y="1361540"/>
                  </a:lnTo>
                  <a:lnTo>
                    <a:pt x="1534961" y="1405043"/>
                  </a:lnTo>
                  <a:lnTo>
                    <a:pt x="1540668" y="1451841"/>
                  </a:lnTo>
                  <a:lnTo>
                    <a:pt x="1546374" y="1474305"/>
                  </a:lnTo>
                  <a:lnTo>
                    <a:pt x="1552080" y="1411474"/>
                  </a:lnTo>
                  <a:lnTo>
                    <a:pt x="1557786" y="1456805"/>
                  </a:lnTo>
                  <a:lnTo>
                    <a:pt x="1563492" y="1513014"/>
                  </a:lnTo>
                  <a:lnTo>
                    <a:pt x="1569198" y="1511401"/>
                  </a:lnTo>
                  <a:lnTo>
                    <a:pt x="1574905" y="1551643"/>
                  </a:lnTo>
                  <a:lnTo>
                    <a:pt x="1580611" y="1518178"/>
                  </a:lnTo>
                  <a:lnTo>
                    <a:pt x="1586317" y="1610797"/>
                  </a:lnTo>
                  <a:lnTo>
                    <a:pt x="1592023" y="1707360"/>
                  </a:lnTo>
                  <a:lnTo>
                    <a:pt x="1597729" y="1710454"/>
                  </a:lnTo>
                  <a:lnTo>
                    <a:pt x="1603436" y="1694616"/>
                  </a:lnTo>
                  <a:lnTo>
                    <a:pt x="1609142" y="1672560"/>
                  </a:lnTo>
                  <a:lnTo>
                    <a:pt x="1614848" y="1672841"/>
                  </a:lnTo>
                  <a:lnTo>
                    <a:pt x="1620554" y="1659118"/>
                  </a:lnTo>
                  <a:lnTo>
                    <a:pt x="1626260" y="1631192"/>
                  </a:lnTo>
                  <a:lnTo>
                    <a:pt x="1631966" y="1620009"/>
                  </a:lnTo>
                  <a:lnTo>
                    <a:pt x="1637673" y="1620169"/>
                  </a:lnTo>
                  <a:lnTo>
                    <a:pt x="1643379" y="1623662"/>
                  </a:lnTo>
                  <a:lnTo>
                    <a:pt x="1649085" y="1613591"/>
                  </a:lnTo>
                  <a:lnTo>
                    <a:pt x="1654791" y="1581971"/>
                  </a:lnTo>
                  <a:lnTo>
                    <a:pt x="1660497" y="1582617"/>
                  </a:lnTo>
                  <a:lnTo>
                    <a:pt x="1666204" y="1641278"/>
                  </a:lnTo>
                  <a:lnTo>
                    <a:pt x="1671910" y="1663252"/>
                  </a:lnTo>
                  <a:lnTo>
                    <a:pt x="1677616" y="1606697"/>
                  </a:lnTo>
                  <a:lnTo>
                    <a:pt x="1683322" y="1664653"/>
                  </a:lnTo>
                  <a:lnTo>
                    <a:pt x="1689028" y="1685099"/>
                  </a:lnTo>
                  <a:lnTo>
                    <a:pt x="1694734" y="1685449"/>
                  </a:lnTo>
                  <a:lnTo>
                    <a:pt x="1700441" y="1692108"/>
                  </a:lnTo>
                  <a:lnTo>
                    <a:pt x="1706147" y="1670119"/>
                  </a:lnTo>
                  <a:lnTo>
                    <a:pt x="1711853" y="1660851"/>
                  </a:lnTo>
                  <a:lnTo>
                    <a:pt x="1717559" y="1656966"/>
                  </a:lnTo>
                  <a:lnTo>
                    <a:pt x="1723265" y="1628002"/>
                  </a:lnTo>
                  <a:lnTo>
                    <a:pt x="1728971" y="1604937"/>
                  </a:lnTo>
                  <a:lnTo>
                    <a:pt x="1734678" y="1604611"/>
                  </a:lnTo>
                  <a:lnTo>
                    <a:pt x="1740384" y="1623005"/>
                  </a:lnTo>
                  <a:lnTo>
                    <a:pt x="1746090" y="1609490"/>
                  </a:lnTo>
                  <a:lnTo>
                    <a:pt x="1751796" y="1578766"/>
                  </a:lnTo>
                  <a:lnTo>
                    <a:pt x="1757502" y="1569332"/>
                  </a:lnTo>
                  <a:lnTo>
                    <a:pt x="1763209" y="1607431"/>
                  </a:lnTo>
                  <a:lnTo>
                    <a:pt x="1768915" y="1574311"/>
                  </a:lnTo>
                  <a:lnTo>
                    <a:pt x="1774621" y="1584297"/>
                  </a:lnTo>
                  <a:lnTo>
                    <a:pt x="1780327" y="1603268"/>
                  </a:lnTo>
                  <a:lnTo>
                    <a:pt x="1786033" y="1595818"/>
                  </a:lnTo>
                  <a:lnTo>
                    <a:pt x="1791739" y="1623835"/>
                  </a:lnTo>
                  <a:lnTo>
                    <a:pt x="1797446" y="1616023"/>
                  </a:lnTo>
                  <a:lnTo>
                    <a:pt x="1803152" y="1635661"/>
                  </a:lnTo>
                  <a:lnTo>
                    <a:pt x="1808858" y="1663499"/>
                  </a:lnTo>
                  <a:lnTo>
                    <a:pt x="1814564" y="1702865"/>
                  </a:lnTo>
                  <a:lnTo>
                    <a:pt x="1820270" y="1711352"/>
                  </a:lnTo>
                  <a:lnTo>
                    <a:pt x="1825976" y="1699632"/>
                  </a:lnTo>
                  <a:lnTo>
                    <a:pt x="1831683" y="1665432"/>
                  </a:lnTo>
                  <a:lnTo>
                    <a:pt x="1837389" y="1672488"/>
                  </a:lnTo>
                  <a:lnTo>
                    <a:pt x="1843095" y="1696811"/>
                  </a:lnTo>
                  <a:lnTo>
                    <a:pt x="1848801" y="1714200"/>
                  </a:lnTo>
                  <a:lnTo>
                    <a:pt x="1854507" y="1720451"/>
                  </a:lnTo>
                  <a:lnTo>
                    <a:pt x="1860214" y="1699163"/>
                  </a:lnTo>
                  <a:lnTo>
                    <a:pt x="1865920" y="1694067"/>
                  </a:lnTo>
                  <a:lnTo>
                    <a:pt x="1871626" y="1737684"/>
                  </a:lnTo>
                  <a:lnTo>
                    <a:pt x="1877332" y="1724033"/>
                  </a:lnTo>
                  <a:lnTo>
                    <a:pt x="1883038" y="1685638"/>
                  </a:lnTo>
                  <a:lnTo>
                    <a:pt x="1888744" y="1641068"/>
                  </a:lnTo>
                  <a:lnTo>
                    <a:pt x="1894451" y="1660890"/>
                  </a:lnTo>
                  <a:lnTo>
                    <a:pt x="1900157" y="1660179"/>
                  </a:lnTo>
                  <a:lnTo>
                    <a:pt x="1905863" y="1674987"/>
                  </a:lnTo>
                  <a:lnTo>
                    <a:pt x="1911569" y="1694003"/>
                  </a:lnTo>
                  <a:lnTo>
                    <a:pt x="1917275" y="1633769"/>
                  </a:lnTo>
                  <a:lnTo>
                    <a:pt x="1922982" y="1672294"/>
                  </a:lnTo>
                  <a:lnTo>
                    <a:pt x="1928688" y="1707195"/>
                  </a:lnTo>
                  <a:lnTo>
                    <a:pt x="1934394" y="1722696"/>
                  </a:lnTo>
                  <a:lnTo>
                    <a:pt x="1940100" y="1737294"/>
                  </a:lnTo>
                  <a:lnTo>
                    <a:pt x="1945806" y="1683167"/>
                  </a:lnTo>
                  <a:lnTo>
                    <a:pt x="1951512" y="1662023"/>
                  </a:lnTo>
                  <a:lnTo>
                    <a:pt x="1957219" y="1656173"/>
                  </a:lnTo>
                  <a:lnTo>
                    <a:pt x="1962925" y="1714844"/>
                  </a:lnTo>
                  <a:lnTo>
                    <a:pt x="1968631" y="1742639"/>
                  </a:lnTo>
                  <a:lnTo>
                    <a:pt x="1974337" y="1763777"/>
                  </a:lnTo>
                  <a:lnTo>
                    <a:pt x="1980043" y="1732676"/>
                  </a:lnTo>
                  <a:lnTo>
                    <a:pt x="1985749" y="1734626"/>
                  </a:lnTo>
                  <a:lnTo>
                    <a:pt x="1991456" y="1735377"/>
                  </a:lnTo>
                  <a:lnTo>
                    <a:pt x="1997162" y="1706182"/>
                  </a:lnTo>
                  <a:lnTo>
                    <a:pt x="2002868" y="1729712"/>
                  </a:lnTo>
                  <a:lnTo>
                    <a:pt x="2008574" y="1732597"/>
                  </a:lnTo>
                  <a:lnTo>
                    <a:pt x="2014280" y="1738856"/>
                  </a:lnTo>
                  <a:lnTo>
                    <a:pt x="2019987" y="1730177"/>
                  </a:lnTo>
                  <a:lnTo>
                    <a:pt x="2025693" y="1736155"/>
                  </a:lnTo>
                  <a:lnTo>
                    <a:pt x="2031399" y="1732189"/>
                  </a:lnTo>
                  <a:lnTo>
                    <a:pt x="2037105" y="1728905"/>
                  </a:lnTo>
                  <a:lnTo>
                    <a:pt x="2042811" y="1749296"/>
                  </a:lnTo>
                  <a:lnTo>
                    <a:pt x="2048517" y="1770258"/>
                  </a:lnTo>
                  <a:lnTo>
                    <a:pt x="2052796" y="17864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11930" y="6233487"/>
              <a:ext cx="250731" cy="145962"/>
            </a:xfrm>
            <a:custGeom>
              <a:avLst/>
              <a:pathLst>
                <a:path w="250731" h="145962">
                  <a:moveTo>
                    <a:pt x="0" y="145962"/>
                  </a:moveTo>
                  <a:lnTo>
                    <a:pt x="4346" y="124446"/>
                  </a:lnTo>
                  <a:lnTo>
                    <a:pt x="10052" y="103725"/>
                  </a:lnTo>
                  <a:lnTo>
                    <a:pt x="15758" y="99443"/>
                  </a:lnTo>
                  <a:lnTo>
                    <a:pt x="21465" y="89095"/>
                  </a:lnTo>
                  <a:lnTo>
                    <a:pt x="27171" y="85600"/>
                  </a:lnTo>
                  <a:lnTo>
                    <a:pt x="32877" y="81945"/>
                  </a:lnTo>
                  <a:lnTo>
                    <a:pt x="38583" y="96352"/>
                  </a:lnTo>
                  <a:lnTo>
                    <a:pt x="44289" y="63558"/>
                  </a:lnTo>
                  <a:lnTo>
                    <a:pt x="49995" y="39908"/>
                  </a:lnTo>
                  <a:lnTo>
                    <a:pt x="55702" y="38264"/>
                  </a:lnTo>
                  <a:lnTo>
                    <a:pt x="61408" y="44488"/>
                  </a:lnTo>
                  <a:lnTo>
                    <a:pt x="67114" y="50811"/>
                  </a:lnTo>
                  <a:lnTo>
                    <a:pt x="72820" y="18756"/>
                  </a:lnTo>
                  <a:lnTo>
                    <a:pt x="78526" y="24202"/>
                  </a:lnTo>
                  <a:lnTo>
                    <a:pt x="84232" y="58602"/>
                  </a:lnTo>
                  <a:lnTo>
                    <a:pt x="89939" y="72191"/>
                  </a:lnTo>
                  <a:lnTo>
                    <a:pt x="95645" y="54362"/>
                  </a:lnTo>
                  <a:lnTo>
                    <a:pt x="101351" y="47628"/>
                  </a:lnTo>
                  <a:lnTo>
                    <a:pt x="107057" y="63230"/>
                  </a:lnTo>
                  <a:lnTo>
                    <a:pt x="112763" y="72645"/>
                  </a:lnTo>
                  <a:lnTo>
                    <a:pt x="118470" y="39971"/>
                  </a:lnTo>
                  <a:lnTo>
                    <a:pt x="124176" y="22847"/>
                  </a:lnTo>
                  <a:lnTo>
                    <a:pt x="129882" y="27328"/>
                  </a:lnTo>
                  <a:lnTo>
                    <a:pt x="135588" y="24560"/>
                  </a:lnTo>
                  <a:lnTo>
                    <a:pt x="141294" y="17523"/>
                  </a:lnTo>
                  <a:lnTo>
                    <a:pt x="147000" y="0"/>
                  </a:lnTo>
                  <a:lnTo>
                    <a:pt x="152707" y="55273"/>
                  </a:lnTo>
                  <a:lnTo>
                    <a:pt x="158413" y="71062"/>
                  </a:lnTo>
                  <a:lnTo>
                    <a:pt x="164119" y="67066"/>
                  </a:lnTo>
                  <a:lnTo>
                    <a:pt x="169825" y="53037"/>
                  </a:lnTo>
                  <a:lnTo>
                    <a:pt x="175531" y="61173"/>
                  </a:lnTo>
                  <a:lnTo>
                    <a:pt x="181238" y="89902"/>
                  </a:lnTo>
                  <a:lnTo>
                    <a:pt x="186944" y="62987"/>
                  </a:lnTo>
                  <a:lnTo>
                    <a:pt x="192650" y="102642"/>
                  </a:lnTo>
                  <a:lnTo>
                    <a:pt x="198356" y="127732"/>
                  </a:lnTo>
                  <a:lnTo>
                    <a:pt x="204062" y="123000"/>
                  </a:lnTo>
                  <a:lnTo>
                    <a:pt x="209768" y="106272"/>
                  </a:lnTo>
                  <a:lnTo>
                    <a:pt x="215475" y="94710"/>
                  </a:lnTo>
                  <a:lnTo>
                    <a:pt x="221181" y="102574"/>
                  </a:lnTo>
                  <a:lnTo>
                    <a:pt x="226887" y="127861"/>
                  </a:lnTo>
                  <a:lnTo>
                    <a:pt x="232593" y="134570"/>
                  </a:lnTo>
                  <a:lnTo>
                    <a:pt x="238299" y="125735"/>
                  </a:lnTo>
                  <a:lnTo>
                    <a:pt x="244005" y="139707"/>
                  </a:lnTo>
                  <a:lnTo>
                    <a:pt x="249712" y="142580"/>
                  </a:lnTo>
                  <a:lnTo>
                    <a:pt x="250731" y="1459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70651" y="6288802"/>
              <a:ext cx="58455" cy="90647"/>
            </a:xfrm>
            <a:custGeom>
              <a:avLst/>
              <a:pathLst>
                <a:path w="58455" h="90647">
                  <a:moveTo>
                    <a:pt x="0" y="90647"/>
                  </a:moveTo>
                  <a:lnTo>
                    <a:pt x="2404" y="79323"/>
                  </a:lnTo>
                  <a:lnTo>
                    <a:pt x="8110" y="50476"/>
                  </a:lnTo>
                  <a:lnTo>
                    <a:pt x="13816" y="88208"/>
                  </a:lnTo>
                  <a:lnTo>
                    <a:pt x="19522" y="55436"/>
                  </a:lnTo>
                  <a:lnTo>
                    <a:pt x="25228" y="50983"/>
                  </a:lnTo>
                  <a:lnTo>
                    <a:pt x="30934" y="21661"/>
                  </a:lnTo>
                  <a:lnTo>
                    <a:pt x="36641" y="20991"/>
                  </a:lnTo>
                  <a:lnTo>
                    <a:pt x="42347" y="44534"/>
                  </a:lnTo>
                  <a:lnTo>
                    <a:pt x="48053" y="0"/>
                  </a:lnTo>
                  <a:lnTo>
                    <a:pt x="53759" y="8138"/>
                  </a:lnTo>
                  <a:lnTo>
                    <a:pt x="58455" y="906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71210" y="6279510"/>
              <a:ext cx="116122" cy="99939"/>
            </a:xfrm>
            <a:custGeom>
              <a:avLst/>
              <a:pathLst>
                <a:path w="116122" h="99939">
                  <a:moveTo>
                    <a:pt x="0" y="99939"/>
                  </a:moveTo>
                  <a:lnTo>
                    <a:pt x="4556" y="81578"/>
                  </a:lnTo>
                  <a:lnTo>
                    <a:pt x="10262" y="70460"/>
                  </a:lnTo>
                  <a:lnTo>
                    <a:pt x="15968" y="50065"/>
                  </a:lnTo>
                  <a:lnTo>
                    <a:pt x="21675" y="16342"/>
                  </a:lnTo>
                  <a:lnTo>
                    <a:pt x="27381" y="136"/>
                  </a:lnTo>
                  <a:lnTo>
                    <a:pt x="33087" y="4604"/>
                  </a:lnTo>
                  <a:lnTo>
                    <a:pt x="38793" y="0"/>
                  </a:lnTo>
                  <a:lnTo>
                    <a:pt x="44499" y="13071"/>
                  </a:lnTo>
                  <a:lnTo>
                    <a:pt x="50205" y="22579"/>
                  </a:lnTo>
                  <a:lnTo>
                    <a:pt x="55912" y="43446"/>
                  </a:lnTo>
                  <a:lnTo>
                    <a:pt x="61618" y="28839"/>
                  </a:lnTo>
                  <a:lnTo>
                    <a:pt x="67324" y="53397"/>
                  </a:lnTo>
                  <a:lnTo>
                    <a:pt x="73030" y="68174"/>
                  </a:lnTo>
                  <a:lnTo>
                    <a:pt x="78736" y="76969"/>
                  </a:lnTo>
                  <a:lnTo>
                    <a:pt x="84442" y="55969"/>
                  </a:lnTo>
                  <a:lnTo>
                    <a:pt x="90149" y="63488"/>
                  </a:lnTo>
                  <a:lnTo>
                    <a:pt x="95855" y="22894"/>
                  </a:lnTo>
                  <a:lnTo>
                    <a:pt x="101561" y="77444"/>
                  </a:lnTo>
                  <a:lnTo>
                    <a:pt x="107267" y="88161"/>
                  </a:lnTo>
                  <a:lnTo>
                    <a:pt x="112973" y="65559"/>
                  </a:lnTo>
                  <a:lnTo>
                    <a:pt x="116122" y="999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04111" y="6324217"/>
              <a:ext cx="23238" cy="55232"/>
            </a:xfrm>
            <a:custGeom>
              <a:avLst/>
              <a:pathLst>
                <a:path w="23238" h="55232">
                  <a:moveTo>
                    <a:pt x="0" y="55232"/>
                  </a:moveTo>
                  <a:lnTo>
                    <a:pt x="2897" y="37834"/>
                  </a:lnTo>
                  <a:lnTo>
                    <a:pt x="8603" y="0"/>
                  </a:lnTo>
                  <a:lnTo>
                    <a:pt x="14309" y="36810"/>
                  </a:lnTo>
                  <a:lnTo>
                    <a:pt x="20016" y="36756"/>
                  </a:lnTo>
                  <a:lnTo>
                    <a:pt x="23238" y="552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046413" y="5660090"/>
              <a:ext cx="780545" cy="719359"/>
            </a:xfrm>
            <a:custGeom>
              <a:avLst/>
              <a:pathLst>
                <a:path w="780545" h="719359">
                  <a:moveTo>
                    <a:pt x="0" y="719359"/>
                  </a:moveTo>
                  <a:lnTo>
                    <a:pt x="538" y="716319"/>
                  </a:lnTo>
                  <a:lnTo>
                    <a:pt x="6244" y="707237"/>
                  </a:lnTo>
                  <a:lnTo>
                    <a:pt x="11950" y="690909"/>
                  </a:lnTo>
                  <a:lnTo>
                    <a:pt x="17656" y="704011"/>
                  </a:lnTo>
                  <a:lnTo>
                    <a:pt x="23362" y="688030"/>
                  </a:lnTo>
                  <a:lnTo>
                    <a:pt x="29068" y="655174"/>
                  </a:lnTo>
                  <a:lnTo>
                    <a:pt x="34775" y="636166"/>
                  </a:lnTo>
                  <a:lnTo>
                    <a:pt x="40481" y="658626"/>
                  </a:lnTo>
                  <a:lnTo>
                    <a:pt x="46187" y="714090"/>
                  </a:lnTo>
                  <a:lnTo>
                    <a:pt x="51893" y="703959"/>
                  </a:lnTo>
                  <a:lnTo>
                    <a:pt x="57599" y="641406"/>
                  </a:lnTo>
                  <a:lnTo>
                    <a:pt x="63305" y="624311"/>
                  </a:lnTo>
                  <a:lnTo>
                    <a:pt x="69012" y="629543"/>
                  </a:lnTo>
                  <a:lnTo>
                    <a:pt x="74718" y="605538"/>
                  </a:lnTo>
                  <a:lnTo>
                    <a:pt x="80424" y="620566"/>
                  </a:lnTo>
                  <a:lnTo>
                    <a:pt x="86130" y="645455"/>
                  </a:lnTo>
                  <a:lnTo>
                    <a:pt x="91836" y="667555"/>
                  </a:lnTo>
                  <a:lnTo>
                    <a:pt x="97543" y="688685"/>
                  </a:lnTo>
                  <a:lnTo>
                    <a:pt x="103249" y="670142"/>
                  </a:lnTo>
                  <a:lnTo>
                    <a:pt x="108955" y="638398"/>
                  </a:lnTo>
                  <a:lnTo>
                    <a:pt x="114661" y="630416"/>
                  </a:lnTo>
                  <a:lnTo>
                    <a:pt x="120367" y="626664"/>
                  </a:lnTo>
                  <a:lnTo>
                    <a:pt x="126073" y="626595"/>
                  </a:lnTo>
                  <a:lnTo>
                    <a:pt x="131780" y="630889"/>
                  </a:lnTo>
                  <a:lnTo>
                    <a:pt x="137486" y="622392"/>
                  </a:lnTo>
                  <a:lnTo>
                    <a:pt x="143192" y="554573"/>
                  </a:lnTo>
                  <a:lnTo>
                    <a:pt x="148898" y="582325"/>
                  </a:lnTo>
                  <a:lnTo>
                    <a:pt x="154604" y="563530"/>
                  </a:lnTo>
                  <a:lnTo>
                    <a:pt x="160311" y="581280"/>
                  </a:lnTo>
                  <a:lnTo>
                    <a:pt x="166017" y="563093"/>
                  </a:lnTo>
                  <a:lnTo>
                    <a:pt x="171723" y="552533"/>
                  </a:lnTo>
                  <a:lnTo>
                    <a:pt x="177429" y="554661"/>
                  </a:lnTo>
                  <a:lnTo>
                    <a:pt x="183135" y="514458"/>
                  </a:lnTo>
                  <a:lnTo>
                    <a:pt x="188841" y="483459"/>
                  </a:lnTo>
                  <a:lnTo>
                    <a:pt x="194548" y="486261"/>
                  </a:lnTo>
                  <a:lnTo>
                    <a:pt x="200254" y="482680"/>
                  </a:lnTo>
                  <a:lnTo>
                    <a:pt x="205960" y="445055"/>
                  </a:lnTo>
                  <a:lnTo>
                    <a:pt x="211666" y="440891"/>
                  </a:lnTo>
                  <a:lnTo>
                    <a:pt x="217372" y="438749"/>
                  </a:lnTo>
                  <a:lnTo>
                    <a:pt x="223078" y="452544"/>
                  </a:lnTo>
                  <a:lnTo>
                    <a:pt x="228785" y="421026"/>
                  </a:lnTo>
                  <a:lnTo>
                    <a:pt x="234491" y="371874"/>
                  </a:lnTo>
                  <a:lnTo>
                    <a:pt x="240197" y="411449"/>
                  </a:lnTo>
                  <a:lnTo>
                    <a:pt x="245903" y="343372"/>
                  </a:lnTo>
                  <a:lnTo>
                    <a:pt x="251609" y="323662"/>
                  </a:lnTo>
                  <a:lnTo>
                    <a:pt x="257316" y="360954"/>
                  </a:lnTo>
                  <a:lnTo>
                    <a:pt x="263022" y="369073"/>
                  </a:lnTo>
                  <a:lnTo>
                    <a:pt x="268728" y="362227"/>
                  </a:lnTo>
                  <a:lnTo>
                    <a:pt x="274434" y="331138"/>
                  </a:lnTo>
                  <a:lnTo>
                    <a:pt x="280140" y="360792"/>
                  </a:lnTo>
                  <a:lnTo>
                    <a:pt x="285846" y="411716"/>
                  </a:lnTo>
                  <a:lnTo>
                    <a:pt x="291553" y="424545"/>
                  </a:lnTo>
                  <a:lnTo>
                    <a:pt x="297259" y="340836"/>
                  </a:lnTo>
                  <a:lnTo>
                    <a:pt x="302965" y="356528"/>
                  </a:lnTo>
                  <a:lnTo>
                    <a:pt x="308671" y="392037"/>
                  </a:lnTo>
                  <a:lnTo>
                    <a:pt x="314377" y="373833"/>
                  </a:lnTo>
                  <a:lnTo>
                    <a:pt x="320084" y="296338"/>
                  </a:lnTo>
                  <a:lnTo>
                    <a:pt x="325790" y="253075"/>
                  </a:lnTo>
                  <a:lnTo>
                    <a:pt x="331496" y="207023"/>
                  </a:lnTo>
                  <a:lnTo>
                    <a:pt x="337202" y="155305"/>
                  </a:lnTo>
                  <a:lnTo>
                    <a:pt x="342908" y="177682"/>
                  </a:lnTo>
                  <a:lnTo>
                    <a:pt x="348614" y="146997"/>
                  </a:lnTo>
                  <a:lnTo>
                    <a:pt x="354321" y="81001"/>
                  </a:lnTo>
                  <a:lnTo>
                    <a:pt x="360027" y="66404"/>
                  </a:lnTo>
                  <a:lnTo>
                    <a:pt x="365733" y="62682"/>
                  </a:lnTo>
                  <a:lnTo>
                    <a:pt x="371439" y="56069"/>
                  </a:lnTo>
                  <a:lnTo>
                    <a:pt x="377145" y="89477"/>
                  </a:lnTo>
                  <a:lnTo>
                    <a:pt x="382851" y="110074"/>
                  </a:lnTo>
                  <a:lnTo>
                    <a:pt x="388558" y="114209"/>
                  </a:lnTo>
                  <a:lnTo>
                    <a:pt x="394264" y="195700"/>
                  </a:lnTo>
                  <a:lnTo>
                    <a:pt x="399970" y="249649"/>
                  </a:lnTo>
                  <a:lnTo>
                    <a:pt x="405676" y="311381"/>
                  </a:lnTo>
                  <a:lnTo>
                    <a:pt x="411382" y="313190"/>
                  </a:lnTo>
                  <a:lnTo>
                    <a:pt x="417089" y="327347"/>
                  </a:lnTo>
                  <a:lnTo>
                    <a:pt x="422795" y="344942"/>
                  </a:lnTo>
                  <a:lnTo>
                    <a:pt x="428501" y="308762"/>
                  </a:lnTo>
                  <a:lnTo>
                    <a:pt x="434207" y="308393"/>
                  </a:lnTo>
                  <a:lnTo>
                    <a:pt x="439913" y="210246"/>
                  </a:lnTo>
                  <a:lnTo>
                    <a:pt x="445619" y="47546"/>
                  </a:lnTo>
                  <a:lnTo>
                    <a:pt x="451326" y="124994"/>
                  </a:lnTo>
                  <a:lnTo>
                    <a:pt x="457032" y="0"/>
                  </a:lnTo>
                  <a:lnTo>
                    <a:pt x="462738" y="65944"/>
                  </a:lnTo>
                  <a:lnTo>
                    <a:pt x="468444" y="38556"/>
                  </a:lnTo>
                  <a:lnTo>
                    <a:pt x="474150" y="136132"/>
                  </a:lnTo>
                  <a:lnTo>
                    <a:pt x="479856" y="98502"/>
                  </a:lnTo>
                  <a:lnTo>
                    <a:pt x="485563" y="125764"/>
                  </a:lnTo>
                  <a:lnTo>
                    <a:pt x="491269" y="171600"/>
                  </a:lnTo>
                  <a:lnTo>
                    <a:pt x="496975" y="178693"/>
                  </a:lnTo>
                  <a:lnTo>
                    <a:pt x="502681" y="202282"/>
                  </a:lnTo>
                  <a:lnTo>
                    <a:pt x="508387" y="284073"/>
                  </a:lnTo>
                  <a:lnTo>
                    <a:pt x="514094" y="353795"/>
                  </a:lnTo>
                  <a:lnTo>
                    <a:pt x="519800" y="394921"/>
                  </a:lnTo>
                  <a:lnTo>
                    <a:pt x="525506" y="398046"/>
                  </a:lnTo>
                  <a:lnTo>
                    <a:pt x="531212" y="355677"/>
                  </a:lnTo>
                  <a:lnTo>
                    <a:pt x="536918" y="395683"/>
                  </a:lnTo>
                  <a:lnTo>
                    <a:pt x="542624" y="401349"/>
                  </a:lnTo>
                  <a:lnTo>
                    <a:pt x="548331" y="436527"/>
                  </a:lnTo>
                  <a:lnTo>
                    <a:pt x="554037" y="434817"/>
                  </a:lnTo>
                  <a:lnTo>
                    <a:pt x="559743" y="429202"/>
                  </a:lnTo>
                  <a:lnTo>
                    <a:pt x="565449" y="413813"/>
                  </a:lnTo>
                  <a:lnTo>
                    <a:pt x="571155" y="442044"/>
                  </a:lnTo>
                  <a:lnTo>
                    <a:pt x="576862" y="423981"/>
                  </a:lnTo>
                  <a:lnTo>
                    <a:pt x="582568" y="420465"/>
                  </a:lnTo>
                  <a:lnTo>
                    <a:pt x="588274" y="401269"/>
                  </a:lnTo>
                  <a:lnTo>
                    <a:pt x="593980" y="419290"/>
                  </a:lnTo>
                  <a:lnTo>
                    <a:pt x="599686" y="423551"/>
                  </a:lnTo>
                  <a:lnTo>
                    <a:pt x="605392" y="431389"/>
                  </a:lnTo>
                  <a:lnTo>
                    <a:pt x="611099" y="544260"/>
                  </a:lnTo>
                  <a:lnTo>
                    <a:pt x="616805" y="474055"/>
                  </a:lnTo>
                  <a:lnTo>
                    <a:pt x="622511" y="455419"/>
                  </a:lnTo>
                  <a:lnTo>
                    <a:pt x="628217" y="475131"/>
                  </a:lnTo>
                  <a:lnTo>
                    <a:pt x="633923" y="427166"/>
                  </a:lnTo>
                  <a:lnTo>
                    <a:pt x="639629" y="450659"/>
                  </a:lnTo>
                  <a:lnTo>
                    <a:pt x="645336" y="430944"/>
                  </a:lnTo>
                  <a:lnTo>
                    <a:pt x="651042" y="473648"/>
                  </a:lnTo>
                  <a:lnTo>
                    <a:pt x="656748" y="527380"/>
                  </a:lnTo>
                  <a:lnTo>
                    <a:pt x="662454" y="486475"/>
                  </a:lnTo>
                  <a:lnTo>
                    <a:pt x="668160" y="499788"/>
                  </a:lnTo>
                  <a:lnTo>
                    <a:pt x="673867" y="475841"/>
                  </a:lnTo>
                  <a:lnTo>
                    <a:pt x="679573" y="511043"/>
                  </a:lnTo>
                  <a:lnTo>
                    <a:pt x="685279" y="512029"/>
                  </a:lnTo>
                  <a:lnTo>
                    <a:pt x="690985" y="494560"/>
                  </a:lnTo>
                  <a:lnTo>
                    <a:pt x="696691" y="556111"/>
                  </a:lnTo>
                  <a:lnTo>
                    <a:pt x="702397" y="566650"/>
                  </a:lnTo>
                  <a:lnTo>
                    <a:pt x="708104" y="577266"/>
                  </a:lnTo>
                  <a:lnTo>
                    <a:pt x="713810" y="566051"/>
                  </a:lnTo>
                  <a:lnTo>
                    <a:pt x="719516" y="574039"/>
                  </a:lnTo>
                  <a:lnTo>
                    <a:pt x="725222" y="649273"/>
                  </a:lnTo>
                  <a:lnTo>
                    <a:pt x="730928" y="647895"/>
                  </a:lnTo>
                  <a:lnTo>
                    <a:pt x="736635" y="678386"/>
                  </a:lnTo>
                  <a:lnTo>
                    <a:pt x="742341" y="650717"/>
                  </a:lnTo>
                  <a:lnTo>
                    <a:pt x="748047" y="634787"/>
                  </a:lnTo>
                  <a:lnTo>
                    <a:pt x="753753" y="612378"/>
                  </a:lnTo>
                  <a:lnTo>
                    <a:pt x="759459" y="556731"/>
                  </a:lnTo>
                  <a:lnTo>
                    <a:pt x="765165" y="604689"/>
                  </a:lnTo>
                  <a:lnTo>
                    <a:pt x="770872" y="632964"/>
                  </a:lnTo>
                  <a:lnTo>
                    <a:pt x="776578" y="644973"/>
                  </a:lnTo>
                  <a:lnTo>
                    <a:pt x="780545" y="7193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843700" y="6151188"/>
              <a:ext cx="269269" cy="228261"/>
            </a:xfrm>
            <a:custGeom>
              <a:avLst/>
              <a:pathLst>
                <a:path w="269269" h="228261">
                  <a:moveTo>
                    <a:pt x="0" y="228261"/>
                  </a:moveTo>
                  <a:lnTo>
                    <a:pt x="2116" y="188595"/>
                  </a:lnTo>
                  <a:lnTo>
                    <a:pt x="7822" y="144530"/>
                  </a:lnTo>
                  <a:lnTo>
                    <a:pt x="13528" y="140897"/>
                  </a:lnTo>
                  <a:lnTo>
                    <a:pt x="19235" y="125266"/>
                  </a:lnTo>
                  <a:lnTo>
                    <a:pt x="24941" y="137948"/>
                  </a:lnTo>
                  <a:lnTo>
                    <a:pt x="30647" y="123947"/>
                  </a:lnTo>
                  <a:lnTo>
                    <a:pt x="36353" y="97126"/>
                  </a:lnTo>
                  <a:lnTo>
                    <a:pt x="42059" y="108839"/>
                  </a:lnTo>
                  <a:lnTo>
                    <a:pt x="47766" y="152733"/>
                  </a:lnTo>
                  <a:lnTo>
                    <a:pt x="53472" y="160954"/>
                  </a:lnTo>
                  <a:lnTo>
                    <a:pt x="59178" y="149476"/>
                  </a:lnTo>
                  <a:lnTo>
                    <a:pt x="64884" y="123259"/>
                  </a:lnTo>
                  <a:lnTo>
                    <a:pt x="70590" y="59647"/>
                  </a:lnTo>
                  <a:lnTo>
                    <a:pt x="76296" y="53464"/>
                  </a:lnTo>
                  <a:lnTo>
                    <a:pt x="82003" y="52454"/>
                  </a:lnTo>
                  <a:lnTo>
                    <a:pt x="87709" y="25832"/>
                  </a:lnTo>
                  <a:lnTo>
                    <a:pt x="93415" y="49790"/>
                  </a:lnTo>
                  <a:lnTo>
                    <a:pt x="99121" y="13675"/>
                  </a:lnTo>
                  <a:lnTo>
                    <a:pt x="104827" y="18953"/>
                  </a:lnTo>
                  <a:lnTo>
                    <a:pt x="110533" y="0"/>
                  </a:lnTo>
                  <a:lnTo>
                    <a:pt x="116240" y="66456"/>
                  </a:lnTo>
                  <a:lnTo>
                    <a:pt x="121946" y="37774"/>
                  </a:lnTo>
                  <a:lnTo>
                    <a:pt x="127652" y="91416"/>
                  </a:lnTo>
                  <a:lnTo>
                    <a:pt x="133358" y="60905"/>
                  </a:lnTo>
                  <a:lnTo>
                    <a:pt x="139064" y="113260"/>
                  </a:lnTo>
                  <a:lnTo>
                    <a:pt x="144771" y="124339"/>
                  </a:lnTo>
                  <a:lnTo>
                    <a:pt x="150477" y="116027"/>
                  </a:lnTo>
                  <a:lnTo>
                    <a:pt x="156183" y="127423"/>
                  </a:lnTo>
                  <a:lnTo>
                    <a:pt x="161889" y="133741"/>
                  </a:lnTo>
                  <a:lnTo>
                    <a:pt x="167595" y="114820"/>
                  </a:lnTo>
                  <a:lnTo>
                    <a:pt x="173301" y="102507"/>
                  </a:lnTo>
                  <a:lnTo>
                    <a:pt x="179008" y="68628"/>
                  </a:lnTo>
                  <a:lnTo>
                    <a:pt x="184714" y="85140"/>
                  </a:lnTo>
                  <a:lnTo>
                    <a:pt x="190420" y="80937"/>
                  </a:lnTo>
                  <a:lnTo>
                    <a:pt x="196126" y="94766"/>
                  </a:lnTo>
                  <a:lnTo>
                    <a:pt x="201832" y="90310"/>
                  </a:lnTo>
                  <a:lnTo>
                    <a:pt x="207539" y="2458"/>
                  </a:lnTo>
                  <a:lnTo>
                    <a:pt x="213245" y="110106"/>
                  </a:lnTo>
                  <a:lnTo>
                    <a:pt x="218951" y="80830"/>
                  </a:lnTo>
                  <a:lnTo>
                    <a:pt x="224657" y="86517"/>
                  </a:lnTo>
                  <a:lnTo>
                    <a:pt x="230363" y="115998"/>
                  </a:lnTo>
                  <a:lnTo>
                    <a:pt x="236069" y="60775"/>
                  </a:lnTo>
                  <a:lnTo>
                    <a:pt x="241776" y="133435"/>
                  </a:lnTo>
                  <a:lnTo>
                    <a:pt x="247482" y="148035"/>
                  </a:lnTo>
                  <a:lnTo>
                    <a:pt x="253188" y="144713"/>
                  </a:lnTo>
                  <a:lnTo>
                    <a:pt x="258894" y="152431"/>
                  </a:lnTo>
                  <a:lnTo>
                    <a:pt x="264600" y="177143"/>
                  </a:lnTo>
                  <a:lnTo>
                    <a:pt x="269269" y="2282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55421" y="4053187"/>
              <a:ext cx="4843074" cy="2326262"/>
            </a:xfrm>
            <a:custGeom>
              <a:avLst/>
              <a:pathLst>
                <a:path w="4843074" h="2326262">
                  <a:moveTo>
                    <a:pt x="0" y="2326262"/>
                  </a:moveTo>
                  <a:lnTo>
                    <a:pt x="4235" y="2296397"/>
                  </a:lnTo>
                  <a:lnTo>
                    <a:pt x="9941" y="2293047"/>
                  </a:lnTo>
                  <a:lnTo>
                    <a:pt x="15647" y="2245849"/>
                  </a:lnTo>
                  <a:lnTo>
                    <a:pt x="21353" y="2241606"/>
                  </a:lnTo>
                  <a:lnTo>
                    <a:pt x="27059" y="2221299"/>
                  </a:lnTo>
                  <a:lnTo>
                    <a:pt x="32766" y="2259288"/>
                  </a:lnTo>
                  <a:lnTo>
                    <a:pt x="38472" y="2280865"/>
                  </a:lnTo>
                  <a:lnTo>
                    <a:pt x="44178" y="2284941"/>
                  </a:lnTo>
                  <a:lnTo>
                    <a:pt x="49884" y="2276676"/>
                  </a:lnTo>
                  <a:lnTo>
                    <a:pt x="55590" y="2301025"/>
                  </a:lnTo>
                  <a:lnTo>
                    <a:pt x="61297" y="2242790"/>
                  </a:lnTo>
                  <a:lnTo>
                    <a:pt x="67003" y="2247926"/>
                  </a:lnTo>
                  <a:lnTo>
                    <a:pt x="72709" y="2266190"/>
                  </a:lnTo>
                  <a:lnTo>
                    <a:pt x="78415" y="2239171"/>
                  </a:lnTo>
                  <a:lnTo>
                    <a:pt x="84121" y="2255430"/>
                  </a:lnTo>
                  <a:lnTo>
                    <a:pt x="89827" y="2264124"/>
                  </a:lnTo>
                  <a:lnTo>
                    <a:pt x="95534" y="2227039"/>
                  </a:lnTo>
                  <a:lnTo>
                    <a:pt x="101240" y="2176768"/>
                  </a:lnTo>
                  <a:lnTo>
                    <a:pt x="106946" y="2155688"/>
                  </a:lnTo>
                  <a:lnTo>
                    <a:pt x="112652" y="2156169"/>
                  </a:lnTo>
                  <a:lnTo>
                    <a:pt x="118358" y="2165595"/>
                  </a:lnTo>
                  <a:lnTo>
                    <a:pt x="124064" y="2131160"/>
                  </a:lnTo>
                  <a:lnTo>
                    <a:pt x="129771" y="2177382"/>
                  </a:lnTo>
                  <a:lnTo>
                    <a:pt x="135477" y="2155784"/>
                  </a:lnTo>
                  <a:lnTo>
                    <a:pt x="141183" y="2131545"/>
                  </a:lnTo>
                  <a:lnTo>
                    <a:pt x="146889" y="2138558"/>
                  </a:lnTo>
                  <a:lnTo>
                    <a:pt x="152595" y="2135424"/>
                  </a:lnTo>
                  <a:lnTo>
                    <a:pt x="158302" y="2119989"/>
                  </a:lnTo>
                  <a:lnTo>
                    <a:pt x="164008" y="2126587"/>
                  </a:lnTo>
                  <a:lnTo>
                    <a:pt x="169714" y="2130780"/>
                  </a:lnTo>
                  <a:lnTo>
                    <a:pt x="175420" y="2164304"/>
                  </a:lnTo>
                  <a:lnTo>
                    <a:pt x="181126" y="2093548"/>
                  </a:lnTo>
                  <a:lnTo>
                    <a:pt x="186832" y="2057809"/>
                  </a:lnTo>
                  <a:lnTo>
                    <a:pt x="192539" y="2070397"/>
                  </a:lnTo>
                  <a:lnTo>
                    <a:pt x="198245" y="2071236"/>
                  </a:lnTo>
                  <a:lnTo>
                    <a:pt x="203951" y="2036683"/>
                  </a:lnTo>
                  <a:lnTo>
                    <a:pt x="209657" y="2019634"/>
                  </a:lnTo>
                  <a:lnTo>
                    <a:pt x="215363" y="2016627"/>
                  </a:lnTo>
                  <a:lnTo>
                    <a:pt x="221070" y="2028238"/>
                  </a:lnTo>
                  <a:lnTo>
                    <a:pt x="226776" y="2044798"/>
                  </a:lnTo>
                  <a:lnTo>
                    <a:pt x="232482" y="1970151"/>
                  </a:lnTo>
                  <a:lnTo>
                    <a:pt x="238188" y="1843917"/>
                  </a:lnTo>
                  <a:lnTo>
                    <a:pt x="243894" y="1857953"/>
                  </a:lnTo>
                  <a:lnTo>
                    <a:pt x="249600" y="1839151"/>
                  </a:lnTo>
                  <a:lnTo>
                    <a:pt x="255307" y="1837458"/>
                  </a:lnTo>
                  <a:lnTo>
                    <a:pt x="261013" y="1878058"/>
                  </a:lnTo>
                  <a:lnTo>
                    <a:pt x="266719" y="1930864"/>
                  </a:lnTo>
                  <a:lnTo>
                    <a:pt x="272425" y="1962118"/>
                  </a:lnTo>
                  <a:lnTo>
                    <a:pt x="278131" y="1958367"/>
                  </a:lnTo>
                  <a:lnTo>
                    <a:pt x="283837" y="1914314"/>
                  </a:lnTo>
                  <a:lnTo>
                    <a:pt x="289544" y="1837996"/>
                  </a:lnTo>
                  <a:lnTo>
                    <a:pt x="295250" y="1823774"/>
                  </a:lnTo>
                  <a:lnTo>
                    <a:pt x="300956" y="1798643"/>
                  </a:lnTo>
                  <a:lnTo>
                    <a:pt x="306662" y="1750654"/>
                  </a:lnTo>
                  <a:lnTo>
                    <a:pt x="312368" y="1780529"/>
                  </a:lnTo>
                  <a:lnTo>
                    <a:pt x="318075" y="1777427"/>
                  </a:lnTo>
                  <a:lnTo>
                    <a:pt x="323781" y="1695966"/>
                  </a:lnTo>
                  <a:lnTo>
                    <a:pt x="329487" y="1716584"/>
                  </a:lnTo>
                  <a:lnTo>
                    <a:pt x="335193" y="1693826"/>
                  </a:lnTo>
                  <a:lnTo>
                    <a:pt x="340899" y="1685222"/>
                  </a:lnTo>
                  <a:lnTo>
                    <a:pt x="346605" y="1712974"/>
                  </a:lnTo>
                  <a:lnTo>
                    <a:pt x="352312" y="1644622"/>
                  </a:lnTo>
                  <a:lnTo>
                    <a:pt x="358018" y="1631671"/>
                  </a:lnTo>
                  <a:lnTo>
                    <a:pt x="363724" y="1539917"/>
                  </a:lnTo>
                  <a:lnTo>
                    <a:pt x="369430" y="1503169"/>
                  </a:lnTo>
                  <a:lnTo>
                    <a:pt x="375136" y="1516679"/>
                  </a:lnTo>
                  <a:lnTo>
                    <a:pt x="380843" y="1455486"/>
                  </a:lnTo>
                  <a:lnTo>
                    <a:pt x="386549" y="1426554"/>
                  </a:lnTo>
                  <a:lnTo>
                    <a:pt x="392255" y="1370292"/>
                  </a:lnTo>
                  <a:lnTo>
                    <a:pt x="397961" y="1277059"/>
                  </a:lnTo>
                  <a:lnTo>
                    <a:pt x="403667" y="1350654"/>
                  </a:lnTo>
                  <a:lnTo>
                    <a:pt x="409373" y="1238924"/>
                  </a:lnTo>
                  <a:lnTo>
                    <a:pt x="415080" y="1244018"/>
                  </a:lnTo>
                  <a:lnTo>
                    <a:pt x="420786" y="1229394"/>
                  </a:lnTo>
                  <a:lnTo>
                    <a:pt x="426492" y="1205268"/>
                  </a:lnTo>
                  <a:lnTo>
                    <a:pt x="432198" y="1190387"/>
                  </a:lnTo>
                  <a:lnTo>
                    <a:pt x="437904" y="911345"/>
                  </a:lnTo>
                  <a:lnTo>
                    <a:pt x="443610" y="856560"/>
                  </a:lnTo>
                  <a:lnTo>
                    <a:pt x="449317" y="937228"/>
                  </a:lnTo>
                  <a:lnTo>
                    <a:pt x="455023" y="928668"/>
                  </a:lnTo>
                  <a:lnTo>
                    <a:pt x="460729" y="984630"/>
                  </a:lnTo>
                  <a:lnTo>
                    <a:pt x="466435" y="967262"/>
                  </a:lnTo>
                  <a:lnTo>
                    <a:pt x="472141" y="1019740"/>
                  </a:lnTo>
                  <a:lnTo>
                    <a:pt x="477848" y="1062880"/>
                  </a:lnTo>
                  <a:lnTo>
                    <a:pt x="483554" y="1034533"/>
                  </a:lnTo>
                  <a:lnTo>
                    <a:pt x="489260" y="1068773"/>
                  </a:lnTo>
                  <a:lnTo>
                    <a:pt x="494966" y="1042932"/>
                  </a:lnTo>
                  <a:lnTo>
                    <a:pt x="500672" y="1061208"/>
                  </a:lnTo>
                  <a:lnTo>
                    <a:pt x="506378" y="1057407"/>
                  </a:lnTo>
                  <a:lnTo>
                    <a:pt x="512085" y="1034592"/>
                  </a:lnTo>
                  <a:lnTo>
                    <a:pt x="517791" y="1024040"/>
                  </a:lnTo>
                  <a:lnTo>
                    <a:pt x="523497" y="1053116"/>
                  </a:lnTo>
                  <a:lnTo>
                    <a:pt x="529203" y="966017"/>
                  </a:lnTo>
                  <a:lnTo>
                    <a:pt x="534909" y="1055581"/>
                  </a:lnTo>
                  <a:lnTo>
                    <a:pt x="540615" y="1120369"/>
                  </a:lnTo>
                  <a:lnTo>
                    <a:pt x="546322" y="1126803"/>
                  </a:lnTo>
                  <a:lnTo>
                    <a:pt x="552028" y="1143747"/>
                  </a:lnTo>
                  <a:lnTo>
                    <a:pt x="557734" y="1224668"/>
                  </a:lnTo>
                  <a:lnTo>
                    <a:pt x="563440" y="1202624"/>
                  </a:lnTo>
                  <a:lnTo>
                    <a:pt x="569146" y="1239814"/>
                  </a:lnTo>
                  <a:lnTo>
                    <a:pt x="574853" y="1288154"/>
                  </a:lnTo>
                  <a:lnTo>
                    <a:pt x="580559" y="1392112"/>
                  </a:lnTo>
                  <a:lnTo>
                    <a:pt x="586265" y="1424203"/>
                  </a:lnTo>
                  <a:lnTo>
                    <a:pt x="591971" y="1366071"/>
                  </a:lnTo>
                  <a:lnTo>
                    <a:pt x="597677" y="1379960"/>
                  </a:lnTo>
                  <a:lnTo>
                    <a:pt x="603383" y="1374938"/>
                  </a:lnTo>
                  <a:lnTo>
                    <a:pt x="609090" y="1487573"/>
                  </a:lnTo>
                  <a:lnTo>
                    <a:pt x="614796" y="1336194"/>
                  </a:lnTo>
                  <a:lnTo>
                    <a:pt x="620502" y="1349286"/>
                  </a:lnTo>
                  <a:lnTo>
                    <a:pt x="626208" y="1349977"/>
                  </a:lnTo>
                  <a:lnTo>
                    <a:pt x="631914" y="1388596"/>
                  </a:lnTo>
                  <a:lnTo>
                    <a:pt x="637621" y="1326012"/>
                  </a:lnTo>
                  <a:lnTo>
                    <a:pt x="643327" y="1279219"/>
                  </a:lnTo>
                  <a:lnTo>
                    <a:pt x="649033" y="1293513"/>
                  </a:lnTo>
                  <a:lnTo>
                    <a:pt x="654739" y="1421474"/>
                  </a:lnTo>
                  <a:lnTo>
                    <a:pt x="660445" y="1490093"/>
                  </a:lnTo>
                  <a:lnTo>
                    <a:pt x="666151" y="1393174"/>
                  </a:lnTo>
                  <a:lnTo>
                    <a:pt x="671858" y="1458190"/>
                  </a:lnTo>
                  <a:lnTo>
                    <a:pt x="677564" y="1548114"/>
                  </a:lnTo>
                  <a:lnTo>
                    <a:pt x="683270" y="1532620"/>
                  </a:lnTo>
                  <a:lnTo>
                    <a:pt x="688976" y="1510529"/>
                  </a:lnTo>
                  <a:lnTo>
                    <a:pt x="694682" y="1523154"/>
                  </a:lnTo>
                  <a:lnTo>
                    <a:pt x="700388" y="1591828"/>
                  </a:lnTo>
                  <a:lnTo>
                    <a:pt x="706095" y="1673882"/>
                  </a:lnTo>
                  <a:lnTo>
                    <a:pt x="711801" y="1724544"/>
                  </a:lnTo>
                  <a:lnTo>
                    <a:pt x="717507" y="1705722"/>
                  </a:lnTo>
                  <a:lnTo>
                    <a:pt x="723213" y="1685896"/>
                  </a:lnTo>
                  <a:lnTo>
                    <a:pt x="728919" y="1610056"/>
                  </a:lnTo>
                  <a:lnTo>
                    <a:pt x="734626" y="1491487"/>
                  </a:lnTo>
                  <a:lnTo>
                    <a:pt x="740332" y="1417059"/>
                  </a:lnTo>
                  <a:lnTo>
                    <a:pt x="746038" y="1411334"/>
                  </a:lnTo>
                  <a:lnTo>
                    <a:pt x="751744" y="1398977"/>
                  </a:lnTo>
                  <a:lnTo>
                    <a:pt x="757450" y="1338777"/>
                  </a:lnTo>
                  <a:lnTo>
                    <a:pt x="763156" y="1345218"/>
                  </a:lnTo>
                  <a:lnTo>
                    <a:pt x="768863" y="1280731"/>
                  </a:lnTo>
                  <a:lnTo>
                    <a:pt x="774569" y="1281170"/>
                  </a:lnTo>
                  <a:lnTo>
                    <a:pt x="780275" y="1224825"/>
                  </a:lnTo>
                  <a:lnTo>
                    <a:pt x="785981" y="1130499"/>
                  </a:lnTo>
                  <a:lnTo>
                    <a:pt x="791687" y="1143251"/>
                  </a:lnTo>
                  <a:lnTo>
                    <a:pt x="797394" y="1172937"/>
                  </a:lnTo>
                  <a:lnTo>
                    <a:pt x="803100" y="1188572"/>
                  </a:lnTo>
                  <a:lnTo>
                    <a:pt x="808806" y="1204386"/>
                  </a:lnTo>
                  <a:lnTo>
                    <a:pt x="814512" y="1242871"/>
                  </a:lnTo>
                  <a:lnTo>
                    <a:pt x="820218" y="1262841"/>
                  </a:lnTo>
                  <a:lnTo>
                    <a:pt x="825924" y="1241469"/>
                  </a:lnTo>
                  <a:lnTo>
                    <a:pt x="831631" y="1358829"/>
                  </a:lnTo>
                  <a:lnTo>
                    <a:pt x="837337" y="1322265"/>
                  </a:lnTo>
                  <a:lnTo>
                    <a:pt x="843043" y="1386698"/>
                  </a:lnTo>
                  <a:lnTo>
                    <a:pt x="848749" y="1431952"/>
                  </a:lnTo>
                  <a:lnTo>
                    <a:pt x="854455" y="1400365"/>
                  </a:lnTo>
                  <a:lnTo>
                    <a:pt x="860161" y="1594364"/>
                  </a:lnTo>
                  <a:lnTo>
                    <a:pt x="865868" y="1636637"/>
                  </a:lnTo>
                  <a:lnTo>
                    <a:pt x="871574" y="1680950"/>
                  </a:lnTo>
                  <a:lnTo>
                    <a:pt x="877280" y="1582300"/>
                  </a:lnTo>
                  <a:lnTo>
                    <a:pt x="882986" y="1532282"/>
                  </a:lnTo>
                  <a:lnTo>
                    <a:pt x="888692" y="1607428"/>
                  </a:lnTo>
                  <a:lnTo>
                    <a:pt x="894399" y="1570670"/>
                  </a:lnTo>
                  <a:lnTo>
                    <a:pt x="900105" y="1521985"/>
                  </a:lnTo>
                  <a:lnTo>
                    <a:pt x="905811" y="1583506"/>
                  </a:lnTo>
                  <a:lnTo>
                    <a:pt x="911517" y="1576693"/>
                  </a:lnTo>
                  <a:lnTo>
                    <a:pt x="917223" y="1537089"/>
                  </a:lnTo>
                  <a:lnTo>
                    <a:pt x="922929" y="1446294"/>
                  </a:lnTo>
                  <a:lnTo>
                    <a:pt x="928636" y="1470330"/>
                  </a:lnTo>
                  <a:lnTo>
                    <a:pt x="934342" y="1497060"/>
                  </a:lnTo>
                  <a:lnTo>
                    <a:pt x="940048" y="1509048"/>
                  </a:lnTo>
                  <a:lnTo>
                    <a:pt x="945754" y="1505372"/>
                  </a:lnTo>
                  <a:lnTo>
                    <a:pt x="951460" y="1453330"/>
                  </a:lnTo>
                  <a:lnTo>
                    <a:pt x="957166" y="1505350"/>
                  </a:lnTo>
                  <a:lnTo>
                    <a:pt x="962873" y="1601174"/>
                  </a:lnTo>
                  <a:lnTo>
                    <a:pt x="968579" y="1610000"/>
                  </a:lnTo>
                  <a:lnTo>
                    <a:pt x="974285" y="1651779"/>
                  </a:lnTo>
                  <a:lnTo>
                    <a:pt x="979991" y="1372316"/>
                  </a:lnTo>
                  <a:lnTo>
                    <a:pt x="985697" y="1431339"/>
                  </a:lnTo>
                  <a:lnTo>
                    <a:pt x="991404" y="1462596"/>
                  </a:lnTo>
                  <a:lnTo>
                    <a:pt x="997110" y="1493574"/>
                  </a:lnTo>
                  <a:lnTo>
                    <a:pt x="1002816" y="1598487"/>
                  </a:lnTo>
                  <a:lnTo>
                    <a:pt x="1008522" y="1569080"/>
                  </a:lnTo>
                  <a:lnTo>
                    <a:pt x="1014228" y="1505379"/>
                  </a:lnTo>
                  <a:lnTo>
                    <a:pt x="1019934" y="1512524"/>
                  </a:lnTo>
                  <a:lnTo>
                    <a:pt x="1025641" y="1397380"/>
                  </a:lnTo>
                  <a:lnTo>
                    <a:pt x="1031347" y="1346643"/>
                  </a:lnTo>
                  <a:lnTo>
                    <a:pt x="1037053" y="1202273"/>
                  </a:lnTo>
                  <a:lnTo>
                    <a:pt x="1042759" y="1147419"/>
                  </a:lnTo>
                  <a:lnTo>
                    <a:pt x="1048465" y="1114702"/>
                  </a:lnTo>
                  <a:lnTo>
                    <a:pt x="1054172" y="1043924"/>
                  </a:lnTo>
                  <a:lnTo>
                    <a:pt x="1059878" y="1005634"/>
                  </a:lnTo>
                  <a:lnTo>
                    <a:pt x="1065584" y="960167"/>
                  </a:lnTo>
                  <a:lnTo>
                    <a:pt x="1071290" y="894587"/>
                  </a:lnTo>
                  <a:lnTo>
                    <a:pt x="1076996" y="835376"/>
                  </a:lnTo>
                  <a:lnTo>
                    <a:pt x="1082702" y="778029"/>
                  </a:lnTo>
                  <a:lnTo>
                    <a:pt x="1088409" y="757242"/>
                  </a:lnTo>
                  <a:lnTo>
                    <a:pt x="1094115" y="770025"/>
                  </a:lnTo>
                  <a:lnTo>
                    <a:pt x="1099821" y="833501"/>
                  </a:lnTo>
                  <a:lnTo>
                    <a:pt x="1105527" y="787871"/>
                  </a:lnTo>
                  <a:lnTo>
                    <a:pt x="1111233" y="685630"/>
                  </a:lnTo>
                  <a:lnTo>
                    <a:pt x="1116939" y="675903"/>
                  </a:lnTo>
                  <a:lnTo>
                    <a:pt x="1122646" y="661678"/>
                  </a:lnTo>
                  <a:lnTo>
                    <a:pt x="1128352" y="622393"/>
                  </a:lnTo>
                  <a:lnTo>
                    <a:pt x="1134058" y="561776"/>
                  </a:lnTo>
                  <a:lnTo>
                    <a:pt x="1139764" y="627832"/>
                  </a:lnTo>
                  <a:lnTo>
                    <a:pt x="1145470" y="637218"/>
                  </a:lnTo>
                  <a:lnTo>
                    <a:pt x="1151177" y="645300"/>
                  </a:lnTo>
                  <a:lnTo>
                    <a:pt x="1156883" y="615412"/>
                  </a:lnTo>
                  <a:lnTo>
                    <a:pt x="1162589" y="630375"/>
                  </a:lnTo>
                  <a:lnTo>
                    <a:pt x="1168295" y="636222"/>
                  </a:lnTo>
                  <a:lnTo>
                    <a:pt x="1174001" y="573073"/>
                  </a:lnTo>
                  <a:lnTo>
                    <a:pt x="1179707" y="488166"/>
                  </a:lnTo>
                  <a:lnTo>
                    <a:pt x="1185414" y="496994"/>
                  </a:lnTo>
                  <a:lnTo>
                    <a:pt x="1191120" y="352874"/>
                  </a:lnTo>
                  <a:lnTo>
                    <a:pt x="1196826" y="357545"/>
                  </a:lnTo>
                  <a:lnTo>
                    <a:pt x="1202532" y="421777"/>
                  </a:lnTo>
                  <a:lnTo>
                    <a:pt x="1208238" y="494129"/>
                  </a:lnTo>
                  <a:lnTo>
                    <a:pt x="1213945" y="609073"/>
                  </a:lnTo>
                  <a:lnTo>
                    <a:pt x="1219651" y="610476"/>
                  </a:lnTo>
                  <a:lnTo>
                    <a:pt x="1225357" y="648446"/>
                  </a:lnTo>
                  <a:lnTo>
                    <a:pt x="1231063" y="696588"/>
                  </a:lnTo>
                  <a:lnTo>
                    <a:pt x="1236769" y="722869"/>
                  </a:lnTo>
                  <a:lnTo>
                    <a:pt x="1242475" y="769763"/>
                  </a:lnTo>
                  <a:lnTo>
                    <a:pt x="1248182" y="810720"/>
                  </a:lnTo>
                  <a:lnTo>
                    <a:pt x="1253888" y="836814"/>
                  </a:lnTo>
                  <a:lnTo>
                    <a:pt x="1259594" y="947252"/>
                  </a:lnTo>
                  <a:lnTo>
                    <a:pt x="1265300" y="1052407"/>
                  </a:lnTo>
                  <a:lnTo>
                    <a:pt x="1271006" y="1010887"/>
                  </a:lnTo>
                  <a:lnTo>
                    <a:pt x="1276712" y="981328"/>
                  </a:lnTo>
                  <a:lnTo>
                    <a:pt x="1282419" y="1094623"/>
                  </a:lnTo>
                  <a:lnTo>
                    <a:pt x="1288125" y="1289794"/>
                  </a:lnTo>
                  <a:lnTo>
                    <a:pt x="1293831" y="1403176"/>
                  </a:lnTo>
                  <a:lnTo>
                    <a:pt x="1299537" y="1338276"/>
                  </a:lnTo>
                  <a:lnTo>
                    <a:pt x="1305243" y="1275700"/>
                  </a:lnTo>
                  <a:lnTo>
                    <a:pt x="1310950" y="1286544"/>
                  </a:lnTo>
                  <a:lnTo>
                    <a:pt x="1316656" y="1145646"/>
                  </a:lnTo>
                  <a:lnTo>
                    <a:pt x="1322362" y="1101296"/>
                  </a:lnTo>
                  <a:lnTo>
                    <a:pt x="1328068" y="1074818"/>
                  </a:lnTo>
                  <a:lnTo>
                    <a:pt x="1333774" y="1081894"/>
                  </a:lnTo>
                  <a:lnTo>
                    <a:pt x="1339480" y="1161268"/>
                  </a:lnTo>
                  <a:lnTo>
                    <a:pt x="1345187" y="1193473"/>
                  </a:lnTo>
                  <a:lnTo>
                    <a:pt x="1350893" y="1134813"/>
                  </a:lnTo>
                  <a:lnTo>
                    <a:pt x="1356599" y="1172008"/>
                  </a:lnTo>
                  <a:lnTo>
                    <a:pt x="1362305" y="1114578"/>
                  </a:lnTo>
                  <a:lnTo>
                    <a:pt x="1368011" y="1103155"/>
                  </a:lnTo>
                  <a:lnTo>
                    <a:pt x="1373717" y="1079030"/>
                  </a:lnTo>
                  <a:lnTo>
                    <a:pt x="1379424" y="1084889"/>
                  </a:lnTo>
                  <a:lnTo>
                    <a:pt x="1385130" y="1106184"/>
                  </a:lnTo>
                  <a:lnTo>
                    <a:pt x="1390836" y="1102309"/>
                  </a:lnTo>
                  <a:lnTo>
                    <a:pt x="1396542" y="1127022"/>
                  </a:lnTo>
                  <a:lnTo>
                    <a:pt x="1402248" y="1093501"/>
                  </a:lnTo>
                  <a:lnTo>
                    <a:pt x="1407955" y="1099114"/>
                  </a:lnTo>
                  <a:lnTo>
                    <a:pt x="1413661" y="1131927"/>
                  </a:lnTo>
                  <a:lnTo>
                    <a:pt x="1419367" y="1127949"/>
                  </a:lnTo>
                  <a:lnTo>
                    <a:pt x="1425073" y="1129906"/>
                  </a:lnTo>
                  <a:lnTo>
                    <a:pt x="1430779" y="1150565"/>
                  </a:lnTo>
                  <a:lnTo>
                    <a:pt x="1436485" y="1155653"/>
                  </a:lnTo>
                  <a:lnTo>
                    <a:pt x="1442192" y="1177439"/>
                  </a:lnTo>
                  <a:lnTo>
                    <a:pt x="1447898" y="1168924"/>
                  </a:lnTo>
                  <a:lnTo>
                    <a:pt x="1453604" y="1173336"/>
                  </a:lnTo>
                  <a:lnTo>
                    <a:pt x="1459310" y="1165250"/>
                  </a:lnTo>
                  <a:lnTo>
                    <a:pt x="1465016" y="1184592"/>
                  </a:lnTo>
                  <a:lnTo>
                    <a:pt x="1470723" y="1199506"/>
                  </a:lnTo>
                  <a:lnTo>
                    <a:pt x="1476429" y="1250954"/>
                  </a:lnTo>
                  <a:lnTo>
                    <a:pt x="1482135" y="1260903"/>
                  </a:lnTo>
                  <a:lnTo>
                    <a:pt x="1487841" y="1290858"/>
                  </a:lnTo>
                  <a:lnTo>
                    <a:pt x="1493547" y="1263944"/>
                  </a:lnTo>
                  <a:lnTo>
                    <a:pt x="1499253" y="1251895"/>
                  </a:lnTo>
                  <a:lnTo>
                    <a:pt x="1504960" y="1311549"/>
                  </a:lnTo>
                  <a:lnTo>
                    <a:pt x="1510666" y="1295720"/>
                  </a:lnTo>
                  <a:lnTo>
                    <a:pt x="1516372" y="1251461"/>
                  </a:lnTo>
                  <a:lnTo>
                    <a:pt x="1522078" y="1255566"/>
                  </a:lnTo>
                  <a:lnTo>
                    <a:pt x="1527784" y="1267648"/>
                  </a:lnTo>
                  <a:lnTo>
                    <a:pt x="1533490" y="1339303"/>
                  </a:lnTo>
                  <a:lnTo>
                    <a:pt x="1539197" y="1282298"/>
                  </a:lnTo>
                  <a:lnTo>
                    <a:pt x="1544903" y="1349322"/>
                  </a:lnTo>
                  <a:lnTo>
                    <a:pt x="1550609" y="1297288"/>
                  </a:lnTo>
                  <a:lnTo>
                    <a:pt x="1556315" y="1358420"/>
                  </a:lnTo>
                  <a:lnTo>
                    <a:pt x="1562021" y="1303337"/>
                  </a:lnTo>
                  <a:lnTo>
                    <a:pt x="1567728" y="1278800"/>
                  </a:lnTo>
                  <a:lnTo>
                    <a:pt x="1573434" y="1280180"/>
                  </a:lnTo>
                  <a:lnTo>
                    <a:pt x="1579140" y="1308590"/>
                  </a:lnTo>
                  <a:lnTo>
                    <a:pt x="1584846" y="1298755"/>
                  </a:lnTo>
                  <a:lnTo>
                    <a:pt x="1590552" y="1360536"/>
                  </a:lnTo>
                  <a:lnTo>
                    <a:pt x="1596258" y="1317787"/>
                  </a:lnTo>
                  <a:lnTo>
                    <a:pt x="1601965" y="1311404"/>
                  </a:lnTo>
                  <a:lnTo>
                    <a:pt x="1607671" y="1312269"/>
                  </a:lnTo>
                  <a:lnTo>
                    <a:pt x="1613377" y="1274857"/>
                  </a:lnTo>
                  <a:lnTo>
                    <a:pt x="1619083" y="1279158"/>
                  </a:lnTo>
                  <a:lnTo>
                    <a:pt x="1624789" y="1215508"/>
                  </a:lnTo>
                  <a:lnTo>
                    <a:pt x="1630496" y="1146889"/>
                  </a:lnTo>
                  <a:lnTo>
                    <a:pt x="1636202" y="1154176"/>
                  </a:lnTo>
                  <a:lnTo>
                    <a:pt x="1641908" y="1157365"/>
                  </a:lnTo>
                  <a:lnTo>
                    <a:pt x="1647614" y="1109613"/>
                  </a:lnTo>
                  <a:lnTo>
                    <a:pt x="1653320" y="1115621"/>
                  </a:lnTo>
                  <a:lnTo>
                    <a:pt x="1659026" y="1105513"/>
                  </a:lnTo>
                  <a:lnTo>
                    <a:pt x="1664733" y="1112818"/>
                  </a:lnTo>
                  <a:lnTo>
                    <a:pt x="1670439" y="1087830"/>
                  </a:lnTo>
                  <a:lnTo>
                    <a:pt x="1676145" y="1026689"/>
                  </a:lnTo>
                  <a:lnTo>
                    <a:pt x="1681851" y="1031710"/>
                  </a:lnTo>
                  <a:lnTo>
                    <a:pt x="1687557" y="1001074"/>
                  </a:lnTo>
                  <a:lnTo>
                    <a:pt x="1693263" y="965783"/>
                  </a:lnTo>
                  <a:lnTo>
                    <a:pt x="1698970" y="840930"/>
                  </a:lnTo>
                  <a:lnTo>
                    <a:pt x="1704676" y="792594"/>
                  </a:lnTo>
                  <a:lnTo>
                    <a:pt x="1710382" y="747522"/>
                  </a:lnTo>
                  <a:lnTo>
                    <a:pt x="1716088" y="740731"/>
                  </a:lnTo>
                  <a:lnTo>
                    <a:pt x="1721794" y="632732"/>
                  </a:lnTo>
                  <a:lnTo>
                    <a:pt x="1727501" y="643769"/>
                  </a:lnTo>
                  <a:lnTo>
                    <a:pt x="1733207" y="634605"/>
                  </a:lnTo>
                  <a:lnTo>
                    <a:pt x="1738913" y="609479"/>
                  </a:lnTo>
                  <a:lnTo>
                    <a:pt x="1744619" y="721001"/>
                  </a:lnTo>
                  <a:lnTo>
                    <a:pt x="1750325" y="617771"/>
                  </a:lnTo>
                  <a:lnTo>
                    <a:pt x="1756031" y="596900"/>
                  </a:lnTo>
                  <a:lnTo>
                    <a:pt x="1761738" y="644223"/>
                  </a:lnTo>
                  <a:lnTo>
                    <a:pt x="1767444" y="491801"/>
                  </a:lnTo>
                  <a:lnTo>
                    <a:pt x="1773150" y="393443"/>
                  </a:lnTo>
                  <a:lnTo>
                    <a:pt x="1778856" y="358982"/>
                  </a:lnTo>
                  <a:lnTo>
                    <a:pt x="1784562" y="324087"/>
                  </a:lnTo>
                  <a:lnTo>
                    <a:pt x="1790269" y="329778"/>
                  </a:lnTo>
                  <a:lnTo>
                    <a:pt x="1795975" y="288822"/>
                  </a:lnTo>
                  <a:lnTo>
                    <a:pt x="1801681" y="257776"/>
                  </a:lnTo>
                  <a:lnTo>
                    <a:pt x="1807387" y="138567"/>
                  </a:lnTo>
                  <a:lnTo>
                    <a:pt x="1813093" y="98525"/>
                  </a:lnTo>
                  <a:lnTo>
                    <a:pt x="1818799" y="10379"/>
                  </a:lnTo>
                  <a:lnTo>
                    <a:pt x="1824506" y="43612"/>
                  </a:lnTo>
                  <a:lnTo>
                    <a:pt x="1830212" y="0"/>
                  </a:lnTo>
                  <a:lnTo>
                    <a:pt x="1835918" y="35853"/>
                  </a:lnTo>
                  <a:lnTo>
                    <a:pt x="1841624" y="57647"/>
                  </a:lnTo>
                  <a:lnTo>
                    <a:pt x="1847330" y="101883"/>
                  </a:lnTo>
                  <a:lnTo>
                    <a:pt x="1853036" y="63882"/>
                  </a:lnTo>
                  <a:lnTo>
                    <a:pt x="1858743" y="174987"/>
                  </a:lnTo>
                  <a:lnTo>
                    <a:pt x="1864449" y="162267"/>
                  </a:lnTo>
                  <a:lnTo>
                    <a:pt x="1870155" y="306160"/>
                  </a:lnTo>
                  <a:lnTo>
                    <a:pt x="1875861" y="274269"/>
                  </a:lnTo>
                  <a:lnTo>
                    <a:pt x="1881567" y="345929"/>
                  </a:lnTo>
                  <a:lnTo>
                    <a:pt x="1887274" y="372297"/>
                  </a:lnTo>
                  <a:lnTo>
                    <a:pt x="1892980" y="313078"/>
                  </a:lnTo>
                  <a:lnTo>
                    <a:pt x="1898686" y="361944"/>
                  </a:lnTo>
                  <a:lnTo>
                    <a:pt x="1904392" y="214242"/>
                  </a:lnTo>
                  <a:lnTo>
                    <a:pt x="1910098" y="228508"/>
                  </a:lnTo>
                  <a:lnTo>
                    <a:pt x="1915804" y="184473"/>
                  </a:lnTo>
                  <a:lnTo>
                    <a:pt x="1921511" y="185109"/>
                  </a:lnTo>
                  <a:lnTo>
                    <a:pt x="1927217" y="168925"/>
                  </a:lnTo>
                  <a:lnTo>
                    <a:pt x="1932923" y="333968"/>
                  </a:lnTo>
                  <a:lnTo>
                    <a:pt x="1938629" y="333834"/>
                  </a:lnTo>
                  <a:lnTo>
                    <a:pt x="1944335" y="302587"/>
                  </a:lnTo>
                  <a:lnTo>
                    <a:pt x="1950041" y="404740"/>
                  </a:lnTo>
                  <a:lnTo>
                    <a:pt x="1955748" y="533375"/>
                  </a:lnTo>
                  <a:lnTo>
                    <a:pt x="1961454" y="453214"/>
                  </a:lnTo>
                  <a:lnTo>
                    <a:pt x="1967160" y="451200"/>
                  </a:lnTo>
                  <a:lnTo>
                    <a:pt x="1972866" y="443015"/>
                  </a:lnTo>
                  <a:lnTo>
                    <a:pt x="1978572" y="435538"/>
                  </a:lnTo>
                  <a:lnTo>
                    <a:pt x="1984279" y="444634"/>
                  </a:lnTo>
                  <a:lnTo>
                    <a:pt x="1989985" y="408351"/>
                  </a:lnTo>
                  <a:lnTo>
                    <a:pt x="1995691" y="371153"/>
                  </a:lnTo>
                  <a:lnTo>
                    <a:pt x="2001397" y="176712"/>
                  </a:lnTo>
                  <a:lnTo>
                    <a:pt x="2007103" y="132187"/>
                  </a:lnTo>
                  <a:lnTo>
                    <a:pt x="2012809" y="260304"/>
                  </a:lnTo>
                  <a:lnTo>
                    <a:pt x="2018516" y="128045"/>
                  </a:lnTo>
                  <a:lnTo>
                    <a:pt x="2024222" y="218246"/>
                  </a:lnTo>
                  <a:lnTo>
                    <a:pt x="2029928" y="192961"/>
                  </a:lnTo>
                  <a:lnTo>
                    <a:pt x="2035634" y="204674"/>
                  </a:lnTo>
                  <a:lnTo>
                    <a:pt x="2041340" y="422138"/>
                  </a:lnTo>
                  <a:lnTo>
                    <a:pt x="2047047" y="292012"/>
                  </a:lnTo>
                  <a:lnTo>
                    <a:pt x="2052753" y="423788"/>
                  </a:lnTo>
                  <a:lnTo>
                    <a:pt x="2058459" y="474513"/>
                  </a:lnTo>
                  <a:lnTo>
                    <a:pt x="2064165" y="512872"/>
                  </a:lnTo>
                  <a:lnTo>
                    <a:pt x="2069871" y="599401"/>
                  </a:lnTo>
                  <a:lnTo>
                    <a:pt x="2075577" y="576642"/>
                  </a:lnTo>
                  <a:lnTo>
                    <a:pt x="2081284" y="637016"/>
                  </a:lnTo>
                  <a:lnTo>
                    <a:pt x="2086990" y="869238"/>
                  </a:lnTo>
                  <a:lnTo>
                    <a:pt x="2092696" y="809411"/>
                  </a:lnTo>
                  <a:lnTo>
                    <a:pt x="2098402" y="1143645"/>
                  </a:lnTo>
                  <a:lnTo>
                    <a:pt x="2104108" y="1162764"/>
                  </a:lnTo>
                  <a:lnTo>
                    <a:pt x="2109814" y="1114872"/>
                  </a:lnTo>
                  <a:lnTo>
                    <a:pt x="2115521" y="1184013"/>
                  </a:lnTo>
                  <a:lnTo>
                    <a:pt x="2121227" y="1187565"/>
                  </a:lnTo>
                  <a:lnTo>
                    <a:pt x="2126933" y="1207642"/>
                  </a:lnTo>
                  <a:lnTo>
                    <a:pt x="2132639" y="1156667"/>
                  </a:lnTo>
                  <a:lnTo>
                    <a:pt x="2138345" y="1109439"/>
                  </a:lnTo>
                  <a:lnTo>
                    <a:pt x="2144052" y="1207432"/>
                  </a:lnTo>
                  <a:lnTo>
                    <a:pt x="2149758" y="1365661"/>
                  </a:lnTo>
                  <a:lnTo>
                    <a:pt x="2155464" y="1349388"/>
                  </a:lnTo>
                  <a:lnTo>
                    <a:pt x="2161170" y="1413377"/>
                  </a:lnTo>
                  <a:lnTo>
                    <a:pt x="2166876" y="1327610"/>
                  </a:lnTo>
                  <a:lnTo>
                    <a:pt x="2172582" y="1517326"/>
                  </a:lnTo>
                  <a:lnTo>
                    <a:pt x="2178289" y="1610015"/>
                  </a:lnTo>
                  <a:lnTo>
                    <a:pt x="2183995" y="1698318"/>
                  </a:lnTo>
                  <a:lnTo>
                    <a:pt x="2189701" y="1660432"/>
                  </a:lnTo>
                  <a:lnTo>
                    <a:pt x="2195407" y="1656140"/>
                  </a:lnTo>
                  <a:lnTo>
                    <a:pt x="2201113" y="1737969"/>
                  </a:lnTo>
                  <a:lnTo>
                    <a:pt x="2206820" y="1723925"/>
                  </a:lnTo>
                  <a:lnTo>
                    <a:pt x="2212526" y="1713184"/>
                  </a:lnTo>
                  <a:lnTo>
                    <a:pt x="2218232" y="1643314"/>
                  </a:lnTo>
                  <a:lnTo>
                    <a:pt x="2223938" y="1628243"/>
                  </a:lnTo>
                  <a:lnTo>
                    <a:pt x="2229644" y="1595296"/>
                  </a:lnTo>
                  <a:lnTo>
                    <a:pt x="2235350" y="1675471"/>
                  </a:lnTo>
                  <a:lnTo>
                    <a:pt x="2241057" y="1804185"/>
                  </a:lnTo>
                  <a:lnTo>
                    <a:pt x="2246763" y="1838284"/>
                  </a:lnTo>
                  <a:lnTo>
                    <a:pt x="2252469" y="1814764"/>
                  </a:lnTo>
                  <a:lnTo>
                    <a:pt x="2258175" y="1649232"/>
                  </a:lnTo>
                  <a:lnTo>
                    <a:pt x="2263881" y="1675860"/>
                  </a:lnTo>
                  <a:lnTo>
                    <a:pt x="2269587" y="1809181"/>
                  </a:lnTo>
                  <a:lnTo>
                    <a:pt x="2275294" y="1870486"/>
                  </a:lnTo>
                  <a:lnTo>
                    <a:pt x="2281000" y="1948344"/>
                  </a:lnTo>
                  <a:lnTo>
                    <a:pt x="2286706" y="1868369"/>
                  </a:lnTo>
                  <a:lnTo>
                    <a:pt x="2292412" y="1883973"/>
                  </a:lnTo>
                  <a:lnTo>
                    <a:pt x="2298118" y="1852712"/>
                  </a:lnTo>
                  <a:lnTo>
                    <a:pt x="2303825" y="1646282"/>
                  </a:lnTo>
                  <a:lnTo>
                    <a:pt x="2309531" y="1716974"/>
                  </a:lnTo>
                  <a:lnTo>
                    <a:pt x="2315237" y="1709792"/>
                  </a:lnTo>
                  <a:lnTo>
                    <a:pt x="2320943" y="1801764"/>
                  </a:lnTo>
                  <a:lnTo>
                    <a:pt x="2326649" y="1849987"/>
                  </a:lnTo>
                  <a:lnTo>
                    <a:pt x="2332355" y="1779422"/>
                  </a:lnTo>
                  <a:lnTo>
                    <a:pt x="2338062" y="1725833"/>
                  </a:lnTo>
                  <a:lnTo>
                    <a:pt x="2343768" y="1643020"/>
                  </a:lnTo>
                  <a:lnTo>
                    <a:pt x="2349474" y="1594437"/>
                  </a:lnTo>
                  <a:lnTo>
                    <a:pt x="2355180" y="1626392"/>
                  </a:lnTo>
                  <a:lnTo>
                    <a:pt x="2360886" y="1566182"/>
                  </a:lnTo>
                  <a:lnTo>
                    <a:pt x="2366592" y="1504855"/>
                  </a:lnTo>
                  <a:lnTo>
                    <a:pt x="2372299" y="1565096"/>
                  </a:lnTo>
                  <a:lnTo>
                    <a:pt x="2378005" y="1576859"/>
                  </a:lnTo>
                  <a:lnTo>
                    <a:pt x="2383711" y="1542241"/>
                  </a:lnTo>
                  <a:lnTo>
                    <a:pt x="2389417" y="1539663"/>
                  </a:lnTo>
                  <a:lnTo>
                    <a:pt x="2395123" y="1603521"/>
                  </a:lnTo>
                  <a:lnTo>
                    <a:pt x="2400830" y="1688805"/>
                  </a:lnTo>
                  <a:lnTo>
                    <a:pt x="2406536" y="1666489"/>
                  </a:lnTo>
                  <a:lnTo>
                    <a:pt x="2412242" y="1600125"/>
                  </a:lnTo>
                  <a:lnTo>
                    <a:pt x="2417948" y="1466440"/>
                  </a:lnTo>
                  <a:lnTo>
                    <a:pt x="2423654" y="1414880"/>
                  </a:lnTo>
                  <a:lnTo>
                    <a:pt x="2429360" y="1362870"/>
                  </a:lnTo>
                  <a:lnTo>
                    <a:pt x="2435067" y="1366737"/>
                  </a:lnTo>
                  <a:lnTo>
                    <a:pt x="2440773" y="1298903"/>
                  </a:lnTo>
                  <a:lnTo>
                    <a:pt x="2446479" y="1305288"/>
                  </a:lnTo>
                  <a:lnTo>
                    <a:pt x="2452185" y="1301328"/>
                  </a:lnTo>
                  <a:lnTo>
                    <a:pt x="2457891" y="1266498"/>
                  </a:lnTo>
                  <a:lnTo>
                    <a:pt x="2463598" y="1392727"/>
                  </a:lnTo>
                  <a:lnTo>
                    <a:pt x="2469304" y="1421382"/>
                  </a:lnTo>
                  <a:lnTo>
                    <a:pt x="2475010" y="1465738"/>
                  </a:lnTo>
                  <a:lnTo>
                    <a:pt x="2480716" y="1535455"/>
                  </a:lnTo>
                  <a:lnTo>
                    <a:pt x="2486422" y="1521933"/>
                  </a:lnTo>
                  <a:lnTo>
                    <a:pt x="2492128" y="1552724"/>
                  </a:lnTo>
                  <a:lnTo>
                    <a:pt x="2497835" y="1696392"/>
                  </a:lnTo>
                  <a:lnTo>
                    <a:pt x="2503541" y="1681973"/>
                  </a:lnTo>
                  <a:lnTo>
                    <a:pt x="2509247" y="1601500"/>
                  </a:lnTo>
                  <a:lnTo>
                    <a:pt x="2514953" y="1620255"/>
                  </a:lnTo>
                  <a:lnTo>
                    <a:pt x="2520659" y="1661788"/>
                  </a:lnTo>
                  <a:lnTo>
                    <a:pt x="2526365" y="1595979"/>
                  </a:lnTo>
                  <a:lnTo>
                    <a:pt x="2532072" y="1506047"/>
                  </a:lnTo>
                  <a:lnTo>
                    <a:pt x="2537778" y="1395647"/>
                  </a:lnTo>
                  <a:lnTo>
                    <a:pt x="2543484" y="1423224"/>
                  </a:lnTo>
                  <a:lnTo>
                    <a:pt x="2549190" y="1407850"/>
                  </a:lnTo>
                  <a:lnTo>
                    <a:pt x="2554896" y="1288379"/>
                  </a:lnTo>
                  <a:lnTo>
                    <a:pt x="2560603" y="1178714"/>
                  </a:lnTo>
                  <a:lnTo>
                    <a:pt x="2566309" y="1192411"/>
                  </a:lnTo>
                  <a:lnTo>
                    <a:pt x="2572015" y="1137412"/>
                  </a:lnTo>
                  <a:lnTo>
                    <a:pt x="2577721" y="1216032"/>
                  </a:lnTo>
                  <a:lnTo>
                    <a:pt x="2583427" y="1153148"/>
                  </a:lnTo>
                  <a:lnTo>
                    <a:pt x="2589133" y="1166323"/>
                  </a:lnTo>
                  <a:lnTo>
                    <a:pt x="2594840" y="1179197"/>
                  </a:lnTo>
                  <a:lnTo>
                    <a:pt x="2600546" y="1151307"/>
                  </a:lnTo>
                  <a:lnTo>
                    <a:pt x="2606252" y="1071035"/>
                  </a:lnTo>
                  <a:lnTo>
                    <a:pt x="2611958" y="1280438"/>
                  </a:lnTo>
                  <a:lnTo>
                    <a:pt x="2617664" y="1366334"/>
                  </a:lnTo>
                  <a:lnTo>
                    <a:pt x="2623371" y="1372425"/>
                  </a:lnTo>
                  <a:lnTo>
                    <a:pt x="2629077" y="1465720"/>
                  </a:lnTo>
                  <a:lnTo>
                    <a:pt x="2634783" y="1596025"/>
                  </a:lnTo>
                  <a:lnTo>
                    <a:pt x="2640489" y="1614827"/>
                  </a:lnTo>
                  <a:lnTo>
                    <a:pt x="2646195" y="1611112"/>
                  </a:lnTo>
                  <a:lnTo>
                    <a:pt x="2651901" y="1465351"/>
                  </a:lnTo>
                  <a:lnTo>
                    <a:pt x="2657608" y="1443092"/>
                  </a:lnTo>
                  <a:lnTo>
                    <a:pt x="2663314" y="1423243"/>
                  </a:lnTo>
                  <a:lnTo>
                    <a:pt x="2669020" y="1334196"/>
                  </a:lnTo>
                  <a:lnTo>
                    <a:pt x="2674726" y="1250398"/>
                  </a:lnTo>
                  <a:lnTo>
                    <a:pt x="2680432" y="1327173"/>
                  </a:lnTo>
                  <a:lnTo>
                    <a:pt x="2686138" y="1478428"/>
                  </a:lnTo>
                  <a:lnTo>
                    <a:pt x="2691845" y="1397706"/>
                  </a:lnTo>
                  <a:lnTo>
                    <a:pt x="2697551" y="1415946"/>
                  </a:lnTo>
                  <a:lnTo>
                    <a:pt x="2703257" y="1350349"/>
                  </a:lnTo>
                  <a:lnTo>
                    <a:pt x="2708963" y="1382802"/>
                  </a:lnTo>
                  <a:lnTo>
                    <a:pt x="2714669" y="1492600"/>
                  </a:lnTo>
                  <a:lnTo>
                    <a:pt x="2720376" y="1574510"/>
                  </a:lnTo>
                  <a:lnTo>
                    <a:pt x="2726082" y="1632088"/>
                  </a:lnTo>
                  <a:lnTo>
                    <a:pt x="2731788" y="1614129"/>
                  </a:lnTo>
                  <a:lnTo>
                    <a:pt x="2737494" y="1567823"/>
                  </a:lnTo>
                  <a:lnTo>
                    <a:pt x="2743200" y="1716156"/>
                  </a:lnTo>
                  <a:lnTo>
                    <a:pt x="2748906" y="1614813"/>
                  </a:lnTo>
                  <a:lnTo>
                    <a:pt x="2754613" y="1634385"/>
                  </a:lnTo>
                  <a:lnTo>
                    <a:pt x="2760319" y="1659186"/>
                  </a:lnTo>
                  <a:lnTo>
                    <a:pt x="2766025" y="1710490"/>
                  </a:lnTo>
                  <a:lnTo>
                    <a:pt x="2771731" y="1758900"/>
                  </a:lnTo>
                  <a:lnTo>
                    <a:pt x="2777437" y="1747328"/>
                  </a:lnTo>
                  <a:lnTo>
                    <a:pt x="2783143" y="1785633"/>
                  </a:lnTo>
                  <a:lnTo>
                    <a:pt x="2788850" y="1741620"/>
                  </a:lnTo>
                  <a:lnTo>
                    <a:pt x="2794556" y="1798930"/>
                  </a:lnTo>
                  <a:lnTo>
                    <a:pt x="2800262" y="1766488"/>
                  </a:lnTo>
                  <a:lnTo>
                    <a:pt x="2805968" y="1809191"/>
                  </a:lnTo>
                  <a:lnTo>
                    <a:pt x="2811674" y="1828483"/>
                  </a:lnTo>
                  <a:lnTo>
                    <a:pt x="2817381" y="1872423"/>
                  </a:lnTo>
                  <a:lnTo>
                    <a:pt x="2823087" y="1810114"/>
                  </a:lnTo>
                  <a:lnTo>
                    <a:pt x="2828793" y="1809160"/>
                  </a:lnTo>
                  <a:lnTo>
                    <a:pt x="2834499" y="1887521"/>
                  </a:lnTo>
                  <a:lnTo>
                    <a:pt x="2840205" y="1875935"/>
                  </a:lnTo>
                  <a:lnTo>
                    <a:pt x="2845911" y="1868781"/>
                  </a:lnTo>
                  <a:lnTo>
                    <a:pt x="2851618" y="1872078"/>
                  </a:lnTo>
                  <a:lnTo>
                    <a:pt x="2857324" y="1820583"/>
                  </a:lnTo>
                  <a:lnTo>
                    <a:pt x="2863030" y="1876457"/>
                  </a:lnTo>
                  <a:lnTo>
                    <a:pt x="2868736" y="1843846"/>
                  </a:lnTo>
                  <a:lnTo>
                    <a:pt x="2874442" y="1859753"/>
                  </a:lnTo>
                  <a:lnTo>
                    <a:pt x="2880149" y="1927827"/>
                  </a:lnTo>
                  <a:lnTo>
                    <a:pt x="2885855" y="1899341"/>
                  </a:lnTo>
                  <a:lnTo>
                    <a:pt x="2891561" y="1878060"/>
                  </a:lnTo>
                  <a:lnTo>
                    <a:pt x="2897267" y="1839606"/>
                  </a:lnTo>
                  <a:lnTo>
                    <a:pt x="2902973" y="1865341"/>
                  </a:lnTo>
                  <a:lnTo>
                    <a:pt x="2908679" y="1934940"/>
                  </a:lnTo>
                  <a:lnTo>
                    <a:pt x="2914386" y="1968044"/>
                  </a:lnTo>
                  <a:lnTo>
                    <a:pt x="2920092" y="1929350"/>
                  </a:lnTo>
                  <a:lnTo>
                    <a:pt x="2925798" y="1915775"/>
                  </a:lnTo>
                  <a:lnTo>
                    <a:pt x="2931504" y="2153138"/>
                  </a:lnTo>
                  <a:lnTo>
                    <a:pt x="2937210" y="2163168"/>
                  </a:lnTo>
                  <a:lnTo>
                    <a:pt x="2942916" y="2165593"/>
                  </a:lnTo>
                  <a:lnTo>
                    <a:pt x="2948623" y="2141445"/>
                  </a:lnTo>
                  <a:lnTo>
                    <a:pt x="2954329" y="2110632"/>
                  </a:lnTo>
                  <a:lnTo>
                    <a:pt x="2960035" y="2122034"/>
                  </a:lnTo>
                  <a:lnTo>
                    <a:pt x="2965741" y="2116503"/>
                  </a:lnTo>
                  <a:lnTo>
                    <a:pt x="2971447" y="2114882"/>
                  </a:lnTo>
                  <a:lnTo>
                    <a:pt x="2977154" y="2075430"/>
                  </a:lnTo>
                  <a:lnTo>
                    <a:pt x="2982860" y="2093638"/>
                  </a:lnTo>
                  <a:lnTo>
                    <a:pt x="2988566" y="2085479"/>
                  </a:lnTo>
                  <a:lnTo>
                    <a:pt x="2994272" y="2095384"/>
                  </a:lnTo>
                  <a:lnTo>
                    <a:pt x="2999978" y="2111075"/>
                  </a:lnTo>
                  <a:lnTo>
                    <a:pt x="3005684" y="2121975"/>
                  </a:lnTo>
                  <a:lnTo>
                    <a:pt x="3011391" y="2129582"/>
                  </a:lnTo>
                  <a:lnTo>
                    <a:pt x="3017097" y="2083024"/>
                  </a:lnTo>
                  <a:lnTo>
                    <a:pt x="3022803" y="2094225"/>
                  </a:lnTo>
                  <a:lnTo>
                    <a:pt x="3028509" y="2094404"/>
                  </a:lnTo>
                  <a:lnTo>
                    <a:pt x="3034215" y="2073630"/>
                  </a:lnTo>
                  <a:lnTo>
                    <a:pt x="3039922" y="2074244"/>
                  </a:lnTo>
                  <a:lnTo>
                    <a:pt x="3045628" y="2059886"/>
                  </a:lnTo>
                  <a:lnTo>
                    <a:pt x="3051334" y="2108589"/>
                  </a:lnTo>
                  <a:lnTo>
                    <a:pt x="3057040" y="2094986"/>
                  </a:lnTo>
                  <a:lnTo>
                    <a:pt x="3062746" y="2067426"/>
                  </a:lnTo>
                  <a:lnTo>
                    <a:pt x="3068452" y="2071029"/>
                  </a:lnTo>
                  <a:lnTo>
                    <a:pt x="3074159" y="2084111"/>
                  </a:lnTo>
                  <a:lnTo>
                    <a:pt x="3079865" y="2067336"/>
                  </a:lnTo>
                  <a:lnTo>
                    <a:pt x="3085571" y="2075927"/>
                  </a:lnTo>
                  <a:lnTo>
                    <a:pt x="3091277" y="2061012"/>
                  </a:lnTo>
                  <a:lnTo>
                    <a:pt x="3096983" y="2074924"/>
                  </a:lnTo>
                  <a:lnTo>
                    <a:pt x="3102689" y="2090069"/>
                  </a:lnTo>
                  <a:lnTo>
                    <a:pt x="3108396" y="2099941"/>
                  </a:lnTo>
                  <a:lnTo>
                    <a:pt x="3114102" y="2130584"/>
                  </a:lnTo>
                  <a:lnTo>
                    <a:pt x="3119808" y="2110525"/>
                  </a:lnTo>
                  <a:lnTo>
                    <a:pt x="3125514" y="2128350"/>
                  </a:lnTo>
                  <a:lnTo>
                    <a:pt x="3131220" y="2127013"/>
                  </a:lnTo>
                  <a:lnTo>
                    <a:pt x="3136927" y="2107078"/>
                  </a:lnTo>
                  <a:lnTo>
                    <a:pt x="3142633" y="2158111"/>
                  </a:lnTo>
                  <a:lnTo>
                    <a:pt x="3148339" y="2136180"/>
                  </a:lnTo>
                  <a:lnTo>
                    <a:pt x="3154045" y="2163359"/>
                  </a:lnTo>
                  <a:lnTo>
                    <a:pt x="3159751" y="2160716"/>
                  </a:lnTo>
                  <a:lnTo>
                    <a:pt x="3165457" y="2184445"/>
                  </a:lnTo>
                  <a:lnTo>
                    <a:pt x="3171164" y="2211033"/>
                  </a:lnTo>
                  <a:lnTo>
                    <a:pt x="3176870" y="2206253"/>
                  </a:lnTo>
                  <a:lnTo>
                    <a:pt x="3182576" y="2248334"/>
                  </a:lnTo>
                  <a:lnTo>
                    <a:pt x="3188282" y="2285029"/>
                  </a:lnTo>
                  <a:lnTo>
                    <a:pt x="3193988" y="2303045"/>
                  </a:lnTo>
                  <a:lnTo>
                    <a:pt x="3199694" y="2296951"/>
                  </a:lnTo>
                  <a:lnTo>
                    <a:pt x="3205401" y="2310725"/>
                  </a:lnTo>
                  <a:lnTo>
                    <a:pt x="3211107" y="2304511"/>
                  </a:lnTo>
                  <a:lnTo>
                    <a:pt x="3216813" y="2302141"/>
                  </a:lnTo>
                  <a:lnTo>
                    <a:pt x="3222519" y="2235330"/>
                  </a:lnTo>
                  <a:lnTo>
                    <a:pt x="3228225" y="2179507"/>
                  </a:lnTo>
                  <a:lnTo>
                    <a:pt x="3233932" y="2188905"/>
                  </a:lnTo>
                  <a:lnTo>
                    <a:pt x="3239638" y="2180756"/>
                  </a:lnTo>
                  <a:lnTo>
                    <a:pt x="3245344" y="2166263"/>
                  </a:lnTo>
                  <a:lnTo>
                    <a:pt x="3251050" y="2150010"/>
                  </a:lnTo>
                  <a:lnTo>
                    <a:pt x="3256756" y="2158704"/>
                  </a:lnTo>
                  <a:lnTo>
                    <a:pt x="3262462" y="2207953"/>
                  </a:lnTo>
                  <a:lnTo>
                    <a:pt x="3268169" y="2214867"/>
                  </a:lnTo>
                  <a:lnTo>
                    <a:pt x="3273875" y="2200894"/>
                  </a:lnTo>
                  <a:lnTo>
                    <a:pt x="3279581" y="2152288"/>
                  </a:lnTo>
                  <a:lnTo>
                    <a:pt x="3285287" y="2151502"/>
                  </a:lnTo>
                  <a:lnTo>
                    <a:pt x="3290993" y="2154632"/>
                  </a:lnTo>
                  <a:lnTo>
                    <a:pt x="3296700" y="2131614"/>
                  </a:lnTo>
                  <a:lnTo>
                    <a:pt x="3302406" y="2120926"/>
                  </a:lnTo>
                  <a:lnTo>
                    <a:pt x="3308112" y="2115429"/>
                  </a:lnTo>
                  <a:lnTo>
                    <a:pt x="3313818" y="2162115"/>
                  </a:lnTo>
                  <a:lnTo>
                    <a:pt x="3319524" y="2142984"/>
                  </a:lnTo>
                  <a:lnTo>
                    <a:pt x="3325230" y="2165232"/>
                  </a:lnTo>
                  <a:lnTo>
                    <a:pt x="3330937" y="2185269"/>
                  </a:lnTo>
                  <a:lnTo>
                    <a:pt x="3336643" y="2168595"/>
                  </a:lnTo>
                  <a:lnTo>
                    <a:pt x="3342349" y="2121396"/>
                  </a:lnTo>
                  <a:lnTo>
                    <a:pt x="3348055" y="2159744"/>
                  </a:lnTo>
                  <a:lnTo>
                    <a:pt x="3353761" y="2163317"/>
                  </a:lnTo>
                  <a:lnTo>
                    <a:pt x="3359467" y="2174422"/>
                  </a:lnTo>
                  <a:lnTo>
                    <a:pt x="3365174" y="2133447"/>
                  </a:lnTo>
                  <a:lnTo>
                    <a:pt x="3370880" y="2136395"/>
                  </a:lnTo>
                  <a:lnTo>
                    <a:pt x="3376586" y="2125119"/>
                  </a:lnTo>
                  <a:lnTo>
                    <a:pt x="3382292" y="2114371"/>
                  </a:lnTo>
                  <a:lnTo>
                    <a:pt x="3387998" y="2117519"/>
                  </a:lnTo>
                  <a:lnTo>
                    <a:pt x="3393705" y="2089926"/>
                  </a:lnTo>
                  <a:lnTo>
                    <a:pt x="3399411" y="2093967"/>
                  </a:lnTo>
                  <a:lnTo>
                    <a:pt x="3405117" y="2091462"/>
                  </a:lnTo>
                  <a:lnTo>
                    <a:pt x="3410823" y="2084454"/>
                  </a:lnTo>
                  <a:lnTo>
                    <a:pt x="3416529" y="2107177"/>
                  </a:lnTo>
                  <a:lnTo>
                    <a:pt x="3422235" y="2197796"/>
                  </a:lnTo>
                  <a:lnTo>
                    <a:pt x="3427942" y="2194249"/>
                  </a:lnTo>
                  <a:lnTo>
                    <a:pt x="3433648" y="2196914"/>
                  </a:lnTo>
                  <a:lnTo>
                    <a:pt x="3439354" y="2161611"/>
                  </a:lnTo>
                  <a:lnTo>
                    <a:pt x="3445060" y="2195773"/>
                  </a:lnTo>
                  <a:lnTo>
                    <a:pt x="3450766" y="2227248"/>
                  </a:lnTo>
                  <a:lnTo>
                    <a:pt x="3456473" y="2226643"/>
                  </a:lnTo>
                  <a:lnTo>
                    <a:pt x="3462179" y="2209220"/>
                  </a:lnTo>
                  <a:lnTo>
                    <a:pt x="3467885" y="2198569"/>
                  </a:lnTo>
                  <a:lnTo>
                    <a:pt x="3473591" y="2191317"/>
                  </a:lnTo>
                  <a:lnTo>
                    <a:pt x="3479297" y="2214063"/>
                  </a:lnTo>
                  <a:lnTo>
                    <a:pt x="3485003" y="2203653"/>
                  </a:lnTo>
                  <a:lnTo>
                    <a:pt x="3490710" y="2201334"/>
                  </a:lnTo>
                  <a:lnTo>
                    <a:pt x="3496416" y="2182103"/>
                  </a:lnTo>
                  <a:lnTo>
                    <a:pt x="3502122" y="2215927"/>
                  </a:lnTo>
                  <a:lnTo>
                    <a:pt x="3507828" y="2213894"/>
                  </a:lnTo>
                  <a:lnTo>
                    <a:pt x="3513534" y="2218783"/>
                  </a:lnTo>
                  <a:lnTo>
                    <a:pt x="3519240" y="2206804"/>
                  </a:lnTo>
                  <a:lnTo>
                    <a:pt x="3524947" y="2218315"/>
                  </a:lnTo>
                  <a:lnTo>
                    <a:pt x="3530653" y="2224002"/>
                  </a:lnTo>
                  <a:lnTo>
                    <a:pt x="3536359" y="2194355"/>
                  </a:lnTo>
                  <a:lnTo>
                    <a:pt x="3542065" y="2211260"/>
                  </a:lnTo>
                  <a:lnTo>
                    <a:pt x="3547771" y="2205726"/>
                  </a:lnTo>
                  <a:lnTo>
                    <a:pt x="3553478" y="2230501"/>
                  </a:lnTo>
                  <a:lnTo>
                    <a:pt x="3559184" y="2195723"/>
                  </a:lnTo>
                  <a:lnTo>
                    <a:pt x="3564890" y="2173657"/>
                  </a:lnTo>
                  <a:lnTo>
                    <a:pt x="3570596" y="2172849"/>
                  </a:lnTo>
                  <a:lnTo>
                    <a:pt x="3576302" y="2200911"/>
                  </a:lnTo>
                  <a:lnTo>
                    <a:pt x="3582008" y="2139357"/>
                  </a:lnTo>
                  <a:lnTo>
                    <a:pt x="3587715" y="2156388"/>
                  </a:lnTo>
                  <a:lnTo>
                    <a:pt x="3593421" y="2199024"/>
                  </a:lnTo>
                  <a:lnTo>
                    <a:pt x="3599127" y="2157446"/>
                  </a:lnTo>
                  <a:lnTo>
                    <a:pt x="3604833" y="2157975"/>
                  </a:lnTo>
                  <a:lnTo>
                    <a:pt x="3610539" y="2181422"/>
                  </a:lnTo>
                  <a:lnTo>
                    <a:pt x="3616245" y="2235509"/>
                  </a:lnTo>
                  <a:lnTo>
                    <a:pt x="3621952" y="2289241"/>
                  </a:lnTo>
                  <a:lnTo>
                    <a:pt x="3627658" y="2267354"/>
                  </a:lnTo>
                  <a:lnTo>
                    <a:pt x="3633364" y="2268349"/>
                  </a:lnTo>
                  <a:lnTo>
                    <a:pt x="3639070" y="2284631"/>
                  </a:lnTo>
                  <a:lnTo>
                    <a:pt x="3644776" y="2317820"/>
                  </a:lnTo>
                  <a:lnTo>
                    <a:pt x="3650483" y="2320311"/>
                  </a:lnTo>
                  <a:lnTo>
                    <a:pt x="3656189" y="2240842"/>
                  </a:lnTo>
                  <a:lnTo>
                    <a:pt x="3661895" y="2212675"/>
                  </a:lnTo>
                  <a:lnTo>
                    <a:pt x="3667601" y="2216153"/>
                  </a:lnTo>
                  <a:lnTo>
                    <a:pt x="3673307" y="2207405"/>
                  </a:lnTo>
                  <a:lnTo>
                    <a:pt x="3679013" y="2221650"/>
                  </a:lnTo>
                  <a:lnTo>
                    <a:pt x="3684720" y="2245104"/>
                  </a:lnTo>
                  <a:lnTo>
                    <a:pt x="3690426" y="2215173"/>
                  </a:lnTo>
                  <a:lnTo>
                    <a:pt x="3696132" y="2244026"/>
                  </a:lnTo>
                  <a:lnTo>
                    <a:pt x="3701838" y="2200746"/>
                  </a:lnTo>
                  <a:lnTo>
                    <a:pt x="3707544" y="2216714"/>
                  </a:lnTo>
                  <a:lnTo>
                    <a:pt x="3713251" y="2246457"/>
                  </a:lnTo>
                  <a:lnTo>
                    <a:pt x="3718957" y="2249643"/>
                  </a:lnTo>
                  <a:lnTo>
                    <a:pt x="3724663" y="2249544"/>
                  </a:lnTo>
                  <a:lnTo>
                    <a:pt x="3730369" y="2212051"/>
                  </a:lnTo>
                  <a:lnTo>
                    <a:pt x="3736075" y="2250397"/>
                  </a:lnTo>
                  <a:lnTo>
                    <a:pt x="3741781" y="2246620"/>
                  </a:lnTo>
                  <a:lnTo>
                    <a:pt x="3747488" y="2241015"/>
                  </a:lnTo>
                  <a:lnTo>
                    <a:pt x="3753194" y="2264653"/>
                  </a:lnTo>
                  <a:lnTo>
                    <a:pt x="3758900" y="2264067"/>
                  </a:lnTo>
                  <a:lnTo>
                    <a:pt x="3764606" y="2256144"/>
                  </a:lnTo>
                  <a:lnTo>
                    <a:pt x="3770312" y="2266382"/>
                  </a:lnTo>
                  <a:lnTo>
                    <a:pt x="3776018" y="2266619"/>
                  </a:lnTo>
                  <a:lnTo>
                    <a:pt x="3781725" y="2315431"/>
                  </a:lnTo>
                  <a:lnTo>
                    <a:pt x="3787431" y="2324806"/>
                  </a:lnTo>
                  <a:lnTo>
                    <a:pt x="3793137" y="2279084"/>
                  </a:lnTo>
                  <a:lnTo>
                    <a:pt x="3798843" y="2301838"/>
                  </a:lnTo>
                  <a:lnTo>
                    <a:pt x="3804549" y="2324271"/>
                  </a:lnTo>
                  <a:lnTo>
                    <a:pt x="3810256" y="2269929"/>
                  </a:lnTo>
                  <a:lnTo>
                    <a:pt x="3815962" y="2262007"/>
                  </a:lnTo>
                  <a:lnTo>
                    <a:pt x="3821668" y="2268186"/>
                  </a:lnTo>
                  <a:lnTo>
                    <a:pt x="3827374" y="2245619"/>
                  </a:lnTo>
                  <a:lnTo>
                    <a:pt x="3833080" y="2262242"/>
                  </a:lnTo>
                  <a:lnTo>
                    <a:pt x="3838786" y="2272415"/>
                  </a:lnTo>
                  <a:lnTo>
                    <a:pt x="3844493" y="2288931"/>
                  </a:lnTo>
                  <a:lnTo>
                    <a:pt x="3850199" y="2310267"/>
                  </a:lnTo>
                  <a:lnTo>
                    <a:pt x="3855905" y="2228816"/>
                  </a:lnTo>
                  <a:lnTo>
                    <a:pt x="3861611" y="2222805"/>
                  </a:lnTo>
                  <a:lnTo>
                    <a:pt x="3867317" y="2151681"/>
                  </a:lnTo>
                  <a:lnTo>
                    <a:pt x="3873024" y="2155372"/>
                  </a:lnTo>
                  <a:lnTo>
                    <a:pt x="3878730" y="2191948"/>
                  </a:lnTo>
                  <a:lnTo>
                    <a:pt x="3884436" y="2194474"/>
                  </a:lnTo>
                  <a:lnTo>
                    <a:pt x="3890142" y="2236427"/>
                  </a:lnTo>
                  <a:lnTo>
                    <a:pt x="3895848" y="2230038"/>
                  </a:lnTo>
                  <a:lnTo>
                    <a:pt x="3901554" y="2239956"/>
                  </a:lnTo>
                  <a:lnTo>
                    <a:pt x="3907261" y="2206915"/>
                  </a:lnTo>
                  <a:lnTo>
                    <a:pt x="3912967" y="2191550"/>
                  </a:lnTo>
                  <a:lnTo>
                    <a:pt x="3918673" y="2204648"/>
                  </a:lnTo>
                  <a:lnTo>
                    <a:pt x="3924379" y="2191666"/>
                  </a:lnTo>
                  <a:lnTo>
                    <a:pt x="3930085" y="2177945"/>
                  </a:lnTo>
                  <a:lnTo>
                    <a:pt x="3935791" y="2184539"/>
                  </a:lnTo>
                  <a:lnTo>
                    <a:pt x="3941498" y="2183087"/>
                  </a:lnTo>
                  <a:lnTo>
                    <a:pt x="3947204" y="2199475"/>
                  </a:lnTo>
                  <a:lnTo>
                    <a:pt x="3952910" y="2176914"/>
                  </a:lnTo>
                  <a:lnTo>
                    <a:pt x="3958616" y="2218266"/>
                  </a:lnTo>
                  <a:lnTo>
                    <a:pt x="3964322" y="2203050"/>
                  </a:lnTo>
                  <a:lnTo>
                    <a:pt x="3970029" y="2167342"/>
                  </a:lnTo>
                  <a:lnTo>
                    <a:pt x="3975735" y="2185053"/>
                  </a:lnTo>
                  <a:lnTo>
                    <a:pt x="3981441" y="1949474"/>
                  </a:lnTo>
                  <a:lnTo>
                    <a:pt x="3987147" y="1946191"/>
                  </a:lnTo>
                  <a:lnTo>
                    <a:pt x="3992853" y="1978289"/>
                  </a:lnTo>
                  <a:lnTo>
                    <a:pt x="3998559" y="1960979"/>
                  </a:lnTo>
                  <a:lnTo>
                    <a:pt x="4004266" y="2017051"/>
                  </a:lnTo>
                  <a:lnTo>
                    <a:pt x="4009972" y="1987454"/>
                  </a:lnTo>
                  <a:lnTo>
                    <a:pt x="4015678" y="2030651"/>
                  </a:lnTo>
                  <a:lnTo>
                    <a:pt x="4021384" y="2044665"/>
                  </a:lnTo>
                  <a:lnTo>
                    <a:pt x="4027090" y="2035508"/>
                  </a:lnTo>
                  <a:lnTo>
                    <a:pt x="4032796" y="2036910"/>
                  </a:lnTo>
                  <a:lnTo>
                    <a:pt x="4038503" y="1989826"/>
                  </a:lnTo>
                  <a:lnTo>
                    <a:pt x="4044209" y="1988592"/>
                  </a:lnTo>
                  <a:lnTo>
                    <a:pt x="4049915" y="1975712"/>
                  </a:lnTo>
                  <a:lnTo>
                    <a:pt x="4055621" y="1989418"/>
                  </a:lnTo>
                  <a:lnTo>
                    <a:pt x="4061327" y="2044667"/>
                  </a:lnTo>
                  <a:lnTo>
                    <a:pt x="4067034" y="2048016"/>
                  </a:lnTo>
                  <a:lnTo>
                    <a:pt x="4072740" y="2032661"/>
                  </a:lnTo>
                  <a:lnTo>
                    <a:pt x="4078446" y="1931388"/>
                  </a:lnTo>
                  <a:lnTo>
                    <a:pt x="4084152" y="1978496"/>
                  </a:lnTo>
                  <a:lnTo>
                    <a:pt x="4089858" y="1894789"/>
                  </a:lnTo>
                  <a:lnTo>
                    <a:pt x="4095564" y="1844135"/>
                  </a:lnTo>
                  <a:lnTo>
                    <a:pt x="4101271" y="1886730"/>
                  </a:lnTo>
                  <a:lnTo>
                    <a:pt x="4106977" y="1844811"/>
                  </a:lnTo>
                  <a:lnTo>
                    <a:pt x="4112683" y="1889998"/>
                  </a:lnTo>
                  <a:lnTo>
                    <a:pt x="4118389" y="1845211"/>
                  </a:lnTo>
                  <a:lnTo>
                    <a:pt x="4124095" y="1911700"/>
                  </a:lnTo>
                  <a:lnTo>
                    <a:pt x="4129802" y="1998148"/>
                  </a:lnTo>
                  <a:lnTo>
                    <a:pt x="4135508" y="2013118"/>
                  </a:lnTo>
                  <a:lnTo>
                    <a:pt x="4141214" y="2066859"/>
                  </a:lnTo>
                  <a:lnTo>
                    <a:pt x="4146920" y="2081149"/>
                  </a:lnTo>
                  <a:lnTo>
                    <a:pt x="4152626" y="2092564"/>
                  </a:lnTo>
                  <a:lnTo>
                    <a:pt x="4158332" y="2114860"/>
                  </a:lnTo>
                  <a:lnTo>
                    <a:pt x="4164039" y="2146221"/>
                  </a:lnTo>
                  <a:lnTo>
                    <a:pt x="4169745" y="2143285"/>
                  </a:lnTo>
                  <a:lnTo>
                    <a:pt x="4175451" y="2112149"/>
                  </a:lnTo>
                  <a:lnTo>
                    <a:pt x="4181157" y="2055238"/>
                  </a:lnTo>
                  <a:lnTo>
                    <a:pt x="4186863" y="2074895"/>
                  </a:lnTo>
                  <a:lnTo>
                    <a:pt x="4192569" y="2016921"/>
                  </a:lnTo>
                  <a:lnTo>
                    <a:pt x="4198276" y="1933422"/>
                  </a:lnTo>
                  <a:lnTo>
                    <a:pt x="4203982" y="1889926"/>
                  </a:lnTo>
                  <a:lnTo>
                    <a:pt x="4209688" y="1968184"/>
                  </a:lnTo>
                  <a:lnTo>
                    <a:pt x="4215394" y="2054214"/>
                  </a:lnTo>
                  <a:lnTo>
                    <a:pt x="4221100" y="2027910"/>
                  </a:lnTo>
                  <a:lnTo>
                    <a:pt x="4226807" y="1777966"/>
                  </a:lnTo>
                  <a:lnTo>
                    <a:pt x="4232513" y="1840153"/>
                  </a:lnTo>
                  <a:lnTo>
                    <a:pt x="4238219" y="1830870"/>
                  </a:lnTo>
                  <a:lnTo>
                    <a:pt x="4243925" y="1945104"/>
                  </a:lnTo>
                  <a:lnTo>
                    <a:pt x="4249631" y="1951781"/>
                  </a:lnTo>
                  <a:lnTo>
                    <a:pt x="4255337" y="1976790"/>
                  </a:lnTo>
                  <a:lnTo>
                    <a:pt x="4261044" y="1979759"/>
                  </a:lnTo>
                  <a:lnTo>
                    <a:pt x="4266750" y="2003650"/>
                  </a:lnTo>
                  <a:lnTo>
                    <a:pt x="4272456" y="1950090"/>
                  </a:lnTo>
                  <a:lnTo>
                    <a:pt x="4278162" y="1922162"/>
                  </a:lnTo>
                  <a:lnTo>
                    <a:pt x="4283868" y="1898893"/>
                  </a:lnTo>
                  <a:lnTo>
                    <a:pt x="4289575" y="1904581"/>
                  </a:lnTo>
                  <a:lnTo>
                    <a:pt x="4295281" y="1895880"/>
                  </a:lnTo>
                  <a:lnTo>
                    <a:pt x="4300987" y="1791164"/>
                  </a:lnTo>
                  <a:lnTo>
                    <a:pt x="4306693" y="1751724"/>
                  </a:lnTo>
                  <a:lnTo>
                    <a:pt x="4312399" y="1825931"/>
                  </a:lnTo>
                  <a:lnTo>
                    <a:pt x="4318105" y="1812172"/>
                  </a:lnTo>
                  <a:lnTo>
                    <a:pt x="4323812" y="1746307"/>
                  </a:lnTo>
                  <a:lnTo>
                    <a:pt x="4329518" y="1667937"/>
                  </a:lnTo>
                  <a:lnTo>
                    <a:pt x="4335224" y="1710639"/>
                  </a:lnTo>
                  <a:lnTo>
                    <a:pt x="4340930" y="1766402"/>
                  </a:lnTo>
                  <a:lnTo>
                    <a:pt x="4346636" y="1801522"/>
                  </a:lnTo>
                  <a:lnTo>
                    <a:pt x="4352342" y="1724508"/>
                  </a:lnTo>
                  <a:lnTo>
                    <a:pt x="4358049" y="1770540"/>
                  </a:lnTo>
                  <a:lnTo>
                    <a:pt x="4363755" y="1837452"/>
                  </a:lnTo>
                  <a:lnTo>
                    <a:pt x="4369461" y="1807757"/>
                  </a:lnTo>
                  <a:lnTo>
                    <a:pt x="4375167" y="1880386"/>
                  </a:lnTo>
                  <a:lnTo>
                    <a:pt x="4380873" y="1893278"/>
                  </a:lnTo>
                  <a:lnTo>
                    <a:pt x="4386580" y="1934464"/>
                  </a:lnTo>
                  <a:lnTo>
                    <a:pt x="4392286" y="1943580"/>
                  </a:lnTo>
                  <a:lnTo>
                    <a:pt x="4397992" y="1912489"/>
                  </a:lnTo>
                  <a:lnTo>
                    <a:pt x="4403698" y="1964883"/>
                  </a:lnTo>
                  <a:lnTo>
                    <a:pt x="4409404" y="1918982"/>
                  </a:lnTo>
                  <a:lnTo>
                    <a:pt x="4415110" y="1863456"/>
                  </a:lnTo>
                  <a:lnTo>
                    <a:pt x="4420817" y="1883339"/>
                  </a:lnTo>
                  <a:lnTo>
                    <a:pt x="4426523" y="1838200"/>
                  </a:lnTo>
                  <a:lnTo>
                    <a:pt x="4432229" y="1923631"/>
                  </a:lnTo>
                  <a:lnTo>
                    <a:pt x="4437935" y="1971556"/>
                  </a:lnTo>
                  <a:lnTo>
                    <a:pt x="4443641" y="2041225"/>
                  </a:lnTo>
                  <a:lnTo>
                    <a:pt x="4449347" y="1996630"/>
                  </a:lnTo>
                  <a:lnTo>
                    <a:pt x="4455054" y="2016634"/>
                  </a:lnTo>
                  <a:lnTo>
                    <a:pt x="4460760" y="2055742"/>
                  </a:lnTo>
                  <a:lnTo>
                    <a:pt x="4466466" y="2109014"/>
                  </a:lnTo>
                  <a:lnTo>
                    <a:pt x="4472172" y="2145969"/>
                  </a:lnTo>
                  <a:lnTo>
                    <a:pt x="4477878" y="2152790"/>
                  </a:lnTo>
                  <a:lnTo>
                    <a:pt x="4483585" y="2168705"/>
                  </a:lnTo>
                  <a:lnTo>
                    <a:pt x="4489291" y="2123220"/>
                  </a:lnTo>
                  <a:lnTo>
                    <a:pt x="4494997" y="2032299"/>
                  </a:lnTo>
                  <a:lnTo>
                    <a:pt x="4500703" y="2021388"/>
                  </a:lnTo>
                  <a:lnTo>
                    <a:pt x="4506409" y="2005911"/>
                  </a:lnTo>
                  <a:lnTo>
                    <a:pt x="4512115" y="2065510"/>
                  </a:lnTo>
                  <a:lnTo>
                    <a:pt x="4517822" y="2040194"/>
                  </a:lnTo>
                  <a:lnTo>
                    <a:pt x="4523528" y="2021453"/>
                  </a:lnTo>
                  <a:lnTo>
                    <a:pt x="4529234" y="2013081"/>
                  </a:lnTo>
                  <a:lnTo>
                    <a:pt x="4534940" y="2008240"/>
                  </a:lnTo>
                  <a:lnTo>
                    <a:pt x="4540646" y="1997048"/>
                  </a:lnTo>
                  <a:lnTo>
                    <a:pt x="4546353" y="1989305"/>
                  </a:lnTo>
                  <a:lnTo>
                    <a:pt x="4552059" y="1998609"/>
                  </a:lnTo>
                  <a:lnTo>
                    <a:pt x="4557765" y="1994043"/>
                  </a:lnTo>
                  <a:lnTo>
                    <a:pt x="4563471" y="1995954"/>
                  </a:lnTo>
                  <a:lnTo>
                    <a:pt x="4569177" y="2006298"/>
                  </a:lnTo>
                  <a:lnTo>
                    <a:pt x="4574883" y="2018252"/>
                  </a:lnTo>
                  <a:lnTo>
                    <a:pt x="4580590" y="2035419"/>
                  </a:lnTo>
                  <a:lnTo>
                    <a:pt x="4586296" y="2006434"/>
                  </a:lnTo>
                  <a:lnTo>
                    <a:pt x="4592002" y="2015947"/>
                  </a:lnTo>
                  <a:lnTo>
                    <a:pt x="4597708" y="2045992"/>
                  </a:lnTo>
                  <a:lnTo>
                    <a:pt x="4603414" y="2098644"/>
                  </a:lnTo>
                  <a:lnTo>
                    <a:pt x="4609120" y="2091122"/>
                  </a:lnTo>
                  <a:lnTo>
                    <a:pt x="4614827" y="2134731"/>
                  </a:lnTo>
                  <a:lnTo>
                    <a:pt x="4620533" y="2182052"/>
                  </a:lnTo>
                  <a:lnTo>
                    <a:pt x="4626239" y="2153640"/>
                  </a:lnTo>
                  <a:lnTo>
                    <a:pt x="4631945" y="2112602"/>
                  </a:lnTo>
                  <a:lnTo>
                    <a:pt x="4637651" y="2179349"/>
                  </a:lnTo>
                  <a:lnTo>
                    <a:pt x="4643358" y="2086016"/>
                  </a:lnTo>
                  <a:lnTo>
                    <a:pt x="4649064" y="2015026"/>
                  </a:lnTo>
                  <a:lnTo>
                    <a:pt x="4654770" y="1994348"/>
                  </a:lnTo>
                  <a:lnTo>
                    <a:pt x="4660476" y="1953644"/>
                  </a:lnTo>
                  <a:lnTo>
                    <a:pt x="4666182" y="1999660"/>
                  </a:lnTo>
                  <a:lnTo>
                    <a:pt x="4671888" y="1909071"/>
                  </a:lnTo>
                  <a:lnTo>
                    <a:pt x="4677595" y="1908016"/>
                  </a:lnTo>
                  <a:lnTo>
                    <a:pt x="4683301" y="1944921"/>
                  </a:lnTo>
                  <a:lnTo>
                    <a:pt x="4689007" y="2012883"/>
                  </a:lnTo>
                  <a:lnTo>
                    <a:pt x="4694713" y="1988492"/>
                  </a:lnTo>
                  <a:lnTo>
                    <a:pt x="4700419" y="1981713"/>
                  </a:lnTo>
                  <a:lnTo>
                    <a:pt x="4706126" y="2123302"/>
                  </a:lnTo>
                  <a:lnTo>
                    <a:pt x="4711832" y="2061419"/>
                  </a:lnTo>
                  <a:lnTo>
                    <a:pt x="4717538" y="2000637"/>
                  </a:lnTo>
                  <a:lnTo>
                    <a:pt x="4723244" y="1911251"/>
                  </a:lnTo>
                  <a:lnTo>
                    <a:pt x="4728950" y="1896495"/>
                  </a:lnTo>
                  <a:lnTo>
                    <a:pt x="4734656" y="1866569"/>
                  </a:lnTo>
                  <a:lnTo>
                    <a:pt x="4740363" y="1890075"/>
                  </a:lnTo>
                  <a:lnTo>
                    <a:pt x="4746069" y="1819205"/>
                  </a:lnTo>
                  <a:lnTo>
                    <a:pt x="4751775" y="1805536"/>
                  </a:lnTo>
                  <a:lnTo>
                    <a:pt x="4757481" y="1757919"/>
                  </a:lnTo>
                  <a:lnTo>
                    <a:pt x="4763187" y="1684112"/>
                  </a:lnTo>
                  <a:lnTo>
                    <a:pt x="4768893" y="1654863"/>
                  </a:lnTo>
                  <a:lnTo>
                    <a:pt x="4774600" y="1602432"/>
                  </a:lnTo>
                  <a:lnTo>
                    <a:pt x="4780306" y="1603705"/>
                  </a:lnTo>
                  <a:lnTo>
                    <a:pt x="4786012" y="1636249"/>
                  </a:lnTo>
                  <a:lnTo>
                    <a:pt x="4791718" y="1681445"/>
                  </a:lnTo>
                  <a:lnTo>
                    <a:pt x="4797424" y="1701118"/>
                  </a:lnTo>
                  <a:lnTo>
                    <a:pt x="4803131" y="1816437"/>
                  </a:lnTo>
                  <a:lnTo>
                    <a:pt x="4808837" y="1909059"/>
                  </a:lnTo>
                  <a:lnTo>
                    <a:pt x="4814543" y="1940926"/>
                  </a:lnTo>
                  <a:lnTo>
                    <a:pt x="4820249" y="1994765"/>
                  </a:lnTo>
                  <a:lnTo>
                    <a:pt x="4825955" y="1928085"/>
                  </a:lnTo>
                  <a:lnTo>
                    <a:pt x="4831661" y="1850649"/>
                  </a:lnTo>
                  <a:lnTo>
                    <a:pt x="4837368" y="1852175"/>
                  </a:lnTo>
                  <a:lnTo>
                    <a:pt x="4843074" y="1827052"/>
                  </a:lnTo>
                  <a:lnTo>
                    <a:pt x="4843074" y="18270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444934" y="4053187"/>
              <a:ext cx="8553560" cy="2326262"/>
            </a:xfrm>
            <a:custGeom>
              <a:avLst/>
              <a:pathLst>
                <a:path w="8553560" h="2326262">
                  <a:moveTo>
                    <a:pt x="0" y="731372"/>
                  </a:moveTo>
                  <a:lnTo>
                    <a:pt x="5706" y="539807"/>
                  </a:lnTo>
                  <a:lnTo>
                    <a:pt x="11412" y="558839"/>
                  </a:lnTo>
                  <a:lnTo>
                    <a:pt x="17118" y="604186"/>
                  </a:lnTo>
                  <a:lnTo>
                    <a:pt x="22824" y="647669"/>
                  </a:lnTo>
                  <a:lnTo>
                    <a:pt x="28530" y="728763"/>
                  </a:lnTo>
                  <a:lnTo>
                    <a:pt x="34237" y="735205"/>
                  </a:lnTo>
                  <a:lnTo>
                    <a:pt x="39943" y="791799"/>
                  </a:lnTo>
                  <a:lnTo>
                    <a:pt x="45649" y="866201"/>
                  </a:lnTo>
                  <a:lnTo>
                    <a:pt x="51355" y="765575"/>
                  </a:lnTo>
                  <a:lnTo>
                    <a:pt x="57061" y="748632"/>
                  </a:lnTo>
                  <a:lnTo>
                    <a:pt x="62767" y="745773"/>
                  </a:lnTo>
                  <a:lnTo>
                    <a:pt x="68474" y="748012"/>
                  </a:lnTo>
                  <a:lnTo>
                    <a:pt x="74180" y="614628"/>
                  </a:lnTo>
                  <a:lnTo>
                    <a:pt x="79886" y="633682"/>
                  </a:lnTo>
                  <a:lnTo>
                    <a:pt x="85592" y="651417"/>
                  </a:lnTo>
                  <a:lnTo>
                    <a:pt x="91298" y="666453"/>
                  </a:lnTo>
                  <a:lnTo>
                    <a:pt x="97005" y="709531"/>
                  </a:lnTo>
                  <a:lnTo>
                    <a:pt x="102711" y="651253"/>
                  </a:lnTo>
                  <a:lnTo>
                    <a:pt x="108417" y="597998"/>
                  </a:lnTo>
                  <a:lnTo>
                    <a:pt x="114123" y="660498"/>
                  </a:lnTo>
                  <a:lnTo>
                    <a:pt x="119829" y="642379"/>
                  </a:lnTo>
                  <a:lnTo>
                    <a:pt x="125535" y="836745"/>
                  </a:lnTo>
                  <a:lnTo>
                    <a:pt x="131242" y="845820"/>
                  </a:lnTo>
                  <a:lnTo>
                    <a:pt x="136948" y="826561"/>
                  </a:lnTo>
                  <a:lnTo>
                    <a:pt x="142654" y="906930"/>
                  </a:lnTo>
                  <a:lnTo>
                    <a:pt x="148360" y="916298"/>
                  </a:lnTo>
                  <a:lnTo>
                    <a:pt x="154066" y="858122"/>
                  </a:lnTo>
                  <a:lnTo>
                    <a:pt x="159772" y="930719"/>
                  </a:lnTo>
                  <a:lnTo>
                    <a:pt x="165479" y="921415"/>
                  </a:lnTo>
                  <a:lnTo>
                    <a:pt x="171185" y="905668"/>
                  </a:lnTo>
                  <a:lnTo>
                    <a:pt x="176891" y="934735"/>
                  </a:lnTo>
                  <a:lnTo>
                    <a:pt x="182597" y="938091"/>
                  </a:lnTo>
                  <a:lnTo>
                    <a:pt x="188303" y="939697"/>
                  </a:lnTo>
                  <a:lnTo>
                    <a:pt x="194010" y="1005815"/>
                  </a:lnTo>
                  <a:lnTo>
                    <a:pt x="199716" y="1106085"/>
                  </a:lnTo>
                  <a:lnTo>
                    <a:pt x="205422" y="1092862"/>
                  </a:lnTo>
                  <a:lnTo>
                    <a:pt x="211128" y="1063333"/>
                  </a:lnTo>
                  <a:lnTo>
                    <a:pt x="216834" y="1103468"/>
                  </a:lnTo>
                  <a:lnTo>
                    <a:pt x="222540" y="1008380"/>
                  </a:lnTo>
                  <a:lnTo>
                    <a:pt x="228247" y="1019056"/>
                  </a:lnTo>
                  <a:lnTo>
                    <a:pt x="233953" y="1022902"/>
                  </a:lnTo>
                  <a:lnTo>
                    <a:pt x="239659" y="1069874"/>
                  </a:lnTo>
                  <a:lnTo>
                    <a:pt x="245365" y="1092571"/>
                  </a:lnTo>
                  <a:lnTo>
                    <a:pt x="251071" y="1102737"/>
                  </a:lnTo>
                  <a:lnTo>
                    <a:pt x="256778" y="1177513"/>
                  </a:lnTo>
                  <a:lnTo>
                    <a:pt x="262484" y="1162504"/>
                  </a:lnTo>
                  <a:lnTo>
                    <a:pt x="268190" y="1133992"/>
                  </a:lnTo>
                  <a:lnTo>
                    <a:pt x="273896" y="1206625"/>
                  </a:lnTo>
                  <a:lnTo>
                    <a:pt x="279602" y="1214873"/>
                  </a:lnTo>
                  <a:lnTo>
                    <a:pt x="285308" y="1256060"/>
                  </a:lnTo>
                  <a:lnTo>
                    <a:pt x="291015" y="1262892"/>
                  </a:lnTo>
                  <a:lnTo>
                    <a:pt x="296721" y="1215619"/>
                  </a:lnTo>
                  <a:lnTo>
                    <a:pt x="302427" y="1297704"/>
                  </a:lnTo>
                  <a:lnTo>
                    <a:pt x="308133" y="1247379"/>
                  </a:lnTo>
                  <a:lnTo>
                    <a:pt x="313839" y="1293155"/>
                  </a:lnTo>
                  <a:lnTo>
                    <a:pt x="319545" y="1314863"/>
                  </a:lnTo>
                  <a:lnTo>
                    <a:pt x="325252" y="1448146"/>
                  </a:lnTo>
                  <a:lnTo>
                    <a:pt x="330958" y="1548088"/>
                  </a:lnTo>
                  <a:lnTo>
                    <a:pt x="336664" y="1451492"/>
                  </a:lnTo>
                  <a:lnTo>
                    <a:pt x="342370" y="1393949"/>
                  </a:lnTo>
                  <a:lnTo>
                    <a:pt x="348076" y="1428684"/>
                  </a:lnTo>
                  <a:lnTo>
                    <a:pt x="353783" y="1471729"/>
                  </a:lnTo>
                  <a:lnTo>
                    <a:pt x="359489" y="1473188"/>
                  </a:lnTo>
                  <a:lnTo>
                    <a:pt x="365195" y="1459720"/>
                  </a:lnTo>
                  <a:lnTo>
                    <a:pt x="370901" y="1371295"/>
                  </a:lnTo>
                  <a:lnTo>
                    <a:pt x="376607" y="1453508"/>
                  </a:lnTo>
                  <a:lnTo>
                    <a:pt x="382313" y="1456481"/>
                  </a:lnTo>
                  <a:lnTo>
                    <a:pt x="388020" y="1422990"/>
                  </a:lnTo>
                  <a:lnTo>
                    <a:pt x="393726" y="1464585"/>
                  </a:lnTo>
                  <a:lnTo>
                    <a:pt x="399432" y="1407566"/>
                  </a:lnTo>
                  <a:lnTo>
                    <a:pt x="405138" y="1462972"/>
                  </a:lnTo>
                  <a:lnTo>
                    <a:pt x="410844" y="1450950"/>
                  </a:lnTo>
                  <a:lnTo>
                    <a:pt x="416551" y="1389528"/>
                  </a:lnTo>
                  <a:lnTo>
                    <a:pt x="422257" y="1436115"/>
                  </a:lnTo>
                  <a:lnTo>
                    <a:pt x="427963" y="1392182"/>
                  </a:lnTo>
                  <a:lnTo>
                    <a:pt x="433669" y="1392729"/>
                  </a:lnTo>
                  <a:lnTo>
                    <a:pt x="439375" y="1471649"/>
                  </a:lnTo>
                  <a:lnTo>
                    <a:pt x="445081" y="1461785"/>
                  </a:lnTo>
                  <a:lnTo>
                    <a:pt x="450788" y="1508628"/>
                  </a:lnTo>
                  <a:lnTo>
                    <a:pt x="456494" y="1586463"/>
                  </a:lnTo>
                  <a:lnTo>
                    <a:pt x="462200" y="1595836"/>
                  </a:lnTo>
                  <a:lnTo>
                    <a:pt x="467906" y="1633123"/>
                  </a:lnTo>
                  <a:lnTo>
                    <a:pt x="473612" y="1569251"/>
                  </a:lnTo>
                  <a:lnTo>
                    <a:pt x="479318" y="1523952"/>
                  </a:lnTo>
                  <a:lnTo>
                    <a:pt x="485025" y="1540988"/>
                  </a:lnTo>
                  <a:lnTo>
                    <a:pt x="490731" y="1529838"/>
                  </a:lnTo>
                  <a:lnTo>
                    <a:pt x="496437" y="1542324"/>
                  </a:lnTo>
                  <a:lnTo>
                    <a:pt x="502143" y="1539308"/>
                  </a:lnTo>
                  <a:lnTo>
                    <a:pt x="507849" y="1492770"/>
                  </a:lnTo>
                  <a:lnTo>
                    <a:pt x="513556" y="1497918"/>
                  </a:lnTo>
                  <a:lnTo>
                    <a:pt x="519262" y="1468469"/>
                  </a:lnTo>
                  <a:lnTo>
                    <a:pt x="524968" y="1435029"/>
                  </a:lnTo>
                  <a:lnTo>
                    <a:pt x="530674" y="1432446"/>
                  </a:lnTo>
                  <a:lnTo>
                    <a:pt x="536380" y="1440444"/>
                  </a:lnTo>
                  <a:lnTo>
                    <a:pt x="542086" y="1488924"/>
                  </a:lnTo>
                  <a:lnTo>
                    <a:pt x="547793" y="1628350"/>
                  </a:lnTo>
                  <a:lnTo>
                    <a:pt x="553499" y="1784174"/>
                  </a:lnTo>
                  <a:lnTo>
                    <a:pt x="559205" y="1853595"/>
                  </a:lnTo>
                  <a:lnTo>
                    <a:pt x="564911" y="1848745"/>
                  </a:lnTo>
                  <a:lnTo>
                    <a:pt x="570617" y="1820614"/>
                  </a:lnTo>
                  <a:lnTo>
                    <a:pt x="576323" y="1911281"/>
                  </a:lnTo>
                  <a:lnTo>
                    <a:pt x="582030" y="1945511"/>
                  </a:lnTo>
                  <a:lnTo>
                    <a:pt x="587736" y="1872397"/>
                  </a:lnTo>
                  <a:lnTo>
                    <a:pt x="593442" y="1799151"/>
                  </a:lnTo>
                  <a:lnTo>
                    <a:pt x="599148" y="1759793"/>
                  </a:lnTo>
                  <a:lnTo>
                    <a:pt x="604854" y="1751342"/>
                  </a:lnTo>
                  <a:lnTo>
                    <a:pt x="610561" y="1690308"/>
                  </a:lnTo>
                  <a:lnTo>
                    <a:pt x="616267" y="1627453"/>
                  </a:lnTo>
                  <a:lnTo>
                    <a:pt x="621973" y="1701006"/>
                  </a:lnTo>
                  <a:lnTo>
                    <a:pt x="627679" y="1757582"/>
                  </a:lnTo>
                  <a:lnTo>
                    <a:pt x="633385" y="1741795"/>
                  </a:lnTo>
                  <a:lnTo>
                    <a:pt x="639091" y="1643716"/>
                  </a:lnTo>
                  <a:lnTo>
                    <a:pt x="644798" y="1582879"/>
                  </a:lnTo>
                  <a:lnTo>
                    <a:pt x="650504" y="1546188"/>
                  </a:lnTo>
                  <a:lnTo>
                    <a:pt x="656210" y="1506622"/>
                  </a:lnTo>
                  <a:lnTo>
                    <a:pt x="661916" y="1533303"/>
                  </a:lnTo>
                  <a:lnTo>
                    <a:pt x="667622" y="1499739"/>
                  </a:lnTo>
                  <a:lnTo>
                    <a:pt x="673329" y="1650394"/>
                  </a:lnTo>
                  <a:lnTo>
                    <a:pt x="679035" y="1690506"/>
                  </a:lnTo>
                  <a:lnTo>
                    <a:pt x="684741" y="1785960"/>
                  </a:lnTo>
                  <a:lnTo>
                    <a:pt x="690447" y="1917408"/>
                  </a:lnTo>
                  <a:lnTo>
                    <a:pt x="696153" y="1891596"/>
                  </a:lnTo>
                  <a:lnTo>
                    <a:pt x="701859" y="1969035"/>
                  </a:lnTo>
                  <a:lnTo>
                    <a:pt x="707566" y="1938424"/>
                  </a:lnTo>
                  <a:lnTo>
                    <a:pt x="713272" y="1861287"/>
                  </a:lnTo>
                  <a:lnTo>
                    <a:pt x="718978" y="1869435"/>
                  </a:lnTo>
                  <a:lnTo>
                    <a:pt x="724684" y="1890365"/>
                  </a:lnTo>
                  <a:lnTo>
                    <a:pt x="730390" y="2072017"/>
                  </a:lnTo>
                  <a:lnTo>
                    <a:pt x="736096" y="2117839"/>
                  </a:lnTo>
                  <a:lnTo>
                    <a:pt x="741803" y="2122813"/>
                  </a:lnTo>
                  <a:lnTo>
                    <a:pt x="747509" y="2182205"/>
                  </a:lnTo>
                  <a:lnTo>
                    <a:pt x="753215" y="2159659"/>
                  </a:lnTo>
                  <a:lnTo>
                    <a:pt x="758921" y="2184847"/>
                  </a:lnTo>
                  <a:lnTo>
                    <a:pt x="764627" y="2180883"/>
                  </a:lnTo>
                  <a:lnTo>
                    <a:pt x="770334" y="2197073"/>
                  </a:lnTo>
                  <a:lnTo>
                    <a:pt x="776040" y="2197022"/>
                  </a:lnTo>
                  <a:lnTo>
                    <a:pt x="781746" y="2188186"/>
                  </a:lnTo>
                  <a:lnTo>
                    <a:pt x="787452" y="2199828"/>
                  </a:lnTo>
                  <a:lnTo>
                    <a:pt x="793158" y="2181859"/>
                  </a:lnTo>
                  <a:lnTo>
                    <a:pt x="798864" y="2217313"/>
                  </a:lnTo>
                  <a:lnTo>
                    <a:pt x="804571" y="2264889"/>
                  </a:lnTo>
                  <a:lnTo>
                    <a:pt x="810277" y="2251809"/>
                  </a:lnTo>
                  <a:lnTo>
                    <a:pt x="815983" y="2238357"/>
                  </a:lnTo>
                  <a:lnTo>
                    <a:pt x="821689" y="2205733"/>
                  </a:lnTo>
                  <a:lnTo>
                    <a:pt x="827395" y="2172601"/>
                  </a:lnTo>
                  <a:lnTo>
                    <a:pt x="833102" y="2166806"/>
                  </a:lnTo>
                  <a:lnTo>
                    <a:pt x="838808" y="2153841"/>
                  </a:lnTo>
                  <a:lnTo>
                    <a:pt x="844514" y="2157324"/>
                  </a:lnTo>
                  <a:lnTo>
                    <a:pt x="850220" y="2198848"/>
                  </a:lnTo>
                  <a:lnTo>
                    <a:pt x="855926" y="2201614"/>
                  </a:lnTo>
                  <a:lnTo>
                    <a:pt x="861632" y="2192686"/>
                  </a:lnTo>
                  <a:lnTo>
                    <a:pt x="867339" y="2193770"/>
                  </a:lnTo>
                  <a:lnTo>
                    <a:pt x="873045" y="2216990"/>
                  </a:lnTo>
                  <a:lnTo>
                    <a:pt x="878751" y="2195493"/>
                  </a:lnTo>
                  <a:lnTo>
                    <a:pt x="884457" y="2142033"/>
                  </a:lnTo>
                  <a:lnTo>
                    <a:pt x="890163" y="2136225"/>
                  </a:lnTo>
                  <a:lnTo>
                    <a:pt x="895869" y="2147543"/>
                  </a:lnTo>
                  <a:lnTo>
                    <a:pt x="901576" y="2170553"/>
                  </a:lnTo>
                  <a:lnTo>
                    <a:pt x="907282" y="2174949"/>
                  </a:lnTo>
                  <a:lnTo>
                    <a:pt x="912988" y="2182884"/>
                  </a:lnTo>
                  <a:lnTo>
                    <a:pt x="918694" y="2208938"/>
                  </a:lnTo>
                  <a:lnTo>
                    <a:pt x="924400" y="2198139"/>
                  </a:lnTo>
                  <a:lnTo>
                    <a:pt x="930107" y="2168791"/>
                  </a:lnTo>
                  <a:lnTo>
                    <a:pt x="935813" y="2157286"/>
                  </a:lnTo>
                  <a:lnTo>
                    <a:pt x="941519" y="2174153"/>
                  </a:lnTo>
                  <a:lnTo>
                    <a:pt x="947225" y="2170330"/>
                  </a:lnTo>
                  <a:lnTo>
                    <a:pt x="952931" y="2182566"/>
                  </a:lnTo>
                  <a:lnTo>
                    <a:pt x="958637" y="2222579"/>
                  </a:lnTo>
                  <a:lnTo>
                    <a:pt x="964344" y="2159127"/>
                  </a:lnTo>
                  <a:lnTo>
                    <a:pt x="970050" y="2132859"/>
                  </a:lnTo>
                  <a:lnTo>
                    <a:pt x="975756" y="2090922"/>
                  </a:lnTo>
                  <a:lnTo>
                    <a:pt x="981462" y="2045550"/>
                  </a:lnTo>
                  <a:lnTo>
                    <a:pt x="987168" y="2177448"/>
                  </a:lnTo>
                  <a:lnTo>
                    <a:pt x="992874" y="2076389"/>
                  </a:lnTo>
                  <a:lnTo>
                    <a:pt x="998581" y="2024774"/>
                  </a:lnTo>
                  <a:lnTo>
                    <a:pt x="1004287" y="2057533"/>
                  </a:lnTo>
                  <a:lnTo>
                    <a:pt x="1009993" y="2077572"/>
                  </a:lnTo>
                  <a:lnTo>
                    <a:pt x="1015699" y="2116439"/>
                  </a:lnTo>
                  <a:lnTo>
                    <a:pt x="1021405" y="2043158"/>
                  </a:lnTo>
                  <a:lnTo>
                    <a:pt x="1027112" y="1994271"/>
                  </a:lnTo>
                  <a:lnTo>
                    <a:pt x="1032818" y="2019998"/>
                  </a:lnTo>
                  <a:lnTo>
                    <a:pt x="1038524" y="2040032"/>
                  </a:lnTo>
                  <a:lnTo>
                    <a:pt x="1044230" y="2098304"/>
                  </a:lnTo>
                  <a:lnTo>
                    <a:pt x="1049936" y="2123844"/>
                  </a:lnTo>
                  <a:lnTo>
                    <a:pt x="1055642" y="2153311"/>
                  </a:lnTo>
                  <a:lnTo>
                    <a:pt x="1061349" y="2195766"/>
                  </a:lnTo>
                  <a:lnTo>
                    <a:pt x="1067055" y="2143114"/>
                  </a:lnTo>
                  <a:lnTo>
                    <a:pt x="1072761" y="2194265"/>
                  </a:lnTo>
                  <a:lnTo>
                    <a:pt x="1078467" y="2132790"/>
                  </a:lnTo>
                  <a:lnTo>
                    <a:pt x="1084173" y="2103154"/>
                  </a:lnTo>
                  <a:lnTo>
                    <a:pt x="1089880" y="2007916"/>
                  </a:lnTo>
                  <a:lnTo>
                    <a:pt x="1095586" y="2015635"/>
                  </a:lnTo>
                  <a:lnTo>
                    <a:pt x="1101292" y="2069074"/>
                  </a:lnTo>
                  <a:lnTo>
                    <a:pt x="1106998" y="1948022"/>
                  </a:lnTo>
                  <a:lnTo>
                    <a:pt x="1112704" y="1887207"/>
                  </a:lnTo>
                  <a:lnTo>
                    <a:pt x="1118410" y="1881412"/>
                  </a:lnTo>
                  <a:lnTo>
                    <a:pt x="1124117" y="1874582"/>
                  </a:lnTo>
                  <a:lnTo>
                    <a:pt x="1129823" y="1978027"/>
                  </a:lnTo>
                  <a:lnTo>
                    <a:pt x="1135529" y="1959016"/>
                  </a:lnTo>
                  <a:lnTo>
                    <a:pt x="1141235" y="1884927"/>
                  </a:lnTo>
                  <a:lnTo>
                    <a:pt x="1146941" y="1851730"/>
                  </a:lnTo>
                  <a:lnTo>
                    <a:pt x="1152647" y="1870130"/>
                  </a:lnTo>
                  <a:lnTo>
                    <a:pt x="1158354" y="2028458"/>
                  </a:lnTo>
                  <a:lnTo>
                    <a:pt x="1164060" y="2074720"/>
                  </a:lnTo>
                  <a:lnTo>
                    <a:pt x="1169766" y="2078270"/>
                  </a:lnTo>
                  <a:lnTo>
                    <a:pt x="1175472" y="2107237"/>
                  </a:lnTo>
                  <a:lnTo>
                    <a:pt x="1181178" y="2121869"/>
                  </a:lnTo>
                  <a:lnTo>
                    <a:pt x="1186885" y="2139412"/>
                  </a:lnTo>
                  <a:lnTo>
                    <a:pt x="1192591" y="2101591"/>
                  </a:lnTo>
                  <a:lnTo>
                    <a:pt x="1198297" y="2091353"/>
                  </a:lnTo>
                  <a:lnTo>
                    <a:pt x="1204003" y="2121434"/>
                  </a:lnTo>
                  <a:lnTo>
                    <a:pt x="1209709" y="2120945"/>
                  </a:lnTo>
                  <a:lnTo>
                    <a:pt x="1215415" y="2116318"/>
                  </a:lnTo>
                  <a:lnTo>
                    <a:pt x="1221122" y="2022840"/>
                  </a:lnTo>
                  <a:lnTo>
                    <a:pt x="1226828" y="2049852"/>
                  </a:lnTo>
                  <a:lnTo>
                    <a:pt x="1232534" y="2095995"/>
                  </a:lnTo>
                  <a:lnTo>
                    <a:pt x="1238240" y="2161860"/>
                  </a:lnTo>
                  <a:lnTo>
                    <a:pt x="1243946" y="2146097"/>
                  </a:lnTo>
                  <a:lnTo>
                    <a:pt x="1249653" y="2119587"/>
                  </a:lnTo>
                  <a:lnTo>
                    <a:pt x="1255359" y="2135480"/>
                  </a:lnTo>
                  <a:lnTo>
                    <a:pt x="1261065" y="2113066"/>
                  </a:lnTo>
                  <a:lnTo>
                    <a:pt x="1266771" y="2066414"/>
                  </a:lnTo>
                  <a:lnTo>
                    <a:pt x="1272477" y="2023218"/>
                  </a:lnTo>
                  <a:lnTo>
                    <a:pt x="1278183" y="1970819"/>
                  </a:lnTo>
                  <a:lnTo>
                    <a:pt x="1283890" y="1950276"/>
                  </a:lnTo>
                  <a:lnTo>
                    <a:pt x="1289596" y="1866058"/>
                  </a:lnTo>
                  <a:lnTo>
                    <a:pt x="1295302" y="1771787"/>
                  </a:lnTo>
                  <a:lnTo>
                    <a:pt x="1301008" y="1733524"/>
                  </a:lnTo>
                  <a:lnTo>
                    <a:pt x="1306714" y="1659765"/>
                  </a:lnTo>
                  <a:lnTo>
                    <a:pt x="1312420" y="1617407"/>
                  </a:lnTo>
                  <a:lnTo>
                    <a:pt x="1318127" y="1552195"/>
                  </a:lnTo>
                  <a:lnTo>
                    <a:pt x="1323833" y="1736958"/>
                  </a:lnTo>
                  <a:lnTo>
                    <a:pt x="1329539" y="1757663"/>
                  </a:lnTo>
                  <a:lnTo>
                    <a:pt x="1335245" y="1745394"/>
                  </a:lnTo>
                  <a:lnTo>
                    <a:pt x="1340951" y="1778334"/>
                  </a:lnTo>
                  <a:lnTo>
                    <a:pt x="1346658" y="1776897"/>
                  </a:lnTo>
                  <a:lnTo>
                    <a:pt x="1352364" y="1814508"/>
                  </a:lnTo>
                  <a:lnTo>
                    <a:pt x="1358070" y="1872835"/>
                  </a:lnTo>
                  <a:lnTo>
                    <a:pt x="1363776" y="1874447"/>
                  </a:lnTo>
                  <a:lnTo>
                    <a:pt x="1369482" y="1928570"/>
                  </a:lnTo>
                  <a:lnTo>
                    <a:pt x="1375188" y="1960565"/>
                  </a:lnTo>
                  <a:lnTo>
                    <a:pt x="1380895" y="1946961"/>
                  </a:lnTo>
                  <a:lnTo>
                    <a:pt x="1386601" y="1997699"/>
                  </a:lnTo>
                  <a:lnTo>
                    <a:pt x="1392307" y="2027174"/>
                  </a:lnTo>
                  <a:lnTo>
                    <a:pt x="1398013" y="1998758"/>
                  </a:lnTo>
                  <a:lnTo>
                    <a:pt x="1403719" y="1989323"/>
                  </a:lnTo>
                  <a:lnTo>
                    <a:pt x="1409425" y="1967762"/>
                  </a:lnTo>
                  <a:lnTo>
                    <a:pt x="1415132" y="1940752"/>
                  </a:lnTo>
                  <a:lnTo>
                    <a:pt x="1420838" y="1975103"/>
                  </a:lnTo>
                  <a:lnTo>
                    <a:pt x="1426544" y="1940008"/>
                  </a:lnTo>
                  <a:lnTo>
                    <a:pt x="1432250" y="1964510"/>
                  </a:lnTo>
                  <a:lnTo>
                    <a:pt x="1437956" y="1928864"/>
                  </a:lnTo>
                  <a:lnTo>
                    <a:pt x="1443663" y="1954754"/>
                  </a:lnTo>
                  <a:lnTo>
                    <a:pt x="1449369" y="1903794"/>
                  </a:lnTo>
                  <a:lnTo>
                    <a:pt x="1455075" y="1894599"/>
                  </a:lnTo>
                  <a:lnTo>
                    <a:pt x="1460781" y="1927975"/>
                  </a:lnTo>
                  <a:lnTo>
                    <a:pt x="1466487" y="1928078"/>
                  </a:lnTo>
                  <a:lnTo>
                    <a:pt x="1472193" y="1939611"/>
                  </a:lnTo>
                  <a:lnTo>
                    <a:pt x="1477900" y="1917373"/>
                  </a:lnTo>
                  <a:lnTo>
                    <a:pt x="1483606" y="1926190"/>
                  </a:lnTo>
                  <a:lnTo>
                    <a:pt x="1489312" y="1902389"/>
                  </a:lnTo>
                  <a:lnTo>
                    <a:pt x="1495018" y="1844672"/>
                  </a:lnTo>
                  <a:lnTo>
                    <a:pt x="1500724" y="1855067"/>
                  </a:lnTo>
                  <a:lnTo>
                    <a:pt x="1506431" y="1837190"/>
                  </a:lnTo>
                  <a:lnTo>
                    <a:pt x="1512137" y="1886295"/>
                  </a:lnTo>
                  <a:lnTo>
                    <a:pt x="1517843" y="1904913"/>
                  </a:lnTo>
                  <a:lnTo>
                    <a:pt x="1523549" y="1972642"/>
                  </a:lnTo>
                  <a:lnTo>
                    <a:pt x="1529255" y="1901348"/>
                  </a:lnTo>
                  <a:lnTo>
                    <a:pt x="1534961" y="1944850"/>
                  </a:lnTo>
                  <a:lnTo>
                    <a:pt x="1540668" y="1991648"/>
                  </a:lnTo>
                  <a:lnTo>
                    <a:pt x="1546374" y="2014113"/>
                  </a:lnTo>
                  <a:lnTo>
                    <a:pt x="1552080" y="1951281"/>
                  </a:lnTo>
                  <a:lnTo>
                    <a:pt x="1557786" y="1996613"/>
                  </a:lnTo>
                  <a:lnTo>
                    <a:pt x="1563492" y="2052822"/>
                  </a:lnTo>
                  <a:lnTo>
                    <a:pt x="1569198" y="2051209"/>
                  </a:lnTo>
                  <a:lnTo>
                    <a:pt x="1574905" y="2091450"/>
                  </a:lnTo>
                  <a:lnTo>
                    <a:pt x="1580611" y="2057986"/>
                  </a:lnTo>
                  <a:lnTo>
                    <a:pt x="1586317" y="2150604"/>
                  </a:lnTo>
                  <a:lnTo>
                    <a:pt x="1592023" y="2247168"/>
                  </a:lnTo>
                  <a:lnTo>
                    <a:pt x="1597729" y="2250262"/>
                  </a:lnTo>
                  <a:lnTo>
                    <a:pt x="1603436" y="2234424"/>
                  </a:lnTo>
                  <a:lnTo>
                    <a:pt x="1609142" y="2212367"/>
                  </a:lnTo>
                  <a:lnTo>
                    <a:pt x="1614848" y="2212649"/>
                  </a:lnTo>
                  <a:lnTo>
                    <a:pt x="1620554" y="2198926"/>
                  </a:lnTo>
                  <a:lnTo>
                    <a:pt x="1626260" y="2171000"/>
                  </a:lnTo>
                  <a:lnTo>
                    <a:pt x="1631966" y="2159817"/>
                  </a:lnTo>
                  <a:lnTo>
                    <a:pt x="1637673" y="2159976"/>
                  </a:lnTo>
                  <a:lnTo>
                    <a:pt x="1643379" y="2163469"/>
                  </a:lnTo>
                  <a:lnTo>
                    <a:pt x="1649085" y="2153399"/>
                  </a:lnTo>
                  <a:lnTo>
                    <a:pt x="1654791" y="2121779"/>
                  </a:lnTo>
                  <a:lnTo>
                    <a:pt x="1660497" y="2122425"/>
                  </a:lnTo>
                  <a:lnTo>
                    <a:pt x="1666204" y="2181085"/>
                  </a:lnTo>
                  <a:lnTo>
                    <a:pt x="1671910" y="2203060"/>
                  </a:lnTo>
                  <a:lnTo>
                    <a:pt x="1677616" y="2146505"/>
                  </a:lnTo>
                  <a:lnTo>
                    <a:pt x="1683322" y="2204460"/>
                  </a:lnTo>
                  <a:lnTo>
                    <a:pt x="1689028" y="2224907"/>
                  </a:lnTo>
                  <a:lnTo>
                    <a:pt x="1694734" y="2225257"/>
                  </a:lnTo>
                  <a:lnTo>
                    <a:pt x="1700441" y="2231916"/>
                  </a:lnTo>
                  <a:lnTo>
                    <a:pt x="1706147" y="2209926"/>
                  </a:lnTo>
                  <a:lnTo>
                    <a:pt x="1711853" y="2200658"/>
                  </a:lnTo>
                  <a:lnTo>
                    <a:pt x="1717559" y="2196774"/>
                  </a:lnTo>
                  <a:lnTo>
                    <a:pt x="1723265" y="2167810"/>
                  </a:lnTo>
                  <a:lnTo>
                    <a:pt x="1728971" y="2144745"/>
                  </a:lnTo>
                  <a:lnTo>
                    <a:pt x="1734678" y="2144419"/>
                  </a:lnTo>
                  <a:lnTo>
                    <a:pt x="1740384" y="2162813"/>
                  </a:lnTo>
                  <a:lnTo>
                    <a:pt x="1746090" y="2149297"/>
                  </a:lnTo>
                  <a:lnTo>
                    <a:pt x="1751796" y="2118574"/>
                  </a:lnTo>
                  <a:lnTo>
                    <a:pt x="1757502" y="2109140"/>
                  </a:lnTo>
                  <a:lnTo>
                    <a:pt x="1763209" y="2147239"/>
                  </a:lnTo>
                  <a:lnTo>
                    <a:pt x="1768915" y="2114118"/>
                  </a:lnTo>
                  <a:lnTo>
                    <a:pt x="1774621" y="2124105"/>
                  </a:lnTo>
                  <a:lnTo>
                    <a:pt x="1780327" y="2143076"/>
                  </a:lnTo>
                  <a:lnTo>
                    <a:pt x="1786033" y="2135626"/>
                  </a:lnTo>
                  <a:lnTo>
                    <a:pt x="1791739" y="2163643"/>
                  </a:lnTo>
                  <a:lnTo>
                    <a:pt x="1797446" y="2155830"/>
                  </a:lnTo>
                  <a:lnTo>
                    <a:pt x="1803152" y="2175468"/>
                  </a:lnTo>
                  <a:lnTo>
                    <a:pt x="1808858" y="2203307"/>
                  </a:lnTo>
                  <a:lnTo>
                    <a:pt x="1814564" y="2242673"/>
                  </a:lnTo>
                  <a:lnTo>
                    <a:pt x="1820270" y="2251159"/>
                  </a:lnTo>
                  <a:lnTo>
                    <a:pt x="1825976" y="2239440"/>
                  </a:lnTo>
                  <a:lnTo>
                    <a:pt x="1831683" y="2205239"/>
                  </a:lnTo>
                  <a:lnTo>
                    <a:pt x="1837389" y="2212296"/>
                  </a:lnTo>
                  <a:lnTo>
                    <a:pt x="1843095" y="2236619"/>
                  </a:lnTo>
                  <a:lnTo>
                    <a:pt x="1848801" y="2254008"/>
                  </a:lnTo>
                  <a:lnTo>
                    <a:pt x="1854507" y="2260259"/>
                  </a:lnTo>
                  <a:lnTo>
                    <a:pt x="1860214" y="2238971"/>
                  </a:lnTo>
                  <a:lnTo>
                    <a:pt x="1865920" y="2233874"/>
                  </a:lnTo>
                  <a:lnTo>
                    <a:pt x="1871626" y="2277492"/>
                  </a:lnTo>
                  <a:lnTo>
                    <a:pt x="1877332" y="2263840"/>
                  </a:lnTo>
                  <a:lnTo>
                    <a:pt x="1883038" y="2225446"/>
                  </a:lnTo>
                  <a:lnTo>
                    <a:pt x="1888744" y="2180876"/>
                  </a:lnTo>
                  <a:lnTo>
                    <a:pt x="1894451" y="2200698"/>
                  </a:lnTo>
                  <a:lnTo>
                    <a:pt x="1900157" y="2199987"/>
                  </a:lnTo>
                  <a:lnTo>
                    <a:pt x="1905863" y="2214795"/>
                  </a:lnTo>
                  <a:lnTo>
                    <a:pt x="1911569" y="2233811"/>
                  </a:lnTo>
                  <a:lnTo>
                    <a:pt x="1917275" y="2173576"/>
                  </a:lnTo>
                  <a:lnTo>
                    <a:pt x="1922982" y="2212102"/>
                  </a:lnTo>
                  <a:lnTo>
                    <a:pt x="1928688" y="2247002"/>
                  </a:lnTo>
                  <a:lnTo>
                    <a:pt x="1934394" y="2262503"/>
                  </a:lnTo>
                  <a:lnTo>
                    <a:pt x="1940100" y="2277102"/>
                  </a:lnTo>
                  <a:lnTo>
                    <a:pt x="1945806" y="2222974"/>
                  </a:lnTo>
                  <a:lnTo>
                    <a:pt x="1951512" y="2201830"/>
                  </a:lnTo>
                  <a:lnTo>
                    <a:pt x="1957219" y="2195981"/>
                  </a:lnTo>
                  <a:lnTo>
                    <a:pt x="1962925" y="2254652"/>
                  </a:lnTo>
                  <a:lnTo>
                    <a:pt x="1968631" y="2282447"/>
                  </a:lnTo>
                  <a:lnTo>
                    <a:pt x="1974337" y="2303584"/>
                  </a:lnTo>
                  <a:lnTo>
                    <a:pt x="1980043" y="2272484"/>
                  </a:lnTo>
                  <a:lnTo>
                    <a:pt x="1985749" y="2274434"/>
                  </a:lnTo>
                  <a:lnTo>
                    <a:pt x="1991456" y="2275185"/>
                  </a:lnTo>
                  <a:lnTo>
                    <a:pt x="1997162" y="2245989"/>
                  </a:lnTo>
                  <a:lnTo>
                    <a:pt x="2002868" y="2269520"/>
                  </a:lnTo>
                  <a:lnTo>
                    <a:pt x="2008574" y="2272404"/>
                  </a:lnTo>
                  <a:lnTo>
                    <a:pt x="2014280" y="2278664"/>
                  </a:lnTo>
                  <a:lnTo>
                    <a:pt x="2019987" y="2269985"/>
                  </a:lnTo>
                  <a:lnTo>
                    <a:pt x="2025693" y="2275963"/>
                  </a:lnTo>
                  <a:lnTo>
                    <a:pt x="2031399" y="2271997"/>
                  </a:lnTo>
                  <a:lnTo>
                    <a:pt x="2037105" y="2268713"/>
                  </a:lnTo>
                  <a:lnTo>
                    <a:pt x="2042811" y="2289104"/>
                  </a:lnTo>
                  <a:lnTo>
                    <a:pt x="2048517" y="2310065"/>
                  </a:lnTo>
                  <a:lnTo>
                    <a:pt x="2054224" y="2326262"/>
                  </a:lnTo>
                  <a:lnTo>
                    <a:pt x="2059930" y="2326262"/>
                  </a:lnTo>
                  <a:lnTo>
                    <a:pt x="2065636" y="2326262"/>
                  </a:lnTo>
                  <a:lnTo>
                    <a:pt x="2071342" y="2304745"/>
                  </a:lnTo>
                  <a:lnTo>
                    <a:pt x="2077048" y="2284025"/>
                  </a:lnTo>
                  <a:lnTo>
                    <a:pt x="2082755" y="2279743"/>
                  </a:lnTo>
                  <a:lnTo>
                    <a:pt x="2088461" y="2269395"/>
                  </a:lnTo>
                  <a:lnTo>
                    <a:pt x="2094167" y="2265900"/>
                  </a:lnTo>
                  <a:lnTo>
                    <a:pt x="2099873" y="2262245"/>
                  </a:lnTo>
                  <a:lnTo>
                    <a:pt x="2105579" y="2276652"/>
                  </a:lnTo>
                  <a:lnTo>
                    <a:pt x="2111285" y="2243857"/>
                  </a:lnTo>
                  <a:lnTo>
                    <a:pt x="2116992" y="2220207"/>
                  </a:lnTo>
                  <a:lnTo>
                    <a:pt x="2122698" y="2218564"/>
                  </a:lnTo>
                  <a:lnTo>
                    <a:pt x="2128404" y="2224788"/>
                  </a:lnTo>
                  <a:lnTo>
                    <a:pt x="2134110" y="2231111"/>
                  </a:lnTo>
                  <a:lnTo>
                    <a:pt x="2139816" y="2199056"/>
                  </a:lnTo>
                  <a:lnTo>
                    <a:pt x="2145522" y="2204502"/>
                  </a:lnTo>
                  <a:lnTo>
                    <a:pt x="2151229" y="2238902"/>
                  </a:lnTo>
                  <a:lnTo>
                    <a:pt x="2156935" y="2252491"/>
                  </a:lnTo>
                  <a:lnTo>
                    <a:pt x="2162641" y="2234662"/>
                  </a:lnTo>
                  <a:lnTo>
                    <a:pt x="2168347" y="2227928"/>
                  </a:lnTo>
                  <a:lnTo>
                    <a:pt x="2174053" y="2243530"/>
                  </a:lnTo>
                  <a:lnTo>
                    <a:pt x="2179760" y="2252945"/>
                  </a:lnTo>
                  <a:lnTo>
                    <a:pt x="2185466" y="2220271"/>
                  </a:lnTo>
                  <a:lnTo>
                    <a:pt x="2191172" y="2203147"/>
                  </a:lnTo>
                  <a:lnTo>
                    <a:pt x="2196878" y="2207628"/>
                  </a:lnTo>
                  <a:lnTo>
                    <a:pt x="2202584" y="2204859"/>
                  </a:lnTo>
                  <a:lnTo>
                    <a:pt x="2208290" y="2197823"/>
                  </a:lnTo>
                  <a:lnTo>
                    <a:pt x="2213997" y="2180299"/>
                  </a:lnTo>
                  <a:lnTo>
                    <a:pt x="2219703" y="2235572"/>
                  </a:lnTo>
                  <a:lnTo>
                    <a:pt x="2225409" y="2251362"/>
                  </a:lnTo>
                  <a:lnTo>
                    <a:pt x="2231115" y="2247366"/>
                  </a:lnTo>
                  <a:lnTo>
                    <a:pt x="2236821" y="2233336"/>
                  </a:lnTo>
                  <a:lnTo>
                    <a:pt x="2242527" y="2241473"/>
                  </a:lnTo>
                  <a:lnTo>
                    <a:pt x="2248234" y="2270202"/>
                  </a:lnTo>
                  <a:lnTo>
                    <a:pt x="2253940" y="2243287"/>
                  </a:lnTo>
                  <a:lnTo>
                    <a:pt x="2259646" y="2282942"/>
                  </a:lnTo>
                  <a:lnTo>
                    <a:pt x="2265352" y="2308032"/>
                  </a:lnTo>
                  <a:lnTo>
                    <a:pt x="2271058" y="2303300"/>
                  </a:lnTo>
                  <a:lnTo>
                    <a:pt x="2276765" y="2286572"/>
                  </a:lnTo>
                  <a:lnTo>
                    <a:pt x="2282471" y="2275010"/>
                  </a:lnTo>
                  <a:lnTo>
                    <a:pt x="2288177" y="2282874"/>
                  </a:lnTo>
                  <a:lnTo>
                    <a:pt x="2293883" y="2308161"/>
                  </a:lnTo>
                  <a:lnTo>
                    <a:pt x="2299589" y="2314870"/>
                  </a:lnTo>
                  <a:lnTo>
                    <a:pt x="2305295" y="2306035"/>
                  </a:lnTo>
                  <a:lnTo>
                    <a:pt x="2311002" y="2320007"/>
                  </a:lnTo>
                  <a:lnTo>
                    <a:pt x="2316708" y="2322879"/>
                  </a:lnTo>
                  <a:lnTo>
                    <a:pt x="2322414" y="2326262"/>
                  </a:lnTo>
                  <a:lnTo>
                    <a:pt x="2328120" y="2314938"/>
                  </a:lnTo>
                  <a:lnTo>
                    <a:pt x="2333826" y="2286090"/>
                  </a:lnTo>
                  <a:lnTo>
                    <a:pt x="2339533" y="2323822"/>
                  </a:lnTo>
                  <a:lnTo>
                    <a:pt x="2345239" y="2291051"/>
                  </a:lnTo>
                  <a:lnTo>
                    <a:pt x="2350945" y="2286598"/>
                  </a:lnTo>
                  <a:lnTo>
                    <a:pt x="2356651" y="2257276"/>
                  </a:lnTo>
                  <a:lnTo>
                    <a:pt x="2362357" y="2256606"/>
                  </a:lnTo>
                  <a:lnTo>
                    <a:pt x="2368063" y="2280148"/>
                  </a:lnTo>
                  <a:lnTo>
                    <a:pt x="2373770" y="2235614"/>
                  </a:lnTo>
                  <a:lnTo>
                    <a:pt x="2379476" y="2243752"/>
                  </a:lnTo>
                  <a:lnTo>
                    <a:pt x="2385182" y="2326262"/>
                  </a:lnTo>
                  <a:lnTo>
                    <a:pt x="2390888" y="2326262"/>
                  </a:lnTo>
                  <a:lnTo>
                    <a:pt x="2396594" y="2326262"/>
                  </a:lnTo>
                  <a:lnTo>
                    <a:pt x="2402300" y="2326262"/>
                  </a:lnTo>
                  <a:lnTo>
                    <a:pt x="2408007" y="2326262"/>
                  </a:lnTo>
                  <a:lnTo>
                    <a:pt x="2413713" y="2326262"/>
                  </a:lnTo>
                  <a:lnTo>
                    <a:pt x="2419419" y="2326262"/>
                  </a:lnTo>
                  <a:lnTo>
                    <a:pt x="2425125" y="2326262"/>
                  </a:lnTo>
                  <a:lnTo>
                    <a:pt x="2430831" y="2307900"/>
                  </a:lnTo>
                  <a:lnTo>
                    <a:pt x="2436538" y="2296782"/>
                  </a:lnTo>
                  <a:lnTo>
                    <a:pt x="2442244" y="2276387"/>
                  </a:lnTo>
                  <a:lnTo>
                    <a:pt x="2447950" y="2242664"/>
                  </a:lnTo>
                  <a:lnTo>
                    <a:pt x="2453656" y="2226458"/>
                  </a:lnTo>
                  <a:lnTo>
                    <a:pt x="2459362" y="2230926"/>
                  </a:lnTo>
                  <a:lnTo>
                    <a:pt x="2465068" y="2226322"/>
                  </a:lnTo>
                  <a:lnTo>
                    <a:pt x="2470775" y="2239393"/>
                  </a:lnTo>
                  <a:lnTo>
                    <a:pt x="2476481" y="2248901"/>
                  </a:lnTo>
                  <a:lnTo>
                    <a:pt x="2482187" y="2269768"/>
                  </a:lnTo>
                  <a:lnTo>
                    <a:pt x="2487893" y="2255161"/>
                  </a:lnTo>
                  <a:lnTo>
                    <a:pt x="2493599" y="2279719"/>
                  </a:lnTo>
                  <a:lnTo>
                    <a:pt x="2499306" y="2294497"/>
                  </a:lnTo>
                  <a:lnTo>
                    <a:pt x="2505012" y="2303291"/>
                  </a:lnTo>
                  <a:lnTo>
                    <a:pt x="2510718" y="2282292"/>
                  </a:lnTo>
                  <a:lnTo>
                    <a:pt x="2516424" y="2289810"/>
                  </a:lnTo>
                  <a:lnTo>
                    <a:pt x="2522130" y="2249217"/>
                  </a:lnTo>
                  <a:lnTo>
                    <a:pt x="2527836" y="2303766"/>
                  </a:lnTo>
                  <a:lnTo>
                    <a:pt x="2533543" y="2314483"/>
                  </a:lnTo>
                  <a:lnTo>
                    <a:pt x="2539249" y="2291881"/>
                  </a:lnTo>
                  <a:lnTo>
                    <a:pt x="2544955" y="2326262"/>
                  </a:lnTo>
                  <a:lnTo>
                    <a:pt x="2550661" y="2326262"/>
                  </a:lnTo>
                  <a:lnTo>
                    <a:pt x="2556367" y="2326262"/>
                  </a:lnTo>
                  <a:lnTo>
                    <a:pt x="2562073" y="2308863"/>
                  </a:lnTo>
                  <a:lnTo>
                    <a:pt x="2567780" y="2271029"/>
                  </a:lnTo>
                  <a:lnTo>
                    <a:pt x="2573486" y="2307840"/>
                  </a:lnTo>
                  <a:lnTo>
                    <a:pt x="2579192" y="2307785"/>
                  </a:lnTo>
                  <a:lnTo>
                    <a:pt x="2584898" y="2326262"/>
                  </a:lnTo>
                  <a:lnTo>
                    <a:pt x="2590604" y="2326262"/>
                  </a:lnTo>
                  <a:lnTo>
                    <a:pt x="2596311" y="2326262"/>
                  </a:lnTo>
                  <a:lnTo>
                    <a:pt x="2602017" y="2323222"/>
                  </a:lnTo>
                  <a:lnTo>
                    <a:pt x="2607723" y="2314140"/>
                  </a:lnTo>
                  <a:lnTo>
                    <a:pt x="2613429" y="2297812"/>
                  </a:lnTo>
                  <a:lnTo>
                    <a:pt x="2619135" y="2310914"/>
                  </a:lnTo>
                  <a:lnTo>
                    <a:pt x="2624841" y="2294933"/>
                  </a:lnTo>
                  <a:lnTo>
                    <a:pt x="2630548" y="2262076"/>
                  </a:lnTo>
                  <a:lnTo>
                    <a:pt x="2636254" y="2243069"/>
                  </a:lnTo>
                  <a:lnTo>
                    <a:pt x="2641960" y="2265528"/>
                  </a:lnTo>
                  <a:lnTo>
                    <a:pt x="2647666" y="2320993"/>
                  </a:lnTo>
                  <a:lnTo>
                    <a:pt x="2653372" y="2310862"/>
                  </a:lnTo>
                  <a:lnTo>
                    <a:pt x="2659078" y="2248309"/>
                  </a:lnTo>
                  <a:lnTo>
                    <a:pt x="2664785" y="2231214"/>
                  </a:lnTo>
                  <a:lnTo>
                    <a:pt x="2670491" y="2236446"/>
                  </a:lnTo>
                  <a:lnTo>
                    <a:pt x="2676197" y="2212441"/>
                  </a:lnTo>
                  <a:lnTo>
                    <a:pt x="2681903" y="2227469"/>
                  </a:lnTo>
                  <a:lnTo>
                    <a:pt x="2687609" y="2252358"/>
                  </a:lnTo>
                  <a:lnTo>
                    <a:pt x="2693316" y="2274458"/>
                  </a:lnTo>
                  <a:lnTo>
                    <a:pt x="2699022" y="2295588"/>
                  </a:lnTo>
                  <a:lnTo>
                    <a:pt x="2704728" y="2277044"/>
                  </a:lnTo>
                  <a:lnTo>
                    <a:pt x="2710434" y="2245301"/>
                  </a:lnTo>
                  <a:lnTo>
                    <a:pt x="2716140" y="2237318"/>
                  </a:lnTo>
                  <a:lnTo>
                    <a:pt x="2721846" y="2233567"/>
                  </a:lnTo>
                  <a:lnTo>
                    <a:pt x="2727553" y="2233498"/>
                  </a:lnTo>
                  <a:lnTo>
                    <a:pt x="2733259" y="2237792"/>
                  </a:lnTo>
                  <a:lnTo>
                    <a:pt x="2738965" y="2229295"/>
                  </a:lnTo>
                  <a:lnTo>
                    <a:pt x="2744671" y="2161476"/>
                  </a:lnTo>
                  <a:lnTo>
                    <a:pt x="2750377" y="2189228"/>
                  </a:lnTo>
                  <a:lnTo>
                    <a:pt x="2756084" y="2170433"/>
                  </a:lnTo>
                  <a:lnTo>
                    <a:pt x="2761790" y="2188183"/>
                  </a:lnTo>
                  <a:lnTo>
                    <a:pt x="2767496" y="2169996"/>
                  </a:lnTo>
                  <a:lnTo>
                    <a:pt x="2773202" y="2159436"/>
                  </a:lnTo>
                  <a:lnTo>
                    <a:pt x="2778908" y="2161564"/>
                  </a:lnTo>
                  <a:lnTo>
                    <a:pt x="2784614" y="2121361"/>
                  </a:lnTo>
                  <a:lnTo>
                    <a:pt x="2790321" y="2090362"/>
                  </a:lnTo>
                  <a:lnTo>
                    <a:pt x="2796027" y="2093164"/>
                  </a:lnTo>
                  <a:lnTo>
                    <a:pt x="2801733" y="2089582"/>
                  </a:lnTo>
                  <a:lnTo>
                    <a:pt x="2807439" y="2051958"/>
                  </a:lnTo>
                  <a:lnTo>
                    <a:pt x="2813145" y="2047794"/>
                  </a:lnTo>
                  <a:lnTo>
                    <a:pt x="2818851" y="2045652"/>
                  </a:lnTo>
                  <a:lnTo>
                    <a:pt x="2824558" y="2059447"/>
                  </a:lnTo>
                  <a:lnTo>
                    <a:pt x="2830264" y="2027929"/>
                  </a:lnTo>
                  <a:lnTo>
                    <a:pt x="2835970" y="1978776"/>
                  </a:lnTo>
                  <a:lnTo>
                    <a:pt x="2841676" y="2018352"/>
                  </a:lnTo>
                  <a:lnTo>
                    <a:pt x="2847382" y="1950274"/>
                  </a:lnTo>
                  <a:lnTo>
                    <a:pt x="2853089" y="1930565"/>
                  </a:lnTo>
                  <a:lnTo>
                    <a:pt x="2858795" y="1967857"/>
                  </a:lnTo>
                  <a:lnTo>
                    <a:pt x="2864501" y="1975976"/>
                  </a:lnTo>
                  <a:lnTo>
                    <a:pt x="2870207" y="1969130"/>
                  </a:lnTo>
                  <a:lnTo>
                    <a:pt x="2875913" y="1938041"/>
                  </a:lnTo>
                  <a:lnTo>
                    <a:pt x="2881619" y="1967695"/>
                  </a:lnTo>
                  <a:lnTo>
                    <a:pt x="2887326" y="2018619"/>
                  </a:lnTo>
                  <a:lnTo>
                    <a:pt x="2893032" y="2031448"/>
                  </a:lnTo>
                  <a:lnTo>
                    <a:pt x="2898738" y="1947739"/>
                  </a:lnTo>
                  <a:lnTo>
                    <a:pt x="2904444" y="1963431"/>
                  </a:lnTo>
                  <a:lnTo>
                    <a:pt x="2910150" y="1998940"/>
                  </a:lnTo>
                  <a:lnTo>
                    <a:pt x="2915857" y="1980735"/>
                  </a:lnTo>
                  <a:lnTo>
                    <a:pt x="2921563" y="1903240"/>
                  </a:lnTo>
                  <a:lnTo>
                    <a:pt x="2927269" y="1859978"/>
                  </a:lnTo>
                  <a:lnTo>
                    <a:pt x="2932975" y="1813926"/>
                  </a:lnTo>
                  <a:lnTo>
                    <a:pt x="2938681" y="1762207"/>
                  </a:lnTo>
                  <a:lnTo>
                    <a:pt x="2944387" y="1784584"/>
                  </a:lnTo>
                  <a:lnTo>
                    <a:pt x="2950094" y="1753900"/>
                  </a:lnTo>
                  <a:lnTo>
                    <a:pt x="2955800" y="1687904"/>
                  </a:lnTo>
                  <a:lnTo>
                    <a:pt x="2961506" y="1673307"/>
                  </a:lnTo>
                  <a:lnTo>
                    <a:pt x="2967212" y="1669584"/>
                  </a:lnTo>
                  <a:lnTo>
                    <a:pt x="2972918" y="1662972"/>
                  </a:lnTo>
                  <a:lnTo>
                    <a:pt x="2978624" y="1696380"/>
                  </a:lnTo>
                  <a:lnTo>
                    <a:pt x="2984331" y="1716977"/>
                  </a:lnTo>
                  <a:lnTo>
                    <a:pt x="2990037" y="1721112"/>
                  </a:lnTo>
                  <a:lnTo>
                    <a:pt x="2995743" y="1802603"/>
                  </a:lnTo>
                  <a:lnTo>
                    <a:pt x="3001449" y="1856552"/>
                  </a:lnTo>
                  <a:lnTo>
                    <a:pt x="3007155" y="1918284"/>
                  </a:lnTo>
                  <a:lnTo>
                    <a:pt x="3012862" y="1920092"/>
                  </a:lnTo>
                  <a:lnTo>
                    <a:pt x="3018568" y="1934250"/>
                  </a:lnTo>
                  <a:lnTo>
                    <a:pt x="3024274" y="1951845"/>
                  </a:lnTo>
                  <a:lnTo>
                    <a:pt x="3029980" y="1915665"/>
                  </a:lnTo>
                  <a:lnTo>
                    <a:pt x="3035686" y="1915296"/>
                  </a:lnTo>
                  <a:lnTo>
                    <a:pt x="3041392" y="1817149"/>
                  </a:lnTo>
                  <a:lnTo>
                    <a:pt x="3047099" y="1654449"/>
                  </a:lnTo>
                  <a:lnTo>
                    <a:pt x="3052805" y="1731897"/>
                  </a:lnTo>
                  <a:lnTo>
                    <a:pt x="3058511" y="1606902"/>
                  </a:lnTo>
                  <a:lnTo>
                    <a:pt x="3064217" y="1672847"/>
                  </a:lnTo>
                  <a:lnTo>
                    <a:pt x="3069923" y="1645459"/>
                  </a:lnTo>
                  <a:lnTo>
                    <a:pt x="3075629" y="1743035"/>
                  </a:lnTo>
                  <a:lnTo>
                    <a:pt x="3081336" y="1705405"/>
                  </a:lnTo>
                  <a:lnTo>
                    <a:pt x="3087042" y="1732667"/>
                  </a:lnTo>
                  <a:lnTo>
                    <a:pt x="3092748" y="1778502"/>
                  </a:lnTo>
                  <a:lnTo>
                    <a:pt x="3098454" y="1785596"/>
                  </a:lnTo>
                  <a:lnTo>
                    <a:pt x="3104160" y="1809185"/>
                  </a:lnTo>
                  <a:lnTo>
                    <a:pt x="3109867" y="1890976"/>
                  </a:lnTo>
                  <a:lnTo>
                    <a:pt x="3115573" y="1960697"/>
                  </a:lnTo>
                  <a:lnTo>
                    <a:pt x="3121279" y="2001824"/>
                  </a:lnTo>
                  <a:lnTo>
                    <a:pt x="3126985" y="2004949"/>
                  </a:lnTo>
                  <a:lnTo>
                    <a:pt x="3132691" y="1962580"/>
                  </a:lnTo>
                  <a:lnTo>
                    <a:pt x="3138397" y="2002586"/>
                  </a:lnTo>
                  <a:lnTo>
                    <a:pt x="3144104" y="2008252"/>
                  </a:lnTo>
                  <a:lnTo>
                    <a:pt x="3149810" y="2043430"/>
                  </a:lnTo>
                  <a:lnTo>
                    <a:pt x="3155516" y="2041720"/>
                  </a:lnTo>
                  <a:lnTo>
                    <a:pt x="3161222" y="2036105"/>
                  </a:lnTo>
                  <a:lnTo>
                    <a:pt x="3166928" y="2020716"/>
                  </a:lnTo>
                  <a:lnTo>
                    <a:pt x="3172635" y="2048947"/>
                  </a:lnTo>
                  <a:lnTo>
                    <a:pt x="3178341" y="2030884"/>
                  </a:lnTo>
                  <a:lnTo>
                    <a:pt x="3184047" y="2027368"/>
                  </a:lnTo>
                  <a:lnTo>
                    <a:pt x="3189753" y="2008172"/>
                  </a:lnTo>
                  <a:lnTo>
                    <a:pt x="3195459" y="2026193"/>
                  </a:lnTo>
                  <a:lnTo>
                    <a:pt x="3201165" y="2030454"/>
                  </a:lnTo>
                  <a:lnTo>
                    <a:pt x="3206872" y="2038292"/>
                  </a:lnTo>
                  <a:lnTo>
                    <a:pt x="3212578" y="2151163"/>
                  </a:lnTo>
                  <a:lnTo>
                    <a:pt x="3218284" y="2080958"/>
                  </a:lnTo>
                  <a:lnTo>
                    <a:pt x="3223990" y="2062322"/>
                  </a:lnTo>
                  <a:lnTo>
                    <a:pt x="3229696" y="2082034"/>
                  </a:lnTo>
                  <a:lnTo>
                    <a:pt x="3235402" y="2034068"/>
                  </a:lnTo>
                  <a:lnTo>
                    <a:pt x="3241109" y="2057562"/>
                  </a:lnTo>
                  <a:lnTo>
                    <a:pt x="3246815" y="2037847"/>
                  </a:lnTo>
                  <a:lnTo>
                    <a:pt x="3252521" y="2080551"/>
                  </a:lnTo>
                  <a:lnTo>
                    <a:pt x="3258227" y="2134283"/>
                  </a:lnTo>
                  <a:lnTo>
                    <a:pt x="3263933" y="2093378"/>
                  </a:lnTo>
                  <a:lnTo>
                    <a:pt x="3269640" y="2106691"/>
                  </a:lnTo>
                  <a:lnTo>
                    <a:pt x="3275346" y="2082744"/>
                  </a:lnTo>
                  <a:lnTo>
                    <a:pt x="3281052" y="2117946"/>
                  </a:lnTo>
                  <a:lnTo>
                    <a:pt x="3286758" y="2118932"/>
                  </a:lnTo>
                  <a:lnTo>
                    <a:pt x="3292464" y="2101463"/>
                  </a:lnTo>
                  <a:lnTo>
                    <a:pt x="3298170" y="2163014"/>
                  </a:lnTo>
                  <a:lnTo>
                    <a:pt x="3303877" y="2173553"/>
                  </a:lnTo>
                  <a:lnTo>
                    <a:pt x="3309583" y="2184169"/>
                  </a:lnTo>
                  <a:lnTo>
                    <a:pt x="3315289" y="2172953"/>
                  </a:lnTo>
                  <a:lnTo>
                    <a:pt x="3320995" y="2180942"/>
                  </a:lnTo>
                  <a:lnTo>
                    <a:pt x="3326701" y="2256176"/>
                  </a:lnTo>
                  <a:lnTo>
                    <a:pt x="3332408" y="2254798"/>
                  </a:lnTo>
                  <a:lnTo>
                    <a:pt x="3338114" y="2285288"/>
                  </a:lnTo>
                  <a:lnTo>
                    <a:pt x="3343820" y="2257620"/>
                  </a:lnTo>
                  <a:lnTo>
                    <a:pt x="3349526" y="2241690"/>
                  </a:lnTo>
                  <a:lnTo>
                    <a:pt x="3355232" y="2219281"/>
                  </a:lnTo>
                  <a:lnTo>
                    <a:pt x="3360938" y="2163633"/>
                  </a:lnTo>
                  <a:lnTo>
                    <a:pt x="3366645" y="2211592"/>
                  </a:lnTo>
                  <a:lnTo>
                    <a:pt x="3372351" y="2239866"/>
                  </a:lnTo>
                  <a:lnTo>
                    <a:pt x="3378057" y="2251876"/>
                  </a:lnTo>
                  <a:lnTo>
                    <a:pt x="3383763" y="2326262"/>
                  </a:lnTo>
                  <a:lnTo>
                    <a:pt x="3389469" y="2326262"/>
                  </a:lnTo>
                  <a:lnTo>
                    <a:pt x="3395175" y="2326262"/>
                  </a:lnTo>
                  <a:lnTo>
                    <a:pt x="3400882" y="2286596"/>
                  </a:lnTo>
                  <a:lnTo>
                    <a:pt x="3406588" y="2242531"/>
                  </a:lnTo>
                  <a:lnTo>
                    <a:pt x="3412294" y="2238898"/>
                  </a:lnTo>
                  <a:lnTo>
                    <a:pt x="3418000" y="2223267"/>
                  </a:lnTo>
                  <a:lnTo>
                    <a:pt x="3423706" y="2235949"/>
                  </a:lnTo>
                  <a:lnTo>
                    <a:pt x="3429413" y="2221948"/>
                  </a:lnTo>
                  <a:lnTo>
                    <a:pt x="3435119" y="2195127"/>
                  </a:lnTo>
                  <a:lnTo>
                    <a:pt x="3440825" y="2206840"/>
                  </a:lnTo>
                  <a:lnTo>
                    <a:pt x="3446531" y="2250734"/>
                  </a:lnTo>
                  <a:lnTo>
                    <a:pt x="3452237" y="2258955"/>
                  </a:lnTo>
                  <a:lnTo>
                    <a:pt x="3457943" y="2247477"/>
                  </a:lnTo>
                  <a:lnTo>
                    <a:pt x="3463650" y="2221260"/>
                  </a:lnTo>
                  <a:lnTo>
                    <a:pt x="3469356" y="2157648"/>
                  </a:lnTo>
                  <a:lnTo>
                    <a:pt x="3475062" y="2151465"/>
                  </a:lnTo>
                  <a:lnTo>
                    <a:pt x="3480768" y="2150455"/>
                  </a:lnTo>
                  <a:lnTo>
                    <a:pt x="3486474" y="2123833"/>
                  </a:lnTo>
                  <a:lnTo>
                    <a:pt x="3492180" y="2147791"/>
                  </a:lnTo>
                  <a:lnTo>
                    <a:pt x="3497887" y="2111676"/>
                  </a:lnTo>
                  <a:lnTo>
                    <a:pt x="3503593" y="2116954"/>
                  </a:lnTo>
                  <a:lnTo>
                    <a:pt x="3509299" y="2098001"/>
                  </a:lnTo>
                  <a:lnTo>
                    <a:pt x="3515005" y="2164458"/>
                  </a:lnTo>
                  <a:lnTo>
                    <a:pt x="3520711" y="2135775"/>
                  </a:lnTo>
                  <a:lnTo>
                    <a:pt x="3526418" y="2189417"/>
                  </a:lnTo>
                  <a:lnTo>
                    <a:pt x="3532124" y="2158906"/>
                  </a:lnTo>
                  <a:lnTo>
                    <a:pt x="3537830" y="2211261"/>
                  </a:lnTo>
                  <a:lnTo>
                    <a:pt x="3543536" y="2222340"/>
                  </a:lnTo>
                  <a:lnTo>
                    <a:pt x="3549242" y="2214028"/>
                  </a:lnTo>
                  <a:lnTo>
                    <a:pt x="3554948" y="2225424"/>
                  </a:lnTo>
                  <a:lnTo>
                    <a:pt x="3560655" y="2231742"/>
                  </a:lnTo>
                  <a:lnTo>
                    <a:pt x="3566361" y="2212821"/>
                  </a:lnTo>
                  <a:lnTo>
                    <a:pt x="3572067" y="2200508"/>
                  </a:lnTo>
                  <a:lnTo>
                    <a:pt x="3577773" y="2166629"/>
                  </a:lnTo>
                  <a:lnTo>
                    <a:pt x="3583479" y="2183141"/>
                  </a:lnTo>
                  <a:lnTo>
                    <a:pt x="3589186" y="2178938"/>
                  </a:lnTo>
                  <a:lnTo>
                    <a:pt x="3594892" y="2192768"/>
                  </a:lnTo>
                  <a:lnTo>
                    <a:pt x="3600598" y="2188311"/>
                  </a:lnTo>
                  <a:lnTo>
                    <a:pt x="3606304" y="2100459"/>
                  </a:lnTo>
                  <a:lnTo>
                    <a:pt x="3612010" y="2208108"/>
                  </a:lnTo>
                  <a:lnTo>
                    <a:pt x="3617716" y="2178831"/>
                  </a:lnTo>
                  <a:lnTo>
                    <a:pt x="3623423" y="2184518"/>
                  </a:lnTo>
                  <a:lnTo>
                    <a:pt x="3629129" y="2213999"/>
                  </a:lnTo>
                  <a:lnTo>
                    <a:pt x="3634835" y="2158776"/>
                  </a:lnTo>
                  <a:lnTo>
                    <a:pt x="3640541" y="2231436"/>
                  </a:lnTo>
                  <a:lnTo>
                    <a:pt x="3646247" y="2246036"/>
                  </a:lnTo>
                  <a:lnTo>
                    <a:pt x="3651953" y="2242714"/>
                  </a:lnTo>
                  <a:lnTo>
                    <a:pt x="3657660" y="2250432"/>
                  </a:lnTo>
                  <a:lnTo>
                    <a:pt x="3663366" y="2275144"/>
                  </a:lnTo>
                  <a:lnTo>
                    <a:pt x="3669072" y="2326262"/>
                  </a:lnTo>
                  <a:lnTo>
                    <a:pt x="3674778" y="2326262"/>
                  </a:lnTo>
                  <a:lnTo>
                    <a:pt x="3680484" y="2326262"/>
                  </a:lnTo>
                  <a:lnTo>
                    <a:pt x="3686191" y="2326262"/>
                  </a:lnTo>
                  <a:lnTo>
                    <a:pt x="3691897" y="2326262"/>
                  </a:lnTo>
                  <a:lnTo>
                    <a:pt x="3697603" y="2326262"/>
                  </a:lnTo>
                  <a:lnTo>
                    <a:pt x="3703309" y="2326262"/>
                  </a:lnTo>
                  <a:lnTo>
                    <a:pt x="3709015" y="2326262"/>
                  </a:lnTo>
                  <a:lnTo>
                    <a:pt x="3714721" y="2296397"/>
                  </a:lnTo>
                  <a:lnTo>
                    <a:pt x="3720428" y="2293047"/>
                  </a:lnTo>
                  <a:lnTo>
                    <a:pt x="3726134" y="2245849"/>
                  </a:lnTo>
                  <a:lnTo>
                    <a:pt x="3731840" y="2241606"/>
                  </a:lnTo>
                  <a:lnTo>
                    <a:pt x="3737546" y="2221299"/>
                  </a:lnTo>
                  <a:lnTo>
                    <a:pt x="3743252" y="2259288"/>
                  </a:lnTo>
                  <a:lnTo>
                    <a:pt x="3748959" y="2280865"/>
                  </a:lnTo>
                  <a:lnTo>
                    <a:pt x="3754665" y="2284941"/>
                  </a:lnTo>
                  <a:lnTo>
                    <a:pt x="3760371" y="2276676"/>
                  </a:lnTo>
                  <a:lnTo>
                    <a:pt x="3766077" y="2301025"/>
                  </a:lnTo>
                  <a:lnTo>
                    <a:pt x="3771783" y="2242790"/>
                  </a:lnTo>
                  <a:lnTo>
                    <a:pt x="3777489" y="2247926"/>
                  </a:lnTo>
                  <a:lnTo>
                    <a:pt x="3783196" y="2266190"/>
                  </a:lnTo>
                  <a:lnTo>
                    <a:pt x="3788902" y="2239171"/>
                  </a:lnTo>
                  <a:lnTo>
                    <a:pt x="3794608" y="2255430"/>
                  </a:lnTo>
                  <a:lnTo>
                    <a:pt x="3800314" y="2264124"/>
                  </a:lnTo>
                  <a:lnTo>
                    <a:pt x="3806020" y="2227039"/>
                  </a:lnTo>
                  <a:lnTo>
                    <a:pt x="3811726" y="2176768"/>
                  </a:lnTo>
                  <a:lnTo>
                    <a:pt x="3817433" y="2155688"/>
                  </a:lnTo>
                  <a:lnTo>
                    <a:pt x="3823139" y="2156169"/>
                  </a:lnTo>
                  <a:lnTo>
                    <a:pt x="3828845" y="2165595"/>
                  </a:lnTo>
                  <a:lnTo>
                    <a:pt x="3834551" y="2131160"/>
                  </a:lnTo>
                  <a:lnTo>
                    <a:pt x="3840257" y="2177382"/>
                  </a:lnTo>
                  <a:lnTo>
                    <a:pt x="3845964" y="2155784"/>
                  </a:lnTo>
                  <a:lnTo>
                    <a:pt x="3851670" y="2131545"/>
                  </a:lnTo>
                  <a:lnTo>
                    <a:pt x="3857376" y="2138558"/>
                  </a:lnTo>
                  <a:lnTo>
                    <a:pt x="3863082" y="2135424"/>
                  </a:lnTo>
                  <a:lnTo>
                    <a:pt x="3868788" y="2119989"/>
                  </a:lnTo>
                  <a:lnTo>
                    <a:pt x="3874494" y="2126587"/>
                  </a:lnTo>
                  <a:lnTo>
                    <a:pt x="3880201" y="2130780"/>
                  </a:lnTo>
                  <a:lnTo>
                    <a:pt x="3885907" y="2164304"/>
                  </a:lnTo>
                  <a:lnTo>
                    <a:pt x="3891613" y="2093548"/>
                  </a:lnTo>
                  <a:lnTo>
                    <a:pt x="3897319" y="2057809"/>
                  </a:lnTo>
                  <a:lnTo>
                    <a:pt x="3903025" y="2070397"/>
                  </a:lnTo>
                  <a:lnTo>
                    <a:pt x="3908731" y="2071236"/>
                  </a:lnTo>
                  <a:lnTo>
                    <a:pt x="3914438" y="2036683"/>
                  </a:lnTo>
                  <a:lnTo>
                    <a:pt x="3920144" y="2019634"/>
                  </a:lnTo>
                  <a:lnTo>
                    <a:pt x="3925850" y="2016627"/>
                  </a:lnTo>
                  <a:lnTo>
                    <a:pt x="3931556" y="2028238"/>
                  </a:lnTo>
                  <a:lnTo>
                    <a:pt x="3937262" y="2044798"/>
                  </a:lnTo>
                  <a:lnTo>
                    <a:pt x="3942969" y="1970151"/>
                  </a:lnTo>
                  <a:lnTo>
                    <a:pt x="3948675" y="1843917"/>
                  </a:lnTo>
                  <a:lnTo>
                    <a:pt x="3954381" y="1857953"/>
                  </a:lnTo>
                  <a:lnTo>
                    <a:pt x="3960087" y="1839151"/>
                  </a:lnTo>
                  <a:lnTo>
                    <a:pt x="3965793" y="1837458"/>
                  </a:lnTo>
                  <a:lnTo>
                    <a:pt x="3971499" y="1878058"/>
                  </a:lnTo>
                  <a:lnTo>
                    <a:pt x="3977206" y="1930864"/>
                  </a:lnTo>
                  <a:lnTo>
                    <a:pt x="3982912" y="1962118"/>
                  </a:lnTo>
                  <a:lnTo>
                    <a:pt x="3988618" y="1958367"/>
                  </a:lnTo>
                  <a:lnTo>
                    <a:pt x="3994324" y="1914314"/>
                  </a:lnTo>
                  <a:lnTo>
                    <a:pt x="4000030" y="1837996"/>
                  </a:lnTo>
                  <a:lnTo>
                    <a:pt x="4005737" y="1823774"/>
                  </a:lnTo>
                  <a:lnTo>
                    <a:pt x="4011443" y="1798643"/>
                  </a:lnTo>
                  <a:lnTo>
                    <a:pt x="4017149" y="1750654"/>
                  </a:lnTo>
                  <a:lnTo>
                    <a:pt x="4022855" y="1780529"/>
                  </a:lnTo>
                  <a:lnTo>
                    <a:pt x="4028561" y="1777427"/>
                  </a:lnTo>
                  <a:lnTo>
                    <a:pt x="4034267" y="1695966"/>
                  </a:lnTo>
                  <a:lnTo>
                    <a:pt x="4039974" y="1716584"/>
                  </a:lnTo>
                  <a:lnTo>
                    <a:pt x="4045680" y="1693826"/>
                  </a:lnTo>
                  <a:lnTo>
                    <a:pt x="4051386" y="1685222"/>
                  </a:lnTo>
                  <a:lnTo>
                    <a:pt x="4057092" y="1712974"/>
                  </a:lnTo>
                  <a:lnTo>
                    <a:pt x="4062798" y="1644622"/>
                  </a:lnTo>
                  <a:lnTo>
                    <a:pt x="4068504" y="1631671"/>
                  </a:lnTo>
                  <a:lnTo>
                    <a:pt x="4074211" y="1539917"/>
                  </a:lnTo>
                  <a:lnTo>
                    <a:pt x="4079917" y="1503169"/>
                  </a:lnTo>
                  <a:lnTo>
                    <a:pt x="4085623" y="1516679"/>
                  </a:lnTo>
                  <a:lnTo>
                    <a:pt x="4091329" y="1455486"/>
                  </a:lnTo>
                  <a:lnTo>
                    <a:pt x="4097035" y="1426554"/>
                  </a:lnTo>
                  <a:lnTo>
                    <a:pt x="4102742" y="1370292"/>
                  </a:lnTo>
                  <a:lnTo>
                    <a:pt x="4108448" y="1277059"/>
                  </a:lnTo>
                  <a:lnTo>
                    <a:pt x="4114154" y="1350654"/>
                  </a:lnTo>
                  <a:lnTo>
                    <a:pt x="4119860" y="1238924"/>
                  </a:lnTo>
                  <a:lnTo>
                    <a:pt x="4125566" y="1244018"/>
                  </a:lnTo>
                  <a:lnTo>
                    <a:pt x="4131272" y="1229394"/>
                  </a:lnTo>
                  <a:lnTo>
                    <a:pt x="4136979" y="1205268"/>
                  </a:lnTo>
                  <a:lnTo>
                    <a:pt x="4142685" y="1190387"/>
                  </a:lnTo>
                  <a:lnTo>
                    <a:pt x="4148391" y="911345"/>
                  </a:lnTo>
                  <a:lnTo>
                    <a:pt x="4154097" y="856560"/>
                  </a:lnTo>
                  <a:lnTo>
                    <a:pt x="4159803" y="937228"/>
                  </a:lnTo>
                  <a:lnTo>
                    <a:pt x="4165510" y="928668"/>
                  </a:lnTo>
                  <a:lnTo>
                    <a:pt x="4171216" y="984630"/>
                  </a:lnTo>
                  <a:lnTo>
                    <a:pt x="4176922" y="967262"/>
                  </a:lnTo>
                  <a:lnTo>
                    <a:pt x="4182628" y="1019740"/>
                  </a:lnTo>
                  <a:lnTo>
                    <a:pt x="4188334" y="1062880"/>
                  </a:lnTo>
                  <a:lnTo>
                    <a:pt x="4194040" y="1034533"/>
                  </a:lnTo>
                  <a:lnTo>
                    <a:pt x="4199747" y="1068773"/>
                  </a:lnTo>
                  <a:lnTo>
                    <a:pt x="4205453" y="1042932"/>
                  </a:lnTo>
                  <a:lnTo>
                    <a:pt x="4211159" y="1061208"/>
                  </a:lnTo>
                  <a:lnTo>
                    <a:pt x="4216865" y="1057407"/>
                  </a:lnTo>
                  <a:lnTo>
                    <a:pt x="4222571" y="1034592"/>
                  </a:lnTo>
                  <a:lnTo>
                    <a:pt x="4228277" y="1024040"/>
                  </a:lnTo>
                  <a:lnTo>
                    <a:pt x="4233984" y="1053116"/>
                  </a:lnTo>
                  <a:lnTo>
                    <a:pt x="4239690" y="966017"/>
                  </a:lnTo>
                  <a:lnTo>
                    <a:pt x="4245396" y="1055581"/>
                  </a:lnTo>
                  <a:lnTo>
                    <a:pt x="4251102" y="1120369"/>
                  </a:lnTo>
                  <a:lnTo>
                    <a:pt x="4256808" y="1126803"/>
                  </a:lnTo>
                  <a:lnTo>
                    <a:pt x="4262515" y="1143747"/>
                  </a:lnTo>
                  <a:lnTo>
                    <a:pt x="4268221" y="1224668"/>
                  </a:lnTo>
                  <a:lnTo>
                    <a:pt x="4273927" y="1202624"/>
                  </a:lnTo>
                  <a:lnTo>
                    <a:pt x="4279633" y="1239814"/>
                  </a:lnTo>
                  <a:lnTo>
                    <a:pt x="4285339" y="1288154"/>
                  </a:lnTo>
                  <a:lnTo>
                    <a:pt x="4291045" y="1392112"/>
                  </a:lnTo>
                  <a:lnTo>
                    <a:pt x="4296752" y="1424203"/>
                  </a:lnTo>
                  <a:lnTo>
                    <a:pt x="4302458" y="1366071"/>
                  </a:lnTo>
                  <a:lnTo>
                    <a:pt x="4308164" y="1379960"/>
                  </a:lnTo>
                  <a:lnTo>
                    <a:pt x="4313870" y="1374938"/>
                  </a:lnTo>
                  <a:lnTo>
                    <a:pt x="4319576" y="1487573"/>
                  </a:lnTo>
                  <a:lnTo>
                    <a:pt x="4325282" y="1336194"/>
                  </a:lnTo>
                  <a:lnTo>
                    <a:pt x="4330989" y="1349286"/>
                  </a:lnTo>
                  <a:lnTo>
                    <a:pt x="4336695" y="1349977"/>
                  </a:lnTo>
                  <a:lnTo>
                    <a:pt x="4342401" y="1388596"/>
                  </a:lnTo>
                  <a:lnTo>
                    <a:pt x="4348107" y="1326012"/>
                  </a:lnTo>
                  <a:lnTo>
                    <a:pt x="4353813" y="1279219"/>
                  </a:lnTo>
                  <a:lnTo>
                    <a:pt x="4359520" y="1293513"/>
                  </a:lnTo>
                  <a:lnTo>
                    <a:pt x="4365226" y="1421474"/>
                  </a:lnTo>
                  <a:lnTo>
                    <a:pt x="4370932" y="1490093"/>
                  </a:lnTo>
                  <a:lnTo>
                    <a:pt x="4376638" y="1393174"/>
                  </a:lnTo>
                  <a:lnTo>
                    <a:pt x="4382344" y="1458190"/>
                  </a:lnTo>
                  <a:lnTo>
                    <a:pt x="4388050" y="1548114"/>
                  </a:lnTo>
                  <a:lnTo>
                    <a:pt x="4393757" y="1532620"/>
                  </a:lnTo>
                  <a:lnTo>
                    <a:pt x="4399463" y="1510529"/>
                  </a:lnTo>
                  <a:lnTo>
                    <a:pt x="4405169" y="1523154"/>
                  </a:lnTo>
                  <a:lnTo>
                    <a:pt x="4410875" y="1591828"/>
                  </a:lnTo>
                  <a:lnTo>
                    <a:pt x="4416581" y="1673882"/>
                  </a:lnTo>
                  <a:lnTo>
                    <a:pt x="4422288" y="1724544"/>
                  </a:lnTo>
                  <a:lnTo>
                    <a:pt x="4427994" y="1705722"/>
                  </a:lnTo>
                  <a:lnTo>
                    <a:pt x="4433700" y="1685896"/>
                  </a:lnTo>
                  <a:lnTo>
                    <a:pt x="4439406" y="1610056"/>
                  </a:lnTo>
                  <a:lnTo>
                    <a:pt x="4445112" y="1491487"/>
                  </a:lnTo>
                  <a:lnTo>
                    <a:pt x="4450818" y="1417059"/>
                  </a:lnTo>
                  <a:lnTo>
                    <a:pt x="4456525" y="1411334"/>
                  </a:lnTo>
                  <a:lnTo>
                    <a:pt x="4462231" y="1398977"/>
                  </a:lnTo>
                  <a:lnTo>
                    <a:pt x="4467937" y="1338777"/>
                  </a:lnTo>
                  <a:lnTo>
                    <a:pt x="4473643" y="1345218"/>
                  </a:lnTo>
                  <a:lnTo>
                    <a:pt x="4479349" y="1280731"/>
                  </a:lnTo>
                  <a:lnTo>
                    <a:pt x="4485055" y="1281170"/>
                  </a:lnTo>
                  <a:lnTo>
                    <a:pt x="4490762" y="1224825"/>
                  </a:lnTo>
                  <a:lnTo>
                    <a:pt x="4496468" y="1130499"/>
                  </a:lnTo>
                  <a:lnTo>
                    <a:pt x="4502174" y="1143251"/>
                  </a:lnTo>
                  <a:lnTo>
                    <a:pt x="4507880" y="1172937"/>
                  </a:lnTo>
                  <a:lnTo>
                    <a:pt x="4513586" y="1188572"/>
                  </a:lnTo>
                  <a:lnTo>
                    <a:pt x="4519293" y="1204386"/>
                  </a:lnTo>
                  <a:lnTo>
                    <a:pt x="4524999" y="1242871"/>
                  </a:lnTo>
                  <a:lnTo>
                    <a:pt x="4530705" y="1262841"/>
                  </a:lnTo>
                  <a:lnTo>
                    <a:pt x="4536411" y="1241469"/>
                  </a:lnTo>
                  <a:lnTo>
                    <a:pt x="4542117" y="1358829"/>
                  </a:lnTo>
                  <a:lnTo>
                    <a:pt x="4547823" y="1322265"/>
                  </a:lnTo>
                  <a:lnTo>
                    <a:pt x="4553530" y="1386698"/>
                  </a:lnTo>
                  <a:lnTo>
                    <a:pt x="4559236" y="1431952"/>
                  </a:lnTo>
                  <a:lnTo>
                    <a:pt x="4564942" y="1400365"/>
                  </a:lnTo>
                  <a:lnTo>
                    <a:pt x="4570648" y="1594364"/>
                  </a:lnTo>
                  <a:lnTo>
                    <a:pt x="4576354" y="1636637"/>
                  </a:lnTo>
                  <a:lnTo>
                    <a:pt x="4582061" y="1680950"/>
                  </a:lnTo>
                  <a:lnTo>
                    <a:pt x="4587767" y="1582300"/>
                  </a:lnTo>
                  <a:lnTo>
                    <a:pt x="4593473" y="1532282"/>
                  </a:lnTo>
                  <a:lnTo>
                    <a:pt x="4599179" y="1607428"/>
                  </a:lnTo>
                  <a:lnTo>
                    <a:pt x="4604885" y="1570670"/>
                  </a:lnTo>
                  <a:lnTo>
                    <a:pt x="4610591" y="1521985"/>
                  </a:lnTo>
                  <a:lnTo>
                    <a:pt x="4616298" y="1583506"/>
                  </a:lnTo>
                  <a:lnTo>
                    <a:pt x="4622004" y="1576693"/>
                  </a:lnTo>
                  <a:lnTo>
                    <a:pt x="4627710" y="1537089"/>
                  </a:lnTo>
                  <a:lnTo>
                    <a:pt x="4633416" y="1446294"/>
                  </a:lnTo>
                  <a:lnTo>
                    <a:pt x="4639122" y="1470330"/>
                  </a:lnTo>
                  <a:lnTo>
                    <a:pt x="4644828" y="1497060"/>
                  </a:lnTo>
                  <a:lnTo>
                    <a:pt x="4650535" y="1509048"/>
                  </a:lnTo>
                  <a:lnTo>
                    <a:pt x="4656241" y="1505372"/>
                  </a:lnTo>
                  <a:lnTo>
                    <a:pt x="4661947" y="1453330"/>
                  </a:lnTo>
                  <a:lnTo>
                    <a:pt x="4667653" y="1505350"/>
                  </a:lnTo>
                  <a:lnTo>
                    <a:pt x="4673359" y="1601174"/>
                  </a:lnTo>
                  <a:lnTo>
                    <a:pt x="4679066" y="1610000"/>
                  </a:lnTo>
                  <a:lnTo>
                    <a:pt x="4684772" y="1651779"/>
                  </a:lnTo>
                  <a:lnTo>
                    <a:pt x="4690478" y="1372316"/>
                  </a:lnTo>
                  <a:lnTo>
                    <a:pt x="4696184" y="1431339"/>
                  </a:lnTo>
                  <a:lnTo>
                    <a:pt x="4701890" y="1462596"/>
                  </a:lnTo>
                  <a:lnTo>
                    <a:pt x="4707596" y="1493574"/>
                  </a:lnTo>
                  <a:lnTo>
                    <a:pt x="4713303" y="1598487"/>
                  </a:lnTo>
                  <a:lnTo>
                    <a:pt x="4719009" y="1569080"/>
                  </a:lnTo>
                  <a:lnTo>
                    <a:pt x="4724715" y="1505379"/>
                  </a:lnTo>
                  <a:lnTo>
                    <a:pt x="4730421" y="1512524"/>
                  </a:lnTo>
                  <a:lnTo>
                    <a:pt x="4736127" y="1397380"/>
                  </a:lnTo>
                  <a:lnTo>
                    <a:pt x="4741834" y="1346643"/>
                  </a:lnTo>
                  <a:lnTo>
                    <a:pt x="4747540" y="1202273"/>
                  </a:lnTo>
                  <a:lnTo>
                    <a:pt x="4753246" y="1147419"/>
                  </a:lnTo>
                  <a:lnTo>
                    <a:pt x="4758952" y="1114702"/>
                  </a:lnTo>
                  <a:lnTo>
                    <a:pt x="4764658" y="1043924"/>
                  </a:lnTo>
                  <a:lnTo>
                    <a:pt x="4770364" y="1005634"/>
                  </a:lnTo>
                  <a:lnTo>
                    <a:pt x="4776071" y="960167"/>
                  </a:lnTo>
                  <a:lnTo>
                    <a:pt x="4781777" y="894587"/>
                  </a:lnTo>
                  <a:lnTo>
                    <a:pt x="4787483" y="835376"/>
                  </a:lnTo>
                  <a:lnTo>
                    <a:pt x="4793189" y="778029"/>
                  </a:lnTo>
                  <a:lnTo>
                    <a:pt x="4798895" y="757242"/>
                  </a:lnTo>
                  <a:lnTo>
                    <a:pt x="4804601" y="770025"/>
                  </a:lnTo>
                  <a:lnTo>
                    <a:pt x="4810308" y="833501"/>
                  </a:lnTo>
                  <a:lnTo>
                    <a:pt x="4816014" y="787871"/>
                  </a:lnTo>
                  <a:lnTo>
                    <a:pt x="4821720" y="685630"/>
                  </a:lnTo>
                  <a:lnTo>
                    <a:pt x="4827426" y="675903"/>
                  </a:lnTo>
                  <a:lnTo>
                    <a:pt x="4833132" y="661678"/>
                  </a:lnTo>
                  <a:lnTo>
                    <a:pt x="4838839" y="622393"/>
                  </a:lnTo>
                  <a:lnTo>
                    <a:pt x="4844545" y="561776"/>
                  </a:lnTo>
                  <a:lnTo>
                    <a:pt x="4850251" y="627832"/>
                  </a:lnTo>
                  <a:lnTo>
                    <a:pt x="4855957" y="637218"/>
                  </a:lnTo>
                  <a:lnTo>
                    <a:pt x="4861663" y="645300"/>
                  </a:lnTo>
                  <a:lnTo>
                    <a:pt x="4867369" y="615412"/>
                  </a:lnTo>
                  <a:lnTo>
                    <a:pt x="4873076" y="630375"/>
                  </a:lnTo>
                  <a:lnTo>
                    <a:pt x="4878782" y="636222"/>
                  </a:lnTo>
                  <a:lnTo>
                    <a:pt x="4884488" y="573073"/>
                  </a:lnTo>
                  <a:lnTo>
                    <a:pt x="4890194" y="488166"/>
                  </a:lnTo>
                  <a:lnTo>
                    <a:pt x="4895900" y="496994"/>
                  </a:lnTo>
                  <a:lnTo>
                    <a:pt x="4901606" y="352874"/>
                  </a:lnTo>
                  <a:lnTo>
                    <a:pt x="4907313" y="357545"/>
                  </a:lnTo>
                  <a:lnTo>
                    <a:pt x="4913019" y="421777"/>
                  </a:lnTo>
                  <a:lnTo>
                    <a:pt x="4918725" y="494129"/>
                  </a:lnTo>
                  <a:lnTo>
                    <a:pt x="4924431" y="609073"/>
                  </a:lnTo>
                  <a:lnTo>
                    <a:pt x="4930137" y="610476"/>
                  </a:lnTo>
                  <a:lnTo>
                    <a:pt x="4935844" y="648446"/>
                  </a:lnTo>
                  <a:lnTo>
                    <a:pt x="4941550" y="696588"/>
                  </a:lnTo>
                  <a:lnTo>
                    <a:pt x="4947256" y="722869"/>
                  </a:lnTo>
                  <a:lnTo>
                    <a:pt x="4952962" y="769763"/>
                  </a:lnTo>
                  <a:lnTo>
                    <a:pt x="4958668" y="810720"/>
                  </a:lnTo>
                  <a:lnTo>
                    <a:pt x="4964374" y="836814"/>
                  </a:lnTo>
                  <a:lnTo>
                    <a:pt x="4970081" y="947252"/>
                  </a:lnTo>
                  <a:lnTo>
                    <a:pt x="4975787" y="1052407"/>
                  </a:lnTo>
                  <a:lnTo>
                    <a:pt x="4981493" y="1010887"/>
                  </a:lnTo>
                  <a:lnTo>
                    <a:pt x="4987199" y="981328"/>
                  </a:lnTo>
                  <a:lnTo>
                    <a:pt x="4992905" y="1094623"/>
                  </a:lnTo>
                  <a:lnTo>
                    <a:pt x="4998612" y="1289794"/>
                  </a:lnTo>
                  <a:lnTo>
                    <a:pt x="5004318" y="1403176"/>
                  </a:lnTo>
                  <a:lnTo>
                    <a:pt x="5010024" y="1338276"/>
                  </a:lnTo>
                  <a:lnTo>
                    <a:pt x="5015730" y="1275700"/>
                  </a:lnTo>
                  <a:lnTo>
                    <a:pt x="5021436" y="1286544"/>
                  </a:lnTo>
                  <a:lnTo>
                    <a:pt x="5027142" y="1145646"/>
                  </a:lnTo>
                  <a:lnTo>
                    <a:pt x="5032849" y="1101296"/>
                  </a:lnTo>
                  <a:lnTo>
                    <a:pt x="5038555" y="1074818"/>
                  </a:lnTo>
                  <a:lnTo>
                    <a:pt x="5044261" y="1081894"/>
                  </a:lnTo>
                  <a:lnTo>
                    <a:pt x="5049967" y="1161268"/>
                  </a:lnTo>
                  <a:lnTo>
                    <a:pt x="5055673" y="1193473"/>
                  </a:lnTo>
                  <a:lnTo>
                    <a:pt x="5061379" y="1134813"/>
                  </a:lnTo>
                  <a:lnTo>
                    <a:pt x="5067086" y="1172008"/>
                  </a:lnTo>
                  <a:lnTo>
                    <a:pt x="5072792" y="1114578"/>
                  </a:lnTo>
                  <a:lnTo>
                    <a:pt x="5078498" y="1103155"/>
                  </a:lnTo>
                  <a:lnTo>
                    <a:pt x="5084204" y="1079030"/>
                  </a:lnTo>
                  <a:lnTo>
                    <a:pt x="5089910" y="1084889"/>
                  </a:lnTo>
                  <a:lnTo>
                    <a:pt x="5095617" y="1106184"/>
                  </a:lnTo>
                  <a:lnTo>
                    <a:pt x="5101323" y="1102309"/>
                  </a:lnTo>
                  <a:lnTo>
                    <a:pt x="5107029" y="1127022"/>
                  </a:lnTo>
                  <a:lnTo>
                    <a:pt x="5112735" y="1093501"/>
                  </a:lnTo>
                  <a:lnTo>
                    <a:pt x="5118441" y="1099114"/>
                  </a:lnTo>
                  <a:lnTo>
                    <a:pt x="5124147" y="1131927"/>
                  </a:lnTo>
                  <a:lnTo>
                    <a:pt x="5129854" y="1127949"/>
                  </a:lnTo>
                  <a:lnTo>
                    <a:pt x="5135560" y="1129906"/>
                  </a:lnTo>
                  <a:lnTo>
                    <a:pt x="5141266" y="1150565"/>
                  </a:lnTo>
                  <a:lnTo>
                    <a:pt x="5146972" y="1155653"/>
                  </a:lnTo>
                  <a:lnTo>
                    <a:pt x="5152678" y="1177439"/>
                  </a:lnTo>
                  <a:lnTo>
                    <a:pt x="5158385" y="1168924"/>
                  </a:lnTo>
                  <a:lnTo>
                    <a:pt x="5164091" y="1173336"/>
                  </a:lnTo>
                  <a:lnTo>
                    <a:pt x="5169797" y="1165250"/>
                  </a:lnTo>
                  <a:lnTo>
                    <a:pt x="5175503" y="1184592"/>
                  </a:lnTo>
                  <a:lnTo>
                    <a:pt x="5181209" y="1199506"/>
                  </a:lnTo>
                  <a:lnTo>
                    <a:pt x="5186915" y="1250954"/>
                  </a:lnTo>
                  <a:lnTo>
                    <a:pt x="5192622" y="1260903"/>
                  </a:lnTo>
                  <a:lnTo>
                    <a:pt x="5198328" y="1290858"/>
                  </a:lnTo>
                  <a:lnTo>
                    <a:pt x="5204034" y="1263944"/>
                  </a:lnTo>
                  <a:lnTo>
                    <a:pt x="5209740" y="1251895"/>
                  </a:lnTo>
                  <a:lnTo>
                    <a:pt x="5215446" y="1311549"/>
                  </a:lnTo>
                  <a:lnTo>
                    <a:pt x="5221152" y="1295720"/>
                  </a:lnTo>
                  <a:lnTo>
                    <a:pt x="5226859" y="1251461"/>
                  </a:lnTo>
                  <a:lnTo>
                    <a:pt x="5232565" y="1255566"/>
                  </a:lnTo>
                  <a:lnTo>
                    <a:pt x="5238271" y="1267648"/>
                  </a:lnTo>
                  <a:lnTo>
                    <a:pt x="5243977" y="1339303"/>
                  </a:lnTo>
                  <a:lnTo>
                    <a:pt x="5249683" y="1282298"/>
                  </a:lnTo>
                  <a:lnTo>
                    <a:pt x="5255390" y="1349322"/>
                  </a:lnTo>
                  <a:lnTo>
                    <a:pt x="5261096" y="1297288"/>
                  </a:lnTo>
                  <a:lnTo>
                    <a:pt x="5266802" y="1358420"/>
                  </a:lnTo>
                  <a:lnTo>
                    <a:pt x="5272508" y="1303337"/>
                  </a:lnTo>
                  <a:lnTo>
                    <a:pt x="5278214" y="1278800"/>
                  </a:lnTo>
                  <a:lnTo>
                    <a:pt x="5283920" y="1280180"/>
                  </a:lnTo>
                  <a:lnTo>
                    <a:pt x="5289627" y="1308590"/>
                  </a:lnTo>
                  <a:lnTo>
                    <a:pt x="5295333" y="1298755"/>
                  </a:lnTo>
                  <a:lnTo>
                    <a:pt x="5301039" y="1360536"/>
                  </a:lnTo>
                  <a:lnTo>
                    <a:pt x="5306745" y="1317787"/>
                  </a:lnTo>
                  <a:lnTo>
                    <a:pt x="5312451" y="1311404"/>
                  </a:lnTo>
                  <a:lnTo>
                    <a:pt x="5318157" y="1312269"/>
                  </a:lnTo>
                  <a:lnTo>
                    <a:pt x="5323864" y="1274857"/>
                  </a:lnTo>
                  <a:lnTo>
                    <a:pt x="5329570" y="1279158"/>
                  </a:lnTo>
                  <a:lnTo>
                    <a:pt x="5335276" y="1215508"/>
                  </a:lnTo>
                  <a:lnTo>
                    <a:pt x="5340982" y="1146889"/>
                  </a:lnTo>
                  <a:lnTo>
                    <a:pt x="5346688" y="1154176"/>
                  </a:lnTo>
                  <a:lnTo>
                    <a:pt x="5352395" y="1157365"/>
                  </a:lnTo>
                  <a:lnTo>
                    <a:pt x="5358101" y="1109613"/>
                  </a:lnTo>
                  <a:lnTo>
                    <a:pt x="5363807" y="1115621"/>
                  </a:lnTo>
                  <a:lnTo>
                    <a:pt x="5369513" y="1105513"/>
                  </a:lnTo>
                  <a:lnTo>
                    <a:pt x="5375219" y="1112818"/>
                  </a:lnTo>
                  <a:lnTo>
                    <a:pt x="5380925" y="1087830"/>
                  </a:lnTo>
                  <a:lnTo>
                    <a:pt x="5386632" y="1026689"/>
                  </a:lnTo>
                  <a:lnTo>
                    <a:pt x="5392338" y="1031710"/>
                  </a:lnTo>
                  <a:lnTo>
                    <a:pt x="5398044" y="1001074"/>
                  </a:lnTo>
                  <a:lnTo>
                    <a:pt x="5403750" y="965783"/>
                  </a:lnTo>
                  <a:lnTo>
                    <a:pt x="5409456" y="840930"/>
                  </a:lnTo>
                  <a:lnTo>
                    <a:pt x="5415163" y="792594"/>
                  </a:lnTo>
                  <a:lnTo>
                    <a:pt x="5420869" y="747522"/>
                  </a:lnTo>
                  <a:lnTo>
                    <a:pt x="5426575" y="740731"/>
                  </a:lnTo>
                  <a:lnTo>
                    <a:pt x="5432281" y="632732"/>
                  </a:lnTo>
                  <a:lnTo>
                    <a:pt x="5437987" y="643769"/>
                  </a:lnTo>
                  <a:lnTo>
                    <a:pt x="5443693" y="634605"/>
                  </a:lnTo>
                  <a:lnTo>
                    <a:pt x="5449400" y="609479"/>
                  </a:lnTo>
                  <a:lnTo>
                    <a:pt x="5455106" y="721001"/>
                  </a:lnTo>
                  <a:lnTo>
                    <a:pt x="5460812" y="617771"/>
                  </a:lnTo>
                  <a:lnTo>
                    <a:pt x="5466518" y="596900"/>
                  </a:lnTo>
                  <a:lnTo>
                    <a:pt x="5472224" y="644223"/>
                  </a:lnTo>
                  <a:lnTo>
                    <a:pt x="5477930" y="491801"/>
                  </a:lnTo>
                  <a:lnTo>
                    <a:pt x="5483637" y="393443"/>
                  </a:lnTo>
                  <a:lnTo>
                    <a:pt x="5489343" y="358982"/>
                  </a:lnTo>
                  <a:lnTo>
                    <a:pt x="5495049" y="324087"/>
                  </a:lnTo>
                  <a:lnTo>
                    <a:pt x="5500755" y="329778"/>
                  </a:lnTo>
                  <a:lnTo>
                    <a:pt x="5506461" y="288822"/>
                  </a:lnTo>
                  <a:lnTo>
                    <a:pt x="5512168" y="257776"/>
                  </a:lnTo>
                  <a:lnTo>
                    <a:pt x="5517874" y="138567"/>
                  </a:lnTo>
                  <a:lnTo>
                    <a:pt x="5523580" y="98525"/>
                  </a:lnTo>
                  <a:lnTo>
                    <a:pt x="5529286" y="10379"/>
                  </a:lnTo>
                  <a:lnTo>
                    <a:pt x="5534992" y="43612"/>
                  </a:lnTo>
                  <a:lnTo>
                    <a:pt x="5540698" y="0"/>
                  </a:lnTo>
                  <a:lnTo>
                    <a:pt x="5546405" y="35853"/>
                  </a:lnTo>
                  <a:lnTo>
                    <a:pt x="5552111" y="57647"/>
                  </a:lnTo>
                  <a:lnTo>
                    <a:pt x="5557817" y="101883"/>
                  </a:lnTo>
                  <a:lnTo>
                    <a:pt x="5563523" y="63882"/>
                  </a:lnTo>
                  <a:lnTo>
                    <a:pt x="5569229" y="174987"/>
                  </a:lnTo>
                  <a:lnTo>
                    <a:pt x="5574936" y="162267"/>
                  </a:lnTo>
                  <a:lnTo>
                    <a:pt x="5580642" y="306160"/>
                  </a:lnTo>
                  <a:lnTo>
                    <a:pt x="5586348" y="274269"/>
                  </a:lnTo>
                  <a:lnTo>
                    <a:pt x="5592054" y="345929"/>
                  </a:lnTo>
                  <a:lnTo>
                    <a:pt x="5597760" y="372297"/>
                  </a:lnTo>
                  <a:lnTo>
                    <a:pt x="5603466" y="313078"/>
                  </a:lnTo>
                  <a:lnTo>
                    <a:pt x="5609173" y="361944"/>
                  </a:lnTo>
                  <a:lnTo>
                    <a:pt x="5614879" y="214242"/>
                  </a:lnTo>
                  <a:lnTo>
                    <a:pt x="5620585" y="228508"/>
                  </a:lnTo>
                  <a:lnTo>
                    <a:pt x="5626291" y="184473"/>
                  </a:lnTo>
                  <a:lnTo>
                    <a:pt x="5631997" y="185109"/>
                  </a:lnTo>
                  <a:lnTo>
                    <a:pt x="5637703" y="168925"/>
                  </a:lnTo>
                  <a:lnTo>
                    <a:pt x="5643410" y="333968"/>
                  </a:lnTo>
                  <a:lnTo>
                    <a:pt x="5649116" y="333834"/>
                  </a:lnTo>
                  <a:lnTo>
                    <a:pt x="5654822" y="302587"/>
                  </a:lnTo>
                  <a:lnTo>
                    <a:pt x="5660528" y="404740"/>
                  </a:lnTo>
                  <a:lnTo>
                    <a:pt x="5666234" y="533375"/>
                  </a:lnTo>
                  <a:lnTo>
                    <a:pt x="5671941" y="453214"/>
                  </a:lnTo>
                  <a:lnTo>
                    <a:pt x="5677647" y="451200"/>
                  </a:lnTo>
                  <a:lnTo>
                    <a:pt x="5683353" y="443015"/>
                  </a:lnTo>
                  <a:lnTo>
                    <a:pt x="5689059" y="435538"/>
                  </a:lnTo>
                  <a:lnTo>
                    <a:pt x="5694765" y="444634"/>
                  </a:lnTo>
                  <a:lnTo>
                    <a:pt x="5700471" y="408351"/>
                  </a:lnTo>
                  <a:lnTo>
                    <a:pt x="5706178" y="371153"/>
                  </a:lnTo>
                  <a:lnTo>
                    <a:pt x="5711884" y="176712"/>
                  </a:lnTo>
                  <a:lnTo>
                    <a:pt x="5717590" y="132187"/>
                  </a:lnTo>
                  <a:lnTo>
                    <a:pt x="5723296" y="260304"/>
                  </a:lnTo>
                  <a:lnTo>
                    <a:pt x="5729002" y="128045"/>
                  </a:lnTo>
                  <a:lnTo>
                    <a:pt x="5734708" y="218246"/>
                  </a:lnTo>
                  <a:lnTo>
                    <a:pt x="5740415" y="192961"/>
                  </a:lnTo>
                  <a:lnTo>
                    <a:pt x="5746121" y="204674"/>
                  </a:lnTo>
                  <a:lnTo>
                    <a:pt x="5751827" y="422138"/>
                  </a:lnTo>
                  <a:lnTo>
                    <a:pt x="5757533" y="292012"/>
                  </a:lnTo>
                  <a:lnTo>
                    <a:pt x="5763239" y="423788"/>
                  </a:lnTo>
                  <a:lnTo>
                    <a:pt x="5768946" y="474513"/>
                  </a:lnTo>
                  <a:lnTo>
                    <a:pt x="5774652" y="512872"/>
                  </a:lnTo>
                  <a:lnTo>
                    <a:pt x="5780358" y="599401"/>
                  </a:lnTo>
                  <a:lnTo>
                    <a:pt x="5786064" y="576642"/>
                  </a:lnTo>
                  <a:lnTo>
                    <a:pt x="5791770" y="637016"/>
                  </a:lnTo>
                  <a:lnTo>
                    <a:pt x="5797476" y="869238"/>
                  </a:lnTo>
                  <a:lnTo>
                    <a:pt x="5803183" y="809411"/>
                  </a:lnTo>
                  <a:lnTo>
                    <a:pt x="5808889" y="1143645"/>
                  </a:lnTo>
                  <a:lnTo>
                    <a:pt x="5814595" y="1162764"/>
                  </a:lnTo>
                  <a:lnTo>
                    <a:pt x="5820301" y="1114872"/>
                  </a:lnTo>
                  <a:lnTo>
                    <a:pt x="5826007" y="1184013"/>
                  </a:lnTo>
                  <a:lnTo>
                    <a:pt x="5831714" y="1187565"/>
                  </a:lnTo>
                  <a:lnTo>
                    <a:pt x="5837420" y="1207642"/>
                  </a:lnTo>
                  <a:lnTo>
                    <a:pt x="5843126" y="1156667"/>
                  </a:lnTo>
                  <a:lnTo>
                    <a:pt x="5848832" y="1109439"/>
                  </a:lnTo>
                  <a:lnTo>
                    <a:pt x="5854538" y="1207432"/>
                  </a:lnTo>
                  <a:lnTo>
                    <a:pt x="5860244" y="1365661"/>
                  </a:lnTo>
                  <a:lnTo>
                    <a:pt x="5865951" y="1349388"/>
                  </a:lnTo>
                  <a:lnTo>
                    <a:pt x="5871657" y="1413377"/>
                  </a:lnTo>
                  <a:lnTo>
                    <a:pt x="5877363" y="1327610"/>
                  </a:lnTo>
                  <a:lnTo>
                    <a:pt x="5883069" y="1517326"/>
                  </a:lnTo>
                  <a:lnTo>
                    <a:pt x="5888775" y="1610015"/>
                  </a:lnTo>
                  <a:lnTo>
                    <a:pt x="5894481" y="1698318"/>
                  </a:lnTo>
                  <a:lnTo>
                    <a:pt x="5900188" y="1660432"/>
                  </a:lnTo>
                  <a:lnTo>
                    <a:pt x="5905894" y="1656140"/>
                  </a:lnTo>
                  <a:lnTo>
                    <a:pt x="5911600" y="1737969"/>
                  </a:lnTo>
                  <a:lnTo>
                    <a:pt x="5917306" y="1723925"/>
                  </a:lnTo>
                  <a:lnTo>
                    <a:pt x="5923012" y="1713184"/>
                  </a:lnTo>
                  <a:lnTo>
                    <a:pt x="5928719" y="1643314"/>
                  </a:lnTo>
                  <a:lnTo>
                    <a:pt x="5934425" y="1628243"/>
                  </a:lnTo>
                  <a:lnTo>
                    <a:pt x="5940131" y="1595296"/>
                  </a:lnTo>
                  <a:lnTo>
                    <a:pt x="5945837" y="1675471"/>
                  </a:lnTo>
                  <a:lnTo>
                    <a:pt x="5951543" y="1804185"/>
                  </a:lnTo>
                  <a:lnTo>
                    <a:pt x="5957249" y="1838284"/>
                  </a:lnTo>
                  <a:lnTo>
                    <a:pt x="5962956" y="1814764"/>
                  </a:lnTo>
                  <a:lnTo>
                    <a:pt x="5968662" y="1649232"/>
                  </a:lnTo>
                  <a:lnTo>
                    <a:pt x="5974368" y="1675860"/>
                  </a:lnTo>
                  <a:lnTo>
                    <a:pt x="5980074" y="1809181"/>
                  </a:lnTo>
                  <a:lnTo>
                    <a:pt x="5985780" y="1870486"/>
                  </a:lnTo>
                  <a:lnTo>
                    <a:pt x="5991487" y="1948344"/>
                  </a:lnTo>
                  <a:lnTo>
                    <a:pt x="5997193" y="1868369"/>
                  </a:lnTo>
                  <a:lnTo>
                    <a:pt x="6002899" y="1883973"/>
                  </a:lnTo>
                  <a:lnTo>
                    <a:pt x="6008605" y="1852712"/>
                  </a:lnTo>
                  <a:lnTo>
                    <a:pt x="6014311" y="1646282"/>
                  </a:lnTo>
                  <a:lnTo>
                    <a:pt x="6020017" y="1716974"/>
                  </a:lnTo>
                  <a:lnTo>
                    <a:pt x="6025724" y="1709792"/>
                  </a:lnTo>
                  <a:lnTo>
                    <a:pt x="6031430" y="1801764"/>
                  </a:lnTo>
                  <a:lnTo>
                    <a:pt x="6037136" y="1849987"/>
                  </a:lnTo>
                  <a:lnTo>
                    <a:pt x="6042842" y="1779422"/>
                  </a:lnTo>
                  <a:lnTo>
                    <a:pt x="6048548" y="1725833"/>
                  </a:lnTo>
                  <a:lnTo>
                    <a:pt x="6054254" y="1643020"/>
                  </a:lnTo>
                  <a:lnTo>
                    <a:pt x="6059961" y="1594437"/>
                  </a:lnTo>
                  <a:lnTo>
                    <a:pt x="6065667" y="1626392"/>
                  </a:lnTo>
                  <a:lnTo>
                    <a:pt x="6071373" y="1566182"/>
                  </a:lnTo>
                  <a:lnTo>
                    <a:pt x="6077079" y="1504855"/>
                  </a:lnTo>
                  <a:lnTo>
                    <a:pt x="6082785" y="1565096"/>
                  </a:lnTo>
                  <a:lnTo>
                    <a:pt x="6088492" y="1576859"/>
                  </a:lnTo>
                  <a:lnTo>
                    <a:pt x="6094198" y="1542241"/>
                  </a:lnTo>
                  <a:lnTo>
                    <a:pt x="6099904" y="1539663"/>
                  </a:lnTo>
                  <a:lnTo>
                    <a:pt x="6105610" y="1603521"/>
                  </a:lnTo>
                  <a:lnTo>
                    <a:pt x="6111316" y="1688805"/>
                  </a:lnTo>
                  <a:lnTo>
                    <a:pt x="6117022" y="1666489"/>
                  </a:lnTo>
                  <a:lnTo>
                    <a:pt x="6122729" y="1600125"/>
                  </a:lnTo>
                  <a:lnTo>
                    <a:pt x="6128435" y="1466440"/>
                  </a:lnTo>
                  <a:lnTo>
                    <a:pt x="6134141" y="1414880"/>
                  </a:lnTo>
                  <a:lnTo>
                    <a:pt x="6139847" y="1362870"/>
                  </a:lnTo>
                  <a:lnTo>
                    <a:pt x="6145553" y="1366737"/>
                  </a:lnTo>
                  <a:lnTo>
                    <a:pt x="6151259" y="1298903"/>
                  </a:lnTo>
                  <a:lnTo>
                    <a:pt x="6156966" y="1305288"/>
                  </a:lnTo>
                  <a:lnTo>
                    <a:pt x="6162672" y="1301328"/>
                  </a:lnTo>
                  <a:lnTo>
                    <a:pt x="6168378" y="1266498"/>
                  </a:lnTo>
                  <a:lnTo>
                    <a:pt x="6174084" y="1392727"/>
                  </a:lnTo>
                  <a:lnTo>
                    <a:pt x="6179790" y="1421382"/>
                  </a:lnTo>
                  <a:lnTo>
                    <a:pt x="6185497" y="1465738"/>
                  </a:lnTo>
                  <a:lnTo>
                    <a:pt x="6191203" y="1535455"/>
                  </a:lnTo>
                  <a:lnTo>
                    <a:pt x="6196909" y="1521933"/>
                  </a:lnTo>
                  <a:lnTo>
                    <a:pt x="6202615" y="1552724"/>
                  </a:lnTo>
                  <a:lnTo>
                    <a:pt x="6208321" y="1696392"/>
                  </a:lnTo>
                  <a:lnTo>
                    <a:pt x="6214027" y="1681973"/>
                  </a:lnTo>
                  <a:lnTo>
                    <a:pt x="6219734" y="1601500"/>
                  </a:lnTo>
                  <a:lnTo>
                    <a:pt x="6225440" y="1620255"/>
                  </a:lnTo>
                  <a:lnTo>
                    <a:pt x="6231146" y="1661788"/>
                  </a:lnTo>
                  <a:lnTo>
                    <a:pt x="6236852" y="1595979"/>
                  </a:lnTo>
                  <a:lnTo>
                    <a:pt x="6242558" y="1506047"/>
                  </a:lnTo>
                  <a:lnTo>
                    <a:pt x="6248265" y="1395647"/>
                  </a:lnTo>
                  <a:lnTo>
                    <a:pt x="6253971" y="1423224"/>
                  </a:lnTo>
                  <a:lnTo>
                    <a:pt x="6259677" y="1407850"/>
                  </a:lnTo>
                  <a:lnTo>
                    <a:pt x="6265383" y="1288379"/>
                  </a:lnTo>
                  <a:lnTo>
                    <a:pt x="6271089" y="1178714"/>
                  </a:lnTo>
                  <a:lnTo>
                    <a:pt x="6276795" y="1192411"/>
                  </a:lnTo>
                  <a:lnTo>
                    <a:pt x="6282502" y="1137412"/>
                  </a:lnTo>
                  <a:lnTo>
                    <a:pt x="6288208" y="1216032"/>
                  </a:lnTo>
                  <a:lnTo>
                    <a:pt x="6293914" y="1153148"/>
                  </a:lnTo>
                  <a:lnTo>
                    <a:pt x="6299620" y="1166323"/>
                  </a:lnTo>
                  <a:lnTo>
                    <a:pt x="6305326" y="1179197"/>
                  </a:lnTo>
                  <a:lnTo>
                    <a:pt x="6311032" y="1151307"/>
                  </a:lnTo>
                  <a:lnTo>
                    <a:pt x="6316739" y="1071035"/>
                  </a:lnTo>
                  <a:lnTo>
                    <a:pt x="6322445" y="1280438"/>
                  </a:lnTo>
                  <a:lnTo>
                    <a:pt x="6328151" y="1366334"/>
                  </a:lnTo>
                  <a:lnTo>
                    <a:pt x="6333857" y="1372425"/>
                  </a:lnTo>
                  <a:lnTo>
                    <a:pt x="6339563" y="1465720"/>
                  </a:lnTo>
                  <a:lnTo>
                    <a:pt x="6345270" y="1596025"/>
                  </a:lnTo>
                  <a:lnTo>
                    <a:pt x="6350976" y="1614827"/>
                  </a:lnTo>
                  <a:lnTo>
                    <a:pt x="6356682" y="1611112"/>
                  </a:lnTo>
                  <a:lnTo>
                    <a:pt x="6362388" y="1465351"/>
                  </a:lnTo>
                  <a:lnTo>
                    <a:pt x="6368094" y="1443092"/>
                  </a:lnTo>
                  <a:lnTo>
                    <a:pt x="6373800" y="1423243"/>
                  </a:lnTo>
                  <a:lnTo>
                    <a:pt x="6379507" y="1334196"/>
                  </a:lnTo>
                  <a:lnTo>
                    <a:pt x="6385213" y="1250398"/>
                  </a:lnTo>
                  <a:lnTo>
                    <a:pt x="6390919" y="1327173"/>
                  </a:lnTo>
                  <a:lnTo>
                    <a:pt x="6396625" y="1478428"/>
                  </a:lnTo>
                  <a:lnTo>
                    <a:pt x="6402331" y="1397706"/>
                  </a:lnTo>
                  <a:lnTo>
                    <a:pt x="6408038" y="1415946"/>
                  </a:lnTo>
                  <a:lnTo>
                    <a:pt x="6413744" y="1350349"/>
                  </a:lnTo>
                  <a:lnTo>
                    <a:pt x="6419450" y="1382802"/>
                  </a:lnTo>
                  <a:lnTo>
                    <a:pt x="6425156" y="1492600"/>
                  </a:lnTo>
                  <a:lnTo>
                    <a:pt x="6430862" y="1574510"/>
                  </a:lnTo>
                  <a:lnTo>
                    <a:pt x="6436568" y="1632088"/>
                  </a:lnTo>
                  <a:lnTo>
                    <a:pt x="6442275" y="1614129"/>
                  </a:lnTo>
                  <a:lnTo>
                    <a:pt x="6447981" y="1567823"/>
                  </a:lnTo>
                  <a:lnTo>
                    <a:pt x="6453687" y="1716156"/>
                  </a:lnTo>
                  <a:lnTo>
                    <a:pt x="6459393" y="1614813"/>
                  </a:lnTo>
                  <a:lnTo>
                    <a:pt x="6465099" y="1634385"/>
                  </a:lnTo>
                  <a:lnTo>
                    <a:pt x="6470805" y="1659186"/>
                  </a:lnTo>
                  <a:lnTo>
                    <a:pt x="6476512" y="1710490"/>
                  </a:lnTo>
                  <a:lnTo>
                    <a:pt x="6482218" y="1758900"/>
                  </a:lnTo>
                  <a:lnTo>
                    <a:pt x="6487924" y="1747328"/>
                  </a:lnTo>
                  <a:lnTo>
                    <a:pt x="6493630" y="1785633"/>
                  </a:lnTo>
                  <a:lnTo>
                    <a:pt x="6499336" y="1741620"/>
                  </a:lnTo>
                  <a:lnTo>
                    <a:pt x="6505043" y="1798930"/>
                  </a:lnTo>
                  <a:lnTo>
                    <a:pt x="6510749" y="1766488"/>
                  </a:lnTo>
                  <a:lnTo>
                    <a:pt x="6516455" y="1809191"/>
                  </a:lnTo>
                  <a:lnTo>
                    <a:pt x="6522161" y="1828483"/>
                  </a:lnTo>
                  <a:lnTo>
                    <a:pt x="6527867" y="1872423"/>
                  </a:lnTo>
                  <a:lnTo>
                    <a:pt x="6533573" y="1810114"/>
                  </a:lnTo>
                  <a:lnTo>
                    <a:pt x="6539280" y="1809160"/>
                  </a:lnTo>
                  <a:lnTo>
                    <a:pt x="6544986" y="1887521"/>
                  </a:lnTo>
                  <a:lnTo>
                    <a:pt x="6550692" y="1875935"/>
                  </a:lnTo>
                  <a:lnTo>
                    <a:pt x="6556398" y="1868781"/>
                  </a:lnTo>
                  <a:lnTo>
                    <a:pt x="6562104" y="1872078"/>
                  </a:lnTo>
                  <a:lnTo>
                    <a:pt x="6567810" y="1820583"/>
                  </a:lnTo>
                  <a:lnTo>
                    <a:pt x="6573517" y="1876457"/>
                  </a:lnTo>
                  <a:lnTo>
                    <a:pt x="6579223" y="1843846"/>
                  </a:lnTo>
                  <a:lnTo>
                    <a:pt x="6584929" y="1859753"/>
                  </a:lnTo>
                  <a:lnTo>
                    <a:pt x="6590635" y="1927827"/>
                  </a:lnTo>
                  <a:lnTo>
                    <a:pt x="6596341" y="1899341"/>
                  </a:lnTo>
                  <a:lnTo>
                    <a:pt x="6602048" y="1878060"/>
                  </a:lnTo>
                  <a:lnTo>
                    <a:pt x="6607754" y="1839606"/>
                  </a:lnTo>
                  <a:lnTo>
                    <a:pt x="6613460" y="1865341"/>
                  </a:lnTo>
                  <a:lnTo>
                    <a:pt x="6619166" y="1934940"/>
                  </a:lnTo>
                  <a:lnTo>
                    <a:pt x="6624872" y="1968044"/>
                  </a:lnTo>
                  <a:lnTo>
                    <a:pt x="6630578" y="1929350"/>
                  </a:lnTo>
                  <a:lnTo>
                    <a:pt x="6636285" y="1915775"/>
                  </a:lnTo>
                  <a:lnTo>
                    <a:pt x="6641991" y="2153138"/>
                  </a:lnTo>
                  <a:lnTo>
                    <a:pt x="6647697" y="2163168"/>
                  </a:lnTo>
                  <a:lnTo>
                    <a:pt x="6653403" y="2165593"/>
                  </a:lnTo>
                  <a:lnTo>
                    <a:pt x="6659109" y="2141445"/>
                  </a:lnTo>
                  <a:lnTo>
                    <a:pt x="6664816" y="2110632"/>
                  </a:lnTo>
                  <a:lnTo>
                    <a:pt x="6670522" y="2122034"/>
                  </a:lnTo>
                  <a:lnTo>
                    <a:pt x="6676228" y="2116503"/>
                  </a:lnTo>
                  <a:lnTo>
                    <a:pt x="6681934" y="2114882"/>
                  </a:lnTo>
                  <a:lnTo>
                    <a:pt x="6687640" y="2075430"/>
                  </a:lnTo>
                  <a:lnTo>
                    <a:pt x="6693346" y="2093638"/>
                  </a:lnTo>
                  <a:lnTo>
                    <a:pt x="6699053" y="2085479"/>
                  </a:lnTo>
                  <a:lnTo>
                    <a:pt x="6704759" y="2095384"/>
                  </a:lnTo>
                  <a:lnTo>
                    <a:pt x="6710465" y="2111075"/>
                  </a:lnTo>
                  <a:lnTo>
                    <a:pt x="6716171" y="2121975"/>
                  </a:lnTo>
                  <a:lnTo>
                    <a:pt x="6721877" y="2129582"/>
                  </a:lnTo>
                  <a:lnTo>
                    <a:pt x="6727583" y="2083024"/>
                  </a:lnTo>
                  <a:lnTo>
                    <a:pt x="6733290" y="2094225"/>
                  </a:lnTo>
                  <a:lnTo>
                    <a:pt x="6738996" y="2094404"/>
                  </a:lnTo>
                  <a:lnTo>
                    <a:pt x="6744702" y="2073630"/>
                  </a:lnTo>
                  <a:lnTo>
                    <a:pt x="6750408" y="2074244"/>
                  </a:lnTo>
                  <a:lnTo>
                    <a:pt x="6756114" y="2059886"/>
                  </a:lnTo>
                  <a:lnTo>
                    <a:pt x="6761821" y="2108589"/>
                  </a:lnTo>
                  <a:lnTo>
                    <a:pt x="6767527" y="2094986"/>
                  </a:lnTo>
                  <a:lnTo>
                    <a:pt x="6773233" y="2067426"/>
                  </a:lnTo>
                  <a:lnTo>
                    <a:pt x="6778939" y="2071029"/>
                  </a:lnTo>
                  <a:lnTo>
                    <a:pt x="6784645" y="2084111"/>
                  </a:lnTo>
                  <a:lnTo>
                    <a:pt x="6790351" y="2067336"/>
                  </a:lnTo>
                  <a:lnTo>
                    <a:pt x="6796058" y="2075927"/>
                  </a:lnTo>
                  <a:lnTo>
                    <a:pt x="6801764" y="2061012"/>
                  </a:lnTo>
                  <a:lnTo>
                    <a:pt x="6807470" y="2074924"/>
                  </a:lnTo>
                  <a:lnTo>
                    <a:pt x="6813176" y="2090069"/>
                  </a:lnTo>
                  <a:lnTo>
                    <a:pt x="6818882" y="2099941"/>
                  </a:lnTo>
                  <a:lnTo>
                    <a:pt x="6824589" y="2130584"/>
                  </a:lnTo>
                  <a:lnTo>
                    <a:pt x="6830295" y="2110525"/>
                  </a:lnTo>
                  <a:lnTo>
                    <a:pt x="6836001" y="2128350"/>
                  </a:lnTo>
                  <a:lnTo>
                    <a:pt x="6841707" y="2127013"/>
                  </a:lnTo>
                  <a:lnTo>
                    <a:pt x="6847413" y="2107078"/>
                  </a:lnTo>
                  <a:lnTo>
                    <a:pt x="6853119" y="2158111"/>
                  </a:lnTo>
                  <a:lnTo>
                    <a:pt x="6858826" y="2136180"/>
                  </a:lnTo>
                  <a:lnTo>
                    <a:pt x="6864532" y="2163359"/>
                  </a:lnTo>
                  <a:lnTo>
                    <a:pt x="6870238" y="2160716"/>
                  </a:lnTo>
                  <a:lnTo>
                    <a:pt x="6875944" y="2184445"/>
                  </a:lnTo>
                  <a:lnTo>
                    <a:pt x="6881650" y="2211033"/>
                  </a:lnTo>
                  <a:lnTo>
                    <a:pt x="6887356" y="2206253"/>
                  </a:lnTo>
                  <a:lnTo>
                    <a:pt x="6893063" y="2248334"/>
                  </a:lnTo>
                  <a:lnTo>
                    <a:pt x="6898769" y="2285029"/>
                  </a:lnTo>
                  <a:lnTo>
                    <a:pt x="6904475" y="2303045"/>
                  </a:lnTo>
                  <a:lnTo>
                    <a:pt x="6910181" y="2296951"/>
                  </a:lnTo>
                  <a:lnTo>
                    <a:pt x="6915887" y="2310725"/>
                  </a:lnTo>
                  <a:lnTo>
                    <a:pt x="6921594" y="2304511"/>
                  </a:lnTo>
                  <a:lnTo>
                    <a:pt x="6927300" y="2302141"/>
                  </a:lnTo>
                  <a:lnTo>
                    <a:pt x="6933006" y="2235330"/>
                  </a:lnTo>
                  <a:lnTo>
                    <a:pt x="6938712" y="2179507"/>
                  </a:lnTo>
                  <a:lnTo>
                    <a:pt x="6944418" y="2188905"/>
                  </a:lnTo>
                  <a:lnTo>
                    <a:pt x="6950124" y="2180756"/>
                  </a:lnTo>
                  <a:lnTo>
                    <a:pt x="6955831" y="2166263"/>
                  </a:lnTo>
                  <a:lnTo>
                    <a:pt x="6961537" y="2150010"/>
                  </a:lnTo>
                  <a:lnTo>
                    <a:pt x="6967243" y="2158704"/>
                  </a:lnTo>
                  <a:lnTo>
                    <a:pt x="6972949" y="2207953"/>
                  </a:lnTo>
                  <a:lnTo>
                    <a:pt x="6978655" y="2214867"/>
                  </a:lnTo>
                  <a:lnTo>
                    <a:pt x="6984361" y="2200894"/>
                  </a:lnTo>
                  <a:lnTo>
                    <a:pt x="6990068" y="2152288"/>
                  </a:lnTo>
                  <a:lnTo>
                    <a:pt x="6995774" y="2151502"/>
                  </a:lnTo>
                  <a:lnTo>
                    <a:pt x="7001480" y="2154632"/>
                  </a:lnTo>
                  <a:lnTo>
                    <a:pt x="7007186" y="2131614"/>
                  </a:lnTo>
                  <a:lnTo>
                    <a:pt x="7012892" y="2120926"/>
                  </a:lnTo>
                  <a:lnTo>
                    <a:pt x="7018599" y="2115429"/>
                  </a:lnTo>
                  <a:lnTo>
                    <a:pt x="7024305" y="2162115"/>
                  </a:lnTo>
                  <a:lnTo>
                    <a:pt x="7030011" y="2142984"/>
                  </a:lnTo>
                  <a:lnTo>
                    <a:pt x="7035717" y="2165232"/>
                  </a:lnTo>
                  <a:lnTo>
                    <a:pt x="7041423" y="2185269"/>
                  </a:lnTo>
                  <a:lnTo>
                    <a:pt x="7047129" y="2168595"/>
                  </a:lnTo>
                  <a:lnTo>
                    <a:pt x="7052836" y="2121396"/>
                  </a:lnTo>
                  <a:lnTo>
                    <a:pt x="7058542" y="2159744"/>
                  </a:lnTo>
                  <a:lnTo>
                    <a:pt x="7064248" y="2163317"/>
                  </a:lnTo>
                  <a:lnTo>
                    <a:pt x="7069954" y="2174422"/>
                  </a:lnTo>
                  <a:lnTo>
                    <a:pt x="7075660" y="2133447"/>
                  </a:lnTo>
                  <a:lnTo>
                    <a:pt x="7081367" y="2136395"/>
                  </a:lnTo>
                  <a:lnTo>
                    <a:pt x="7087073" y="2125119"/>
                  </a:lnTo>
                  <a:lnTo>
                    <a:pt x="7092779" y="2114371"/>
                  </a:lnTo>
                  <a:lnTo>
                    <a:pt x="7098485" y="2117519"/>
                  </a:lnTo>
                  <a:lnTo>
                    <a:pt x="7104191" y="2089926"/>
                  </a:lnTo>
                  <a:lnTo>
                    <a:pt x="7109897" y="2093967"/>
                  </a:lnTo>
                  <a:lnTo>
                    <a:pt x="7115604" y="2091462"/>
                  </a:lnTo>
                  <a:lnTo>
                    <a:pt x="7121310" y="2084454"/>
                  </a:lnTo>
                  <a:lnTo>
                    <a:pt x="7127016" y="2107177"/>
                  </a:lnTo>
                  <a:lnTo>
                    <a:pt x="7132722" y="2197796"/>
                  </a:lnTo>
                  <a:lnTo>
                    <a:pt x="7138428" y="2194249"/>
                  </a:lnTo>
                  <a:lnTo>
                    <a:pt x="7144134" y="2196914"/>
                  </a:lnTo>
                  <a:lnTo>
                    <a:pt x="7149841" y="2161611"/>
                  </a:lnTo>
                  <a:lnTo>
                    <a:pt x="7155547" y="2195773"/>
                  </a:lnTo>
                  <a:lnTo>
                    <a:pt x="7161253" y="2227248"/>
                  </a:lnTo>
                  <a:lnTo>
                    <a:pt x="7166959" y="2226643"/>
                  </a:lnTo>
                  <a:lnTo>
                    <a:pt x="7172665" y="2209220"/>
                  </a:lnTo>
                  <a:lnTo>
                    <a:pt x="7178372" y="2198569"/>
                  </a:lnTo>
                  <a:lnTo>
                    <a:pt x="7184078" y="2191317"/>
                  </a:lnTo>
                  <a:lnTo>
                    <a:pt x="7189784" y="2214063"/>
                  </a:lnTo>
                  <a:lnTo>
                    <a:pt x="7195490" y="2203653"/>
                  </a:lnTo>
                  <a:lnTo>
                    <a:pt x="7201196" y="2201334"/>
                  </a:lnTo>
                  <a:lnTo>
                    <a:pt x="7206902" y="2182103"/>
                  </a:lnTo>
                  <a:lnTo>
                    <a:pt x="7212609" y="2215927"/>
                  </a:lnTo>
                  <a:lnTo>
                    <a:pt x="7218315" y="2213894"/>
                  </a:lnTo>
                  <a:lnTo>
                    <a:pt x="7224021" y="2218783"/>
                  </a:lnTo>
                  <a:lnTo>
                    <a:pt x="7229727" y="2206804"/>
                  </a:lnTo>
                  <a:lnTo>
                    <a:pt x="7235433" y="2218315"/>
                  </a:lnTo>
                  <a:lnTo>
                    <a:pt x="7241140" y="2224002"/>
                  </a:lnTo>
                  <a:lnTo>
                    <a:pt x="7246846" y="2194355"/>
                  </a:lnTo>
                  <a:lnTo>
                    <a:pt x="7252552" y="2211260"/>
                  </a:lnTo>
                  <a:lnTo>
                    <a:pt x="7258258" y="2205726"/>
                  </a:lnTo>
                  <a:lnTo>
                    <a:pt x="7263964" y="2230501"/>
                  </a:lnTo>
                  <a:lnTo>
                    <a:pt x="7269670" y="2195723"/>
                  </a:lnTo>
                  <a:lnTo>
                    <a:pt x="7275377" y="2173657"/>
                  </a:lnTo>
                  <a:lnTo>
                    <a:pt x="7281083" y="2172849"/>
                  </a:lnTo>
                  <a:lnTo>
                    <a:pt x="7286789" y="2200911"/>
                  </a:lnTo>
                  <a:lnTo>
                    <a:pt x="7292495" y="2139357"/>
                  </a:lnTo>
                  <a:lnTo>
                    <a:pt x="7298201" y="2156388"/>
                  </a:lnTo>
                  <a:lnTo>
                    <a:pt x="7303907" y="2199024"/>
                  </a:lnTo>
                  <a:lnTo>
                    <a:pt x="7309614" y="2157446"/>
                  </a:lnTo>
                  <a:lnTo>
                    <a:pt x="7315320" y="2157975"/>
                  </a:lnTo>
                  <a:lnTo>
                    <a:pt x="7321026" y="2181422"/>
                  </a:lnTo>
                  <a:lnTo>
                    <a:pt x="7326732" y="2235509"/>
                  </a:lnTo>
                  <a:lnTo>
                    <a:pt x="7332438" y="2289241"/>
                  </a:lnTo>
                  <a:lnTo>
                    <a:pt x="7338145" y="2267354"/>
                  </a:lnTo>
                  <a:lnTo>
                    <a:pt x="7343851" y="2268349"/>
                  </a:lnTo>
                  <a:lnTo>
                    <a:pt x="7349557" y="2284631"/>
                  </a:lnTo>
                  <a:lnTo>
                    <a:pt x="7355263" y="2317820"/>
                  </a:lnTo>
                  <a:lnTo>
                    <a:pt x="7360969" y="2320311"/>
                  </a:lnTo>
                  <a:lnTo>
                    <a:pt x="7366675" y="2240842"/>
                  </a:lnTo>
                  <a:lnTo>
                    <a:pt x="7372382" y="2212675"/>
                  </a:lnTo>
                  <a:lnTo>
                    <a:pt x="7378088" y="2216153"/>
                  </a:lnTo>
                  <a:lnTo>
                    <a:pt x="7383794" y="2207405"/>
                  </a:lnTo>
                  <a:lnTo>
                    <a:pt x="7389500" y="2221650"/>
                  </a:lnTo>
                  <a:lnTo>
                    <a:pt x="7395206" y="2245104"/>
                  </a:lnTo>
                  <a:lnTo>
                    <a:pt x="7400912" y="2215173"/>
                  </a:lnTo>
                  <a:lnTo>
                    <a:pt x="7406619" y="2244026"/>
                  </a:lnTo>
                  <a:lnTo>
                    <a:pt x="7412325" y="2200746"/>
                  </a:lnTo>
                  <a:lnTo>
                    <a:pt x="7418031" y="2216714"/>
                  </a:lnTo>
                  <a:lnTo>
                    <a:pt x="7423737" y="2246457"/>
                  </a:lnTo>
                  <a:lnTo>
                    <a:pt x="7429443" y="2249643"/>
                  </a:lnTo>
                  <a:lnTo>
                    <a:pt x="7435150" y="2249544"/>
                  </a:lnTo>
                  <a:lnTo>
                    <a:pt x="7440856" y="2212051"/>
                  </a:lnTo>
                  <a:lnTo>
                    <a:pt x="7446562" y="2250397"/>
                  </a:lnTo>
                  <a:lnTo>
                    <a:pt x="7452268" y="2246620"/>
                  </a:lnTo>
                  <a:lnTo>
                    <a:pt x="7457974" y="2241015"/>
                  </a:lnTo>
                  <a:lnTo>
                    <a:pt x="7463680" y="2264653"/>
                  </a:lnTo>
                  <a:lnTo>
                    <a:pt x="7469387" y="2264067"/>
                  </a:lnTo>
                  <a:lnTo>
                    <a:pt x="7475093" y="2256144"/>
                  </a:lnTo>
                  <a:lnTo>
                    <a:pt x="7480799" y="2266382"/>
                  </a:lnTo>
                  <a:lnTo>
                    <a:pt x="7486505" y="2266619"/>
                  </a:lnTo>
                  <a:lnTo>
                    <a:pt x="7492211" y="2315431"/>
                  </a:lnTo>
                  <a:lnTo>
                    <a:pt x="7497918" y="2324806"/>
                  </a:lnTo>
                  <a:lnTo>
                    <a:pt x="7503624" y="2279084"/>
                  </a:lnTo>
                  <a:lnTo>
                    <a:pt x="7509330" y="2301838"/>
                  </a:lnTo>
                  <a:lnTo>
                    <a:pt x="7515036" y="2324271"/>
                  </a:lnTo>
                  <a:lnTo>
                    <a:pt x="7520742" y="2269929"/>
                  </a:lnTo>
                  <a:lnTo>
                    <a:pt x="7526448" y="2262007"/>
                  </a:lnTo>
                  <a:lnTo>
                    <a:pt x="7532155" y="2268186"/>
                  </a:lnTo>
                  <a:lnTo>
                    <a:pt x="7537861" y="2245619"/>
                  </a:lnTo>
                  <a:lnTo>
                    <a:pt x="7543567" y="2262242"/>
                  </a:lnTo>
                  <a:lnTo>
                    <a:pt x="7549273" y="2272415"/>
                  </a:lnTo>
                  <a:lnTo>
                    <a:pt x="7554979" y="2288931"/>
                  </a:lnTo>
                  <a:lnTo>
                    <a:pt x="7560685" y="2310267"/>
                  </a:lnTo>
                  <a:lnTo>
                    <a:pt x="7566392" y="2228816"/>
                  </a:lnTo>
                  <a:lnTo>
                    <a:pt x="7572098" y="2222805"/>
                  </a:lnTo>
                  <a:lnTo>
                    <a:pt x="7577804" y="2151681"/>
                  </a:lnTo>
                  <a:lnTo>
                    <a:pt x="7583510" y="2155372"/>
                  </a:lnTo>
                  <a:lnTo>
                    <a:pt x="7589216" y="2191948"/>
                  </a:lnTo>
                  <a:lnTo>
                    <a:pt x="7594923" y="2194474"/>
                  </a:lnTo>
                  <a:lnTo>
                    <a:pt x="7600629" y="2236427"/>
                  </a:lnTo>
                  <a:lnTo>
                    <a:pt x="7606335" y="2230038"/>
                  </a:lnTo>
                  <a:lnTo>
                    <a:pt x="7612041" y="2239956"/>
                  </a:lnTo>
                  <a:lnTo>
                    <a:pt x="7617747" y="2206915"/>
                  </a:lnTo>
                  <a:lnTo>
                    <a:pt x="7623453" y="2191550"/>
                  </a:lnTo>
                  <a:lnTo>
                    <a:pt x="7629160" y="2204648"/>
                  </a:lnTo>
                  <a:lnTo>
                    <a:pt x="7634866" y="2191666"/>
                  </a:lnTo>
                  <a:lnTo>
                    <a:pt x="7640572" y="2177945"/>
                  </a:lnTo>
                  <a:lnTo>
                    <a:pt x="7646278" y="2184539"/>
                  </a:lnTo>
                  <a:lnTo>
                    <a:pt x="7651984" y="2183087"/>
                  </a:lnTo>
                  <a:lnTo>
                    <a:pt x="7657691" y="2199475"/>
                  </a:lnTo>
                  <a:lnTo>
                    <a:pt x="7663397" y="2176914"/>
                  </a:lnTo>
                  <a:lnTo>
                    <a:pt x="7669103" y="2218266"/>
                  </a:lnTo>
                  <a:lnTo>
                    <a:pt x="7674809" y="2203050"/>
                  </a:lnTo>
                  <a:lnTo>
                    <a:pt x="7680515" y="2167342"/>
                  </a:lnTo>
                  <a:lnTo>
                    <a:pt x="7686221" y="2185053"/>
                  </a:lnTo>
                  <a:lnTo>
                    <a:pt x="7691928" y="1949474"/>
                  </a:lnTo>
                  <a:lnTo>
                    <a:pt x="7697634" y="1946191"/>
                  </a:lnTo>
                  <a:lnTo>
                    <a:pt x="7703340" y="1978289"/>
                  </a:lnTo>
                  <a:lnTo>
                    <a:pt x="7709046" y="1960979"/>
                  </a:lnTo>
                  <a:lnTo>
                    <a:pt x="7714752" y="2017051"/>
                  </a:lnTo>
                  <a:lnTo>
                    <a:pt x="7720458" y="1987454"/>
                  </a:lnTo>
                  <a:lnTo>
                    <a:pt x="7726165" y="2030651"/>
                  </a:lnTo>
                  <a:lnTo>
                    <a:pt x="7731871" y="2044665"/>
                  </a:lnTo>
                  <a:lnTo>
                    <a:pt x="7737577" y="2035508"/>
                  </a:lnTo>
                  <a:lnTo>
                    <a:pt x="7743283" y="2036910"/>
                  </a:lnTo>
                  <a:lnTo>
                    <a:pt x="7748989" y="1989826"/>
                  </a:lnTo>
                  <a:lnTo>
                    <a:pt x="7754696" y="1988592"/>
                  </a:lnTo>
                  <a:lnTo>
                    <a:pt x="7760402" y="1975712"/>
                  </a:lnTo>
                  <a:lnTo>
                    <a:pt x="7766108" y="1989418"/>
                  </a:lnTo>
                  <a:lnTo>
                    <a:pt x="7771814" y="2044667"/>
                  </a:lnTo>
                  <a:lnTo>
                    <a:pt x="7777520" y="2048016"/>
                  </a:lnTo>
                  <a:lnTo>
                    <a:pt x="7783226" y="2032661"/>
                  </a:lnTo>
                  <a:lnTo>
                    <a:pt x="7788933" y="1931388"/>
                  </a:lnTo>
                  <a:lnTo>
                    <a:pt x="7794639" y="1978496"/>
                  </a:lnTo>
                  <a:lnTo>
                    <a:pt x="7800345" y="1894789"/>
                  </a:lnTo>
                  <a:lnTo>
                    <a:pt x="7806051" y="1844135"/>
                  </a:lnTo>
                  <a:lnTo>
                    <a:pt x="7811757" y="1886730"/>
                  </a:lnTo>
                  <a:lnTo>
                    <a:pt x="7817463" y="1844811"/>
                  </a:lnTo>
                  <a:lnTo>
                    <a:pt x="7823170" y="1889998"/>
                  </a:lnTo>
                  <a:lnTo>
                    <a:pt x="7828876" y="1845211"/>
                  </a:lnTo>
                  <a:lnTo>
                    <a:pt x="7834582" y="1911700"/>
                  </a:lnTo>
                  <a:lnTo>
                    <a:pt x="7840288" y="1998148"/>
                  </a:lnTo>
                  <a:lnTo>
                    <a:pt x="7845994" y="2013118"/>
                  </a:lnTo>
                  <a:lnTo>
                    <a:pt x="7851701" y="2066859"/>
                  </a:lnTo>
                  <a:lnTo>
                    <a:pt x="7857407" y="2081149"/>
                  </a:lnTo>
                  <a:lnTo>
                    <a:pt x="7863113" y="2092564"/>
                  </a:lnTo>
                  <a:lnTo>
                    <a:pt x="7868819" y="2114860"/>
                  </a:lnTo>
                  <a:lnTo>
                    <a:pt x="7874525" y="2146221"/>
                  </a:lnTo>
                  <a:lnTo>
                    <a:pt x="7880231" y="2143285"/>
                  </a:lnTo>
                  <a:lnTo>
                    <a:pt x="7885938" y="2112149"/>
                  </a:lnTo>
                  <a:lnTo>
                    <a:pt x="7891644" y="2055238"/>
                  </a:lnTo>
                  <a:lnTo>
                    <a:pt x="7897350" y="2074895"/>
                  </a:lnTo>
                  <a:lnTo>
                    <a:pt x="7903056" y="2016921"/>
                  </a:lnTo>
                  <a:lnTo>
                    <a:pt x="7908762" y="1933422"/>
                  </a:lnTo>
                  <a:lnTo>
                    <a:pt x="7914469" y="1889926"/>
                  </a:lnTo>
                  <a:lnTo>
                    <a:pt x="7920175" y="1968184"/>
                  </a:lnTo>
                  <a:lnTo>
                    <a:pt x="7925881" y="2054214"/>
                  </a:lnTo>
                  <a:lnTo>
                    <a:pt x="7931587" y="2027910"/>
                  </a:lnTo>
                  <a:lnTo>
                    <a:pt x="7937293" y="1777966"/>
                  </a:lnTo>
                  <a:lnTo>
                    <a:pt x="7942999" y="1840153"/>
                  </a:lnTo>
                  <a:lnTo>
                    <a:pt x="7948706" y="1830870"/>
                  </a:lnTo>
                  <a:lnTo>
                    <a:pt x="7954412" y="1945104"/>
                  </a:lnTo>
                  <a:lnTo>
                    <a:pt x="7960118" y="1951781"/>
                  </a:lnTo>
                  <a:lnTo>
                    <a:pt x="7965824" y="1976790"/>
                  </a:lnTo>
                  <a:lnTo>
                    <a:pt x="7971530" y="1979759"/>
                  </a:lnTo>
                  <a:lnTo>
                    <a:pt x="7977236" y="2003650"/>
                  </a:lnTo>
                  <a:lnTo>
                    <a:pt x="7982943" y="1950090"/>
                  </a:lnTo>
                  <a:lnTo>
                    <a:pt x="7988649" y="1922162"/>
                  </a:lnTo>
                  <a:lnTo>
                    <a:pt x="7994355" y="1898893"/>
                  </a:lnTo>
                  <a:lnTo>
                    <a:pt x="8000061" y="1904581"/>
                  </a:lnTo>
                  <a:lnTo>
                    <a:pt x="8005767" y="1895880"/>
                  </a:lnTo>
                  <a:lnTo>
                    <a:pt x="8011474" y="1791164"/>
                  </a:lnTo>
                  <a:lnTo>
                    <a:pt x="8017180" y="1751724"/>
                  </a:lnTo>
                  <a:lnTo>
                    <a:pt x="8022886" y="1825931"/>
                  </a:lnTo>
                  <a:lnTo>
                    <a:pt x="8028592" y="1812172"/>
                  </a:lnTo>
                  <a:lnTo>
                    <a:pt x="8034298" y="1746307"/>
                  </a:lnTo>
                  <a:lnTo>
                    <a:pt x="8040004" y="1667937"/>
                  </a:lnTo>
                  <a:lnTo>
                    <a:pt x="8045711" y="1710639"/>
                  </a:lnTo>
                  <a:lnTo>
                    <a:pt x="8051417" y="1766402"/>
                  </a:lnTo>
                  <a:lnTo>
                    <a:pt x="8057123" y="1801522"/>
                  </a:lnTo>
                  <a:lnTo>
                    <a:pt x="8062829" y="1724508"/>
                  </a:lnTo>
                  <a:lnTo>
                    <a:pt x="8068535" y="1770540"/>
                  </a:lnTo>
                  <a:lnTo>
                    <a:pt x="8074242" y="1837452"/>
                  </a:lnTo>
                  <a:lnTo>
                    <a:pt x="8079948" y="1807757"/>
                  </a:lnTo>
                  <a:lnTo>
                    <a:pt x="8085654" y="1880386"/>
                  </a:lnTo>
                  <a:lnTo>
                    <a:pt x="8091360" y="1893278"/>
                  </a:lnTo>
                  <a:lnTo>
                    <a:pt x="8097066" y="1934464"/>
                  </a:lnTo>
                  <a:lnTo>
                    <a:pt x="8102772" y="1943580"/>
                  </a:lnTo>
                  <a:lnTo>
                    <a:pt x="8108479" y="1912489"/>
                  </a:lnTo>
                  <a:lnTo>
                    <a:pt x="8114185" y="1964883"/>
                  </a:lnTo>
                  <a:lnTo>
                    <a:pt x="8119891" y="1918982"/>
                  </a:lnTo>
                  <a:lnTo>
                    <a:pt x="8125597" y="1863456"/>
                  </a:lnTo>
                  <a:lnTo>
                    <a:pt x="8131303" y="1883339"/>
                  </a:lnTo>
                  <a:lnTo>
                    <a:pt x="8137009" y="1838200"/>
                  </a:lnTo>
                  <a:lnTo>
                    <a:pt x="8142716" y="1923631"/>
                  </a:lnTo>
                  <a:lnTo>
                    <a:pt x="8148422" y="1971556"/>
                  </a:lnTo>
                  <a:lnTo>
                    <a:pt x="8154128" y="2041225"/>
                  </a:lnTo>
                  <a:lnTo>
                    <a:pt x="8159834" y="1996630"/>
                  </a:lnTo>
                  <a:lnTo>
                    <a:pt x="8165540" y="2016634"/>
                  </a:lnTo>
                  <a:lnTo>
                    <a:pt x="8171247" y="2055742"/>
                  </a:lnTo>
                  <a:lnTo>
                    <a:pt x="8176953" y="2109014"/>
                  </a:lnTo>
                  <a:lnTo>
                    <a:pt x="8182659" y="2145969"/>
                  </a:lnTo>
                  <a:lnTo>
                    <a:pt x="8188365" y="2152790"/>
                  </a:lnTo>
                  <a:lnTo>
                    <a:pt x="8194071" y="2168705"/>
                  </a:lnTo>
                  <a:lnTo>
                    <a:pt x="8199777" y="2123220"/>
                  </a:lnTo>
                  <a:lnTo>
                    <a:pt x="8205484" y="2032299"/>
                  </a:lnTo>
                  <a:lnTo>
                    <a:pt x="8211190" y="2021388"/>
                  </a:lnTo>
                  <a:lnTo>
                    <a:pt x="8216896" y="2005911"/>
                  </a:lnTo>
                  <a:lnTo>
                    <a:pt x="8222602" y="2065510"/>
                  </a:lnTo>
                  <a:lnTo>
                    <a:pt x="8228308" y="2040194"/>
                  </a:lnTo>
                  <a:lnTo>
                    <a:pt x="8234014" y="2021453"/>
                  </a:lnTo>
                  <a:lnTo>
                    <a:pt x="8239721" y="2013081"/>
                  </a:lnTo>
                  <a:lnTo>
                    <a:pt x="8245427" y="2008240"/>
                  </a:lnTo>
                  <a:lnTo>
                    <a:pt x="8251133" y="1997048"/>
                  </a:lnTo>
                  <a:lnTo>
                    <a:pt x="8256839" y="1989305"/>
                  </a:lnTo>
                  <a:lnTo>
                    <a:pt x="8262545" y="1998609"/>
                  </a:lnTo>
                  <a:lnTo>
                    <a:pt x="8268252" y="1994043"/>
                  </a:lnTo>
                  <a:lnTo>
                    <a:pt x="8273958" y="1995954"/>
                  </a:lnTo>
                  <a:lnTo>
                    <a:pt x="8279664" y="2006298"/>
                  </a:lnTo>
                  <a:lnTo>
                    <a:pt x="8285370" y="2018252"/>
                  </a:lnTo>
                  <a:lnTo>
                    <a:pt x="8291076" y="2035419"/>
                  </a:lnTo>
                  <a:lnTo>
                    <a:pt x="8296782" y="2006434"/>
                  </a:lnTo>
                  <a:lnTo>
                    <a:pt x="8302489" y="2015947"/>
                  </a:lnTo>
                  <a:lnTo>
                    <a:pt x="8308195" y="2045992"/>
                  </a:lnTo>
                  <a:lnTo>
                    <a:pt x="8313901" y="2098644"/>
                  </a:lnTo>
                  <a:lnTo>
                    <a:pt x="8319607" y="2091122"/>
                  </a:lnTo>
                  <a:lnTo>
                    <a:pt x="8325313" y="2134731"/>
                  </a:lnTo>
                  <a:lnTo>
                    <a:pt x="8331020" y="2182052"/>
                  </a:lnTo>
                  <a:lnTo>
                    <a:pt x="8336726" y="2153640"/>
                  </a:lnTo>
                  <a:lnTo>
                    <a:pt x="8342432" y="2112602"/>
                  </a:lnTo>
                  <a:lnTo>
                    <a:pt x="8348138" y="2179349"/>
                  </a:lnTo>
                  <a:lnTo>
                    <a:pt x="8353844" y="2086016"/>
                  </a:lnTo>
                  <a:lnTo>
                    <a:pt x="8359550" y="2015026"/>
                  </a:lnTo>
                  <a:lnTo>
                    <a:pt x="8365257" y="1994348"/>
                  </a:lnTo>
                  <a:lnTo>
                    <a:pt x="8370963" y="1953644"/>
                  </a:lnTo>
                  <a:lnTo>
                    <a:pt x="8376669" y="1999660"/>
                  </a:lnTo>
                  <a:lnTo>
                    <a:pt x="8382375" y="1909071"/>
                  </a:lnTo>
                  <a:lnTo>
                    <a:pt x="8388081" y="1908016"/>
                  </a:lnTo>
                  <a:lnTo>
                    <a:pt x="8393787" y="1944921"/>
                  </a:lnTo>
                  <a:lnTo>
                    <a:pt x="8399494" y="2012883"/>
                  </a:lnTo>
                  <a:lnTo>
                    <a:pt x="8405200" y="1988492"/>
                  </a:lnTo>
                  <a:lnTo>
                    <a:pt x="8410906" y="1981713"/>
                  </a:lnTo>
                  <a:lnTo>
                    <a:pt x="8416612" y="2123302"/>
                  </a:lnTo>
                  <a:lnTo>
                    <a:pt x="8422318" y="2061419"/>
                  </a:lnTo>
                  <a:lnTo>
                    <a:pt x="8428025" y="2000637"/>
                  </a:lnTo>
                  <a:lnTo>
                    <a:pt x="8433731" y="1911251"/>
                  </a:lnTo>
                  <a:lnTo>
                    <a:pt x="8439437" y="1896495"/>
                  </a:lnTo>
                  <a:lnTo>
                    <a:pt x="8445143" y="1866569"/>
                  </a:lnTo>
                  <a:lnTo>
                    <a:pt x="8450849" y="1890075"/>
                  </a:lnTo>
                  <a:lnTo>
                    <a:pt x="8456555" y="1819205"/>
                  </a:lnTo>
                  <a:lnTo>
                    <a:pt x="8462262" y="1805536"/>
                  </a:lnTo>
                  <a:lnTo>
                    <a:pt x="8467968" y="1757919"/>
                  </a:lnTo>
                  <a:lnTo>
                    <a:pt x="8473674" y="1684112"/>
                  </a:lnTo>
                  <a:lnTo>
                    <a:pt x="8479380" y="1654863"/>
                  </a:lnTo>
                  <a:lnTo>
                    <a:pt x="8485086" y="1602432"/>
                  </a:lnTo>
                  <a:lnTo>
                    <a:pt x="8490793" y="1603705"/>
                  </a:lnTo>
                  <a:lnTo>
                    <a:pt x="8496499" y="1636249"/>
                  </a:lnTo>
                  <a:lnTo>
                    <a:pt x="8502205" y="1681445"/>
                  </a:lnTo>
                  <a:lnTo>
                    <a:pt x="8507911" y="1701118"/>
                  </a:lnTo>
                  <a:lnTo>
                    <a:pt x="8513617" y="1816437"/>
                  </a:lnTo>
                  <a:lnTo>
                    <a:pt x="8519323" y="1909059"/>
                  </a:lnTo>
                  <a:lnTo>
                    <a:pt x="8525030" y="1940926"/>
                  </a:lnTo>
                  <a:lnTo>
                    <a:pt x="8530736" y="1994765"/>
                  </a:lnTo>
                  <a:lnTo>
                    <a:pt x="8536442" y="1928085"/>
                  </a:lnTo>
                  <a:lnTo>
                    <a:pt x="8542148" y="1850649"/>
                  </a:lnTo>
                  <a:lnTo>
                    <a:pt x="8547854" y="1852175"/>
                  </a:lnTo>
                  <a:lnTo>
                    <a:pt x="8553560" y="1827052"/>
                  </a:lnTo>
                  <a:lnTo>
                    <a:pt x="8553560" y="2326262"/>
                  </a:lnTo>
                  <a:lnTo>
                    <a:pt x="8547854" y="2326262"/>
                  </a:lnTo>
                  <a:lnTo>
                    <a:pt x="8542148" y="2326262"/>
                  </a:lnTo>
                  <a:lnTo>
                    <a:pt x="8536442" y="2326262"/>
                  </a:lnTo>
                  <a:lnTo>
                    <a:pt x="8530736" y="2326262"/>
                  </a:lnTo>
                  <a:lnTo>
                    <a:pt x="8525030" y="2326262"/>
                  </a:lnTo>
                  <a:lnTo>
                    <a:pt x="8519323" y="2326262"/>
                  </a:lnTo>
                  <a:lnTo>
                    <a:pt x="8513617" y="2326262"/>
                  </a:lnTo>
                  <a:lnTo>
                    <a:pt x="8507911" y="2326262"/>
                  </a:lnTo>
                  <a:lnTo>
                    <a:pt x="8502205" y="2326262"/>
                  </a:lnTo>
                  <a:lnTo>
                    <a:pt x="8496499" y="2326262"/>
                  </a:lnTo>
                  <a:lnTo>
                    <a:pt x="8490793" y="2326262"/>
                  </a:lnTo>
                  <a:lnTo>
                    <a:pt x="8485086" y="2326262"/>
                  </a:lnTo>
                  <a:lnTo>
                    <a:pt x="8479380" y="2326262"/>
                  </a:lnTo>
                  <a:lnTo>
                    <a:pt x="8473674" y="2326262"/>
                  </a:lnTo>
                  <a:lnTo>
                    <a:pt x="8467968" y="2326262"/>
                  </a:lnTo>
                  <a:lnTo>
                    <a:pt x="8462262" y="2326262"/>
                  </a:lnTo>
                  <a:lnTo>
                    <a:pt x="8456555" y="2326262"/>
                  </a:lnTo>
                  <a:lnTo>
                    <a:pt x="8450849" y="2326262"/>
                  </a:lnTo>
                  <a:lnTo>
                    <a:pt x="8445143" y="2326262"/>
                  </a:lnTo>
                  <a:lnTo>
                    <a:pt x="8439437" y="2326262"/>
                  </a:lnTo>
                  <a:lnTo>
                    <a:pt x="8433731" y="2326262"/>
                  </a:lnTo>
                  <a:lnTo>
                    <a:pt x="8428025" y="2326262"/>
                  </a:lnTo>
                  <a:lnTo>
                    <a:pt x="8422318" y="2326262"/>
                  </a:lnTo>
                  <a:lnTo>
                    <a:pt x="8416612" y="2326262"/>
                  </a:lnTo>
                  <a:lnTo>
                    <a:pt x="8410906" y="2326262"/>
                  </a:lnTo>
                  <a:lnTo>
                    <a:pt x="8405200" y="2326262"/>
                  </a:lnTo>
                  <a:lnTo>
                    <a:pt x="8399494" y="2326262"/>
                  </a:lnTo>
                  <a:lnTo>
                    <a:pt x="8393787" y="2326262"/>
                  </a:lnTo>
                  <a:lnTo>
                    <a:pt x="8388081" y="2326262"/>
                  </a:lnTo>
                  <a:lnTo>
                    <a:pt x="8382375" y="2326262"/>
                  </a:lnTo>
                  <a:lnTo>
                    <a:pt x="8376669" y="2326262"/>
                  </a:lnTo>
                  <a:lnTo>
                    <a:pt x="8370963" y="2326262"/>
                  </a:lnTo>
                  <a:lnTo>
                    <a:pt x="8365257" y="2326262"/>
                  </a:lnTo>
                  <a:lnTo>
                    <a:pt x="8359550" y="2326262"/>
                  </a:lnTo>
                  <a:lnTo>
                    <a:pt x="8353844" y="2326262"/>
                  </a:lnTo>
                  <a:lnTo>
                    <a:pt x="8348138" y="2326262"/>
                  </a:lnTo>
                  <a:lnTo>
                    <a:pt x="8342432" y="2326262"/>
                  </a:lnTo>
                  <a:lnTo>
                    <a:pt x="8336726" y="2326262"/>
                  </a:lnTo>
                  <a:lnTo>
                    <a:pt x="8331020" y="2326262"/>
                  </a:lnTo>
                  <a:lnTo>
                    <a:pt x="8325313" y="2326262"/>
                  </a:lnTo>
                  <a:lnTo>
                    <a:pt x="8319607" y="2326262"/>
                  </a:lnTo>
                  <a:lnTo>
                    <a:pt x="8313901" y="2326262"/>
                  </a:lnTo>
                  <a:lnTo>
                    <a:pt x="8308195" y="2326262"/>
                  </a:lnTo>
                  <a:lnTo>
                    <a:pt x="8302489" y="2326262"/>
                  </a:lnTo>
                  <a:lnTo>
                    <a:pt x="8296782" y="2326262"/>
                  </a:lnTo>
                  <a:lnTo>
                    <a:pt x="8291076" y="2326262"/>
                  </a:lnTo>
                  <a:lnTo>
                    <a:pt x="8285370" y="2326262"/>
                  </a:lnTo>
                  <a:lnTo>
                    <a:pt x="8279664" y="2326262"/>
                  </a:lnTo>
                  <a:lnTo>
                    <a:pt x="8273958" y="2326262"/>
                  </a:lnTo>
                  <a:lnTo>
                    <a:pt x="8268252" y="2326262"/>
                  </a:lnTo>
                  <a:lnTo>
                    <a:pt x="8262545" y="2326262"/>
                  </a:lnTo>
                  <a:lnTo>
                    <a:pt x="8256839" y="2326262"/>
                  </a:lnTo>
                  <a:lnTo>
                    <a:pt x="8251133" y="2326262"/>
                  </a:lnTo>
                  <a:lnTo>
                    <a:pt x="8245427" y="2326262"/>
                  </a:lnTo>
                  <a:lnTo>
                    <a:pt x="8239721" y="2326262"/>
                  </a:lnTo>
                  <a:lnTo>
                    <a:pt x="8234014" y="2326262"/>
                  </a:lnTo>
                  <a:lnTo>
                    <a:pt x="8228308" y="2326262"/>
                  </a:lnTo>
                  <a:lnTo>
                    <a:pt x="8222602" y="2326262"/>
                  </a:lnTo>
                  <a:lnTo>
                    <a:pt x="8216896" y="2326262"/>
                  </a:lnTo>
                  <a:lnTo>
                    <a:pt x="8211190" y="2326262"/>
                  </a:lnTo>
                  <a:lnTo>
                    <a:pt x="8205484" y="2326262"/>
                  </a:lnTo>
                  <a:lnTo>
                    <a:pt x="8199777" y="2326262"/>
                  </a:lnTo>
                  <a:lnTo>
                    <a:pt x="8194071" y="2326262"/>
                  </a:lnTo>
                  <a:lnTo>
                    <a:pt x="8188365" y="2326262"/>
                  </a:lnTo>
                  <a:lnTo>
                    <a:pt x="8182659" y="2326262"/>
                  </a:lnTo>
                  <a:lnTo>
                    <a:pt x="8176953" y="2326262"/>
                  </a:lnTo>
                  <a:lnTo>
                    <a:pt x="8171247" y="2326262"/>
                  </a:lnTo>
                  <a:lnTo>
                    <a:pt x="8165540" y="2326262"/>
                  </a:lnTo>
                  <a:lnTo>
                    <a:pt x="8159834" y="2326262"/>
                  </a:lnTo>
                  <a:lnTo>
                    <a:pt x="8154128" y="2326262"/>
                  </a:lnTo>
                  <a:lnTo>
                    <a:pt x="8148422" y="2326262"/>
                  </a:lnTo>
                  <a:lnTo>
                    <a:pt x="8142716" y="2326262"/>
                  </a:lnTo>
                  <a:lnTo>
                    <a:pt x="8137009" y="2326262"/>
                  </a:lnTo>
                  <a:lnTo>
                    <a:pt x="8131303" y="2326262"/>
                  </a:lnTo>
                  <a:lnTo>
                    <a:pt x="8125597" y="2326262"/>
                  </a:lnTo>
                  <a:lnTo>
                    <a:pt x="8119891" y="2326262"/>
                  </a:lnTo>
                  <a:lnTo>
                    <a:pt x="8114185" y="2326262"/>
                  </a:lnTo>
                  <a:lnTo>
                    <a:pt x="8108479" y="2326262"/>
                  </a:lnTo>
                  <a:lnTo>
                    <a:pt x="8102772" y="2326262"/>
                  </a:lnTo>
                  <a:lnTo>
                    <a:pt x="8097066" y="2326262"/>
                  </a:lnTo>
                  <a:lnTo>
                    <a:pt x="8091360" y="2326262"/>
                  </a:lnTo>
                  <a:lnTo>
                    <a:pt x="8085654" y="2326262"/>
                  </a:lnTo>
                  <a:lnTo>
                    <a:pt x="8079948" y="2326262"/>
                  </a:lnTo>
                  <a:lnTo>
                    <a:pt x="8074242" y="2326262"/>
                  </a:lnTo>
                  <a:lnTo>
                    <a:pt x="8068535" y="2326262"/>
                  </a:lnTo>
                  <a:lnTo>
                    <a:pt x="8062829" y="2326262"/>
                  </a:lnTo>
                  <a:lnTo>
                    <a:pt x="8057123" y="2326262"/>
                  </a:lnTo>
                  <a:lnTo>
                    <a:pt x="8051417" y="2326262"/>
                  </a:lnTo>
                  <a:lnTo>
                    <a:pt x="8045711" y="2326262"/>
                  </a:lnTo>
                  <a:lnTo>
                    <a:pt x="8040004" y="2326262"/>
                  </a:lnTo>
                  <a:lnTo>
                    <a:pt x="8034298" y="2326262"/>
                  </a:lnTo>
                  <a:lnTo>
                    <a:pt x="8028592" y="2326262"/>
                  </a:lnTo>
                  <a:lnTo>
                    <a:pt x="8022886" y="2326262"/>
                  </a:lnTo>
                  <a:lnTo>
                    <a:pt x="8017180" y="2326262"/>
                  </a:lnTo>
                  <a:lnTo>
                    <a:pt x="8011474" y="2326262"/>
                  </a:lnTo>
                  <a:lnTo>
                    <a:pt x="8005767" y="2326262"/>
                  </a:lnTo>
                  <a:lnTo>
                    <a:pt x="8000061" y="2326262"/>
                  </a:lnTo>
                  <a:lnTo>
                    <a:pt x="7994355" y="2326262"/>
                  </a:lnTo>
                  <a:lnTo>
                    <a:pt x="7988649" y="2326262"/>
                  </a:lnTo>
                  <a:lnTo>
                    <a:pt x="7982943" y="2326262"/>
                  </a:lnTo>
                  <a:lnTo>
                    <a:pt x="7977236" y="2326262"/>
                  </a:lnTo>
                  <a:lnTo>
                    <a:pt x="7971530" y="2326262"/>
                  </a:lnTo>
                  <a:lnTo>
                    <a:pt x="7965824" y="2326262"/>
                  </a:lnTo>
                  <a:lnTo>
                    <a:pt x="7960118" y="2326262"/>
                  </a:lnTo>
                  <a:lnTo>
                    <a:pt x="7954412" y="2326262"/>
                  </a:lnTo>
                  <a:lnTo>
                    <a:pt x="7948706" y="2326262"/>
                  </a:lnTo>
                  <a:lnTo>
                    <a:pt x="7942999" y="2326262"/>
                  </a:lnTo>
                  <a:lnTo>
                    <a:pt x="7937293" y="2326262"/>
                  </a:lnTo>
                  <a:lnTo>
                    <a:pt x="7931587" y="2326262"/>
                  </a:lnTo>
                  <a:lnTo>
                    <a:pt x="7925881" y="2326262"/>
                  </a:lnTo>
                  <a:lnTo>
                    <a:pt x="7920175" y="2326262"/>
                  </a:lnTo>
                  <a:lnTo>
                    <a:pt x="7914469" y="2326262"/>
                  </a:lnTo>
                  <a:lnTo>
                    <a:pt x="7908762" y="2326262"/>
                  </a:lnTo>
                  <a:lnTo>
                    <a:pt x="7903056" y="2326262"/>
                  </a:lnTo>
                  <a:lnTo>
                    <a:pt x="7897350" y="2326262"/>
                  </a:lnTo>
                  <a:lnTo>
                    <a:pt x="7891644" y="2326262"/>
                  </a:lnTo>
                  <a:lnTo>
                    <a:pt x="7885938" y="2326262"/>
                  </a:lnTo>
                  <a:lnTo>
                    <a:pt x="7880231" y="2326262"/>
                  </a:lnTo>
                  <a:lnTo>
                    <a:pt x="7874525" y="2326262"/>
                  </a:lnTo>
                  <a:lnTo>
                    <a:pt x="7868819" y="2326262"/>
                  </a:lnTo>
                  <a:lnTo>
                    <a:pt x="7863113" y="2326262"/>
                  </a:lnTo>
                  <a:lnTo>
                    <a:pt x="7857407" y="2326262"/>
                  </a:lnTo>
                  <a:lnTo>
                    <a:pt x="7851701" y="2326262"/>
                  </a:lnTo>
                  <a:lnTo>
                    <a:pt x="7845994" y="2326262"/>
                  </a:lnTo>
                  <a:lnTo>
                    <a:pt x="7840288" y="2326262"/>
                  </a:lnTo>
                  <a:lnTo>
                    <a:pt x="7834582" y="2326262"/>
                  </a:lnTo>
                  <a:lnTo>
                    <a:pt x="7828876" y="2326262"/>
                  </a:lnTo>
                  <a:lnTo>
                    <a:pt x="7823170" y="2326262"/>
                  </a:lnTo>
                  <a:lnTo>
                    <a:pt x="7817463" y="2326262"/>
                  </a:lnTo>
                  <a:lnTo>
                    <a:pt x="7811757" y="2326262"/>
                  </a:lnTo>
                  <a:lnTo>
                    <a:pt x="7806051" y="2326262"/>
                  </a:lnTo>
                  <a:lnTo>
                    <a:pt x="7800345" y="2326262"/>
                  </a:lnTo>
                  <a:lnTo>
                    <a:pt x="7794639" y="2326262"/>
                  </a:lnTo>
                  <a:lnTo>
                    <a:pt x="7788933" y="2326262"/>
                  </a:lnTo>
                  <a:lnTo>
                    <a:pt x="7783226" y="2326262"/>
                  </a:lnTo>
                  <a:lnTo>
                    <a:pt x="7777520" y="2326262"/>
                  </a:lnTo>
                  <a:lnTo>
                    <a:pt x="7771814" y="2326262"/>
                  </a:lnTo>
                  <a:lnTo>
                    <a:pt x="7766108" y="2326262"/>
                  </a:lnTo>
                  <a:lnTo>
                    <a:pt x="7760402" y="2326262"/>
                  </a:lnTo>
                  <a:lnTo>
                    <a:pt x="7754696" y="2326262"/>
                  </a:lnTo>
                  <a:lnTo>
                    <a:pt x="7748989" y="2326262"/>
                  </a:lnTo>
                  <a:lnTo>
                    <a:pt x="7743283" y="2326262"/>
                  </a:lnTo>
                  <a:lnTo>
                    <a:pt x="7737577" y="2326262"/>
                  </a:lnTo>
                  <a:lnTo>
                    <a:pt x="7731871" y="2326262"/>
                  </a:lnTo>
                  <a:lnTo>
                    <a:pt x="7726165" y="2326262"/>
                  </a:lnTo>
                  <a:lnTo>
                    <a:pt x="7720458" y="2326262"/>
                  </a:lnTo>
                  <a:lnTo>
                    <a:pt x="7714752" y="2326262"/>
                  </a:lnTo>
                  <a:lnTo>
                    <a:pt x="7709046" y="2326262"/>
                  </a:lnTo>
                  <a:lnTo>
                    <a:pt x="7703340" y="2326262"/>
                  </a:lnTo>
                  <a:lnTo>
                    <a:pt x="7697634" y="2326262"/>
                  </a:lnTo>
                  <a:lnTo>
                    <a:pt x="7691928" y="2326262"/>
                  </a:lnTo>
                  <a:lnTo>
                    <a:pt x="7686221" y="2326262"/>
                  </a:lnTo>
                  <a:lnTo>
                    <a:pt x="7680515" y="2326262"/>
                  </a:lnTo>
                  <a:lnTo>
                    <a:pt x="7674809" y="2326262"/>
                  </a:lnTo>
                  <a:lnTo>
                    <a:pt x="7669103" y="2326262"/>
                  </a:lnTo>
                  <a:lnTo>
                    <a:pt x="7663397" y="2326262"/>
                  </a:lnTo>
                  <a:lnTo>
                    <a:pt x="7657691" y="2326262"/>
                  </a:lnTo>
                  <a:lnTo>
                    <a:pt x="7651984" y="2326262"/>
                  </a:lnTo>
                  <a:lnTo>
                    <a:pt x="7646278" y="2326262"/>
                  </a:lnTo>
                  <a:lnTo>
                    <a:pt x="7640572" y="2326262"/>
                  </a:lnTo>
                  <a:lnTo>
                    <a:pt x="7634866" y="2326262"/>
                  </a:lnTo>
                  <a:lnTo>
                    <a:pt x="7629160" y="2326262"/>
                  </a:lnTo>
                  <a:lnTo>
                    <a:pt x="7623453" y="2326262"/>
                  </a:lnTo>
                  <a:lnTo>
                    <a:pt x="7617747" y="2326262"/>
                  </a:lnTo>
                  <a:lnTo>
                    <a:pt x="7612041" y="2326262"/>
                  </a:lnTo>
                  <a:lnTo>
                    <a:pt x="7606335" y="2326262"/>
                  </a:lnTo>
                  <a:lnTo>
                    <a:pt x="7600629" y="2326262"/>
                  </a:lnTo>
                  <a:lnTo>
                    <a:pt x="7594923" y="2326262"/>
                  </a:lnTo>
                  <a:lnTo>
                    <a:pt x="7589216" y="2326262"/>
                  </a:lnTo>
                  <a:lnTo>
                    <a:pt x="7583510" y="2326262"/>
                  </a:lnTo>
                  <a:lnTo>
                    <a:pt x="7577804" y="2326262"/>
                  </a:lnTo>
                  <a:lnTo>
                    <a:pt x="7572098" y="2326262"/>
                  </a:lnTo>
                  <a:lnTo>
                    <a:pt x="7566392" y="2326262"/>
                  </a:lnTo>
                  <a:lnTo>
                    <a:pt x="7560685" y="2326262"/>
                  </a:lnTo>
                  <a:lnTo>
                    <a:pt x="7554979" y="2326262"/>
                  </a:lnTo>
                  <a:lnTo>
                    <a:pt x="7549273" y="2326262"/>
                  </a:lnTo>
                  <a:lnTo>
                    <a:pt x="7543567" y="2326262"/>
                  </a:lnTo>
                  <a:lnTo>
                    <a:pt x="7537861" y="2326262"/>
                  </a:lnTo>
                  <a:lnTo>
                    <a:pt x="7532155" y="2326262"/>
                  </a:lnTo>
                  <a:lnTo>
                    <a:pt x="7526448" y="2326262"/>
                  </a:lnTo>
                  <a:lnTo>
                    <a:pt x="7520742" y="2326262"/>
                  </a:lnTo>
                  <a:lnTo>
                    <a:pt x="7515036" y="2326262"/>
                  </a:lnTo>
                  <a:lnTo>
                    <a:pt x="7509330" y="2326262"/>
                  </a:lnTo>
                  <a:lnTo>
                    <a:pt x="7503624" y="2326262"/>
                  </a:lnTo>
                  <a:lnTo>
                    <a:pt x="7497918" y="2326262"/>
                  </a:lnTo>
                  <a:lnTo>
                    <a:pt x="7492211" y="2326262"/>
                  </a:lnTo>
                  <a:lnTo>
                    <a:pt x="7486505" y="2326262"/>
                  </a:lnTo>
                  <a:lnTo>
                    <a:pt x="7480799" y="2326262"/>
                  </a:lnTo>
                  <a:lnTo>
                    <a:pt x="7475093" y="2326262"/>
                  </a:lnTo>
                  <a:lnTo>
                    <a:pt x="7469387" y="2326262"/>
                  </a:lnTo>
                  <a:lnTo>
                    <a:pt x="7463680" y="2326262"/>
                  </a:lnTo>
                  <a:lnTo>
                    <a:pt x="7457974" y="2326262"/>
                  </a:lnTo>
                  <a:lnTo>
                    <a:pt x="7452268" y="2326262"/>
                  </a:lnTo>
                  <a:lnTo>
                    <a:pt x="7446562" y="2326262"/>
                  </a:lnTo>
                  <a:lnTo>
                    <a:pt x="7440856" y="2326262"/>
                  </a:lnTo>
                  <a:lnTo>
                    <a:pt x="7435150" y="2326262"/>
                  </a:lnTo>
                  <a:lnTo>
                    <a:pt x="7429443" y="2326262"/>
                  </a:lnTo>
                  <a:lnTo>
                    <a:pt x="7423737" y="2326262"/>
                  </a:lnTo>
                  <a:lnTo>
                    <a:pt x="7418031" y="2326262"/>
                  </a:lnTo>
                  <a:lnTo>
                    <a:pt x="7412325" y="2326262"/>
                  </a:lnTo>
                  <a:lnTo>
                    <a:pt x="7406619" y="2326262"/>
                  </a:lnTo>
                  <a:lnTo>
                    <a:pt x="7400912" y="2326262"/>
                  </a:lnTo>
                  <a:lnTo>
                    <a:pt x="7395206" y="2326262"/>
                  </a:lnTo>
                  <a:lnTo>
                    <a:pt x="7389500" y="2326262"/>
                  </a:lnTo>
                  <a:lnTo>
                    <a:pt x="7383794" y="2326262"/>
                  </a:lnTo>
                  <a:lnTo>
                    <a:pt x="7378088" y="2326262"/>
                  </a:lnTo>
                  <a:lnTo>
                    <a:pt x="7372382" y="2326262"/>
                  </a:lnTo>
                  <a:lnTo>
                    <a:pt x="7366675" y="2326262"/>
                  </a:lnTo>
                  <a:lnTo>
                    <a:pt x="7360969" y="2326262"/>
                  </a:lnTo>
                  <a:lnTo>
                    <a:pt x="7355263" y="2326262"/>
                  </a:lnTo>
                  <a:lnTo>
                    <a:pt x="7349557" y="2326262"/>
                  </a:lnTo>
                  <a:lnTo>
                    <a:pt x="7343851" y="2326262"/>
                  </a:lnTo>
                  <a:lnTo>
                    <a:pt x="7338145" y="2326262"/>
                  </a:lnTo>
                  <a:lnTo>
                    <a:pt x="7332438" y="2326262"/>
                  </a:lnTo>
                  <a:lnTo>
                    <a:pt x="7326732" y="2326262"/>
                  </a:lnTo>
                  <a:lnTo>
                    <a:pt x="7321026" y="2326262"/>
                  </a:lnTo>
                  <a:lnTo>
                    <a:pt x="7315320" y="2326262"/>
                  </a:lnTo>
                  <a:lnTo>
                    <a:pt x="7309614" y="2326262"/>
                  </a:lnTo>
                  <a:lnTo>
                    <a:pt x="7303907" y="2326262"/>
                  </a:lnTo>
                  <a:lnTo>
                    <a:pt x="7298201" y="2326262"/>
                  </a:lnTo>
                  <a:lnTo>
                    <a:pt x="7292495" y="2326262"/>
                  </a:lnTo>
                  <a:lnTo>
                    <a:pt x="7286789" y="2326262"/>
                  </a:lnTo>
                  <a:lnTo>
                    <a:pt x="7281083" y="2326262"/>
                  </a:lnTo>
                  <a:lnTo>
                    <a:pt x="7275377" y="2326262"/>
                  </a:lnTo>
                  <a:lnTo>
                    <a:pt x="7269670" y="2326262"/>
                  </a:lnTo>
                  <a:lnTo>
                    <a:pt x="7263964" y="2326262"/>
                  </a:lnTo>
                  <a:lnTo>
                    <a:pt x="7258258" y="2326262"/>
                  </a:lnTo>
                  <a:lnTo>
                    <a:pt x="7252552" y="2326262"/>
                  </a:lnTo>
                  <a:lnTo>
                    <a:pt x="7246846" y="2326262"/>
                  </a:lnTo>
                  <a:lnTo>
                    <a:pt x="7241140" y="2326262"/>
                  </a:lnTo>
                  <a:lnTo>
                    <a:pt x="7235433" y="2326262"/>
                  </a:lnTo>
                  <a:lnTo>
                    <a:pt x="7229727" y="2326262"/>
                  </a:lnTo>
                  <a:lnTo>
                    <a:pt x="7224021" y="2326262"/>
                  </a:lnTo>
                  <a:lnTo>
                    <a:pt x="7218315" y="2326262"/>
                  </a:lnTo>
                  <a:lnTo>
                    <a:pt x="7212609" y="2326262"/>
                  </a:lnTo>
                  <a:lnTo>
                    <a:pt x="7206902" y="2326262"/>
                  </a:lnTo>
                  <a:lnTo>
                    <a:pt x="7201196" y="2326262"/>
                  </a:lnTo>
                  <a:lnTo>
                    <a:pt x="7195490" y="2326262"/>
                  </a:lnTo>
                  <a:lnTo>
                    <a:pt x="7189784" y="2326262"/>
                  </a:lnTo>
                  <a:lnTo>
                    <a:pt x="7184078" y="2326262"/>
                  </a:lnTo>
                  <a:lnTo>
                    <a:pt x="7178372" y="2326262"/>
                  </a:lnTo>
                  <a:lnTo>
                    <a:pt x="7172665" y="2326262"/>
                  </a:lnTo>
                  <a:lnTo>
                    <a:pt x="7166959" y="2326262"/>
                  </a:lnTo>
                  <a:lnTo>
                    <a:pt x="7161253" y="2326262"/>
                  </a:lnTo>
                  <a:lnTo>
                    <a:pt x="7155547" y="2326262"/>
                  </a:lnTo>
                  <a:lnTo>
                    <a:pt x="7149841" y="2326262"/>
                  </a:lnTo>
                  <a:lnTo>
                    <a:pt x="7144134" y="2326262"/>
                  </a:lnTo>
                  <a:lnTo>
                    <a:pt x="7138428" y="2326262"/>
                  </a:lnTo>
                  <a:lnTo>
                    <a:pt x="7132722" y="2326262"/>
                  </a:lnTo>
                  <a:lnTo>
                    <a:pt x="7127016" y="2326262"/>
                  </a:lnTo>
                  <a:lnTo>
                    <a:pt x="7121310" y="2326262"/>
                  </a:lnTo>
                  <a:lnTo>
                    <a:pt x="7115604" y="2326262"/>
                  </a:lnTo>
                  <a:lnTo>
                    <a:pt x="7109897" y="2326262"/>
                  </a:lnTo>
                  <a:lnTo>
                    <a:pt x="7104191" y="2326262"/>
                  </a:lnTo>
                  <a:lnTo>
                    <a:pt x="7098485" y="2326262"/>
                  </a:lnTo>
                  <a:lnTo>
                    <a:pt x="7092779" y="2326262"/>
                  </a:lnTo>
                  <a:lnTo>
                    <a:pt x="7087073" y="2326262"/>
                  </a:lnTo>
                  <a:lnTo>
                    <a:pt x="7081367" y="2326262"/>
                  </a:lnTo>
                  <a:lnTo>
                    <a:pt x="7075660" y="2326262"/>
                  </a:lnTo>
                  <a:lnTo>
                    <a:pt x="7069954" y="2326262"/>
                  </a:lnTo>
                  <a:lnTo>
                    <a:pt x="7064248" y="2326262"/>
                  </a:lnTo>
                  <a:lnTo>
                    <a:pt x="7058542" y="2326262"/>
                  </a:lnTo>
                  <a:lnTo>
                    <a:pt x="7052836" y="2326262"/>
                  </a:lnTo>
                  <a:lnTo>
                    <a:pt x="7047129" y="2326262"/>
                  </a:lnTo>
                  <a:lnTo>
                    <a:pt x="7041423" y="2326262"/>
                  </a:lnTo>
                  <a:lnTo>
                    <a:pt x="7035717" y="2326262"/>
                  </a:lnTo>
                  <a:lnTo>
                    <a:pt x="7030011" y="2326262"/>
                  </a:lnTo>
                  <a:lnTo>
                    <a:pt x="7024305" y="2326262"/>
                  </a:lnTo>
                  <a:lnTo>
                    <a:pt x="7018599" y="2326262"/>
                  </a:lnTo>
                  <a:lnTo>
                    <a:pt x="7012892" y="2326262"/>
                  </a:lnTo>
                  <a:lnTo>
                    <a:pt x="7007186" y="2326262"/>
                  </a:lnTo>
                  <a:lnTo>
                    <a:pt x="7001480" y="2326262"/>
                  </a:lnTo>
                  <a:lnTo>
                    <a:pt x="6995774" y="2326262"/>
                  </a:lnTo>
                  <a:lnTo>
                    <a:pt x="6990068" y="2326262"/>
                  </a:lnTo>
                  <a:lnTo>
                    <a:pt x="6984361" y="2326262"/>
                  </a:lnTo>
                  <a:lnTo>
                    <a:pt x="6978655" y="2326262"/>
                  </a:lnTo>
                  <a:lnTo>
                    <a:pt x="6972949" y="2326262"/>
                  </a:lnTo>
                  <a:lnTo>
                    <a:pt x="6967243" y="2326262"/>
                  </a:lnTo>
                  <a:lnTo>
                    <a:pt x="6961537" y="2326262"/>
                  </a:lnTo>
                  <a:lnTo>
                    <a:pt x="6955831" y="2326262"/>
                  </a:lnTo>
                  <a:lnTo>
                    <a:pt x="6950124" y="2326262"/>
                  </a:lnTo>
                  <a:lnTo>
                    <a:pt x="6944418" y="2326262"/>
                  </a:lnTo>
                  <a:lnTo>
                    <a:pt x="6938712" y="2326262"/>
                  </a:lnTo>
                  <a:lnTo>
                    <a:pt x="6933006" y="2326262"/>
                  </a:lnTo>
                  <a:lnTo>
                    <a:pt x="6927300" y="2326262"/>
                  </a:lnTo>
                  <a:lnTo>
                    <a:pt x="6921594" y="2326262"/>
                  </a:lnTo>
                  <a:lnTo>
                    <a:pt x="6915887" y="2326262"/>
                  </a:lnTo>
                  <a:lnTo>
                    <a:pt x="6910181" y="2326262"/>
                  </a:lnTo>
                  <a:lnTo>
                    <a:pt x="6904475" y="2326262"/>
                  </a:lnTo>
                  <a:lnTo>
                    <a:pt x="6898769" y="2326262"/>
                  </a:lnTo>
                  <a:lnTo>
                    <a:pt x="6893063" y="2326262"/>
                  </a:lnTo>
                  <a:lnTo>
                    <a:pt x="6887356" y="2326262"/>
                  </a:lnTo>
                  <a:lnTo>
                    <a:pt x="6881650" y="2326262"/>
                  </a:lnTo>
                  <a:lnTo>
                    <a:pt x="6875944" y="2326262"/>
                  </a:lnTo>
                  <a:lnTo>
                    <a:pt x="6870238" y="2326262"/>
                  </a:lnTo>
                  <a:lnTo>
                    <a:pt x="6864532" y="2326262"/>
                  </a:lnTo>
                  <a:lnTo>
                    <a:pt x="6858826" y="2326262"/>
                  </a:lnTo>
                  <a:lnTo>
                    <a:pt x="6853119" y="2326262"/>
                  </a:lnTo>
                  <a:lnTo>
                    <a:pt x="6847413" y="2326262"/>
                  </a:lnTo>
                  <a:lnTo>
                    <a:pt x="6841707" y="2326262"/>
                  </a:lnTo>
                  <a:lnTo>
                    <a:pt x="6836001" y="2326262"/>
                  </a:lnTo>
                  <a:lnTo>
                    <a:pt x="6830295" y="2326262"/>
                  </a:lnTo>
                  <a:lnTo>
                    <a:pt x="6824589" y="2326262"/>
                  </a:lnTo>
                  <a:lnTo>
                    <a:pt x="6818882" y="2326262"/>
                  </a:lnTo>
                  <a:lnTo>
                    <a:pt x="6813176" y="2326262"/>
                  </a:lnTo>
                  <a:lnTo>
                    <a:pt x="6807470" y="2326262"/>
                  </a:lnTo>
                  <a:lnTo>
                    <a:pt x="6801764" y="2326262"/>
                  </a:lnTo>
                  <a:lnTo>
                    <a:pt x="6796058" y="2326262"/>
                  </a:lnTo>
                  <a:lnTo>
                    <a:pt x="6790351" y="2326262"/>
                  </a:lnTo>
                  <a:lnTo>
                    <a:pt x="6784645" y="2326262"/>
                  </a:lnTo>
                  <a:lnTo>
                    <a:pt x="6778939" y="2326262"/>
                  </a:lnTo>
                  <a:lnTo>
                    <a:pt x="6773233" y="2326262"/>
                  </a:lnTo>
                  <a:lnTo>
                    <a:pt x="6767527" y="2326262"/>
                  </a:lnTo>
                  <a:lnTo>
                    <a:pt x="6761821" y="2326262"/>
                  </a:lnTo>
                  <a:lnTo>
                    <a:pt x="6756114" y="2326262"/>
                  </a:lnTo>
                  <a:lnTo>
                    <a:pt x="6750408" y="2326262"/>
                  </a:lnTo>
                  <a:lnTo>
                    <a:pt x="6744702" y="2326262"/>
                  </a:lnTo>
                  <a:lnTo>
                    <a:pt x="6738996" y="2326262"/>
                  </a:lnTo>
                  <a:lnTo>
                    <a:pt x="6733290" y="2326262"/>
                  </a:lnTo>
                  <a:lnTo>
                    <a:pt x="6727583" y="2326262"/>
                  </a:lnTo>
                  <a:lnTo>
                    <a:pt x="6721877" y="2326262"/>
                  </a:lnTo>
                  <a:lnTo>
                    <a:pt x="6716171" y="2326262"/>
                  </a:lnTo>
                  <a:lnTo>
                    <a:pt x="6710465" y="2326262"/>
                  </a:lnTo>
                  <a:lnTo>
                    <a:pt x="6704759" y="2326262"/>
                  </a:lnTo>
                  <a:lnTo>
                    <a:pt x="6699053" y="2326262"/>
                  </a:lnTo>
                  <a:lnTo>
                    <a:pt x="6693346" y="2326262"/>
                  </a:lnTo>
                  <a:lnTo>
                    <a:pt x="6687640" y="2326262"/>
                  </a:lnTo>
                  <a:lnTo>
                    <a:pt x="6681934" y="2326262"/>
                  </a:lnTo>
                  <a:lnTo>
                    <a:pt x="6676228" y="2326262"/>
                  </a:lnTo>
                  <a:lnTo>
                    <a:pt x="6670522" y="2326262"/>
                  </a:lnTo>
                  <a:lnTo>
                    <a:pt x="6664816" y="2326262"/>
                  </a:lnTo>
                  <a:lnTo>
                    <a:pt x="6659109" y="2326262"/>
                  </a:lnTo>
                  <a:lnTo>
                    <a:pt x="6653403" y="2326262"/>
                  </a:lnTo>
                  <a:lnTo>
                    <a:pt x="6647697" y="2326262"/>
                  </a:lnTo>
                  <a:lnTo>
                    <a:pt x="6641991" y="2326262"/>
                  </a:lnTo>
                  <a:lnTo>
                    <a:pt x="6636285" y="2326262"/>
                  </a:lnTo>
                  <a:lnTo>
                    <a:pt x="6630578" y="2326262"/>
                  </a:lnTo>
                  <a:lnTo>
                    <a:pt x="6624872" y="2326262"/>
                  </a:lnTo>
                  <a:lnTo>
                    <a:pt x="6619166" y="2326262"/>
                  </a:lnTo>
                  <a:lnTo>
                    <a:pt x="6613460" y="2326262"/>
                  </a:lnTo>
                  <a:lnTo>
                    <a:pt x="6607754" y="2326262"/>
                  </a:lnTo>
                  <a:lnTo>
                    <a:pt x="6602048" y="2326262"/>
                  </a:lnTo>
                  <a:lnTo>
                    <a:pt x="6596341" y="2326262"/>
                  </a:lnTo>
                  <a:lnTo>
                    <a:pt x="6590635" y="2326262"/>
                  </a:lnTo>
                  <a:lnTo>
                    <a:pt x="6584929" y="2326262"/>
                  </a:lnTo>
                  <a:lnTo>
                    <a:pt x="6579223" y="2326262"/>
                  </a:lnTo>
                  <a:lnTo>
                    <a:pt x="6573517" y="2326262"/>
                  </a:lnTo>
                  <a:lnTo>
                    <a:pt x="6567810" y="2326262"/>
                  </a:lnTo>
                  <a:lnTo>
                    <a:pt x="6562104" y="2326262"/>
                  </a:lnTo>
                  <a:lnTo>
                    <a:pt x="6556398" y="2326262"/>
                  </a:lnTo>
                  <a:lnTo>
                    <a:pt x="6550692" y="2326262"/>
                  </a:lnTo>
                  <a:lnTo>
                    <a:pt x="6544986" y="2326262"/>
                  </a:lnTo>
                  <a:lnTo>
                    <a:pt x="6539280" y="2326262"/>
                  </a:lnTo>
                  <a:lnTo>
                    <a:pt x="6533573" y="2326262"/>
                  </a:lnTo>
                  <a:lnTo>
                    <a:pt x="6527867" y="2326262"/>
                  </a:lnTo>
                  <a:lnTo>
                    <a:pt x="6522161" y="2326262"/>
                  </a:lnTo>
                  <a:lnTo>
                    <a:pt x="6516455" y="2326262"/>
                  </a:lnTo>
                  <a:lnTo>
                    <a:pt x="6510749" y="2326262"/>
                  </a:lnTo>
                  <a:lnTo>
                    <a:pt x="6505043" y="2326262"/>
                  </a:lnTo>
                  <a:lnTo>
                    <a:pt x="6499336" y="2326262"/>
                  </a:lnTo>
                  <a:lnTo>
                    <a:pt x="6493630" y="2326262"/>
                  </a:lnTo>
                  <a:lnTo>
                    <a:pt x="6487924" y="2326262"/>
                  </a:lnTo>
                  <a:lnTo>
                    <a:pt x="6482218" y="2326262"/>
                  </a:lnTo>
                  <a:lnTo>
                    <a:pt x="6476512" y="2326262"/>
                  </a:lnTo>
                  <a:lnTo>
                    <a:pt x="6470805" y="2326262"/>
                  </a:lnTo>
                  <a:lnTo>
                    <a:pt x="6465099" y="2326262"/>
                  </a:lnTo>
                  <a:lnTo>
                    <a:pt x="6459393" y="2326262"/>
                  </a:lnTo>
                  <a:lnTo>
                    <a:pt x="6453687" y="2326262"/>
                  </a:lnTo>
                  <a:lnTo>
                    <a:pt x="6447981" y="2326262"/>
                  </a:lnTo>
                  <a:lnTo>
                    <a:pt x="6442275" y="2326262"/>
                  </a:lnTo>
                  <a:lnTo>
                    <a:pt x="6436568" y="2326262"/>
                  </a:lnTo>
                  <a:lnTo>
                    <a:pt x="6430862" y="2326262"/>
                  </a:lnTo>
                  <a:lnTo>
                    <a:pt x="6425156" y="2326262"/>
                  </a:lnTo>
                  <a:lnTo>
                    <a:pt x="6419450" y="2326262"/>
                  </a:lnTo>
                  <a:lnTo>
                    <a:pt x="6413744" y="2326262"/>
                  </a:lnTo>
                  <a:lnTo>
                    <a:pt x="6408038" y="2326262"/>
                  </a:lnTo>
                  <a:lnTo>
                    <a:pt x="6402331" y="2326262"/>
                  </a:lnTo>
                  <a:lnTo>
                    <a:pt x="6396625" y="2326262"/>
                  </a:lnTo>
                  <a:lnTo>
                    <a:pt x="6390919" y="2326262"/>
                  </a:lnTo>
                  <a:lnTo>
                    <a:pt x="6385213" y="2326262"/>
                  </a:lnTo>
                  <a:lnTo>
                    <a:pt x="6379507" y="2326262"/>
                  </a:lnTo>
                  <a:lnTo>
                    <a:pt x="6373800" y="2326262"/>
                  </a:lnTo>
                  <a:lnTo>
                    <a:pt x="6368094" y="2326262"/>
                  </a:lnTo>
                  <a:lnTo>
                    <a:pt x="6362388" y="2326262"/>
                  </a:lnTo>
                  <a:lnTo>
                    <a:pt x="6356682" y="2326262"/>
                  </a:lnTo>
                  <a:lnTo>
                    <a:pt x="6350976" y="2326262"/>
                  </a:lnTo>
                  <a:lnTo>
                    <a:pt x="6345270" y="2326262"/>
                  </a:lnTo>
                  <a:lnTo>
                    <a:pt x="6339563" y="2326262"/>
                  </a:lnTo>
                  <a:lnTo>
                    <a:pt x="6333857" y="2326262"/>
                  </a:lnTo>
                  <a:lnTo>
                    <a:pt x="6328151" y="2326262"/>
                  </a:lnTo>
                  <a:lnTo>
                    <a:pt x="6322445" y="2326262"/>
                  </a:lnTo>
                  <a:lnTo>
                    <a:pt x="6316739" y="2326262"/>
                  </a:lnTo>
                  <a:lnTo>
                    <a:pt x="6311032" y="2326262"/>
                  </a:lnTo>
                  <a:lnTo>
                    <a:pt x="6305326" y="2326262"/>
                  </a:lnTo>
                  <a:lnTo>
                    <a:pt x="6299620" y="2326262"/>
                  </a:lnTo>
                  <a:lnTo>
                    <a:pt x="6293914" y="2326262"/>
                  </a:lnTo>
                  <a:lnTo>
                    <a:pt x="6288208" y="2326262"/>
                  </a:lnTo>
                  <a:lnTo>
                    <a:pt x="6282502" y="2326262"/>
                  </a:lnTo>
                  <a:lnTo>
                    <a:pt x="6276795" y="2326262"/>
                  </a:lnTo>
                  <a:lnTo>
                    <a:pt x="6271089" y="2326262"/>
                  </a:lnTo>
                  <a:lnTo>
                    <a:pt x="6265383" y="2326262"/>
                  </a:lnTo>
                  <a:lnTo>
                    <a:pt x="6259677" y="2326262"/>
                  </a:lnTo>
                  <a:lnTo>
                    <a:pt x="6253971" y="2326262"/>
                  </a:lnTo>
                  <a:lnTo>
                    <a:pt x="6248265" y="2326262"/>
                  </a:lnTo>
                  <a:lnTo>
                    <a:pt x="6242558" y="2326262"/>
                  </a:lnTo>
                  <a:lnTo>
                    <a:pt x="6236852" y="2326262"/>
                  </a:lnTo>
                  <a:lnTo>
                    <a:pt x="6231146" y="2326262"/>
                  </a:lnTo>
                  <a:lnTo>
                    <a:pt x="6225440" y="2326262"/>
                  </a:lnTo>
                  <a:lnTo>
                    <a:pt x="6219734" y="2326262"/>
                  </a:lnTo>
                  <a:lnTo>
                    <a:pt x="6214027" y="2326262"/>
                  </a:lnTo>
                  <a:lnTo>
                    <a:pt x="6208321" y="2326262"/>
                  </a:lnTo>
                  <a:lnTo>
                    <a:pt x="6202615" y="2326262"/>
                  </a:lnTo>
                  <a:lnTo>
                    <a:pt x="6196909" y="2326262"/>
                  </a:lnTo>
                  <a:lnTo>
                    <a:pt x="6191203" y="2326262"/>
                  </a:lnTo>
                  <a:lnTo>
                    <a:pt x="6185497" y="2326262"/>
                  </a:lnTo>
                  <a:lnTo>
                    <a:pt x="6179790" y="2326262"/>
                  </a:lnTo>
                  <a:lnTo>
                    <a:pt x="6174084" y="2326262"/>
                  </a:lnTo>
                  <a:lnTo>
                    <a:pt x="6168378" y="2326262"/>
                  </a:lnTo>
                  <a:lnTo>
                    <a:pt x="6162672" y="2326262"/>
                  </a:lnTo>
                  <a:lnTo>
                    <a:pt x="6156966" y="2326262"/>
                  </a:lnTo>
                  <a:lnTo>
                    <a:pt x="6151259" y="2326262"/>
                  </a:lnTo>
                  <a:lnTo>
                    <a:pt x="6145553" y="2326262"/>
                  </a:lnTo>
                  <a:lnTo>
                    <a:pt x="6139847" y="2326262"/>
                  </a:lnTo>
                  <a:lnTo>
                    <a:pt x="6134141" y="2326262"/>
                  </a:lnTo>
                  <a:lnTo>
                    <a:pt x="6128435" y="2326262"/>
                  </a:lnTo>
                  <a:lnTo>
                    <a:pt x="6122729" y="2326262"/>
                  </a:lnTo>
                  <a:lnTo>
                    <a:pt x="6117022" y="2326262"/>
                  </a:lnTo>
                  <a:lnTo>
                    <a:pt x="6111316" y="2326262"/>
                  </a:lnTo>
                  <a:lnTo>
                    <a:pt x="6105610" y="2326262"/>
                  </a:lnTo>
                  <a:lnTo>
                    <a:pt x="6099904" y="2326262"/>
                  </a:lnTo>
                  <a:lnTo>
                    <a:pt x="6094198" y="2326262"/>
                  </a:lnTo>
                  <a:lnTo>
                    <a:pt x="6088492" y="2326262"/>
                  </a:lnTo>
                  <a:lnTo>
                    <a:pt x="6082785" y="2326262"/>
                  </a:lnTo>
                  <a:lnTo>
                    <a:pt x="6077079" y="2326262"/>
                  </a:lnTo>
                  <a:lnTo>
                    <a:pt x="6071373" y="2326262"/>
                  </a:lnTo>
                  <a:lnTo>
                    <a:pt x="6065667" y="2326262"/>
                  </a:lnTo>
                  <a:lnTo>
                    <a:pt x="6059961" y="2326262"/>
                  </a:lnTo>
                  <a:lnTo>
                    <a:pt x="6054254" y="2326262"/>
                  </a:lnTo>
                  <a:lnTo>
                    <a:pt x="6048548" y="2326262"/>
                  </a:lnTo>
                  <a:lnTo>
                    <a:pt x="6042842" y="2326262"/>
                  </a:lnTo>
                  <a:lnTo>
                    <a:pt x="6037136" y="2326262"/>
                  </a:lnTo>
                  <a:lnTo>
                    <a:pt x="6031430" y="2326262"/>
                  </a:lnTo>
                  <a:lnTo>
                    <a:pt x="6025724" y="2326262"/>
                  </a:lnTo>
                  <a:lnTo>
                    <a:pt x="6020017" y="2326262"/>
                  </a:lnTo>
                  <a:lnTo>
                    <a:pt x="6014311" y="2326262"/>
                  </a:lnTo>
                  <a:lnTo>
                    <a:pt x="6008605" y="2326262"/>
                  </a:lnTo>
                  <a:lnTo>
                    <a:pt x="6002899" y="2326262"/>
                  </a:lnTo>
                  <a:lnTo>
                    <a:pt x="5997193" y="2326262"/>
                  </a:lnTo>
                  <a:lnTo>
                    <a:pt x="5991487" y="2326262"/>
                  </a:lnTo>
                  <a:lnTo>
                    <a:pt x="5985780" y="2326262"/>
                  </a:lnTo>
                  <a:lnTo>
                    <a:pt x="5980074" y="2326262"/>
                  </a:lnTo>
                  <a:lnTo>
                    <a:pt x="5974368" y="2326262"/>
                  </a:lnTo>
                  <a:lnTo>
                    <a:pt x="5968662" y="2326262"/>
                  </a:lnTo>
                  <a:lnTo>
                    <a:pt x="5962956" y="2326262"/>
                  </a:lnTo>
                  <a:lnTo>
                    <a:pt x="5957249" y="2326262"/>
                  </a:lnTo>
                  <a:lnTo>
                    <a:pt x="5951543" y="2326262"/>
                  </a:lnTo>
                  <a:lnTo>
                    <a:pt x="5945837" y="2326262"/>
                  </a:lnTo>
                  <a:lnTo>
                    <a:pt x="5940131" y="2326262"/>
                  </a:lnTo>
                  <a:lnTo>
                    <a:pt x="5934425" y="2326262"/>
                  </a:lnTo>
                  <a:lnTo>
                    <a:pt x="5928719" y="2326262"/>
                  </a:lnTo>
                  <a:lnTo>
                    <a:pt x="5923012" y="2326262"/>
                  </a:lnTo>
                  <a:lnTo>
                    <a:pt x="5917306" y="2326262"/>
                  </a:lnTo>
                  <a:lnTo>
                    <a:pt x="5911600" y="2326262"/>
                  </a:lnTo>
                  <a:lnTo>
                    <a:pt x="5905894" y="2326262"/>
                  </a:lnTo>
                  <a:lnTo>
                    <a:pt x="5900188" y="2326262"/>
                  </a:lnTo>
                  <a:lnTo>
                    <a:pt x="5894481" y="2326262"/>
                  </a:lnTo>
                  <a:lnTo>
                    <a:pt x="5888775" y="2326262"/>
                  </a:lnTo>
                  <a:lnTo>
                    <a:pt x="5883069" y="2326262"/>
                  </a:lnTo>
                  <a:lnTo>
                    <a:pt x="5877363" y="2326262"/>
                  </a:lnTo>
                  <a:lnTo>
                    <a:pt x="5871657" y="2326262"/>
                  </a:lnTo>
                  <a:lnTo>
                    <a:pt x="5865951" y="2326262"/>
                  </a:lnTo>
                  <a:lnTo>
                    <a:pt x="5860244" y="2326262"/>
                  </a:lnTo>
                  <a:lnTo>
                    <a:pt x="5854538" y="2326262"/>
                  </a:lnTo>
                  <a:lnTo>
                    <a:pt x="5848832" y="2326262"/>
                  </a:lnTo>
                  <a:lnTo>
                    <a:pt x="5843126" y="2326262"/>
                  </a:lnTo>
                  <a:lnTo>
                    <a:pt x="5837420" y="2326262"/>
                  </a:lnTo>
                  <a:lnTo>
                    <a:pt x="5831714" y="2326262"/>
                  </a:lnTo>
                  <a:lnTo>
                    <a:pt x="5826007" y="2326262"/>
                  </a:lnTo>
                  <a:lnTo>
                    <a:pt x="5820301" y="2326262"/>
                  </a:lnTo>
                  <a:lnTo>
                    <a:pt x="5814595" y="2326262"/>
                  </a:lnTo>
                  <a:lnTo>
                    <a:pt x="5808889" y="2326262"/>
                  </a:lnTo>
                  <a:lnTo>
                    <a:pt x="5803183" y="2326262"/>
                  </a:lnTo>
                  <a:lnTo>
                    <a:pt x="5797476" y="2326262"/>
                  </a:lnTo>
                  <a:lnTo>
                    <a:pt x="5791770" y="2326262"/>
                  </a:lnTo>
                  <a:lnTo>
                    <a:pt x="5786064" y="2326262"/>
                  </a:lnTo>
                  <a:lnTo>
                    <a:pt x="5780358" y="2326262"/>
                  </a:lnTo>
                  <a:lnTo>
                    <a:pt x="5774652" y="2326262"/>
                  </a:lnTo>
                  <a:lnTo>
                    <a:pt x="5768946" y="2326262"/>
                  </a:lnTo>
                  <a:lnTo>
                    <a:pt x="5763239" y="2326262"/>
                  </a:lnTo>
                  <a:lnTo>
                    <a:pt x="5757533" y="2326262"/>
                  </a:lnTo>
                  <a:lnTo>
                    <a:pt x="5751827" y="2326262"/>
                  </a:lnTo>
                  <a:lnTo>
                    <a:pt x="5746121" y="2326262"/>
                  </a:lnTo>
                  <a:lnTo>
                    <a:pt x="5740415" y="2326262"/>
                  </a:lnTo>
                  <a:lnTo>
                    <a:pt x="5734708" y="2326262"/>
                  </a:lnTo>
                  <a:lnTo>
                    <a:pt x="5729002" y="2326262"/>
                  </a:lnTo>
                  <a:lnTo>
                    <a:pt x="5723296" y="2326262"/>
                  </a:lnTo>
                  <a:lnTo>
                    <a:pt x="5717590" y="2326262"/>
                  </a:lnTo>
                  <a:lnTo>
                    <a:pt x="5711884" y="2326262"/>
                  </a:lnTo>
                  <a:lnTo>
                    <a:pt x="5706178" y="2326262"/>
                  </a:lnTo>
                  <a:lnTo>
                    <a:pt x="5700471" y="2326262"/>
                  </a:lnTo>
                  <a:lnTo>
                    <a:pt x="5694765" y="2326262"/>
                  </a:lnTo>
                  <a:lnTo>
                    <a:pt x="5689059" y="2326262"/>
                  </a:lnTo>
                  <a:lnTo>
                    <a:pt x="5683353" y="2326262"/>
                  </a:lnTo>
                  <a:lnTo>
                    <a:pt x="5677647" y="2326262"/>
                  </a:lnTo>
                  <a:lnTo>
                    <a:pt x="5671941" y="2326262"/>
                  </a:lnTo>
                  <a:lnTo>
                    <a:pt x="5666234" y="2326262"/>
                  </a:lnTo>
                  <a:lnTo>
                    <a:pt x="5660528" y="2326262"/>
                  </a:lnTo>
                  <a:lnTo>
                    <a:pt x="5654822" y="2326262"/>
                  </a:lnTo>
                  <a:lnTo>
                    <a:pt x="5649116" y="2326262"/>
                  </a:lnTo>
                  <a:lnTo>
                    <a:pt x="5643410" y="2326262"/>
                  </a:lnTo>
                  <a:lnTo>
                    <a:pt x="5637703" y="2326262"/>
                  </a:lnTo>
                  <a:lnTo>
                    <a:pt x="5631997" y="2326262"/>
                  </a:lnTo>
                  <a:lnTo>
                    <a:pt x="5626291" y="2326262"/>
                  </a:lnTo>
                  <a:lnTo>
                    <a:pt x="5620585" y="2326262"/>
                  </a:lnTo>
                  <a:lnTo>
                    <a:pt x="5614879" y="2326262"/>
                  </a:lnTo>
                  <a:lnTo>
                    <a:pt x="5609173" y="2326262"/>
                  </a:lnTo>
                  <a:lnTo>
                    <a:pt x="5603466" y="2326262"/>
                  </a:lnTo>
                  <a:lnTo>
                    <a:pt x="5597760" y="2326262"/>
                  </a:lnTo>
                  <a:lnTo>
                    <a:pt x="5592054" y="2326262"/>
                  </a:lnTo>
                  <a:lnTo>
                    <a:pt x="5586348" y="2326262"/>
                  </a:lnTo>
                  <a:lnTo>
                    <a:pt x="5580642" y="2326262"/>
                  </a:lnTo>
                  <a:lnTo>
                    <a:pt x="5574936" y="2326262"/>
                  </a:lnTo>
                  <a:lnTo>
                    <a:pt x="5569229" y="2326262"/>
                  </a:lnTo>
                  <a:lnTo>
                    <a:pt x="5563523" y="2326262"/>
                  </a:lnTo>
                  <a:lnTo>
                    <a:pt x="5557817" y="2326262"/>
                  </a:lnTo>
                  <a:lnTo>
                    <a:pt x="5552111" y="2326262"/>
                  </a:lnTo>
                  <a:lnTo>
                    <a:pt x="5546405" y="2326262"/>
                  </a:lnTo>
                  <a:lnTo>
                    <a:pt x="5540698" y="2326262"/>
                  </a:lnTo>
                  <a:lnTo>
                    <a:pt x="5534992" y="2326262"/>
                  </a:lnTo>
                  <a:lnTo>
                    <a:pt x="5529286" y="2326262"/>
                  </a:lnTo>
                  <a:lnTo>
                    <a:pt x="5523580" y="2326262"/>
                  </a:lnTo>
                  <a:lnTo>
                    <a:pt x="5517874" y="2326262"/>
                  </a:lnTo>
                  <a:lnTo>
                    <a:pt x="5512168" y="2326262"/>
                  </a:lnTo>
                  <a:lnTo>
                    <a:pt x="5506461" y="2326262"/>
                  </a:lnTo>
                  <a:lnTo>
                    <a:pt x="5500755" y="2326262"/>
                  </a:lnTo>
                  <a:lnTo>
                    <a:pt x="5495049" y="2326262"/>
                  </a:lnTo>
                  <a:lnTo>
                    <a:pt x="5489343" y="2326262"/>
                  </a:lnTo>
                  <a:lnTo>
                    <a:pt x="5483637" y="2326262"/>
                  </a:lnTo>
                  <a:lnTo>
                    <a:pt x="5477930" y="2326262"/>
                  </a:lnTo>
                  <a:lnTo>
                    <a:pt x="5472224" y="2326262"/>
                  </a:lnTo>
                  <a:lnTo>
                    <a:pt x="5466518" y="2326262"/>
                  </a:lnTo>
                  <a:lnTo>
                    <a:pt x="5460812" y="2326262"/>
                  </a:lnTo>
                  <a:lnTo>
                    <a:pt x="5455106" y="2326262"/>
                  </a:lnTo>
                  <a:lnTo>
                    <a:pt x="5449400" y="2326262"/>
                  </a:lnTo>
                  <a:lnTo>
                    <a:pt x="5443693" y="2326262"/>
                  </a:lnTo>
                  <a:lnTo>
                    <a:pt x="5437987" y="2326262"/>
                  </a:lnTo>
                  <a:lnTo>
                    <a:pt x="5432281" y="2326262"/>
                  </a:lnTo>
                  <a:lnTo>
                    <a:pt x="5426575" y="2326262"/>
                  </a:lnTo>
                  <a:lnTo>
                    <a:pt x="5420869" y="2326262"/>
                  </a:lnTo>
                  <a:lnTo>
                    <a:pt x="5415163" y="2326262"/>
                  </a:lnTo>
                  <a:lnTo>
                    <a:pt x="5409456" y="2326262"/>
                  </a:lnTo>
                  <a:lnTo>
                    <a:pt x="5403750" y="2326262"/>
                  </a:lnTo>
                  <a:lnTo>
                    <a:pt x="5398044" y="2326262"/>
                  </a:lnTo>
                  <a:lnTo>
                    <a:pt x="5392338" y="2326262"/>
                  </a:lnTo>
                  <a:lnTo>
                    <a:pt x="5386632" y="2326262"/>
                  </a:lnTo>
                  <a:lnTo>
                    <a:pt x="5380925" y="2326262"/>
                  </a:lnTo>
                  <a:lnTo>
                    <a:pt x="5375219" y="2326262"/>
                  </a:lnTo>
                  <a:lnTo>
                    <a:pt x="5369513" y="2326262"/>
                  </a:lnTo>
                  <a:lnTo>
                    <a:pt x="5363807" y="2326262"/>
                  </a:lnTo>
                  <a:lnTo>
                    <a:pt x="5358101" y="2326262"/>
                  </a:lnTo>
                  <a:lnTo>
                    <a:pt x="5352395" y="2326262"/>
                  </a:lnTo>
                  <a:lnTo>
                    <a:pt x="5346688" y="2326262"/>
                  </a:lnTo>
                  <a:lnTo>
                    <a:pt x="5340982" y="2326262"/>
                  </a:lnTo>
                  <a:lnTo>
                    <a:pt x="5335276" y="2326262"/>
                  </a:lnTo>
                  <a:lnTo>
                    <a:pt x="5329570" y="2326262"/>
                  </a:lnTo>
                  <a:lnTo>
                    <a:pt x="5323864" y="2326262"/>
                  </a:lnTo>
                  <a:lnTo>
                    <a:pt x="5318157" y="2326262"/>
                  </a:lnTo>
                  <a:lnTo>
                    <a:pt x="5312451" y="2326262"/>
                  </a:lnTo>
                  <a:lnTo>
                    <a:pt x="5306745" y="2326262"/>
                  </a:lnTo>
                  <a:lnTo>
                    <a:pt x="5301039" y="2326262"/>
                  </a:lnTo>
                  <a:lnTo>
                    <a:pt x="5295333" y="2326262"/>
                  </a:lnTo>
                  <a:lnTo>
                    <a:pt x="5289627" y="2326262"/>
                  </a:lnTo>
                  <a:lnTo>
                    <a:pt x="5283920" y="2326262"/>
                  </a:lnTo>
                  <a:lnTo>
                    <a:pt x="5278214" y="2326262"/>
                  </a:lnTo>
                  <a:lnTo>
                    <a:pt x="5272508" y="2326262"/>
                  </a:lnTo>
                  <a:lnTo>
                    <a:pt x="5266802" y="2326262"/>
                  </a:lnTo>
                  <a:lnTo>
                    <a:pt x="5261096" y="2326262"/>
                  </a:lnTo>
                  <a:lnTo>
                    <a:pt x="5255390" y="2326262"/>
                  </a:lnTo>
                  <a:lnTo>
                    <a:pt x="5249683" y="2326262"/>
                  </a:lnTo>
                  <a:lnTo>
                    <a:pt x="5243977" y="2326262"/>
                  </a:lnTo>
                  <a:lnTo>
                    <a:pt x="5238271" y="2326262"/>
                  </a:lnTo>
                  <a:lnTo>
                    <a:pt x="5232565" y="2326262"/>
                  </a:lnTo>
                  <a:lnTo>
                    <a:pt x="5226859" y="2326262"/>
                  </a:lnTo>
                  <a:lnTo>
                    <a:pt x="5221152" y="2326262"/>
                  </a:lnTo>
                  <a:lnTo>
                    <a:pt x="5215446" y="2326262"/>
                  </a:lnTo>
                  <a:lnTo>
                    <a:pt x="5209740" y="2326262"/>
                  </a:lnTo>
                  <a:lnTo>
                    <a:pt x="5204034" y="2326262"/>
                  </a:lnTo>
                  <a:lnTo>
                    <a:pt x="5198328" y="2326262"/>
                  </a:lnTo>
                  <a:lnTo>
                    <a:pt x="5192622" y="2326262"/>
                  </a:lnTo>
                  <a:lnTo>
                    <a:pt x="5186915" y="2326262"/>
                  </a:lnTo>
                  <a:lnTo>
                    <a:pt x="5181209" y="2326262"/>
                  </a:lnTo>
                  <a:lnTo>
                    <a:pt x="5175503" y="2326262"/>
                  </a:lnTo>
                  <a:lnTo>
                    <a:pt x="5169797" y="2326262"/>
                  </a:lnTo>
                  <a:lnTo>
                    <a:pt x="5164091" y="2326262"/>
                  </a:lnTo>
                  <a:lnTo>
                    <a:pt x="5158385" y="2326262"/>
                  </a:lnTo>
                  <a:lnTo>
                    <a:pt x="5152678" y="2326262"/>
                  </a:lnTo>
                  <a:lnTo>
                    <a:pt x="5146972" y="2326262"/>
                  </a:lnTo>
                  <a:lnTo>
                    <a:pt x="5141266" y="2326262"/>
                  </a:lnTo>
                  <a:lnTo>
                    <a:pt x="5135560" y="2326262"/>
                  </a:lnTo>
                  <a:lnTo>
                    <a:pt x="5129854" y="2326262"/>
                  </a:lnTo>
                  <a:lnTo>
                    <a:pt x="5124147" y="2326262"/>
                  </a:lnTo>
                  <a:lnTo>
                    <a:pt x="5118441" y="2326262"/>
                  </a:lnTo>
                  <a:lnTo>
                    <a:pt x="5112735" y="2326262"/>
                  </a:lnTo>
                  <a:lnTo>
                    <a:pt x="5107029" y="2326262"/>
                  </a:lnTo>
                  <a:lnTo>
                    <a:pt x="5101323" y="2326262"/>
                  </a:lnTo>
                  <a:lnTo>
                    <a:pt x="5095617" y="2326262"/>
                  </a:lnTo>
                  <a:lnTo>
                    <a:pt x="5089910" y="2326262"/>
                  </a:lnTo>
                  <a:lnTo>
                    <a:pt x="5084204" y="2326262"/>
                  </a:lnTo>
                  <a:lnTo>
                    <a:pt x="5078498" y="2326262"/>
                  </a:lnTo>
                  <a:lnTo>
                    <a:pt x="5072792" y="2326262"/>
                  </a:lnTo>
                  <a:lnTo>
                    <a:pt x="5067086" y="2326262"/>
                  </a:lnTo>
                  <a:lnTo>
                    <a:pt x="5061379" y="2326262"/>
                  </a:lnTo>
                  <a:lnTo>
                    <a:pt x="5055673" y="2326262"/>
                  </a:lnTo>
                  <a:lnTo>
                    <a:pt x="5049967" y="2326262"/>
                  </a:lnTo>
                  <a:lnTo>
                    <a:pt x="5044261" y="2326262"/>
                  </a:lnTo>
                  <a:lnTo>
                    <a:pt x="5038555" y="2326262"/>
                  </a:lnTo>
                  <a:lnTo>
                    <a:pt x="5032849" y="2326262"/>
                  </a:lnTo>
                  <a:lnTo>
                    <a:pt x="5027142" y="2326262"/>
                  </a:lnTo>
                  <a:lnTo>
                    <a:pt x="5021436" y="2326262"/>
                  </a:lnTo>
                  <a:lnTo>
                    <a:pt x="5015730" y="2326262"/>
                  </a:lnTo>
                  <a:lnTo>
                    <a:pt x="5010024" y="2326262"/>
                  </a:lnTo>
                  <a:lnTo>
                    <a:pt x="5004318" y="2326262"/>
                  </a:lnTo>
                  <a:lnTo>
                    <a:pt x="4998612" y="2326262"/>
                  </a:lnTo>
                  <a:lnTo>
                    <a:pt x="4992905" y="2326262"/>
                  </a:lnTo>
                  <a:lnTo>
                    <a:pt x="4987199" y="2326262"/>
                  </a:lnTo>
                  <a:lnTo>
                    <a:pt x="4981493" y="2326262"/>
                  </a:lnTo>
                  <a:lnTo>
                    <a:pt x="4975787" y="2326262"/>
                  </a:lnTo>
                  <a:lnTo>
                    <a:pt x="4970081" y="2326262"/>
                  </a:lnTo>
                  <a:lnTo>
                    <a:pt x="4964374" y="2326262"/>
                  </a:lnTo>
                  <a:lnTo>
                    <a:pt x="4958668" y="2326262"/>
                  </a:lnTo>
                  <a:lnTo>
                    <a:pt x="4952962" y="2326262"/>
                  </a:lnTo>
                  <a:lnTo>
                    <a:pt x="4947256" y="2326262"/>
                  </a:lnTo>
                  <a:lnTo>
                    <a:pt x="4941550" y="2326262"/>
                  </a:lnTo>
                  <a:lnTo>
                    <a:pt x="4935844" y="2326262"/>
                  </a:lnTo>
                  <a:lnTo>
                    <a:pt x="4930137" y="2326262"/>
                  </a:lnTo>
                  <a:lnTo>
                    <a:pt x="4924431" y="2326262"/>
                  </a:lnTo>
                  <a:lnTo>
                    <a:pt x="4918725" y="2326262"/>
                  </a:lnTo>
                  <a:lnTo>
                    <a:pt x="4913019" y="2326262"/>
                  </a:lnTo>
                  <a:lnTo>
                    <a:pt x="4907313" y="2326262"/>
                  </a:lnTo>
                  <a:lnTo>
                    <a:pt x="4901606" y="2326262"/>
                  </a:lnTo>
                  <a:lnTo>
                    <a:pt x="4895900" y="2326262"/>
                  </a:lnTo>
                  <a:lnTo>
                    <a:pt x="4890194" y="2326262"/>
                  </a:lnTo>
                  <a:lnTo>
                    <a:pt x="4884488" y="2326262"/>
                  </a:lnTo>
                  <a:lnTo>
                    <a:pt x="4878782" y="2326262"/>
                  </a:lnTo>
                  <a:lnTo>
                    <a:pt x="4873076" y="2326262"/>
                  </a:lnTo>
                  <a:lnTo>
                    <a:pt x="4867369" y="2326262"/>
                  </a:lnTo>
                  <a:lnTo>
                    <a:pt x="4861663" y="2326262"/>
                  </a:lnTo>
                  <a:lnTo>
                    <a:pt x="4855957" y="2326262"/>
                  </a:lnTo>
                  <a:lnTo>
                    <a:pt x="4850251" y="2326262"/>
                  </a:lnTo>
                  <a:lnTo>
                    <a:pt x="4844545" y="2326262"/>
                  </a:lnTo>
                  <a:lnTo>
                    <a:pt x="4838839" y="2326262"/>
                  </a:lnTo>
                  <a:lnTo>
                    <a:pt x="4833132" y="2326262"/>
                  </a:lnTo>
                  <a:lnTo>
                    <a:pt x="4827426" y="2326262"/>
                  </a:lnTo>
                  <a:lnTo>
                    <a:pt x="4821720" y="2326262"/>
                  </a:lnTo>
                  <a:lnTo>
                    <a:pt x="4816014" y="2326262"/>
                  </a:lnTo>
                  <a:lnTo>
                    <a:pt x="4810308" y="2326262"/>
                  </a:lnTo>
                  <a:lnTo>
                    <a:pt x="4804601" y="2326262"/>
                  </a:lnTo>
                  <a:lnTo>
                    <a:pt x="4798895" y="2326262"/>
                  </a:lnTo>
                  <a:lnTo>
                    <a:pt x="4793189" y="2326262"/>
                  </a:lnTo>
                  <a:lnTo>
                    <a:pt x="4787483" y="2326262"/>
                  </a:lnTo>
                  <a:lnTo>
                    <a:pt x="4781777" y="2326262"/>
                  </a:lnTo>
                  <a:lnTo>
                    <a:pt x="4776071" y="2326262"/>
                  </a:lnTo>
                  <a:lnTo>
                    <a:pt x="4770364" y="2326262"/>
                  </a:lnTo>
                  <a:lnTo>
                    <a:pt x="4764658" y="2326262"/>
                  </a:lnTo>
                  <a:lnTo>
                    <a:pt x="4758952" y="2326262"/>
                  </a:lnTo>
                  <a:lnTo>
                    <a:pt x="4753246" y="2326262"/>
                  </a:lnTo>
                  <a:lnTo>
                    <a:pt x="4747540" y="2326262"/>
                  </a:lnTo>
                  <a:lnTo>
                    <a:pt x="4741834" y="2326262"/>
                  </a:lnTo>
                  <a:lnTo>
                    <a:pt x="4736127" y="2326262"/>
                  </a:lnTo>
                  <a:lnTo>
                    <a:pt x="4730421" y="2326262"/>
                  </a:lnTo>
                  <a:lnTo>
                    <a:pt x="4724715" y="2326262"/>
                  </a:lnTo>
                  <a:lnTo>
                    <a:pt x="4719009" y="2326262"/>
                  </a:lnTo>
                  <a:lnTo>
                    <a:pt x="4713303" y="2326262"/>
                  </a:lnTo>
                  <a:lnTo>
                    <a:pt x="4707596" y="2326262"/>
                  </a:lnTo>
                  <a:lnTo>
                    <a:pt x="4701890" y="2326262"/>
                  </a:lnTo>
                  <a:lnTo>
                    <a:pt x="4696184" y="2326262"/>
                  </a:lnTo>
                  <a:lnTo>
                    <a:pt x="4690478" y="2326262"/>
                  </a:lnTo>
                  <a:lnTo>
                    <a:pt x="4684772" y="2326262"/>
                  </a:lnTo>
                  <a:lnTo>
                    <a:pt x="4679066" y="2326262"/>
                  </a:lnTo>
                  <a:lnTo>
                    <a:pt x="4673359" y="2326262"/>
                  </a:lnTo>
                  <a:lnTo>
                    <a:pt x="4667653" y="2326262"/>
                  </a:lnTo>
                  <a:lnTo>
                    <a:pt x="4661947" y="2326262"/>
                  </a:lnTo>
                  <a:lnTo>
                    <a:pt x="4656241" y="2326262"/>
                  </a:lnTo>
                  <a:lnTo>
                    <a:pt x="4650535" y="2326262"/>
                  </a:lnTo>
                  <a:lnTo>
                    <a:pt x="4644828" y="2326262"/>
                  </a:lnTo>
                  <a:lnTo>
                    <a:pt x="4639122" y="2326262"/>
                  </a:lnTo>
                  <a:lnTo>
                    <a:pt x="4633416" y="2326262"/>
                  </a:lnTo>
                  <a:lnTo>
                    <a:pt x="4627710" y="2326262"/>
                  </a:lnTo>
                  <a:lnTo>
                    <a:pt x="4622004" y="2326262"/>
                  </a:lnTo>
                  <a:lnTo>
                    <a:pt x="4616298" y="2326262"/>
                  </a:lnTo>
                  <a:lnTo>
                    <a:pt x="4610591" y="2326262"/>
                  </a:lnTo>
                  <a:lnTo>
                    <a:pt x="4604885" y="2326262"/>
                  </a:lnTo>
                  <a:lnTo>
                    <a:pt x="4599179" y="2326262"/>
                  </a:lnTo>
                  <a:lnTo>
                    <a:pt x="4593473" y="2326262"/>
                  </a:lnTo>
                  <a:lnTo>
                    <a:pt x="4587767" y="2326262"/>
                  </a:lnTo>
                  <a:lnTo>
                    <a:pt x="4582061" y="2326262"/>
                  </a:lnTo>
                  <a:lnTo>
                    <a:pt x="4576354" y="2326262"/>
                  </a:lnTo>
                  <a:lnTo>
                    <a:pt x="4570648" y="2326262"/>
                  </a:lnTo>
                  <a:lnTo>
                    <a:pt x="4564942" y="2326262"/>
                  </a:lnTo>
                  <a:lnTo>
                    <a:pt x="4559236" y="2326262"/>
                  </a:lnTo>
                  <a:lnTo>
                    <a:pt x="4553530" y="2326262"/>
                  </a:lnTo>
                  <a:lnTo>
                    <a:pt x="4547823" y="2326262"/>
                  </a:lnTo>
                  <a:lnTo>
                    <a:pt x="4542117" y="2326262"/>
                  </a:lnTo>
                  <a:lnTo>
                    <a:pt x="4536411" y="2326262"/>
                  </a:lnTo>
                  <a:lnTo>
                    <a:pt x="4530705" y="2326262"/>
                  </a:lnTo>
                  <a:lnTo>
                    <a:pt x="4524999" y="2326262"/>
                  </a:lnTo>
                  <a:lnTo>
                    <a:pt x="4519293" y="2326262"/>
                  </a:lnTo>
                  <a:lnTo>
                    <a:pt x="4513586" y="2326262"/>
                  </a:lnTo>
                  <a:lnTo>
                    <a:pt x="4507880" y="2326262"/>
                  </a:lnTo>
                  <a:lnTo>
                    <a:pt x="4502174" y="2326262"/>
                  </a:lnTo>
                  <a:lnTo>
                    <a:pt x="4496468" y="2326262"/>
                  </a:lnTo>
                  <a:lnTo>
                    <a:pt x="4490762" y="2326262"/>
                  </a:lnTo>
                  <a:lnTo>
                    <a:pt x="4485055" y="2326262"/>
                  </a:lnTo>
                  <a:lnTo>
                    <a:pt x="4479349" y="2326262"/>
                  </a:lnTo>
                  <a:lnTo>
                    <a:pt x="4473643" y="2326262"/>
                  </a:lnTo>
                  <a:lnTo>
                    <a:pt x="4467937" y="2326262"/>
                  </a:lnTo>
                  <a:lnTo>
                    <a:pt x="4462231" y="2326262"/>
                  </a:lnTo>
                  <a:lnTo>
                    <a:pt x="4456525" y="2326262"/>
                  </a:lnTo>
                  <a:lnTo>
                    <a:pt x="4450818" y="2326262"/>
                  </a:lnTo>
                  <a:lnTo>
                    <a:pt x="4445112" y="2326262"/>
                  </a:lnTo>
                  <a:lnTo>
                    <a:pt x="4439406" y="2326262"/>
                  </a:lnTo>
                  <a:lnTo>
                    <a:pt x="4433700" y="2326262"/>
                  </a:lnTo>
                  <a:lnTo>
                    <a:pt x="4427994" y="2326262"/>
                  </a:lnTo>
                  <a:lnTo>
                    <a:pt x="4422288" y="2326262"/>
                  </a:lnTo>
                  <a:lnTo>
                    <a:pt x="4416581" y="2326262"/>
                  </a:lnTo>
                  <a:lnTo>
                    <a:pt x="4410875" y="2326262"/>
                  </a:lnTo>
                  <a:lnTo>
                    <a:pt x="4405169" y="2326262"/>
                  </a:lnTo>
                  <a:lnTo>
                    <a:pt x="4399463" y="2326262"/>
                  </a:lnTo>
                  <a:lnTo>
                    <a:pt x="4393757" y="2326262"/>
                  </a:lnTo>
                  <a:lnTo>
                    <a:pt x="4388050" y="2326262"/>
                  </a:lnTo>
                  <a:lnTo>
                    <a:pt x="4382344" y="2326262"/>
                  </a:lnTo>
                  <a:lnTo>
                    <a:pt x="4376638" y="2326262"/>
                  </a:lnTo>
                  <a:lnTo>
                    <a:pt x="4370932" y="2326262"/>
                  </a:lnTo>
                  <a:lnTo>
                    <a:pt x="4365226" y="2326262"/>
                  </a:lnTo>
                  <a:lnTo>
                    <a:pt x="4359520" y="2326262"/>
                  </a:lnTo>
                  <a:lnTo>
                    <a:pt x="4353813" y="2326262"/>
                  </a:lnTo>
                  <a:lnTo>
                    <a:pt x="4348107" y="2326262"/>
                  </a:lnTo>
                  <a:lnTo>
                    <a:pt x="4342401" y="2326262"/>
                  </a:lnTo>
                  <a:lnTo>
                    <a:pt x="4336695" y="2326262"/>
                  </a:lnTo>
                  <a:lnTo>
                    <a:pt x="4330989" y="2326262"/>
                  </a:lnTo>
                  <a:lnTo>
                    <a:pt x="4325282" y="2326262"/>
                  </a:lnTo>
                  <a:lnTo>
                    <a:pt x="4319576" y="2326262"/>
                  </a:lnTo>
                  <a:lnTo>
                    <a:pt x="4313870" y="2326262"/>
                  </a:lnTo>
                  <a:lnTo>
                    <a:pt x="4308164" y="2326262"/>
                  </a:lnTo>
                  <a:lnTo>
                    <a:pt x="4302458" y="2326262"/>
                  </a:lnTo>
                  <a:lnTo>
                    <a:pt x="4296752" y="2326262"/>
                  </a:lnTo>
                  <a:lnTo>
                    <a:pt x="4291045" y="2326262"/>
                  </a:lnTo>
                  <a:lnTo>
                    <a:pt x="4285339" y="2326262"/>
                  </a:lnTo>
                  <a:lnTo>
                    <a:pt x="4279633" y="2326262"/>
                  </a:lnTo>
                  <a:lnTo>
                    <a:pt x="4273927" y="2326262"/>
                  </a:lnTo>
                  <a:lnTo>
                    <a:pt x="4268221" y="2326262"/>
                  </a:lnTo>
                  <a:lnTo>
                    <a:pt x="4262515" y="2326262"/>
                  </a:lnTo>
                  <a:lnTo>
                    <a:pt x="4256808" y="2326262"/>
                  </a:lnTo>
                  <a:lnTo>
                    <a:pt x="4251102" y="2326262"/>
                  </a:lnTo>
                  <a:lnTo>
                    <a:pt x="4245396" y="2326262"/>
                  </a:lnTo>
                  <a:lnTo>
                    <a:pt x="4239690" y="2326262"/>
                  </a:lnTo>
                  <a:lnTo>
                    <a:pt x="4233984" y="2326262"/>
                  </a:lnTo>
                  <a:lnTo>
                    <a:pt x="4228277" y="2326262"/>
                  </a:lnTo>
                  <a:lnTo>
                    <a:pt x="4222571" y="2326262"/>
                  </a:lnTo>
                  <a:lnTo>
                    <a:pt x="4216865" y="2326262"/>
                  </a:lnTo>
                  <a:lnTo>
                    <a:pt x="4211159" y="2326262"/>
                  </a:lnTo>
                  <a:lnTo>
                    <a:pt x="4205453" y="2326262"/>
                  </a:lnTo>
                  <a:lnTo>
                    <a:pt x="4199747" y="2326262"/>
                  </a:lnTo>
                  <a:lnTo>
                    <a:pt x="4194040" y="2326262"/>
                  </a:lnTo>
                  <a:lnTo>
                    <a:pt x="4188334" y="2326262"/>
                  </a:lnTo>
                  <a:lnTo>
                    <a:pt x="4182628" y="2326262"/>
                  </a:lnTo>
                  <a:lnTo>
                    <a:pt x="4176922" y="2326262"/>
                  </a:lnTo>
                  <a:lnTo>
                    <a:pt x="4171216" y="2326262"/>
                  </a:lnTo>
                  <a:lnTo>
                    <a:pt x="4165510" y="2326262"/>
                  </a:lnTo>
                  <a:lnTo>
                    <a:pt x="4159803" y="2326262"/>
                  </a:lnTo>
                  <a:lnTo>
                    <a:pt x="4154097" y="2326262"/>
                  </a:lnTo>
                  <a:lnTo>
                    <a:pt x="4148391" y="2326262"/>
                  </a:lnTo>
                  <a:lnTo>
                    <a:pt x="4142685" y="2326262"/>
                  </a:lnTo>
                  <a:lnTo>
                    <a:pt x="4136979" y="2326262"/>
                  </a:lnTo>
                  <a:lnTo>
                    <a:pt x="4131272" y="2326262"/>
                  </a:lnTo>
                  <a:lnTo>
                    <a:pt x="4125566" y="2326262"/>
                  </a:lnTo>
                  <a:lnTo>
                    <a:pt x="4119860" y="2326262"/>
                  </a:lnTo>
                  <a:lnTo>
                    <a:pt x="4114154" y="2326262"/>
                  </a:lnTo>
                  <a:lnTo>
                    <a:pt x="4108448" y="2326262"/>
                  </a:lnTo>
                  <a:lnTo>
                    <a:pt x="4102742" y="2326262"/>
                  </a:lnTo>
                  <a:lnTo>
                    <a:pt x="4097035" y="2326262"/>
                  </a:lnTo>
                  <a:lnTo>
                    <a:pt x="4091329" y="2326262"/>
                  </a:lnTo>
                  <a:lnTo>
                    <a:pt x="4085623" y="2326262"/>
                  </a:lnTo>
                  <a:lnTo>
                    <a:pt x="4079917" y="2326262"/>
                  </a:lnTo>
                  <a:lnTo>
                    <a:pt x="4074211" y="2326262"/>
                  </a:lnTo>
                  <a:lnTo>
                    <a:pt x="4068504" y="2326262"/>
                  </a:lnTo>
                  <a:lnTo>
                    <a:pt x="4062798" y="2326262"/>
                  </a:lnTo>
                  <a:lnTo>
                    <a:pt x="4057092" y="2326262"/>
                  </a:lnTo>
                  <a:lnTo>
                    <a:pt x="4051386" y="2326262"/>
                  </a:lnTo>
                  <a:lnTo>
                    <a:pt x="4045680" y="2326262"/>
                  </a:lnTo>
                  <a:lnTo>
                    <a:pt x="4039974" y="2326262"/>
                  </a:lnTo>
                  <a:lnTo>
                    <a:pt x="4034267" y="2326262"/>
                  </a:lnTo>
                  <a:lnTo>
                    <a:pt x="4028561" y="2326262"/>
                  </a:lnTo>
                  <a:lnTo>
                    <a:pt x="4022855" y="2326262"/>
                  </a:lnTo>
                  <a:lnTo>
                    <a:pt x="4017149" y="2326262"/>
                  </a:lnTo>
                  <a:lnTo>
                    <a:pt x="4011443" y="2326262"/>
                  </a:lnTo>
                  <a:lnTo>
                    <a:pt x="4005737" y="2326262"/>
                  </a:lnTo>
                  <a:lnTo>
                    <a:pt x="4000030" y="2326262"/>
                  </a:lnTo>
                  <a:lnTo>
                    <a:pt x="3994324" y="2326262"/>
                  </a:lnTo>
                  <a:lnTo>
                    <a:pt x="3988618" y="2326262"/>
                  </a:lnTo>
                  <a:lnTo>
                    <a:pt x="3982912" y="2326262"/>
                  </a:lnTo>
                  <a:lnTo>
                    <a:pt x="3977206" y="2326262"/>
                  </a:lnTo>
                  <a:lnTo>
                    <a:pt x="3971499" y="2326262"/>
                  </a:lnTo>
                  <a:lnTo>
                    <a:pt x="3965793" y="2326262"/>
                  </a:lnTo>
                  <a:lnTo>
                    <a:pt x="3960087" y="2326262"/>
                  </a:lnTo>
                  <a:lnTo>
                    <a:pt x="3954381" y="2326262"/>
                  </a:lnTo>
                  <a:lnTo>
                    <a:pt x="3948675" y="2326262"/>
                  </a:lnTo>
                  <a:lnTo>
                    <a:pt x="3942969" y="2326262"/>
                  </a:lnTo>
                  <a:lnTo>
                    <a:pt x="3937262" y="2326262"/>
                  </a:lnTo>
                  <a:lnTo>
                    <a:pt x="3931556" y="2326262"/>
                  </a:lnTo>
                  <a:lnTo>
                    <a:pt x="3925850" y="2326262"/>
                  </a:lnTo>
                  <a:lnTo>
                    <a:pt x="3920144" y="2326262"/>
                  </a:lnTo>
                  <a:lnTo>
                    <a:pt x="3914438" y="2326262"/>
                  </a:lnTo>
                  <a:lnTo>
                    <a:pt x="3908731" y="2326262"/>
                  </a:lnTo>
                  <a:lnTo>
                    <a:pt x="3903025" y="2326262"/>
                  </a:lnTo>
                  <a:lnTo>
                    <a:pt x="3897319" y="2326262"/>
                  </a:lnTo>
                  <a:lnTo>
                    <a:pt x="3891613" y="2326262"/>
                  </a:lnTo>
                  <a:lnTo>
                    <a:pt x="3885907" y="2326262"/>
                  </a:lnTo>
                  <a:lnTo>
                    <a:pt x="3880201" y="2326262"/>
                  </a:lnTo>
                  <a:lnTo>
                    <a:pt x="3874494" y="2326262"/>
                  </a:lnTo>
                  <a:lnTo>
                    <a:pt x="3868788" y="2326262"/>
                  </a:lnTo>
                  <a:lnTo>
                    <a:pt x="3863082" y="2326262"/>
                  </a:lnTo>
                  <a:lnTo>
                    <a:pt x="3857376" y="2326262"/>
                  </a:lnTo>
                  <a:lnTo>
                    <a:pt x="3851670" y="2326262"/>
                  </a:lnTo>
                  <a:lnTo>
                    <a:pt x="3845964" y="2326262"/>
                  </a:lnTo>
                  <a:lnTo>
                    <a:pt x="3840257" y="2326262"/>
                  </a:lnTo>
                  <a:lnTo>
                    <a:pt x="3834551" y="2326262"/>
                  </a:lnTo>
                  <a:lnTo>
                    <a:pt x="3828845" y="2326262"/>
                  </a:lnTo>
                  <a:lnTo>
                    <a:pt x="3823139" y="2326262"/>
                  </a:lnTo>
                  <a:lnTo>
                    <a:pt x="3817433" y="2326262"/>
                  </a:lnTo>
                  <a:lnTo>
                    <a:pt x="3811726" y="2326262"/>
                  </a:lnTo>
                  <a:lnTo>
                    <a:pt x="3806020" y="2326262"/>
                  </a:lnTo>
                  <a:lnTo>
                    <a:pt x="3800314" y="2326262"/>
                  </a:lnTo>
                  <a:lnTo>
                    <a:pt x="3794608" y="2326262"/>
                  </a:lnTo>
                  <a:lnTo>
                    <a:pt x="3788902" y="2326262"/>
                  </a:lnTo>
                  <a:lnTo>
                    <a:pt x="3783196" y="2326262"/>
                  </a:lnTo>
                  <a:lnTo>
                    <a:pt x="3777489" y="2326262"/>
                  </a:lnTo>
                  <a:lnTo>
                    <a:pt x="3771783" y="2326262"/>
                  </a:lnTo>
                  <a:lnTo>
                    <a:pt x="3766077" y="2326262"/>
                  </a:lnTo>
                  <a:lnTo>
                    <a:pt x="3760371" y="2326262"/>
                  </a:lnTo>
                  <a:lnTo>
                    <a:pt x="3754665" y="2326262"/>
                  </a:lnTo>
                  <a:lnTo>
                    <a:pt x="3748959" y="2326262"/>
                  </a:lnTo>
                  <a:lnTo>
                    <a:pt x="3743252" y="2326262"/>
                  </a:lnTo>
                  <a:lnTo>
                    <a:pt x="3737546" y="2326262"/>
                  </a:lnTo>
                  <a:lnTo>
                    <a:pt x="3731840" y="2326262"/>
                  </a:lnTo>
                  <a:lnTo>
                    <a:pt x="3726134" y="2326262"/>
                  </a:lnTo>
                  <a:lnTo>
                    <a:pt x="3720428" y="2326262"/>
                  </a:lnTo>
                  <a:lnTo>
                    <a:pt x="3714721" y="2326262"/>
                  </a:lnTo>
                  <a:lnTo>
                    <a:pt x="3709015" y="2326262"/>
                  </a:lnTo>
                  <a:lnTo>
                    <a:pt x="3703309" y="2326262"/>
                  </a:lnTo>
                  <a:lnTo>
                    <a:pt x="3697603" y="2326262"/>
                  </a:lnTo>
                  <a:lnTo>
                    <a:pt x="3691897" y="2326262"/>
                  </a:lnTo>
                  <a:lnTo>
                    <a:pt x="3686191" y="2326262"/>
                  </a:lnTo>
                  <a:lnTo>
                    <a:pt x="3680484" y="2326262"/>
                  </a:lnTo>
                  <a:lnTo>
                    <a:pt x="3674778" y="2326262"/>
                  </a:lnTo>
                  <a:lnTo>
                    <a:pt x="3669072" y="2326262"/>
                  </a:lnTo>
                  <a:lnTo>
                    <a:pt x="3663366" y="2326262"/>
                  </a:lnTo>
                  <a:lnTo>
                    <a:pt x="3657660" y="2326262"/>
                  </a:lnTo>
                  <a:lnTo>
                    <a:pt x="3651953" y="2326262"/>
                  </a:lnTo>
                  <a:lnTo>
                    <a:pt x="3646247" y="2326262"/>
                  </a:lnTo>
                  <a:lnTo>
                    <a:pt x="3640541" y="2326262"/>
                  </a:lnTo>
                  <a:lnTo>
                    <a:pt x="3634835" y="2326262"/>
                  </a:lnTo>
                  <a:lnTo>
                    <a:pt x="3629129" y="2326262"/>
                  </a:lnTo>
                  <a:lnTo>
                    <a:pt x="3623423" y="2326262"/>
                  </a:lnTo>
                  <a:lnTo>
                    <a:pt x="3617716" y="2326262"/>
                  </a:lnTo>
                  <a:lnTo>
                    <a:pt x="3612010" y="2326262"/>
                  </a:lnTo>
                  <a:lnTo>
                    <a:pt x="3606304" y="2326262"/>
                  </a:lnTo>
                  <a:lnTo>
                    <a:pt x="3600598" y="2326262"/>
                  </a:lnTo>
                  <a:lnTo>
                    <a:pt x="3594892" y="2326262"/>
                  </a:lnTo>
                  <a:lnTo>
                    <a:pt x="3589186" y="2326262"/>
                  </a:lnTo>
                  <a:lnTo>
                    <a:pt x="3583479" y="2326262"/>
                  </a:lnTo>
                  <a:lnTo>
                    <a:pt x="3577773" y="2326262"/>
                  </a:lnTo>
                  <a:lnTo>
                    <a:pt x="3572067" y="2326262"/>
                  </a:lnTo>
                  <a:lnTo>
                    <a:pt x="3566361" y="2326262"/>
                  </a:lnTo>
                  <a:lnTo>
                    <a:pt x="3560655" y="2326262"/>
                  </a:lnTo>
                  <a:lnTo>
                    <a:pt x="3554948" y="2326262"/>
                  </a:lnTo>
                  <a:lnTo>
                    <a:pt x="3549242" y="2326262"/>
                  </a:lnTo>
                  <a:lnTo>
                    <a:pt x="3543536" y="2326262"/>
                  </a:lnTo>
                  <a:lnTo>
                    <a:pt x="3537830" y="2326262"/>
                  </a:lnTo>
                  <a:lnTo>
                    <a:pt x="3532124" y="2326262"/>
                  </a:lnTo>
                  <a:lnTo>
                    <a:pt x="3526418" y="2326262"/>
                  </a:lnTo>
                  <a:lnTo>
                    <a:pt x="3520711" y="2326262"/>
                  </a:lnTo>
                  <a:lnTo>
                    <a:pt x="3515005" y="2326262"/>
                  </a:lnTo>
                  <a:lnTo>
                    <a:pt x="3509299" y="2326262"/>
                  </a:lnTo>
                  <a:lnTo>
                    <a:pt x="3503593" y="2326262"/>
                  </a:lnTo>
                  <a:lnTo>
                    <a:pt x="3497887" y="2326262"/>
                  </a:lnTo>
                  <a:lnTo>
                    <a:pt x="3492180" y="2326262"/>
                  </a:lnTo>
                  <a:lnTo>
                    <a:pt x="3486474" y="2326262"/>
                  </a:lnTo>
                  <a:lnTo>
                    <a:pt x="3480768" y="2326262"/>
                  </a:lnTo>
                  <a:lnTo>
                    <a:pt x="3475062" y="2326262"/>
                  </a:lnTo>
                  <a:lnTo>
                    <a:pt x="3469356" y="2326262"/>
                  </a:lnTo>
                  <a:lnTo>
                    <a:pt x="3463650" y="2326262"/>
                  </a:lnTo>
                  <a:lnTo>
                    <a:pt x="3457943" y="2326262"/>
                  </a:lnTo>
                  <a:lnTo>
                    <a:pt x="3452237" y="2326262"/>
                  </a:lnTo>
                  <a:lnTo>
                    <a:pt x="3446531" y="2326262"/>
                  </a:lnTo>
                  <a:lnTo>
                    <a:pt x="3440825" y="2326262"/>
                  </a:lnTo>
                  <a:lnTo>
                    <a:pt x="3435119" y="2326262"/>
                  </a:lnTo>
                  <a:lnTo>
                    <a:pt x="3429413" y="2326262"/>
                  </a:lnTo>
                  <a:lnTo>
                    <a:pt x="3423706" y="2326262"/>
                  </a:lnTo>
                  <a:lnTo>
                    <a:pt x="3418000" y="2326262"/>
                  </a:lnTo>
                  <a:lnTo>
                    <a:pt x="3412294" y="2326262"/>
                  </a:lnTo>
                  <a:lnTo>
                    <a:pt x="3406588" y="2326262"/>
                  </a:lnTo>
                  <a:lnTo>
                    <a:pt x="3400882" y="2326262"/>
                  </a:lnTo>
                  <a:lnTo>
                    <a:pt x="3395175" y="2326262"/>
                  </a:lnTo>
                  <a:lnTo>
                    <a:pt x="3389469" y="2326262"/>
                  </a:lnTo>
                  <a:lnTo>
                    <a:pt x="3383763" y="2326262"/>
                  </a:lnTo>
                  <a:lnTo>
                    <a:pt x="3378057" y="2326262"/>
                  </a:lnTo>
                  <a:lnTo>
                    <a:pt x="3372351" y="2326262"/>
                  </a:lnTo>
                  <a:lnTo>
                    <a:pt x="3366645" y="2326262"/>
                  </a:lnTo>
                  <a:lnTo>
                    <a:pt x="3360938" y="2326262"/>
                  </a:lnTo>
                  <a:lnTo>
                    <a:pt x="3355232" y="2326262"/>
                  </a:lnTo>
                  <a:lnTo>
                    <a:pt x="3349526" y="2326262"/>
                  </a:lnTo>
                  <a:lnTo>
                    <a:pt x="3343820" y="2326262"/>
                  </a:lnTo>
                  <a:lnTo>
                    <a:pt x="3338114" y="2326262"/>
                  </a:lnTo>
                  <a:lnTo>
                    <a:pt x="3332408" y="2326262"/>
                  </a:lnTo>
                  <a:lnTo>
                    <a:pt x="3326701" y="2326262"/>
                  </a:lnTo>
                  <a:lnTo>
                    <a:pt x="3320995" y="2326262"/>
                  </a:lnTo>
                  <a:lnTo>
                    <a:pt x="3315289" y="2326262"/>
                  </a:lnTo>
                  <a:lnTo>
                    <a:pt x="3309583" y="2326262"/>
                  </a:lnTo>
                  <a:lnTo>
                    <a:pt x="3303877" y="2326262"/>
                  </a:lnTo>
                  <a:lnTo>
                    <a:pt x="3298170" y="2326262"/>
                  </a:lnTo>
                  <a:lnTo>
                    <a:pt x="3292464" y="2326262"/>
                  </a:lnTo>
                  <a:lnTo>
                    <a:pt x="3286758" y="2326262"/>
                  </a:lnTo>
                  <a:lnTo>
                    <a:pt x="3281052" y="2326262"/>
                  </a:lnTo>
                  <a:lnTo>
                    <a:pt x="3275346" y="2326262"/>
                  </a:lnTo>
                  <a:lnTo>
                    <a:pt x="3269640" y="2326262"/>
                  </a:lnTo>
                  <a:lnTo>
                    <a:pt x="3263933" y="2326262"/>
                  </a:lnTo>
                  <a:lnTo>
                    <a:pt x="3258227" y="2326262"/>
                  </a:lnTo>
                  <a:lnTo>
                    <a:pt x="3252521" y="2326262"/>
                  </a:lnTo>
                  <a:lnTo>
                    <a:pt x="3246815" y="2326262"/>
                  </a:lnTo>
                  <a:lnTo>
                    <a:pt x="3241109" y="2326262"/>
                  </a:lnTo>
                  <a:lnTo>
                    <a:pt x="3235402" y="2326262"/>
                  </a:lnTo>
                  <a:lnTo>
                    <a:pt x="3229696" y="2326262"/>
                  </a:lnTo>
                  <a:lnTo>
                    <a:pt x="3223990" y="2326262"/>
                  </a:lnTo>
                  <a:lnTo>
                    <a:pt x="3218284" y="2326262"/>
                  </a:lnTo>
                  <a:lnTo>
                    <a:pt x="3212578" y="2326262"/>
                  </a:lnTo>
                  <a:lnTo>
                    <a:pt x="3206872" y="2326262"/>
                  </a:lnTo>
                  <a:lnTo>
                    <a:pt x="3201165" y="2326262"/>
                  </a:lnTo>
                  <a:lnTo>
                    <a:pt x="3195459" y="2326262"/>
                  </a:lnTo>
                  <a:lnTo>
                    <a:pt x="3189753" y="2326262"/>
                  </a:lnTo>
                  <a:lnTo>
                    <a:pt x="3184047" y="2326262"/>
                  </a:lnTo>
                  <a:lnTo>
                    <a:pt x="3178341" y="2326262"/>
                  </a:lnTo>
                  <a:lnTo>
                    <a:pt x="3172635" y="2326262"/>
                  </a:lnTo>
                  <a:lnTo>
                    <a:pt x="3166928" y="2326262"/>
                  </a:lnTo>
                  <a:lnTo>
                    <a:pt x="3161222" y="2326262"/>
                  </a:lnTo>
                  <a:lnTo>
                    <a:pt x="3155516" y="2326262"/>
                  </a:lnTo>
                  <a:lnTo>
                    <a:pt x="3149810" y="2326262"/>
                  </a:lnTo>
                  <a:lnTo>
                    <a:pt x="3144104" y="2326262"/>
                  </a:lnTo>
                  <a:lnTo>
                    <a:pt x="3138397" y="2326262"/>
                  </a:lnTo>
                  <a:lnTo>
                    <a:pt x="3132691" y="2326262"/>
                  </a:lnTo>
                  <a:lnTo>
                    <a:pt x="3126985" y="2326262"/>
                  </a:lnTo>
                  <a:lnTo>
                    <a:pt x="3121279" y="2326262"/>
                  </a:lnTo>
                  <a:lnTo>
                    <a:pt x="3115573" y="2326262"/>
                  </a:lnTo>
                  <a:lnTo>
                    <a:pt x="3109867" y="2326262"/>
                  </a:lnTo>
                  <a:lnTo>
                    <a:pt x="3104160" y="2326262"/>
                  </a:lnTo>
                  <a:lnTo>
                    <a:pt x="3098454" y="2326262"/>
                  </a:lnTo>
                  <a:lnTo>
                    <a:pt x="3092748" y="2326262"/>
                  </a:lnTo>
                  <a:lnTo>
                    <a:pt x="3087042" y="2326262"/>
                  </a:lnTo>
                  <a:lnTo>
                    <a:pt x="3081336" y="2326262"/>
                  </a:lnTo>
                  <a:lnTo>
                    <a:pt x="3075629" y="2326262"/>
                  </a:lnTo>
                  <a:lnTo>
                    <a:pt x="3069923" y="2326262"/>
                  </a:lnTo>
                  <a:lnTo>
                    <a:pt x="3064217" y="2326262"/>
                  </a:lnTo>
                  <a:lnTo>
                    <a:pt x="3058511" y="2326262"/>
                  </a:lnTo>
                  <a:lnTo>
                    <a:pt x="3052805" y="2326262"/>
                  </a:lnTo>
                  <a:lnTo>
                    <a:pt x="3047099" y="2326262"/>
                  </a:lnTo>
                  <a:lnTo>
                    <a:pt x="3041392" y="2326262"/>
                  </a:lnTo>
                  <a:lnTo>
                    <a:pt x="3035686" y="2326262"/>
                  </a:lnTo>
                  <a:lnTo>
                    <a:pt x="3029980" y="2326262"/>
                  </a:lnTo>
                  <a:lnTo>
                    <a:pt x="3024274" y="2326262"/>
                  </a:lnTo>
                  <a:lnTo>
                    <a:pt x="3018568" y="2326262"/>
                  </a:lnTo>
                  <a:lnTo>
                    <a:pt x="3012862" y="2326262"/>
                  </a:lnTo>
                  <a:lnTo>
                    <a:pt x="3007155" y="2326262"/>
                  </a:lnTo>
                  <a:lnTo>
                    <a:pt x="3001449" y="2326262"/>
                  </a:lnTo>
                  <a:lnTo>
                    <a:pt x="2995743" y="2326262"/>
                  </a:lnTo>
                  <a:lnTo>
                    <a:pt x="2990037" y="2326262"/>
                  </a:lnTo>
                  <a:lnTo>
                    <a:pt x="2984331" y="2326262"/>
                  </a:lnTo>
                  <a:lnTo>
                    <a:pt x="2978624" y="2326262"/>
                  </a:lnTo>
                  <a:lnTo>
                    <a:pt x="2972918" y="2326262"/>
                  </a:lnTo>
                  <a:lnTo>
                    <a:pt x="2967212" y="2326262"/>
                  </a:lnTo>
                  <a:lnTo>
                    <a:pt x="2961506" y="2326262"/>
                  </a:lnTo>
                  <a:lnTo>
                    <a:pt x="2955800" y="2326262"/>
                  </a:lnTo>
                  <a:lnTo>
                    <a:pt x="2950094" y="2326262"/>
                  </a:lnTo>
                  <a:lnTo>
                    <a:pt x="2944387" y="2326262"/>
                  </a:lnTo>
                  <a:lnTo>
                    <a:pt x="2938681" y="2326262"/>
                  </a:lnTo>
                  <a:lnTo>
                    <a:pt x="2932975" y="2326262"/>
                  </a:lnTo>
                  <a:lnTo>
                    <a:pt x="2927269" y="2326262"/>
                  </a:lnTo>
                  <a:lnTo>
                    <a:pt x="2921563" y="2326262"/>
                  </a:lnTo>
                  <a:lnTo>
                    <a:pt x="2915857" y="2326262"/>
                  </a:lnTo>
                  <a:lnTo>
                    <a:pt x="2910150" y="2326262"/>
                  </a:lnTo>
                  <a:lnTo>
                    <a:pt x="2904444" y="2326262"/>
                  </a:lnTo>
                  <a:lnTo>
                    <a:pt x="2898738" y="2326262"/>
                  </a:lnTo>
                  <a:lnTo>
                    <a:pt x="2893032" y="2326262"/>
                  </a:lnTo>
                  <a:lnTo>
                    <a:pt x="2887326" y="2326262"/>
                  </a:lnTo>
                  <a:lnTo>
                    <a:pt x="2881619" y="2326262"/>
                  </a:lnTo>
                  <a:lnTo>
                    <a:pt x="2875913" y="2326262"/>
                  </a:lnTo>
                  <a:lnTo>
                    <a:pt x="2870207" y="2326262"/>
                  </a:lnTo>
                  <a:lnTo>
                    <a:pt x="2864501" y="2326262"/>
                  </a:lnTo>
                  <a:lnTo>
                    <a:pt x="2858795" y="2326262"/>
                  </a:lnTo>
                  <a:lnTo>
                    <a:pt x="2853089" y="2326262"/>
                  </a:lnTo>
                  <a:lnTo>
                    <a:pt x="2847382" y="2326262"/>
                  </a:lnTo>
                  <a:lnTo>
                    <a:pt x="2841676" y="2326262"/>
                  </a:lnTo>
                  <a:lnTo>
                    <a:pt x="2835970" y="2326262"/>
                  </a:lnTo>
                  <a:lnTo>
                    <a:pt x="2830264" y="2326262"/>
                  </a:lnTo>
                  <a:lnTo>
                    <a:pt x="2824558" y="2326262"/>
                  </a:lnTo>
                  <a:lnTo>
                    <a:pt x="2818851" y="2326262"/>
                  </a:lnTo>
                  <a:lnTo>
                    <a:pt x="2813145" y="2326262"/>
                  </a:lnTo>
                  <a:lnTo>
                    <a:pt x="2807439" y="2326262"/>
                  </a:lnTo>
                  <a:lnTo>
                    <a:pt x="2801733" y="2326262"/>
                  </a:lnTo>
                  <a:lnTo>
                    <a:pt x="2796027" y="2326262"/>
                  </a:lnTo>
                  <a:lnTo>
                    <a:pt x="2790321" y="2326262"/>
                  </a:lnTo>
                  <a:lnTo>
                    <a:pt x="2784614" y="2326262"/>
                  </a:lnTo>
                  <a:lnTo>
                    <a:pt x="2778908" y="2326262"/>
                  </a:lnTo>
                  <a:lnTo>
                    <a:pt x="2773202" y="2326262"/>
                  </a:lnTo>
                  <a:lnTo>
                    <a:pt x="2767496" y="2326262"/>
                  </a:lnTo>
                  <a:lnTo>
                    <a:pt x="2761790" y="2326262"/>
                  </a:lnTo>
                  <a:lnTo>
                    <a:pt x="2756084" y="2326262"/>
                  </a:lnTo>
                  <a:lnTo>
                    <a:pt x="2750377" y="2326262"/>
                  </a:lnTo>
                  <a:lnTo>
                    <a:pt x="2744671" y="2326262"/>
                  </a:lnTo>
                  <a:lnTo>
                    <a:pt x="2738965" y="2326262"/>
                  </a:lnTo>
                  <a:lnTo>
                    <a:pt x="2733259" y="2326262"/>
                  </a:lnTo>
                  <a:lnTo>
                    <a:pt x="2727553" y="2326262"/>
                  </a:lnTo>
                  <a:lnTo>
                    <a:pt x="2721846" y="2326262"/>
                  </a:lnTo>
                  <a:lnTo>
                    <a:pt x="2716140" y="2326262"/>
                  </a:lnTo>
                  <a:lnTo>
                    <a:pt x="2710434" y="2326262"/>
                  </a:lnTo>
                  <a:lnTo>
                    <a:pt x="2704728" y="2326262"/>
                  </a:lnTo>
                  <a:lnTo>
                    <a:pt x="2699022" y="2326262"/>
                  </a:lnTo>
                  <a:lnTo>
                    <a:pt x="2693316" y="2326262"/>
                  </a:lnTo>
                  <a:lnTo>
                    <a:pt x="2687609" y="2326262"/>
                  </a:lnTo>
                  <a:lnTo>
                    <a:pt x="2681903" y="2326262"/>
                  </a:lnTo>
                  <a:lnTo>
                    <a:pt x="2676197" y="2326262"/>
                  </a:lnTo>
                  <a:lnTo>
                    <a:pt x="2670491" y="2326262"/>
                  </a:lnTo>
                  <a:lnTo>
                    <a:pt x="2664785" y="2326262"/>
                  </a:lnTo>
                  <a:lnTo>
                    <a:pt x="2659078" y="2326262"/>
                  </a:lnTo>
                  <a:lnTo>
                    <a:pt x="2653372" y="2326262"/>
                  </a:lnTo>
                  <a:lnTo>
                    <a:pt x="2647666" y="2326262"/>
                  </a:lnTo>
                  <a:lnTo>
                    <a:pt x="2641960" y="2326262"/>
                  </a:lnTo>
                  <a:lnTo>
                    <a:pt x="2636254" y="2326262"/>
                  </a:lnTo>
                  <a:lnTo>
                    <a:pt x="2630548" y="2326262"/>
                  </a:lnTo>
                  <a:lnTo>
                    <a:pt x="2624841" y="2326262"/>
                  </a:lnTo>
                  <a:lnTo>
                    <a:pt x="2619135" y="2326262"/>
                  </a:lnTo>
                  <a:lnTo>
                    <a:pt x="2613429" y="2326262"/>
                  </a:lnTo>
                  <a:lnTo>
                    <a:pt x="2607723" y="2326262"/>
                  </a:lnTo>
                  <a:lnTo>
                    <a:pt x="2602017" y="2326262"/>
                  </a:lnTo>
                  <a:lnTo>
                    <a:pt x="2596311" y="2326262"/>
                  </a:lnTo>
                  <a:lnTo>
                    <a:pt x="2590604" y="2326262"/>
                  </a:lnTo>
                  <a:lnTo>
                    <a:pt x="2584898" y="2326262"/>
                  </a:lnTo>
                  <a:lnTo>
                    <a:pt x="2579192" y="2326262"/>
                  </a:lnTo>
                  <a:lnTo>
                    <a:pt x="2573486" y="2326262"/>
                  </a:lnTo>
                  <a:lnTo>
                    <a:pt x="2567780" y="2326262"/>
                  </a:lnTo>
                  <a:lnTo>
                    <a:pt x="2562073" y="2326262"/>
                  </a:lnTo>
                  <a:lnTo>
                    <a:pt x="2556367" y="2326262"/>
                  </a:lnTo>
                  <a:lnTo>
                    <a:pt x="2550661" y="2326262"/>
                  </a:lnTo>
                  <a:lnTo>
                    <a:pt x="2544955" y="2326262"/>
                  </a:lnTo>
                  <a:lnTo>
                    <a:pt x="2539249" y="2326262"/>
                  </a:lnTo>
                  <a:lnTo>
                    <a:pt x="2533543" y="2326262"/>
                  </a:lnTo>
                  <a:lnTo>
                    <a:pt x="2527836" y="2326262"/>
                  </a:lnTo>
                  <a:lnTo>
                    <a:pt x="2522130" y="2326262"/>
                  </a:lnTo>
                  <a:lnTo>
                    <a:pt x="2516424" y="2326262"/>
                  </a:lnTo>
                  <a:lnTo>
                    <a:pt x="2510718" y="2326262"/>
                  </a:lnTo>
                  <a:lnTo>
                    <a:pt x="2505012" y="2326262"/>
                  </a:lnTo>
                  <a:lnTo>
                    <a:pt x="2499306" y="2326262"/>
                  </a:lnTo>
                  <a:lnTo>
                    <a:pt x="2493599" y="2326262"/>
                  </a:lnTo>
                  <a:lnTo>
                    <a:pt x="2487893" y="2326262"/>
                  </a:lnTo>
                  <a:lnTo>
                    <a:pt x="2482187" y="2326262"/>
                  </a:lnTo>
                  <a:lnTo>
                    <a:pt x="2476481" y="2326262"/>
                  </a:lnTo>
                  <a:lnTo>
                    <a:pt x="2470775" y="2326262"/>
                  </a:lnTo>
                  <a:lnTo>
                    <a:pt x="2465068" y="2326262"/>
                  </a:lnTo>
                  <a:lnTo>
                    <a:pt x="2459362" y="2326262"/>
                  </a:lnTo>
                  <a:lnTo>
                    <a:pt x="2453656" y="2326262"/>
                  </a:lnTo>
                  <a:lnTo>
                    <a:pt x="2447950" y="2326262"/>
                  </a:lnTo>
                  <a:lnTo>
                    <a:pt x="2442244" y="2326262"/>
                  </a:lnTo>
                  <a:lnTo>
                    <a:pt x="2436538" y="2326262"/>
                  </a:lnTo>
                  <a:lnTo>
                    <a:pt x="2430831" y="2326262"/>
                  </a:lnTo>
                  <a:lnTo>
                    <a:pt x="2425125" y="2326262"/>
                  </a:lnTo>
                  <a:lnTo>
                    <a:pt x="2419419" y="2326262"/>
                  </a:lnTo>
                  <a:lnTo>
                    <a:pt x="2413713" y="2326262"/>
                  </a:lnTo>
                  <a:lnTo>
                    <a:pt x="2408007" y="2326262"/>
                  </a:lnTo>
                  <a:lnTo>
                    <a:pt x="2402300" y="2326262"/>
                  </a:lnTo>
                  <a:lnTo>
                    <a:pt x="2396594" y="2326262"/>
                  </a:lnTo>
                  <a:lnTo>
                    <a:pt x="2390888" y="2326262"/>
                  </a:lnTo>
                  <a:lnTo>
                    <a:pt x="2385182" y="2326262"/>
                  </a:lnTo>
                  <a:lnTo>
                    <a:pt x="2379476" y="2326262"/>
                  </a:lnTo>
                  <a:lnTo>
                    <a:pt x="2373770" y="2326262"/>
                  </a:lnTo>
                  <a:lnTo>
                    <a:pt x="2368063" y="2326262"/>
                  </a:lnTo>
                  <a:lnTo>
                    <a:pt x="2362357" y="2326262"/>
                  </a:lnTo>
                  <a:lnTo>
                    <a:pt x="2356651" y="2326262"/>
                  </a:lnTo>
                  <a:lnTo>
                    <a:pt x="2350945" y="2326262"/>
                  </a:lnTo>
                  <a:lnTo>
                    <a:pt x="2345239" y="2326262"/>
                  </a:lnTo>
                  <a:lnTo>
                    <a:pt x="2339533" y="2326262"/>
                  </a:lnTo>
                  <a:lnTo>
                    <a:pt x="2333826" y="2326262"/>
                  </a:lnTo>
                  <a:lnTo>
                    <a:pt x="2328120" y="2326262"/>
                  </a:lnTo>
                  <a:lnTo>
                    <a:pt x="2322414" y="2326262"/>
                  </a:lnTo>
                  <a:lnTo>
                    <a:pt x="2316708" y="2326262"/>
                  </a:lnTo>
                  <a:lnTo>
                    <a:pt x="2311002" y="2326262"/>
                  </a:lnTo>
                  <a:lnTo>
                    <a:pt x="2305295" y="2326262"/>
                  </a:lnTo>
                  <a:lnTo>
                    <a:pt x="2299589" y="2326262"/>
                  </a:lnTo>
                  <a:lnTo>
                    <a:pt x="2293883" y="2326262"/>
                  </a:lnTo>
                  <a:lnTo>
                    <a:pt x="2288177" y="2326262"/>
                  </a:lnTo>
                  <a:lnTo>
                    <a:pt x="2282471" y="2326262"/>
                  </a:lnTo>
                  <a:lnTo>
                    <a:pt x="2276765" y="2326262"/>
                  </a:lnTo>
                  <a:lnTo>
                    <a:pt x="2271058" y="2326262"/>
                  </a:lnTo>
                  <a:lnTo>
                    <a:pt x="2265352" y="2326262"/>
                  </a:lnTo>
                  <a:lnTo>
                    <a:pt x="2259646" y="2326262"/>
                  </a:lnTo>
                  <a:lnTo>
                    <a:pt x="2253940" y="2326262"/>
                  </a:lnTo>
                  <a:lnTo>
                    <a:pt x="2248234" y="2326262"/>
                  </a:lnTo>
                  <a:lnTo>
                    <a:pt x="2242527" y="2326262"/>
                  </a:lnTo>
                  <a:lnTo>
                    <a:pt x="2236821" y="2326262"/>
                  </a:lnTo>
                  <a:lnTo>
                    <a:pt x="2231115" y="2326262"/>
                  </a:lnTo>
                  <a:lnTo>
                    <a:pt x="2225409" y="2326262"/>
                  </a:lnTo>
                  <a:lnTo>
                    <a:pt x="2219703" y="2326262"/>
                  </a:lnTo>
                  <a:lnTo>
                    <a:pt x="2213997" y="2326262"/>
                  </a:lnTo>
                  <a:lnTo>
                    <a:pt x="2208290" y="2326262"/>
                  </a:lnTo>
                  <a:lnTo>
                    <a:pt x="2202584" y="2326262"/>
                  </a:lnTo>
                  <a:lnTo>
                    <a:pt x="2196878" y="2326262"/>
                  </a:lnTo>
                  <a:lnTo>
                    <a:pt x="2191172" y="2326262"/>
                  </a:lnTo>
                  <a:lnTo>
                    <a:pt x="2185466" y="2326262"/>
                  </a:lnTo>
                  <a:lnTo>
                    <a:pt x="2179760" y="2326262"/>
                  </a:lnTo>
                  <a:lnTo>
                    <a:pt x="2174053" y="2326262"/>
                  </a:lnTo>
                  <a:lnTo>
                    <a:pt x="2168347" y="2326262"/>
                  </a:lnTo>
                  <a:lnTo>
                    <a:pt x="2162641" y="2326262"/>
                  </a:lnTo>
                  <a:lnTo>
                    <a:pt x="2156935" y="2326262"/>
                  </a:lnTo>
                  <a:lnTo>
                    <a:pt x="2151229" y="2326262"/>
                  </a:lnTo>
                  <a:lnTo>
                    <a:pt x="2145522" y="2326262"/>
                  </a:lnTo>
                  <a:lnTo>
                    <a:pt x="2139816" y="2326262"/>
                  </a:lnTo>
                  <a:lnTo>
                    <a:pt x="2134110" y="2326262"/>
                  </a:lnTo>
                  <a:lnTo>
                    <a:pt x="2128404" y="2326262"/>
                  </a:lnTo>
                  <a:lnTo>
                    <a:pt x="2122698" y="2326262"/>
                  </a:lnTo>
                  <a:lnTo>
                    <a:pt x="2116992" y="2326262"/>
                  </a:lnTo>
                  <a:lnTo>
                    <a:pt x="2111285" y="2326262"/>
                  </a:lnTo>
                  <a:lnTo>
                    <a:pt x="2105579" y="2326262"/>
                  </a:lnTo>
                  <a:lnTo>
                    <a:pt x="2099873" y="2326262"/>
                  </a:lnTo>
                  <a:lnTo>
                    <a:pt x="2094167" y="2326262"/>
                  </a:lnTo>
                  <a:lnTo>
                    <a:pt x="2088461" y="2326262"/>
                  </a:lnTo>
                  <a:lnTo>
                    <a:pt x="2082755" y="2326262"/>
                  </a:lnTo>
                  <a:lnTo>
                    <a:pt x="2077048" y="2326262"/>
                  </a:lnTo>
                  <a:lnTo>
                    <a:pt x="2071342" y="2326262"/>
                  </a:lnTo>
                  <a:lnTo>
                    <a:pt x="2065636" y="2326262"/>
                  </a:lnTo>
                  <a:lnTo>
                    <a:pt x="2059930" y="2326262"/>
                  </a:lnTo>
                  <a:lnTo>
                    <a:pt x="2054224" y="2326262"/>
                  </a:lnTo>
                  <a:lnTo>
                    <a:pt x="2048517" y="2326262"/>
                  </a:lnTo>
                  <a:lnTo>
                    <a:pt x="2042811" y="2326262"/>
                  </a:lnTo>
                  <a:lnTo>
                    <a:pt x="2037105" y="2326262"/>
                  </a:lnTo>
                  <a:lnTo>
                    <a:pt x="2031399" y="2326262"/>
                  </a:lnTo>
                  <a:lnTo>
                    <a:pt x="2025693" y="2326262"/>
                  </a:lnTo>
                  <a:lnTo>
                    <a:pt x="2019987" y="2326262"/>
                  </a:lnTo>
                  <a:lnTo>
                    <a:pt x="2014280" y="2326262"/>
                  </a:lnTo>
                  <a:lnTo>
                    <a:pt x="2008574" y="2326262"/>
                  </a:lnTo>
                  <a:lnTo>
                    <a:pt x="2002868" y="2326262"/>
                  </a:lnTo>
                  <a:lnTo>
                    <a:pt x="1997162" y="2326262"/>
                  </a:lnTo>
                  <a:lnTo>
                    <a:pt x="1991456" y="2326262"/>
                  </a:lnTo>
                  <a:lnTo>
                    <a:pt x="1985749" y="2326262"/>
                  </a:lnTo>
                  <a:lnTo>
                    <a:pt x="1980043" y="2326262"/>
                  </a:lnTo>
                  <a:lnTo>
                    <a:pt x="1974337" y="2326262"/>
                  </a:lnTo>
                  <a:lnTo>
                    <a:pt x="1968631" y="2326262"/>
                  </a:lnTo>
                  <a:lnTo>
                    <a:pt x="1962925" y="2326262"/>
                  </a:lnTo>
                  <a:lnTo>
                    <a:pt x="1957219" y="2326262"/>
                  </a:lnTo>
                  <a:lnTo>
                    <a:pt x="1951512" y="2326262"/>
                  </a:lnTo>
                  <a:lnTo>
                    <a:pt x="1945806" y="2326262"/>
                  </a:lnTo>
                  <a:lnTo>
                    <a:pt x="1940100" y="2326262"/>
                  </a:lnTo>
                  <a:lnTo>
                    <a:pt x="1934394" y="2326262"/>
                  </a:lnTo>
                  <a:lnTo>
                    <a:pt x="1928688" y="2326262"/>
                  </a:lnTo>
                  <a:lnTo>
                    <a:pt x="1922982" y="2326262"/>
                  </a:lnTo>
                  <a:lnTo>
                    <a:pt x="1917275" y="2326262"/>
                  </a:lnTo>
                  <a:lnTo>
                    <a:pt x="1911569" y="2326262"/>
                  </a:lnTo>
                  <a:lnTo>
                    <a:pt x="1905863" y="2326262"/>
                  </a:lnTo>
                  <a:lnTo>
                    <a:pt x="1900157" y="2326262"/>
                  </a:lnTo>
                  <a:lnTo>
                    <a:pt x="1894451" y="2326262"/>
                  </a:lnTo>
                  <a:lnTo>
                    <a:pt x="1888744" y="2326262"/>
                  </a:lnTo>
                  <a:lnTo>
                    <a:pt x="1883038" y="2326262"/>
                  </a:lnTo>
                  <a:lnTo>
                    <a:pt x="1877332" y="2326262"/>
                  </a:lnTo>
                  <a:lnTo>
                    <a:pt x="1871626" y="2326262"/>
                  </a:lnTo>
                  <a:lnTo>
                    <a:pt x="1865920" y="2326262"/>
                  </a:lnTo>
                  <a:lnTo>
                    <a:pt x="1860214" y="2326262"/>
                  </a:lnTo>
                  <a:lnTo>
                    <a:pt x="1854507" y="2326262"/>
                  </a:lnTo>
                  <a:lnTo>
                    <a:pt x="1848801" y="2326262"/>
                  </a:lnTo>
                  <a:lnTo>
                    <a:pt x="1843095" y="2326262"/>
                  </a:lnTo>
                  <a:lnTo>
                    <a:pt x="1837389" y="2326262"/>
                  </a:lnTo>
                  <a:lnTo>
                    <a:pt x="1831683" y="2326262"/>
                  </a:lnTo>
                  <a:lnTo>
                    <a:pt x="1825976" y="2326262"/>
                  </a:lnTo>
                  <a:lnTo>
                    <a:pt x="1820270" y="2326262"/>
                  </a:lnTo>
                  <a:lnTo>
                    <a:pt x="1814564" y="2326262"/>
                  </a:lnTo>
                  <a:lnTo>
                    <a:pt x="1808858" y="2326262"/>
                  </a:lnTo>
                  <a:lnTo>
                    <a:pt x="1803152" y="2326262"/>
                  </a:lnTo>
                  <a:lnTo>
                    <a:pt x="1797446" y="2326262"/>
                  </a:lnTo>
                  <a:lnTo>
                    <a:pt x="1791739" y="2326262"/>
                  </a:lnTo>
                  <a:lnTo>
                    <a:pt x="1786033" y="2326262"/>
                  </a:lnTo>
                  <a:lnTo>
                    <a:pt x="1780327" y="2326262"/>
                  </a:lnTo>
                  <a:lnTo>
                    <a:pt x="1774621" y="2326262"/>
                  </a:lnTo>
                  <a:lnTo>
                    <a:pt x="1768915" y="2326262"/>
                  </a:lnTo>
                  <a:lnTo>
                    <a:pt x="1763209" y="2326262"/>
                  </a:lnTo>
                  <a:lnTo>
                    <a:pt x="1757502" y="2326262"/>
                  </a:lnTo>
                  <a:lnTo>
                    <a:pt x="1751796" y="2326262"/>
                  </a:lnTo>
                  <a:lnTo>
                    <a:pt x="1746090" y="2326262"/>
                  </a:lnTo>
                  <a:lnTo>
                    <a:pt x="1740384" y="2326262"/>
                  </a:lnTo>
                  <a:lnTo>
                    <a:pt x="1734678" y="2326262"/>
                  </a:lnTo>
                  <a:lnTo>
                    <a:pt x="1728971" y="2326262"/>
                  </a:lnTo>
                  <a:lnTo>
                    <a:pt x="1723265" y="2326262"/>
                  </a:lnTo>
                  <a:lnTo>
                    <a:pt x="1717559" y="2326262"/>
                  </a:lnTo>
                  <a:lnTo>
                    <a:pt x="1711853" y="2326262"/>
                  </a:lnTo>
                  <a:lnTo>
                    <a:pt x="1706147" y="2326262"/>
                  </a:lnTo>
                  <a:lnTo>
                    <a:pt x="1700441" y="2326262"/>
                  </a:lnTo>
                  <a:lnTo>
                    <a:pt x="1694734" y="2326262"/>
                  </a:lnTo>
                  <a:lnTo>
                    <a:pt x="1689028" y="2326262"/>
                  </a:lnTo>
                  <a:lnTo>
                    <a:pt x="1683322" y="2326262"/>
                  </a:lnTo>
                  <a:lnTo>
                    <a:pt x="1677616" y="2326262"/>
                  </a:lnTo>
                  <a:lnTo>
                    <a:pt x="1671910" y="2326262"/>
                  </a:lnTo>
                  <a:lnTo>
                    <a:pt x="1666204" y="2326262"/>
                  </a:lnTo>
                  <a:lnTo>
                    <a:pt x="1660497" y="2326262"/>
                  </a:lnTo>
                  <a:lnTo>
                    <a:pt x="1654791" y="2326262"/>
                  </a:lnTo>
                  <a:lnTo>
                    <a:pt x="1649085" y="2326262"/>
                  </a:lnTo>
                  <a:lnTo>
                    <a:pt x="1643379" y="2326262"/>
                  </a:lnTo>
                  <a:lnTo>
                    <a:pt x="1637673" y="2326262"/>
                  </a:lnTo>
                  <a:lnTo>
                    <a:pt x="1631966" y="2326262"/>
                  </a:lnTo>
                  <a:lnTo>
                    <a:pt x="1626260" y="2326262"/>
                  </a:lnTo>
                  <a:lnTo>
                    <a:pt x="1620554" y="2326262"/>
                  </a:lnTo>
                  <a:lnTo>
                    <a:pt x="1614848" y="2326262"/>
                  </a:lnTo>
                  <a:lnTo>
                    <a:pt x="1609142" y="2326262"/>
                  </a:lnTo>
                  <a:lnTo>
                    <a:pt x="1603436" y="2326262"/>
                  </a:lnTo>
                  <a:lnTo>
                    <a:pt x="1597729" y="2326262"/>
                  </a:lnTo>
                  <a:lnTo>
                    <a:pt x="1592023" y="2326262"/>
                  </a:lnTo>
                  <a:lnTo>
                    <a:pt x="1586317" y="2326262"/>
                  </a:lnTo>
                  <a:lnTo>
                    <a:pt x="1580611" y="2326262"/>
                  </a:lnTo>
                  <a:lnTo>
                    <a:pt x="1574905" y="2326262"/>
                  </a:lnTo>
                  <a:lnTo>
                    <a:pt x="1569198" y="2326262"/>
                  </a:lnTo>
                  <a:lnTo>
                    <a:pt x="1563492" y="2326262"/>
                  </a:lnTo>
                  <a:lnTo>
                    <a:pt x="1557786" y="2326262"/>
                  </a:lnTo>
                  <a:lnTo>
                    <a:pt x="1552080" y="2326262"/>
                  </a:lnTo>
                  <a:lnTo>
                    <a:pt x="1546374" y="2326262"/>
                  </a:lnTo>
                  <a:lnTo>
                    <a:pt x="1540668" y="2326262"/>
                  </a:lnTo>
                  <a:lnTo>
                    <a:pt x="1534961" y="2326262"/>
                  </a:lnTo>
                  <a:lnTo>
                    <a:pt x="1529255" y="2326262"/>
                  </a:lnTo>
                  <a:lnTo>
                    <a:pt x="1523549" y="2326262"/>
                  </a:lnTo>
                  <a:lnTo>
                    <a:pt x="1517843" y="2326262"/>
                  </a:lnTo>
                  <a:lnTo>
                    <a:pt x="1512137" y="2326262"/>
                  </a:lnTo>
                  <a:lnTo>
                    <a:pt x="1506431" y="2326262"/>
                  </a:lnTo>
                  <a:lnTo>
                    <a:pt x="1500724" y="2326262"/>
                  </a:lnTo>
                  <a:lnTo>
                    <a:pt x="1495018" y="2326262"/>
                  </a:lnTo>
                  <a:lnTo>
                    <a:pt x="1489312" y="2326262"/>
                  </a:lnTo>
                  <a:lnTo>
                    <a:pt x="1483606" y="2326262"/>
                  </a:lnTo>
                  <a:lnTo>
                    <a:pt x="1477900" y="2326262"/>
                  </a:lnTo>
                  <a:lnTo>
                    <a:pt x="1472193" y="2326262"/>
                  </a:lnTo>
                  <a:lnTo>
                    <a:pt x="1466487" y="2326262"/>
                  </a:lnTo>
                  <a:lnTo>
                    <a:pt x="1460781" y="2326262"/>
                  </a:lnTo>
                  <a:lnTo>
                    <a:pt x="1455075" y="2326262"/>
                  </a:lnTo>
                  <a:lnTo>
                    <a:pt x="1449369" y="2326262"/>
                  </a:lnTo>
                  <a:lnTo>
                    <a:pt x="1443663" y="2326262"/>
                  </a:lnTo>
                  <a:lnTo>
                    <a:pt x="1437956" y="2326262"/>
                  </a:lnTo>
                  <a:lnTo>
                    <a:pt x="1432250" y="2326262"/>
                  </a:lnTo>
                  <a:lnTo>
                    <a:pt x="1426544" y="2326262"/>
                  </a:lnTo>
                  <a:lnTo>
                    <a:pt x="1420838" y="2326262"/>
                  </a:lnTo>
                  <a:lnTo>
                    <a:pt x="1415132" y="2326262"/>
                  </a:lnTo>
                  <a:lnTo>
                    <a:pt x="1409425" y="2326262"/>
                  </a:lnTo>
                  <a:lnTo>
                    <a:pt x="1403719" y="2326262"/>
                  </a:lnTo>
                  <a:lnTo>
                    <a:pt x="1398013" y="2326262"/>
                  </a:lnTo>
                  <a:lnTo>
                    <a:pt x="1392307" y="2326262"/>
                  </a:lnTo>
                  <a:lnTo>
                    <a:pt x="1386601" y="2326262"/>
                  </a:lnTo>
                  <a:lnTo>
                    <a:pt x="1380895" y="2326262"/>
                  </a:lnTo>
                  <a:lnTo>
                    <a:pt x="1375188" y="2326262"/>
                  </a:lnTo>
                  <a:lnTo>
                    <a:pt x="1369482" y="2326262"/>
                  </a:lnTo>
                  <a:lnTo>
                    <a:pt x="1363776" y="2326262"/>
                  </a:lnTo>
                  <a:lnTo>
                    <a:pt x="1358070" y="2326262"/>
                  </a:lnTo>
                  <a:lnTo>
                    <a:pt x="1352364" y="2326262"/>
                  </a:lnTo>
                  <a:lnTo>
                    <a:pt x="1346658" y="2326262"/>
                  </a:lnTo>
                  <a:lnTo>
                    <a:pt x="1340951" y="2326262"/>
                  </a:lnTo>
                  <a:lnTo>
                    <a:pt x="1335245" y="2326262"/>
                  </a:lnTo>
                  <a:lnTo>
                    <a:pt x="1329539" y="2326262"/>
                  </a:lnTo>
                  <a:lnTo>
                    <a:pt x="1323833" y="2326262"/>
                  </a:lnTo>
                  <a:lnTo>
                    <a:pt x="1318127" y="2326262"/>
                  </a:lnTo>
                  <a:lnTo>
                    <a:pt x="1312420" y="2326262"/>
                  </a:lnTo>
                  <a:lnTo>
                    <a:pt x="1306714" y="2326262"/>
                  </a:lnTo>
                  <a:lnTo>
                    <a:pt x="1301008" y="2326262"/>
                  </a:lnTo>
                  <a:lnTo>
                    <a:pt x="1295302" y="2326262"/>
                  </a:lnTo>
                  <a:lnTo>
                    <a:pt x="1289596" y="2326262"/>
                  </a:lnTo>
                  <a:lnTo>
                    <a:pt x="1283890" y="2326262"/>
                  </a:lnTo>
                  <a:lnTo>
                    <a:pt x="1278183" y="2326262"/>
                  </a:lnTo>
                  <a:lnTo>
                    <a:pt x="1272477" y="2326262"/>
                  </a:lnTo>
                  <a:lnTo>
                    <a:pt x="1266771" y="2326262"/>
                  </a:lnTo>
                  <a:lnTo>
                    <a:pt x="1261065" y="2326262"/>
                  </a:lnTo>
                  <a:lnTo>
                    <a:pt x="1255359" y="2326262"/>
                  </a:lnTo>
                  <a:lnTo>
                    <a:pt x="1249653" y="2326262"/>
                  </a:lnTo>
                  <a:lnTo>
                    <a:pt x="1243946" y="2326262"/>
                  </a:lnTo>
                  <a:lnTo>
                    <a:pt x="1238240" y="2326262"/>
                  </a:lnTo>
                  <a:lnTo>
                    <a:pt x="1232534" y="2326262"/>
                  </a:lnTo>
                  <a:lnTo>
                    <a:pt x="1226828" y="2326262"/>
                  </a:lnTo>
                  <a:lnTo>
                    <a:pt x="1221122" y="2326262"/>
                  </a:lnTo>
                  <a:lnTo>
                    <a:pt x="1215415" y="2326262"/>
                  </a:lnTo>
                  <a:lnTo>
                    <a:pt x="1209709" y="2326262"/>
                  </a:lnTo>
                  <a:lnTo>
                    <a:pt x="1204003" y="2326262"/>
                  </a:lnTo>
                  <a:lnTo>
                    <a:pt x="1198297" y="2326262"/>
                  </a:lnTo>
                  <a:lnTo>
                    <a:pt x="1192591" y="2326262"/>
                  </a:lnTo>
                  <a:lnTo>
                    <a:pt x="1186885" y="2326262"/>
                  </a:lnTo>
                  <a:lnTo>
                    <a:pt x="1181178" y="2326262"/>
                  </a:lnTo>
                  <a:lnTo>
                    <a:pt x="1175472" y="2326262"/>
                  </a:lnTo>
                  <a:lnTo>
                    <a:pt x="1169766" y="2326262"/>
                  </a:lnTo>
                  <a:lnTo>
                    <a:pt x="1164060" y="2326262"/>
                  </a:lnTo>
                  <a:lnTo>
                    <a:pt x="1158354" y="2326262"/>
                  </a:lnTo>
                  <a:lnTo>
                    <a:pt x="1152647" y="2326262"/>
                  </a:lnTo>
                  <a:lnTo>
                    <a:pt x="1146941" y="2326262"/>
                  </a:lnTo>
                  <a:lnTo>
                    <a:pt x="1141235" y="2326262"/>
                  </a:lnTo>
                  <a:lnTo>
                    <a:pt x="1135529" y="2326262"/>
                  </a:lnTo>
                  <a:lnTo>
                    <a:pt x="1129823" y="2326262"/>
                  </a:lnTo>
                  <a:lnTo>
                    <a:pt x="1124117" y="2326262"/>
                  </a:lnTo>
                  <a:lnTo>
                    <a:pt x="1118410" y="2326262"/>
                  </a:lnTo>
                  <a:lnTo>
                    <a:pt x="1112704" y="2326262"/>
                  </a:lnTo>
                  <a:lnTo>
                    <a:pt x="1106998" y="2326262"/>
                  </a:lnTo>
                  <a:lnTo>
                    <a:pt x="1101292" y="2326262"/>
                  </a:lnTo>
                  <a:lnTo>
                    <a:pt x="1095586" y="2326262"/>
                  </a:lnTo>
                  <a:lnTo>
                    <a:pt x="1089880" y="2326262"/>
                  </a:lnTo>
                  <a:lnTo>
                    <a:pt x="1084173" y="2326262"/>
                  </a:lnTo>
                  <a:lnTo>
                    <a:pt x="1078467" y="2326262"/>
                  </a:lnTo>
                  <a:lnTo>
                    <a:pt x="1072761" y="2326262"/>
                  </a:lnTo>
                  <a:lnTo>
                    <a:pt x="1067055" y="2326262"/>
                  </a:lnTo>
                  <a:lnTo>
                    <a:pt x="1061349" y="2326262"/>
                  </a:lnTo>
                  <a:lnTo>
                    <a:pt x="1055642" y="2326262"/>
                  </a:lnTo>
                  <a:lnTo>
                    <a:pt x="1049936" y="2326262"/>
                  </a:lnTo>
                  <a:lnTo>
                    <a:pt x="1044230" y="2326262"/>
                  </a:lnTo>
                  <a:lnTo>
                    <a:pt x="1038524" y="2326262"/>
                  </a:lnTo>
                  <a:lnTo>
                    <a:pt x="1032818" y="2326262"/>
                  </a:lnTo>
                  <a:lnTo>
                    <a:pt x="1027112" y="2326262"/>
                  </a:lnTo>
                  <a:lnTo>
                    <a:pt x="1021405" y="2326262"/>
                  </a:lnTo>
                  <a:lnTo>
                    <a:pt x="1015699" y="2326262"/>
                  </a:lnTo>
                  <a:lnTo>
                    <a:pt x="1009993" y="2326262"/>
                  </a:lnTo>
                  <a:lnTo>
                    <a:pt x="1004287" y="2326262"/>
                  </a:lnTo>
                  <a:lnTo>
                    <a:pt x="998581" y="2326262"/>
                  </a:lnTo>
                  <a:lnTo>
                    <a:pt x="992874" y="2326262"/>
                  </a:lnTo>
                  <a:lnTo>
                    <a:pt x="987168" y="2326262"/>
                  </a:lnTo>
                  <a:lnTo>
                    <a:pt x="981462" y="2326262"/>
                  </a:lnTo>
                  <a:lnTo>
                    <a:pt x="975756" y="2326262"/>
                  </a:lnTo>
                  <a:lnTo>
                    <a:pt x="970050" y="2326262"/>
                  </a:lnTo>
                  <a:lnTo>
                    <a:pt x="964344" y="2326262"/>
                  </a:lnTo>
                  <a:lnTo>
                    <a:pt x="958637" y="2326262"/>
                  </a:lnTo>
                  <a:lnTo>
                    <a:pt x="952931" y="2326262"/>
                  </a:lnTo>
                  <a:lnTo>
                    <a:pt x="947225" y="2326262"/>
                  </a:lnTo>
                  <a:lnTo>
                    <a:pt x="941519" y="2326262"/>
                  </a:lnTo>
                  <a:lnTo>
                    <a:pt x="935813" y="2326262"/>
                  </a:lnTo>
                  <a:lnTo>
                    <a:pt x="930107" y="2326262"/>
                  </a:lnTo>
                  <a:lnTo>
                    <a:pt x="924400" y="2326262"/>
                  </a:lnTo>
                  <a:lnTo>
                    <a:pt x="918694" y="2326262"/>
                  </a:lnTo>
                  <a:lnTo>
                    <a:pt x="912988" y="2326262"/>
                  </a:lnTo>
                  <a:lnTo>
                    <a:pt x="907282" y="2326262"/>
                  </a:lnTo>
                  <a:lnTo>
                    <a:pt x="901576" y="2326262"/>
                  </a:lnTo>
                  <a:lnTo>
                    <a:pt x="895869" y="2326262"/>
                  </a:lnTo>
                  <a:lnTo>
                    <a:pt x="890163" y="2326262"/>
                  </a:lnTo>
                  <a:lnTo>
                    <a:pt x="884457" y="2326262"/>
                  </a:lnTo>
                  <a:lnTo>
                    <a:pt x="878751" y="2326262"/>
                  </a:lnTo>
                  <a:lnTo>
                    <a:pt x="873045" y="2326262"/>
                  </a:lnTo>
                  <a:lnTo>
                    <a:pt x="867339" y="2326262"/>
                  </a:lnTo>
                  <a:lnTo>
                    <a:pt x="861632" y="2326262"/>
                  </a:lnTo>
                  <a:lnTo>
                    <a:pt x="855926" y="2326262"/>
                  </a:lnTo>
                  <a:lnTo>
                    <a:pt x="850220" y="2326262"/>
                  </a:lnTo>
                  <a:lnTo>
                    <a:pt x="844514" y="2326262"/>
                  </a:lnTo>
                  <a:lnTo>
                    <a:pt x="838808" y="2326262"/>
                  </a:lnTo>
                  <a:lnTo>
                    <a:pt x="833102" y="2326262"/>
                  </a:lnTo>
                  <a:lnTo>
                    <a:pt x="827395" y="2326262"/>
                  </a:lnTo>
                  <a:lnTo>
                    <a:pt x="821689" y="2326262"/>
                  </a:lnTo>
                  <a:lnTo>
                    <a:pt x="815983" y="2326262"/>
                  </a:lnTo>
                  <a:lnTo>
                    <a:pt x="810277" y="2326262"/>
                  </a:lnTo>
                  <a:lnTo>
                    <a:pt x="804571" y="2326262"/>
                  </a:lnTo>
                  <a:lnTo>
                    <a:pt x="798864" y="2326262"/>
                  </a:lnTo>
                  <a:lnTo>
                    <a:pt x="793158" y="2326262"/>
                  </a:lnTo>
                  <a:lnTo>
                    <a:pt x="787452" y="2326262"/>
                  </a:lnTo>
                  <a:lnTo>
                    <a:pt x="781746" y="2326262"/>
                  </a:lnTo>
                  <a:lnTo>
                    <a:pt x="776040" y="2326262"/>
                  </a:lnTo>
                  <a:lnTo>
                    <a:pt x="770334" y="2326262"/>
                  </a:lnTo>
                  <a:lnTo>
                    <a:pt x="764627" y="2326262"/>
                  </a:lnTo>
                  <a:lnTo>
                    <a:pt x="758921" y="2326262"/>
                  </a:lnTo>
                  <a:lnTo>
                    <a:pt x="753215" y="2326262"/>
                  </a:lnTo>
                  <a:lnTo>
                    <a:pt x="747509" y="2326262"/>
                  </a:lnTo>
                  <a:lnTo>
                    <a:pt x="741803" y="2326262"/>
                  </a:lnTo>
                  <a:lnTo>
                    <a:pt x="736096" y="2326262"/>
                  </a:lnTo>
                  <a:lnTo>
                    <a:pt x="730390" y="2326262"/>
                  </a:lnTo>
                  <a:lnTo>
                    <a:pt x="724684" y="2326262"/>
                  </a:lnTo>
                  <a:lnTo>
                    <a:pt x="718978" y="2326262"/>
                  </a:lnTo>
                  <a:lnTo>
                    <a:pt x="713272" y="2326262"/>
                  </a:lnTo>
                  <a:lnTo>
                    <a:pt x="707566" y="2326262"/>
                  </a:lnTo>
                  <a:lnTo>
                    <a:pt x="701859" y="2326262"/>
                  </a:lnTo>
                  <a:lnTo>
                    <a:pt x="696153" y="2326262"/>
                  </a:lnTo>
                  <a:lnTo>
                    <a:pt x="690447" y="2326262"/>
                  </a:lnTo>
                  <a:lnTo>
                    <a:pt x="684741" y="2326262"/>
                  </a:lnTo>
                  <a:lnTo>
                    <a:pt x="679035" y="2326262"/>
                  </a:lnTo>
                  <a:lnTo>
                    <a:pt x="673329" y="2326262"/>
                  </a:lnTo>
                  <a:lnTo>
                    <a:pt x="667622" y="2326262"/>
                  </a:lnTo>
                  <a:lnTo>
                    <a:pt x="661916" y="2326262"/>
                  </a:lnTo>
                  <a:lnTo>
                    <a:pt x="656210" y="2326262"/>
                  </a:lnTo>
                  <a:lnTo>
                    <a:pt x="650504" y="2326262"/>
                  </a:lnTo>
                  <a:lnTo>
                    <a:pt x="644798" y="2326262"/>
                  </a:lnTo>
                  <a:lnTo>
                    <a:pt x="639091" y="2326262"/>
                  </a:lnTo>
                  <a:lnTo>
                    <a:pt x="633385" y="2326262"/>
                  </a:lnTo>
                  <a:lnTo>
                    <a:pt x="627679" y="2326262"/>
                  </a:lnTo>
                  <a:lnTo>
                    <a:pt x="621973" y="2326262"/>
                  </a:lnTo>
                  <a:lnTo>
                    <a:pt x="616267" y="2326262"/>
                  </a:lnTo>
                  <a:lnTo>
                    <a:pt x="610561" y="2326262"/>
                  </a:lnTo>
                  <a:lnTo>
                    <a:pt x="604854" y="2326262"/>
                  </a:lnTo>
                  <a:lnTo>
                    <a:pt x="599148" y="2326262"/>
                  </a:lnTo>
                  <a:lnTo>
                    <a:pt x="593442" y="2326262"/>
                  </a:lnTo>
                  <a:lnTo>
                    <a:pt x="587736" y="2326262"/>
                  </a:lnTo>
                  <a:lnTo>
                    <a:pt x="582030" y="2326262"/>
                  </a:lnTo>
                  <a:lnTo>
                    <a:pt x="576323" y="2326262"/>
                  </a:lnTo>
                  <a:lnTo>
                    <a:pt x="570617" y="2326262"/>
                  </a:lnTo>
                  <a:lnTo>
                    <a:pt x="564911" y="2326262"/>
                  </a:lnTo>
                  <a:lnTo>
                    <a:pt x="559205" y="2326262"/>
                  </a:lnTo>
                  <a:lnTo>
                    <a:pt x="553499" y="2326262"/>
                  </a:lnTo>
                  <a:lnTo>
                    <a:pt x="547793" y="2326262"/>
                  </a:lnTo>
                  <a:lnTo>
                    <a:pt x="542086" y="2326262"/>
                  </a:lnTo>
                  <a:lnTo>
                    <a:pt x="536380" y="2326262"/>
                  </a:lnTo>
                  <a:lnTo>
                    <a:pt x="530674" y="2326262"/>
                  </a:lnTo>
                  <a:lnTo>
                    <a:pt x="524968" y="2326262"/>
                  </a:lnTo>
                  <a:lnTo>
                    <a:pt x="519262" y="2326262"/>
                  </a:lnTo>
                  <a:lnTo>
                    <a:pt x="513556" y="2326262"/>
                  </a:lnTo>
                  <a:lnTo>
                    <a:pt x="507849" y="2326262"/>
                  </a:lnTo>
                  <a:lnTo>
                    <a:pt x="502143" y="2326262"/>
                  </a:lnTo>
                  <a:lnTo>
                    <a:pt x="496437" y="2326262"/>
                  </a:lnTo>
                  <a:lnTo>
                    <a:pt x="490731" y="2326262"/>
                  </a:lnTo>
                  <a:lnTo>
                    <a:pt x="485025" y="2326262"/>
                  </a:lnTo>
                  <a:lnTo>
                    <a:pt x="479318" y="2326262"/>
                  </a:lnTo>
                  <a:lnTo>
                    <a:pt x="473612" y="2326262"/>
                  </a:lnTo>
                  <a:lnTo>
                    <a:pt x="467906" y="2326262"/>
                  </a:lnTo>
                  <a:lnTo>
                    <a:pt x="462200" y="2326262"/>
                  </a:lnTo>
                  <a:lnTo>
                    <a:pt x="456494" y="2326262"/>
                  </a:lnTo>
                  <a:lnTo>
                    <a:pt x="450788" y="2326262"/>
                  </a:lnTo>
                  <a:lnTo>
                    <a:pt x="445081" y="2326262"/>
                  </a:lnTo>
                  <a:lnTo>
                    <a:pt x="439375" y="2326262"/>
                  </a:lnTo>
                  <a:lnTo>
                    <a:pt x="433669" y="2326262"/>
                  </a:lnTo>
                  <a:lnTo>
                    <a:pt x="427963" y="2326262"/>
                  </a:lnTo>
                  <a:lnTo>
                    <a:pt x="422257" y="2326262"/>
                  </a:lnTo>
                  <a:lnTo>
                    <a:pt x="416551" y="2326262"/>
                  </a:lnTo>
                  <a:lnTo>
                    <a:pt x="410844" y="2326262"/>
                  </a:lnTo>
                  <a:lnTo>
                    <a:pt x="405138" y="2326262"/>
                  </a:lnTo>
                  <a:lnTo>
                    <a:pt x="399432" y="2326262"/>
                  </a:lnTo>
                  <a:lnTo>
                    <a:pt x="393726" y="2326262"/>
                  </a:lnTo>
                  <a:lnTo>
                    <a:pt x="388020" y="2326262"/>
                  </a:lnTo>
                  <a:lnTo>
                    <a:pt x="382313" y="2326262"/>
                  </a:lnTo>
                  <a:lnTo>
                    <a:pt x="376607" y="2326262"/>
                  </a:lnTo>
                  <a:lnTo>
                    <a:pt x="370901" y="2326262"/>
                  </a:lnTo>
                  <a:lnTo>
                    <a:pt x="365195" y="2326262"/>
                  </a:lnTo>
                  <a:lnTo>
                    <a:pt x="359489" y="2326262"/>
                  </a:lnTo>
                  <a:lnTo>
                    <a:pt x="353783" y="2326262"/>
                  </a:lnTo>
                  <a:lnTo>
                    <a:pt x="348076" y="2326262"/>
                  </a:lnTo>
                  <a:lnTo>
                    <a:pt x="342370" y="2326262"/>
                  </a:lnTo>
                  <a:lnTo>
                    <a:pt x="336664" y="2326262"/>
                  </a:lnTo>
                  <a:lnTo>
                    <a:pt x="330958" y="2326262"/>
                  </a:lnTo>
                  <a:lnTo>
                    <a:pt x="325252" y="2326262"/>
                  </a:lnTo>
                  <a:lnTo>
                    <a:pt x="319545" y="2326262"/>
                  </a:lnTo>
                  <a:lnTo>
                    <a:pt x="313839" y="2326262"/>
                  </a:lnTo>
                  <a:lnTo>
                    <a:pt x="308133" y="2326262"/>
                  </a:lnTo>
                  <a:lnTo>
                    <a:pt x="302427" y="2326262"/>
                  </a:lnTo>
                  <a:lnTo>
                    <a:pt x="296721" y="2326262"/>
                  </a:lnTo>
                  <a:lnTo>
                    <a:pt x="291015" y="2326262"/>
                  </a:lnTo>
                  <a:lnTo>
                    <a:pt x="285308" y="2326262"/>
                  </a:lnTo>
                  <a:lnTo>
                    <a:pt x="279602" y="2326262"/>
                  </a:lnTo>
                  <a:lnTo>
                    <a:pt x="273896" y="2326262"/>
                  </a:lnTo>
                  <a:lnTo>
                    <a:pt x="268190" y="2326262"/>
                  </a:lnTo>
                  <a:lnTo>
                    <a:pt x="262484" y="2326262"/>
                  </a:lnTo>
                  <a:lnTo>
                    <a:pt x="256778" y="2326262"/>
                  </a:lnTo>
                  <a:lnTo>
                    <a:pt x="251071" y="2326262"/>
                  </a:lnTo>
                  <a:lnTo>
                    <a:pt x="245365" y="2326262"/>
                  </a:lnTo>
                  <a:lnTo>
                    <a:pt x="239659" y="2326262"/>
                  </a:lnTo>
                  <a:lnTo>
                    <a:pt x="233953" y="2326262"/>
                  </a:lnTo>
                  <a:lnTo>
                    <a:pt x="228247" y="2326262"/>
                  </a:lnTo>
                  <a:lnTo>
                    <a:pt x="222540" y="2326262"/>
                  </a:lnTo>
                  <a:lnTo>
                    <a:pt x="216834" y="2326262"/>
                  </a:lnTo>
                  <a:lnTo>
                    <a:pt x="211128" y="2326262"/>
                  </a:lnTo>
                  <a:lnTo>
                    <a:pt x="205422" y="2326262"/>
                  </a:lnTo>
                  <a:lnTo>
                    <a:pt x="199716" y="2326262"/>
                  </a:lnTo>
                  <a:lnTo>
                    <a:pt x="194010" y="2326262"/>
                  </a:lnTo>
                  <a:lnTo>
                    <a:pt x="188303" y="2326262"/>
                  </a:lnTo>
                  <a:lnTo>
                    <a:pt x="182597" y="2326262"/>
                  </a:lnTo>
                  <a:lnTo>
                    <a:pt x="176891" y="2326262"/>
                  </a:lnTo>
                  <a:lnTo>
                    <a:pt x="171185" y="2326262"/>
                  </a:lnTo>
                  <a:lnTo>
                    <a:pt x="165479" y="2326262"/>
                  </a:lnTo>
                  <a:lnTo>
                    <a:pt x="159772" y="2326262"/>
                  </a:lnTo>
                  <a:lnTo>
                    <a:pt x="154066" y="2326262"/>
                  </a:lnTo>
                  <a:lnTo>
                    <a:pt x="148360" y="2326262"/>
                  </a:lnTo>
                  <a:lnTo>
                    <a:pt x="142654" y="2326262"/>
                  </a:lnTo>
                  <a:lnTo>
                    <a:pt x="136948" y="2326262"/>
                  </a:lnTo>
                  <a:lnTo>
                    <a:pt x="131242" y="2326262"/>
                  </a:lnTo>
                  <a:lnTo>
                    <a:pt x="125535" y="2326262"/>
                  </a:lnTo>
                  <a:lnTo>
                    <a:pt x="119829" y="2326262"/>
                  </a:lnTo>
                  <a:lnTo>
                    <a:pt x="114123" y="2326262"/>
                  </a:lnTo>
                  <a:lnTo>
                    <a:pt x="108417" y="2326262"/>
                  </a:lnTo>
                  <a:lnTo>
                    <a:pt x="102711" y="2326262"/>
                  </a:lnTo>
                  <a:lnTo>
                    <a:pt x="97005" y="2326262"/>
                  </a:lnTo>
                  <a:lnTo>
                    <a:pt x="91298" y="2326262"/>
                  </a:lnTo>
                  <a:lnTo>
                    <a:pt x="85592" y="2326262"/>
                  </a:lnTo>
                  <a:lnTo>
                    <a:pt x="79886" y="2326262"/>
                  </a:lnTo>
                  <a:lnTo>
                    <a:pt x="74180" y="2326262"/>
                  </a:lnTo>
                  <a:lnTo>
                    <a:pt x="68474" y="2326262"/>
                  </a:lnTo>
                  <a:lnTo>
                    <a:pt x="62767" y="2326262"/>
                  </a:lnTo>
                  <a:lnTo>
                    <a:pt x="57061" y="2326262"/>
                  </a:lnTo>
                  <a:lnTo>
                    <a:pt x="51355" y="2326262"/>
                  </a:lnTo>
                  <a:lnTo>
                    <a:pt x="45649" y="2326262"/>
                  </a:lnTo>
                  <a:lnTo>
                    <a:pt x="39943" y="2326262"/>
                  </a:lnTo>
                  <a:lnTo>
                    <a:pt x="34237" y="2326262"/>
                  </a:lnTo>
                  <a:lnTo>
                    <a:pt x="28530" y="2326262"/>
                  </a:lnTo>
                  <a:lnTo>
                    <a:pt x="22824" y="2326262"/>
                  </a:lnTo>
                  <a:lnTo>
                    <a:pt x="17118" y="2326262"/>
                  </a:lnTo>
                  <a:lnTo>
                    <a:pt x="11412" y="2326262"/>
                  </a:lnTo>
                  <a:lnTo>
                    <a:pt x="5706" y="2326262"/>
                  </a:lnTo>
                  <a:lnTo>
                    <a:pt x="0" y="232626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44934" y="4053187"/>
              <a:ext cx="8553560" cy="2326262"/>
            </a:xfrm>
            <a:custGeom>
              <a:avLst/>
              <a:pathLst>
                <a:path w="8553560" h="2326262">
                  <a:moveTo>
                    <a:pt x="0" y="731372"/>
                  </a:moveTo>
                  <a:lnTo>
                    <a:pt x="5706" y="539807"/>
                  </a:lnTo>
                  <a:lnTo>
                    <a:pt x="11412" y="558839"/>
                  </a:lnTo>
                  <a:lnTo>
                    <a:pt x="17118" y="604186"/>
                  </a:lnTo>
                  <a:lnTo>
                    <a:pt x="22824" y="647669"/>
                  </a:lnTo>
                  <a:lnTo>
                    <a:pt x="28530" y="728763"/>
                  </a:lnTo>
                  <a:lnTo>
                    <a:pt x="34237" y="735205"/>
                  </a:lnTo>
                  <a:lnTo>
                    <a:pt x="39943" y="791799"/>
                  </a:lnTo>
                  <a:lnTo>
                    <a:pt x="45649" y="866201"/>
                  </a:lnTo>
                  <a:lnTo>
                    <a:pt x="51355" y="765575"/>
                  </a:lnTo>
                  <a:lnTo>
                    <a:pt x="57061" y="748632"/>
                  </a:lnTo>
                  <a:lnTo>
                    <a:pt x="62767" y="745773"/>
                  </a:lnTo>
                  <a:lnTo>
                    <a:pt x="68474" y="748012"/>
                  </a:lnTo>
                  <a:lnTo>
                    <a:pt x="74180" y="614628"/>
                  </a:lnTo>
                  <a:lnTo>
                    <a:pt x="79886" y="633682"/>
                  </a:lnTo>
                  <a:lnTo>
                    <a:pt x="85592" y="651417"/>
                  </a:lnTo>
                  <a:lnTo>
                    <a:pt x="91298" y="666453"/>
                  </a:lnTo>
                  <a:lnTo>
                    <a:pt x="97005" y="709531"/>
                  </a:lnTo>
                  <a:lnTo>
                    <a:pt x="102711" y="651253"/>
                  </a:lnTo>
                  <a:lnTo>
                    <a:pt x="108417" y="597998"/>
                  </a:lnTo>
                  <a:lnTo>
                    <a:pt x="114123" y="660498"/>
                  </a:lnTo>
                  <a:lnTo>
                    <a:pt x="119829" y="642379"/>
                  </a:lnTo>
                  <a:lnTo>
                    <a:pt x="125535" y="836745"/>
                  </a:lnTo>
                  <a:lnTo>
                    <a:pt x="131242" y="845820"/>
                  </a:lnTo>
                  <a:lnTo>
                    <a:pt x="136948" y="826561"/>
                  </a:lnTo>
                  <a:lnTo>
                    <a:pt x="142654" y="906930"/>
                  </a:lnTo>
                  <a:lnTo>
                    <a:pt x="148360" y="916298"/>
                  </a:lnTo>
                  <a:lnTo>
                    <a:pt x="154066" y="858122"/>
                  </a:lnTo>
                  <a:lnTo>
                    <a:pt x="159772" y="930719"/>
                  </a:lnTo>
                  <a:lnTo>
                    <a:pt x="165479" y="921415"/>
                  </a:lnTo>
                  <a:lnTo>
                    <a:pt x="171185" y="905668"/>
                  </a:lnTo>
                  <a:lnTo>
                    <a:pt x="176891" y="934735"/>
                  </a:lnTo>
                  <a:lnTo>
                    <a:pt x="182597" y="938091"/>
                  </a:lnTo>
                  <a:lnTo>
                    <a:pt x="188303" y="939697"/>
                  </a:lnTo>
                  <a:lnTo>
                    <a:pt x="194010" y="1005815"/>
                  </a:lnTo>
                  <a:lnTo>
                    <a:pt x="199716" y="1106085"/>
                  </a:lnTo>
                  <a:lnTo>
                    <a:pt x="205422" y="1092862"/>
                  </a:lnTo>
                  <a:lnTo>
                    <a:pt x="211128" y="1063333"/>
                  </a:lnTo>
                  <a:lnTo>
                    <a:pt x="216834" y="1103468"/>
                  </a:lnTo>
                  <a:lnTo>
                    <a:pt x="222540" y="1008380"/>
                  </a:lnTo>
                  <a:lnTo>
                    <a:pt x="228247" y="1019056"/>
                  </a:lnTo>
                  <a:lnTo>
                    <a:pt x="233953" y="1022902"/>
                  </a:lnTo>
                  <a:lnTo>
                    <a:pt x="239659" y="1069874"/>
                  </a:lnTo>
                  <a:lnTo>
                    <a:pt x="245365" y="1092571"/>
                  </a:lnTo>
                  <a:lnTo>
                    <a:pt x="251071" y="1102737"/>
                  </a:lnTo>
                  <a:lnTo>
                    <a:pt x="256778" y="1177513"/>
                  </a:lnTo>
                  <a:lnTo>
                    <a:pt x="262484" y="1162504"/>
                  </a:lnTo>
                  <a:lnTo>
                    <a:pt x="268190" y="1133992"/>
                  </a:lnTo>
                  <a:lnTo>
                    <a:pt x="273896" y="1206625"/>
                  </a:lnTo>
                  <a:lnTo>
                    <a:pt x="279602" y="1214873"/>
                  </a:lnTo>
                  <a:lnTo>
                    <a:pt x="285308" y="1256060"/>
                  </a:lnTo>
                  <a:lnTo>
                    <a:pt x="291015" y="1262892"/>
                  </a:lnTo>
                  <a:lnTo>
                    <a:pt x="296721" y="1215619"/>
                  </a:lnTo>
                  <a:lnTo>
                    <a:pt x="302427" y="1297704"/>
                  </a:lnTo>
                  <a:lnTo>
                    <a:pt x="308133" y="1247379"/>
                  </a:lnTo>
                  <a:lnTo>
                    <a:pt x="313839" y="1293155"/>
                  </a:lnTo>
                  <a:lnTo>
                    <a:pt x="319545" y="1314863"/>
                  </a:lnTo>
                  <a:lnTo>
                    <a:pt x="325252" y="1448146"/>
                  </a:lnTo>
                  <a:lnTo>
                    <a:pt x="330958" y="1548088"/>
                  </a:lnTo>
                  <a:lnTo>
                    <a:pt x="336664" y="1451492"/>
                  </a:lnTo>
                  <a:lnTo>
                    <a:pt x="342370" y="1393949"/>
                  </a:lnTo>
                  <a:lnTo>
                    <a:pt x="348076" y="1428684"/>
                  </a:lnTo>
                  <a:lnTo>
                    <a:pt x="353783" y="1471729"/>
                  </a:lnTo>
                  <a:lnTo>
                    <a:pt x="359489" y="1473188"/>
                  </a:lnTo>
                  <a:lnTo>
                    <a:pt x="365195" y="1459720"/>
                  </a:lnTo>
                  <a:lnTo>
                    <a:pt x="370901" y="1371295"/>
                  </a:lnTo>
                  <a:lnTo>
                    <a:pt x="376607" y="1453508"/>
                  </a:lnTo>
                  <a:lnTo>
                    <a:pt x="382313" y="1456481"/>
                  </a:lnTo>
                  <a:lnTo>
                    <a:pt x="388020" y="1422990"/>
                  </a:lnTo>
                  <a:lnTo>
                    <a:pt x="393726" y="1464585"/>
                  </a:lnTo>
                  <a:lnTo>
                    <a:pt x="399432" y="1407566"/>
                  </a:lnTo>
                  <a:lnTo>
                    <a:pt x="405138" y="1462972"/>
                  </a:lnTo>
                  <a:lnTo>
                    <a:pt x="410844" y="1450950"/>
                  </a:lnTo>
                  <a:lnTo>
                    <a:pt x="416551" y="1389528"/>
                  </a:lnTo>
                  <a:lnTo>
                    <a:pt x="422257" y="1436115"/>
                  </a:lnTo>
                  <a:lnTo>
                    <a:pt x="427963" y="1392182"/>
                  </a:lnTo>
                  <a:lnTo>
                    <a:pt x="433669" y="1392729"/>
                  </a:lnTo>
                  <a:lnTo>
                    <a:pt x="439375" y="1471649"/>
                  </a:lnTo>
                  <a:lnTo>
                    <a:pt x="445081" y="1461785"/>
                  </a:lnTo>
                  <a:lnTo>
                    <a:pt x="450788" y="1508628"/>
                  </a:lnTo>
                  <a:lnTo>
                    <a:pt x="456494" y="1586463"/>
                  </a:lnTo>
                  <a:lnTo>
                    <a:pt x="462200" y="1595836"/>
                  </a:lnTo>
                  <a:lnTo>
                    <a:pt x="467906" y="1633123"/>
                  </a:lnTo>
                  <a:lnTo>
                    <a:pt x="473612" y="1569251"/>
                  </a:lnTo>
                  <a:lnTo>
                    <a:pt x="479318" y="1523952"/>
                  </a:lnTo>
                  <a:lnTo>
                    <a:pt x="485025" y="1540988"/>
                  </a:lnTo>
                  <a:lnTo>
                    <a:pt x="490731" y="1529838"/>
                  </a:lnTo>
                  <a:lnTo>
                    <a:pt x="496437" y="1542324"/>
                  </a:lnTo>
                  <a:lnTo>
                    <a:pt x="502143" y="1539308"/>
                  </a:lnTo>
                  <a:lnTo>
                    <a:pt x="507849" y="1492770"/>
                  </a:lnTo>
                  <a:lnTo>
                    <a:pt x="513556" y="1497918"/>
                  </a:lnTo>
                  <a:lnTo>
                    <a:pt x="519262" y="1468469"/>
                  </a:lnTo>
                  <a:lnTo>
                    <a:pt x="524968" y="1435029"/>
                  </a:lnTo>
                  <a:lnTo>
                    <a:pt x="530674" y="1432446"/>
                  </a:lnTo>
                  <a:lnTo>
                    <a:pt x="536380" y="1440444"/>
                  </a:lnTo>
                  <a:lnTo>
                    <a:pt x="542086" y="1488924"/>
                  </a:lnTo>
                  <a:lnTo>
                    <a:pt x="547793" y="1628350"/>
                  </a:lnTo>
                  <a:lnTo>
                    <a:pt x="553499" y="1784174"/>
                  </a:lnTo>
                  <a:lnTo>
                    <a:pt x="559205" y="1853595"/>
                  </a:lnTo>
                  <a:lnTo>
                    <a:pt x="564911" y="1848745"/>
                  </a:lnTo>
                  <a:lnTo>
                    <a:pt x="570617" y="1820614"/>
                  </a:lnTo>
                  <a:lnTo>
                    <a:pt x="576323" y="1911281"/>
                  </a:lnTo>
                  <a:lnTo>
                    <a:pt x="582030" y="1945511"/>
                  </a:lnTo>
                  <a:lnTo>
                    <a:pt x="587736" y="1872397"/>
                  </a:lnTo>
                  <a:lnTo>
                    <a:pt x="593442" y="1799151"/>
                  </a:lnTo>
                  <a:lnTo>
                    <a:pt x="599148" y="1759793"/>
                  </a:lnTo>
                  <a:lnTo>
                    <a:pt x="604854" y="1751342"/>
                  </a:lnTo>
                  <a:lnTo>
                    <a:pt x="610561" y="1690308"/>
                  </a:lnTo>
                  <a:lnTo>
                    <a:pt x="616267" y="1627453"/>
                  </a:lnTo>
                  <a:lnTo>
                    <a:pt x="621973" y="1701006"/>
                  </a:lnTo>
                  <a:lnTo>
                    <a:pt x="627679" y="1757582"/>
                  </a:lnTo>
                  <a:lnTo>
                    <a:pt x="633385" y="1741795"/>
                  </a:lnTo>
                  <a:lnTo>
                    <a:pt x="639091" y="1643716"/>
                  </a:lnTo>
                  <a:lnTo>
                    <a:pt x="644798" y="1582879"/>
                  </a:lnTo>
                  <a:lnTo>
                    <a:pt x="650504" y="1546188"/>
                  </a:lnTo>
                  <a:lnTo>
                    <a:pt x="656210" y="1506622"/>
                  </a:lnTo>
                  <a:lnTo>
                    <a:pt x="661916" y="1533303"/>
                  </a:lnTo>
                  <a:lnTo>
                    <a:pt x="667622" y="1499739"/>
                  </a:lnTo>
                  <a:lnTo>
                    <a:pt x="673329" y="1650394"/>
                  </a:lnTo>
                  <a:lnTo>
                    <a:pt x="679035" y="1690506"/>
                  </a:lnTo>
                  <a:lnTo>
                    <a:pt x="684741" y="1785960"/>
                  </a:lnTo>
                  <a:lnTo>
                    <a:pt x="690447" y="1917408"/>
                  </a:lnTo>
                  <a:lnTo>
                    <a:pt x="696153" y="1891596"/>
                  </a:lnTo>
                  <a:lnTo>
                    <a:pt x="701859" y="1969035"/>
                  </a:lnTo>
                  <a:lnTo>
                    <a:pt x="707566" y="1938424"/>
                  </a:lnTo>
                  <a:lnTo>
                    <a:pt x="713272" y="1861287"/>
                  </a:lnTo>
                  <a:lnTo>
                    <a:pt x="718978" y="1869435"/>
                  </a:lnTo>
                  <a:lnTo>
                    <a:pt x="724684" y="1890365"/>
                  </a:lnTo>
                  <a:lnTo>
                    <a:pt x="730390" y="2072017"/>
                  </a:lnTo>
                  <a:lnTo>
                    <a:pt x="736096" y="2117839"/>
                  </a:lnTo>
                  <a:lnTo>
                    <a:pt x="741803" y="2122813"/>
                  </a:lnTo>
                  <a:lnTo>
                    <a:pt x="747509" y="2182205"/>
                  </a:lnTo>
                  <a:lnTo>
                    <a:pt x="753215" y="2159659"/>
                  </a:lnTo>
                  <a:lnTo>
                    <a:pt x="758921" y="2184847"/>
                  </a:lnTo>
                  <a:lnTo>
                    <a:pt x="764627" y="2180883"/>
                  </a:lnTo>
                  <a:lnTo>
                    <a:pt x="770334" y="2197073"/>
                  </a:lnTo>
                  <a:lnTo>
                    <a:pt x="776040" y="2197022"/>
                  </a:lnTo>
                  <a:lnTo>
                    <a:pt x="781746" y="2188186"/>
                  </a:lnTo>
                  <a:lnTo>
                    <a:pt x="787452" y="2199828"/>
                  </a:lnTo>
                  <a:lnTo>
                    <a:pt x="793158" y="2181859"/>
                  </a:lnTo>
                  <a:lnTo>
                    <a:pt x="798864" y="2217313"/>
                  </a:lnTo>
                  <a:lnTo>
                    <a:pt x="804571" y="2264889"/>
                  </a:lnTo>
                  <a:lnTo>
                    <a:pt x="810277" y="2251809"/>
                  </a:lnTo>
                  <a:lnTo>
                    <a:pt x="815983" y="2238357"/>
                  </a:lnTo>
                  <a:lnTo>
                    <a:pt x="821689" y="2205733"/>
                  </a:lnTo>
                  <a:lnTo>
                    <a:pt x="827395" y="2172601"/>
                  </a:lnTo>
                  <a:lnTo>
                    <a:pt x="833102" y="2166806"/>
                  </a:lnTo>
                  <a:lnTo>
                    <a:pt x="838808" y="2153841"/>
                  </a:lnTo>
                  <a:lnTo>
                    <a:pt x="844514" y="2157324"/>
                  </a:lnTo>
                  <a:lnTo>
                    <a:pt x="850220" y="2198848"/>
                  </a:lnTo>
                  <a:lnTo>
                    <a:pt x="855926" y="2201614"/>
                  </a:lnTo>
                  <a:lnTo>
                    <a:pt x="861632" y="2192686"/>
                  </a:lnTo>
                  <a:lnTo>
                    <a:pt x="867339" y="2193770"/>
                  </a:lnTo>
                  <a:lnTo>
                    <a:pt x="873045" y="2216990"/>
                  </a:lnTo>
                  <a:lnTo>
                    <a:pt x="878751" y="2195493"/>
                  </a:lnTo>
                  <a:lnTo>
                    <a:pt x="884457" y="2142033"/>
                  </a:lnTo>
                  <a:lnTo>
                    <a:pt x="890163" y="2136225"/>
                  </a:lnTo>
                  <a:lnTo>
                    <a:pt x="895869" y="2147543"/>
                  </a:lnTo>
                  <a:lnTo>
                    <a:pt x="901576" y="2170553"/>
                  </a:lnTo>
                  <a:lnTo>
                    <a:pt x="907282" y="2174949"/>
                  </a:lnTo>
                  <a:lnTo>
                    <a:pt x="912988" y="2182884"/>
                  </a:lnTo>
                  <a:lnTo>
                    <a:pt x="918694" y="2208938"/>
                  </a:lnTo>
                  <a:lnTo>
                    <a:pt x="924400" y="2198139"/>
                  </a:lnTo>
                  <a:lnTo>
                    <a:pt x="930107" y="2168791"/>
                  </a:lnTo>
                  <a:lnTo>
                    <a:pt x="935813" y="2157286"/>
                  </a:lnTo>
                  <a:lnTo>
                    <a:pt x="941519" y="2174153"/>
                  </a:lnTo>
                  <a:lnTo>
                    <a:pt x="947225" y="2170330"/>
                  </a:lnTo>
                  <a:lnTo>
                    <a:pt x="952931" y="2182566"/>
                  </a:lnTo>
                  <a:lnTo>
                    <a:pt x="958637" y="2222579"/>
                  </a:lnTo>
                  <a:lnTo>
                    <a:pt x="964344" y="2159127"/>
                  </a:lnTo>
                  <a:lnTo>
                    <a:pt x="970050" y="2132859"/>
                  </a:lnTo>
                  <a:lnTo>
                    <a:pt x="975756" y="2090922"/>
                  </a:lnTo>
                  <a:lnTo>
                    <a:pt x="981462" y="2045550"/>
                  </a:lnTo>
                  <a:lnTo>
                    <a:pt x="987168" y="2177448"/>
                  </a:lnTo>
                  <a:lnTo>
                    <a:pt x="992874" y="2076389"/>
                  </a:lnTo>
                  <a:lnTo>
                    <a:pt x="998581" y="2024774"/>
                  </a:lnTo>
                  <a:lnTo>
                    <a:pt x="1004287" y="2057533"/>
                  </a:lnTo>
                  <a:lnTo>
                    <a:pt x="1009993" y="2077572"/>
                  </a:lnTo>
                  <a:lnTo>
                    <a:pt x="1015699" y="2116439"/>
                  </a:lnTo>
                  <a:lnTo>
                    <a:pt x="1021405" y="2043158"/>
                  </a:lnTo>
                  <a:lnTo>
                    <a:pt x="1027112" y="1994271"/>
                  </a:lnTo>
                  <a:lnTo>
                    <a:pt x="1032818" y="2019998"/>
                  </a:lnTo>
                  <a:lnTo>
                    <a:pt x="1038524" y="2040032"/>
                  </a:lnTo>
                  <a:lnTo>
                    <a:pt x="1044230" y="2098304"/>
                  </a:lnTo>
                  <a:lnTo>
                    <a:pt x="1049936" y="2123844"/>
                  </a:lnTo>
                  <a:lnTo>
                    <a:pt x="1055642" y="2153311"/>
                  </a:lnTo>
                  <a:lnTo>
                    <a:pt x="1061349" y="2195766"/>
                  </a:lnTo>
                  <a:lnTo>
                    <a:pt x="1067055" y="2143114"/>
                  </a:lnTo>
                  <a:lnTo>
                    <a:pt x="1072761" y="2194265"/>
                  </a:lnTo>
                  <a:lnTo>
                    <a:pt x="1078467" y="2132790"/>
                  </a:lnTo>
                  <a:lnTo>
                    <a:pt x="1084173" y="2103154"/>
                  </a:lnTo>
                  <a:lnTo>
                    <a:pt x="1089880" y="2007916"/>
                  </a:lnTo>
                  <a:lnTo>
                    <a:pt x="1095586" y="2015635"/>
                  </a:lnTo>
                  <a:lnTo>
                    <a:pt x="1101292" y="2069074"/>
                  </a:lnTo>
                  <a:lnTo>
                    <a:pt x="1106998" y="1948022"/>
                  </a:lnTo>
                  <a:lnTo>
                    <a:pt x="1112704" y="1887207"/>
                  </a:lnTo>
                  <a:lnTo>
                    <a:pt x="1118410" y="1881412"/>
                  </a:lnTo>
                  <a:lnTo>
                    <a:pt x="1124117" y="1874582"/>
                  </a:lnTo>
                  <a:lnTo>
                    <a:pt x="1129823" y="1978027"/>
                  </a:lnTo>
                  <a:lnTo>
                    <a:pt x="1135529" y="1959016"/>
                  </a:lnTo>
                  <a:lnTo>
                    <a:pt x="1141235" y="1884927"/>
                  </a:lnTo>
                  <a:lnTo>
                    <a:pt x="1146941" y="1851730"/>
                  </a:lnTo>
                  <a:lnTo>
                    <a:pt x="1152647" y="1870130"/>
                  </a:lnTo>
                  <a:lnTo>
                    <a:pt x="1158354" y="2028458"/>
                  </a:lnTo>
                  <a:lnTo>
                    <a:pt x="1164060" y="2074720"/>
                  </a:lnTo>
                  <a:lnTo>
                    <a:pt x="1169766" y="2078270"/>
                  </a:lnTo>
                  <a:lnTo>
                    <a:pt x="1175472" y="2107237"/>
                  </a:lnTo>
                  <a:lnTo>
                    <a:pt x="1181178" y="2121869"/>
                  </a:lnTo>
                  <a:lnTo>
                    <a:pt x="1186885" y="2139412"/>
                  </a:lnTo>
                  <a:lnTo>
                    <a:pt x="1192591" y="2101591"/>
                  </a:lnTo>
                  <a:lnTo>
                    <a:pt x="1198297" y="2091353"/>
                  </a:lnTo>
                  <a:lnTo>
                    <a:pt x="1204003" y="2121434"/>
                  </a:lnTo>
                  <a:lnTo>
                    <a:pt x="1209709" y="2120945"/>
                  </a:lnTo>
                  <a:lnTo>
                    <a:pt x="1215415" y="2116318"/>
                  </a:lnTo>
                  <a:lnTo>
                    <a:pt x="1221122" y="2022840"/>
                  </a:lnTo>
                  <a:lnTo>
                    <a:pt x="1226828" y="2049852"/>
                  </a:lnTo>
                  <a:lnTo>
                    <a:pt x="1232534" y="2095995"/>
                  </a:lnTo>
                  <a:lnTo>
                    <a:pt x="1238240" y="2161860"/>
                  </a:lnTo>
                  <a:lnTo>
                    <a:pt x="1243946" y="2146097"/>
                  </a:lnTo>
                  <a:lnTo>
                    <a:pt x="1249653" y="2119587"/>
                  </a:lnTo>
                  <a:lnTo>
                    <a:pt x="1255359" y="2135480"/>
                  </a:lnTo>
                  <a:lnTo>
                    <a:pt x="1261065" y="2113066"/>
                  </a:lnTo>
                  <a:lnTo>
                    <a:pt x="1266771" y="2066414"/>
                  </a:lnTo>
                  <a:lnTo>
                    <a:pt x="1272477" y="2023218"/>
                  </a:lnTo>
                  <a:lnTo>
                    <a:pt x="1278183" y="1970819"/>
                  </a:lnTo>
                  <a:lnTo>
                    <a:pt x="1283890" y="1950276"/>
                  </a:lnTo>
                  <a:lnTo>
                    <a:pt x="1289596" y="1866058"/>
                  </a:lnTo>
                  <a:lnTo>
                    <a:pt x="1295302" y="1771787"/>
                  </a:lnTo>
                  <a:lnTo>
                    <a:pt x="1301008" y="1733524"/>
                  </a:lnTo>
                  <a:lnTo>
                    <a:pt x="1306714" y="1659765"/>
                  </a:lnTo>
                  <a:lnTo>
                    <a:pt x="1312420" y="1617407"/>
                  </a:lnTo>
                  <a:lnTo>
                    <a:pt x="1318127" y="1552195"/>
                  </a:lnTo>
                  <a:lnTo>
                    <a:pt x="1323833" y="1736958"/>
                  </a:lnTo>
                  <a:lnTo>
                    <a:pt x="1329539" y="1757663"/>
                  </a:lnTo>
                  <a:lnTo>
                    <a:pt x="1335245" y="1745394"/>
                  </a:lnTo>
                  <a:lnTo>
                    <a:pt x="1340951" y="1778334"/>
                  </a:lnTo>
                  <a:lnTo>
                    <a:pt x="1346658" y="1776897"/>
                  </a:lnTo>
                  <a:lnTo>
                    <a:pt x="1352364" y="1814508"/>
                  </a:lnTo>
                  <a:lnTo>
                    <a:pt x="1358070" y="1872835"/>
                  </a:lnTo>
                  <a:lnTo>
                    <a:pt x="1363776" y="1874447"/>
                  </a:lnTo>
                  <a:lnTo>
                    <a:pt x="1369482" y="1928570"/>
                  </a:lnTo>
                  <a:lnTo>
                    <a:pt x="1375188" y="1960565"/>
                  </a:lnTo>
                  <a:lnTo>
                    <a:pt x="1380895" y="1946961"/>
                  </a:lnTo>
                  <a:lnTo>
                    <a:pt x="1386601" y="1997699"/>
                  </a:lnTo>
                  <a:lnTo>
                    <a:pt x="1392307" y="2027174"/>
                  </a:lnTo>
                  <a:lnTo>
                    <a:pt x="1398013" y="1998758"/>
                  </a:lnTo>
                  <a:lnTo>
                    <a:pt x="1403719" y="1989323"/>
                  </a:lnTo>
                  <a:lnTo>
                    <a:pt x="1409425" y="1967762"/>
                  </a:lnTo>
                  <a:lnTo>
                    <a:pt x="1415132" y="1940752"/>
                  </a:lnTo>
                  <a:lnTo>
                    <a:pt x="1420838" y="1975103"/>
                  </a:lnTo>
                  <a:lnTo>
                    <a:pt x="1426544" y="1940008"/>
                  </a:lnTo>
                  <a:lnTo>
                    <a:pt x="1432250" y="1964510"/>
                  </a:lnTo>
                  <a:lnTo>
                    <a:pt x="1437956" y="1928864"/>
                  </a:lnTo>
                  <a:lnTo>
                    <a:pt x="1443663" y="1954754"/>
                  </a:lnTo>
                  <a:lnTo>
                    <a:pt x="1449369" y="1903794"/>
                  </a:lnTo>
                  <a:lnTo>
                    <a:pt x="1455075" y="1894599"/>
                  </a:lnTo>
                  <a:lnTo>
                    <a:pt x="1460781" y="1927975"/>
                  </a:lnTo>
                  <a:lnTo>
                    <a:pt x="1466487" y="1928078"/>
                  </a:lnTo>
                  <a:lnTo>
                    <a:pt x="1472193" y="1939611"/>
                  </a:lnTo>
                  <a:lnTo>
                    <a:pt x="1477900" y="1917373"/>
                  </a:lnTo>
                  <a:lnTo>
                    <a:pt x="1483606" y="1926190"/>
                  </a:lnTo>
                  <a:lnTo>
                    <a:pt x="1489312" y="1902389"/>
                  </a:lnTo>
                  <a:lnTo>
                    <a:pt x="1495018" y="1844672"/>
                  </a:lnTo>
                  <a:lnTo>
                    <a:pt x="1500724" y="1855067"/>
                  </a:lnTo>
                  <a:lnTo>
                    <a:pt x="1506431" y="1837190"/>
                  </a:lnTo>
                  <a:lnTo>
                    <a:pt x="1512137" y="1886295"/>
                  </a:lnTo>
                  <a:lnTo>
                    <a:pt x="1517843" y="1904913"/>
                  </a:lnTo>
                  <a:lnTo>
                    <a:pt x="1523549" y="1972642"/>
                  </a:lnTo>
                  <a:lnTo>
                    <a:pt x="1529255" y="1901348"/>
                  </a:lnTo>
                  <a:lnTo>
                    <a:pt x="1534961" y="1944850"/>
                  </a:lnTo>
                  <a:lnTo>
                    <a:pt x="1540668" y="1991648"/>
                  </a:lnTo>
                  <a:lnTo>
                    <a:pt x="1546374" y="2014113"/>
                  </a:lnTo>
                  <a:lnTo>
                    <a:pt x="1552080" y="1951281"/>
                  </a:lnTo>
                  <a:lnTo>
                    <a:pt x="1557786" y="1996613"/>
                  </a:lnTo>
                  <a:lnTo>
                    <a:pt x="1563492" y="2052822"/>
                  </a:lnTo>
                  <a:lnTo>
                    <a:pt x="1569198" y="2051209"/>
                  </a:lnTo>
                  <a:lnTo>
                    <a:pt x="1574905" y="2091450"/>
                  </a:lnTo>
                  <a:lnTo>
                    <a:pt x="1580611" y="2057986"/>
                  </a:lnTo>
                  <a:lnTo>
                    <a:pt x="1586317" y="2150604"/>
                  </a:lnTo>
                  <a:lnTo>
                    <a:pt x="1592023" y="2247168"/>
                  </a:lnTo>
                  <a:lnTo>
                    <a:pt x="1597729" y="2250262"/>
                  </a:lnTo>
                  <a:lnTo>
                    <a:pt x="1603436" y="2234424"/>
                  </a:lnTo>
                  <a:lnTo>
                    <a:pt x="1609142" y="2212367"/>
                  </a:lnTo>
                  <a:lnTo>
                    <a:pt x="1614848" y="2212649"/>
                  </a:lnTo>
                  <a:lnTo>
                    <a:pt x="1620554" y="2198926"/>
                  </a:lnTo>
                  <a:lnTo>
                    <a:pt x="1626260" y="2171000"/>
                  </a:lnTo>
                  <a:lnTo>
                    <a:pt x="1631966" y="2159817"/>
                  </a:lnTo>
                  <a:lnTo>
                    <a:pt x="1637673" y="2159976"/>
                  </a:lnTo>
                  <a:lnTo>
                    <a:pt x="1643379" y="2163469"/>
                  </a:lnTo>
                  <a:lnTo>
                    <a:pt x="1649085" y="2153399"/>
                  </a:lnTo>
                  <a:lnTo>
                    <a:pt x="1654791" y="2121779"/>
                  </a:lnTo>
                  <a:lnTo>
                    <a:pt x="1660497" y="2122425"/>
                  </a:lnTo>
                  <a:lnTo>
                    <a:pt x="1666204" y="2181085"/>
                  </a:lnTo>
                  <a:lnTo>
                    <a:pt x="1671910" y="2203060"/>
                  </a:lnTo>
                  <a:lnTo>
                    <a:pt x="1677616" y="2146505"/>
                  </a:lnTo>
                  <a:lnTo>
                    <a:pt x="1683322" y="2204460"/>
                  </a:lnTo>
                  <a:lnTo>
                    <a:pt x="1689028" y="2224907"/>
                  </a:lnTo>
                  <a:lnTo>
                    <a:pt x="1694734" y="2225257"/>
                  </a:lnTo>
                  <a:lnTo>
                    <a:pt x="1700441" y="2231916"/>
                  </a:lnTo>
                  <a:lnTo>
                    <a:pt x="1706147" y="2209926"/>
                  </a:lnTo>
                  <a:lnTo>
                    <a:pt x="1711853" y="2200658"/>
                  </a:lnTo>
                  <a:lnTo>
                    <a:pt x="1717559" y="2196774"/>
                  </a:lnTo>
                  <a:lnTo>
                    <a:pt x="1723265" y="2167810"/>
                  </a:lnTo>
                  <a:lnTo>
                    <a:pt x="1728971" y="2144745"/>
                  </a:lnTo>
                  <a:lnTo>
                    <a:pt x="1734678" y="2144419"/>
                  </a:lnTo>
                  <a:lnTo>
                    <a:pt x="1740384" y="2162813"/>
                  </a:lnTo>
                  <a:lnTo>
                    <a:pt x="1746090" y="2149297"/>
                  </a:lnTo>
                  <a:lnTo>
                    <a:pt x="1751796" y="2118574"/>
                  </a:lnTo>
                  <a:lnTo>
                    <a:pt x="1757502" y="2109140"/>
                  </a:lnTo>
                  <a:lnTo>
                    <a:pt x="1763209" y="2147239"/>
                  </a:lnTo>
                  <a:lnTo>
                    <a:pt x="1768915" y="2114118"/>
                  </a:lnTo>
                  <a:lnTo>
                    <a:pt x="1774621" y="2124105"/>
                  </a:lnTo>
                  <a:lnTo>
                    <a:pt x="1780327" y="2143076"/>
                  </a:lnTo>
                  <a:lnTo>
                    <a:pt x="1786033" y="2135626"/>
                  </a:lnTo>
                  <a:lnTo>
                    <a:pt x="1791739" y="2163643"/>
                  </a:lnTo>
                  <a:lnTo>
                    <a:pt x="1797446" y="2155830"/>
                  </a:lnTo>
                  <a:lnTo>
                    <a:pt x="1803152" y="2175468"/>
                  </a:lnTo>
                  <a:lnTo>
                    <a:pt x="1808858" y="2203307"/>
                  </a:lnTo>
                  <a:lnTo>
                    <a:pt x="1814564" y="2242673"/>
                  </a:lnTo>
                  <a:lnTo>
                    <a:pt x="1820270" y="2251159"/>
                  </a:lnTo>
                  <a:lnTo>
                    <a:pt x="1825976" y="2239440"/>
                  </a:lnTo>
                  <a:lnTo>
                    <a:pt x="1831683" y="2205239"/>
                  </a:lnTo>
                  <a:lnTo>
                    <a:pt x="1837389" y="2212296"/>
                  </a:lnTo>
                  <a:lnTo>
                    <a:pt x="1843095" y="2236619"/>
                  </a:lnTo>
                  <a:lnTo>
                    <a:pt x="1848801" y="2254008"/>
                  </a:lnTo>
                  <a:lnTo>
                    <a:pt x="1854507" y="2260259"/>
                  </a:lnTo>
                  <a:lnTo>
                    <a:pt x="1860214" y="2238971"/>
                  </a:lnTo>
                  <a:lnTo>
                    <a:pt x="1865920" y="2233874"/>
                  </a:lnTo>
                  <a:lnTo>
                    <a:pt x="1871626" y="2277492"/>
                  </a:lnTo>
                  <a:lnTo>
                    <a:pt x="1877332" y="2263840"/>
                  </a:lnTo>
                  <a:lnTo>
                    <a:pt x="1883038" y="2225446"/>
                  </a:lnTo>
                  <a:lnTo>
                    <a:pt x="1888744" y="2180876"/>
                  </a:lnTo>
                  <a:lnTo>
                    <a:pt x="1894451" y="2200698"/>
                  </a:lnTo>
                  <a:lnTo>
                    <a:pt x="1900157" y="2199987"/>
                  </a:lnTo>
                  <a:lnTo>
                    <a:pt x="1905863" y="2214795"/>
                  </a:lnTo>
                  <a:lnTo>
                    <a:pt x="1911569" y="2233811"/>
                  </a:lnTo>
                  <a:lnTo>
                    <a:pt x="1917275" y="2173576"/>
                  </a:lnTo>
                  <a:lnTo>
                    <a:pt x="1922982" y="2212102"/>
                  </a:lnTo>
                  <a:lnTo>
                    <a:pt x="1928688" y="2247002"/>
                  </a:lnTo>
                  <a:lnTo>
                    <a:pt x="1934394" y="2262503"/>
                  </a:lnTo>
                  <a:lnTo>
                    <a:pt x="1940100" y="2277102"/>
                  </a:lnTo>
                  <a:lnTo>
                    <a:pt x="1945806" y="2222974"/>
                  </a:lnTo>
                  <a:lnTo>
                    <a:pt x="1951512" y="2201830"/>
                  </a:lnTo>
                  <a:lnTo>
                    <a:pt x="1957219" y="2195981"/>
                  </a:lnTo>
                  <a:lnTo>
                    <a:pt x="1962925" y="2254652"/>
                  </a:lnTo>
                  <a:lnTo>
                    <a:pt x="1968631" y="2282447"/>
                  </a:lnTo>
                  <a:lnTo>
                    <a:pt x="1974337" y="2303584"/>
                  </a:lnTo>
                  <a:lnTo>
                    <a:pt x="1980043" y="2272484"/>
                  </a:lnTo>
                  <a:lnTo>
                    <a:pt x="1985749" y="2274434"/>
                  </a:lnTo>
                  <a:lnTo>
                    <a:pt x="1991456" y="2275185"/>
                  </a:lnTo>
                  <a:lnTo>
                    <a:pt x="1997162" y="2245989"/>
                  </a:lnTo>
                  <a:lnTo>
                    <a:pt x="2002868" y="2269520"/>
                  </a:lnTo>
                  <a:lnTo>
                    <a:pt x="2008574" y="2272404"/>
                  </a:lnTo>
                  <a:lnTo>
                    <a:pt x="2014280" y="2278664"/>
                  </a:lnTo>
                  <a:lnTo>
                    <a:pt x="2019987" y="2269985"/>
                  </a:lnTo>
                  <a:lnTo>
                    <a:pt x="2025693" y="2275963"/>
                  </a:lnTo>
                  <a:lnTo>
                    <a:pt x="2031399" y="2271997"/>
                  </a:lnTo>
                  <a:lnTo>
                    <a:pt x="2037105" y="2268713"/>
                  </a:lnTo>
                  <a:lnTo>
                    <a:pt x="2042811" y="2289104"/>
                  </a:lnTo>
                  <a:lnTo>
                    <a:pt x="2048517" y="2310065"/>
                  </a:lnTo>
                  <a:lnTo>
                    <a:pt x="2054224" y="2326262"/>
                  </a:lnTo>
                  <a:lnTo>
                    <a:pt x="2054224" y="2326262"/>
                  </a:lnTo>
                  <a:lnTo>
                    <a:pt x="2059930" y="2326262"/>
                  </a:lnTo>
                  <a:lnTo>
                    <a:pt x="2065636" y="2326262"/>
                  </a:lnTo>
                  <a:lnTo>
                    <a:pt x="2071342" y="2304745"/>
                  </a:lnTo>
                  <a:lnTo>
                    <a:pt x="2077048" y="2284025"/>
                  </a:lnTo>
                  <a:lnTo>
                    <a:pt x="2082755" y="2279743"/>
                  </a:lnTo>
                  <a:lnTo>
                    <a:pt x="2088461" y="2269395"/>
                  </a:lnTo>
                  <a:lnTo>
                    <a:pt x="2094167" y="2265900"/>
                  </a:lnTo>
                  <a:lnTo>
                    <a:pt x="2099873" y="2262245"/>
                  </a:lnTo>
                  <a:lnTo>
                    <a:pt x="2105579" y="2276652"/>
                  </a:lnTo>
                  <a:lnTo>
                    <a:pt x="2111285" y="2243857"/>
                  </a:lnTo>
                  <a:lnTo>
                    <a:pt x="2116992" y="2220207"/>
                  </a:lnTo>
                  <a:lnTo>
                    <a:pt x="2122698" y="2218564"/>
                  </a:lnTo>
                  <a:lnTo>
                    <a:pt x="2128404" y="2224788"/>
                  </a:lnTo>
                  <a:lnTo>
                    <a:pt x="2134110" y="2231111"/>
                  </a:lnTo>
                  <a:lnTo>
                    <a:pt x="2139816" y="2199056"/>
                  </a:lnTo>
                  <a:lnTo>
                    <a:pt x="2145522" y="2204502"/>
                  </a:lnTo>
                  <a:lnTo>
                    <a:pt x="2151229" y="2238902"/>
                  </a:lnTo>
                  <a:lnTo>
                    <a:pt x="2156935" y="2252491"/>
                  </a:lnTo>
                  <a:lnTo>
                    <a:pt x="2162641" y="2234662"/>
                  </a:lnTo>
                  <a:lnTo>
                    <a:pt x="2168347" y="2227928"/>
                  </a:lnTo>
                  <a:lnTo>
                    <a:pt x="2174053" y="2243530"/>
                  </a:lnTo>
                  <a:lnTo>
                    <a:pt x="2179760" y="2252945"/>
                  </a:lnTo>
                  <a:lnTo>
                    <a:pt x="2185466" y="2220271"/>
                  </a:lnTo>
                  <a:lnTo>
                    <a:pt x="2191172" y="2203147"/>
                  </a:lnTo>
                  <a:lnTo>
                    <a:pt x="2196878" y="2207628"/>
                  </a:lnTo>
                  <a:lnTo>
                    <a:pt x="2202584" y="2204859"/>
                  </a:lnTo>
                  <a:lnTo>
                    <a:pt x="2208290" y="2197823"/>
                  </a:lnTo>
                  <a:lnTo>
                    <a:pt x="2213997" y="2180299"/>
                  </a:lnTo>
                  <a:lnTo>
                    <a:pt x="2219703" y="2235572"/>
                  </a:lnTo>
                  <a:lnTo>
                    <a:pt x="2225409" y="2251362"/>
                  </a:lnTo>
                  <a:lnTo>
                    <a:pt x="2231115" y="2247366"/>
                  </a:lnTo>
                  <a:lnTo>
                    <a:pt x="2236821" y="2233336"/>
                  </a:lnTo>
                  <a:lnTo>
                    <a:pt x="2242527" y="2241473"/>
                  </a:lnTo>
                  <a:lnTo>
                    <a:pt x="2248234" y="2270202"/>
                  </a:lnTo>
                  <a:lnTo>
                    <a:pt x="2253940" y="2243287"/>
                  </a:lnTo>
                  <a:lnTo>
                    <a:pt x="2259646" y="2282942"/>
                  </a:lnTo>
                  <a:lnTo>
                    <a:pt x="2265352" y="2308032"/>
                  </a:lnTo>
                  <a:lnTo>
                    <a:pt x="2271058" y="2303300"/>
                  </a:lnTo>
                  <a:lnTo>
                    <a:pt x="2276765" y="2286572"/>
                  </a:lnTo>
                  <a:lnTo>
                    <a:pt x="2282471" y="2275010"/>
                  </a:lnTo>
                  <a:lnTo>
                    <a:pt x="2288177" y="2282874"/>
                  </a:lnTo>
                  <a:lnTo>
                    <a:pt x="2293883" y="2308161"/>
                  </a:lnTo>
                  <a:lnTo>
                    <a:pt x="2299589" y="2314870"/>
                  </a:lnTo>
                  <a:lnTo>
                    <a:pt x="2305295" y="2306035"/>
                  </a:lnTo>
                  <a:lnTo>
                    <a:pt x="2311002" y="2320007"/>
                  </a:lnTo>
                  <a:lnTo>
                    <a:pt x="2316708" y="2322879"/>
                  </a:lnTo>
                  <a:lnTo>
                    <a:pt x="2322414" y="2326262"/>
                  </a:lnTo>
                  <a:lnTo>
                    <a:pt x="2322414" y="2326262"/>
                  </a:lnTo>
                  <a:lnTo>
                    <a:pt x="2328120" y="2314938"/>
                  </a:lnTo>
                  <a:lnTo>
                    <a:pt x="2333826" y="2286090"/>
                  </a:lnTo>
                  <a:lnTo>
                    <a:pt x="2339533" y="2323822"/>
                  </a:lnTo>
                  <a:lnTo>
                    <a:pt x="2345239" y="2291051"/>
                  </a:lnTo>
                  <a:lnTo>
                    <a:pt x="2350945" y="2286598"/>
                  </a:lnTo>
                  <a:lnTo>
                    <a:pt x="2356651" y="2257276"/>
                  </a:lnTo>
                  <a:lnTo>
                    <a:pt x="2362357" y="2256606"/>
                  </a:lnTo>
                  <a:lnTo>
                    <a:pt x="2368063" y="2280148"/>
                  </a:lnTo>
                  <a:lnTo>
                    <a:pt x="2373770" y="2235614"/>
                  </a:lnTo>
                  <a:lnTo>
                    <a:pt x="2379476" y="2243752"/>
                  </a:lnTo>
                  <a:lnTo>
                    <a:pt x="2385182" y="2326262"/>
                  </a:lnTo>
                  <a:lnTo>
                    <a:pt x="2385182" y="2326262"/>
                  </a:lnTo>
                  <a:lnTo>
                    <a:pt x="2390888" y="2326262"/>
                  </a:lnTo>
                  <a:lnTo>
                    <a:pt x="2396594" y="2326262"/>
                  </a:lnTo>
                  <a:lnTo>
                    <a:pt x="2402300" y="2326262"/>
                  </a:lnTo>
                  <a:lnTo>
                    <a:pt x="2408007" y="2326262"/>
                  </a:lnTo>
                  <a:lnTo>
                    <a:pt x="2413713" y="2326262"/>
                  </a:lnTo>
                  <a:lnTo>
                    <a:pt x="2419419" y="2326262"/>
                  </a:lnTo>
                  <a:lnTo>
                    <a:pt x="2425125" y="2326262"/>
                  </a:lnTo>
                  <a:lnTo>
                    <a:pt x="2430831" y="2307900"/>
                  </a:lnTo>
                  <a:lnTo>
                    <a:pt x="2436538" y="2296782"/>
                  </a:lnTo>
                  <a:lnTo>
                    <a:pt x="2442244" y="2276387"/>
                  </a:lnTo>
                  <a:lnTo>
                    <a:pt x="2447950" y="2242664"/>
                  </a:lnTo>
                  <a:lnTo>
                    <a:pt x="2453656" y="2226458"/>
                  </a:lnTo>
                  <a:lnTo>
                    <a:pt x="2459362" y="2230926"/>
                  </a:lnTo>
                  <a:lnTo>
                    <a:pt x="2465068" y="2226322"/>
                  </a:lnTo>
                  <a:lnTo>
                    <a:pt x="2470775" y="2239393"/>
                  </a:lnTo>
                  <a:lnTo>
                    <a:pt x="2476481" y="2248901"/>
                  </a:lnTo>
                  <a:lnTo>
                    <a:pt x="2482187" y="2269768"/>
                  </a:lnTo>
                  <a:lnTo>
                    <a:pt x="2487893" y="2255161"/>
                  </a:lnTo>
                  <a:lnTo>
                    <a:pt x="2493599" y="2279719"/>
                  </a:lnTo>
                  <a:lnTo>
                    <a:pt x="2499306" y="2294497"/>
                  </a:lnTo>
                  <a:lnTo>
                    <a:pt x="2505012" y="2303291"/>
                  </a:lnTo>
                  <a:lnTo>
                    <a:pt x="2510718" y="2282292"/>
                  </a:lnTo>
                  <a:lnTo>
                    <a:pt x="2516424" y="2289810"/>
                  </a:lnTo>
                  <a:lnTo>
                    <a:pt x="2522130" y="2249217"/>
                  </a:lnTo>
                  <a:lnTo>
                    <a:pt x="2527836" y="2303766"/>
                  </a:lnTo>
                  <a:lnTo>
                    <a:pt x="2533543" y="2314483"/>
                  </a:lnTo>
                  <a:lnTo>
                    <a:pt x="2539249" y="2291881"/>
                  </a:lnTo>
                  <a:lnTo>
                    <a:pt x="2544955" y="2326262"/>
                  </a:lnTo>
                  <a:lnTo>
                    <a:pt x="2544955" y="2326262"/>
                  </a:lnTo>
                  <a:lnTo>
                    <a:pt x="2550661" y="2326262"/>
                  </a:lnTo>
                  <a:lnTo>
                    <a:pt x="2556367" y="2326262"/>
                  </a:lnTo>
                  <a:lnTo>
                    <a:pt x="2562073" y="2308863"/>
                  </a:lnTo>
                  <a:lnTo>
                    <a:pt x="2567780" y="2271029"/>
                  </a:lnTo>
                  <a:lnTo>
                    <a:pt x="2573486" y="2307840"/>
                  </a:lnTo>
                  <a:lnTo>
                    <a:pt x="2579192" y="2307785"/>
                  </a:lnTo>
                  <a:lnTo>
                    <a:pt x="2584898" y="2326262"/>
                  </a:lnTo>
                  <a:lnTo>
                    <a:pt x="2584898" y="2326262"/>
                  </a:lnTo>
                  <a:lnTo>
                    <a:pt x="2590604" y="2326262"/>
                  </a:lnTo>
                  <a:lnTo>
                    <a:pt x="2596311" y="2326262"/>
                  </a:lnTo>
                  <a:lnTo>
                    <a:pt x="2602017" y="2323222"/>
                  </a:lnTo>
                  <a:lnTo>
                    <a:pt x="2607723" y="2314140"/>
                  </a:lnTo>
                  <a:lnTo>
                    <a:pt x="2613429" y="2297812"/>
                  </a:lnTo>
                  <a:lnTo>
                    <a:pt x="2619135" y="2310914"/>
                  </a:lnTo>
                  <a:lnTo>
                    <a:pt x="2624841" y="2294933"/>
                  </a:lnTo>
                  <a:lnTo>
                    <a:pt x="2630548" y="2262076"/>
                  </a:lnTo>
                  <a:lnTo>
                    <a:pt x="2636254" y="2243069"/>
                  </a:lnTo>
                  <a:lnTo>
                    <a:pt x="2641960" y="2265528"/>
                  </a:lnTo>
                  <a:lnTo>
                    <a:pt x="2647666" y="2320993"/>
                  </a:lnTo>
                  <a:lnTo>
                    <a:pt x="2653372" y="2310862"/>
                  </a:lnTo>
                  <a:lnTo>
                    <a:pt x="2659078" y="2248309"/>
                  </a:lnTo>
                  <a:lnTo>
                    <a:pt x="2664785" y="2231214"/>
                  </a:lnTo>
                  <a:lnTo>
                    <a:pt x="2670491" y="2236446"/>
                  </a:lnTo>
                  <a:lnTo>
                    <a:pt x="2676197" y="2212441"/>
                  </a:lnTo>
                  <a:lnTo>
                    <a:pt x="2681903" y="2227469"/>
                  </a:lnTo>
                  <a:lnTo>
                    <a:pt x="2687609" y="2252358"/>
                  </a:lnTo>
                  <a:lnTo>
                    <a:pt x="2693316" y="2274458"/>
                  </a:lnTo>
                  <a:lnTo>
                    <a:pt x="2699022" y="2295588"/>
                  </a:lnTo>
                  <a:lnTo>
                    <a:pt x="2704728" y="2277044"/>
                  </a:lnTo>
                  <a:lnTo>
                    <a:pt x="2710434" y="2245301"/>
                  </a:lnTo>
                  <a:lnTo>
                    <a:pt x="2716140" y="2237318"/>
                  </a:lnTo>
                  <a:lnTo>
                    <a:pt x="2721846" y="2233567"/>
                  </a:lnTo>
                  <a:lnTo>
                    <a:pt x="2727553" y="2233498"/>
                  </a:lnTo>
                  <a:lnTo>
                    <a:pt x="2733259" y="2237792"/>
                  </a:lnTo>
                  <a:lnTo>
                    <a:pt x="2738965" y="2229295"/>
                  </a:lnTo>
                  <a:lnTo>
                    <a:pt x="2744671" y="2161476"/>
                  </a:lnTo>
                  <a:lnTo>
                    <a:pt x="2750377" y="2189228"/>
                  </a:lnTo>
                  <a:lnTo>
                    <a:pt x="2756084" y="2170433"/>
                  </a:lnTo>
                  <a:lnTo>
                    <a:pt x="2761790" y="2188183"/>
                  </a:lnTo>
                  <a:lnTo>
                    <a:pt x="2767496" y="2169996"/>
                  </a:lnTo>
                  <a:lnTo>
                    <a:pt x="2773202" y="2159436"/>
                  </a:lnTo>
                  <a:lnTo>
                    <a:pt x="2778908" y="2161564"/>
                  </a:lnTo>
                  <a:lnTo>
                    <a:pt x="2784614" y="2121361"/>
                  </a:lnTo>
                  <a:lnTo>
                    <a:pt x="2790321" y="2090362"/>
                  </a:lnTo>
                  <a:lnTo>
                    <a:pt x="2796027" y="2093164"/>
                  </a:lnTo>
                  <a:lnTo>
                    <a:pt x="2801733" y="2089582"/>
                  </a:lnTo>
                  <a:lnTo>
                    <a:pt x="2807439" y="2051958"/>
                  </a:lnTo>
                  <a:lnTo>
                    <a:pt x="2813145" y="2047794"/>
                  </a:lnTo>
                  <a:lnTo>
                    <a:pt x="2818851" y="2045652"/>
                  </a:lnTo>
                  <a:lnTo>
                    <a:pt x="2824558" y="2059447"/>
                  </a:lnTo>
                  <a:lnTo>
                    <a:pt x="2830264" y="2027929"/>
                  </a:lnTo>
                  <a:lnTo>
                    <a:pt x="2835970" y="1978776"/>
                  </a:lnTo>
                  <a:lnTo>
                    <a:pt x="2841676" y="2018352"/>
                  </a:lnTo>
                  <a:lnTo>
                    <a:pt x="2847382" y="1950274"/>
                  </a:lnTo>
                  <a:lnTo>
                    <a:pt x="2853089" y="1930565"/>
                  </a:lnTo>
                  <a:lnTo>
                    <a:pt x="2858795" y="1967857"/>
                  </a:lnTo>
                  <a:lnTo>
                    <a:pt x="2864501" y="1975976"/>
                  </a:lnTo>
                  <a:lnTo>
                    <a:pt x="2870207" y="1969130"/>
                  </a:lnTo>
                  <a:lnTo>
                    <a:pt x="2875913" y="1938041"/>
                  </a:lnTo>
                  <a:lnTo>
                    <a:pt x="2881619" y="1967695"/>
                  </a:lnTo>
                  <a:lnTo>
                    <a:pt x="2887326" y="2018619"/>
                  </a:lnTo>
                  <a:lnTo>
                    <a:pt x="2893032" y="2031448"/>
                  </a:lnTo>
                  <a:lnTo>
                    <a:pt x="2898738" y="1947739"/>
                  </a:lnTo>
                  <a:lnTo>
                    <a:pt x="2904444" y="1963431"/>
                  </a:lnTo>
                  <a:lnTo>
                    <a:pt x="2910150" y="1998940"/>
                  </a:lnTo>
                  <a:lnTo>
                    <a:pt x="2915857" y="1980735"/>
                  </a:lnTo>
                  <a:lnTo>
                    <a:pt x="2921563" y="1903240"/>
                  </a:lnTo>
                  <a:lnTo>
                    <a:pt x="2927269" y="1859978"/>
                  </a:lnTo>
                  <a:lnTo>
                    <a:pt x="2932975" y="1813926"/>
                  </a:lnTo>
                  <a:lnTo>
                    <a:pt x="2938681" y="1762207"/>
                  </a:lnTo>
                  <a:lnTo>
                    <a:pt x="2944387" y="1784584"/>
                  </a:lnTo>
                  <a:lnTo>
                    <a:pt x="2950094" y="1753900"/>
                  </a:lnTo>
                  <a:lnTo>
                    <a:pt x="2955800" y="1687904"/>
                  </a:lnTo>
                  <a:lnTo>
                    <a:pt x="2961506" y="1673307"/>
                  </a:lnTo>
                  <a:lnTo>
                    <a:pt x="2967212" y="1669584"/>
                  </a:lnTo>
                  <a:lnTo>
                    <a:pt x="2972918" y="1662972"/>
                  </a:lnTo>
                  <a:lnTo>
                    <a:pt x="2978624" y="1696380"/>
                  </a:lnTo>
                  <a:lnTo>
                    <a:pt x="2984331" y="1716977"/>
                  </a:lnTo>
                  <a:lnTo>
                    <a:pt x="2990037" y="1721112"/>
                  </a:lnTo>
                  <a:lnTo>
                    <a:pt x="2995743" y="1802603"/>
                  </a:lnTo>
                  <a:lnTo>
                    <a:pt x="3001449" y="1856552"/>
                  </a:lnTo>
                  <a:lnTo>
                    <a:pt x="3007155" y="1918284"/>
                  </a:lnTo>
                  <a:lnTo>
                    <a:pt x="3012862" y="1920092"/>
                  </a:lnTo>
                  <a:lnTo>
                    <a:pt x="3018568" y="1934250"/>
                  </a:lnTo>
                  <a:lnTo>
                    <a:pt x="3024274" y="1951845"/>
                  </a:lnTo>
                  <a:lnTo>
                    <a:pt x="3029980" y="1915665"/>
                  </a:lnTo>
                  <a:lnTo>
                    <a:pt x="3035686" y="1915296"/>
                  </a:lnTo>
                  <a:lnTo>
                    <a:pt x="3041392" y="1817149"/>
                  </a:lnTo>
                  <a:lnTo>
                    <a:pt x="3047099" y="1654449"/>
                  </a:lnTo>
                  <a:lnTo>
                    <a:pt x="3052805" y="1731897"/>
                  </a:lnTo>
                  <a:lnTo>
                    <a:pt x="3058511" y="1606902"/>
                  </a:lnTo>
                  <a:lnTo>
                    <a:pt x="3064217" y="1672847"/>
                  </a:lnTo>
                  <a:lnTo>
                    <a:pt x="3069923" y="1645459"/>
                  </a:lnTo>
                  <a:lnTo>
                    <a:pt x="3075629" y="1743035"/>
                  </a:lnTo>
                  <a:lnTo>
                    <a:pt x="3081336" y="1705405"/>
                  </a:lnTo>
                  <a:lnTo>
                    <a:pt x="3087042" y="1732667"/>
                  </a:lnTo>
                  <a:lnTo>
                    <a:pt x="3092748" y="1778502"/>
                  </a:lnTo>
                  <a:lnTo>
                    <a:pt x="3098454" y="1785596"/>
                  </a:lnTo>
                  <a:lnTo>
                    <a:pt x="3104160" y="1809185"/>
                  </a:lnTo>
                  <a:lnTo>
                    <a:pt x="3109867" y="1890976"/>
                  </a:lnTo>
                  <a:lnTo>
                    <a:pt x="3115573" y="1960697"/>
                  </a:lnTo>
                  <a:lnTo>
                    <a:pt x="3121279" y="2001824"/>
                  </a:lnTo>
                  <a:lnTo>
                    <a:pt x="3126985" y="2004949"/>
                  </a:lnTo>
                  <a:lnTo>
                    <a:pt x="3132691" y="1962580"/>
                  </a:lnTo>
                  <a:lnTo>
                    <a:pt x="3138397" y="2002586"/>
                  </a:lnTo>
                  <a:lnTo>
                    <a:pt x="3144104" y="2008252"/>
                  </a:lnTo>
                  <a:lnTo>
                    <a:pt x="3149810" y="2043430"/>
                  </a:lnTo>
                  <a:lnTo>
                    <a:pt x="3155516" y="2041720"/>
                  </a:lnTo>
                  <a:lnTo>
                    <a:pt x="3161222" y="2036105"/>
                  </a:lnTo>
                  <a:lnTo>
                    <a:pt x="3166928" y="2020716"/>
                  </a:lnTo>
                  <a:lnTo>
                    <a:pt x="3172635" y="2048947"/>
                  </a:lnTo>
                  <a:lnTo>
                    <a:pt x="3178341" y="2030884"/>
                  </a:lnTo>
                  <a:lnTo>
                    <a:pt x="3184047" y="2027368"/>
                  </a:lnTo>
                  <a:lnTo>
                    <a:pt x="3189753" y="2008172"/>
                  </a:lnTo>
                  <a:lnTo>
                    <a:pt x="3195459" y="2026193"/>
                  </a:lnTo>
                  <a:lnTo>
                    <a:pt x="3201165" y="2030454"/>
                  </a:lnTo>
                  <a:lnTo>
                    <a:pt x="3206872" y="2038292"/>
                  </a:lnTo>
                  <a:lnTo>
                    <a:pt x="3212578" y="2151163"/>
                  </a:lnTo>
                  <a:lnTo>
                    <a:pt x="3218284" y="2080958"/>
                  </a:lnTo>
                  <a:lnTo>
                    <a:pt x="3223990" y="2062322"/>
                  </a:lnTo>
                  <a:lnTo>
                    <a:pt x="3229696" y="2082034"/>
                  </a:lnTo>
                  <a:lnTo>
                    <a:pt x="3235402" y="2034068"/>
                  </a:lnTo>
                  <a:lnTo>
                    <a:pt x="3241109" y="2057562"/>
                  </a:lnTo>
                  <a:lnTo>
                    <a:pt x="3246815" y="2037847"/>
                  </a:lnTo>
                  <a:lnTo>
                    <a:pt x="3252521" y="2080551"/>
                  </a:lnTo>
                  <a:lnTo>
                    <a:pt x="3258227" y="2134283"/>
                  </a:lnTo>
                  <a:lnTo>
                    <a:pt x="3263933" y="2093378"/>
                  </a:lnTo>
                  <a:lnTo>
                    <a:pt x="3269640" y="2106691"/>
                  </a:lnTo>
                  <a:lnTo>
                    <a:pt x="3275346" y="2082744"/>
                  </a:lnTo>
                  <a:lnTo>
                    <a:pt x="3281052" y="2117946"/>
                  </a:lnTo>
                  <a:lnTo>
                    <a:pt x="3286758" y="2118932"/>
                  </a:lnTo>
                  <a:lnTo>
                    <a:pt x="3292464" y="2101463"/>
                  </a:lnTo>
                  <a:lnTo>
                    <a:pt x="3298170" y="2163014"/>
                  </a:lnTo>
                  <a:lnTo>
                    <a:pt x="3303877" y="2173553"/>
                  </a:lnTo>
                  <a:lnTo>
                    <a:pt x="3309583" y="2184169"/>
                  </a:lnTo>
                  <a:lnTo>
                    <a:pt x="3315289" y="2172953"/>
                  </a:lnTo>
                  <a:lnTo>
                    <a:pt x="3320995" y="2180942"/>
                  </a:lnTo>
                  <a:lnTo>
                    <a:pt x="3326701" y="2256176"/>
                  </a:lnTo>
                  <a:lnTo>
                    <a:pt x="3332408" y="2254798"/>
                  </a:lnTo>
                  <a:lnTo>
                    <a:pt x="3338114" y="2285288"/>
                  </a:lnTo>
                  <a:lnTo>
                    <a:pt x="3343820" y="2257620"/>
                  </a:lnTo>
                  <a:lnTo>
                    <a:pt x="3349526" y="2241690"/>
                  </a:lnTo>
                  <a:lnTo>
                    <a:pt x="3355232" y="2219281"/>
                  </a:lnTo>
                  <a:lnTo>
                    <a:pt x="3360938" y="2163633"/>
                  </a:lnTo>
                  <a:lnTo>
                    <a:pt x="3366645" y="2211592"/>
                  </a:lnTo>
                  <a:lnTo>
                    <a:pt x="3372351" y="2239866"/>
                  </a:lnTo>
                  <a:lnTo>
                    <a:pt x="3378057" y="2251876"/>
                  </a:lnTo>
                  <a:lnTo>
                    <a:pt x="3383763" y="2326262"/>
                  </a:lnTo>
                  <a:lnTo>
                    <a:pt x="3383763" y="2326262"/>
                  </a:lnTo>
                  <a:lnTo>
                    <a:pt x="3389469" y="2326262"/>
                  </a:lnTo>
                  <a:lnTo>
                    <a:pt x="3395175" y="2326262"/>
                  </a:lnTo>
                  <a:lnTo>
                    <a:pt x="3400882" y="2286596"/>
                  </a:lnTo>
                  <a:lnTo>
                    <a:pt x="3406588" y="2242531"/>
                  </a:lnTo>
                  <a:lnTo>
                    <a:pt x="3412294" y="2238898"/>
                  </a:lnTo>
                  <a:lnTo>
                    <a:pt x="3418000" y="2223267"/>
                  </a:lnTo>
                  <a:lnTo>
                    <a:pt x="3423706" y="2235949"/>
                  </a:lnTo>
                  <a:lnTo>
                    <a:pt x="3429413" y="2221948"/>
                  </a:lnTo>
                  <a:lnTo>
                    <a:pt x="3435119" y="2195127"/>
                  </a:lnTo>
                  <a:lnTo>
                    <a:pt x="3440825" y="2206840"/>
                  </a:lnTo>
                  <a:lnTo>
                    <a:pt x="3446531" y="2250734"/>
                  </a:lnTo>
                  <a:lnTo>
                    <a:pt x="3452237" y="2258955"/>
                  </a:lnTo>
                  <a:lnTo>
                    <a:pt x="3457943" y="2247477"/>
                  </a:lnTo>
                  <a:lnTo>
                    <a:pt x="3463650" y="2221260"/>
                  </a:lnTo>
                  <a:lnTo>
                    <a:pt x="3469356" y="2157648"/>
                  </a:lnTo>
                  <a:lnTo>
                    <a:pt x="3475062" y="2151465"/>
                  </a:lnTo>
                  <a:lnTo>
                    <a:pt x="3480768" y="2150455"/>
                  </a:lnTo>
                  <a:lnTo>
                    <a:pt x="3486474" y="2123833"/>
                  </a:lnTo>
                  <a:lnTo>
                    <a:pt x="3492180" y="2147791"/>
                  </a:lnTo>
                  <a:lnTo>
                    <a:pt x="3497887" y="2111676"/>
                  </a:lnTo>
                  <a:lnTo>
                    <a:pt x="3503593" y="2116954"/>
                  </a:lnTo>
                  <a:lnTo>
                    <a:pt x="3509299" y="2098001"/>
                  </a:lnTo>
                  <a:lnTo>
                    <a:pt x="3515005" y="2164458"/>
                  </a:lnTo>
                  <a:lnTo>
                    <a:pt x="3520711" y="2135775"/>
                  </a:lnTo>
                  <a:lnTo>
                    <a:pt x="3526418" y="2189417"/>
                  </a:lnTo>
                  <a:lnTo>
                    <a:pt x="3532124" y="2158906"/>
                  </a:lnTo>
                  <a:lnTo>
                    <a:pt x="3537830" y="2211261"/>
                  </a:lnTo>
                  <a:lnTo>
                    <a:pt x="3543536" y="2222340"/>
                  </a:lnTo>
                  <a:lnTo>
                    <a:pt x="3549242" y="2214028"/>
                  </a:lnTo>
                  <a:lnTo>
                    <a:pt x="3554948" y="2225424"/>
                  </a:lnTo>
                  <a:lnTo>
                    <a:pt x="3560655" y="2231742"/>
                  </a:lnTo>
                  <a:lnTo>
                    <a:pt x="3566361" y="2212821"/>
                  </a:lnTo>
                  <a:lnTo>
                    <a:pt x="3572067" y="2200508"/>
                  </a:lnTo>
                  <a:lnTo>
                    <a:pt x="3577773" y="2166629"/>
                  </a:lnTo>
                  <a:lnTo>
                    <a:pt x="3583479" y="2183141"/>
                  </a:lnTo>
                  <a:lnTo>
                    <a:pt x="3589186" y="2178938"/>
                  </a:lnTo>
                  <a:lnTo>
                    <a:pt x="3594892" y="2192768"/>
                  </a:lnTo>
                  <a:lnTo>
                    <a:pt x="3600598" y="2188311"/>
                  </a:lnTo>
                  <a:lnTo>
                    <a:pt x="3606304" y="2100459"/>
                  </a:lnTo>
                  <a:lnTo>
                    <a:pt x="3612010" y="2208108"/>
                  </a:lnTo>
                  <a:lnTo>
                    <a:pt x="3617716" y="2178831"/>
                  </a:lnTo>
                  <a:lnTo>
                    <a:pt x="3623423" y="2184518"/>
                  </a:lnTo>
                  <a:lnTo>
                    <a:pt x="3629129" y="2213999"/>
                  </a:lnTo>
                  <a:lnTo>
                    <a:pt x="3634835" y="2158776"/>
                  </a:lnTo>
                  <a:lnTo>
                    <a:pt x="3640541" y="2231436"/>
                  </a:lnTo>
                  <a:lnTo>
                    <a:pt x="3646247" y="2246036"/>
                  </a:lnTo>
                  <a:lnTo>
                    <a:pt x="3651953" y="2242714"/>
                  </a:lnTo>
                  <a:lnTo>
                    <a:pt x="3657660" y="2250432"/>
                  </a:lnTo>
                  <a:lnTo>
                    <a:pt x="3663366" y="2275144"/>
                  </a:lnTo>
                  <a:lnTo>
                    <a:pt x="3669072" y="2326262"/>
                  </a:lnTo>
                  <a:lnTo>
                    <a:pt x="3669072" y="2326262"/>
                  </a:lnTo>
                  <a:lnTo>
                    <a:pt x="3674778" y="2326262"/>
                  </a:lnTo>
                  <a:lnTo>
                    <a:pt x="3680484" y="2326262"/>
                  </a:lnTo>
                  <a:lnTo>
                    <a:pt x="3686191" y="2326262"/>
                  </a:lnTo>
                  <a:lnTo>
                    <a:pt x="3691897" y="2326262"/>
                  </a:lnTo>
                  <a:lnTo>
                    <a:pt x="3697603" y="2326262"/>
                  </a:lnTo>
                  <a:lnTo>
                    <a:pt x="3703309" y="2326262"/>
                  </a:lnTo>
                  <a:lnTo>
                    <a:pt x="3709015" y="2326262"/>
                  </a:lnTo>
                  <a:lnTo>
                    <a:pt x="3714721" y="2296397"/>
                  </a:lnTo>
                  <a:lnTo>
                    <a:pt x="3720428" y="2293047"/>
                  </a:lnTo>
                  <a:lnTo>
                    <a:pt x="3726134" y="2245849"/>
                  </a:lnTo>
                  <a:lnTo>
                    <a:pt x="3731840" y="2241606"/>
                  </a:lnTo>
                  <a:lnTo>
                    <a:pt x="3737546" y="2221299"/>
                  </a:lnTo>
                  <a:lnTo>
                    <a:pt x="3743252" y="2259288"/>
                  </a:lnTo>
                  <a:lnTo>
                    <a:pt x="3748959" y="2280865"/>
                  </a:lnTo>
                  <a:lnTo>
                    <a:pt x="3754665" y="2284941"/>
                  </a:lnTo>
                  <a:lnTo>
                    <a:pt x="3760371" y="2276676"/>
                  </a:lnTo>
                  <a:lnTo>
                    <a:pt x="3766077" y="2301025"/>
                  </a:lnTo>
                  <a:lnTo>
                    <a:pt x="3771783" y="2242790"/>
                  </a:lnTo>
                  <a:lnTo>
                    <a:pt x="3777489" y="2247926"/>
                  </a:lnTo>
                  <a:lnTo>
                    <a:pt x="3783196" y="2266190"/>
                  </a:lnTo>
                  <a:lnTo>
                    <a:pt x="3788902" y="2239171"/>
                  </a:lnTo>
                  <a:lnTo>
                    <a:pt x="3794608" y="2255430"/>
                  </a:lnTo>
                  <a:lnTo>
                    <a:pt x="3800314" y="2264124"/>
                  </a:lnTo>
                  <a:lnTo>
                    <a:pt x="3806020" y="2227039"/>
                  </a:lnTo>
                  <a:lnTo>
                    <a:pt x="3811726" y="2176768"/>
                  </a:lnTo>
                  <a:lnTo>
                    <a:pt x="3817433" y="2155688"/>
                  </a:lnTo>
                  <a:lnTo>
                    <a:pt x="3823139" y="2156169"/>
                  </a:lnTo>
                  <a:lnTo>
                    <a:pt x="3828845" y="2165595"/>
                  </a:lnTo>
                  <a:lnTo>
                    <a:pt x="3834551" y="2131160"/>
                  </a:lnTo>
                  <a:lnTo>
                    <a:pt x="3840257" y="2177382"/>
                  </a:lnTo>
                  <a:lnTo>
                    <a:pt x="3845964" y="2155784"/>
                  </a:lnTo>
                  <a:lnTo>
                    <a:pt x="3851670" y="2131545"/>
                  </a:lnTo>
                  <a:lnTo>
                    <a:pt x="3857376" y="2138558"/>
                  </a:lnTo>
                  <a:lnTo>
                    <a:pt x="3863082" y="2135424"/>
                  </a:lnTo>
                  <a:lnTo>
                    <a:pt x="3868788" y="2119989"/>
                  </a:lnTo>
                  <a:lnTo>
                    <a:pt x="3874494" y="2126587"/>
                  </a:lnTo>
                  <a:lnTo>
                    <a:pt x="3880201" y="2130780"/>
                  </a:lnTo>
                  <a:lnTo>
                    <a:pt x="3885907" y="2164304"/>
                  </a:lnTo>
                  <a:lnTo>
                    <a:pt x="3891613" y="2093548"/>
                  </a:lnTo>
                  <a:lnTo>
                    <a:pt x="3897319" y="2057809"/>
                  </a:lnTo>
                  <a:lnTo>
                    <a:pt x="3903025" y="2070397"/>
                  </a:lnTo>
                  <a:lnTo>
                    <a:pt x="3908731" y="2071236"/>
                  </a:lnTo>
                  <a:lnTo>
                    <a:pt x="3914438" y="2036683"/>
                  </a:lnTo>
                  <a:lnTo>
                    <a:pt x="3920144" y="2019634"/>
                  </a:lnTo>
                  <a:lnTo>
                    <a:pt x="3925850" y="2016627"/>
                  </a:lnTo>
                  <a:lnTo>
                    <a:pt x="3931556" y="2028238"/>
                  </a:lnTo>
                  <a:lnTo>
                    <a:pt x="3937262" y="2044798"/>
                  </a:lnTo>
                  <a:lnTo>
                    <a:pt x="3942969" y="1970151"/>
                  </a:lnTo>
                  <a:lnTo>
                    <a:pt x="3948675" y="1843917"/>
                  </a:lnTo>
                  <a:lnTo>
                    <a:pt x="3954381" y="1857953"/>
                  </a:lnTo>
                  <a:lnTo>
                    <a:pt x="3960087" y="1839151"/>
                  </a:lnTo>
                  <a:lnTo>
                    <a:pt x="3965793" y="1837458"/>
                  </a:lnTo>
                  <a:lnTo>
                    <a:pt x="3971499" y="1878058"/>
                  </a:lnTo>
                  <a:lnTo>
                    <a:pt x="3977206" y="1930864"/>
                  </a:lnTo>
                  <a:lnTo>
                    <a:pt x="3982912" y="1962118"/>
                  </a:lnTo>
                  <a:lnTo>
                    <a:pt x="3988618" y="1958367"/>
                  </a:lnTo>
                  <a:lnTo>
                    <a:pt x="3994324" y="1914314"/>
                  </a:lnTo>
                  <a:lnTo>
                    <a:pt x="4000030" y="1837996"/>
                  </a:lnTo>
                  <a:lnTo>
                    <a:pt x="4005737" y="1823774"/>
                  </a:lnTo>
                  <a:lnTo>
                    <a:pt x="4011443" y="1798643"/>
                  </a:lnTo>
                  <a:lnTo>
                    <a:pt x="4017149" y="1750654"/>
                  </a:lnTo>
                  <a:lnTo>
                    <a:pt x="4022855" y="1780529"/>
                  </a:lnTo>
                  <a:lnTo>
                    <a:pt x="4028561" y="1777427"/>
                  </a:lnTo>
                  <a:lnTo>
                    <a:pt x="4034267" y="1695966"/>
                  </a:lnTo>
                  <a:lnTo>
                    <a:pt x="4039974" y="1716584"/>
                  </a:lnTo>
                  <a:lnTo>
                    <a:pt x="4045680" y="1693826"/>
                  </a:lnTo>
                  <a:lnTo>
                    <a:pt x="4051386" y="1685222"/>
                  </a:lnTo>
                  <a:lnTo>
                    <a:pt x="4057092" y="1712974"/>
                  </a:lnTo>
                  <a:lnTo>
                    <a:pt x="4062798" y="1644622"/>
                  </a:lnTo>
                  <a:lnTo>
                    <a:pt x="4068504" y="1631671"/>
                  </a:lnTo>
                  <a:lnTo>
                    <a:pt x="4074211" y="1539917"/>
                  </a:lnTo>
                  <a:lnTo>
                    <a:pt x="4079917" y="1503169"/>
                  </a:lnTo>
                  <a:lnTo>
                    <a:pt x="4085623" y="1516679"/>
                  </a:lnTo>
                  <a:lnTo>
                    <a:pt x="4091329" y="1455486"/>
                  </a:lnTo>
                  <a:lnTo>
                    <a:pt x="4097035" y="1426554"/>
                  </a:lnTo>
                  <a:lnTo>
                    <a:pt x="4102742" y="1370292"/>
                  </a:lnTo>
                  <a:lnTo>
                    <a:pt x="4108448" y="1277059"/>
                  </a:lnTo>
                  <a:lnTo>
                    <a:pt x="4114154" y="1350654"/>
                  </a:lnTo>
                  <a:lnTo>
                    <a:pt x="4119860" y="1238924"/>
                  </a:lnTo>
                  <a:lnTo>
                    <a:pt x="4125566" y="1244018"/>
                  </a:lnTo>
                  <a:lnTo>
                    <a:pt x="4131272" y="1229394"/>
                  </a:lnTo>
                  <a:lnTo>
                    <a:pt x="4136979" y="1205268"/>
                  </a:lnTo>
                  <a:lnTo>
                    <a:pt x="4142685" y="1190387"/>
                  </a:lnTo>
                  <a:lnTo>
                    <a:pt x="4148391" y="911345"/>
                  </a:lnTo>
                  <a:lnTo>
                    <a:pt x="4154097" y="856560"/>
                  </a:lnTo>
                  <a:lnTo>
                    <a:pt x="4159803" y="937228"/>
                  </a:lnTo>
                  <a:lnTo>
                    <a:pt x="4165510" y="928668"/>
                  </a:lnTo>
                  <a:lnTo>
                    <a:pt x="4171216" y="984630"/>
                  </a:lnTo>
                  <a:lnTo>
                    <a:pt x="4176922" y="967262"/>
                  </a:lnTo>
                  <a:lnTo>
                    <a:pt x="4182628" y="1019740"/>
                  </a:lnTo>
                  <a:lnTo>
                    <a:pt x="4188334" y="1062880"/>
                  </a:lnTo>
                  <a:lnTo>
                    <a:pt x="4194040" y="1034533"/>
                  </a:lnTo>
                  <a:lnTo>
                    <a:pt x="4199747" y="1068773"/>
                  </a:lnTo>
                  <a:lnTo>
                    <a:pt x="4205453" y="1042932"/>
                  </a:lnTo>
                  <a:lnTo>
                    <a:pt x="4211159" y="1061208"/>
                  </a:lnTo>
                  <a:lnTo>
                    <a:pt x="4216865" y="1057407"/>
                  </a:lnTo>
                  <a:lnTo>
                    <a:pt x="4222571" y="1034592"/>
                  </a:lnTo>
                  <a:lnTo>
                    <a:pt x="4228277" y="1024040"/>
                  </a:lnTo>
                  <a:lnTo>
                    <a:pt x="4233984" y="1053116"/>
                  </a:lnTo>
                  <a:lnTo>
                    <a:pt x="4239690" y="966017"/>
                  </a:lnTo>
                  <a:lnTo>
                    <a:pt x="4245396" y="1055581"/>
                  </a:lnTo>
                  <a:lnTo>
                    <a:pt x="4251102" y="1120369"/>
                  </a:lnTo>
                  <a:lnTo>
                    <a:pt x="4256808" y="1126803"/>
                  </a:lnTo>
                  <a:lnTo>
                    <a:pt x="4262515" y="1143747"/>
                  </a:lnTo>
                  <a:lnTo>
                    <a:pt x="4268221" y="1224668"/>
                  </a:lnTo>
                  <a:lnTo>
                    <a:pt x="4273927" y="1202624"/>
                  </a:lnTo>
                  <a:lnTo>
                    <a:pt x="4279633" y="1239814"/>
                  </a:lnTo>
                  <a:lnTo>
                    <a:pt x="4285339" y="1288154"/>
                  </a:lnTo>
                  <a:lnTo>
                    <a:pt x="4291045" y="1392112"/>
                  </a:lnTo>
                  <a:lnTo>
                    <a:pt x="4296752" y="1424203"/>
                  </a:lnTo>
                  <a:lnTo>
                    <a:pt x="4302458" y="1366071"/>
                  </a:lnTo>
                  <a:lnTo>
                    <a:pt x="4308164" y="1379960"/>
                  </a:lnTo>
                  <a:lnTo>
                    <a:pt x="4313870" y="1374938"/>
                  </a:lnTo>
                  <a:lnTo>
                    <a:pt x="4319576" y="1487573"/>
                  </a:lnTo>
                  <a:lnTo>
                    <a:pt x="4325282" y="1336194"/>
                  </a:lnTo>
                  <a:lnTo>
                    <a:pt x="4330989" y="1349286"/>
                  </a:lnTo>
                  <a:lnTo>
                    <a:pt x="4336695" y="1349977"/>
                  </a:lnTo>
                  <a:lnTo>
                    <a:pt x="4342401" y="1388596"/>
                  </a:lnTo>
                  <a:lnTo>
                    <a:pt x="4348107" y="1326012"/>
                  </a:lnTo>
                  <a:lnTo>
                    <a:pt x="4353813" y="1279219"/>
                  </a:lnTo>
                  <a:lnTo>
                    <a:pt x="4359520" y="1293513"/>
                  </a:lnTo>
                  <a:lnTo>
                    <a:pt x="4365226" y="1421474"/>
                  </a:lnTo>
                  <a:lnTo>
                    <a:pt x="4370932" y="1490093"/>
                  </a:lnTo>
                  <a:lnTo>
                    <a:pt x="4376638" y="1393174"/>
                  </a:lnTo>
                  <a:lnTo>
                    <a:pt x="4382344" y="1458190"/>
                  </a:lnTo>
                  <a:lnTo>
                    <a:pt x="4388050" y="1548114"/>
                  </a:lnTo>
                  <a:lnTo>
                    <a:pt x="4393757" y="1532620"/>
                  </a:lnTo>
                  <a:lnTo>
                    <a:pt x="4399463" y="1510529"/>
                  </a:lnTo>
                  <a:lnTo>
                    <a:pt x="4405169" y="1523154"/>
                  </a:lnTo>
                  <a:lnTo>
                    <a:pt x="4410875" y="1591828"/>
                  </a:lnTo>
                  <a:lnTo>
                    <a:pt x="4416581" y="1673882"/>
                  </a:lnTo>
                  <a:lnTo>
                    <a:pt x="4422288" y="1724544"/>
                  </a:lnTo>
                  <a:lnTo>
                    <a:pt x="4427994" y="1705722"/>
                  </a:lnTo>
                  <a:lnTo>
                    <a:pt x="4433700" y="1685896"/>
                  </a:lnTo>
                  <a:lnTo>
                    <a:pt x="4439406" y="1610056"/>
                  </a:lnTo>
                  <a:lnTo>
                    <a:pt x="4445112" y="1491487"/>
                  </a:lnTo>
                  <a:lnTo>
                    <a:pt x="4450818" y="1417059"/>
                  </a:lnTo>
                  <a:lnTo>
                    <a:pt x="4456525" y="1411334"/>
                  </a:lnTo>
                  <a:lnTo>
                    <a:pt x="4462231" y="1398977"/>
                  </a:lnTo>
                  <a:lnTo>
                    <a:pt x="4467937" y="1338777"/>
                  </a:lnTo>
                  <a:lnTo>
                    <a:pt x="4473643" y="1345218"/>
                  </a:lnTo>
                  <a:lnTo>
                    <a:pt x="4479349" y="1280731"/>
                  </a:lnTo>
                  <a:lnTo>
                    <a:pt x="4485055" y="1281170"/>
                  </a:lnTo>
                  <a:lnTo>
                    <a:pt x="4490762" y="1224825"/>
                  </a:lnTo>
                  <a:lnTo>
                    <a:pt x="4496468" y="1130499"/>
                  </a:lnTo>
                  <a:lnTo>
                    <a:pt x="4502174" y="1143251"/>
                  </a:lnTo>
                  <a:lnTo>
                    <a:pt x="4507880" y="1172937"/>
                  </a:lnTo>
                  <a:lnTo>
                    <a:pt x="4513586" y="1188572"/>
                  </a:lnTo>
                  <a:lnTo>
                    <a:pt x="4519293" y="1204386"/>
                  </a:lnTo>
                  <a:lnTo>
                    <a:pt x="4524999" y="1242871"/>
                  </a:lnTo>
                  <a:lnTo>
                    <a:pt x="4530705" y="1262841"/>
                  </a:lnTo>
                  <a:lnTo>
                    <a:pt x="4536411" y="1241469"/>
                  </a:lnTo>
                  <a:lnTo>
                    <a:pt x="4542117" y="1358829"/>
                  </a:lnTo>
                  <a:lnTo>
                    <a:pt x="4547823" y="1322265"/>
                  </a:lnTo>
                  <a:lnTo>
                    <a:pt x="4553530" y="1386698"/>
                  </a:lnTo>
                  <a:lnTo>
                    <a:pt x="4559236" y="1431952"/>
                  </a:lnTo>
                  <a:lnTo>
                    <a:pt x="4564942" y="1400365"/>
                  </a:lnTo>
                  <a:lnTo>
                    <a:pt x="4570648" y="1594364"/>
                  </a:lnTo>
                  <a:lnTo>
                    <a:pt x="4576354" y="1636637"/>
                  </a:lnTo>
                  <a:lnTo>
                    <a:pt x="4582061" y="1680950"/>
                  </a:lnTo>
                  <a:lnTo>
                    <a:pt x="4587767" y="1582300"/>
                  </a:lnTo>
                  <a:lnTo>
                    <a:pt x="4593473" y="1532282"/>
                  </a:lnTo>
                  <a:lnTo>
                    <a:pt x="4599179" y="1607428"/>
                  </a:lnTo>
                  <a:lnTo>
                    <a:pt x="4604885" y="1570670"/>
                  </a:lnTo>
                  <a:lnTo>
                    <a:pt x="4610591" y="1521985"/>
                  </a:lnTo>
                  <a:lnTo>
                    <a:pt x="4616298" y="1583506"/>
                  </a:lnTo>
                  <a:lnTo>
                    <a:pt x="4622004" y="1576693"/>
                  </a:lnTo>
                  <a:lnTo>
                    <a:pt x="4627710" y="1537089"/>
                  </a:lnTo>
                  <a:lnTo>
                    <a:pt x="4633416" y="1446294"/>
                  </a:lnTo>
                  <a:lnTo>
                    <a:pt x="4639122" y="1470330"/>
                  </a:lnTo>
                  <a:lnTo>
                    <a:pt x="4644828" y="1497060"/>
                  </a:lnTo>
                  <a:lnTo>
                    <a:pt x="4650535" y="1509048"/>
                  </a:lnTo>
                  <a:lnTo>
                    <a:pt x="4656241" y="1505372"/>
                  </a:lnTo>
                  <a:lnTo>
                    <a:pt x="4661947" y="1453330"/>
                  </a:lnTo>
                  <a:lnTo>
                    <a:pt x="4667653" y="1505350"/>
                  </a:lnTo>
                  <a:lnTo>
                    <a:pt x="4673359" y="1601174"/>
                  </a:lnTo>
                  <a:lnTo>
                    <a:pt x="4679066" y="1610000"/>
                  </a:lnTo>
                  <a:lnTo>
                    <a:pt x="4684772" y="1651779"/>
                  </a:lnTo>
                  <a:lnTo>
                    <a:pt x="4690478" y="1372316"/>
                  </a:lnTo>
                  <a:lnTo>
                    <a:pt x="4696184" y="1431339"/>
                  </a:lnTo>
                  <a:lnTo>
                    <a:pt x="4701890" y="1462596"/>
                  </a:lnTo>
                  <a:lnTo>
                    <a:pt x="4707596" y="1493574"/>
                  </a:lnTo>
                  <a:lnTo>
                    <a:pt x="4713303" y="1598487"/>
                  </a:lnTo>
                  <a:lnTo>
                    <a:pt x="4719009" y="1569080"/>
                  </a:lnTo>
                  <a:lnTo>
                    <a:pt x="4724715" y="1505379"/>
                  </a:lnTo>
                  <a:lnTo>
                    <a:pt x="4730421" y="1512524"/>
                  </a:lnTo>
                  <a:lnTo>
                    <a:pt x="4736127" y="1397380"/>
                  </a:lnTo>
                  <a:lnTo>
                    <a:pt x="4741834" y="1346643"/>
                  </a:lnTo>
                  <a:lnTo>
                    <a:pt x="4747540" y="1202273"/>
                  </a:lnTo>
                  <a:lnTo>
                    <a:pt x="4753246" y="1147419"/>
                  </a:lnTo>
                  <a:lnTo>
                    <a:pt x="4758952" y="1114702"/>
                  </a:lnTo>
                  <a:lnTo>
                    <a:pt x="4764658" y="1043924"/>
                  </a:lnTo>
                  <a:lnTo>
                    <a:pt x="4770364" y="1005634"/>
                  </a:lnTo>
                  <a:lnTo>
                    <a:pt x="4776071" y="960167"/>
                  </a:lnTo>
                  <a:lnTo>
                    <a:pt x="4781777" y="894587"/>
                  </a:lnTo>
                  <a:lnTo>
                    <a:pt x="4787483" y="835376"/>
                  </a:lnTo>
                  <a:lnTo>
                    <a:pt x="4793189" y="778029"/>
                  </a:lnTo>
                  <a:lnTo>
                    <a:pt x="4798895" y="757242"/>
                  </a:lnTo>
                  <a:lnTo>
                    <a:pt x="4804601" y="770025"/>
                  </a:lnTo>
                  <a:lnTo>
                    <a:pt x="4810308" y="833501"/>
                  </a:lnTo>
                  <a:lnTo>
                    <a:pt x="4816014" y="787871"/>
                  </a:lnTo>
                  <a:lnTo>
                    <a:pt x="4821720" y="685630"/>
                  </a:lnTo>
                  <a:lnTo>
                    <a:pt x="4827426" y="675903"/>
                  </a:lnTo>
                  <a:lnTo>
                    <a:pt x="4833132" y="661678"/>
                  </a:lnTo>
                  <a:lnTo>
                    <a:pt x="4838839" y="622393"/>
                  </a:lnTo>
                  <a:lnTo>
                    <a:pt x="4844545" y="561776"/>
                  </a:lnTo>
                  <a:lnTo>
                    <a:pt x="4850251" y="627832"/>
                  </a:lnTo>
                  <a:lnTo>
                    <a:pt x="4855957" y="637218"/>
                  </a:lnTo>
                  <a:lnTo>
                    <a:pt x="4861663" y="645300"/>
                  </a:lnTo>
                  <a:lnTo>
                    <a:pt x="4867369" y="615412"/>
                  </a:lnTo>
                  <a:lnTo>
                    <a:pt x="4873076" y="630375"/>
                  </a:lnTo>
                  <a:lnTo>
                    <a:pt x="4878782" y="636222"/>
                  </a:lnTo>
                  <a:lnTo>
                    <a:pt x="4884488" y="573073"/>
                  </a:lnTo>
                  <a:lnTo>
                    <a:pt x="4890194" y="488166"/>
                  </a:lnTo>
                  <a:lnTo>
                    <a:pt x="4895900" y="496994"/>
                  </a:lnTo>
                  <a:lnTo>
                    <a:pt x="4901606" y="352874"/>
                  </a:lnTo>
                  <a:lnTo>
                    <a:pt x="4907313" y="357545"/>
                  </a:lnTo>
                  <a:lnTo>
                    <a:pt x="4913019" y="421777"/>
                  </a:lnTo>
                  <a:lnTo>
                    <a:pt x="4918725" y="494129"/>
                  </a:lnTo>
                  <a:lnTo>
                    <a:pt x="4924431" y="609073"/>
                  </a:lnTo>
                  <a:lnTo>
                    <a:pt x="4930137" y="610476"/>
                  </a:lnTo>
                  <a:lnTo>
                    <a:pt x="4935844" y="648446"/>
                  </a:lnTo>
                  <a:lnTo>
                    <a:pt x="4941550" y="696588"/>
                  </a:lnTo>
                  <a:lnTo>
                    <a:pt x="4947256" y="722869"/>
                  </a:lnTo>
                  <a:lnTo>
                    <a:pt x="4952962" y="769763"/>
                  </a:lnTo>
                  <a:lnTo>
                    <a:pt x="4958668" y="810720"/>
                  </a:lnTo>
                  <a:lnTo>
                    <a:pt x="4964374" y="836814"/>
                  </a:lnTo>
                  <a:lnTo>
                    <a:pt x="4970081" y="947252"/>
                  </a:lnTo>
                  <a:lnTo>
                    <a:pt x="4975787" y="1052407"/>
                  </a:lnTo>
                  <a:lnTo>
                    <a:pt x="4981493" y="1010887"/>
                  </a:lnTo>
                  <a:lnTo>
                    <a:pt x="4987199" y="981328"/>
                  </a:lnTo>
                  <a:lnTo>
                    <a:pt x="4992905" y="1094623"/>
                  </a:lnTo>
                  <a:lnTo>
                    <a:pt x="4998612" y="1289794"/>
                  </a:lnTo>
                  <a:lnTo>
                    <a:pt x="5004318" y="1403176"/>
                  </a:lnTo>
                  <a:lnTo>
                    <a:pt x="5010024" y="1338276"/>
                  </a:lnTo>
                  <a:lnTo>
                    <a:pt x="5015730" y="1275700"/>
                  </a:lnTo>
                  <a:lnTo>
                    <a:pt x="5021436" y="1286544"/>
                  </a:lnTo>
                  <a:lnTo>
                    <a:pt x="5027142" y="1145646"/>
                  </a:lnTo>
                  <a:lnTo>
                    <a:pt x="5032849" y="1101296"/>
                  </a:lnTo>
                  <a:lnTo>
                    <a:pt x="5038555" y="1074818"/>
                  </a:lnTo>
                  <a:lnTo>
                    <a:pt x="5044261" y="1081894"/>
                  </a:lnTo>
                  <a:lnTo>
                    <a:pt x="5049967" y="1161268"/>
                  </a:lnTo>
                  <a:lnTo>
                    <a:pt x="5055673" y="1193473"/>
                  </a:lnTo>
                  <a:lnTo>
                    <a:pt x="5061379" y="1134813"/>
                  </a:lnTo>
                  <a:lnTo>
                    <a:pt x="5067086" y="1172008"/>
                  </a:lnTo>
                  <a:lnTo>
                    <a:pt x="5072792" y="1114578"/>
                  </a:lnTo>
                  <a:lnTo>
                    <a:pt x="5078498" y="1103155"/>
                  </a:lnTo>
                  <a:lnTo>
                    <a:pt x="5084204" y="1079030"/>
                  </a:lnTo>
                  <a:lnTo>
                    <a:pt x="5089910" y="1084889"/>
                  </a:lnTo>
                  <a:lnTo>
                    <a:pt x="5095617" y="1106184"/>
                  </a:lnTo>
                  <a:lnTo>
                    <a:pt x="5101323" y="1102309"/>
                  </a:lnTo>
                  <a:lnTo>
                    <a:pt x="5107029" y="1127022"/>
                  </a:lnTo>
                  <a:lnTo>
                    <a:pt x="5112735" y="1093501"/>
                  </a:lnTo>
                  <a:lnTo>
                    <a:pt x="5118441" y="1099114"/>
                  </a:lnTo>
                  <a:lnTo>
                    <a:pt x="5124147" y="1131927"/>
                  </a:lnTo>
                  <a:lnTo>
                    <a:pt x="5129854" y="1127949"/>
                  </a:lnTo>
                  <a:lnTo>
                    <a:pt x="5135560" y="1129906"/>
                  </a:lnTo>
                  <a:lnTo>
                    <a:pt x="5141266" y="1150565"/>
                  </a:lnTo>
                  <a:lnTo>
                    <a:pt x="5146972" y="1155653"/>
                  </a:lnTo>
                  <a:lnTo>
                    <a:pt x="5152678" y="1177439"/>
                  </a:lnTo>
                  <a:lnTo>
                    <a:pt x="5158385" y="1168924"/>
                  </a:lnTo>
                  <a:lnTo>
                    <a:pt x="5164091" y="1173336"/>
                  </a:lnTo>
                  <a:lnTo>
                    <a:pt x="5169797" y="1165250"/>
                  </a:lnTo>
                  <a:lnTo>
                    <a:pt x="5175503" y="1184592"/>
                  </a:lnTo>
                  <a:lnTo>
                    <a:pt x="5181209" y="1199506"/>
                  </a:lnTo>
                  <a:lnTo>
                    <a:pt x="5186915" y="1250954"/>
                  </a:lnTo>
                  <a:lnTo>
                    <a:pt x="5192622" y="1260903"/>
                  </a:lnTo>
                  <a:lnTo>
                    <a:pt x="5198328" y="1290858"/>
                  </a:lnTo>
                  <a:lnTo>
                    <a:pt x="5204034" y="1263944"/>
                  </a:lnTo>
                  <a:lnTo>
                    <a:pt x="5209740" y="1251895"/>
                  </a:lnTo>
                  <a:lnTo>
                    <a:pt x="5215446" y="1311549"/>
                  </a:lnTo>
                  <a:lnTo>
                    <a:pt x="5221152" y="1295720"/>
                  </a:lnTo>
                  <a:lnTo>
                    <a:pt x="5226859" y="1251461"/>
                  </a:lnTo>
                  <a:lnTo>
                    <a:pt x="5232565" y="1255566"/>
                  </a:lnTo>
                  <a:lnTo>
                    <a:pt x="5238271" y="1267648"/>
                  </a:lnTo>
                  <a:lnTo>
                    <a:pt x="5243977" y="1339303"/>
                  </a:lnTo>
                  <a:lnTo>
                    <a:pt x="5249683" y="1282298"/>
                  </a:lnTo>
                  <a:lnTo>
                    <a:pt x="5255390" y="1349322"/>
                  </a:lnTo>
                  <a:lnTo>
                    <a:pt x="5261096" y="1297288"/>
                  </a:lnTo>
                  <a:lnTo>
                    <a:pt x="5266802" y="1358420"/>
                  </a:lnTo>
                  <a:lnTo>
                    <a:pt x="5272508" y="1303337"/>
                  </a:lnTo>
                  <a:lnTo>
                    <a:pt x="5278214" y="1278800"/>
                  </a:lnTo>
                  <a:lnTo>
                    <a:pt x="5283920" y="1280180"/>
                  </a:lnTo>
                  <a:lnTo>
                    <a:pt x="5289627" y="1308590"/>
                  </a:lnTo>
                  <a:lnTo>
                    <a:pt x="5295333" y="1298755"/>
                  </a:lnTo>
                  <a:lnTo>
                    <a:pt x="5301039" y="1360536"/>
                  </a:lnTo>
                  <a:lnTo>
                    <a:pt x="5306745" y="1317787"/>
                  </a:lnTo>
                  <a:lnTo>
                    <a:pt x="5312451" y="1311404"/>
                  </a:lnTo>
                  <a:lnTo>
                    <a:pt x="5318157" y="1312269"/>
                  </a:lnTo>
                  <a:lnTo>
                    <a:pt x="5323864" y="1274857"/>
                  </a:lnTo>
                  <a:lnTo>
                    <a:pt x="5329570" y="1279158"/>
                  </a:lnTo>
                  <a:lnTo>
                    <a:pt x="5335276" y="1215508"/>
                  </a:lnTo>
                  <a:lnTo>
                    <a:pt x="5340982" y="1146889"/>
                  </a:lnTo>
                  <a:lnTo>
                    <a:pt x="5346688" y="1154176"/>
                  </a:lnTo>
                  <a:lnTo>
                    <a:pt x="5352395" y="1157365"/>
                  </a:lnTo>
                  <a:lnTo>
                    <a:pt x="5358101" y="1109613"/>
                  </a:lnTo>
                  <a:lnTo>
                    <a:pt x="5363807" y="1115621"/>
                  </a:lnTo>
                  <a:lnTo>
                    <a:pt x="5369513" y="1105513"/>
                  </a:lnTo>
                  <a:lnTo>
                    <a:pt x="5375219" y="1112818"/>
                  </a:lnTo>
                  <a:lnTo>
                    <a:pt x="5380925" y="1087830"/>
                  </a:lnTo>
                  <a:lnTo>
                    <a:pt x="5386632" y="1026689"/>
                  </a:lnTo>
                  <a:lnTo>
                    <a:pt x="5392338" y="1031710"/>
                  </a:lnTo>
                  <a:lnTo>
                    <a:pt x="5398044" y="1001074"/>
                  </a:lnTo>
                  <a:lnTo>
                    <a:pt x="5403750" y="965783"/>
                  </a:lnTo>
                  <a:lnTo>
                    <a:pt x="5409456" y="840930"/>
                  </a:lnTo>
                  <a:lnTo>
                    <a:pt x="5415163" y="792594"/>
                  </a:lnTo>
                  <a:lnTo>
                    <a:pt x="5420869" y="747522"/>
                  </a:lnTo>
                  <a:lnTo>
                    <a:pt x="5426575" y="740731"/>
                  </a:lnTo>
                  <a:lnTo>
                    <a:pt x="5432281" y="632732"/>
                  </a:lnTo>
                  <a:lnTo>
                    <a:pt x="5437987" y="643769"/>
                  </a:lnTo>
                  <a:lnTo>
                    <a:pt x="5443693" y="634605"/>
                  </a:lnTo>
                  <a:lnTo>
                    <a:pt x="5449400" y="609479"/>
                  </a:lnTo>
                  <a:lnTo>
                    <a:pt x="5455106" y="721001"/>
                  </a:lnTo>
                  <a:lnTo>
                    <a:pt x="5460812" y="617771"/>
                  </a:lnTo>
                  <a:lnTo>
                    <a:pt x="5466518" y="596900"/>
                  </a:lnTo>
                  <a:lnTo>
                    <a:pt x="5472224" y="644223"/>
                  </a:lnTo>
                  <a:lnTo>
                    <a:pt x="5477930" y="491801"/>
                  </a:lnTo>
                  <a:lnTo>
                    <a:pt x="5483637" y="393443"/>
                  </a:lnTo>
                  <a:lnTo>
                    <a:pt x="5489343" y="358982"/>
                  </a:lnTo>
                  <a:lnTo>
                    <a:pt x="5495049" y="324087"/>
                  </a:lnTo>
                  <a:lnTo>
                    <a:pt x="5500755" y="329778"/>
                  </a:lnTo>
                  <a:lnTo>
                    <a:pt x="5506461" y="288822"/>
                  </a:lnTo>
                  <a:lnTo>
                    <a:pt x="5512168" y="257776"/>
                  </a:lnTo>
                  <a:lnTo>
                    <a:pt x="5517874" y="138567"/>
                  </a:lnTo>
                  <a:lnTo>
                    <a:pt x="5523580" y="98525"/>
                  </a:lnTo>
                  <a:lnTo>
                    <a:pt x="5529286" y="10379"/>
                  </a:lnTo>
                  <a:lnTo>
                    <a:pt x="5534992" y="43612"/>
                  </a:lnTo>
                  <a:lnTo>
                    <a:pt x="5540698" y="0"/>
                  </a:lnTo>
                  <a:lnTo>
                    <a:pt x="5546405" y="35853"/>
                  </a:lnTo>
                  <a:lnTo>
                    <a:pt x="5552111" y="57647"/>
                  </a:lnTo>
                  <a:lnTo>
                    <a:pt x="5557817" y="101883"/>
                  </a:lnTo>
                  <a:lnTo>
                    <a:pt x="5563523" y="63882"/>
                  </a:lnTo>
                  <a:lnTo>
                    <a:pt x="5569229" y="174987"/>
                  </a:lnTo>
                  <a:lnTo>
                    <a:pt x="5574936" y="162267"/>
                  </a:lnTo>
                  <a:lnTo>
                    <a:pt x="5580642" y="306160"/>
                  </a:lnTo>
                  <a:lnTo>
                    <a:pt x="5586348" y="274269"/>
                  </a:lnTo>
                  <a:lnTo>
                    <a:pt x="5592054" y="345929"/>
                  </a:lnTo>
                  <a:lnTo>
                    <a:pt x="5597760" y="372297"/>
                  </a:lnTo>
                  <a:lnTo>
                    <a:pt x="5603466" y="313078"/>
                  </a:lnTo>
                  <a:lnTo>
                    <a:pt x="5609173" y="361944"/>
                  </a:lnTo>
                  <a:lnTo>
                    <a:pt x="5614879" y="214242"/>
                  </a:lnTo>
                  <a:lnTo>
                    <a:pt x="5620585" y="228508"/>
                  </a:lnTo>
                  <a:lnTo>
                    <a:pt x="5626291" y="184473"/>
                  </a:lnTo>
                  <a:lnTo>
                    <a:pt x="5631997" y="185109"/>
                  </a:lnTo>
                  <a:lnTo>
                    <a:pt x="5637703" y="168925"/>
                  </a:lnTo>
                  <a:lnTo>
                    <a:pt x="5643410" y="333968"/>
                  </a:lnTo>
                  <a:lnTo>
                    <a:pt x="5649116" y="333834"/>
                  </a:lnTo>
                  <a:lnTo>
                    <a:pt x="5654822" y="302587"/>
                  </a:lnTo>
                  <a:lnTo>
                    <a:pt x="5660528" y="404740"/>
                  </a:lnTo>
                  <a:lnTo>
                    <a:pt x="5666234" y="533375"/>
                  </a:lnTo>
                  <a:lnTo>
                    <a:pt x="5671941" y="453214"/>
                  </a:lnTo>
                  <a:lnTo>
                    <a:pt x="5677647" y="451200"/>
                  </a:lnTo>
                  <a:lnTo>
                    <a:pt x="5683353" y="443015"/>
                  </a:lnTo>
                  <a:lnTo>
                    <a:pt x="5689059" y="435538"/>
                  </a:lnTo>
                  <a:lnTo>
                    <a:pt x="5694765" y="444634"/>
                  </a:lnTo>
                  <a:lnTo>
                    <a:pt x="5700471" y="408351"/>
                  </a:lnTo>
                  <a:lnTo>
                    <a:pt x="5706178" y="371153"/>
                  </a:lnTo>
                  <a:lnTo>
                    <a:pt x="5711884" y="176712"/>
                  </a:lnTo>
                  <a:lnTo>
                    <a:pt x="5717590" y="132187"/>
                  </a:lnTo>
                  <a:lnTo>
                    <a:pt x="5723296" y="260304"/>
                  </a:lnTo>
                  <a:lnTo>
                    <a:pt x="5729002" y="128045"/>
                  </a:lnTo>
                  <a:lnTo>
                    <a:pt x="5734708" y="218246"/>
                  </a:lnTo>
                  <a:lnTo>
                    <a:pt x="5740415" y="192961"/>
                  </a:lnTo>
                  <a:lnTo>
                    <a:pt x="5746121" y="204674"/>
                  </a:lnTo>
                  <a:lnTo>
                    <a:pt x="5751827" y="422138"/>
                  </a:lnTo>
                  <a:lnTo>
                    <a:pt x="5757533" y="292012"/>
                  </a:lnTo>
                  <a:lnTo>
                    <a:pt x="5763239" y="423788"/>
                  </a:lnTo>
                  <a:lnTo>
                    <a:pt x="5768946" y="474513"/>
                  </a:lnTo>
                  <a:lnTo>
                    <a:pt x="5774652" y="512872"/>
                  </a:lnTo>
                  <a:lnTo>
                    <a:pt x="5780358" y="599401"/>
                  </a:lnTo>
                  <a:lnTo>
                    <a:pt x="5786064" y="576642"/>
                  </a:lnTo>
                  <a:lnTo>
                    <a:pt x="5791770" y="637016"/>
                  </a:lnTo>
                  <a:lnTo>
                    <a:pt x="5797476" y="869238"/>
                  </a:lnTo>
                  <a:lnTo>
                    <a:pt x="5803183" y="809411"/>
                  </a:lnTo>
                  <a:lnTo>
                    <a:pt x="5808889" y="1143645"/>
                  </a:lnTo>
                  <a:lnTo>
                    <a:pt x="5814595" y="1162764"/>
                  </a:lnTo>
                  <a:lnTo>
                    <a:pt x="5820301" y="1114872"/>
                  </a:lnTo>
                  <a:lnTo>
                    <a:pt x="5826007" y="1184013"/>
                  </a:lnTo>
                  <a:lnTo>
                    <a:pt x="5831714" y="1187565"/>
                  </a:lnTo>
                  <a:lnTo>
                    <a:pt x="5837420" y="1207642"/>
                  </a:lnTo>
                  <a:lnTo>
                    <a:pt x="5843126" y="1156667"/>
                  </a:lnTo>
                  <a:lnTo>
                    <a:pt x="5848832" y="1109439"/>
                  </a:lnTo>
                  <a:lnTo>
                    <a:pt x="5854538" y="1207432"/>
                  </a:lnTo>
                  <a:lnTo>
                    <a:pt x="5860244" y="1365661"/>
                  </a:lnTo>
                  <a:lnTo>
                    <a:pt x="5865951" y="1349388"/>
                  </a:lnTo>
                  <a:lnTo>
                    <a:pt x="5871657" y="1413377"/>
                  </a:lnTo>
                  <a:lnTo>
                    <a:pt x="5877363" y="1327610"/>
                  </a:lnTo>
                  <a:lnTo>
                    <a:pt x="5883069" y="1517326"/>
                  </a:lnTo>
                  <a:lnTo>
                    <a:pt x="5888775" y="1610015"/>
                  </a:lnTo>
                  <a:lnTo>
                    <a:pt x="5894481" y="1698318"/>
                  </a:lnTo>
                  <a:lnTo>
                    <a:pt x="5900188" y="1660432"/>
                  </a:lnTo>
                  <a:lnTo>
                    <a:pt x="5905894" y="1656140"/>
                  </a:lnTo>
                  <a:lnTo>
                    <a:pt x="5911600" y="1737969"/>
                  </a:lnTo>
                  <a:lnTo>
                    <a:pt x="5917306" y="1723925"/>
                  </a:lnTo>
                  <a:lnTo>
                    <a:pt x="5923012" y="1713184"/>
                  </a:lnTo>
                  <a:lnTo>
                    <a:pt x="5928719" y="1643314"/>
                  </a:lnTo>
                  <a:lnTo>
                    <a:pt x="5934425" y="1628243"/>
                  </a:lnTo>
                  <a:lnTo>
                    <a:pt x="5940131" y="1595296"/>
                  </a:lnTo>
                  <a:lnTo>
                    <a:pt x="5945837" y="1675471"/>
                  </a:lnTo>
                  <a:lnTo>
                    <a:pt x="5951543" y="1804185"/>
                  </a:lnTo>
                  <a:lnTo>
                    <a:pt x="5957249" y="1838284"/>
                  </a:lnTo>
                  <a:lnTo>
                    <a:pt x="5962956" y="1814764"/>
                  </a:lnTo>
                  <a:lnTo>
                    <a:pt x="5968662" y="1649232"/>
                  </a:lnTo>
                  <a:lnTo>
                    <a:pt x="5974368" y="1675860"/>
                  </a:lnTo>
                  <a:lnTo>
                    <a:pt x="5980074" y="1809181"/>
                  </a:lnTo>
                  <a:lnTo>
                    <a:pt x="5985780" y="1870486"/>
                  </a:lnTo>
                  <a:lnTo>
                    <a:pt x="5991487" y="1948344"/>
                  </a:lnTo>
                  <a:lnTo>
                    <a:pt x="5997193" y="1868369"/>
                  </a:lnTo>
                  <a:lnTo>
                    <a:pt x="6002899" y="1883973"/>
                  </a:lnTo>
                  <a:lnTo>
                    <a:pt x="6008605" y="1852712"/>
                  </a:lnTo>
                  <a:lnTo>
                    <a:pt x="6014311" y="1646282"/>
                  </a:lnTo>
                  <a:lnTo>
                    <a:pt x="6020017" y="1716974"/>
                  </a:lnTo>
                  <a:lnTo>
                    <a:pt x="6025724" y="1709792"/>
                  </a:lnTo>
                  <a:lnTo>
                    <a:pt x="6031430" y="1801764"/>
                  </a:lnTo>
                  <a:lnTo>
                    <a:pt x="6037136" y="1849987"/>
                  </a:lnTo>
                  <a:lnTo>
                    <a:pt x="6042842" y="1779422"/>
                  </a:lnTo>
                  <a:lnTo>
                    <a:pt x="6048548" y="1725833"/>
                  </a:lnTo>
                  <a:lnTo>
                    <a:pt x="6054254" y="1643020"/>
                  </a:lnTo>
                  <a:lnTo>
                    <a:pt x="6059961" y="1594437"/>
                  </a:lnTo>
                  <a:lnTo>
                    <a:pt x="6065667" y="1626392"/>
                  </a:lnTo>
                  <a:lnTo>
                    <a:pt x="6071373" y="1566182"/>
                  </a:lnTo>
                  <a:lnTo>
                    <a:pt x="6077079" y="1504855"/>
                  </a:lnTo>
                  <a:lnTo>
                    <a:pt x="6082785" y="1565096"/>
                  </a:lnTo>
                  <a:lnTo>
                    <a:pt x="6088492" y="1576859"/>
                  </a:lnTo>
                  <a:lnTo>
                    <a:pt x="6094198" y="1542241"/>
                  </a:lnTo>
                  <a:lnTo>
                    <a:pt x="6099904" y="1539663"/>
                  </a:lnTo>
                  <a:lnTo>
                    <a:pt x="6105610" y="1603521"/>
                  </a:lnTo>
                  <a:lnTo>
                    <a:pt x="6111316" y="1688805"/>
                  </a:lnTo>
                  <a:lnTo>
                    <a:pt x="6117022" y="1666489"/>
                  </a:lnTo>
                  <a:lnTo>
                    <a:pt x="6122729" y="1600125"/>
                  </a:lnTo>
                  <a:lnTo>
                    <a:pt x="6128435" y="1466440"/>
                  </a:lnTo>
                  <a:lnTo>
                    <a:pt x="6134141" y="1414880"/>
                  </a:lnTo>
                  <a:lnTo>
                    <a:pt x="6139847" y="1362870"/>
                  </a:lnTo>
                  <a:lnTo>
                    <a:pt x="6145553" y="1366737"/>
                  </a:lnTo>
                  <a:lnTo>
                    <a:pt x="6151259" y="1298903"/>
                  </a:lnTo>
                  <a:lnTo>
                    <a:pt x="6156966" y="1305288"/>
                  </a:lnTo>
                  <a:lnTo>
                    <a:pt x="6162672" y="1301328"/>
                  </a:lnTo>
                  <a:lnTo>
                    <a:pt x="6168378" y="1266498"/>
                  </a:lnTo>
                  <a:lnTo>
                    <a:pt x="6174084" y="1392727"/>
                  </a:lnTo>
                  <a:lnTo>
                    <a:pt x="6179790" y="1421382"/>
                  </a:lnTo>
                  <a:lnTo>
                    <a:pt x="6185497" y="1465738"/>
                  </a:lnTo>
                  <a:lnTo>
                    <a:pt x="6191203" y="1535455"/>
                  </a:lnTo>
                  <a:lnTo>
                    <a:pt x="6196909" y="1521933"/>
                  </a:lnTo>
                  <a:lnTo>
                    <a:pt x="6202615" y="1552724"/>
                  </a:lnTo>
                  <a:lnTo>
                    <a:pt x="6208321" y="1696392"/>
                  </a:lnTo>
                  <a:lnTo>
                    <a:pt x="6214027" y="1681973"/>
                  </a:lnTo>
                  <a:lnTo>
                    <a:pt x="6219734" y="1601500"/>
                  </a:lnTo>
                  <a:lnTo>
                    <a:pt x="6225440" y="1620255"/>
                  </a:lnTo>
                  <a:lnTo>
                    <a:pt x="6231146" y="1661788"/>
                  </a:lnTo>
                  <a:lnTo>
                    <a:pt x="6236852" y="1595979"/>
                  </a:lnTo>
                  <a:lnTo>
                    <a:pt x="6242558" y="1506047"/>
                  </a:lnTo>
                  <a:lnTo>
                    <a:pt x="6248265" y="1395647"/>
                  </a:lnTo>
                  <a:lnTo>
                    <a:pt x="6253971" y="1423224"/>
                  </a:lnTo>
                  <a:lnTo>
                    <a:pt x="6259677" y="1407850"/>
                  </a:lnTo>
                  <a:lnTo>
                    <a:pt x="6265383" y="1288379"/>
                  </a:lnTo>
                  <a:lnTo>
                    <a:pt x="6271089" y="1178714"/>
                  </a:lnTo>
                  <a:lnTo>
                    <a:pt x="6276795" y="1192411"/>
                  </a:lnTo>
                  <a:lnTo>
                    <a:pt x="6282502" y="1137412"/>
                  </a:lnTo>
                  <a:lnTo>
                    <a:pt x="6288208" y="1216032"/>
                  </a:lnTo>
                  <a:lnTo>
                    <a:pt x="6293914" y="1153148"/>
                  </a:lnTo>
                  <a:lnTo>
                    <a:pt x="6299620" y="1166323"/>
                  </a:lnTo>
                  <a:lnTo>
                    <a:pt x="6305326" y="1179197"/>
                  </a:lnTo>
                  <a:lnTo>
                    <a:pt x="6311032" y="1151307"/>
                  </a:lnTo>
                  <a:lnTo>
                    <a:pt x="6316739" y="1071035"/>
                  </a:lnTo>
                  <a:lnTo>
                    <a:pt x="6322445" y="1280438"/>
                  </a:lnTo>
                  <a:lnTo>
                    <a:pt x="6328151" y="1366334"/>
                  </a:lnTo>
                  <a:lnTo>
                    <a:pt x="6333857" y="1372425"/>
                  </a:lnTo>
                  <a:lnTo>
                    <a:pt x="6339563" y="1465720"/>
                  </a:lnTo>
                  <a:lnTo>
                    <a:pt x="6345270" y="1596025"/>
                  </a:lnTo>
                  <a:lnTo>
                    <a:pt x="6350976" y="1614827"/>
                  </a:lnTo>
                  <a:lnTo>
                    <a:pt x="6356682" y="1611112"/>
                  </a:lnTo>
                  <a:lnTo>
                    <a:pt x="6362388" y="1465351"/>
                  </a:lnTo>
                  <a:lnTo>
                    <a:pt x="6368094" y="1443092"/>
                  </a:lnTo>
                  <a:lnTo>
                    <a:pt x="6373800" y="1423243"/>
                  </a:lnTo>
                  <a:lnTo>
                    <a:pt x="6379507" y="1334196"/>
                  </a:lnTo>
                  <a:lnTo>
                    <a:pt x="6385213" y="1250398"/>
                  </a:lnTo>
                  <a:lnTo>
                    <a:pt x="6390919" y="1327173"/>
                  </a:lnTo>
                  <a:lnTo>
                    <a:pt x="6396625" y="1478428"/>
                  </a:lnTo>
                  <a:lnTo>
                    <a:pt x="6402331" y="1397706"/>
                  </a:lnTo>
                  <a:lnTo>
                    <a:pt x="6408038" y="1415946"/>
                  </a:lnTo>
                  <a:lnTo>
                    <a:pt x="6413744" y="1350349"/>
                  </a:lnTo>
                  <a:lnTo>
                    <a:pt x="6419450" y="1382802"/>
                  </a:lnTo>
                  <a:lnTo>
                    <a:pt x="6425156" y="1492600"/>
                  </a:lnTo>
                  <a:lnTo>
                    <a:pt x="6430862" y="1574510"/>
                  </a:lnTo>
                  <a:lnTo>
                    <a:pt x="6436568" y="1632088"/>
                  </a:lnTo>
                  <a:lnTo>
                    <a:pt x="6442275" y="1614129"/>
                  </a:lnTo>
                  <a:lnTo>
                    <a:pt x="6447981" y="1567823"/>
                  </a:lnTo>
                  <a:lnTo>
                    <a:pt x="6453687" y="1716156"/>
                  </a:lnTo>
                  <a:lnTo>
                    <a:pt x="6459393" y="1614813"/>
                  </a:lnTo>
                  <a:lnTo>
                    <a:pt x="6465099" y="1634385"/>
                  </a:lnTo>
                  <a:lnTo>
                    <a:pt x="6470805" y="1659186"/>
                  </a:lnTo>
                  <a:lnTo>
                    <a:pt x="6476512" y="1710490"/>
                  </a:lnTo>
                  <a:lnTo>
                    <a:pt x="6482218" y="1758900"/>
                  </a:lnTo>
                  <a:lnTo>
                    <a:pt x="6487924" y="1747328"/>
                  </a:lnTo>
                  <a:lnTo>
                    <a:pt x="6493630" y="1785633"/>
                  </a:lnTo>
                  <a:lnTo>
                    <a:pt x="6499336" y="1741620"/>
                  </a:lnTo>
                  <a:lnTo>
                    <a:pt x="6505043" y="1798930"/>
                  </a:lnTo>
                  <a:lnTo>
                    <a:pt x="6510749" y="1766488"/>
                  </a:lnTo>
                  <a:lnTo>
                    <a:pt x="6516455" y="1809191"/>
                  </a:lnTo>
                  <a:lnTo>
                    <a:pt x="6522161" y="1828483"/>
                  </a:lnTo>
                  <a:lnTo>
                    <a:pt x="6527867" y="1872423"/>
                  </a:lnTo>
                  <a:lnTo>
                    <a:pt x="6533573" y="1810114"/>
                  </a:lnTo>
                  <a:lnTo>
                    <a:pt x="6539280" y="1809160"/>
                  </a:lnTo>
                  <a:lnTo>
                    <a:pt x="6544986" y="1887521"/>
                  </a:lnTo>
                  <a:lnTo>
                    <a:pt x="6550692" y="1875935"/>
                  </a:lnTo>
                  <a:lnTo>
                    <a:pt x="6556398" y="1868781"/>
                  </a:lnTo>
                  <a:lnTo>
                    <a:pt x="6562104" y="1872078"/>
                  </a:lnTo>
                  <a:lnTo>
                    <a:pt x="6567810" y="1820583"/>
                  </a:lnTo>
                  <a:lnTo>
                    <a:pt x="6573517" y="1876457"/>
                  </a:lnTo>
                  <a:lnTo>
                    <a:pt x="6579223" y="1843846"/>
                  </a:lnTo>
                  <a:lnTo>
                    <a:pt x="6584929" y="1859753"/>
                  </a:lnTo>
                  <a:lnTo>
                    <a:pt x="6590635" y="1927827"/>
                  </a:lnTo>
                  <a:lnTo>
                    <a:pt x="6596341" y="1899341"/>
                  </a:lnTo>
                  <a:lnTo>
                    <a:pt x="6602048" y="1878060"/>
                  </a:lnTo>
                  <a:lnTo>
                    <a:pt x="6607754" y="1839606"/>
                  </a:lnTo>
                  <a:lnTo>
                    <a:pt x="6613460" y="1865341"/>
                  </a:lnTo>
                  <a:lnTo>
                    <a:pt x="6619166" y="1934940"/>
                  </a:lnTo>
                  <a:lnTo>
                    <a:pt x="6624872" y="1968044"/>
                  </a:lnTo>
                  <a:lnTo>
                    <a:pt x="6630578" y="1929350"/>
                  </a:lnTo>
                  <a:lnTo>
                    <a:pt x="6636285" y="1915775"/>
                  </a:lnTo>
                  <a:lnTo>
                    <a:pt x="6641991" y="2153138"/>
                  </a:lnTo>
                  <a:lnTo>
                    <a:pt x="6647697" y="2163168"/>
                  </a:lnTo>
                  <a:lnTo>
                    <a:pt x="6653403" y="2165593"/>
                  </a:lnTo>
                  <a:lnTo>
                    <a:pt x="6659109" y="2141445"/>
                  </a:lnTo>
                  <a:lnTo>
                    <a:pt x="6664816" y="2110632"/>
                  </a:lnTo>
                  <a:lnTo>
                    <a:pt x="6670522" y="2122034"/>
                  </a:lnTo>
                  <a:lnTo>
                    <a:pt x="6676228" y="2116503"/>
                  </a:lnTo>
                  <a:lnTo>
                    <a:pt x="6681934" y="2114882"/>
                  </a:lnTo>
                  <a:lnTo>
                    <a:pt x="6687640" y="2075430"/>
                  </a:lnTo>
                  <a:lnTo>
                    <a:pt x="6693346" y="2093638"/>
                  </a:lnTo>
                  <a:lnTo>
                    <a:pt x="6699053" y="2085479"/>
                  </a:lnTo>
                  <a:lnTo>
                    <a:pt x="6704759" y="2095384"/>
                  </a:lnTo>
                  <a:lnTo>
                    <a:pt x="6710465" y="2111075"/>
                  </a:lnTo>
                  <a:lnTo>
                    <a:pt x="6716171" y="2121975"/>
                  </a:lnTo>
                  <a:lnTo>
                    <a:pt x="6721877" y="2129582"/>
                  </a:lnTo>
                  <a:lnTo>
                    <a:pt x="6727583" y="2083024"/>
                  </a:lnTo>
                  <a:lnTo>
                    <a:pt x="6733290" y="2094225"/>
                  </a:lnTo>
                  <a:lnTo>
                    <a:pt x="6738996" y="2094404"/>
                  </a:lnTo>
                  <a:lnTo>
                    <a:pt x="6744702" y="2073630"/>
                  </a:lnTo>
                  <a:lnTo>
                    <a:pt x="6750408" y="2074244"/>
                  </a:lnTo>
                  <a:lnTo>
                    <a:pt x="6756114" y="2059886"/>
                  </a:lnTo>
                  <a:lnTo>
                    <a:pt x="6761821" y="2108589"/>
                  </a:lnTo>
                  <a:lnTo>
                    <a:pt x="6767527" y="2094986"/>
                  </a:lnTo>
                  <a:lnTo>
                    <a:pt x="6773233" y="2067426"/>
                  </a:lnTo>
                  <a:lnTo>
                    <a:pt x="6778939" y="2071029"/>
                  </a:lnTo>
                  <a:lnTo>
                    <a:pt x="6784645" y="2084111"/>
                  </a:lnTo>
                  <a:lnTo>
                    <a:pt x="6790351" y="2067336"/>
                  </a:lnTo>
                  <a:lnTo>
                    <a:pt x="6796058" y="2075927"/>
                  </a:lnTo>
                  <a:lnTo>
                    <a:pt x="6801764" y="2061012"/>
                  </a:lnTo>
                  <a:lnTo>
                    <a:pt x="6807470" y="2074924"/>
                  </a:lnTo>
                  <a:lnTo>
                    <a:pt x="6813176" y="2090069"/>
                  </a:lnTo>
                  <a:lnTo>
                    <a:pt x="6818882" y="2099941"/>
                  </a:lnTo>
                  <a:lnTo>
                    <a:pt x="6824589" y="2130584"/>
                  </a:lnTo>
                  <a:lnTo>
                    <a:pt x="6830295" y="2110525"/>
                  </a:lnTo>
                  <a:lnTo>
                    <a:pt x="6836001" y="2128350"/>
                  </a:lnTo>
                  <a:lnTo>
                    <a:pt x="6841707" y="2127013"/>
                  </a:lnTo>
                  <a:lnTo>
                    <a:pt x="6847413" y="2107078"/>
                  </a:lnTo>
                  <a:lnTo>
                    <a:pt x="6853119" y="2158111"/>
                  </a:lnTo>
                  <a:lnTo>
                    <a:pt x="6858826" y="2136180"/>
                  </a:lnTo>
                  <a:lnTo>
                    <a:pt x="6864532" y="2163359"/>
                  </a:lnTo>
                  <a:lnTo>
                    <a:pt x="6870238" y="2160716"/>
                  </a:lnTo>
                  <a:lnTo>
                    <a:pt x="6875944" y="2184445"/>
                  </a:lnTo>
                  <a:lnTo>
                    <a:pt x="6881650" y="2211033"/>
                  </a:lnTo>
                  <a:lnTo>
                    <a:pt x="6887356" y="2206253"/>
                  </a:lnTo>
                  <a:lnTo>
                    <a:pt x="6893063" y="2248334"/>
                  </a:lnTo>
                  <a:lnTo>
                    <a:pt x="6898769" y="2285029"/>
                  </a:lnTo>
                  <a:lnTo>
                    <a:pt x="6904475" y="2303045"/>
                  </a:lnTo>
                  <a:lnTo>
                    <a:pt x="6910181" y="2296951"/>
                  </a:lnTo>
                  <a:lnTo>
                    <a:pt x="6915887" y="2310725"/>
                  </a:lnTo>
                  <a:lnTo>
                    <a:pt x="6921594" y="2304511"/>
                  </a:lnTo>
                  <a:lnTo>
                    <a:pt x="6927300" y="2302141"/>
                  </a:lnTo>
                  <a:lnTo>
                    <a:pt x="6933006" y="2235330"/>
                  </a:lnTo>
                  <a:lnTo>
                    <a:pt x="6938712" y="2179507"/>
                  </a:lnTo>
                  <a:lnTo>
                    <a:pt x="6944418" y="2188905"/>
                  </a:lnTo>
                  <a:lnTo>
                    <a:pt x="6950124" y="2180756"/>
                  </a:lnTo>
                  <a:lnTo>
                    <a:pt x="6955831" y="2166263"/>
                  </a:lnTo>
                  <a:lnTo>
                    <a:pt x="6961537" y="2150010"/>
                  </a:lnTo>
                  <a:lnTo>
                    <a:pt x="6967243" y="2158704"/>
                  </a:lnTo>
                  <a:lnTo>
                    <a:pt x="6972949" y="2207953"/>
                  </a:lnTo>
                  <a:lnTo>
                    <a:pt x="6978655" y="2214867"/>
                  </a:lnTo>
                  <a:lnTo>
                    <a:pt x="6984361" y="2200894"/>
                  </a:lnTo>
                  <a:lnTo>
                    <a:pt x="6990068" y="2152288"/>
                  </a:lnTo>
                  <a:lnTo>
                    <a:pt x="6995774" y="2151502"/>
                  </a:lnTo>
                  <a:lnTo>
                    <a:pt x="7001480" y="2154632"/>
                  </a:lnTo>
                  <a:lnTo>
                    <a:pt x="7007186" y="2131614"/>
                  </a:lnTo>
                  <a:lnTo>
                    <a:pt x="7012892" y="2120926"/>
                  </a:lnTo>
                  <a:lnTo>
                    <a:pt x="7018599" y="2115429"/>
                  </a:lnTo>
                  <a:lnTo>
                    <a:pt x="7024305" y="2162115"/>
                  </a:lnTo>
                  <a:lnTo>
                    <a:pt x="7030011" y="2142984"/>
                  </a:lnTo>
                  <a:lnTo>
                    <a:pt x="7035717" y="2165232"/>
                  </a:lnTo>
                  <a:lnTo>
                    <a:pt x="7041423" y="2185269"/>
                  </a:lnTo>
                  <a:lnTo>
                    <a:pt x="7047129" y="2168595"/>
                  </a:lnTo>
                  <a:lnTo>
                    <a:pt x="7052836" y="2121396"/>
                  </a:lnTo>
                  <a:lnTo>
                    <a:pt x="7058542" y="2159744"/>
                  </a:lnTo>
                  <a:lnTo>
                    <a:pt x="7064248" y="2163317"/>
                  </a:lnTo>
                  <a:lnTo>
                    <a:pt x="7069954" y="2174422"/>
                  </a:lnTo>
                  <a:lnTo>
                    <a:pt x="7075660" y="2133447"/>
                  </a:lnTo>
                  <a:lnTo>
                    <a:pt x="7081367" y="2136395"/>
                  </a:lnTo>
                  <a:lnTo>
                    <a:pt x="7087073" y="2125119"/>
                  </a:lnTo>
                  <a:lnTo>
                    <a:pt x="7092779" y="2114371"/>
                  </a:lnTo>
                  <a:lnTo>
                    <a:pt x="7098485" y="2117519"/>
                  </a:lnTo>
                  <a:lnTo>
                    <a:pt x="7104191" y="2089926"/>
                  </a:lnTo>
                  <a:lnTo>
                    <a:pt x="7109897" y="2093967"/>
                  </a:lnTo>
                  <a:lnTo>
                    <a:pt x="7115604" y="2091462"/>
                  </a:lnTo>
                  <a:lnTo>
                    <a:pt x="7121310" y="2084454"/>
                  </a:lnTo>
                  <a:lnTo>
                    <a:pt x="7127016" y="2107177"/>
                  </a:lnTo>
                  <a:lnTo>
                    <a:pt x="7132722" y="2197796"/>
                  </a:lnTo>
                  <a:lnTo>
                    <a:pt x="7138428" y="2194249"/>
                  </a:lnTo>
                  <a:lnTo>
                    <a:pt x="7144134" y="2196914"/>
                  </a:lnTo>
                  <a:lnTo>
                    <a:pt x="7149841" y="2161611"/>
                  </a:lnTo>
                  <a:lnTo>
                    <a:pt x="7155547" y="2195773"/>
                  </a:lnTo>
                  <a:lnTo>
                    <a:pt x="7161253" y="2227248"/>
                  </a:lnTo>
                  <a:lnTo>
                    <a:pt x="7166959" y="2226643"/>
                  </a:lnTo>
                  <a:lnTo>
                    <a:pt x="7172665" y="2209220"/>
                  </a:lnTo>
                  <a:lnTo>
                    <a:pt x="7178372" y="2198569"/>
                  </a:lnTo>
                  <a:lnTo>
                    <a:pt x="7184078" y="2191317"/>
                  </a:lnTo>
                  <a:lnTo>
                    <a:pt x="7189784" y="2214063"/>
                  </a:lnTo>
                  <a:lnTo>
                    <a:pt x="7195490" y="2203653"/>
                  </a:lnTo>
                  <a:lnTo>
                    <a:pt x="7201196" y="2201334"/>
                  </a:lnTo>
                  <a:lnTo>
                    <a:pt x="7206902" y="2182103"/>
                  </a:lnTo>
                  <a:lnTo>
                    <a:pt x="7212609" y="2215927"/>
                  </a:lnTo>
                  <a:lnTo>
                    <a:pt x="7218315" y="2213894"/>
                  </a:lnTo>
                  <a:lnTo>
                    <a:pt x="7224021" y="2218783"/>
                  </a:lnTo>
                  <a:lnTo>
                    <a:pt x="7229727" y="2206804"/>
                  </a:lnTo>
                  <a:lnTo>
                    <a:pt x="7235433" y="2218315"/>
                  </a:lnTo>
                  <a:lnTo>
                    <a:pt x="7241140" y="2224002"/>
                  </a:lnTo>
                  <a:lnTo>
                    <a:pt x="7246846" y="2194355"/>
                  </a:lnTo>
                  <a:lnTo>
                    <a:pt x="7252552" y="2211260"/>
                  </a:lnTo>
                  <a:lnTo>
                    <a:pt x="7258258" y="2205726"/>
                  </a:lnTo>
                  <a:lnTo>
                    <a:pt x="7263964" y="2230501"/>
                  </a:lnTo>
                  <a:lnTo>
                    <a:pt x="7269670" y="2195723"/>
                  </a:lnTo>
                  <a:lnTo>
                    <a:pt x="7275377" y="2173657"/>
                  </a:lnTo>
                  <a:lnTo>
                    <a:pt x="7281083" y="2172849"/>
                  </a:lnTo>
                  <a:lnTo>
                    <a:pt x="7286789" y="2200911"/>
                  </a:lnTo>
                  <a:lnTo>
                    <a:pt x="7292495" y="2139357"/>
                  </a:lnTo>
                  <a:lnTo>
                    <a:pt x="7298201" y="2156388"/>
                  </a:lnTo>
                  <a:lnTo>
                    <a:pt x="7303907" y="2199024"/>
                  </a:lnTo>
                  <a:lnTo>
                    <a:pt x="7309614" y="2157446"/>
                  </a:lnTo>
                  <a:lnTo>
                    <a:pt x="7315320" y="2157975"/>
                  </a:lnTo>
                  <a:lnTo>
                    <a:pt x="7321026" y="2181422"/>
                  </a:lnTo>
                  <a:lnTo>
                    <a:pt x="7326732" y="2235509"/>
                  </a:lnTo>
                  <a:lnTo>
                    <a:pt x="7332438" y="2289241"/>
                  </a:lnTo>
                  <a:lnTo>
                    <a:pt x="7338145" y="2267354"/>
                  </a:lnTo>
                  <a:lnTo>
                    <a:pt x="7343851" y="2268349"/>
                  </a:lnTo>
                  <a:lnTo>
                    <a:pt x="7349557" y="2284631"/>
                  </a:lnTo>
                  <a:lnTo>
                    <a:pt x="7355263" y="2317820"/>
                  </a:lnTo>
                  <a:lnTo>
                    <a:pt x="7360969" y="2320311"/>
                  </a:lnTo>
                  <a:lnTo>
                    <a:pt x="7366675" y="2240842"/>
                  </a:lnTo>
                  <a:lnTo>
                    <a:pt x="7372382" y="2212675"/>
                  </a:lnTo>
                  <a:lnTo>
                    <a:pt x="7378088" y="2216153"/>
                  </a:lnTo>
                  <a:lnTo>
                    <a:pt x="7383794" y="2207405"/>
                  </a:lnTo>
                  <a:lnTo>
                    <a:pt x="7389500" y="2221650"/>
                  </a:lnTo>
                  <a:lnTo>
                    <a:pt x="7395206" y="2245104"/>
                  </a:lnTo>
                  <a:lnTo>
                    <a:pt x="7400912" y="2215173"/>
                  </a:lnTo>
                  <a:lnTo>
                    <a:pt x="7406619" y="2244026"/>
                  </a:lnTo>
                  <a:lnTo>
                    <a:pt x="7412325" y="2200746"/>
                  </a:lnTo>
                  <a:lnTo>
                    <a:pt x="7418031" y="2216714"/>
                  </a:lnTo>
                  <a:lnTo>
                    <a:pt x="7423737" y="2246457"/>
                  </a:lnTo>
                  <a:lnTo>
                    <a:pt x="7429443" y="2249643"/>
                  </a:lnTo>
                  <a:lnTo>
                    <a:pt x="7435150" y="2249544"/>
                  </a:lnTo>
                  <a:lnTo>
                    <a:pt x="7440856" y="2212051"/>
                  </a:lnTo>
                  <a:lnTo>
                    <a:pt x="7446562" y="2250397"/>
                  </a:lnTo>
                  <a:lnTo>
                    <a:pt x="7452268" y="2246620"/>
                  </a:lnTo>
                  <a:lnTo>
                    <a:pt x="7457974" y="2241015"/>
                  </a:lnTo>
                  <a:lnTo>
                    <a:pt x="7463680" y="2264653"/>
                  </a:lnTo>
                  <a:lnTo>
                    <a:pt x="7469387" y="2264067"/>
                  </a:lnTo>
                  <a:lnTo>
                    <a:pt x="7475093" y="2256144"/>
                  </a:lnTo>
                  <a:lnTo>
                    <a:pt x="7480799" y="2266382"/>
                  </a:lnTo>
                  <a:lnTo>
                    <a:pt x="7486505" y="2266619"/>
                  </a:lnTo>
                  <a:lnTo>
                    <a:pt x="7492211" y="2315431"/>
                  </a:lnTo>
                  <a:lnTo>
                    <a:pt x="7497918" y="2324806"/>
                  </a:lnTo>
                  <a:lnTo>
                    <a:pt x="7503624" y="2279084"/>
                  </a:lnTo>
                  <a:lnTo>
                    <a:pt x="7509330" y="2301838"/>
                  </a:lnTo>
                  <a:lnTo>
                    <a:pt x="7515036" y="2324271"/>
                  </a:lnTo>
                  <a:lnTo>
                    <a:pt x="7520742" y="2269929"/>
                  </a:lnTo>
                  <a:lnTo>
                    <a:pt x="7526448" y="2262007"/>
                  </a:lnTo>
                  <a:lnTo>
                    <a:pt x="7532155" y="2268186"/>
                  </a:lnTo>
                  <a:lnTo>
                    <a:pt x="7537861" y="2245619"/>
                  </a:lnTo>
                  <a:lnTo>
                    <a:pt x="7543567" y="2262242"/>
                  </a:lnTo>
                  <a:lnTo>
                    <a:pt x="7549273" y="2272415"/>
                  </a:lnTo>
                  <a:lnTo>
                    <a:pt x="7554979" y="2288931"/>
                  </a:lnTo>
                  <a:lnTo>
                    <a:pt x="7560685" y="2310267"/>
                  </a:lnTo>
                  <a:lnTo>
                    <a:pt x="7566392" y="2228816"/>
                  </a:lnTo>
                  <a:lnTo>
                    <a:pt x="7572098" y="2222805"/>
                  </a:lnTo>
                  <a:lnTo>
                    <a:pt x="7577804" y="2151681"/>
                  </a:lnTo>
                  <a:lnTo>
                    <a:pt x="7583510" y="2155372"/>
                  </a:lnTo>
                  <a:lnTo>
                    <a:pt x="7589216" y="2191948"/>
                  </a:lnTo>
                  <a:lnTo>
                    <a:pt x="7594923" y="2194474"/>
                  </a:lnTo>
                  <a:lnTo>
                    <a:pt x="7600629" y="2236427"/>
                  </a:lnTo>
                  <a:lnTo>
                    <a:pt x="7606335" y="2230038"/>
                  </a:lnTo>
                  <a:lnTo>
                    <a:pt x="7612041" y="2239956"/>
                  </a:lnTo>
                  <a:lnTo>
                    <a:pt x="7617747" y="2206915"/>
                  </a:lnTo>
                  <a:lnTo>
                    <a:pt x="7623453" y="2191550"/>
                  </a:lnTo>
                  <a:lnTo>
                    <a:pt x="7629160" y="2204648"/>
                  </a:lnTo>
                  <a:lnTo>
                    <a:pt x="7634866" y="2191666"/>
                  </a:lnTo>
                  <a:lnTo>
                    <a:pt x="7640572" y="2177945"/>
                  </a:lnTo>
                  <a:lnTo>
                    <a:pt x="7646278" y="2184539"/>
                  </a:lnTo>
                  <a:lnTo>
                    <a:pt x="7651984" y="2183087"/>
                  </a:lnTo>
                  <a:lnTo>
                    <a:pt x="7657691" y="2199475"/>
                  </a:lnTo>
                  <a:lnTo>
                    <a:pt x="7663397" y="2176914"/>
                  </a:lnTo>
                  <a:lnTo>
                    <a:pt x="7669103" y="2218266"/>
                  </a:lnTo>
                  <a:lnTo>
                    <a:pt x="7674809" y="2203050"/>
                  </a:lnTo>
                  <a:lnTo>
                    <a:pt x="7680515" y="2167342"/>
                  </a:lnTo>
                  <a:lnTo>
                    <a:pt x="7686221" y="2185053"/>
                  </a:lnTo>
                  <a:lnTo>
                    <a:pt x="7691928" y="1949474"/>
                  </a:lnTo>
                  <a:lnTo>
                    <a:pt x="7697634" y="1946191"/>
                  </a:lnTo>
                  <a:lnTo>
                    <a:pt x="7703340" y="1978289"/>
                  </a:lnTo>
                  <a:lnTo>
                    <a:pt x="7709046" y="1960979"/>
                  </a:lnTo>
                  <a:lnTo>
                    <a:pt x="7714752" y="2017051"/>
                  </a:lnTo>
                  <a:lnTo>
                    <a:pt x="7720458" y="1987454"/>
                  </a:lnTo>
                  <a:lnTo>
                    <a:pt x="7726165" y="2030651"/>
                  </a:lnTo>
                  <a:lnTo>
                    <a:pt x="7731871" y="2044665"/>
                  </a:lnTo>
                  <a:lnTo>
                    <a:pt x="7737577" y="2035508"/>
                  </a:lnTo>
                  <a:lnTo>
                    <a:pt x="7743283" y="2036910"/>
                  </a:lnTo>
                  <a:lnTo>
                    <a:pt x="7748989" y="1989826"/>
                  </a:lnTo>
                  <a:lnTo>
                    <a:pt x="7754696" y="1988592"/>
                  </a:lnTo>
                  <a:lnTo>
                    <a:pt x="7760402" y="1975712"/>
                  </a:lnTo>
                  <a:lnTo>
                    <a:pt x="7766108" y="1989418"/>
                  </a:lnTo>
                  <a:lnTo>
                    <a:pt x="7771814" y="2044667"/>
                  </a:lnTo>
                  <a:lnTo>
                    <a:pt x="7777520" y="2048016"/>
                  </a:lnTo>
                  <a:lnTo>
                    <a:pt x="7783226" y="2032661"/>
                  </a:lnTo>
                  <a:lnTo>
                    <a:pt x="7788933" y="1931388"/>
                  </a:lnTo>
                  <a:lnTo>
                    <a:pt x="7794639" y="1978496"/>
                  </a:lnTo>
                  <a:lnTo>
                    <a:pt x="7800345" y="1894789"/>
                  </a:lnTo>
                  <a:lnTo>
                    <a:pt x="7806051" y="1844135"/>
                  </a:lnTo>
                  <a:lnTo>
                    <a:pt x="7811757" y="1886730"/>
                  </a:lnTo>
                  <a:lnTo>
                    <a:pt x="7817463" y="1844811"/>
                  </a:lnTo>
                  <a:lnTo>
                    <a:pt x="7823170" y="1889998"/>
                  </a:lnTo>
                  <a:lnTo>
                    <a:pt x="7828876" y="1845211"/>
                  </a:lnTo>
                  <a:lnTo>
                    <a:pt x="7834582" y="1911700"/>
                  </a:lnTo>
                  <a:lnTo>
                    <a:pt x="7840288" y="1998148"/>
                  </a:lnTo>
                  <a:lnTo>
                    <a:pt x="7845994" y="2013118"/>
                  </a:lnTo>
                  <a:lnTo>
                    <a:pt x="7851701" y="2066859"/>
                  </a:lnTo>
                  <a:lnTo>
                    <a:pt x="7857407" y="2081149"/>
                  </a:lnTo>
                  <a:lnTo>
                    <a:pt x="7863113" y="2092564"/>
                  </a:lnTo>
                  <a:lnTo>
                    <a:pt x="7868819" y="2114860"/>
                  </a:lnTo>
                  <a:lnTo>
                    <a:pt x="7874525" y="2146221"/>
                  </a:lnTo>
                  <a:lnTo>
                    <a:pt x="7880231" y="2143285"/>
                  </a:lnTo>
                  <a:lnTo>
                    <a:pt x="7885938" y="2112149"/>
                  </a:lnTo>
                  <a:lnTo>
                    <a:pt x="7891644" y="2055238"/>
                  </a:lnTo>
                  <a:lnTo>
                    <a:pt x="7897350" y="2074895"/>
                  </a:lnTo>
                  <a:lnTo>
                    <a:pt x="7903056" y="2016921"/>
                  </a:lnTo>
                  <a:lnTo>
                    <a:pt x="7908762" y="1933422"/>
                  </a:lnTo>
                  <a:lnTo>
                    <a:pt x="7914469" y="1889926"/>
                  </a:lnTo>
                  <a:lnTo>
                    <a:pt x="7920175" y="1968184"/>
                  </a:lnTo>
                  <a:lnTo>
                    <a:pt x="7925881" y="2054214"/>
                  </a:lnTo>
                  <a:lnTo>
                    <a:pt x="7931587" y="2027910"/>
                  </a:lnTo>
                  <a:lnTo>
                    <a:pt x="7937293" y="1777966"/>
                  </a:lnTo>
                  <a:lnTo>
                    <a:pt x="7942999" y="1840153"/>
                  </a:lnTo>
                  <a:lnTo>
                    <a:pt x="7948706" y="1830870"/>
                  </a:lnTo>
                  <a:lnTo>
                    <a:pt x="7954412" y="1945104"/>
                  </a:lnTo>
                  <a:lnTo>
                    <a:pt x="7960118" y="1951781"/>
                  </a:lnTo>
                  <a:lnTo>
                    <a:pt x="7965824" y="1976790"/>
                  </a:lnTo>
                  <a:lnTo>
                    <a:pt x="7971530" y="1979759"/>
                  </a:lnTo>
                  <a:lnTo>
                    <a:pt x="7977236" y="2003650"/>
                  </a:lnTo>
                  <a:lnTo>
                    <a:pt x="7982943" y="1950090"/>
                  </a:lnTo>
                  <a:lnTo>
                    <a:pt x="7988649" y="1922162"/>
                  </a:lnTo>
                  <a:lnTo>
                    <a:pt x="7994355" y="1898893"/>
                  </a:lnTo>
                  <a:lnTo>
                    <a:pt x="8000061" y="1904581"/>
                  </a:lnTo>
                  <a:lnTo>
                    <a:pt x="8005767" y="1895880"/>
                  </a:lnTo>
                  <a:lnTo>
                    <a:pt x="8011474" y="1791164"/>
                  </a:lnTo>
                  <a:lnTo>
                    <a:pt x="8017180" y="1751724"/>
                  </a:lnTo>
                  <a:lnTo>
                    <a:pt x="8022886" y="1825931"/>
                  </a:lnTo>
                  <a:lnTo>
                    <a:pt x="8028592" y="1812172"/>
                  </a:lnTo>
                  <a:lnTo>
                    <a:pt x="8034298" y="1746307"/>
                  </a:lnTo>
                  <a:lnTo>
                    <a:pt x="8040004" y="1667937"/>
                  </a:lnTo>
                  <a:lnTo>
                    <a:pt x="8045711" y="1710639"/>
                  </a:lnTo>
                  <a:lnTo>
                    <a:pt x="8051417" y="1766402"/>
                  </a:lnTo>
                  <a:lnTo>
                    <a:pt x="8057123" y="1801522"/>
                  </a:lnTo>
                  <a:lnTo>
                    <a:pt x="8062829" y="1724508"/>
                  </a:lnTo>
                  <a:lnTo>
                    <a:pt x="8068535" y="1770540"/>
                  </a:lnTo>
                  <a:lnTo>
                    <a:pt x="8074242" y="1837452"/>
                  </a:lnTo>
                  <a:lnTo>
                    <a:pt x="8079948" y="1807757"/>
                  </a:lnTo>
                  <a:lnTo>
                    <a:pt x="8085654" y="1880386"/>
                  </a:lnTo>
                  <a:lnTo>
                    <a:pt x="8091360" y="1893278"/>
                  </a:lnTo>
                  <a:lnTo>
                    <a:pt x="8097066" y="1934464"/>
                  </a:lnTo>
                  <a:lnTo>
                    <a:pt x="8102772" y="1943580"/>
                  </a:lnTo>
                  <a:lnTo>
                    <a:pt x="8108479" y="1912489"/>
                  </a:lnTo>
                  <a:lnTo>
                    <a:pt x="8114185" y="1964883"/>
                  </a:lnTo>
                  <a:lnTo>
                    <a:pt x="8119891" y="1918982"/>
                  </a:lnTo>
                  <a:lnTo>
                    <a:pt x="8125597" y="1863456"/>
                  </a:lnTo>
                  <a:lnTo>
                    <a:pt x="8131303" y="1883339"/>
                  </a:lnTo>
                  <a:lnTo>
                    <a:pt x="8137009" y="1838200"/>
                  </a:lnTo>
                  <a:lnTo>
                    <a:pt x="8142716" y="1923631"/>
                  </a:lnTo>
                  <a:lnTo>
                    <a:pt x="8148422" y="1971556"/>
                  </a:lnTo>
                  <a:lnTo>
                    <a:pt x="8154128" y="2041225"/>
                  </a:lnTo>
                  <a:lnTo>
                    <a:pt x="8159834" y="1996630"/>
                  </a:lnTo>
                  <a:lnTo>
                    <a:pt x="8165540" y="2016634"/>
                  </a:lnTo>
                  <a:lnTo>
                    <a:pt x="8171247" y="2055742"/>
                  </a:lnTo>
                  <a:lnTo>
                    <a:pt x="8176953" y="2109014"/>
                  </a:lnTo>
                  <a:lnTo>
                    <a:pt x="8182659" y="2145969"/>
                  </a:lnTo>
                  <a:lnTo>
                    <a:pt x="8188365" y="2152790"/>
                  </a:lnTo>
                  <a:lnTo>
                    <a:pt x="8194071" y="2168705"/>
                  </a:lnTo>
                  <a:lnTo>
                    <a:pt x="8199777" y="2123220"/>
                  </a:lnTo>
                  <a:lnTo>
                    <a:pt x="8205484" y="2032299"/>
                  </a:lnTo>
                  <a:lnTo>
                    <a:pt x="8211190" y="2021388"/>
                  </a:lnTo>
                  <a:lnTo>
                    <a:pt x="8216896" y="2005911"/>
                  </a:lnTo>
                  <a:lnTo>
                    <a:pt x="8222602" y="2065510"/>
                  </a:lnTo>
                  <a:lnTo>
                    <a:pt x="8228308" y="2040194"/>
                  </a:lnTo>
                  <a:lnTo>
                    <a:pt x="8234014" y="2021453"/>
                  </a:lnTo>
                  <a:lnTo>
                    <a:pt x="8239721" y="2013081"/>
                  </a:lnTo>
                  <a:lnTo>
                    <a:pt x="8245427" y="2008240"/>
                  </a:lnTo>
                  <a:lnTo>
                    <a:pt x="8251133" y="1997048"/>
                  </a:lnTo>
                  <a:lnTo>
                    <a:pt x="8256839" y="1989305"/>
                  </a:lnTo>
                  <a:lnTo>
                    <a:pt x="8262545" y="1998609"/>
                  </a:lnTo>
                  <a:lnTo>
                    <a:pt x="8268252" y="1994043"/>
                  </a:lnTo>
                  <a:lnTo>
                    <a:pt x="8273958" y="1995954"/>
                  </a:lnTo>
                  <a:lnTo>
                    <a:pt x="8279664" y="2006298"/>
                  </a:lnTo>
                  <a:lnTo>
                    <a:pt x="8285370" y="2018252"/>
                  </a:lnTo>
                  <a:lnTo>
                    <a:pt x="8291076" y="2035419"/>
                  </a:lnTo>
                  <a:lnTo>
                    <a:pt x="8296782" y="2006434"/>
                  </a:lnTo>
                  <a:lnTo>
                    <a:pt x="8302489" y="2015947"/>
                  </a:lnTo>
                  <a:lnTo>
                    <a:pt x="8308195" y="2045992"/>
                  </a:lnTo>
                  <a:lnTo>
                    <a:pt x="8313901" y="2098644"/>
                  </a:lnTo>
                  <a:lnTo>
                    <a:pt x="8319607" y="2091122"/>
                  </a:lnTo>
                  <a:lnTo>
                    <a:pt x="8325313" y="2134731"/>
                  </a:lnTo>
                  <a:lnTo>
                    <a:pt x="8331020" y="2182052"/>
                  </a:lnTo>
                  <a:lnTo>
                    <a:pt x="8336726" y="2153640"/>
                  </a:lnTo>
                  <a:lnTo>
                    <a:pt x="8342432" y="2112602"/>
                  </a:lnTo>
                  <a:lnTo>
                    <a:pt x="8348138" y="2179349"/>
                  </a:lnTo>
                  <a:lnTo>
                    <a:pt x="8353844" y="2086016"/>
                  </a:lnTo>
                  <a:lnTo>
                    <a:pt x="8359550" y="2015026"/>
                  </a:lnTo>
                  <a:lnTo>
                    <a:pt x="8365257" y="1994348"/>
                  </a:lnTo>
                  <a:lnTo>
                    <a:pt x="8370963" y="1953644"/>
                  </a:lnTo>
                  <a:lnTo>
                    <a:pt x="8376669" y="1999660"/>
                  </a:lnTo>
                  <a:lnTo>
                    <a:pt x="8382375" y="1909071"/>
                  </a:lnTo>
                  <a:lnTo>
                    <a:pt x="8388081" y="1908016"/>
                  </a:lnTo>
                  <a:lnTo>
                    <a:pt x="8393787" y="1944921"/>
                  </a:lnTo>
                  <a:lnTo>
                    <a:pt x="8399494" y="2012883"/>
                  </a:lnTo>
                  <a:lnTo>
                    <a:pt x="8405200" y="1988492"/>
                  </a:lnTo>
                  <a:lnTo>
                    <a:pt x="8410906" y="1981713"/>
                  </a:lnTo>
                  <a:lnTo>
                    <a:pt x="8416612" y="2123302"/>
                  </a:lnTo>
                  <a:lnTo>
                    <a:pt x="8422318" y="2061419"/>
                  </a:lnTo>
                  <a:lnTo>
                    <a:pt x="8428025" y="2000637"/>
                  </a:lnTo>
                  <a:lnTo>
                    <a:pt x="8433731" y="1911251"/>
                  </a:lnTo>
                  <a:lnTo>
                    <a:pt x="8439437" y="1896495"/>
                  </a:lnTo>
                  <a:lnTo>
                    <a:pt x="8445143" y="1866569"/>
                  </a:lnTo>
                  <a:lnTo>
                    <a:pt x="8450849" y="1890075"/>
                  </a:lnTo>
                  <a:lnTo>
                    <a:pt x="8456555" y="1819205"/>
                  </a:lnTo>
                  <a:lnTo>
                    <a:pt x="8462262" y="1805536"/>
                  </a:lnTo>
                  <a:lnTo>
                    <a:pt x="8467968" y="1757919"/>
                  </a:lnTo>
                  <a:lnTo>
                    <a:pt x="8473674" y="1684112"/>
                  </a:lnTo>
                  <a:lnTo>
                    <a:pt x="8479380" y="1654863"/>
                  </a:lnTo>
                  <a:lnTo>
                    <a:pt x="8485086" y="1602432"/>
                  </a:lnTo>
                  <a:lnTo>
                    <a:pt x="8490793" y="1603705"/>
                  </a:lnTo>
                  <a:lnTo>
                    <a:pt x="8496499" y="1636249"/>
                  </a:lnTo>
                  <a:lnTo>
                    <a:pt x="8502205" y="1681445"/>
                  </a:lnTo>
                  <a:lnTo>
                    <a:pt x="8507911" y="1701118"/>
                  </a:lnTo>
                  <a:lnTo>
                    <a:pt x="8513617" y="1816437"/>
                  </a:lnTo>
                  <a:lnTo>
                    <a:pt x="8519323" y="1909059"/>
                  </a:lnTo>
                  <a:lnTo>
                    <a:pt x="8525030" y="1940926"/>
                  </a:lnTo>
                  <a:lnTo>
                    <a:pt x="8530736" y="1994765"/>
                  </a:lnTo>
                  <a:lnTo>
                    <a:pt x="8536442" y="1928085"/>
                  </a:lnTo>
                  <a:lnTo>
                    <a:pt x="8542148" y="1850649"/>
                  </a:lnTo>
                  <a:lnTo>
                    <a:pt x="8547854" y="1852175"/>
                  </a:lnTo>
                  <a:lnTo>
                    <a:pt x="8553560" y="1827052"/>
                  </a:lnTo>
                  <a:lnTo>
                    <a:pt x="8553560" y="18270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7854" y="0"/>
                  </a:lnTo>
                  <a:lnTo>
                    <a:pt x="8542148" y="0"/>
                  </a:lnTo>
                  <a:lnTo>
                    <a:pt x="8536442" y="0"/>
                  </a:lnTo>
                  <a:lnTo>
                    <a:pt x="8530736" y="0"/>
                  </a:lnTo>
                  <a:lnTo>
                    <a:pt x="8525030" y="0"/>
                  </a:lnTo>
                  <a:lnTo>
                    <a:pt x="8519323" y="0"/>
                  </a:lnTo>
                  <a:lnTo>
                    <a:pt x="8513617" y="0"/>
                  </a:lnTo>
                  <a:lnTo>
                    <a:pt x="8507911" y="0"/>
                  </a:lnTo>
                  <a:lnTo>
                    <a:pt x="8502205" y="0"/>
                  </a:lnTo>
                  <a:lnTo>
                    <a:pt x="8496499" y="0"/>
                  </a:lnTo>
                  <a:lnTo>
                    <a:pt x="8490793" y="0"/>
                  </a:lnTo>
                  <a:lnTo>
                    <a:pt x="8485086" y="0"/>
                  </a:lnTo>
                  <a:lnTo>
                    <a:pt x="8479380" y="0"/>
                  </a:lnTo>
                  <a:lnTo>
                    <a:pt x="8473674" y="0"/>
                  </a:lnTo>
                  <a:lnTo>
                    <a:pt x="8467968" y="0"/>
                  </a:lnTo>
                  <a:lnTo>
                    <a:pt x="8462262" y="0"/>
                  </a:lnTo>
                  <a:lnTo>
                    <a:pt x="8456555" y="0"/>
                  </a:lnTo>
                  <a:lnTo>
                    <a:pt x="8450849" y="0"/>
                  </a:lnTo>
                  <a:lnTo>
                    <a:pt x="8445143" y="0"/>
                  </a:lnTo>
                  <a:lnTo>
                    <a:pt x="8439437" y="0"/>
                  </a:lnTo>
                  <a:lnTo>
                    <a:pt x="8433731" y="0"/>
                  </a:lnTo>
                  <a:lnTo>
                    <a:pt x="8428025" y="0"/>
                  </a:lnTo>
                  <a:lnTo>
                    <a:pt x="8422318" y="0"/>
                  </a:lnTo>
                  <a:lnTo>
                    <a:pt x="8416612" y="0"/>
                  </a:lnTo>
                  <a:lnTo>
                    <a:pt x="8410906" y="0"/>
                  </a:lnTo>
                  <a:lnTo>
                    <a:pt x="8405200" y="0"/>
                  </a:lnTo>
                  <a:lnTo>
                    <a:pt x="8399494" y="0"/>
                  </a:lnTo>
                  <a:lnTo>
                    <a:pt x="8393787" y="0"/>
                  </a:lnTo>
                  <a:lnTo>
                    <a:pt x="8388081" y="0"/>
                  </a:lnTo>
                  <a:lnTo>
                    <a:pt x="8382375" y="0"/>
                  </a:lnTo>
                  <a:lnTo>
                    <a:pt x="8376669" y="0"/>
                  </a:lnTo>
                  <a:lnTo>
                    <a:pt x="8370963" y="0"/>
                  </a:lnTo>
                  <a:lnTo>
                    <a:pt x="8365257" y="0"/>
                  </a:lnTo>
                  <a:lnTo>
                    <a:pt x="8359550" y="0"/>
                  </a:lnTo>
                  <a:lnTo>
                    <a:pt x="8353844" y="0"/>
                  </a:lnTo>
                  <a:lnTo>
                    <a:pt x="8348138" y="0"/>
                  </a:lnTo>
                  <a:lnTo>
                    <a:pt x="8342432" y="0"/>
                  </a:lnTo>
                  <a:lnTo>
                    <a:pt x="8336726" y="0"/>
                  </a:lnTo>
                  <a:lnTo>
                    <a:pt x="8331020" y="0"/>
                  </a:lnTo>
                  <a:lnTo>
                    <a:pt x="8325313" y="0"/>
                  </a:lnTo>
                  <a:lnTo>
                    <a:pt x="8319607" y="0"/>
                  </a:lnTo>
                  <a:lnTo>
                    <a:pt x="8313901" y="0"/>
                  </a:lnTo>
                  <a:lnTo>
                    <a:pt x="8308195" y="0"/>
                  </a:lnTo>
                  <a:lnTo>
                    <a:pt x="8302489" y="0"/>
                  </a:lnTo>
                  <a:lnTo>
                    <a:pt x="8296782" y="0"/>
                  </a:lnTo>
                  <a:lnTo>
                    <a:pt x="8291076" y="0"/>
                  </a:lnTo>
                  <a:lnTo>
                    <a:pt x="8285370" y="0"/>
                  </a:lnTo>
                  <a:lnTo>
                    <a:pt x="8279664" y="0"/>
                  </a:lnTo>
                  <a:lnTo>
                    <a:pt x="8273958" y="0"/>
                  </a:lnTo>
                  <a:lnTo>
                    <a:pt x="8268252" y="0"/>
                  </a:lnTo>
                  <a:lnTo>
                    <a:pt x="8262545" y="0"/>
                  </a:lnTo>
                  <a:lnTo>
                    <a:pt x="8256839" y="0"/>
                  </a:lnTo>
                  <a:lnTo>
                    <a:pt x="8251133" y="0"/>
                  </a:lnTo>
                  <a:lnTo>
                    <a:pt x="8245427" y="0"/>
                  </a:lnTo>
                  <a:lnTo>
                    <a:pt x="8239721" y="0"/>
                  </a:lnTo>
                  <a:lnTo>
                    <a:pt x="8234014" y="0"/>
                  </a:lnTo>
                  <a:lnTo>
                    <a:pt x="8228308" y="0"/>
                  </a:lnTo>
                  <a:lnTo>
                    <a:pt x="8222602" y="0"/>
                  </a:lnTo>
                  <a:lnTo>
                    <a:pt x="8216896" y="0"/>
                  </a:lnTo>
                  <a:lnTo>
                    <a:pt x="8211190" y="0"/>
                  </a:lnTo>
                  <a:lnTo>
                    <a:pt x="8205484" y="0"/>
                  </a:lnTo>
                  <a:lnTo>
                    <a:pt x="8199777" y="0"/>
                  </a:lnTo>
                  <a:lnTo>
                    <a:pt x="8194071" y="0"/>
                  </a:lnTo>
                  <a:lnTo>
                    <a:pt x="8188365" y="0"/>
                  </a:lnTo>
                  <a:lnTo>
                    <a:pt x="8182659" y="0"/>
                  </a:lnTo>
                  <a:lnTo>
                    <a:pt x="8176953" y="0"/>
                  </a:lnTo>
                  <a:lnTo>
                    <a:pt x="8171247" y="0"/>
                  </a:lnTo>
                  <a:lnTo>
                    <a:pt x="8165540" y="0"/>
                  </a:lnTo>
                  <a:lnTo>
                    <a:pt x="8159834" y="0"/>
                  </a:lnTo>
                  <a:lnTo>
                    <a:pt x="8154128" y="0"/>
                  </a:lnTo>
                  <a:lnTo>
                    <a:pt x="8148422" y="0"/>
                  </a:lnTo>
                  <a:lnTo>
                    <a:pt x="8142716" y="0"/>
                  </a:lnTo>
                  <a:lnTo>
                    <a:pt x="8137009" y="0"/>
                  </a:lnTo>
                  <a:lnTo>
                    <a:pt x="8131303" y="0"/>
                  </a:lnTo>
                  <a:lnTo>
                    <a:pt x="8125597" y="0"/>
                  </a:lnTo>
                  <a:lnTo>
                    <a:pt x="8119891" y="0"/>
                  </a:lnTo>
                  <a:lnTo>
                    <a:pt x="8114185" y="0"/>
                  </a:lnTo>
                  <a:lnTo>
                    <a:pt x="8108479" y="0"/>
                  </a:lnTo>
                  <a:lnTo>
                    <a:pt x="8102772" y="0"/>
                  </a:lnTo>
                  <a:lnTo>
                    <a:pt x="8097066" y="0"/>
                  </a:lnTo>
                  <a:lnTo>
                    <a:pt x="8091360" y="0"/>
                  </a:lnTo>
                  <a:lnTo>
                    <a:pt x="8085654" y="0"/>
                  </a:lnTo>
                  <a:lnTo>
                    <a:pt x="8079948" y="0"/>
                  </a:lnTo>
                  <a:lnTo>
                    <a:pt x="8074242" y="0"/>
                  </a:lnTo>
                  <a:lnTo>
                    <a:pt x="8068535" y="0"/>
                  </a:lnTo>
                  <a:lnTo>
                    <a:pt x="8062829" y="0"/>
                  </a:lnTo>
                  <a:lnTo>
                    <a:pt x="8057123" y="0"/>
                  </a:lnTo>
                  <a:lnTo>
                    <a:pt x="8051417" y="0"/>
                  </a:lnTo>
                  <a:lnTo>
                    <a:pt x="8045711" y="0"/>
                  </a:lnTo>
                  <a:lnTo>
                    <a:pt x="8040004" y="0"/>
                  </a:lnTo>
                  <a:lnTo>
                    <a:pt x="8034298" y="0"/>
                  </a:lnTo>
                  <a:lnTo>
                    <a:pt x="8028592" y="0"/>
                  </a:lnTo>
                  <a:lnTo>
                    <a:pt x="8022886" y="0"/>
                  </a:lnTo>
                  <a:lnTo>
                    <a:pt x="8017180" y="0"/>
                  </a:lnTo>
                  <a:lnTo>
                    <a:pt x="8011474" y="0"/>
                  </a:lnTo>
                  <a:lnTo>
                    <a:pt x="8005767" y="0"/>
                  </a:lnTo>
                  <a:lnTo>
                    <a:pt x="8000061" y="0"/>
                  </a:lnTo>
                  <a:lnTo>
                    <a:pt x="7994355" y="0"/>
                  </a:lnTo>
                  <a:lnTo>
                    <a:pt x="7988649" y="0"/>
                  </a:lnTo>
                  <a:lnTo>
                    <a:pt x="7982943" y="0"/>
                  </a:lnTo>
                  <a:lnTo>
                    <a:pt x="7977236" y="0"/>
                  </a:lnTo>
                  <a:lnTo>
                    <a:pt x="7971530" y="0"/>
                  </a:lnTo>
                  <a:lnTo>
                    <a:pt x="7965824" y="0"/>
                  </a:lnTo>
                  <a:lnTo>
                    <a:pt x="7960118" y="0"/>
                  </a:lnTo>
                  <a:lnTo>
                    <a:pt x="7954412" y="0"/>
                  </a:lnTo>
                  <a:lnTo>
                    <a:pt x="7948706" y="0"/>
                  </a:lnTo>
                  <a:lnTo>
                    <a:pt x="7942999" y="0"/>
                  </a:lnTo>
                  <a:lnTo>
                    <a:pt x="7937293" y="0"/>
                  </a:lnTo>
                  <a:lnTo>
                    <a:pt x="7931587" y="0"/>
                  </a:lnTo>
                  <a:lnTo>
                    <a:pt x="7925881" y="0"/>
                  </a:lnTo>
                  <a:lnTo>
                    <a:pt x="7920175" y="0"/>
                  </a:lnTo>
                  <a:lnTo>
                    <a:pt x="7914469" y="0"/>
                  </a:lnTo>
                  <a:lnTo>
                    <a:pt x="7908762" y="0"/>
                  </a:lnTo>
                  <a:lnTo>
                    <a:pt x="7903056" y="0"/>
                  </a:lnTo>
                  <a:lnTo>
                    <a:pt x="7897350" y="0"/>
                  </a:lnTo>
                  <a:lnTo>
                    <a:pt x="7891644" y="0"/>
                  </a:lnTo>
                  <a:lnTo>
                    <a:pt x="7885938" y="0"/>
                  </a:lnTo>
                  <a:lnTo>
                    <a:pt x="7880231" y="0"/>
                  </a:lnTo>
                  <a:lnTo>
                    <a:pt x="7874525" y="0"/>
                  </a:lnTo>
                  <a:lnTo>
                    <a:pt x="7868819" y="0"/>
                  </a:lnTo>
                  <a:lnTo>
                    <a:pt x="7863113" y="0"/>
                  </a:lnTo>
                  <a:lnTo>
                    <a:pt x="7857407" y="0"/>
                  </a:lnTo>
                  <a:lnTo>
                    <a:pt x="7851701" y="0"/>
                  </a:lnTo>
                  <a:lnTo>
                    <a:pt x="7845994" y="0"/>
                  </a:lnTo>
                  <a:lnTo>
                    <a:pt x="7840288" y="0"/>
                  </a:lnTo>
                  <a:lnTo>
                    <a:pt x="7834582" y="0"/>
                  </a:lnTo>
                  <a:lnTo>
                    <a:pt x="7828876" y="0"/>
                  </a:lnTo>
                  <a:lnTo>
                    <a:pt x="7823170" y="0"/>
                  </a:lnTo>
                  <a:lnTo>
                    <a:pt x="7817463" y="0"/>
                  </a:lnTo>
                  <a:lnTo>
                    <a:pt x="7811757" y="0"/>
                  </a:lnTo>
                  <a:lnTo>
                    <a:pt x="7806051" y="0"/>
                  </a:lnTo>
                  <a:lnTo>
                    <a:pt x="7800345" y="0"/>
                  </a:lnTo>
                  <a:lnTo>
                    <a:pt x="7794639" y="0"/>
                  </a:lnTo>
                  <a:lnTo>
                    <a:pt x="7788933" y="0"/>
                  </a:lnTo>
                  <a:lnTo>
                    <a:pt x="7783226" y="0"/>
                  </a:lnTo>
                  <a:lnTo>
                    <a:pt x="7777520" y="0"/>
                  </a:lnTo>
                  <a:lnTo>
                    <a:pt x="7771814" y="0"/>
                  </a:lnTo>
                  <a:lnTo>
                    <a:pt x="7766108" y="0"/>
                  </a:lnTo>
                  <a:lnTo>
                    <a:pt x="7760402" y="0"/>
                  </a:lnTo>
                  <a:lnTo>
                    <a:pt x="7754696" y="0"/>
                  </a:lnTo>
                  <a:lnTo>
                    <a:pt x="7748989" y="0"/>
                  </a:lnTo>
                  <a:lnTo>
                    <a:pt x="7743283" y="0"/>
                  </a:lnTo>
                  <a:lnTo>
                    <a:pt x="7737577" y="0"/>
                  </a:lnTo>
                  <a:lnTo>
                    <a:pt x="7731871" y="0"/>
                  </a:lnTo>
                  <a:lnTo>
                    <a:pt x="7726165" y="0"/>
                  </a:lnTo>
                  <a:lnTo>
                    <a:pt x="7720458" y="0"/>
                  </a:lnTo>
                  <a:lnTo>
                    <a:pt x="7714752" y="0"/>
                  </a:lnTo>
                  <a:lnTo>
                    <a:pt x="7709046" y="0"/>
                  </a:lnTo>
                  <a:lnTo>
                    <a:pt x="7703340" y="0"/>
                  </a:lnTo>
                  <a:lnTo>
                    <a:pt x="7697634" y="0"/>
                  </a:lnTo>
                  <a:lnTo>
                    <a:pt x="7691928" y="0"/>
                  </a:lnTo>
                  <a:lnTo>
                    <a:pt x="7686221" y="0"/>
                  </a:lnTo>
                  <a:lnTo>
                    <a:pt x="7680515" y="0"/>
                  </a:lnTo>
                  <a:lnTo>
                    <a:pt x="7674809" y="0"/>
                  </a:lnTo>
                  <a:lnTo>
                    <a:pt x="7669103" y="0"/>
                  </a:lnTo>
                  <a:lnTo>
                    <a:pt x="7663397" y="0"/>
                  </a:lnTo>
                  <a:lnTo>
                    <a:pt x="7657691" y="0"/>
                  </a:lnTo>
                  <a:lnTo>
                    <a:pt x="7651984" y="0"/>
                  </a:lnTo>
                  <a:lnTo>
                    <a:pt x="7646278" y="0"/>
                  </a:lnTo>
                  <a:lnTo>
                    <a:pt x="7640572" y="0"/>
                  </a:lnTo>
                  <a:lnTo>
                    <a:pt x="7634866" y="0"/>
                  </a:lnTo>
                  <a:lnTo>
                    <a:pt x="7629160" y="0"/>
                  </a:lnTo>
                  <a:lnTo>
                    <a:pt x="7623453" y="0"/>
                  </a:lnTo>
                  <a:lnTo>
                    <a:pt x="7617747" y="0"/>
                  </a:lnTo>
                  <a:lnTo>
                    <a:pt x="7612041" y="0"/>
                  </a:lnTo>
                  <a:lnTo>
                    <a:pt x="7606335" y="0"/>
                  </a:lnTo>
                  <a:lnTo>
                    <a:pt x="7600629" y="0"/>
                  </a:lnTo>
                  <a:lnTo>
                    <a:pt x="7594923" y="0"/>
                  </a:lnTo>
                  <a:lnTo>
                    <a:pt x="7589216" y="0"/>
                  </a:lnTo>
                  <a:lnTo>
                    <a:pt x="7583510" y="0"/>
                  </a:lnTo>
                  <a:lnTo>
                    <a:pt x="7577804" y="0"/>
                  </a:lnTo>
                  <a:lnTo>
                    <a:pt x="7572098" y="0"/>
                  </a:lnTo>
                  <a:lnTo>
                    <a:pt x="7566392" y="0"/>
                  </a:lnTo>
                  <a:lnTo>
                    <a:pt x="7560685" y="0"/>
                  </a:lnTo>
                  <a:lnTo>
                    <a:pt x="7554979" y="0"/>
                  </a:lnTo>
                  <a:lnTo>
                    <a:pt x="7549273" y="0"/>
                  </a:lnTo>
                  <a:lnTo>
                    <a:pt x="7543567" y="0"/>
                  </a:lnTo>
                  <a:lnTo>
                    <a:pt x="7537861" y="0"/>
                  </a:lnTo>
                  <a:lnTo>
                    <a:pt x="7532155" y="0"/>
                  </a:lnTo>
                  <a:lnTo>
                    <a:pt x="7526448" y="0"/>
                  </a:lnTo>
                  <a:lnTo>
                    <a:pt x="7520742" y="0"/>
                  </a:lnTo>
                  <a:lnTo>
                    <a:pt x="7515036" y="0"/>
                  </a:lnTo>
                  <a:lnTo>
                    <a:pt x="7509330" y="0"/>
                  </a:lnTo>
                  <a:lnTo>
                    <a:pt x="7503624" y="0"/>
                  </a:lnTo>
                  <a:lnTo>
                    <a:pt x="7497918" y="0"/>
                  </a:lnTo>
                  <a:lnTo>
                    <a:pt x="7492211" y="0"/>
                  </a:lnTo>
                  <a:lnTo>
                    <a:pt x="7486505" y="0"/>
                  </a:lnTo>
                  <a:lnTo>
                    <a:pt x="7480799" y="0"/>
                  </a:lnTo>
                  <a:lnTo>
                    <a:pt x="7475093" y="0"/>
                  </a:lnTo>
                  <a:lnTo>
                    <a:pt x="7469387" y="0"/>
                  </a:lnTo>
                  <a:lnTo>
                    <a:pt x="7463680" y="0"/>
                  </a:lnTo>
                  <a:lnTo>
                    <a:pt x="7457974" y="0"/>
                  </a:lnTo>
                  <a:lnTo>
                    <a:pt x="7452268" y="0"/>
                  </a:lnTo>
                  <a:lnTo>
                    <a:pt x="7446562" y="0"/>
                  </a:lnTo>
                  <a:lnTo>
                    <a:pt x="7440856" y="0"/>
                  </a:lnTo>
                  <a:lnTo>
                    <a:pt x="7435150" y="0"/>
                  </a:lnTo>
                  <a:lnTo>
                    <a:pt x="7429443" y="0"/>
                  </a:lnTo>
                  <a:lnTo>
                    <a:pt x="7423737" y="0"/>
                  </a:lnTo>
                  <a:lnTo>
                    <a:pt x="7418031" y="0"/>
                  </a:lnTo>
                  <a:lnTo>
                    <a:pt x="7412325" y="0"/>
                  </a:lnTo>
                  <a:lnTo>
                    <a:pt x="7406619" y="0"/>
                  </a:lnTo>
                  <a:lnTo>
                    <a:pt x="7400912" y="0"/>
                  </a:lnTo>
                  <a:lnTo>
                    <a:pt x="7395206" y="0"/>
                  </a:lnTo>
                  <a:lnTo>
                    <a:pt x="7389500" y="0"/>
                  </a:lnTo>
                  <a:lnTo>
                    <a:pt x="7383794" y="0"/>
                  </a:lnTo>
                  <a:lnTo>
                    <a:pt x="7378088" y="0"/>
                  </a:lnTo>
                  <a:lnTo>
                    <a:pt x="7372382" y="0"/>
                  </a:lnTo>
                  <a:lnTo>
                    <a:pt x="7366675" y="0"/>
                  </a:lnTo>
                  <a:lnTo>
                    <a:pt x="7360969" y="0"/>
                  </a:lnTo>
                  <a:lnTo>
                    <a:pt x="7355263" y="0"/>
                  </a:lnTo>
                  <a:lnTo>
                    <a:pt x="7349557" y="0"/>
                  </a:lnTo>
                  <a:lnTo>
                    <a:pt x="7343851" y="0"/>
                  </a:lnTo>
                  <a:lnTo>
                    <a:pt x="7338145" y="0"/>
                  </a:lnTo>
                  <a:lnTo>
                    <a:pt x="7332438" y="0"/>
                  </a:lnTo>
                  <a:lnTo>
                    <a:pt x="7326732" y="0"/>
                  </a:lnTo>
                  <a:lnTo>
                    <a:pt x="7321026" y="0"/>
                  </a:lnTo>
                  <a:lnTo>
                    <a:pt x="7315320" y="0"/>
                  </a:lnTo>
                  <a:lnTo>
                    <a:pt x="7309614" y="0"/>
                  </a:lnTo>
                  <a:lnTo>
                    <a:pt x="7303907" y="0"/>
                  </a:lnTo>
                  <a:lnTo>
                    <a:pt x="7298201" y="0"/>
                  </a:lnTo>
                  <a:lnTo>
                    <a:pt x="7292495" y="0"/>
                  </a:lnTo>
                  <a:lnTo>
                    <a:pt x="7286789" y="0"/>
                  </a:lnTo>
                  <a:lnTo>
                    <a:pt x="7281083" y="0"/>
                  </a:lnTo>
                  <a:lnTo>
                    <a:pt x="7275377" y="0"/>
                  </a:lnTo>
                  <a:lnTo>
                    <a:pt x="7269670" y="0"/>
                  </a:lnTo>
                  <a:lnTo>
                    <a:pt x="7263964" y="0"/>
                  </a:lnTo>
                  <a:lnTo>
                    <a:pt x="7258258" y="0"/>
                  </a:lnTo>
                  <a:lnTo>
                    <a:pt x="7252552" y="0"/>
                  </a:lnTo>
                  <a:lnTo>
                    <a:pt x="7246846" y="0"/>
                  </a:lnTo>
                  <a:lnTo>
                    <a:pt x="7241140" y="0"/>
                  </a:lnTo>
                  <a:lnTo>
                    <a:pt x="7235433" y="0"/>
                  </a:lnTo>
                  <a:lnTo>
                    <a:pt x="7229727" y="0"/>
                  </a:lnTo>
                  <a:lnTo>
                    <a:pt x="7224021" y="0"/>
                  </a:lnTo>
                  <a:lnTo>
                    <a:pt x="7218315" y="0"/>
                  </a:lnTo>
                  <a:lnTo>
                    <a:pt x="7212609" y="0"/>
                  </a:lnTo>
                  <a:lnTo>
                    <a:pt x="7206902" y="0"/>
                  </a:lnTo>
                  <a:lnTo>
                    <a:pt x="7201196" y="0"/>
                  </a:lnTo>
                  <a:lnTo>
                    <a:pt x="7195490" y="0"/>
                  </a:lnTo>
                  <a:lnTo>
                    <a:pt x="7189784" y="0"/>
                  </a:lnTo>
                  <a:lnTo>
                    <a:pt x="7184078" y="0"/>
                  </a:lnTo>
                  <a:lnTo>
                    <a:pt x="7178372" y="0"/>
                  </a:lnTo>
                  <a:lnTo>
                    <a:pt x="7172665" y="0"/>
                  </a:lnTo>
                  <a:lnTo>
                    <a:pt x="7166959" y="0"/>
                  </a:lnTo>
                  <a:lnTo>
                    <a:pt x="7161253" y="0"/>
                  </a:lnTo>
                  <a:lnTo>
                    <a:pt x="7155547" y="0"/>
                  </a:lnTo>
                  <a:lnTo>
                    <a:pt x="7149841" y="0"/>
                  </a:lnTo>
                  <a:lnTo>
                    <a:pt x="7144134" y="0"/>
                  </a:lnTo>
                  <a:lnTo>
                    <a:pt x="7138428" y="0"/>
                  </a:lnTo>
                  <a:lnTo>
                    <a:pt x="7132722" y="0"/>
                  </a:lnTo>
                  <a:lnTo>
                    <a:pt x="7127016" y="0"/>
                  </a:lnTo>
                  <a:lnTo>
                    <a:pt x="7121310" y="0"/>
                  </a:lnTo>
                  <a:lnTo>
                    <a:pt x="7115604" y="0"/>
                  </a:lnTo>
                  <a:lnTo>
                    <a:pt x="7109897" y="0"/>
                  </a:lnTo>
                  <a:lnTo>
                    <a:pt x="7104191" y="0"/>
                  </a:lnTo>
                  <a:lnTo>
                    <a:pt x="7098485" y="0"/>
                  </a:lnTo>
                  <a:lnTo>
                    <a:pt x="7092779" y="0"/>
                  </a:lnTo>
                  <a:lnTo>
                    <a:pt x="7087073" y="0"/>
                  </a:lnTo>
                  <a:lnTo>
                    <a:pt x="7081367" y="0"/>
                  </a:lnTo>
                  <a:lnTo>
                    <a:pt x="7075660" y="0"/>
                  </a:lnTo>
                  <a:lnTo>
                    <a:pt x="7069954" y="0"/>
                  </a:lnTo>
                  <a:lnTo>
                    <a:pt x="7064248" y="0"/>
                  </a:lnTo>
                  <a:lnTo>
                    <a:pt x="7058542" y="0"/>
                  </a:lnTo>
                  <a:lnTo>
                    <a:pt x="7052836" y="0"/>
                  </a:lnTo>
                  <a:lnTo>
                    <a:pt x="7047129" y="0"/>
                  </a:lnTo>
                  <a:lnTo>
                    <a:pt x="7041423" y="0"/>
                  </a:lnTo>
                  <a:lnTo>
                    <a:pt x="7035717" y="0"/>
                  </a:lnTo>
                  <a:lnTo>
                    <a:pt x="7030011" y="0"/>
                  </a:lnTo>
                  <a:lnTo>
                    <a:pt x="7024305" y="0"/>
                  </a:lnTo>
                  <a:lnTo>
                    <a:pt x="7018599" y="0"/>
                  </a:lnTo>
                  <a:lnTo>
                    <a:pt x="7012892" y="0"/>
                  </a:lnTo>
                  <a:lnTo>
                    <a:pt x="7007186" y="0"/>
                  </a:lnTo>
                  <a:lnTo>
                    <a:pt x="7001480" y="0"/>
                  </a:lnTo>
                  <a:lnTo>
                    <a:pt x="6995774" y="0"/>
                  </a:lnTo>
                  <a:lnTo>
                    <a:pt x="6990068" y="0"/>
                  </a:lnTo>
                  <a:lnTo>
                    <a:pt x="6984361" y="0"/>
                  </a:lnTo>
                  <a:lnTo>
                    <a:pt x="6978655" y="0"/>
                  </a:lnTo>
                  <a:lnTo>
                    <a:pt x="6972949" y="0"/>
                  </a:lnTo>
                  <a:lnTo>
                    <a:pt x="6967243" y="0"/>
                  </a:lnTo>
                  <a:lnTo>
                    <a:pt x="6961537" y="0"/>
                  </a:lnTo>
                  <a:lnTo>
                    <a:pt x="6955831" y="0"/>
                  </a:lnTo>
                  <a:lnTo>
                    <a:pt x="6950124" y="0"/>
                  </a:lnTo>
                  <a:lnTo>
                    <a:pt x="6944418" y="0"/>
                  </a:lnTo>
                  <a:lnTo>
                    <a:pt x="6938712" y="0"/>
                  </a:lnTo>
                  <a:lnTo>
                    <a:pt x="6933006" y="0"/>
                  </a:lnTo>
                  <a:lnTo>
                    <a:pt x="6927300" y="0"/>
                  </a:lnTo>
                  <a:lnTo>
                    <a:pt x="6921594" y="0"/>
                  </a:lnTo>
                  <a:lnTo>
                    <a:pt x="6915887" y="0"/>
                  </a:lnTo>
                  <a:lnTo>
                    <a:pt x="6910181" y="0"/>
                  </a:lnTo>
                  <a:lnTo>
                    <a:pt x="6904475" y="0"/>
                  </a:lnTo>
                  <a:lnTo>
                    <a:pt x="6898769" y="0"/>
                  </a:lnTo>
                  <a:lnTo>
                    <a:pt x="6893063" y="0"/>
                  </a:lnTo>
                  <a:lnTo>
                    <a:pt x="6887356" y="0"/>
                  </a:lnTo>
                  <a:lnTo>
                    <a:pt x="6881650" y="0"/>
                  </a:lnTo>
                  <a:lnTo>
                    <a:pt x="6875944" y="0"/>
                  </a:lnTo>
                  <a:lnTo>
                    <a:pt x="6870238" y="0"/>
                  </a:lnTo>
                  <a:lnTo>
                    <a:pt x="6864532" y="0"/>
                  </a:lnTo>
                  <a:lnTo>
                    <a:pt x="6858826" y="0"/>
                  </a:lnTo>
                  <a:lnTo>
                    <a:pt x="6853119" y="0"/>
                  </a:lnTo>
                  <a:lnTo>
                    <a:pt x="6847413" y="0"/>
                  </a:lnTo>
                  <a:lnTo>
                    <a:pt x="6841707" y="0"/>
                  </a:lnTo>
                  <a:lnTo>
                    <a:pt x="6836001" y="0"/>
                  </a:lnTo>
                  <a:lnTo>
                    <a:pt x="6830295" y="0"/>
                  </a:lnTo>
                  <a:lnTo>
                    <a:pt x="6824589" y="0"/>
                  </a:lnTo>
                  <a:lnTo>
                    <a:pt x="6818882" y="0"/>
                  </a:lnTo>
                  <a:lnTo>
                    <a:pt x="6813176" y="0"/>
                  </a:lnTo>
                  <a:lnTo>
                    <a:pt x="6807470" y="0"/>
                  </a:lnTo>
                  <a:lnTo>
                    <a:pt x="6801764" y="0"/>
                  </a:lnTo>
                  <a:lnTo>
                    <a:pt x="6796058" y="0"/>
                  </a:lnTo>
                  <a:lnTo>
                    <a:pt x="6790351" y="0"/>
                  </a:lnTo>
                  <a:lnTo>
                    <a:pt x="6784645" y="0"/>
                  </a:lnTo>
                  <a:lnTo>
                    <a:pt x="6778939" y="0"/>
                  </a:lnTo>
                  <a:lnTo>
                    <a:pt x="6773233" y="0"/>
                  </a:lnTo>
                  <a:lnTo>
                    <a:pt x="6767527" y="0"/>
                  </a:lnTo>
                  <a:lnTo>
                    <a:pt x="6761821" y="0"/>
                  </a:lnTo>
                  <a:lnTo>
                    <a:pt x="6756114" y="0"/>
                  </a:lnTo>
                  <a:lnTo>
                    <a:pt x="6750408" y="0"/>
                  </a:lnTo>
                  <a:lnTo>
                    <a:pt x="6744702" y="0"/>
                  </a:lnTo>
                  <a:lnTo>
                    <a:pt x="6738996" y="0"/>
                  </a:lnTo>
                  <a:lnTo>
                    <a:pt x="6733290" y="0"/>
                  </a:lnTo>
                  <a:lnTo>
                    <a:pt x="6727583" y="0"/>
                  </a:lnTo>
                  <a:lnTo>
                    <a:pt x="6721877" y="0"/>
                  </a:lnTo>
                  <a:lnTo>
                    <a:pt x="6716171" y="0"/>
                  </a:lnTo>
                  <a:lnTo>
                    <a:pt x="6710465" y="0"/>
                  </a:lnTo>
                  <a:lnTo>
                    <a:pt x="6704759" y="0"/>
                  </a:lnTo>
                  <a:lnTo>
                    <a:pt x="6699053" y="0"/>
                  </a:lnTo>
                  <a:lnTo>
                    <a:pt x="6693346" y="0"/>
                  </a:lnTo>
                  <a:lnTo>
                    <a:pt x="6687640" y="0"/>
                  </a:lnTo>
                  <a:lnTo>
                    <a:pt x="6681934" y="0"/>
                  </a:lnTo>
                  <a:lnTo>
                    <a:pt x="6676228" y="0"/>
                  </a:lnTo>
                  <a:lnTo>
                    <a:pt x="6670522" y="0"/>
                  </a:lnTo>
                  <a:lnTo>
                    <a:pt x="6664816" y="0"/>
                  </a:lnTo>
                  <a:lnTo>
                    <a:pt x="6659109" y="0"/>
                  </a:lnTo>
                  <a:lnTo>
                    <a:pt x="6653403" y="0"/>
                  </a:lnTo>
                  <a:lnTo>
                    <a:pt x="6647697" y="0"/>
                  </a:lnTo>
                  <a:lnTo>
                    <a:pt x="6641991" y="0"/>
                  </a:lnTo>
                  <a:lnTo>
                    <a:pt x="6636285" y="0"/>
                  </a:lnTo>
                  <a:lnTo>
                    <a:pt x="6630578" y="0"/>
                  </a:lnTo>
                  <a:lnTo>
                    <a:pt x="6624872" y="0"/>
                  </a:lnTo>
                  <a:lnTo>
                    <a:pt x="6619166" y="0"/>
                  </a:lnTo>
                  <a:lnTo>
                    <a:pt x="6613460" y="0"/>
                  </a:lnTo>
                  <a:lnTo>
                    <a:pt x="6607754" y="0"/>
                  </a:lnTo>
                  <a:lnTo>
                    <a:pt x="6602048" y="0"/>
                  </a:lnTo>
                  <a:lnTo>
                    <a:pt x="6596341" y="0"/>
                  </a:lnTo>
                  <a:lnTo>
                    <a:pt x="6590635" y="0"/>
                  </a:lnTo>
                  <a:lnTo>
                    <a:pt x="6584929" y="0"/>
                  </a:lnTo>
                  <a:lnTo>
                    <a:pt x="6579223" y="0"/>
                  </a:lnTo>
                  <a:lnTo>
                    <a:pt x="6573517" y="0"/>
                  </a:lnTo>
                  <a:lnTo>
                    <a:pt x="6567810" y="0"/>
                  </a:lnTo>
                  <a:lnTo>
                    <a:pt x="6562104" y="0"/>
                  </a:lnTo>
                  <a:lnTo>
                    <a:pt x="6556398" y="0"/>
                  </a:lnTo>
                  <a:lnTo>
                    <a:pt x="6550692" y="0"/>
                  </a:lnTo>
                  <a:lnTo>
                    <a:pt x="6544986" y="0"/>
                  </a:lnTo>
                  <a:lnTo>
                    <a:pt x="6539280" y="0"/>
                  </a:lnTo>
                  <a:lnTo>
                    <a:pt x="6533573" y="0"/>
                  </a:lnTo>
                  <a:lnTo>
                    <a:pt x="6527867" y="0"/>
                  </a:lnTo>
                  <a:lnTo>
                    <a:pt x="6522161" y="0"/>
                  </a:lnTo>
                  <a:lnTo>
                    <a:pt x="6516455" y="0"/>
                  </a:lnTo>
                  <a:lnTo>
                    <a:pt x="6510749" y="0"/>
                  </a:lnTo>
                  <a:lnTo>
                    <a:pt x="6505043" y="0"/>
                  </a:lnTo>
                  <a:lnTo>
                    <a:pt x="6499336" y="0"/>
                  </a:lnTo>
                  <a:lnTo>
                    <a:pt x="6493630" y="0"/>
                  </a:lnTo>
                  <a:lnTo>
                    <a:pt x="6487924" y="0"/>
                  </a:lnTo>
                  <a:lnTo>
                    <a:pt x="6482218" y="0"/>
                  </a:lnTo>
                  <a:lnTo>
                    <a:pt x="6476512" y="0"/>
                  </a:lnTo>
                  <a:lnTo>
                    <a:pt x="6470805" y="0"/>
                  </a:lnTo>
                  <a:lnTo>
                    <a:pt x="6465099" y="0"/>
                  </a:lnTo>
                  <a:lnTo>
                    <a:pt x="6459393" y="0"/>
                  </a:lnTo>
                  <a:lnTo>
                    <a:pt x="6453687" y="0"/>
                  </a:lnTo>
                  <a:lnTo>
                    <a:pt x="6447981" y="0"/>
                  </a:lnTo>
                  <a:lnTo>
                    <a:pt x="6442275" y="0"/>
                  </a:lnTo>
                  <a:lnTo>
                    <a:pt x="6436568" y="0"/>
                  </a:lnTo>
                  <a:lnTo>
                    <a:pt x="6430862" y="0"/>
                  </a:lnTo>
                  <a:lnTo>
                    <a:pt x="6425156" y="0"/>
                  </a:lnTo>
                  <a:lnTo>
                    <a:pt x="6419450" y="0"/>
                  </a:lnTo>
                  <a:lnTo>
                    <a:pt x="6413744" y="0"/>
                  </a:lnTo>
                  <a:lnTo>
                    <a:pt x="6408038" y="0"/>
                  </a:lnTo>
                  <a:lnTo>
                    <a:pt x="6402331" y="0"/>
                  </a:lnTo>
                  <a:lnTo>
                    <a:pt x="6396625" y="0"/>
                  </a:lnTo>
                  <a:lnTo>
                    <a:pt x="6390919" y="0"/>
                  </a:lnTo>
                  <a:lnTo>
                    <a:pt x="6385213" y="0"/>
                  </a:lnTo>
                  <a:lnTo>
                    <a:pt x="6379507" y="0"/>
                  </a:lnTo>
                  <a:lnTo>
                    <a:pt x="6373800" y="0"/>
                  </a:lnTo>
                  <a:lnTo>
                    <a:pt x="6368094" y="0"/>
                  </a:lnTo>
                  <a:lnTo>
                    <a:pt x="6362388" y="0"/>
                  </a:lnTo>
                  <a:lnTo>
                    <a:pt x="6356682" y="0"/>
                  </a:lnTo>
                  <a:lnTo>
                    <a:pt x="6350976" y="0"/>
                  </a:lnTo>
                  <a:lnTo>
                    <a:pt x="6345270" y="0"/>
                  </a:lnTo>
                  <a:lnTo>
                    <a:pt x="6339563" y="0"/>
                  </a:lnTo>
                  <a:lnTo>
                    <a:pt x="6333857" y="0"/>
                  </a:lnTo>
                  <a:lnTo>
                    <a:pt x="6328151" y="0"/>
                  </a:lnTo>
                  <a:lnTo>
                    <a:pt x="6322445" y="0"/>
                  </a:lnTo>
                  <a:lnTo>
                    <a:pt x="6316739" y="0"/>
                  </a:lnTo>
                  <a:lnTo>
                    <a:pt x="6311032" y="0"/>
                  </a:lnTo>
                  <a:lnTo>
                    <a:pt x="6305326" y="0"/>
                  </a:lnTo>
                  <a:lnTo>
                    <a:pt x="6299620" y="0"/>
                  </a:lnTo>
                  <a:lnTo>
                    <a:pt x="6293914" y="0"/>
                  </a:lnTo>
                  <a:lnTo>
                    <a:pt x="6288208" y="0"/>
                  </a:lnTo>
                  <a:lnTo>
                    <a:pt x="6282502" y="0"/>
                  </a:lnTo>
                  <a:lnTo>
                    <a:pt x="6276795" y="0"/>
                  </a:lnTo>
                  <a:lnTo>
                    <a:pt x="6271089" y="0"/>
                  </a:lnTo>
                  <a:lnTo>
                    <a:pt x="6265383" y="0"/>
                  </a:lnTo>
                  <a:lnTo>
                    <a:pt x="6259677" y="0"/>
                  </a:lnTo>
                  <a:lnTo>
                    <a:pt x="6253971" y="0"/>
                  </a:lnTo>
                  <a:lnTo>
                    <a:pt x="6248265" y="0"/>
                  </a:lnTo>
                  <a:lnTo>
                    <a:pt x="6242558" y="0"/>
                  </a:lnTo>
                  <a:lnTo>
                    <a:pt x="6236852" y="0"/>
                  </a:lnTo>
                  <a:lnTo>
                    <a:pt x="6231146" y="0"/>
                  </a:lnTo>
                  <a:lnTo>
                    <a:pt x="6225440" y="0"/>
                  </a:lnTo>
                  <a:lnTo>
                    <a:pt x="6219734" y="0"/>
                  </a:lnTo>
                  <a:lnTo>
                    <a:pt x="6214027" y="0"/>
                  </a:lnTo>
                  <a:lnTo>
                    <a:pt x="6208321" y="0"/>
                  </a:lnTo>
                  <a:lnTo>
                    <a:pt x="6202615" y="0"/>
                  </a:lnTo>
                  <a:lnTo>
                    <a:pt x="6196909" y="0"/>
                  </a:lnTo>
                  <a:lnTo>
                    <a:pt x="6191203" y="0"/>
                  </a:lnTo>
                  <a:lnTo>
                    <a:pt x="6185497" y="0"/>
                  </a:lnTo>
                  <a:lnTo>
                    <a:pt x="6179790" y="0"/>
                  </a:lnTo>
                  <a:lnTo>
                    <a:pt x="6174084" y="0"/>
                  </a:lnTo>
                  <a:lnTo>
                    <a:pt x="6168378" y="0"/>
                  </a:lnTo>
                  <a:lnTo>
                    <a:pt x="6162672" y="0"/>
                  </a:lnTo>
                  <a:lnTo>
                    <a:pt x="6156966" y="0"/>
                  </a:lnTo>
                  <a:lnTo>
                    <a:pt x="6151259" y="0"/>
                  </a:lnTo>
                  <a:lnTo>
                    <a:pt x="6145553" y="0"/>
                  </a:lnTo>
                  <a:lnTo>
                    <a:pt x="6139847" y="0"/>
                  </a:lnTo>
                  <a:lnTo>
                    <a:pt x="6134141" y="0"/>
                  </a:lnTo>
                  <a:lnTo>
                    <a:pt x="6128435" y="0"/>
                  </a:lnTo>
                  <a:lnTo>
                    <a:pt x="6122729" y="0"/>
                  </a:lnTo>
                  <a:lnTo>
                    <a:pt x="6117022" y="0"/>
                  </a:lnTo>
                  <a:lnTo>
                    <a:pt x="6111316" y="0"/>
                  </a:lnTo>
                  <a:lnTo>
                    <a:pt x="6105610" y="0"/>
                  </a:lnTo>
                  <a:lnTo>
                    <a:pt x="6099904" y="0"/>
                  </a:lnTo>
                  <a:lnTo>
                    <a:pt x="6094198" y="0"/>
                  </a:lnTo>
                  <a:lnTo>
                    <a:pt x="6088492" y="0"/>
                  </a:lnTo>
                  <a:lnTo>
                    <a:pt x="6082785" y="0"/>
                  </a:lnTo>
                  <a:lnTo>
                    <a:pt x="6077079" y="0"/>
                  </a:lnTo>
                  <a:lnTo>
                    <a:pt x="6071373" y="0"/>
                  </a:lnTo>
                  <a:lnTo>
                    <a:pt x="6065667" y="0"/>
                  </a:lnTo>
                  <a:lnTo>
                    <a:pt x="6059961" y="0"/>
                  </a:lnTo>
                  <a:lnTo>
                    <a:pt x="6054254" y="0"/>
                  </a:lnTo>
                  <a:lnTo>
                    <a:pt x="6048548" y="0"/>
                  </a:lnTo>
                  <a:lnTo>
                    <a:pt x="6042842" y="0"/>
                  </a:lnTo>
                  <a:lnTo>
                    <a:pt x="6037136" y="0"/>
                  </a:lnTo>
                  <a:lnTo>
                    <a:pt x="6031430" y="0"/>
                  </a:lnTo>
                  <a:lnTo>
                    <a:pt x="6025724" y="0"/>
                  </a:lnTo>
                  <a:lnTo>
                    <a:pt x="6020017" y="0"/>
                  </a:lnTo>
                  <a:lnTo>
                    <a:pt x="6014311" y="0"/>
                  </a:lnTo>
                  <a:lnTo>
                    <a:pt x="6008605" y="0"/>
                  </a:lnTo>
                  <a:lnTo>
                    <a:pt x="6002899" y="0"/>
                  </a:lnTo>
                  <a:lnTo>
                    <a:pt x="5997193" y="0"/>
                  </a:lnTo>
                  <a:lnTo>
                    <a:pt x="5991487" y="0"/>
                  </a:lnTo>
                  <a:lnTo>
                    <a:pt x="5985780" y="0"/>
                  </a:lnTo>
                  <a:lnTo>
                    <a:pt x="5980074" y="0"/>
                  </a:lnTo>
                  <a:lnTo>
                    <a:pt x="5974368" y="0"/>
                  </a:lnTo>
                  <a:lnTo>
                    <a:pt x="5968662" y="0"/>
                  </a:lnTo>
                  <a:lnTo>
                    <a:pt x="5962956" y="0"/>
                  </a:lnTo>
                  <a:lnTo>
                    <a:pt x="5957249" y="0"/>
                  </a:lnTo>
                  <a:lnTo>
                    <a:pt x="5951543" y="0"/>
                  </a:lnTo>
                  <a:lnTo>
                    <a:pt x="5945837" y="0"/>
                  </a:lnTo>
                  <a:lnTo>
                    <a:pt x="5940131" y="0"/>
                  </a:lnTo>
                  <a:lnTo>
                    <a:pt x="5934425" y="0"/>
                  </a:lnTo>
                  <a:lnTo>
                    <a:pt x="5928719" y="0"/>
                  </a:lnTo>
                  <a:lnTo>
                    <a:pt x="5923012" y="0"/>
                  </a:lnTo>
                  <a:lnTo>
                    <a:pt x="5917306" y="0"/>
                  </a:lnTo>
                  <a:lnTo>
                    <a:pt x="5911600" y="0"/>
                  </a:lnTo>
                  <a:lnTo>
                    <a:pt x="5905894" y="0"/>
                  </a:lnTo>
                  <a:lnTo>
                    <a:pt x="5900188" y="0"/>
                  </a:lnTo>
                  <a:lnTo>
                    <a:pt x="5894481" y="0"/>
                  </a:lnTo>
                  <a:lnTo>
                    <a:pt x="5888775" y="0"/>
                  </a:lnTo>
                  <a:lnTo>
                    <a:pt x="5883069" y="0"/>
                  </a:lnTo>
                  <a:lnTo>
                    <a:pt x="5877363" y="0"/>
                  </a:lnTo>
                  <a:lnTo>
                    <a:pt x="5871657" y="0"/>
                  </a:lnTo>
                  <a:lnTo>
                    <a:pt x="5865951" y="0"/>
                  </a:lnTo>
                  <a:lnTo>
                    <a:pt x="5860244" y="0"/>
                  </a:lnTo>
                  <a:lnTo>
                    <a:pt x="5854538" y="0"/>
                  </a:lnTo>
                  <a:lnTo>
                    <a:pt x="5848832" y="0"/>
                  </a:lnTo>
                  <a:lnTo>
                    <a:pt x="5843126" y="0"/>
                  </a:lnTo>
                  <a:lnTo>
                    <a:pt x="5837420" y="0"/>
                  </a:lnTo>
                  <a:lnTo>
                    <a:pt x="5831714" y="0"/>
                  </a:lnTo>
                  <a:lnTo>
                    <a:pt x="5826007" y="0"/>
                  </a:lnTo>
                  <a:lnTo>
                    <a:pt x="5820301" y="0"/>
                  </a:lnTo>
                  <a:lnTo>
                    <a:pt x="5814595" y="0"/>
                  </a:lnTo>
                  <a:lnTo>
                    <a:pt x="5808889" y="0"/>
                  </a:lnTo>
                  <a:lnTo>
                    <a:pt x="5803183" y="0"/>
                  </a:lnTo>
                  <a:lnTo>
                    <a:pt x="5797476" y="0"/>
                  </a:lnTo>
                  <a:lnTo>
                    <a:pt x="5791770" y="0"/>
                  </a:lnTo>
                  <a:lnTo>
                    <a:pt x="5786064" y="0"/>
                  </a:lnTo>
                  <a:lnTo>
                    <a:pt x="5780358" y="0"/>
                  </a:lnTo>
                  <a:lnTo>
                    <a:pt x="5774652" y="0"/>
                  </a:lnTo>
                  <a:lnTo>
                    <a:pt x="5768946" y="0"/>
                  </a:lnTo>
                  <a:lnTo>
                    <a:pt x="5763239" y="0"/>
                  </a:lnTo>
                  <a:lnTo>
                    <a:pt x="5757533" y="0"/>
                  </a:lnTo>
                  <a:lnTo>
                    <a:pt x="5751827" y="0"/>
                  </a:lnTo>
                  <a:lnTo>
                    <a:pt x="5746121" y="0"/>
                  </a:lnTo>
                  <a:lnTo>
                    <a:pt x="5740415" y="0"/>
                  </a:lnTo>
                  <a:lnTo>
                    <a:pt x="5734708" y="0"/>
                  </a:lnTo>
                  <a:lnTo>
                    <a:pt x="5729002" y="0"/>
                  </a:lnTo>
                  <a:lnTo>
                    <a:pt x="5723296" y="0"/>
                  </a:lnTo>
                  <a:lnTo>
                    <a:pt x="5717590" y="0"/>
                  </a:lnTo>
                  <a:lnTo>
                    <a:pt x="5711884" y="0"/>
                  </a:lnTo>
                  <a:lnTo>
                    <a:pt x="5706178" y="0"/>
                  </a:lnTo>
                  <a:lnTo>
                    <a:pt x="5700471" y="0"/>
                  </a:lnTo>
                  <a:lnTo>
                    <a:pt x="5694765" y="0"/>
                  </a:lnTo>
                  <a:lnTo>
                    <a:pt x="5689059" y="0"/>
                  </a:lnTo>
                  <a:lnTo>
                    <a:pt x="5683353" y="0"/>
                  </a:lnTo>
                  <a:lnTo>
                    <a:pt x="5677647" y="0"/>
                  </a:lnTo>
                  <a:lnTo>
                    <a:pt x="5671941" y="0"/>
                  </a:lnTo>
                  <a:lnTo>
                    <a:pt x="5666234" y="0"/>
                  </a:lnTo>
                  <a:lnTo>
                    <a:pt x="5660528" y="0"/>
                  </a:lnTo>
                  <a:lnTo>
                    <a:pt x="5654822" y="0"/>
                  </a:lnTo>
                  <a:lnTo>
                    <a:pt x="5649116" y="0"/>
                  </a:lnTo>
                  <a:lnTo>
                    <a:pt x="5643410" y="0"/>
                  </a:lnTo>
                  <a:lnTo>
                    <a:pt x="5637703" y="0"/>
                  </a:lnTo>
                  <a:lnTo>
                    <a:pt x="5631997" y="0"/>
                  </a:lnTo>
                  <a:lnTo>
                    <a:pt x="5626291" y="0"/>
                  </a:lnTo>
                  <a:lnTo>
                    <a:pt x="5620585" y="0"/>
                  </a:lnTo>
                  <a:lnTo>
                    <a:pt x="5614879" y="0"/>
                  </a:lnTo>
                  <a:lnTo>
                    <a:pt x="5609173" y="0"/>
                  </a:lnTo>
                  <a:lnTo>
                    <a:pt x="5603466" y="0"/>
                  </a:lnTo>
                  <a:lnTo>
                    <a:pt x="5597760" y="0"/>
                  </a:lnTo>
                  <a:lnTo>
                    <a:pt x="5592054" y="0"/>
                  </a:lnTo>
                  <a:lnTo>
                    <a:pt x="5586348" y="0"/>
                  </a:lnTo>
                  <a:lnTo>
                    <a:pt x="5580642" y="0"/>
                  </a:lnTo>
                  <a:lnTo>
                    <a:pt x="5574936" y="0"/>
                  </a:lnTo>
                  <a:lnTo>
                    <a:pt x="5569229" y="0"/>
                  </a:lnTo>
                  <a:lnTo>
                    <a:pt x="5563523" y="0"/>
                  </a:lnTo>
                  <a:lnTo>
                    <a:pt x="5557817" y="0"/>
                  </a:lnTo>
                  <a:lnTo>
                    <a:pt x="5552111" y="0"/>
                  </a:lnTo>
                  <a:lnTo>
                    <a:pt x="5546405" y="0"/>
                  </a:lnTo>
                  <a:lnTo>
                    <a:pt x="5540698" y="0"/>
                  </a:lnTo>
                  <a:lnTo>
                    <a:pt x="5534992" y="0"/>
                  </a:lnTo>
                  <a:lnTo>
                    <a:pt x="5529286" y="0"/>
                  </a:lnTo>
                  <a:lnTo>
                    <a:pt x="5523580" y="0"/>
                  </a:lnTo>
                  <a:lnTo>
                    <a:pt x="5517874" y="0"/>
                  </a:lnTo>
                  <a:lnTo>
                    <a:pt x="5512168" y="0"/>
                  </a:lnTo>
                  <a:lnTo>
                    <a:pt x="5506461" y="0"/>
                  </a:lnTo>
                  <a:lnTo>
                    <a:pt x="5500755" y="0"/>
                  </a:lnTo>
                  <a:lnTo>
                    <a:pt x="5495049" y="0"/>
                  </a:lnTo>
                  <a:lnTo>
                    <a:pt x="5489343" y="0"/>
                  </a:lnTo>
                  <a:lnTo>
                    <a:pt x="5483637" y="0"/>
                  </a:lnTo>
                  <a:lnTo>
                    <a:pt x="5477930" y="0"/>
                  </a:lnTo>
                  <a:lnTo>
                    <a:pt x="5472224" y="0"/>
                  </a:lnTo>
                  <a:lnTo>
                    <a:pt x="5466518" y="0"/>
                  </a:lnTo>
                  <a:lnTo>
                    <a:pt x="5460812" y="0"/>
                  </a:lnTo>
                  <a:lnTo>
                    <a:pt x="5455106" y="0"/>
                  </a:lnTo>
                  <a:lnTo>
                    <a:pt x="5449400" y="0"/>
                  </a:lnTo>
                  <a:lnTo>
                    <a:pt x="5443693" y="0"/>
                  </a:lnTo>
                  <a:lnTo>
                    <a:pt x="5437987" y="0"/>
                  </a:lnTo>
                  <a:lnTo>
                    <a:pt x="5432281" y="0"/>
                  </a:lnTo>
                  <a:lnTo>
                    <a:pt x="5426575" y="0"/>
                  </a:lnTo>
                  <a:lnTo>
                    <a:pt x="5420869" y="0"/>
                  </a:lnTo>
                  <a:lnTo>
                    <a:pt x="5415163" y="0"/>
                  </a:lnTo>
                  <a:lnTo>
                    <a:pt x="5409456" y="0"/>
                  </a:lnTo>
                  <a:lnTo>
                    <a:pt x="5403750" y="0"/>
                  </a:lnTo>
                  <a:lnTo>
                    <a:pt x="5398044" y="0"/>
                  </a:lnTo>
                  <a:lnTo>
                    <a:pt x="5392338" y="0"/>
                  </a:lnTo>
                  <a:lnTo>
                    <a:pt x="5386632" y="0"/>
                  </a:lnTo>
                  <a:lnTo>
                    <a:pt x="5380925" y="0"/>
                  </a:lnTo>
                  <a:lnTo>
                    <a:pt x="5375219" y="0"/>
                  </a:lnTo>
                  <a:lnTo>
                    <a:pt x="5369513" y="0"/>
                  </a:lnTo>
                  <a:lnTo>
                    <a:pt x="5363807" y="0"/>
                  </a:lnTo>
                  <a:lnTo>
                    <a:pt x="5358101" y="0"/>
                  </a:lnTo>
                  <a:lnTo>
                    <a:pt x="5352395" y="0"/>
                  </a:lnTo>
                  <a:lnTo>
                    <a:pt x="5346688" y="0"/>
                  </a:lnTo>
                  <a:lnTo>
                    <a:pt x="5340982" y="0"/>
                  </a:lnTo>
                  <a:lnTo>
                    <a:pt x="5335276" y="0"/>
                  </a:lnTo>
                  <a:lnTo>
                    <a:pt x="5329570" y="0"/>
                  </a:lnTo>
                  <a:lnTo>
                    <a:pt x="5323864" y="0"/>
                  </a:lnTo>
                  <a:lnTo>
                    <a:pt x="5318157" y="0"/>
                  </a:lnTo>
                  <a:lnTo>
                    <a:pt x="5312451" y="0"/>
                  </a:lnTo>
                  <a:lnTo>
                    <a:pt x="5306745" y="0"/>
                  </a:lnTo>
                  <a:lnTo>
                    <a:pt x="5301039" y="0"/>
                  </a:lnTo>
                  <a:lnTo>
                    <a:pt x="5295333" y="0"/>
                  </a:lnTo>
                  <a:lnTo>
                    <a:pt x="5289627" y="0"/>
                  </a:lnTo>
                  <a:lnTo>
                    <a:pt x="5283920" y="0"/>
                  </a:lnTo>
                  <a:lnTo>
                    <a:pt x="5278214" y="0"/>
                  </a:lnTo>
                  <a:lnTo>
                    <a:pt x="5272508" y="0"/>
                  </a:lnTo>
                  <a:lnTo>
                    <a:pt x="5266802" y="0"/>
                  </a:lnTo>
                  <a:lnTo>
                    <a:pt x="5261096" y="0"/>
                  </a:lnTo>
                  <a:lnTo>
                    <a:pt x="5255390" y="0"/>
                  </a:lnTo>
                  <a:lnTo>
                    <a:pt x="5249683" y="0"/>
                  </a:lnTo>
                  <a:lnTo>
                    <a:pt x="5243977" y="0"/>
                  </a:lnTo>
                  <a:lnTo>
                    <a:pt x="5238271" y="0"/>
                  </a:lnTo>
                  <a:lnTo>
                    <a:pt x="5232565" y="0"/>
                  </a:lnTo>
                  <a:lnTo>
                    <a:pt x="5226859" y="0"/>
                  </a:lnTo>
                  <a:lnTo>
                    <a:pt x="5221152" y="0"/>
                  </a:lnTo>
                  <a:lnTo>
                    <a:pt x="5215446" y="0"/>
                  </a:lnTo>
                  <a:lnTo>
                    <a:pt x="5209740" y="0"/>
                  </a:lnTo>
                  <a:lnTo>
                    <a:pt x="5204034" y="0"/>
                  </a:lnTo>
                  <a:lnTo>
                    <a:pt x="5198328" y="0"/>
                  </a:lnTo>
                  <a:lnTo>
                    <a:pt x="5192622" y="0"/>
                  </a:lnTo>
                  <a:lnTo>
                    <a:pt x="5186915" y="0"/>
                  </a:lnTo>
                  <a:lnTo>
                    <a:pt x="5181209" y="0"/>
                  </a:lnTo>
                  <a:lnTo>
                    <a:pt x="5175503" y="0"/>
                  </a:lnTo>
                  <a:lnTo>
                    <a:pt x="5169797" y="0"/>
                  </a:lnTo>
                  <a:lnTo>
                    <a:pt x="5164091" y="0"/>
                  </a:lnTo>
                  <a:lnTo>
                    <a:pt x="5158385" y="0"/>
                  </a:lnTo>
                  <a:lnTo>
                    <a:pt x="5152678" y="0"/>
                  </a:lnTo>
                  <a:lnTo>
                    <a:pt x="5146972" y="0"/>
                  </a:lnTo>
                  <a:lnTo>
                    <a:pt x="5141266" y="0"/>
                  </a:lnTo>
                  <a:lnTo>
                    <a:pt x="5135560" y="0"/>
                  </a:lnTo>
                  <a:lnTo>
                    <a:pt x="5129854" y="0"/>
                  </a:lnTo>
                  <a:lnTo>
                    <a:pt x="5124147" y="0"/>
                  </a:lnTo>
                  <a:lnTo>
                    <a:pt x="5118441" y="0"/>
                  </a:lnTo>
                  <a:lnTo>
                    <a:pt x="5112735" y="0"/>
                  </a:lnTo>
                  <a:lnTo>
                    <a:pt x="5107029" y="0"/>
                  </a:lnTo>
                  <a:lnTo>
                    <a:pt x="5101323" y="0"/>
                  </a:lnTo>
                  <a:lnTo>
                    <a:pt x="5095617" y="0"/>
                  </a:lnTo>
                  <a:lnTo>
                    <a:pt x="5089910" y="0"/>
                  </a:lnTo>
                  <a:lnTo>
                    <a:pt x="5084204" y="0"/>
                  </a:lnTo>
                  <a:lnTo>
                    <a:pt x="5078498" y="0"/>
                  </a:lnTo>
                  <a:lnTo>
                    <a:pt x="5072792" y="0"/>
                  </a:lnTo>
                  <a:lnTo>
                    <a:pt x="5067086" y="0"/>
                  </a:lnTo>
                  <a:lnTo>
                    <a:pt x="5061379" y="0"/>
                  </a:lnTo>
                  <a:lnTo>
                    <a:pt x="5055673" y="0"/>
                  </a:lnTo>
                  <a:lnTo>
                    <a:pt x="5049967" y="0"/>
                  </a:lnTo>
                  <a:lnTo>
                    <a:pt x="5044261" y="0"/>
                  </a:lnTo>
                  <a:lnTo>
                    <a:pt x="5038555" y="0"/>
                  </a:lnTo>
                  <a:lnTo>
                    <a:pt x="5032849" y="0"/>
                  </a:lnTo>
                  <a:lnTo>
                    <a:pt x="5027142" y="0"/>
                  </a:lnTo>
                  <a:lnTo>
                    <a:pt x="5021436" y="0"/>
                  </a:lnTo>
                  <a:lnTo>
                    <a:pt x="5015730" y="0"/>
                  </a:lnTo>
                  <a:lnTo>
                    <a:pt x="5010024" y="0"/>
                  </a:lnTo>
                  <a:lnTo>
                    <a:pt x="5004318" y="0"/>
                  </a:lnTo>
                  <a:lnTo>
                    <a:pt x="4998612" y="0"/>
                  </a:lnTo>
                  <a:lnTo>
                    <a:pt x="4992905" y="0"/>
                  </a:lnTo>
                  <a:lnTo>
                    <a:pt x="4987199" y="0"/>
                  </a:lnTo>
                  <a:lnTo>
                    <a:pt x="4981493" y="0"/>
                  </a:lnTo>
                  <a:lnTo>
                    <a:pt x="4975787" y="0"/>
                  </a:lnTo>
                  <a:lnTo>
                    <a:pt x="4970081" y="0"/>
                  </a:lnTo>
                  <a:lnTo>
                    <a:pt x="4964374" y="0"/>
                  </a:lnTo>
                  <a:lnTo>
                    <a:pt x="4958668" y="0"/>
                  </a:lnTo>
                  <a:lnTo>
                    <a:pt x="4952962" y="0"/>
                  </a:lnTo>
                  <a:lnTo>
                    <a:pt x="4947256" y="0"/>
                  </a:lnTo>
                  <a:lnTo>
                    <a:pt x="4941550" y="0"/>
                  </a:lnTo>
                  <a:lnTo>
                    <a:pt x="4935844" y="0"/>
                  </a:lnTo>
                  <a:lnTo>
                    <a:pt x="4930137" y="0"/>
                  </a:lnTo>
                  <a:lnTo>
                    <a:pt x="4924431" y="0"/>
                  </a:lnTo>
                  <a:lnTo>
                    <a:pt x="4918725" y="0"/>
                  </a:lnTo>
                  <a:lnTo>
                    <a:pt x="4913019" y="0"/>
                  </a:lnTo>
                  <a:lnTo>
                    <a:pt x="4907313" y="0"/>
                  </a:lnTo>
                  <a:lnTo>
                    <a:pt x="4901606" y="0"/>
                  </a:lnTo>
                  <a:lnTo>
                    <a:pt x="4895900" y="0"/>
                  </a:lnTo>
                  <a:lnTo>
                    <a:pt x="4890194" y="0"/>
                  </a:lnTo>
                  <a:lnTo>
                    <a:pt x="4884488" y="0"/>
                  </a:lnTo>
                  <a:lnTo>
                    <a:pt x="4878782" y="0"/>
                  </a:lnTo>
                  <a:lnTo>
                    <a:pt x="4873076" y="0"/>
                  </a:lnTo>
                  <a:lnTo>
                    <a:pt x="4867369" y="0"/>
                  </a:lnTo>
                  <a:lnTo>
                    <a:pt x="4861663" y="0"/>
                  </a:lnTo>
                  <a:lnTo>
                    <a:pt x="4855957" y="0"/>
                  </a:lnTo>
                  <a:lnTo>
                    <a:pt x="4850251" y="0"/>
                  </a:lnTo>
                  <a:lnTo>
                    <a:pt x="4844545" y="0"/>
                  </a:lnTo>
                  <a:lnTo>
                    <a:pt x="4838839" y="0"/>
                  </a:lnTo>
                  <a:lnTo>
                    <a:pt x="4833132" y="0"/>
                  </a:lnTo>
                  <a:lnTo>
                    <a:pt x="4827426" y="0"/>
                  </a:lnTo>
                  <a:lnTo>
                    <a:pt x="4821720" y="0"/>
                  </a:lnTo>
                  <a:lnTo>
                    <a:pt x="4816014" y="0"/>
                  </a:lnTo>
                  <a:lnTo>
                    <a:pt x="4810308" y="0"/>
                  </a:lnTo>
                  <a:lnTo>
                    <a:pt x="4804601" y="0"/>
                  </a:lnTo>
                  <a:lnTo>
                    <a:pt x="4798895" y="0"/>
                  </a:lnTo>
                  <a:lnTo>
                    <a:pt x="4793189" y="0"/>
                  </a:lnTo>
                  <a:lnTo>
                    <a:pt x="4787483" y="0"/>
                  </a:lnTo>
                  <a:lnTo>
                    <a:pt x="4781777" y="0"/>
                  </a:lnTo>
                  <a:lnTo>
                    <a:pt x="4776071" y="0"/>
                  </a:lnTo>
                  <a:lnTo>
                    <a:pt x="4770364" y="0"/>
                  </a:lnTo>
                  <a:lnTo>
                    <a:pt x="4764658" y="0"/>
                  </a:lnTo>
                  <a:lnTo>
                    <a:pt x="4758952" y="0"/>
                  </a:lnTo>
                  <a:lnTo>
                    <a:pt x="4753246" y="0"/>
                  </a:lnTo>
                  <a:lnTo>
                    <a:pt x="4747540" y="0"/>
                  </a:lnTo>
                  <a:lnTo>
                    <a:pt x="4741834" y="0"/>
                  </a:lnTo>
                  <a:lnTo>
                    <a:pt x="4736127" y="0"/>
                  </a:lnTo>
                  <a:lnTo>
                    <a:pt x="4730421" y="0"/>
                  </a:lnTo>
                  <a:lnTo>
                    <a:pt x="4724715" y="0"/>
                  </a:lnTo>
                  <a:lnTo>
                    <a:pt x="4719009" y="0"/>
                  </a:lnTo>
                  <a:lnTo>
                    <a:pt x="4713303" y="0"/>
                  </a:lnTo>
                  <a:lnTo>
                    <a:pt x="4707596" y="0"/>
                  </a:lnTo>
                  <a:lnTo>
                    <a:pt x="4701890" y="0"/>
                  </a:lnTo>
                  <a:lnTo>
                    <a:pt x="4696184" y="0"/>
                  </a:lnTo>
                  <a:lnTo>
                    <a:pt x="4690478" y="0"/>
                  </a:lnTo>
                  <a:lnTo>
                    <a:pt x="4684772" y="0"/>
                  </a:lnTo>
                  <a:lnTo>
                    <a:pt x="4679066" y="0"/>
                  </a:lnTo>
                  <a:lnTo>
                    <a:pt x="4673359" y="0"/>
                  </a:lnTo>
                  <a:lnTo>
                    <a:pt x="4667653" y="0"/>
                  </a:lnTo>
                  <a:lnTo>
                    <a:pt x="4661947" y="0"/>
                  </a:lnTo>
                  <a:lnTo>
                    <a:pt x="4656241" y="0"/>
                  </a:lnTo>
                  <a:lnTo>
                    <a:pt x="4650535" y="0"/>
                  </a:lnTo>
                  <a:lnTo>
                    <a:pt x="4644828" y="0"/>
                  </a:lnTo>
                  <a:lnTo>
                    <a:pt x="4639122" y="0"/>
                  </a:lnTo>
                  <a:lnTo>
                    <a:pt x="4633416" y="0"/>
                  </a:lnTo>
                  <a:lnTo>
                    <a:pt x="4627710" y="0"/>
                  </a:lnTo>
                  <a:lnTo>
                    <a:pt x="4622004" y="0"/>
                  </a:lnTo>
                  <a:lnTo>
                    <a:pt x="4616298" y="0"/>
                  </a:lnTo>
                  <a:lnTo>
                    <a:pt x="4610591" y="0"/>
                  </a:lnTo>
                  <a:lnTo>
                    <a:pt x="4604885" y="0"/>
                  </a:lnTo>
                  <a:lnTo>
                    <a:pt x="4599179" y="0"/>
                  </a:lnTo>
                  <a:lnTo>
                    <a:pt x="4593473" y="0"/>
                  </a:lnTo>
                  <a:lnTo>
                    <a:pt x="4587767" y="0"/>
                  </a:lnTo>
                  <a:lnTo>
                    <a:pt x="4582061" y="0"/>
                  </a:lnTo>
                  <a:lnTo>
                    <a:pt x="4576354" y="0"/>
                  </a:lnTo>
                  <a:lnTo>
                    <a:pt x="4570648" y="0"/>
                  </a:lnTo>
                  <a:lnTo>
                    <a:pt x="4564942" y="0"/>
                  </a:lnTo>
                  <a:lnTo>
                    <a:pt x="4559236" y="0"/>
                  </a:lnTo>
                  <a:lnTo>
                    <a:pt x="4553530" y="0"/>
                  </a:lnTo>
                  <a:lnTo>
                    <a:pt x="4547823" y="0"/>
                  </a:lnTo>
                  <a:lnTo>
                    <a:pt x="4542117" y="0"/>
                  </a:lnTo>
                  <a:lnTo>
                    <a:pt x="4536411" y="0"/>
                  </a:lnTo>
                  <a:lnTo>
                    <a:pt x="4530705" y="0"/>
                  </a:lnTo>
                  <a:lnTo>
                    <a:pt x="4524999" y="0"/>
                  </a:lnTo>
                  <a:lnTo>
                    <a:pt x="4519293" y="0"/>
                  </a:lnTo>
                  <a:lnTo>
                    <a:pt x="4513586" y="0"/>
                  </a:lnTo>
                  <a:lnTo>
                    <a:pt x="4507880" y="0"/>
                  </a:lnTo>
                  <a:lnTo>
                    <a:pt x="4502174" y="0"/>
                  </a:lnTo>
                  <a:lnTo>
                    <a:pt x="4496468" y="0"/>
                  </a:lnTo>
                  <a:lnTo>
                    <a:pt x="4490762" y="0"/>
                  </a:lnTo>
                  <a:lnTo>
                    <a:pt x="4485055" y="0"/>
                  </a:lnTo>
                  <a:lnTo>
                    <a:pt x="4479349" y="0"/>
                  </a:lnTo>
                  <a:lnTo>
                    <a:pt x="4473643" y="0"/>
                  </a:lnTo>
                  <a:lnTo>
                    <a:pt x="4467937" y="0"/>
                  </a:lnTo>
                  <a:lnTo>
                    <a:pt x="4462231" y="0"/>
                  </a:lnTo>
                  <a:lnTo>
                    <a:pt x="4456525" y="0"/>
                  </a:lnTo>
                  <a:lnTo>
                    <a:pt x="4450818" y="0"/>
                  </a:lnTo>
                  <a:lnTo>
                    <a:pt x="4445112" y="0"/>
                  </a:lnTo>
                  <a:lnTo>
                    <a:pt x="4439406" y="0"/>
                  </a:lnTo>
                  <a:lnTo>
                    <a:pt x="4433700" y="0"/>
                  </a:lnTo>
                  <a:lnTo>
                    <a:pt x="4427994" y="0"/>
                  </a:lnTo>
                  <a:lnTo>
                    <a:pt x="4422288" y="0"/>
                  </a:lnTo>
                  <a:lnTo>
                    <a:pt x="4416581" y="0"/>
                  </a:lnTo>
                  <a:lnTo>
                    <a:pt x="4410875" y="0"/>
                  </a:lnTo>
                  <a:lnTo>
                    <a:pt x="4405169" y="0"/>
                  </a:lnTo>
                  <a:lnTo>
                    <a:pt x="4399463" y="0"/>
                  </a:lnTo>
                  <a:lnTo>
                    <a:pt x="4393757" y="0"/>
                  </a:lnTo>
                  <a:lnTo>
                    <a:pt x="4388050" y="0"/>
                  </a:lnTo>
                  <a:lnTo>
                    <a:pt x="4382344" y="0"/>
                  </a:lnTo>
                  <a:lnTo>
                    <a:pt x="4376638" y="0"/>
                  </a:lnTo>
                  <a:lnTo>
                    <a:pt x="4370932" y="0"/>
                  </a:lnTo>
                  <a:lnTo>
                    <a:pt x="4365226" y="0"/>
                  </a:lnTo>
                  <a:lnTo>
                    <a:pt x="4359520" y="0"/>
                  </a:lnTo>
                  <a:lnTo>
                    <a:pt x="4353813" y="0"/>
                  </a:lnTo>
                  <a:lnTo>
                    <a:pt x="4348107" y="0"/>
                  </a:lnTo>
                  <a:lnTo>
                    <a:pt x="4342401" y="0"/>
                  </a:lnTo>
                  <a:lnTo>
                    <a:pt x="4336695" y="0"/>
                  </a:lnTo>
                  <a:lnTo>
                    <a:pt x="4330989" y="0"/>
                  </a:lnTo>
                  <a:lnTo>
                    <a:pt x="4325282" y="0"/>
                  </a:lnTo>
                  <a:lnTo>
                    <a:pt x="4319576" y="0"/>
                  </a:lnTo>
                  <a:lnTo>
                    <a:pt x="4313870" y="0"/>
                  </a:lnTo>
                  <a:lnTo>
                    <a:pt x="4308164" y="0"/>
                  </a:lnTo>
                  <a:lnTo>
                    <a:pt x="4302458" y="0"/>
                  </a:lnTo>
                  <a:lnTo>
                    <a:pt x="4296752" y="0"/>
                  </a:lnTo>
                  <a:lnTo>
                    <a:pt x="4291045" y="0"/>
                  </a:lnTo>
                  <a:lnTo>
                    <a:pt x="4285339" y="0"/>
                  </a:lnTo>
                  <a:lnTo>
                    <a:pt x="4279633" y="0"/>
                  </a:lnTo>
                  <a:lnTo>
                    <a:pt x="4273927" y="0"/>
                  </a:lnTo>
                  <a:lnTo>
                    <a:pt x="4268221" y="0"/>
                  </a:lnTo>
                  <a:lnTo>
                    <a:pt x="4262515" y="0"/>
                  </a:lnTo>
                  <a:lnTo>
                    <a:pt x="4256808" y="0"/>
                  </a:lnTo>
                  <a:lnTo>
                    <a:pt x="4251102" y="0"/>
                  </a:lnTo>
                  <a:lnTo>
                    <a:pt x="4245396" y="0"/>
                  </a:lnTo>
                  <a:lnTo>
                    <a:pt x="4239690" y="0"/>
                  </a:lnTo>
                  <a:lnTo>
                    <a:pt x="4233984" y="0"/>
                  </a:lnTo>
                  <a:lnTo>
                    <a:pt x="4228277" y="0"/>
                  </a:lnTo>
                  <a:lnTo>
                    <a:pt x="4222571" y="0"/>
                  </a:lnTo>
                  <a:lnTo>
                    <a:pt x="4216865" y="0"/>
                  </a:lnTo>
                  <a:lnTo>
                    <a:pt x="4211159" y="0"/>
                  </a:lnTo>
                  <a:lnTo>
                    <a:pt x="4205453" y="0"/>
                  </a:lnTo>
                  <a:lnTo>
                    <a:pt x="4199747" y="0"/>
                  </a:lnTo>
                  <a:lnTo>
                    <a:pt x="4194040" y="0"/>
                  </a:lnTo>
                  <a:lnTo>
                    <a:pt x="4188334" y="0"/>
                  </a:lnTo>
                  <a:lnTo>
                    <a:pt x="4182628" y="0"/>
                  </a:lnTo>
                  <a:lnTo>
                    <a:pt x="4176922" y="0"/>
                  </a:lnTo>
                  <a:lnTo>
                    <a:pt x="4171216" y="0"/>
                  </a:lnTo>
                  <a:lnTo>
                    <a:pt x="4165510" y="0"/>
                  </a:lnTo>
                  <a:lnTo>
                    <a:pt x="4159803" y="0"/>
                  </a:lnTo>
                  <a:lnTo>
                    <a:pt x="4154097" y="0"/>
                  </a:lnTo>
                  <a:lnTo>
                    <a:pt x="4148391" y="0"/>
                  </a:lnTo>
                  <a:lnTo>
                    <a:pt x="4142685" y="0"/>
                  </a:lnTo>
                  <a:lnTo>
                    <a:pt x="4136979" y="0"/>
                  </a:lnTo>
                  <a:lnTo>
                    <a:pt x="4131272" y="0"/>
                  </a:lnTo>
                  <a:lnTo>
                    <a:pt x="4125566" y="0"/>
                  </a:lnTo>
                  <a:lnTo>
                    <a:pt x="4119860" y="0"/>
                  </a:lnTo>
                  <a:lnTo>
                    <a:pt x="4114154" y="0"/>
                  </a:lnTo>
                  <a:lnTo>
                    <a:pt x="4108448" y="0"/>
                  </a:lnTo>
                  <a:lnTo>
                    <a:pt x="4102742" y="0"/>
                  </a:lnTo>
                  <a:lnTo>
                    <a:pt x="4097035" y="0"/>
                  </a:lnTo>
                  <a:lnTo>
                    <a:pt x="4091329" y="0"/>
                  </a:lnTo>
                  <a:lnTo>
                    <a:pt x="4085623" y="0"/>
                  </a:lnTo>
                  <a:lnTo>
                    <a:pt x="4079917" y="0"/>
                  </a:lnTo>
                  <a:lnTo>
                    <a:pt x="4074211" y="0"/>
                  </a:lnTo>
                  <a:lnTo>
                    <a:pt x="4068504" y="0"/>
                  </a:lnTo>
                  <a:lnTo>
                    <a:pt x="4062798" y="0"/>
                  </a:lnTo>
                  <a:lnTo>
                    <a:pt x="4057092" y="0"/>
                  </a:lnTo>
                  <a:lnTo>
                    <a:pt x="4051386" y="0"/>
                  </a:lnTo>
                  <a:lnTo>
                    <a:pt x="4045680" y="0"/>
                  </a:lnTo>
                  <a:lnTo>
                    <a:pt x="4039974" y="0"/>
                  </a:lnTo>
                  <a:lnTo>
                    <a:pt x="4034267" y="0"/>
                  </a:lnTo>
                  <a:lnTo>
                    <a:pt x="4028561" y="0"/>
                  </a:lnTo>
                  <a:lnTo>
                    <a:pt x="4022855" y="0"/>
                  </a:lnTo>
                  <a:lnTo>
                    <a:pt x="4017149" y="0"/>
                  </a:lnTo>
                  <a:lnTo>
                    <a:pt x="4011443" y="0"/>
                  </a:lnTo>
                  <a:lnTo>
                    <a:pt x="4005737" y="0"/>
                  </a:lnTo>
                  <a:lnTo>
                    <a:pt x="4000030" y="0"/>
                  </a:lnTo>
                  <a:lnTo>
                    <a:pt x="3994324" y="0"/>
                  </a:lnTo>
                  <a:lnTo>
                    <a:pt x="3988618" y="0"/>
                  </a:lnTo>
                  <a:lnTo>
                    <a:pt x="3982912" y="0"/>
                  </a:lnTo>
                  <a:lnTo>
                    <a:pt x="3977206" y="0"/>
                  </a:lnTo>
                  <a:lnTo>
                    <a:pt x="3971499" y="0"/>
                  </a:lnTo>
                  <a:lnTo>
                    <a:pt x="3965793" y="0"/>
                  </a:lnTo>
                  <a:lnTo>
                    <a:pt x="3960087" y="0"/>
                  </a:lnTo>
                  <a:lnTo>
                    <a:pt x="3954381" y="0"/>
                  </a:lnTo>
                  <a:lnTo>
                    <a:pt x="3948675" y="0"/>
                  </a:lnTo>
                  <a:lnTo>
                    <a:pt x="3942969" y="0"/>
                  </a:lnTo>
                  <a:lnTo>
                    <a:pt x="3937262" y="0"/>
                  </a:lnTo>
                  <a:lnTo>
                    <a:pt x="3931556" y="0"/>
                  </a:lnTo>
                  <a:lnTo>
                    <a:pt x="3925850" y="0"/>
                  </a:lnTo>
                  <a:lnTo>
                    <a:pt x="3920144" y="0"/>
                  </a:lnTo>
                  <a:lnTo>
                    <a:pt x="3914438" y="0"/>
                  </a:lnTo>
                  <a:lnTo>
                    <a:pt x="3908731" y="0"/>
                  </a:lnTo>
                  <a:lnTo>
                    <a:pt x="3903025" y="0"/>
                  </a:lnTo>
                  <a:lnTo>
                    <a:pt x="3897319" y="0"/>
                  </a:lnTo>
                  <a:lnTo>
                    <a:pt x="3891613" y="0"/>
                  </a:lnTo>
                  <a:lnTo>
                    <a:pt x="3885907" y="0"/>
                  </a:lnTo>
                  <a:lnTo>
                    <a:pt x="3880201" y="0"/>
                  </a:lnTo>
                  <a:lnTo>
                    <a:pt x="3874494" y="0"/>
                  </a:lnTo>
                  <a:lnTo>
                    <a:pt x="3868788" y="0"/>
                  </a:lnTo>
                  <a:lnTo>
                    <a:pt x="3863082" y="0"/>
                  </a:lnTo>
                  <a:lnTo>
                    <a:pt x="3857376" y="0"/>
                  </a:lnTo>
                  <a:lnTo>
                    <a:pt x="3851670" y="0"/>
                  </a:lnTo>
                  <a:lnTo>
                    <a:pt x="3845964" y="0"/>
                  </a:lnTo>
                  <a:lnTo>
                    <a:pt x="3840257" y="0"/>
                  </a:lnTo>
                  <a:lnTo>
                    <a:pt x="3834551" y="0"/>
                  </a:lnTo>
                  <a:lnTo>
                    <a:pt x="3828845" y="0"/>
                  </a:lnTo>
                  <a:lnTo>
                    <a:pt x="3823139" y="0"/>
                  </a:lnTo>
                  <a:lnTo>
                    <a:pt x="3817433" y="0"/>
                  </a:lnTo>
                  <a:lnTo>
                    <a:pt x="3811726" y="0"/>
                  </a:lnTo>
                  <a:lnTo>
                    <a:pt x="3806020" y="0"/>
                  </a:lnTo>
                  <a:lnTo>
                    <a:pt x="3800314" y="0"/>
                  </a:lnTo>
                  <a:lnTo>
                    <a:pt x="3794608" y="0"/>
                  </a:lnTo>
                  <a:lnTo>
                    <a:pt x="3788902" y="0"/>
                  </a:lnTo>
                  <a:lnTo>
                    <a:pt x="3783196" y="0"/>
                  </a:lnTo>
                  <a:lnTo>
                    <a:pt x="3777489" y="0"/>
                  </a:lnTo>
                  <a:lnTo>
                    <a:pt x="3771783" y="0"/>
                  </a:lnTo>
                  <a:lnTo>
                    <a:pt x="3766077" y="0"/>
                  </a:lnTo>
                  <a:lnTo>
                    <a:pt x="3760371" y="0"/>
                  </a:lnTo>
                  <a:lnTo>
                    <a:pt x="3754665" y="0"/>
                  </a:lnTo>
                  <a:lnTo>
                    <a:pt x="3748959" y="0"/>
                  </a:lnTo>
                  <a:lnTo>
                    <a:pt x="3743252" y="0"/>
                  </a:lnTo>
                  <a:lnTo>
                    <a:pt x="3737546" y="0"/>
                  </a:lnTo>
                  <a:lnTo>
                    <a:pt x="3731840" y="0"/>
                  </a:lnTo>
                  <a:lnTo>
                    <a:pt x="3726134" y="0"/>
                  </a:lnTo>
                  <a:lnTo>
                    <a:pt x="3720428" y="0"/>
                  </a:lnTo>
                  <a:lnTo>
                    <a:pt x="3714721" y="0"/>
                  </a:lnTo>
                  <a:lnTo>
                    <a:pt x="3709015" y="0"/>
                  </a:lnTo>
                  <a:lnTo>
                    <a:pt x="3703309" y="0"/>
                  </a:lnTo>
                  <a:lnTo>
                    <a:pt x="3697603" y="0"/>
                  </a:lnTo>
                  <a:lnTo>
                    <a:pt x="3691897" y="0"/>
                  </a:lnTo>
                  <a:lnTo>
                    <a:pt x="3686191" y="0"/>
                  </a:lnTo>
                  <a:lnTo>
                    <a:pt x="3680484" y="0"/>
                  </a:lnTo>
                  <a:lnTo>
                    <a:pt x="3674778" y="0"/>
                  </a:lnTo>
                  <a:lnTo>
                    <a:pt x="3669072" y="0"/>
                  </a:lnTo>
                  <a:lnTo>
                    <a:pt x="3663366" y="0"/>
                  </a:lnTo>
                  <a:lnTo>
                    <a:pt x="3657660" y="0"/>
                  </a:lnTo>
                  <a:lnTo>
                    <a:pt x="3651953" y="0"/>
                  </a:lnTo>
                  <a:lnTo>
                    <a:pt x="3646247" y="0"/>
                  </a:lnTo>
                  <a:lnTo>
                    <a:pt x="3640541" y="0"/>
                  </a:lnTo>
                  <a:lnTo>
                    <a:pt x="3634835" y="0"/>
                  </a:lnTo>
                  <a:lnTo>
                    <a:pt x="3629129" y="0"/>
                  </a:lnTo>
                  <a:lnTo>
                    <a:pt x="3623423" y="0"/>
                  </a:lnTo>
                  <a:lnTo>
                    <a:pt x="3617716" y="0"/>
                  </a:lnTo>
                  <a:lnTo>
                    <a:pt x="3612010" y="0"/>
                  </a:lnTo>
                  <a:lnTo>
                    <a:pt x="3606304" y="0"/>
                  </a:lnTo>
                  <a:lnTo>
                    <a:pt x="3600598" y="0"/>
                  </a:lnTo>
                  <a:lnTo>
                    <a:pt x="3594892" y="0"/>
                  </a:lnTo>
                  <a:lnTo>
                    <a:pt x="3589186" y="0"/>
                  </a:lnTo>
                  <a:lnTo>
                    <a:pt x="3583479" y="0"/>
                  </a:lnTo>
                  <a:lnTo>
                    <a:pt x="3577773" y="0"/>
                  </a:lnTo>
                  <a:lnTo>
                    <a:pt x="3572067" y="0"/>
                  </a:lnTo>
                  <a:lnTo>
                    <a:pt x="3566361" y="0"/>
                  </a:lnTo>
                  <a:lnTo>
                    <a:pt x="3560655" y="0"/>
                  </a:lnTo>
                  <a:lnTo>
                    <a:pt x="3554948" y="0"/>
                  </a:lnTo>
                  <a:lnTo>
                    <a:pt x="3549242" y="0"/>
                  </a:lnTo>
                  <a:lnTo>
                    <a:pt x="3543536" y="0"/>
                  </a:lnTo>
                  <a:lnTo>
                    <a:pt x="3537830" y="0"/>
                  </a:lnTo>
                  <a:lnTo>
                    <a:pt x="3532124" y="0"/>
                  </a:lnTo>
                  <a:lnTo>
                    <a:pt x="3526418" y="0"/>
                  </a:lnTo>
                  <a:lnTo>
                    <a:pt x="3520711" y="0"/>
                  </a:lnTo>
                  <a:lnTo>
                    <a:pt x="3515005" y="0"/>
                  </a:lnTo>
                  <a:lnTo>
                    <a:pt x="3509299" y="0"/>
                  </a:lnTo>
                  <a:lnTo>
                    <a:pt x="3503593" y="0"/>
                  </a:lnTo>
                  <a:lnTo>
                    <a:pt x="3497887" y="0"/>
                  </a:lnTo>
                  <a:lnTo>
                    <a:pt x="3492180" y="0"/>
                  </a:lnTo>
                  <a:lnTo>
                    <a:pt x="3486474" y="0"/>
                  </a:lnTo>
                  <a:lnTo>
                    <a:pt x="3480768" y="0"/>
                  </a:lnTo>
                  <a:lnTo>
                    <a:pt x="3475062" y="0"/>
                  </a:lnTo>
                  <a:lnTo>
                    <a:pt x="3469356" y="0"/>
                  </a:lnTo>
                  <a:lnTo>
                    <a:pt x="3463650" y="0"/>
                  </a:lnTo>
                  <a:lnTo>
                    <a:pt x="3457943" y="0"/>
                  </a:lnTo>
                  <a:lnTo>
                    <a:pt x="3452237" y="0"/>
                  </a:lnTo>
                  <a:lnTo>
                    <a:pt x="3446531" y="0"/>
                  </a:lnTo>
                  <a:lnTo>
                    <a:pt x="3440825" y="0"/>
                  </a:lnTo>
                  <a:lnTo>
                    <a:pt x="3435119" y="0"/>
                  </a:lnTo>
                  <a:lnTo>
                    <a:pt x="3429413" y="0"/>
                  </a:lnTo>
                  <a:lnTo>
                    <a:pt x="3423706" y="0"/>
                  </a:lnTo>
                  <a:lnTo>
                    <a:pt x="3418000" y="0"/>
                  </a:lnTo>
                  <a:lnTo>
                    <a:pt x="3412294" y="0"/>
                  </a:lnTo>
                  <a:lnTo>
                    <a:pt x="3406588" y="0"/>
                  </a:lnTo>
                  <a:lnTo>
                    <a:pt x="3400882" y="0"/>
                  </a:lnTo>
                  <a:lnTo>
                    <a:pt x="3395175" y="0"/>
                  </a:lnTo>
                  <a:lnTo>
                    <a:pt x="3389469" y="0"/>
                  </a:lnTo>
                  <a:lnTo>
                    <a:pt x="3383763" y="0"/>
                  </a:lnTo>
                  <a:lnTo>
                    <a:pt x="3378057" y="0"/>
                  </a:lnTo>
                  <a:lnTo>
                    <a:pt x="3372351" y="0"/>
                  </a:lnTo>
                  <a:lnTo>
                    <a:pt x="3366645" y="0"/>
                  </a:lnTo>
                  <a:lnTo>
                    <a:pt x="3360938" y="0"/>
                  </a:lnTo>
                  <a:lnTo>
                    <a:pt x="3355232" y="0"/>
                  </a:lnTo>
                  <a:lnTo>
                    <a:pt x="3349526" y="0"/>
                  </a:lnTo>
                  <a:lnTo>
                    <a:pt x="3343820" y="0"/>
                  </a:lnTo>
                  <a:lnTo>
                    <a:pt x="3338114" y="0"/>
                  </a:lnTo>
                  <a:lnTo>
                    <a:pt x="3332408" y="0"/>
                  </a:lnTo>
                  <a:lnTo>
                    <a:pt x="3326701" y="0"/>
                  </a:lnTo>
                  <a:lnTo>
                    <a:pt x="3320995" y="0"/>
                  </a:lnTo>
                  <a:lnTo>
                    <a:pt x="3315289" y="0"/>
                  </a:lnTo>
                  <a:lnTo>
                    <a:pt x="3309583" y="0"/>
                  </a:lnTo>
                  <a:lnTo>
                    <a:pt x="3303877" y="0"/>
                  </a:lnTo>
                  <a:lnTo>
                    <a:pt x="3298170" y="0"/>
                  </a:lnTo>
                  <a:lnTo>
                    <a:pt x="3292464" y="0"/>
                  </a:lnTo>
                  <a:lnTo>
                    <a:pt x="3286758" y="0"/>
                  </a:lnTo>
                  <a:lnTo>
                    <a:pt x="3281052" y="0"/>
                  </a:lnTo>
                  <a:lnTo>
                    <a:pt x="3275346" y="0"/>
                  </a:lnTo>
                  <a:lnTo>
                    <a:pt x="3269640" y="0"/>
                  </a:lnTo>
                  <a:lnTo>
                    <a:pt x="3263933" y="0"/>
                  </a:lnTo>
                  <a:lnTo>
                    <a:pt x="3258227" y="0"/>
                  </a:lnTo>
                  <a:lnTo>
                    <a:pt x="3252521" y="0"/>
                  </a:lnTo>
                  <a:lnTo>
                    <a:pt x="3246815" y="0"/>
                  </a:lnTo>
                  <a:lnTo>
                    <a:pt x="3241109" y="0"/>
                  </a:lnTo>
                  <a:lnTo>
                    <a:pt x="3235402" y="0"/>
                  </a:lnTo>
                  <a:lnTo>
                    <a:pt x="3229696" y="0"/>
                  </a:lnTo>
                  <a:lnTo>
                    <a:pt x="3223990" y="0"/>
                  </a:lnTo>
                  <a:lnTo>
                    <a:pt x="3218284" y="0"/>
                  </a:lnTo>
                  <a:lnTo>
                    <a:pt x="3212578" y="0"/>
                  </a:lnTo>
                  <a:lnTo>
                    <a:pt x="3206872" y="0"/>
                  </a:lnTo>
                  <a:lnTo>
                    <a:pt x="3201165" y="0"/>
                  </a:lnTo>
                  <a:lnTo>
                    <a:pt x="3195459" y="0"/>
                  </a:lnTo>
                  <a:lnTo>
                    <a:pt x="3189753" y="0"/>
                  </a:lnTo>
                  <a:lnTo>
                    <a:pt x="3184047" y="0"/>
                  </a:lnTo>
                  <a:lnTo>
                    <a:pt x="3178341" y="0"/>
                  </a:lnTo>
                  <a:lnTo>
                    <a:pt x="3172635" y="0"/>
                  </a:lnTo>
                  <a:lnTo>
                    <a:pt x="3166928" y="0"/>
                  </a:lnTo>
                  <a:lnTo>
                    <a:pt x="3161222" y="0"/>
                  </a:lnTo>
                  <a:lnTo>
                    <a:pt x="3155516" y="0"/>
                  </a:lnTo>
                  <a:lnTo>
                    <a:pt x="3149810" y="0"/>
                  </a:lnTo>
                  <a:lnTo>
                    <a:pt x="3144104" y="0"/>
                  </a:lnTo>
                  <a:lnTo>
                    <a:pt x="3138397" y="0"/>
                  </a:lnTo>
                  <a:lnTo>
                    <a:pt x="3132691" y="0"/>
                  </a:lnTo>
                  <a:lnTo>
                    <a:pt x="3126985" y="0"/>
                  </a:lnTo>
                  <a:lnTo>
                    <a:pt x="3121279" y="0"/>
                  </a:lnTo>
                  <a:lnTo>
                    <a:pt x="3115573" y="0"/>
                  </a:lnTo>
                  <a:lnTo>
                    <a:pt x="3109867" y="0"/>
                  </a:lnTo>
                  <a:lnTo>
                    <a:pt x="3104160" y="0"/>
                  </a:lnTo>
                  <a:lnTo>
                    <a:pt x="3098454" y="0"/>
                  </a:lnTo>
                  <a:lnTo>
                    <a:pt x="3092748" y="0"/>
                  </a:lnTo>
                  <a:lnTo>
                    <a:pt x="3087042" y="0"/>
                  </a:lnTo>
                  <a:lnTo>
                    <a:pt x="3081336" y="0"/>
                  </a:lnTo>
                  <a:lnTo>
                    <a:pt x="3075629" y="0"/>
                  </a:lnTo>
                  <a:lnTo>
                    <a:pt x="3069923" y="0"/>
                  </a:lnTo>
                  <a:lnTo>
                    <a:pt x="3064217" y="0"/>
                  </a:lnTo>
                  <a:lnTo>
                    <a:pt x="3058511" y="0"/>
                  </a:lnTo>
                  <a:lnTo>
                    <a:pt x="3052805" y="0"/>
                  </a:lnTo>
                  <a:lnTo>
                    <a:pt x="3047099" y="0"/>
                  </a:lnTo>
                  <a:lnTo>
                    <a:pt x="3041392" y="0"/>
                  </a:lnTo>
                  <a:lnTo>
                    <a:pt x="3035686" y="0"/>
                  </a:lnTo>
                  <a:lnTo>
                    <a:pt x="3029980" y="0"/>
                  </a:lnTo>
                  <a:lnTo>
                    <a:pt x="3024274" y="0"/>
                  </a:lnTo>
                  <a:lnTo>
                    <a:pt x="3018568" y="0"/>
                  </a:lnTo>
                  <a:lnTo>
                    <a:pt x="3012862" y="0"/>
                  </a:lnTo>
                  <a:lnTo>
                    <a:pt x="3007155" y="0"/>
                  </a:lnTo>
                  <a:lnTo>
                    <a:pt x="3001449" y="0"/>
                  </a:lnTo>
                  <a:lnTo>
                    <a:pt x="2995743" y="0"/>
                  </a:lnTo>
                  <a:lnTo>
                    <a:pt x="2990037" y="0"/>
                  </a:lnTo>
                  <a:lnTo>
                    <a:pt x="2984331" y="0"/>
                  </a:lnTo>
                  <a:lnTo>
                    <a:pt x="2978624" y="0"/>
                  </a:lnTo>
                  <a:lnTo>
                    <a:pt x="2972918" y="0"/>
                  </a:lnTo>
                  <a:lnTo>
                    <a:pt x="2967212" y="0"/>
                  </a:lnTo>
                  <a:lnTo>
                    <a:pt x="2961506" y="0"/>
                  </a:lnTo>
                  <a:lnTo>
                    <a:pt x="2955800" y="0"/>
                  </a:lnTo>
                  <a:lnTo>
                    <a:pt x="2950094" y="0"/>
                  </a:lnTo>
                  <a:lnTo>
                    <a:pt x="2944387" y="0"/>
                  </a:lnTo>
                  <a:lnTo>
                    <a:pt x="2938681" y="0"/>
                  </a:lnTo>
                  <a:lnTo>
                    <a:pt x="2932975" y="0"/>
                  </a:lnTo>
                  <a:lnTo>
                    <a:pt x="2927269" y="0"/>
                  </a:lnTo>
                  <a:lnTo>
                    <a:pt x="2921563" y="0"/>
                  </a:lnTo>
                  <a:lnTo>
                    <a:pt x="2915857" y="0"/>
                  </a:lnTo>
                  <a:lnTo>
                    <a:pt x="2910150" y="0"/>
                  </a:lnTo>
                  <a:lnTo>
                    <a:pt x="2904444" y="0"/>
                  </a:lnTo>
                  <a:lnTo>
                    <a:pt x="2898738" y="0"/>
                  </a:lnTo>
                  <a:lnTo>
                    <a:pt x="2893032" y="0"/>
                  </a:lnTo>
                  <a:lnTo>
                    <a:pt x="2887326" y="0"/>
                  </a:lnTo>
                  <a:lnTo>
                    <a:pt x="2881619" y="0"/>
                  </a:lnTo>
                  <a:lnTo>
                    <a:pt x="2875913" y="0"/>
                  </a:lnTo>
                  <a:lnTo>
                    <a:pt x="2870207" y="0"/>
                  </a:lnTo>
                  <a:lnTo>
                    <a:pt x="2864501" y="0"/>
                  </a:lnTo>
                  <a:lnTo>
                    <a:pt x="2858795" y="0"/>
                  </a:lnTo>
                  <a:lnTo>
                    <a:pt x="2853089" y="0"/>
                  </a:lnTo>
                  <a:lnTo>
                    <a:pt x="2847382" y="0"/>
                  </a:lnTo>
                  <a:lnTo>
                    <a:pt x="2841676" y="0"/>
                  </a:lnTo>
                  <a:lnTo>
                    <a:pt x="2835970" y="0"/>
                  </a:lnTo>
                  <a:lnTo>
                    <a:pt x="2830264" y="0"/>
                  </a:lnTo>
                  <a:lnTo>
                    <a:pt x="2824558" y="0"/>
                  </a:lnTo>
                  <a:lnTo>
                    <a:pt x="2818851" y="0"/>
                  </a:lnTo>
                  <a:lnTo>
                    <a:pt x="2813145" y="0"/>
                  </a:lnTo>
                  <a:lnTo>
                    <a:pt x="2807439" y="0"/>
                  </a:lnTo>
                  <a:lnTo>
                    <a:pt x="2801733" y="0"/>
                  </a:lnTo>
                  <a:lnTo>
                    <a:pt x="2796027" y="0"/>
                  </a:lnTo>
                  <a:lnTo>
                    <a:pt x="2790321" y="0"/>
                  </a:lnTo>
                  <a:lnTo>
                    <a:pt x="2784614" y="0"/>
                  </a:lnTo>
                  <a:lnTo>
                    <a:pt x="2778908" y="0"/>
                  </a:lnTo>
                  <a:lnTo>
                    <a:pt x="2773202" y="0"/>
                  </a:lnTo>
                  <a:lnTo>
                    <a:pt x="2767496" y="0"/>
                  </a:lnTo>
                  <a:lnTo>
                    <a:pt x="2761790" y="0"/>
                  </a:lnTo>
                  <a:lnTo>
                    <a:pt x="2756084" y="0"/>
                  </a:lnTo>
                  <a:lnTo>
                    <a:pt x="2750377" y="0"/>
                  </a:lnTo>
                  <a:lnTo>
                    <a:pt x="2744671" y="0"/>
                  </a:lnTo>
                  <a:lnTo>
                    <a:pt x="2738965" y="0"/>
                  </a:lnTo>
                  <a:lnTo>
                    <a:pt x="2733259" y="0"/>
                  </a:lnTo>
                  <a:lnTo>
                    <a:pt x="2727553" y="0"/>
                  </a:lnTo>
                  <a:lnTo>
                    <a:pt x="2721846" y="0"/>
                  </a:lnTo>
                  <a:lnTo>
                    <a:pt x="2716140" y="0"/>
                  </a:lnTo>
                  <a:lnTo>
                    <a:pt x="2710434" y="0"/>
                  </a:lnTo>
                  <a:lnTo>
                    <a:pt x="2704728" y="0"/>
                  </a:lnTo>
                  <a:lnTo>
                    <a:pt x="2699022" y="0"/>
                  </a:lnTo>
                  <a:lnTo>
                    <a:pt x="2693316" y="0"/>
                  </a:lnTo>
                  <a:lnTo>
                    <a:pt x="2687609" y="0"/>
                  </a:lnTo>
                  <a:lnTo>
                    <a:pt x="2681903" y="0"/>
                  </a:lnTo>
                  <a:lnTo>
                    <a:pt x="2676197" y="0"/>
                  </a:lnTo>
                  <a:lnTo>
                    <a:pt x="2670491" y="0"/>
                  </a:lnTo>
                  <a:lnTo>
                    <a:pt x="2664785" y="0"/>
                  </a:lnTo>
                  <a:lnTo>
                    <a:pt x="2659078" y="0"/>
                  </a:lnTo>
                  <a:lnTo>
                    <a:pt x="2653372" y="0"/>
                  </a:lnTo>
                  <a:lnTo>
                    <a:pt x="2647666" y="0"/>
                  </a:lnTo>
                  <a:lnTo>
                    <a:pt x="2641960" y="0"/>
                  </a:lnTo>
                  <a:lnTo>
                    <a:pt x="2636254" y="0"/>
                  </a:lnTo>
                  <a:lnTo>
                    <a:pt x="2630548" y="0"/>
                  </a:lnTo>
                  <a:lnTo>
                    <a:pt x="2624841" y="0"/>
                  </a:lnTo>
                  <a:lnTo>
                    <a:pt x="2619135" y="0"/>
                  </a:lnTo>
                  <a:lnTo>
                    <a:pt x="2613429" y="0"/>
                  </a:lnTo>
                  <a:lnTo>
                    <a:pt x="2607723" y="0"/>
                  </a:lnTo>
                  <a:lnTo>
                    <a:pt x="2602017" y="0"/>
                  </a:lnTo>
                  <a:lnTo>
                    <a:pt x="2596311" y="0"/>
                  </a:lnTo>
                  <a:lnTo>
                    <a:pt x="2590604" y="0"/>
                  </a:lnTo>
                  <a:lnTo>
                    <a:pt x="2584898" y="0"/>
                  </a:lnTo>
                  <a:lnTo>
                    <a:pt x="2579192" y="0"/>
                  </a:lnTo>
                  <a:lnTo>
                    <a:pt x="2573486" y="0"/>
                  </a:lnTo>
                  <a:lnTo>
                    <a:pt x="2567780" y="0"/>
                  </a:lnTo>
                  <a:lnTo>
                    <a:pt x="2562073" y="0"/>
                  </a:lnTo>
                  <a:lnTo>
                    <a:pt x="2556367" y="0"/>
                  </a:lnTo>
                  <a:lnTo>
                    <a:pt x="2550661" y="0"/>
                  </a:lnTo>
                  <a:lnTo>
                    <a:pt x="2544955" y="0"/>
                  </a:lnTo>
                  <a:lnTo>
                    <a:pt x="2539249" y="0"/>
                  </a:lnTo>
                  <a:lnTo>
                    <a:pt x="2533543" y="0"/>
                  </a:lnTo>
                  <a:lnTo>
                    <a:pt x="2527836" y="0"/>
                  </a:lnTo>
                  <a:lnTo>
                    <a:pt x="2522130" y="0"/>
                  </a:lnTo>
                  <a:lnTo>
                    <a:pt x="2516424" y="0"/>
                  </a:lnTo>
                  <a:lnTo>
                    <a:pt x="2510718" y="0"/>
                  </a:lnTo>
                  <a:lnTo>
                    <a:pt x="2505012" y="0"/>
                  </a:lnTo>
                  <a:lnTo>
                    <a:pt x="2499306" y="0"/>
                  </a:lnTo>
                  <a:lnTo>
                    <a:pt x="2493599" y="0"/>
                  </a:lnTo>
                  <a:lnTo>
                    <a:pt x="2487893" y="0"/>
                  </a:lnTo>
                  <a:lnTo>
                    <a:pt x="2482187" y="0"/>
                  </a:lnTo>
                  <a:lnTo>
                    <a:pt x="2476481" y="0"/>
                  </a:lnTo>
                  <a:lnTo>
                    <a:pt x="2470775" y="0"/>
                  </a:lnTo>
                  <a:lnTo>
                    <a:pt x="2465068" y="0"/>
                  </a:lnTo>
                  <a:lnTo>
                    <a:pt x="2459362" y="0"/>
                  </a:lnTo>
                  <a:lnTo>
                    <a:pt x="2453656" y="0"/>
                  </a:lnTo>
                  <a:lnTo>
                    <a:pt x="2447950" y="0"/>
                  </a:lnTo>
                  <a:lnTo>
                    <a:pt x="2442244" y="0"/>
                  </a:lnTo>
                  <a:lnTo>
                    <a:pt x="2436538" y="0"/>
                  </a:lnTo>
                  <a:lnTo>
                    <a:pt x="2430831" y="0"/>
                  </a:lnTo>
                  <a:lnTo>
                    <a:pt x="2425125" y="0"/>
                  </a:lnTo>
                  <a:lnTo>
                    <a:pt x="2419419" y="0"/>
                  </a:lnTo>
                  <a:lnTo>
                    <a:pt x="2413713" y="0"/>
                  </a:lnTo>
                  <a:lnTo>
                    <a:pt x="2408007" y="0"/>
                  </a:lnTo>
                  <a:lnTo>
                    <a:pt x="2402300" y="0"/>
                  </a:lnTo>
                  <a:lnTo>
                    <a:pt x="2396594" y="0"/>
                  </a:lnTo>
                  <a:lnTo>
                    <a:pt x="2390888" y="0"/>
                  </a:lnTo>
                  <a:lnTo>
                    <a:pt x="2385182" y="0"/>
                  </a:lnTo>
                  <a:lnTo>
                    <a:pt x="2379476" y="0"/>
                  </a:lnTo>
                  <a:lnTo>
                    <a:pt x="2373770" y="0"/>
                  </a:lnTo>
                  <a:lnTo>
                    <a:pt x="2368063" y="0"/>
                  </a:lnTo>
                  <a:lnTo>
                    <a:pt x="2362357" y="0"/>
                  </a:lnTo>
                  <a:lnTo>
                    <a:pt x="2356651" y="0"/>
                  </a:lnTo>
                  <a:lnTo>
                    <a:pt x="2350945" y="0"/>
                  </a:lnTo>
                  <a:lnTo>
                    <a:pt x="2345239" y="0"/>
                  </a:lnTo>
                  <a:lnTo>
                    <a:pt x="2339533" y="0"/>
                  </a:lnTo>
                  <a:lnTo>
                    <a:pt x="2333826" y="0"/>
                  </a:lnTo>
                  <a:lnTo>
                    <a:pt x="2328120" y="0"/>
                  </a:lnTo>
                  <a:lnTo>
                    <a:pt x="2322414" y="0"/>
                  </a:lnTo>
                  <a:lnTo>
                    <a:pt x="2316708" y="0"/>
                  </a:lnTo>
                  <a:lnTo>
                    <a:pt x="2311002" y="0"/>
                  </a:lnTo>
                  <a:lnTo>
                    <a:pt x="2305295" y="0"/>
                  </a:lnTo>
                  <a:lnTo>
                    <a:pt x="2299589" y="0"/>
                  </a:lnTo>
                  <a:lnTo>
                    <a:pt x="2293883" y="0"/>
                  </a:lnTo>
                  <a:lnTo>
                    <a:pt x="2288177" y="0"/>
                  </a:lnTo>
                  <a:lnTo>
                    <a:pt x="2282471" y="0"/>
                  </a:lnTo>
                  <a:lnTo>
                    <a:pt x="2276765" y="0"/>
                  </a:lnTo>
                  <a:lnTo>
                    <a:pt x="2271058" y="0"/>
                  </a:lnTo>
                  <a:lnTo>
                    <a:pt x="2265352" y="0"/>
                  </a:lnTo>
                  <a:lnTo>
                    <a:pt x="2259646" y="0"/>
                  </a:lnTo>
                  <a:lnTo>
                    <a:pt x="2253940" y="0"/>
                  </a:lnTo>
                  <a:lnTo>
                    <a:pt x="2248234" y="0"/>
                  </a:lnTo>
                  <a:lnTo>
                    <a:pt x="2242527" y="0"/>
                  </a:lnTo>
                  <a:lnTo>
                    <a:pt x="2236821" y="0"/>
                  </a:lnTo>
                  <a:lnTo>
                    <a:pt x="2231115" y="0"/>
                  </a:lnTo>
                  <a:lnTo>
                    <a:pt x="2225409" y="0"/>
                  </a:lnTo>
                  <a:lnTo>
                    <a:pt x="2219703" y="0"/>
                  </a:lnTo>
                  <a:lnTo>
                    <a:pt x="2213997" y="0"/>
                  </a:lnTo>
                  <a:lnTo>
                    <a:pt x="2208290" y="0"/>
                  </a:lnTo>
                  <a:lnTo>
                    <a:pt x="2202584" y="0"/>
                  </a:lnTo>
                  <a:lnTo>
                    <a:pt x="2196878" y="0"/>
                  </a:lnTo>
                  <a:lnTo>
                    <a:pt x="2191172" y="0"/>
                  </a:lnTo>
                  <a:lnTo>
                    <a:pt x="2185466" y="0"/>
                  </a:lnTo>
                  <a:lnTo>
                    <a:pt x="2179760" y="0"/>
                  </a:lnTo>
                  <a:lnTo>
                    <a:pt x="2174053" y="0"/>
                  </a:lnTo>
                  <a:lnTo>
                    <a:pt x="2168347" y="0"/>
                  </a:lnTo>
                  <a:lnTo>
                    <a:pt x="2162641" y="0"/>
                  </a:lnTo>
                  <a:lnTo>
                    <a:pt x="2156935" y="0"/>
                  </a:lnTo>
                  <a:lnTo>
                    <a:pt x="2151229" y="0"/>
                  </a:lnTo>
                  <a:lnTo>
                    <a:pt x="2145522" y="0"/>
                  </a:lnTo>
                  <a:lnTo>
                    <a:pt x="2139816" y="0"/>
                  </a:lnTo>
                  <a:lnTo>
                    <a:pt x="2134110" y="0"/>
                  </a:lnTo>
                  <a:lnTo>
                    <a:pt x="2128404" y="0"/>
                  </a:lnTo>
                  <a:lnTo>
                    <a:pt x="2122698" y="0"/>
                  </a:lnTo>
                  <a:lnTo>
                    <a:pt x="2116992" y="0"/>
                  </a:lnTo>
                  <a:lnTo>
                    <a:pt x="2111285" y="0"/>
                  </a:lnTo>
                  <a:lnTo>
                    <a:pt x="2105579" y="0"/>
                  </a:lnTo>
                  <a:lnTo>
                    <a:pt x="2099873" y="0"/>
                  </a:lnTo>
                  <a:lnTo>
                    <a:pt x="2094167" y="0"/>
                  </a:lnTo>
                  <a:lnTo>
                    <a:pt x="2088461" y="0"/>
                  </a:lnTo>
                  <a:lnTo>
                    <a:pt x="2082755" y="0"/>
                  </a:lnTo>
                  <a:lnTo>
                    <a:pt x="2077048" y="0"/>
                  </a:lnTo>
                  <a:lnTo>
                    <a:pt x="2071342" y="0"/>
                  </a:lnTo>
                  <a:lnTo>
                    <a:pt x="2065636" y="0"/>
                  </a:lnTo>
                  <a:lnTo>
                    <a:pt x="2059930" y="0"/>
                  </a:lnTo>
                  <a:lnTo>
                    <a:pt x="2054224" y="0"/>
                  </a:lnTo>
                  <a:lnTo>
                    <a:pt x="2048517" y="0"/>
                  </a:lnTo>
                  <a:lnTo>
                    <a:pt x="2042811" y="0"/>
                  </a:lnTo>
                  <a:lnTo>
                    <a:pt x="2037105" y="0"/>
                  </a:lnTo>
                  <a:lnTo>
                    <a:pt x="2031399" y="0"/>
                  </a:lnTo>
                  <a:lnTo>
                    <a:pt x="2025693" y="0"/>
                  </a:lnTo>
                  <a:lnTo>
                    <a:pt x="2019987" y="0"/>
                  </a:lnTo>
                  <a:lnTo>
                    <a:pt x="2014280" y="0"/>
                  </a:lnTo>
                  <a:lnTo>
                    <a:pt x="2008574" y="0"/>
                  </a:lnTo>
                  <a:lnTo>
                    <a:pt x="2002868" y="0"/>
                  </a:lnTo>
                  <a:lnTo>
                    <a:pt x="1997162" y="0"/>
                  </a:lnTo>
                  <a:lnTo>
                    <a:pt x="1991456" y="0"/>
                  </a:lnTo>
                  <a:lnTo>
                    <a:pt x="1985749" y="0"/>
                  </a:lnTo>
                  <a:lnTo>
                    <a:pt x="1980043" y="0"/>
                  </a:lnTo>
                  <a:lnTo>
                    <a:pt x="1974337" y="0"/>
                  </a:lnTo>
                  <a:lnTo>
                    <a:pt x="1968631" y="0"/>
                  </a:lnTo>
                  <a:lnTo>
                    <a:pt x="1962925" y="0"/>
                  </a:lnTo>
                  <a:lnTo>
                    <a:pt x="1957219" y="0"/>
                  </a:lnTo>
                  <a:lnTo>
                    <a:pt x="1951512" y="0"/>
                  </a:lnTo>
                  <a:lnTo>
                    <a:pt x="1945806" y="0"/>
                  </a:lnTo>
                  <a:lnTo>
                    <a:pt x="1940100" y="0"/>
                  </a:lnTo>
                  <a:lnTo>
                    <a:pt x="1934394" y="0"/>
                  </a:lnTo>
                  <a:lnTo>
                    <a:pt x="1928688" y="0"/>
                  </a:lnTo>
                  <a:lnTo>
                    <a:pt x="1922982" y="0"/>
                  </a:lnTo>
                  <a:lnTo>
                    <a:pt x="1917275" y="0"/>
                  </a:lnTo>
                  <a:lnTo>
                    <a:pt x="1911569" y="0"/>
                  </a:lnTo>
                  <a:lnTo>
                    <a:pt x="1905863" y="0"/>
                  </a:lnTo>
                  <a:lnTo>
                    <a:pt x="1900157" y="0"/>
                  </a:lnTo>
                  <a:lnTo>
                    <a:pt x="1894451" y="0"/>
                  </a:lnTo>
                  <a:lnTo>
                    <a:pt x="1888744" y="0"/>
                  </a:lnTo>
                  <a:lnTo>
                    <a:pt x="1883038" y="0"/>
                  </a:lnTo>
                  <a:lnTo>
                    <a:pt x="1877332" y="0"/>
                  </a:lnTo>
                  <a:lnTo>
                    <a:pt x="1871626" y="0"/>
                  </a:lnTo>
                  <a:lnTo>
                    <a:pt x="1865920" y="0"/>
                  </a:lnTo>
                  <a:lnTo>
                    <a:pt x="1860214" y="0"/>
                  </a:lnTo>
                  <a:lnTo>
                    <a:pt x="1854507" y="0"/>
                  </a:lnTo>
                  <a:lnTo>
                    <a:pt x="1848801" y="0"/>
                  </a:lnTo>
                  <a:lnTo>
                    <a:pt x="1843095" y="0"/>
                  </a:lnTo>
                  <a:lnTo>
                    <a:pt x="1837389" y="0"/>
                  </a:lnTo>
                  <a:lnTo>
                    <a:pt x="1831683" y="0"/>
                  </a:lnTo>
                  <a:lnTo>
                    <a:pt x="1825976" y="0"/>
                  </a:lnTo>
                  <a:lnTo>
                    <a:pt x="1820270" y="0"/>
                  </a:lnTo>
                  <a:lnTo>
                    <a:pt x="1814564" y="0"/>
                  </a:lnTo>
                  <a:lnTo>
                    <a:pt x="1808858" y="0"/>
                  </a:lnTo>
                  <a:lnTo>
                    <a:pt x="1803152" y="0"/>
                  </a:lnTo>
                  <a:lnTo>
                    <a:pt x="1797446" y="0"/>
                  </a:lnTo>
                  <a:lnTo>
                    <a:pt x="1791739" y="0"/>
                  </a:lnTo>
                  <a:lnTo>
                    <a:pt x="1786033" y="0"/>
                  </a:lnTo>
                  <a:lnTo>
                    <a:pt x="1780327" y="0"/>
                  </a:lnTo>
                  <a:lnTo>
                    <a:pt x="1774621" y="0"/>
                  </a:lnTo>
                  <a:lnTo>
                    <a:pt x="1768915" y="0"/>
                  </a:lnTo>
                  <a:lnTo>
                    <a:pt x="1763209" y="0"/>
                  </a:lnTo>
                  <a:lnTo>
                    <a:pt x="1757502" y="0"/>
                  </a:lnTo>
                  <a:lnTo>
                    <a:pt x="1751796" y="0"/>
                  </a:lnTo>
                  <a:lnTo>
                    <a:pt x="1746090" y="0"/>
                  </a:lnTo>
                  <a:lnTo>
                    <a:pt x="1740384" y="0"/>
                  </a:lnTo>
                  <a:lnTo>
                    <a:pt x="1734678" y="0"/>
                  </a:lnTo>
                  <a:lnTo>
                    <a:pt x="1728971" y="0"/>
                  </a:lnTo>
                  <a:lnTo>
                    <a:pt x="1723265" y="0"/>
                  </a:lnTo>
                  <a:lnTo>
                    <a:pt x="1717559" y="0"/>
                  </a:lnTo>
                  <a:lnTo>
                    <a:pt x="1711853" y="0"/>
                  </a:lnTo>
                  <a:lnTo>
                    <a:pt x="1706147" y="0"/>
                  </a:lnTo>
                  <a:lnTo>
                    <a:pt x="1700441" y="0"/>
                  </a:lnTo>
                  <a:lnTo>
                    <a:pt x="1694734" y="0"/>
                  </a:lnTo>
                  <a:lnTo>
                    <a:pt x="1689028" y="0"/>
                  </a:lnTo>
                  <a:lnTo>
                    <a:pt x="1683322" y="0"/>
                  </a:lnTo>
                  <a:lnTo>
                    <a:pt x="1677616" y="0"/>
                  </a:lnTo>
                  <a:lnTo>
                    <a:pt x="1671910" y="0"/>
                  </a:lnTo>
                  <a:lnTo>
                    <a:pt x="1666204" y="0"/>
                  </a:lnTo>
                  <a:lnTo>
                    <a:pt x="1660497" y="0"/>
                  </a:lnTo>
                  <a:lnTo>
                    <a:pt x="1654791" y="0"/>
                  </a:lnTo>
                  <a:lnTo>
                    <a:pt x="1649085" y="0"/>
                  </a:lnTo>
                  <a:lnTo>
                    <a:pt x="1643379" y="0"/>
                  </a:lnTo>
                  <a:lnTo>
                    <a:pt x="1637673" y="0"/>
                  </a:lnTo>
                  <a:lnTo>
                    <a:pt x="1631966" y="0"/>
                  </a:lnTo>
                  <a:lnTo>
                    <a:pt x="1626260" y="0"/>
                  </a:lnTo>
                  <a:lnTo>
                    <a:pt x="1620554" y="0"/>
                  </a:lnTo>
                  <a:lnTo>
                    <a:pt x="1614848" y="0"/>
                  </a:lnTo>
                  <a:lnTo>
                    <a:pt x="1609142" y="0"/>
                  </a:lnTo>
                  <a:lnTo>
                    <a:pt x="1603436" y="0"/>
                  </a:lnTo>
                  <a:lnTo>
                    <a:pt x="1597729" y="0"/>
                  </a:lnTo>
                  <a:lnTo>
                    <a:pt x="1592023" y="0"/>
                  </a:lnTo>
                  <a:lnTo>
                    <a:pt x="1586317" y="0"/>
                  </a:lnTo>
                  <a:lnTo>
                    <a:pt x="1580611" y="0"/>
                  </a:lnTo>
                  <a:lnTo>
                    <a:pt x="1574905" y="0"/>
                  </a:lnTo>
                  <a:lnTo>
                    <a:pt x="1569198" y="0"/>
                  </a:lnTo>
                  <a:lnTo>
                    <a:pt x="1563492" y="0"/>
                  </a:lnTo>
                  <a:lnTo>
                    <a:pt x="1557786" y="0"/>
                  </a:lnTo>
                  <a:lnTo>
                    <a:pt x="1552080" y="0"/>
                  </a:lnTo>
                  <a:lnTo>
                    <a:pt x="1546374" y="0"/>
                  </a:lnTo>
                  <a:lnTo>
                    <a:pt x="1540668" y="0"/>
                  </a:lnTo>
                  <a:lnTo>
                    <a:pt x="1534961" y="0"/>
                  </a:lnTo>
                  <a:lnTo>
                    <a:pt x="1529255" y="0"/>
                  </a:lnTo>
                  <a:lnTo>
                    <a:pt x="1523549" y="0"/>
                  </a:lnTo>
                  <a:lnTo>
                    <a:pt x="1517843" y="0"/>
                  </a:lnTo>
                  <a:lnTo>
                    <a:pt x="1512137" y="0"/>
                  </a:lnTo>
                  <a:lnTo>
                    <a:pt x="1506431" y="0"/>
                  </a:lnTo>
                  <a:lnTo>
                    <a:pt x="1500724" y="0"/>
                  </a:lnTo>
                  <a:lnTo>
                    <a:pt x="1495018" y="0"/>
                  </a:lnTo>
                  <a:lnTo>
                    <a:pt x="1489312" y="0"/>
                  </a:lnTo>
                  <a:lnTo>
                    <a:pt x="1483606" y="0"/>
                  </a:lnTo>
                  <a:lnTo>
                    <a:pt x="1477900" y="0"/>
                  </a:lnTo>
                  <a:lnTo>
                    <a:pt x="1472193" y="0"/>
                  </a:lnTo>
                  <a:lnTo>
                    <a:pt x="1466487" y="0"/>
                  </a:lnTo>
                  <a:lnTo>
                    <a:pt x="1460781" y="0"/>
                  </a:lnTo>
                  <a:lnTo>
                    <a:pt x="1455075" y="0"/>
                  </a:lnTo>
                  <a:lnTo>
                    <a:pt x="1449369" y="0"/>
                  </a:lnTo>
                  <a:lnTo>
                    <a:pt x="1443663" y="0"/>
                  </a:lnTo>
                  <a:lnTo>
                    <a:pt x="1437956" y="0"/>
                  </a:lnTo>
                  <a:lnTo>
                    <a:pt x="1432250" y="0"/>
                  </a:lnTo>
                  <a:lnTo>
                    <a:pt x="1426544" y="0"/>
                  </a:lnTo>
                  <a:lnTo>
                    <a:pt x="1420838" y="0"/>
                  </a:lnTo>
                  <a:lnTo>
                    <a:pt x="1415132" y="0"/>
                  </a:lnTo>
                  <a:lnTo>
                    <a:pt x="1409425" y="0"/>
                  </a:lnTo>
                  <a:lnTo>
                    <a:pt x="1403719" y="0"/>
                  </a:lnTo>
                  <a:lnTo>
                    <a:pt x="1398013" y="0"/>
                  </a:lnTo>
                  <a:lnTo>
                    <a:pt x="1392307" y="0"/>
                  </a:lnTo>
                  <a:lnTo>
                    <a:pt x="1386601" y="0"/>
                  </a:lnTo>
                  <a:lnTo>
                    <a:pt x="1380895" y="0"/>
                  </a:lnTo>
                  <a:lnTo>
                    <a:pt x="1375188" y="0"/>
                  </a:lnTo>
                  <a:lnTo>
                    <a:pt x="1369482" y="0"/>
                  </a:lnTo>
                  <a:lnTo>
                    <a:pt x="1363776" y="0"/>
                  </a:lnTo>
                  <a:lnTo>
                    <a:pt x="1358070" y="0"/>
                  </a:lnTo>
                  <a:lnTo>
                    <a:pt x="1352364" y="0"/>
                  </a:lnTo>
                  <a:lnTo>
                    <a:pt x="1346658" y="0"/>
                  </a:lnTo>
                  <a:lnTo>
                    <a:pt x="1340951" y="0"/>
                  </a:lnTo>
                  <a:lnTo>
                    <a:pt x="1335245" y="0"/>
                  </a:lnTo>
                  <a:lnTo>
                    <a:pt x="1329539" y="0"/>
                  </a:lnTo>
                  <a:lnTo>
                    <a:pt x="1323833" y="0"/>
                  </a:lnTo>
                  <a:lnTo>
                    <a:pt x="1318127" y="0"/>
                  </a:lnTo>
                  <a:lnTo>
                    <a:pt x="1312420" y="0"/>
                  </a:lnTo>
                  <a:lnTo>
                    <a:pt x="1306714" y="0"/>
                  </a:lnTo>
                  <a:lnTo>
                    <a:pt x="1301008" y="0"/>
                  </a:lnTo>
                  <a:lnTo>
                    <a:pt x="1295302" y="0"/>
                  </a:lnTo>
                  <a:lnTo>
                    <a:pt x="1289596" y="0"/>
                  </a:lnTo>
                  <a:lnTo>
                    <a:pt x="1283890" y="0"/>
                  </a:lnTo>
                  <a:lnTo>
                    <a:pt x="1278183" y="0"/>
                  </a:lnTo>
                  <a:lnTo>
                    <a:pt x="1272477" y="0"/>
                  </a:lnTo>
                  <a:lnTo>
                    <a:pt x="1266771" y="0"/>
                  </a:lnTo>
                  <a:lnTo>
                    <a:pt x="1261065" y="0"/>
                  </a:lnTo>
                  <a:lnTo>
                    <a:pt x="1255359" y="0"/>
                  </a:lnTo>
                  <a:lnTo>
                    <a:pt x="1249653" y="0"/>
                  </a:lnTo>
                  <a:lnTo>
                    <a:pt x="1243946" y="0"/>
                  </a:lnTo>
                  <a:lnTo>
                    <a:pt x="1238240" y="0"/>
                  </a:lnTo>
                  <a:lnTo>
                    <a:pt x="1232534" y="0"/>
                  </a:lnTo>
                  <a:lnTo>
                    <a:pt x="1226828" y="0"/>
                  </a:lnTo>
                  <a:lnTo>
                    <a:pt x="1221122" y="0"/>
                  </a:lnTo>
                  <a:lnTo>
                    <a:pt x="1215415" y="0"/>
                  </a:lnTo>
                  <a:lnTo>
                    <a:pt x="1209709" y="0"/>
                  </a:lnTo>
                  <a:lnTo>
                    <a:pt x="1204003" y="0"/>
                  </a:lnTo>
                  <a:lnTo>
                    <a:pt x="1198297" y="0"/>
                  </a:lnTo>
                  <a:lnTo>
                    <a:pt x="1192591" y="0"/>
                  </a:lnTo>
                  <a:lnTo>
                    <a:pt x="1186885" y="0"/>
                  </a:lnTo>
                  <a:lnTo>
                    <a:pt x="1181178" y="0"/>
                  </a:lnTo>
                  <a:lnTo>
                    <a:pt x="1175472" y="0"/>
                  </a:lnTo>
                  <a:lnTo>
                    <a:pt x="1169766" y="0"/>
                  </a:lnTo>
                  <a:lnTo>
                    <a:pt x="1164060" y="0"/>
                  </a:lnTo>
                  <a:lnTo>
                    <a:pt x="1158354" y="0"/>
                  </a:lnTo>
                  <a:lnTo>
                    <a:pt x="1152647" y="0"/>
                  </a:lnTo>
                  <a:lnTo>
                    <a:pt x="1146941" y="0"/>
                  </a:lnTo>
                  <a:lnTo>
                    <a:pt x="1141235" y="0"/>
                  </a:lnTo>
                  <a:lnTo>
                    <a:pt x="1135529" y="0"/>
                  </a:lnTo>
                  <a:lnTo>
                    <a:pt x="1129823" y="0"/>
                  </a:lnTo>
                  <a:lnTo>
                    <a:pt x="1124117" y="0"/>
                  </a:lnTo>
                  <a:lnTo>
                    <a:pt x="1118410" y="0"/>
                  </a:lnTo>
                  <a:lnTo>
                    <a:pt x="1112704" y="0"/>
                  </a:lnTo>
                  <a:lnTo>
                    <a:pt x="1106998" y="0"/>
                  </a:lnTo>
                  <a:lnTo>
                    <a:pt x="1101292" y="0"/>
                  </a:lnTo>
                  <a:lnTo>
                    <a:pt x="1095586" y="0"/>
                  </a:lnTo>
                  <a:lnTo>
                    <a:pt x="1089880" y="0"/>
                  </a:lnTo>
                  <a:lnTo>
                    <a:pt x="1084173" y="0"/>
                  </a:lnTo>
                  <a:lnTo>
                    <a:pt x="1078467" y="0"/>
                  </a:lnTo>
                  <a:lnTo>
                    <a:pt x="1072761" y="0"/>
                  </a:lnTo>
                  <a:lnTo>
                    <a:pt x="1067055" y="0"/>
                  </a:lnTo>
                  <a:lnTo>
                    <a:pt x="1061349" y="0"/>
                  </a:lnTo>
                  <a:lnTo>
                    <a:pt x="1055642" y="0"/>
                  </a:lnTo>
                  <a:lnTo>
                    <a:pt x="1049936" y="0"/>
                  </a:lnTo>
                  <a:lnTo>
                    <a:pt x="1044230" y="0"/>
                  </a:lnTo>
                  <a:lnTo>
                    <a:pt x="1038524" y="0"/>
                  </a:lnTo>
                  <a:lnTo>
                    <a:pt x="1032818" y="0"/>
                  </a:lnTo>
                  <a:lnTo>
                    <a:pt x="1027112" y="0"/>
                  </a:lnTo>
                  <a:lnTo>
                    <a:pt x="1021405" y="0"/>
                  </a:lnTo>
                  <a:lnTo>
                    <a:pt x="1015699" y="0"/>
                  </a:lnTo>
                  <a:lnTo>
                    <a:pt x="1009993" y="0"/>
                  </a:lnTo>
                  <a:lnTo>
                    <a:pt x="1004287" y="0"/>
                  </a:lnTo>
                  <a:lnTo>
                    <a:pt x="998581" y="0"/>
                  </a:lnTo>
                  <a:lnTo>
                    <a:pt x="992874" y="0"/>
                  </a:lnTo>
                  <a:lnTo>
                    <a:pt x="987168" y="0"/>
                  </a:lnTo>
                  <a:lnTo>
                    <a:pt x="981462" y="0"/>
                  </a:lnTo>
                  <a:lnTo>
                    <a:pt x="975756" y="0"/>
                  </a:lnTo>
                  <a:lnTo>
                    <a:pt x="970050" y="0"/>
                  </a:lnTo>
                  <a:lnTo>
                    <a:pt x="964344" y="0"/>
                  </a:lnTo>
                  <a:lnTo>
                    <a:pt x="958637" y="0"/>
                  </a:lnTo>
                  <a:lnTo>
                    <a:pt x="952931" y="0"/>
                  </a:lnTo>
                  <a:lnTo>
                    <a:pt x="947225" y="0"/>
                  </a:lnTo>
                  <a:lnTo>
                    <a:pt x="941519" y="0"/>
                  </a:lnTo>
                  <a:lnTo>
                    <a:pt x="935813" y="0"/>
                  </a:lnTo>
                  <a:lnTo>
                    <a:pt x="930107" y="0"/>
                  </a:lnTo>
                  <a:lnTo>
                    <a:pt x="924400" y="0"/>
                  </a:lnTo>
                  <a:lnTo>
                    <a:pt x="918694" y="0"/>
                  </a:lnTo>
                  <a:lnTo>
                    <a:pt x="912988" y="0"/>
                  </a:lnTo>
                  <a:lnTo>
                    <a:pt x="907282" y="0"/>
                  </a:lnTo>
                  <a:lnTo>
                    <a:pt x="901576" y="0"/>
                  </a:lnTo>
                  <a:lnTo>
                    <a:pt x="895869" y="0"/>
                  </a:lnTo>
                  <a:lnTo>
                    <a:pt x="890163" y="0"/>
                  </a:lnTo>
                  <a:lnTo>
                    <a:pt x="884457" y="0"/>
                  </a:lnTo>
                  <a:lnTo>
                    <a:pt x="878751" y="0"/>
                  </a:lnTo>
                  <a:lnTo>
                    <a:pt x="873045" y="0"/>
                  </a:lnTo>
                  <a:lnTo>
                    <a:pt x="867339" y="0"/>
                  </a:lnTo>
                  <a:lnTo>
                    <a:pt x="861632" y="0"/>
                  </a:lnTo>
                  <a:lnTo>
                    <a:pt x="855926" y="0"/>
                  </a:lnTo>
                  <a:lnTo>
                    <a:pt x="850220" y="0"/>
                  </a:lnTo>
                  <a:lnTo>
                    <a:pt x="844514" y="0"/>
                  </a:lnTo>
                  <a:lnTo>
                    <a:pt x="838808" y="0"/>
                  </a:lnTo>
                  <a:lnTo>
                    <a:pt x="833102" y="0"/>
                  </a:lnTo>
                  <a:lnTo>
                    <a:pt x="827395" y="0"/>
                  </a:lnTo>
                  <a:lnTo>
                    <a:pt x="821689" y="0"/>
                  </a:lnTo>
                  <a:lnTo>
                    <a:pt x="815983" y="0"/>
                  </a:lnTo>
                  <a:lnTo>
                    <a:pt x="810277" y="0"/>
                  </a:lnTo>
                  <a:lnTo>
                    <a:pt x="804571" y="0"/>
                  </a:lnTo>
                  <a:lnTo>
                    <a:pt x="798864" y="0"/>
                  </a:lnTo>
                  <a:lnTo>
                    <a:pt x="793158" y="0"/>
                  </a:lnTo>
                  <a:lnTo>
                    <a:pt x="787452" y="0"/>
                  </a:lnTo>
                  <a:lnTo>
                    <a:pt x="781746" y="0"/>
                  </a:lnTo>
                  <a:lnTo>
                    <a:pt x="776040" y="0"/>
                  </a:lnTo>
                  <a:lnTo>
                    <a:pt x="770334" y="0"/>
                  </a:lnTo>
                  <a:lnTo>
                    <a:pt x="764627" y="0"/>
                  </a:lnTo>
                  <a:lnTo>
                    <a:pt x="758921" y="0"/>
                  </a:lnTo>
                  <a:lnTo>
                    <a:pt x="753215" y="0"/>
                  </a:lnTo>
                  <a:lnTo>
                    <a:pt x="747509" y="0"/>
                  </a:lnTo>
                  <a:lnTo>
                    <a:pt x="741803" y="0"/>
                  </a:lnTo>
                  <a:lnTo>
                    <a:pt x="736096" y="0"/>
                  </a:lnTo>
                  <a:lnTo>
                    <a:pt x="730390" y="0"/>
                  </a:lnTo>
                  <a:lnTo>
                    <a:pt x="724684" y="0"/>
                  </a:lnTo>
                  <a:lnTo>
                    <a:pt x="718978" y="0"/>
                  </a:lnTo>
                  <a:lnTo>
                    <a:pt x="713272" y="0"/>
                  </a:lnTo>
                  <a:lnTo>
                    <a:pt x="707566" y="0"/>
                  </a:lnTo>
                  <a:lnTo>
                    <a:pt x="701859" y="0"/>
                  </a:lnTo>
                  <a:lnTo>
                    <a:pt x="696153" y="0"/>
                  </a:lnTo>
                  <a:lnTo>
                    <a:pt x="690447" y="0"/>
                  </a:lnTo>
                  <a:lnTo>
                    <a:pt x="684741" y="0"/>
                  </a:lnTo>
                  <a:lnTo>
                    <a:pt x="679035" y="0"/>
                  </a:lnTo>
                  <a:lnTo>
                    <a:pt x="673329" y="0"/>
                  </a:lnTo>
                  <a:lnTo>
                    <a:pt x="667622" y="0"/>
                  </a:lnTo>
                  <a:lnTo>
                    <a:pt x="661916" y="0"/>
                  </a:lnTo>
                  <a:lnTo>
                    <a:pt x="656210" y="0"/>
                  </a:lnTo>
                  <a:lnTo>
                    <a:pt x="650504" y="0"/>
                  </a:lnTo>
                  <a:lnTo>
                    <a:pt x="644798" y="0"/>
                  </a:lnTo>
                  <a:lnTo>
                    <a:pt x="639091" y="0"/>
                  </a:lnTo>
                  <a:lnTo>
                    <a:pt x="633385" y="0"/>
                  </a:lnTo>
                  <a:lnTo>
                    <a:pt x="627679" y="0"/>
                  </a:lnTo>
                  <a:lnTo>
                    <a:pt x="621973" y="0"/>
                  </a:lnTo>
                  <a:lnTo>
                    <a:pt x="616267" y="0"/>
                  </a:lnTo>
                  <a:lnTo>
                    <a:pt x="610561" y="0"/>
                  </a:lnTo>
                  <a:lnTo>
                    <a:pt x="604854" y="0"/>
                  </a:lnTo>
                  <a:lnTo>
                    <a:pt x="599148" y="0"/>
                  </a:lnTo>
                  <a:lnTo>
                    <a:pt x="593442" y="0"/>
                  </a:lnTo>
                  <a:lnTo>
                    <a:pt x="587736" y="0"/>
                  </a:lnTo>
                  <a:lnTo>
                    <a:pt x="582030" y="0"/>
                  </a:lnTo>
                  <a:lnTo>
                    <a:pt x="576323" y="0"/>
                  </a:lnTo>
                  <a:lnTo>
                    <a:pt x="570617" y="0"/>
                  </a:lnTo>
                  <a:lnTo>
                    <a:pt x="564911" y="0"/>
                  </a:lnTo>
                  <a:lnTo>
                    <a:pt x="559205" y="0"/>
                  </a:lnTo>
                  <a:lnTo>
                    <a:pt x="553499" y="0"/>
                  </a:lnTo>
                  <a:lnTo>
                    <a:pt x="547793" y="0"/>
                  </a:lnTo>
                  <a:lnTo>
                    <a:pt x="542086" y="0"/>
                  </a:lnTo>
                  <a:lnTo>
                    <a:pt x="536380" y="0"/>
                  </a:lnTo>
                  <a:lnTo>
                    <a:pt x="530674" y="0"/>
                  </a:lnTo>
                  <a:lnTo>
                    <a:pt x="524968" y="0"/>
                  </a:lnTo>
                  <a:lnTo>
                    <a:pt x="519262" y="0"/>
                  </a:lnTo>
                  <a:lnTo>
                    <a:pt x="513556" y="0"/>
                  </a:lnTo>
                  <a:lnTo>
                    <a:pt x="507849" y="0"/>
                  </a:lnTo>
                  <a:lnTo>
                    <a:pt x="502143" y="0"/>
                  </a:lnTo>
                  <a:lnTo>
                    <a:pt x="496437" y="0"/>
                  </a:lnTo>
                  <a:lnTo>
                    <a:pt x="490731" y="0"/>
                  </a:lnTo>
                  <a:lnTo>
                    <a:pt x="485025" y="0"/>
                  </a:lnTo>
                  <a:lnTo>
                    <a:pt x="479318" y="0"/>
                  </a:lnTo>
                  <a:lnTo>
                    <a:pt x="473612" y="0"/>
                  </a:lnTo>
                  <a:lnTo>
                    <a:pt x="467906" y="0"/>
                  </a:lnTo>
                  <a:lnTo>
                    <a:pt x="462200" y="0"/>
                  </a:lnTo>
                  <a:lnTo>
                    <a:pt x="456494" y="0"/>
                  </a:lnTo>
                  <a:lnTo>
                    <a:pt x="450788" y="0"/>
                  </a:lnTo>
                  <a:lnTo>
                    <a:pt x="445081" y="0"/>
                  </a:lnTo>
                  <a:lnTo>
                    <a:pt x="439375" y="0"/>
                  </a:lnTo>
                  <a:lnTo>
                    <a:pt x="433669" y="0"/>
                  </a:lnTo>
                  <a:lnTo>
                    <a:pt x="427963" y="0"/>
                  </a:lnTo>
                  <a:lnTo>
                    <a:pt x="422257" y="0"/>
                  </a:lnTo>
                  <a:lnTo>
                    <a:pt x="416551" y="0"/>
                  </a:lnTo>
                  <a:lnTo>
                    <a:pt x="410844" y="0"/>
                  </a:lnTo>
                  <a:lnTo>
                    <a:pt x="405138" y="0"/>
                  </a:lnTo>
                  <a:lnTo>
                    <a:pt x="399432" y="0"/>
                  </a:lnTo>
                  <a:lnTo>
                    <a:pt x="393726" y="0"/>
                  </a:lnTo>
                  <a:lnTo>
                    <a:pt x="388020" y="0"/>
                  </a:lnTo>
                  <a:lnTo>
                    <a:pt x="382313" y="0"/>
                  </a:lnTo>
                  <a:lnTo>
                    <a:pt x="376607" y="0"/>
                  </a:lnTo>
                  <a:lnTo>
                    <a:pt x="370901" y="0"/>
                  </a:lnTo>
                  <a:lnTo>
                    <a:pt x="365195" y="0"/>
                  </a:lnTo>
                  <a:lnTo>
                    <a:pt x="359489" y="0"/>
                  </a:lnTo>
                  <a:lnTo>
                    <a:pt x="353783" y="0"/>
                  </a:lnTo>
                  <a:lnTo>
                    <a:pt x="348076" y="0"/>
                  </a:lnTo>
                  <a:lnTo>
                    <a:pt x="342370" y="0"/>
                  </a:lnTo>
                  <a:lnTo>
                    <a:pt x="336664" y="0"/>
                  </a:lnTo>
                  <a:lnTo>
                    <a:pt x="330958" y="0"/>
                  </a:lnTo>
                  <a:lnTo>
                    <a:pt x="325252" y="0"/>
                  </a:lnTo>
                  <a:lnTo>
                    <a:pt x="319545" y="0"/>
                  </a:lnTo>
                  <a:lnTo>
                    <a:pt x="313839" y="0"/>
                  </a:lnTo>
                  <a:lnTo>
                    <a:pt x="308133" y="0"/>
                  </a:lnTo>
                  <a:lnTo>
                    <a:pt x="302427" y="0"/>
                  </a:lnTo>
                  <a:lnTo>
                    <a:pt x="296721" y="0"/>
                  </a:lnTo>
                  <a:lnTo>
                    <a:pt x="291015" y="0"/>
                  </a:lnTo>
                  <a:lnTo>
                    <a:pt x="285308" y="0"/>
                  </a:lnTo>
                  <a:lnTo>
                    <a:pt x="279602" y="0"/>
                  </a:lnTo>
                  <a:lnTo>
                    <a:pt x="273896" y="0"/>
                  </a:lnTo>
                  <a:lnTo>
                    <a:pt x="268190" y="0"/>
                  </a:lnTo>
                  <a:lnTo>
                    <a:pt x="262484" y="0"/>
                  </a:lnTo>
                  <a:lnTo>
                    <a:pt x="256778" y="0"/>
                  </a:lnTo>
                  <a:lnTo>
                    <a:pt x="251071" y="0"/>
                  </a:lnTo>
                  <a:lnTo>
                    <a:pt x="245365" y="0"/>
                  </a:lnTo>
                  <a:lnTo>
                    <a:pt x="239659" y="0"/>
                  </a:lnTo>
                  <a:lnTo>
                    <a:pt x="233953" y="0"/>
                  </a:lnTo>
                  <a:lnTo>
                    <a:pt x="228247" y="0"/>
                  </a:lnTo>
                  <a:lnTo>
                    <a:pt x="222540" y="0"/>
                  </a:lnTo>
                  <a:lnTo>
                    <a:pt x="216834" y="0"/>
                  </a:lnTo>
                  <a:lnTo>
                    <a:pt x="211128" y="0"/>
                  </a:lnTo>
                  <a:lnTo>
                    <a:pt x="205422" y="0"/>
                  </a:lnTo>
                  <a:lnTo>
                    <a:pt x="199716" y="0"/>
                  </a:lnTo>
                  <a:lnTo>
                    <a:pt x="194010" y="0"/>
                  </a:lnTo>
                  <a:lnTo>
                    <a:pt x="188303" y="0"/>
                  </a:lnTo>
                  <a:lnTo>
                    <a:pt x="182597" y="0"/>
                  </a:lnTo>
                  <a:lnTo>
                    <a:pt x="176891" y="0"/>
                  </a:lnTo>
                  <a:lnTo>
                    <a:pt x="171185" y="0"/>
                  </a:lnTo>
                  <a:lnTo>
                    <a:pt x="165479" y="0"/>
                  </a:lnTo>
                  <a:lnTo>
                    <a:pt x="159772" y="0"/>
                  </a:lnTo>
                  <a:lnTo>
                    <a:pt x="154066" y="0"/>
                  </a:lnTo>
                  <a:lnTo>
                    <a:pt x="148360" y="0"/>
                  </a:lnTo>
                  <a:lnTo>
                    <a:pt x="142654" y="0"/>
                  </a:lnTo>
                  <a:lnTo>
                    <a:pt x="136948" y="0"/>
                  </a:lnTo>
                  <a:lnTo>
                    <a:pt x="131242" y="0"/>
                  </a:lnTo>
                  <a:lnTo>
                    <a:pt x="125535" y="0"/>
                  </a:lnTo>
                  <a:lnTo>
                    <a:pt x="119829" y="0"/>
                  </a:lnTo>
                  <a:lnTo>
                    <a:pt x="114123" y="0"/>
                  </a:lnTo>
                  <a:lnTo>
                    <a:pt x="108417" y="0"/>
                  </a:lnTo>
                  <a:lnTo>
                    <a:pt x="102711" y="0"/>
                  </a:lnTo>
                  <a:lnTo>
                    <a:pt x="97005" y="0"/>
                  </a:lnTo>
                  <a:lnTo>
                    <a:pt x="91298" y="0"/>
                  </a:lnTo>
                  <a:lnTo>
                    <a:pt x="85592" y="0"/>
                  </a:lnTo>
                  <a:lnTo>
                    <a:pt x="79886" y="0"/>
                  </a:lnTo>
                  <a:lnTo>
                    <a:pt x="74180" y="0"/>
                  </a:lnTo>
                  <a:lnTo>
                    <a:pt x="68474" y="0"/>
                  </a:lnTo>
                  <a:lnTo>
                    <a:pt x="62767" y="0"/>
                  </a:lnTo>
                  <a:lnTo>
                    <a:pt x="57061" y="0"/>
                  </a:lnTo>
                  <a:lnTo>
                    <a:pt x="51355" y="0"/>
                  </a:lnTo>
                  <a:lnTo>
                    <a:pt x="45649" y="0"/>
                  </a:lnTo>
                  <a:lnTo>
                    <a:pt x="39943" y="0"/>
                  </a:lnTo>
                  <a:lnTo>
                    <a:pt x="34237" y="0"/>
                  </a:lnTo>
                  <a:lnTo>
                    <a:pt x="28530" y="0"/>
                  </a:lnTo>
                  <a:lnTo>
                    <a:pt x="22824" y="0"/>
                  </a:lnTo>
                  <a:lnTo>
                    <a:pt x="17118" y="0"/>
                  </a:lnTo>
                  <a:lnTo>
                    <a:pt x="11412" y="0"/>
                  </a:lnTo>
                  <a:lnTo>
                    <a:pt x="5706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44934" y="5356393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11199" y="6212008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11199" y="547452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11199" y="474156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11199" y="400250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11199" y="326648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63" name="pl63"/>
            <p:cNvSpPr/>
            <p:nvPr/>
          </p:nvSpPr>
          <p:spPr>
            <a:xfrm>
              <a:off x="410140" y="62543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10140" y="55183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10140" y="47823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10140" y="40462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0140" y="33102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7519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2828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98137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99077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87900000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84386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88000000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69695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88100000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2026-03-09T09:14:50Z</dcterms:modified>
  <cp:category/>
</cp:coreProperties>
</file>