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46754" y="69589"/>
              <a:ext cx="7784156" cy="6385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46754" y="5439446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46754" y="3988133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46754" y="2536820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46754" y="1085507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46754" y="6165102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46754" y="4713789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6754" y="3262477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46754" y="1811164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6754" y="359851"/>
              <a:ext cx="7784156" cy="0"/>
            </a:xfrm>
            <a:custGeom>
              <a:avLst/>
              <a:pathLst>
                <a:path w="7784156" h="0">
                  <a:moveTo>
                    <a:pt x="0" y="0"/>
                  </a:moveTo>
                  <a:lnTo>
                    <a:pt x="7784156" y="0"/>
                  </a:lnTo>
                  <a:lnTo>
                    <a:pt x="77841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58777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512147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36551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1888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58777" y="2045703"/>
              <a:ext cx="0" cy="1634767"/>
            </a:xfrm>
            <a:custGeom>
              <a:avLst/>
              <a:pathLst>
                <a:path w="0" h="1634767">
                  <a:moveTo>
                    <a:pt x="0" y="163476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658777" y="4771324"/>
              <a:ext cx="0" cy="840755"/>
            </a:xfrm>
            <a:custGeom>
              <a:avLst/>
              <a:pathLst>
                <a:path w="0" h="840755">
                  <a:moveTo>
                    <a:pt x="0" y="0"/>
                  </a:moveTo>
                  <a:lnTo>
                    <a:pt x="0" y="84075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63763" y="3680470"/>
              <a:ext cx="1390027" cy="1090854"/>
            </a:xfrm>
            <a:custGeom>
              <a:avLst/>
              <a:pathLst>
                <a:path w="1390027" h="1090854">
                  <a:moveTo>
                    <a:pt x="0" y="0"/>
                  </a:moveTo>
                  <a:lnTo>
                    <a:pt x="0" y="1090854"/>
                  </a:lnTo>
                  <a:lnTo>
                    <a:pt x="1390027" y="1090854"/>
                  </a:lnTo>
                  <a:lnTo>
                    <a:pt x="1390027" y="0"/>
                  </a:lnTo>
                  <a:close/>
                </a:path>
              </a:pathLst>
            </a:custGeom>
            <a:solidFill>
              <a:srgbClr val="9400D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63763" y="4313819"/>
              <a:ext cx="1390027" cy="0"/>
            </a:xfrm>
            <a:custGeom>
              <a:avLst/>
              <a:pathLst>
                <a:path w="1390027" h="0">
                  <a:moveTo>
                    <a:pt x="0" y="0"/>
                  </a:moveTo>
                  <a:lnTo>
                    <a:pt x="139002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512147" y="69589"/>
              <a:ext cx="0" cy="2762422"/>
            </a:xfrm>
            <a:custGeom>
              <a:avLst/>
              <a:pathLst>
                <a:path w="0" h="2762422">
                  <a:moveTo>
                    <a:pt x="0" y="27624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512147" y="5118220"/>
              <a:ext cx="0" cy="1337144"/>
            </a:xfrm>
            <a:custGeom>
              <a:avLst/>
              <a:pathLst>
                <a:path w="0" h="1337144">
                  <a:moveTo>
                    <a:pt x="0" y="0"/>
                  </a:moveTo>
                  <a:lnTo>
                    <a:pt x="0" y="133714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817133" y="2832011"/>
              <a:ext cx="1390027" cy="2286209"/>
            </a:xfrm>
            <a:custGeom>
              <a:avLst/>
              <a:pathLst>
                <a:path w="1390027" h="2286209">
                  <a:moveTo>
                    <a:pt x="0" y="0"/>
                  </a:moveTo>
                  <a:lnTo>
                    <a:pt x="0" y="2286209"/>
                  </a:lnTo>
                  <a:lnTo>
                    <a:pt x="1390027" y="2286209"/>
                  </a:lnTo>
                  <a:lnTo>
                    <a:pt x="1390027" y="0"/>
                  </a:lnTo>
                  <a:close/>
                </a:path>
              </a:pathLst>
            </a:custGeom>
            <a:solidFill>
              <a:srgbClr val="9400D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817133" y="3918759"/>
              <a:ext cx="1390027" cy="0"/>
            </a:xfrm>
            <a:custGeom>
              <a:avLst/>
              <a:pathLst>
                <a:path w="1390027" h="0">
                  <a:moveTo>
                    <a:pt x="0" y="0"/>
                  </a:moveTo>
                  <a:lnTo>
                    <a:pt x="139002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65518" y="69589"/>
              <a:ext cx="0" cy="1299299"/>
            </a:xfrm>
            <a:custGeom>
              <a:avLst/>
              <a:pathLst>
                <a:path w="0" h="1299299">
                  <a:moveTo>
                    <a:pt x="0" y="12992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65518" y="3959186"/>
              <a:ext cx="0" cy="2496178"/>
            </a:xfrm>
            <a:custGeom>
              <a:avLst/>
              <a:pathLst>
                <a:path w="0" h="2496178">
                  <a:moveTo>
                    <a:pt x="0" y="0"/>
                  </a:moveTo>
                  <a:lnTo>
                    <a:pt x="0" y="249617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4670504" y="1368888"/>
              <a:ext cx="1390027" cy="2590298"/>
            </a:xfrm>
            <a:custGeom>
              <a:avLst/>
              <a:pathLst>
                <a:path w="1390027" h="2590298">
                  <a:moveTo>
                    <a:pt x="0" y="0"/>
                  </a:moveTo>
                  <a:lnTo>
                    <a:pt x="0" y="2590298"/>
                  </a:lnTo>
                  <a:lnTo>
                    <a:pt x="1390027" y="2590298"/>
                  </a:lnTo>
                  <a:lnTo>
                    <a:pt x="1390027" y="0"/>
                  </a:lnTo>
                  <a:close/>
                </a:path>
              </a:pathLst>
            </a:custGeom>
            <a:solidFill>
              <a:srgbClr val="9400D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70504" y="2458739"/>
              <a:ext cx="1390027" cy="0"/>
            </a:xfrm>
            <a:custGeom>
              <a:avLst/>
              <a:pathLst>
                <a:path w="1390027" h="0">
                  <a:moveTo>
                    <a:pt x="0" y="0"/>
                  </a:moveTo>
                  <a:lnTo>
                    <a:pt x="139002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18888" y="69589"/>
              <a:ext cx="0" cy="188588"/>
            </a:xfrm>
            <a:custGeom>
              <a:avLst/>
              <a:pathLst>
                <a:path w="0" h="188588">
                  <a:moveTo>
                    <a:pt x="0" y="18858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18888" y="2177132"/>
              <a:ext cx="0" cy="2786997"/>
            </a:xfrm>
            <a:custGeom>
              <a:avLst/>
              <a:pathLst>
                <a:path w="0" h="2786997">
                  <a:moveTo>
                    <a:pt x="0" y="0"/>
                  </a:moveTo>
                  <a:lnTo>
                    <a:pt x="0" y="278699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523875" y="258177"/>
              <a:ext cx="1390027" cy="1918954"/>
            </a:xfrm>
            <a:custGeom>
              <a:avLst/>
              <a:pathLst>
                <a:path w="1390027" h="1918954">
                  <a:moveTo>
                    <a:pt x="0" y="0"/>
                  </a:moveTo>
                  <a:lnTo>
                    <a:pt x="0" y="1918954"/>
                  </a:lnTo>
                  <a:lnTo>
                    <a:pt x="1390027" y="1918954"/>
                  </a:lnTo>
                  <a:lnTo>
                    <a:pt x="1390027" y="0"/>
                  </a:lnTo>
                  <a:close/>
                </a:path>
              </a:pathLst>
            </a:custGeom>
            <a:solidFill>
              <a:srgbClr val="9400D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523875" y="1135070"/>
              <a:ext cx="1390027" cy="0"/>
            </a:xfrm>
            <a:custGeom>
              <a:avLst/>
              <a:pathLst>
                <a:path w="1390027" h="0">
                  <a:moveTo>
                    <a:pt x="0" y="0"/>
                  </a:moveTo>
                  <a:lnTo>
                    <a:pt x="139002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46754" y="69589"/>
              <a:ext cx="7784156" cy="63857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235284" y="612131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6.00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35284" y="466999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6.25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35284" y="3218684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6.50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35284" y="1767371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6.75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35284" y="316058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7.00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511960" y="61651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1960" y="47137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1960" y="32624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1960" y="18111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1960" y="3598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658777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512147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365518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218888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470127" y="6499823"/>
              <a:ext cx="37729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[-Inf,7]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379678" y="6499823"/>
              <a:ext cx="264938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(7,8]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179733" y="6499823"/>
              <a:ext cx="37156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(8,8.5]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944236" y="6499823"/>
              <a:ext cx="549304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(8.5,9.47]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330817" y="6651234"/>
              <a:ext cx="2160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</a:t>
              </a:r>
            </a:p>
          </p:txBody>
        </p:sp>
        <p:sp>
          <p:nvSpPr>
            <p:cNvPr id="55" name="tx55"/>
            <p:cNvSpPr/>
            <p:nvPr/>
          </p:nvSpPr>
          <p:spPr>
            <a:xfrm rot="-5400000">
              <a:off x="-130342" y="3194161"/>
              <a:ext cx="466917" cy="1366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ES_cnt</a:t>
              </a:r>
            </a:p>
          </p:txBody>
        </p:sp>
        <p:sp>
          <p:nvSpPr>
            <p:cNvPr id="56" name="rc56"/>
            <p:cNvSpPr/>
            <p:nvPr/>
          </p:nvSpPr>
          <p:spPr>
            <a:xfrm>
              <a:off x="8470089" y="2982915"/>
              <a:ext cx="604321" cy="5591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8539678" y="3062736"/>
              <a:ext cx="165620" cy="1061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fill</a:t>
              </a:r>
            </a:p>
          </p:txBody>
        </p:sp>
        <p:sp>
          <p:nvSpPr>
            <p:cNvPr id="58" name="rc58"/>
            <p:cNvSpPr/>
            <p:nvPr/>
          </p:nvSpPr>
          <p:spPr>
            <a:xfrm>
              <a:off x="8539678" y="325299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649406" y="341758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649406" y="32749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8567110" y="3307857"/>
              <a:ext cx="164592" cy="109727"/>
            </a:xfrm>
            <a:prstGeom prst="rect">
              <a:avLst/>
            </a:prstGeom>
            <a:solidFill>
              <a:srgbClr val="9400D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567110" y="3362721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649406" y="34505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649406" y="32749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8828723" y="3323404"/>
              <a:ext cx="176098" cy="800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2026-03-08T10:48:40Z</dcterms:modified>
  <cp:category/>
</cp:coreProperties>
</file>