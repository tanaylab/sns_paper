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596255"/>
              <a:ext cx="6570133" cy="1305999"/>
            </a:xfrm>
            <a:custGeom>
              <a:avLst/>
              <a:pathLst>
                <a:path w="6570133" h="1305999">
                  <a:moveTo>
                    <a:pt x="0" y="1305999"/>
                  </a:moveTo>
                  <a:lnTo>
                    <a:pt x="328506" y="927663"/>
                  </a:lnTo>
                  <a:lnTo>
                    <a:pt x="657013" y="627622"/>
                  </a:lnTo>
                  <a:lnTo>
                    <a:pt x="985519" y="461348"/>
                  </a:lnTo>
                  <a:lnTo>
                    <a:pt x="1314026" y="307683"/>
                  </a:lnTo>
                  <a:lnTo>
                    <a:pt x="1642533" y="117111"/>
                  </a:lnTo>
                  <a:lnTo>
                    <a:pt x="1971039" y="4052"/>
                  </a:lnTo>
                  <a:lnTo>
                    <a:pt x="2299546" y="0"/>
                  </a:lnTo>
                  <a:lnTo>
                    <a:pt x="2628053" y="164870"/>
                  </a:lnTo>
                  <a:lnTo>
                    <a:pt x="2956560" y="338230"/>
                  </a:lnTo>
                  <a:lnTo>
                    <a:pt x="3285066" y="380134"/>
                  </a:lnTo>
                  <a:lnTo>
                    <a:pt x="3613573" y="319607"/>
                  </a:lnTo>
                  <a:lnTo>
                    <a:pt x="3942079" y="494468"/>
                  </a:lnTo>
                  <a:lnTo>
                    <a:pt x="4270586" y="550530"/>
                  </a:lnTo>
                  <a:lnTo>
                    <a:pt x="4599093" y="642102"/>
                  </a:lnTo>
                  <a:lnTo>
                    <a:pt x="4927599" y="705379"/>
                  </a:lnTo>
                  <a:lnTo>
                    <a:pt x="5256106" y="752492"/>
                  </a:lnTo>
                  <a:lnTo>
                    <a:pt x="5584613" y="858745"/>
                  </a:lnTo>
                  <a:lnTo>
                    <a:pt x="5913119" y="856288"/>
                  </a:lnTo>
                  <a:lnTo>
                    <a:pt x="6241626" y="864593"/>
                  </a:lnTo>
                  <a:lnTo>
                    <a:pt x="6570133" y="1216121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05559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0555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1958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336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2476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5616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8756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13589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44992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76394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07797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39200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70602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7120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3359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9598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35836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32075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15567" y="28314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 rot="-5400000">
              <a:off x="881437" y="503052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32956" y="465440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32956" y="427828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32956" y="390216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832956" y="352604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832956" y="314992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832956" y="277380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832956" y="239768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4642626" y="5773151"/>
              <a:ext cx="224507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</a:t>
              </a:r>
            </a:p>
          </p:txBody>
        </p:sp>
        <p:sp>
          <p:nvSpPr>
            <p:cNvPr id="38" name="tx37"/>
            <p:cNvSpPr/>
            <p:nvPr/>
          </p:nvSpPr>
          <p:spPr>
            <a:xfrm rot="-5400000">
              <a:off x="-93959" y="3712768"/>
              <a:ext cx="131355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H3k27me3</a:t>
              </a:r>
            </a:p>
          </p:txBody>
        </p:sp>
        <p:sp>
          <p:nvSpPr>
            <p:cNvPr id="39" name="pl38"/>
            <p:cNvSpPr/>
            <p:nvPr/>
          </p:nvSpPr>
          <p:spPr>
            <a:xfrm>
              <a:off x="1528973" y="4107255"/>
              <a:ext cx="210185" cy="247714"/>
            </a:xfrm>
            <a:custGeom>
              <a:avLst/>
              <a:pathLst>
                <a:path w="210185" h="247714">
                  <a:moveTo>
                    <a:pt x="0" y="247714"/>
                  </a:moveTo>
                  <a:lnTo>
                    <a:pt x="210185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856369" y="3708364"/>
              <a:ext cx="212407" cy="258517"/>
            </a:xfrm>
            <a:custGeom>
              <a:avLst/>
              <a:pathLst>
                <a:path w="212407" h="258517">
                  <a:moveTo>
                    <a:pt x="0" y="258517"/>
                  </a:moveTo>
                  <a:lnTo>
                    <a:pt x="212407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2192045" y="3378972"/>
              <a:ext cx="198069" cy="194648"/>
            </a:xfrm>
            <a:custGeom>
              <a:avLst/>
              <a:pathLst>
                <a:path w="198069" h="194648">
                  <a:moveTo>
                    <a:pt x="0" y="194648"/>
                  </a:moveTo>
                  <a:lnTo>
                    <a:pt x="198069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530327" y="3138025"/>
              <a:ext cx="178517" cy="124537"/>
            </a:xfrm>
            <a:custGeom>
              <a:avLst/>
              <a:pathLst>
                <a:path w="178517" h="124537">
                  <a:moveTo>
                    <a:pt x="0" y="124537"/>
                  </a:moveTo>
                  <a:lnTo>
                    <a:pt x="178517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862867" y="2940494"/>
              <a:ext cx="170451" cy="99214"/>
            </a:xfrm>
            <a:custGeom>
              <a:avLst/>
              <a:pathLst>
                <a:path w="170451" h="99214">
                  <a:moveTo>
                    <a:pt x="0" y="99214"/>
                  </a:moveTo>
                  <a:lnTo>
                    <a:pt x="170451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199042" y="2813413"/>
              <a:ext cx="155114" cy="52011"/>
            </a:xfrm>
            <a:custGeom>
              <a:avLst/>
              <a:pathLst>
                <a:path w="155114" h="52011">
                  <a:moveTo>
                    <a:pt x="0" y="52011"/>
                  </a:moveTo>
                  <a:lnTo>
                    <a:pt x="155114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532271" y="2786338"/>
              <a:ext cx="145670" cy="3179"/>
            </a:xfrm>
            <a:custGeom>
              <a:avLst/>
              <a:pathLst>
                <a:path w="145670" h="3179">
                  <a:moveTo>
                    <a:pt x="0" y="0"/>
                  </a:moveTo>
                  <a:lnTo>
                    <a:pt x="145670" y="3179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859956" y="2803902"/>
              <a:ext cx="147313" cy="20146"/>
            </a:xfrm>
            <a:custGeom>
              <a:avLst/>
              <a:pathLst>
                <a:path w="147313" h="20146">
                  <a:moveTo>
                    <a:pt x="0" y="0"/>
                  </a:moveTo>
                  <a:lnTo>
                    <a:pt x="147313" y="20146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187064" y="2856565"/>
              <a:ext cx="150111" cy="33870"/>
            </a:xfrm>
            <a:custGeom>
              <a:avLst/>
              <a:pathLst>
                <a:path w="150111" h="33870">
                  <a:moveTo>
                    <a:pt x="0" y="0"/>
                  </a:moveTo>
                  <a:lnTo>
                    <a:pt x="150111" y="3387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509878" y="2947818"/>
              <a:ext cx="161495" cy="72053"/>
            </a:xfrm>
            <a:custGeom>
              <a:avLst/>
              <a:pathLst>
                <a:path w="161495" h="72053">
                  <a:moveTo>
                    <a:pt x="0" y="0"/>
                  </a:moveTo>
                  <a:lnTo>
                    <a:pt x="161495" y="72053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844872" y="3073332"/>
              <a:ext cx="148520" cy="26741"/>
            </a:xfrm>
            <a:custGeom>
              <a:avLst/>
              <a:pathLst>
                <a:path w="148520" h="26741">
                  <a:moveTo>
                    <a:pt x="0" y="0"/>
                  </a:moveTo>
                  <a:lnTo>
                    <a:pt x="148520" y="26741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158377" y="3168599"/>
              <a:ext cx="178524" cy="124559"/>
            </a:xfrm>
            <a:custGeom>
              <a:avLst/>
              <a:pathLst>
                <a:path w="178524" h="124559">
                  <a:moveTo>
                    <a:pt x="0" y="0"/>
                  </a:moveTo>
                  <a:lnTo>
                    <a:pt x="178524" y="124559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499456" y="3371823"/>
              <a:ext cx="153379" cy="46141"/>
            </a:xfrm>
            <a:custGeom>
              <a:avLst/>
              <a:pathLst>
                <a:path w="153379" h="46141">
                  <a:moveTo>
                    <a:pt x="0" y="0"/>
                  </a:moveTo>
                  <a:lnTo>
                    <a:pt x="153379" y="46141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824167" y="3480970"/>
              <a:ext cx="160971" cy="70455"/>
            </a:xfrm>
            <a:custGeom>
              <a:avLst/>
              <a:pathLst>
                <a:path w="160971" h="70455">
                  <a:moveTo>
                    <a:pt x="0" y="0"/>
                  </a:moveTo>
                  <a:lnTo>
                    <a:pt x="160971" y="70455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6159262" y="3602128"/>
              <a:ext cx="147794" cy="22963"/>
            </a:xfrm>
            <a:custGeom>
              <a:avLst/>
              <a:pathLst>
                <a:path w="147794" h="22963">
                  <a:moveTo>
                    <a:pt x="0" y="0"/>
                  </a:moveTo>
                  <a:lnTo>
                    <a:pt x="147794" y="22963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6487113" y="3656885"/>
              <a:ext cx="149107" cy="29513"/>
            </a:xfrm>
            <a:custGeom>
              <a:avLst/>
              <a:pathLst>
                <a:path w="149107" h="29513">
                  <a:moveTo>
                    <a:pt x="0" y="0"/>
                  </a:moveTo>
                  <a:lnTo>
                    <a:pt x="149107" y="29513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6813290" y="3731130"/>
              <a:ext cx="153766" cy="47477"/>
            </a:xfrm>
            <a:custGeom>
              <a:avLst/>
              <a:pathLst>
                <a:path w="153766" h="47477">
                  <a:moveTo>
                    <a:pt x="0" y="0"/>
                  </a:moveTo>
                  <a:lnTo>
                    <a:pt x="153766" y="47477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7145677" y="3811456"/>
              <a:ext cx="146004" cy="9395"/>
            </a:xfrm>
            <a:custGeom>
              <a:avLst/>
              <a:pathLst>
                <a:path w="146004" h="9395">
                  <a:moveTo>
                    <a:pt x="0" y="0"/>
                  </a:moveTo>
                  <a:lnTo>
                    <a:pt x="146004" y="9395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7474208" y="3812463"/>
              <a:ext cx="145956" cy="8773"/>
            </a:xfrm>
            <a:custGeom>
              <a:avLst/>
              <a:pathLst>
                <a:path w="145956" h="8773">
                  <a:moveTo>
                    <a:pt x="0" y="8773"/>
                  </a:moveTo>
                  <a:lnTo>
                    <a:pt x="145956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770751" y="3876571"/>
              <a:ext cx="209884" cy="246276"/>
            </a:xfrm>
            <a:custGeom>
              <a:avLst/>
              <a:pathLst>
                <a:path w="209884" h="246276">
                  <a:moveTo>
                    <a:pt x="0" y="0"/>
                  </a:moveTo>
                  <a:lnTo>
                    <a:pt x="209884" y="246276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435523" y="4390402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1764029" y="4003242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092536" y="3603423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421043" y="3280590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749549" y="3051417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078056" y="2860204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406563" y="2750053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735070" y="2757222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4063576" y="2802149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4392083" y="2876271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4720590" y="3022839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5049096" y="3081987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5377603" y="3311191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5706110" y="3410016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6034616" y="3553799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6363123" y="3604840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6691629" y="3669863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7020136" y="3771294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7348643" y="3792434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7677149" y="3772686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8005656" y="4158153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2026-03-10T15:30:12Z</dcterms:modified>
  <cp:category/>
</cp:coreProperties>
</file>