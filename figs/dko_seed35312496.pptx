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205933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2128919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69589" y="4458665"/>
              <a:ext cx="9004821" cy="232974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622670" y="39747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622670" y="1654130"/>
              <a:ext cx="44634" cy="412158"/>
            </a:xfrm>
            <a:custGeom>
              <a:avLst/>
              <a:pathLst>
                <a:path w="44634" h="412158">
                  <a:moveTo>
                    <a:pt x="0" y="0"/>
                  </a:moveTo>
                  <a:lnTo>
                    <a:pt x="256" y="67045"/>
                  </a:lnTo>
                  <a:lnTo>
                    <a:pt x="1538" y="71457"/>
                  </a:lnTo>
                  <a:lnTo>
                    <a:pt x="2820" y="73417"/>
                  </a:lnTo>
                  <a:lnTo>
                    <a:pt x="4101" y="111952"/>
                  </a:lnTo>
                  <a:lnTo>
                    <a:pt x="5383" y="116160"/>
                  </a:lnTo>
                  <a:lnTo>
                    <a:pt x="6665" y="180823"/>
                  </a:lnTo>
                  <a:lnTo>
                    <a:pt x="7947" y="202430"/>
                  </a:lnTo>
                  <a:lnTo>
                    <a:pt x="9229" y="248190"/>
                  </a:lnTo>
                  <a:lnTo>
                    <a:pt x="10511" y="269731"/>
                  </a:lnTo>
                  <a:lnTo>
                    <a:pt x="11792" y="300704"/>
                  </a:lnTo>
                  <a:lnTo>
                    <a:pt x="13074" y="327321"/>
                  </a:lnTo>
                  <a:lnTo>
                    <a:pt x="14356" y="366872"/>
                  </a:lnTo>
                  <a:lnTo>
                    <a:pt x="15638" y="366872"/>
                  </a:lnTo>
                  <a:lnTo>
                    <a:pt x="16920" y="376737"/>
                  </a:lnTo>
                  <a:lnTo>
                    <a:pt x="18202" y="405073"/>
                  </a:lnTo>
                  <a:lnTo>
                    <a:pt x="19484" y="403304"/>
                  </a:lnTo>
                  <a:lnTo>
                    <a:pt x="20765" y="243177"/>
                  </a:lnTo>
                  <a:lnTo>
                    <a:pt x="22047" y="211056"/>
                  </a:lnTo>
                  <a:lnTo>
                    <a:pt x="23329" y="174045"/>
                  </a:lnTo>
                  <a:lnTo>
                    <a:pt x="24611" y="164343"/>
                  </a:lnTo>
                  <a:lnTo>
                    <a:pt x="25893" y="112204"/>
                  </a:lnTo>
                  <a:lnTo>
                    <a:pt x="27175" y="112204"/>
                  </a:lnTo>
                  <a:lnTo>
                    <a:pt x="28456" y="112204"/>
                  </a:lnTo>
                  <a:lnTo>
                    <a:pt x="29738" y="154799"/>
                  </a:lnTo>
                  <a:lnTo>
                    <a:pt x="31020" y="266496"/>
                  </a:lnTo>
                  <a:lnTo>
                    <a:pt x="32302" y="283962"/>
                  </a:lnTo>
                  <a:lnTo>
                    <a:pt x="33584" y="290182"/>
                  </a:lnTo>
                  <a:lnTo>
                    <a:pt x="34866" y="290182"/>
                  </a:lnTo>
                  <a:lnTo>
                    <a:pt x="36148" y="240199"/>
                  </a:lnTo>
                  <a:lnTo>
                    <a:pt x="37429" y="228341"/>
                  </a:lnTo>
                  <a:lnTo>
                    <a:pt x="38711" y="231283"/>
                  </a:lnTo>
                  <a:lnTo>
                    <a:pt x="39993" y="290182"/>
                  </a:lnTo>
                  <a:lnTo>
                    <a:pt x="41275" y="320288"/>
                  </a:lnTo>
                  <a:lnTo>
                    <a:pt x="42557" y="359314"/>
                  </a:lnTo>
                  <a:lnTo>
                    <a:pt x="43839" y="370424"/>
                  </a:lnTo>
                  <a:lnTo>
                    <a:pt x="44634" y="41215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674739" y="1721162"/>
              <a:ext cx="42453" cy="345126"/>
            </a:xfrm>
            <a:custGeom>
              <a:avLst/>
              <a:pathLst>
                <a:path w="42453" h="345126">
                  <a:moveTo>
                    <a:pt x="0" y="345126"/>
                  </a:moveTo>
                  <a:lnTo>
                    <a:pt x="742" y="318540"/>
                  </a:lnTo>
                  <a:lnTo>
                    <a:pt x="2024" y="292282"/>
                  </a:lnTo>
                  <a:lnTo>
                    <a:pt x="3306" y="288625"/>
                  </a:lnTo>
                  <a:lnTo>
                    <a:pt x="4588" y="223150"/>
                  </a:lnTo>
                  <a:lnTo>
                    <a:pt x="5869" y="223150"/>
                  </a:lnTo>
                  <a:lnTo>
                    <a:pt x="7151" y="223150"/>
                  </a:lnTo>
                  <a:lnTo>
                    <a:pt x="8433" y="223150"/>
                  </a:lnTo>
                  <a:lnTo>
                    <a:pt x="9715" y="223150"/>
                  </a:lnTo>
                  <a:lnTo>
                    <a:pt x="10997" y="223150"/>
                  </a:lnTo>
                  <a:lnTo>
                    <a:pt x="12279" y="135473"/>
                  </a:lnTo>
                  <a:lnTo>
                    <a:pt x="13560" y="105367"/>
                  </a:lnTo>
                  <a:lnTo>
                    <a:pt x="14842" y="105367"/>
                  </a:lnTo>
                  <a:lnTo>
                    <a:pt x="16124" y="99147"/>
                  </a:lnTo>
                  <a:lnTo>
                    <a:pt x="17406" y="81680"/>
                  </a:lnTo>
                  <a:lnTo>
                    <a:pt x="18688" y="75159"/>
                  </a:lnTo>
                  <a:lnTo>
                    <a:pt x="19970" y="24980"/>
                  </a:lnTo>
                  <a:lnTo>
                    <a:pt x="21252" y="45171"/>
                  </a:lnTo>
                  <a:lnTo>
                    <a:pt x="22533" y="0"/>
                  </a:lnTo>
                  <a:lnTo>
                    <a:pt x="23815" y="47599"/>
                  </a:lnTo>
                  <a:lnTo>
                    <a:pt x="25097" y="30609"/>
                  </a:lnTo>
                  <a:lnTo>
                    <a:pt x="26379" y="48076"/>
                  </a:lnTo>
                  <a:lnTo>
                    <a:pt x="27661" y="54296"/>
                  </a:lnTo>
                  <a:lnTo>
                    <a:pt x="28943" y="54296"/>
                  </a:lnTo>
                  <a:lnTo>
                    <a:pt x="30224" y="54296"/>
                  </a:lnTo>
                  <a:lnTo>
                    <a:pt x="31506" y="97417"/>
                  </a:lnTo>
                  <a:lnTo>
                    <a:pt x="32788" y="105367"/>
                  </a:lnTo>
                  <a:lnTo>
                    <a:pt x="34070" y="182057"/>
                  </a:lnTo>
                  <a:lnTo>
                    <a:pt x="35352" y="182057"/>
                  </a:lnTo>
                  <a:lnTo>
                    <a:pt x="36634" y="186469"/>
                  </a:lnTo>
                  <a:lnTo>
                    <a:pt x="37915" y="186469"/>
                  </a:lnTo>
                  <a:lnTo>
                    <a:pt x="39197" y="186469"/>
                  </a:lnTo>
                  <a:lnTo>
                    <a:pt x="40479" y="186469"/>
                  </a:lnTo>
                  <a:lnTo>
                    <a:pt x="41761" y="281859"/>
                  </a:lnTo>
                  <a:lnTo>
                    <a:pt x="42453" y="34512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49827" y="1897307"/>
              <a:ext cx="46151" cy="168981"/>
            </a:xfrm>
            <a:custGeom>
              <a:avLst/>
              <a:pathLst>
                <a:path w="46151" h="168981">
                  <a:moveTo>
                    <a:pt x="0" y="168981"/>
                  </a:moveTo>
                  <a:lnTo>
                    <a:pt x="1" y="168854"/>
                  </a:lnTo>
                  <a:lnTo>
                    <a:pt x="1283" y="168854"/>
                  </a:lnTo>
                  <a:lnTo>
                    <a:pt x="2565" y="168854"/>
                  </a:lnTo>
                  <a:lnTo>
                    <a:pt x="3847" y="168854"/>
                  </a:lnTo>
                  <a:lnTo>
                    <a:pt x="5129" y="168854"/>
                  </a:lnTo>
                  <a:lnTo>
                    <a:pt x="6410" y="135576"/>
                  </a:lnTo>
                  <a:lnTo>
                    <a:pt x="7692" y="57779"/>
                  </a:lnTo>
                  <a:lnTo>
                    <a:pt x="8974" y="0"/>
                  </a:lnTo>
                  <a:lnTo>
                    <a:pt x="10256" y="0"/>
                  </a:lnTo>
                  <a:lnTo>
                    <a:pt x="11538" y="0"/>
                  </a:lnTo>
                  <a:lnTo>
                    <a:pt x="12820" y="0"/>
                  </a:lnTo>
                  <a:lnTo>
                    <a:pt x="14102" y="0"/>
                  </a:lnTo>
                  <a:lnTo>
                    <a:pt x="15383" y="0"/>
                  </a:lnTo>
                  <a:lnTo>
                    <a:pt x="16665" y="0"/>
                  </a:lnTo>
                  <a:lnTo>
                    <a:pt x="17947" y="0"/>
                  </a:lnTo>
                  <a:lnTo>
                    <a:pt x="19229" y="0"/>
                  </a:lnTo>
                  <a:lnTo>
                    <a:pt x="20511" y="0"/>
                  </a:lnTo>
                  <a:lnTo>
                    <a:pt x="21793" y="0"/>
                  </a:lnTo>
                  <a:lnTo>
                    <a:pt x="23074" y="0"/>
                  </a:lnTo>
                  <a:lnTo>
                    <a:pt x="24356" y="0"/>
                  </a:lnTo>
                  <a:lnTo>
                    <a:pt x="25638" y="26257"/>
                  </a:lnTo>
                  <a:lnTo>
                    <a:pt x="26920" y="99721"/>
                  </a:lnTo>
                  <a:lnTo>
                    <a:pt x="28202" y="168854"/>
                  </a:lnTo>
                  <a:lnTo>
                    <a:pt x="29484" y="168854"/>
                  </a:lnTo>
                  <a:lnTo>
                    <a:pt x="30766" y="168854"/>
                  </a:lnTo>
                  <a:lnTo>
                    <a:pt x="32047" y="168854"/>
                  </a:lnTo>
                  <a:lnTo>
                    <a:pt x="33329" y="168854"/>
                  </a:lnTo>
                  <a:lnTo>
                    <a:pt x="34611" y="168854"/>
                  </a:lnTo>
                  <a:lnTo>
                    <a:pt x="35893" y="168854"/>
                  </a:lnTo>
                  <a:lnTo>
                    <a:pt x="37175" y="168854"/>
                  </a:lnTo>
                  <a:lnTo>
                    <a:pt x="38457" y="168854"/>
                  </a:lnTo>
                  <a:lnTo>
                    <a:pt x="39738" y="168854"/>
                  </a:lnTo>
                  <a:lnTo>
                    <a:pt x="41020" y="168854"/>
                  </a:lnTo>
                  <a:lnTo>
                    <a:pt x="42302" y="168854"/>
                  </a:lnTo>
                  <a:lnTo>
                    <a:pt x="43584" y="168854"/>
                  </a:lnTo>
                  <a:lnTo>
                    <a:pt x="44866" y="168854"/>
                  </a:lnTo>
                  <a:lnTo>
                    <a:pt x="46148" y="168854"/>
                  </a:lnTo>
                  <a:lnTo>
                    <a:pt x="46151" y="16898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6358" y="2063183"/>
              <a:ext cx="265" cy="3105"/>
            </a:xfrm>
            <a:custGeom>
              <a:avLst/>
              <a:pathLst>
                <a:path w="265" h="3105">
                  <a:moveTo>
                    <a:pt x="0" y="3105"/>
                  </a:moveTo>
                  <a:lnTo>
                    <a:pt x="126" y="0"/>
                  </a:lnTo>
                  <a:lnTo>
                    <a:pt x="265" y="310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8217" y="2019181"/>
              <a:ext cx="11088" cy="47108"/>
            </a:xfrm>
            <a:custGeom>
              <a:avLst/>
              <a:pathLst>
                <a:path w="11088" h="47108">
                  <a:moveTo>
                    <a:pt x="0" y="47108"/>
                  </a:moveTo>
                  <a:lnTo>
                    <a:pt x="831" y="0"/>
                  </a:lnTo>
                  <a:lnTo>
                    <a:pt x="2113" y="46980"/>
                  </a:lnTo>
                  <a:lnTo>
                    <a:pt x="3394" y="46980"/>
                  </a:lnTo>
                  <a:lnTo>
                    <a:pt x="4676" y="46980"/>
                  </a:lnTo>
                  <a:lnTo>
                    <a:pt x="5958" y="46980"/>
                  </a:lnTo>
                  <a:lnTo>
                    <a:pt x="7240" y="46980"/>
                  </a:lnTo>
                  <a:lnTo>
                    <a:pt x="8522" y="46980"/>
                  </a:lnTo>
                  <a:lnTo>
                    <a:pt x="9804" y="46980"/>
                  </a:lnTo>
                  <a:lnTo>
                    <a:pt x="11086" y="46980"/>
                  </a:lnTo>
                  <a:lnTo>
                    <a:pt x="11088" y="4710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36022" y="1882471"/>
              <a:ext cx="29076" cy="183817"/>
            </a:xfrm>
            <a:custGeom>
              <a:avLst/>
              <a:pathLst>
                <a:path w="29076" h="183817">
                  <a:moveTo>
                    <a:pt x="0" y="183817"/>
                  </a:moveTo>
                  <a:lnTo>
                    <a:pt x="972" y="110966"/>
                  </a:lnTo>
                  <a:lnTo>
                    <a:pt x="2254" y="107286"/>
                  </a:lnTo>
                  <a:lnTo>
                    <a:pt x="3536" y="107286"/>
                  </a:lnTo>
                  <a:lnTo>
                    <a:pt x="4817" y="107286"/>
                  </a:lnTo>
                  <a:lnTo>
                    <a:pt x="6099" y="107286"/>
                  </a:lnTo>
                  <a:lnTo>
                    <a:pt x="7381" y="130973"/>
                  </a:lnTo>
                  <a:lnTo>
                    <a:pt x="8663" y="81739"/>
                  </a:lnTo>
                  <a:lnTo>
                    <a:pt x="9945" y="61840"/>
                  </a:lnTo>
                  <a:lnTo>
                    <a:pt x="11227" y="30106"/>
                  </a:lnTo>
                  <a:lnTo>
                    <a:pt x="12508" y="62765"/>
                  </a:lnTo>
                  <a:lnTo>
                    <a:pt x="13790" y="62765"/>
                  </a:lnTo>
                  <a:lnTo>
                    <a:pt x="15072" y="0"/>
                  </a:lnTo>
                  <a:lnTo>
                    <a:pt x="16354" y="0"/>
                  </a:lnTo>
                  <a:lnTo>
                    <a:pt x="17636" y="0"/>
                  </a:lnTo>
                  <a:lnTo>
                    <a:pt x="18918" y="45759"/>
                  </a:lnTo>
                  <a:lnTo>
                    <a:pt x="20199" y="127316"/>
                  </a:lnTo>
                  <a:lnTo>
                    <a:pt x="21481" y="130973"/>
                  </a:lnTo>
                  <a:lnTo>
                    <a:pt x="22763" y="130973"/>
                  </a:lnTo>
                  <a:lnTo>
                    <a:pt x="24045" y="130973"/>
                  </a:lnTo>
                  <a:lnTo>
                    <a:pt x="25327" y="130973"/>
                  </a:lnTo>
                  <a:lnTo>
                    <a:pt x="26609" y="107286"/>
                  </a:lnTo>
                  <a:lnTo>
                    <a:pt x="27891" y="161031"/>
                  </a:lnTo>
                  <a:lnTo>
                    <a:pt x="29076" y="18381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87385" y="1659321"/>
              <a:ext cx="199570" cy="406967"/>
            </a:xfrm>
            <a:custGeom>
              <a:avLst/>
              <a:pathLst>
                <a:path w="199570" h="406967">
                  <a:moveTo>
                    <a:pt x="0" y="406967"/>
                  </a:moveTo>
                  <a:lnTo>
                    <a:pt x="883" y="354123"/>
                  </a:lnTo>
                  <a:lnTo>
                    <a:pt x="2165" y="354123"/>
                  </a:lnTo>
                  <a:lnTo>
                    <a:pt x="3446" y="354123"/>
                  </a:lnTo>
                  <a:lnTo>
                    <a:pt x="4728" y="354123"/>
                  </a:lnTo>
                  <a:lnTo>
                    <a:pt x="6010" y="354123"/>
                  </a:lnTo>
                  <a:lnTo>
                    <a:pt x="7292" y="325486"/>
                  </a:lnTo>
                  <a:lnTo>
                    <a:pt x="8574" y="244061"/>
                  </a:lnTo>
                  <a:lnTo>
                    <a:pt x="9856" y="216930"/>
                  </a:lnTo>
                  <a:lnTo>
                    <a:pt x="11138" y="199463"/>
                  </a:lnTo>
                  <a:lnTo>
                    <a:pt x="12419" y="208334"/>
                  </a:lnTo>
                  <a:lnTo>
                    <a:pt x="13701" y="168854"/>
                  </a:lnTo>
                  <a:lnTo>
                    <a:pt x="14983" y="237986"/>
                  </a:lnTo>
                  <a:lnTo>
                    <a:pt x="16265" y="237986"/>
                  </a:lnTo>
                  <a:lnTo>
                    <a:pt x="17547" y="168854"/>
                  </a:lnTo>
                  <a:lnTo>
                    <a:pt x="18829" y="70050"/>
                  </a:lnTo>
                  <a:lnTo>
                    <a:pt x="20110" y="51070"/>
                  </a:lnTo>
                  <a:lnTo>
                    <a:pt x="21392" y="51070"/>
                  </a:lnTo>
                  <a:lnTo>
                    <a:pt x="22674" y="51070"/>
                  </a:lnTo>
                  <a:lnTo>
                    <a:pt x="23956" y="51070"/>
                  </a:lnTo>
                  <a:lnTo>
                    <a:pt x="25238" y="51070"/>
                  </a:lnTo>
                  <a:lnTo>
                    <a:pt x="26520" y="72812"/>
                  </a:lnTo>
                  <a:lnTo>
                    <a:pt x="27801" y="146461"/>
                  </a:lnTo>
                  <a:lnTo>
                    <a:pt x="29083" y="134038"/>
                  </a:lnTo>
                  <a:lnTo>
                    <a:pt x="30365" y="107012"/>
                  </a:lnTo>
                  <a:lnTo>
                    <a:pt x="31647" y="107012"/>
                  </a:lnTo>
                  <a:lnTo>
                    <a:pt x="32929" y="107012"/>
                  </a:lnTo>
                  <a:lnTo>
                    <a:pt x="34211" y="107012"/>
                  </a:lnTo>
                  <a:lnTo>
                    <a:pt x="35493" y="107012"/>
                  </a:lnTo>
                  <a:lnTo>
                    <a:pt x="36774" y="168854"/>
                  </a:lnTo>
                  <a:lnTo>
                    <a:pt x="38056" y="287724"/>
                  </a:lnTo>
                  <a:lnTo>
                    <a:pt x="39338" y="316362"/>
                  </a:lnTo>
                  <a:lnTo>
                    <a:pt x="40620" y="316362"/>
                  </a:lnTo>
                  <a:lnTo>
                    <a:pt x="41902" y="316362"/>
                  </a:lnTo>
                  <a:lnTo>
                    <a:pt x="43184" y="283745"/>
                  </a:lnTo>
                  <a:lnTo>
                    <a:pt x="44465" y="237986"/>
                  </a:lnTo>
                  <a:lnTo>
                    <a:pt x="45747" y="188752"/>
                  </a:lnTo>
                  <a:lnTo>
                    <a:pt x="47029" y="168854"/>
                  </a:lnTo>
                  <a:lnTo>
                    <a:pt x="48311" y="168854"/>
                  </a:lnTo>
                  <a:lnTo>
                    <a:pt x="49593" y="168854"/>
                  </a:lnTo>
                  <a:lnTo>
                    <a:pt x="50875" y="168854"/>
                  </a:lnTo>
                  <a:lnTo>
                    <a:pt x="52157" y="168854"/>
                  </a:lnTo>
                  <a:lnTo>
                    <a:pt x="53438" y="168854"/>
                  </a:lnTo>
                  <a:lnTo>
                    <a:pt x="54720" y="168854"/>
                  </a:lnTo>
                  <a:lnTo>
                    <a:pt x="56002" y="168854"/>
                  </a:lnTo>
                  <a:lnTo>
                    <a:pt x="57284" y="168854"/>
                  </a:lnTo>
                  <a:lnTo>
                    <a:pt x="58566" y="168854"/>
                  </a:lnTo>
                  <a:lnTo>
                    <a:pt x="59848" y="168854"/>
                  </a:lnTo>
                  <a:lnTo>
                    <a:pt x="61129" y="168854"/>
                  </a:lnTo>
                  <a:lnTo>
                    <a:pt x="62411" y="195538"/>
                  </a:lnTo>
                  <a:lnTo>
                    <a:pt x="63693" y="237986"/>
                  </a:lnTo>
                  <a:lnTo>
                    <a:pt x="64975" y="291731"/>
                  </a:lnTo>
                  <a:lnTo>
                    <a:pt x="66257" y="316362"/>
                  </a:lnTo>
                  <a:lnTo>
                    <a:pt x="67539" y="364391"/>
                  </a:lnTo>
                  <a:lnTo>
                    <a:pt x="68820" y="406840"/>
                  </a:lnTo>
                  <a:lnTo>
                    <a:pt x="70102" y="406840"/>
                  </a:lnTo>
                  <a:lnTo>
                    <a:pt x="71384" y="406840"/>
                  </a:lnTo>
                  <a:lnTo>
                    <a:pt x="72666" y="406840"/>
                  </a:lnTo>
                  <a:lnTo>
                    <a:pt x="73948" y="406840"/>
                  </a:lnTo>
                  <a:lnTo>
                    <a:pt x="75230" y="342071"/>
                  </a:lnTo>
                  <a:lnTo>
                    <a:pt x="76512" y="316362"/>
                  </a:lnTo>
                  <a:lnTo>
                    <a:pt x="77793" y="316362"/>
                  </a:lnTo>
                  <a:lnTo>
                    <a:pt x="79075" y="316362"/>
                  </a:lnTo>
                  <a:lnTo>
                    <a:pt x="80357" y="316362"/>
                  </a:lnTo>
                  <a:lnTo>
                    <a:pt x="81639" y="295765"/>
                  </a:lnTo>
                  <a:lnTo>
                    <a:pt x="82921" y="209349"/>
                  </a:lnTo>
                  <a:lnTo>
                    <a:pt x="84203" y="168854"/>
                  </a:lnTo>
                  <a:lnTo>
                    <a:pt x="85484" y="152772"/>
                  </a:lnTo>
                  <a:lnTo>
                    <a:pt x="86766" y="192942"/>
                  </a:lnTo>
                  <a:lnTo>
                    <a:pt x="88048" y="199463"/>
                  </a:lnTo>
                  <a:lnTo>
                    <a:pt x="89330" y="223150"/>
                  </a:lnTo>
                  <a:lnTo>
                    <a:pt x="90612" y="223150"/>
                  </a:lnTo>
                  <a:lnTo>
                    <a:pt x="91894" y="161896"/>
                  </a:lnTo>
                  <a:lnTo>
                    <a:pt x="93176" y="116137"/>
                  </a:lnTo>
                  <a:lnTo>
                    <a:pt x="94457" y="151415"/>
                  </a:lnTo>
                  <a:lnTo>
                    <a:pt x="95739" y="141117"/>
                  </a:lnTo>
                  <a:lnTo>
                    <a:pt x="97021" y="116137"/>
                  </a:lnTo>
                  <a:lnTo>
                    <a:pt x="98303" y="116137"/>
                  </a:lnTo>
                  <a:lnTo>
                    <a:pt x="99585" y="116137"/>
                  </a:lnTo>
                  <a:lnTo>
                    <a:pt x="100867" y="128494"/>
                  </a:lnTo>
                  <a:lnTo>
                    <a:pt x="102148" y="188949"/>
                  </a:lnTo>
                  <a:lnTo>
                    <a:pt x="103430" y="223150"/>
                  </a:lnTo>
                  <a:lnTo>
                    <a:pt x="104712" y="238010"/>
                  </a:lnTo>
                  <a:lnTo>
                    <a:pt x="105994" y="261305"/>
                  </a:lnTo>
                  <a:lnTo>
                    <a:pt x="107276" y="254783"/>
                  </a:lnTo>
                  <a:lnTo>
                    <a:pt x="108558" y="130973"/>
                  </a:lnTo>
                  <a:lnTo>
                    <a:pt x="109840" y="86821"/>
                  </a:lnTo>
                  <a:lnTo>
                    <a:pt x="111121" y="112912"/>
                  </a:lnTo>
                  <a:lnTo>
                    <a:pt x="112403" y="168854"/>
                  </a:lnTo>
                  <a:lnTo>
                    <a:pt x="113685" y="168854"/>
                  </a:lnTo>
                  <a:lnTo>
                    <a:pt x="114967" y="202402"/>
                  </a:lnTo>
                  <a:lnTo>
                    <a:pt x="116249" y="237986"/>
                  </a:lnTo>
                  <a:lnTo>
                    <a:pt x="117531" y="237986"/>
                  </a:lnTo>
                  <a:lnTo>
                    <a:pt x="118812" y="237986"/>
                  </a:lnTo>
                  <a:lnTo>
                    <a:pt x="120094" y="237986"/>
                  </a:lnTo>
                  <a:lnTo>
                    <a:pt x="121376" y="237986"/>
                  </a:lnTo>
                  <a:lnTo>
                    <a:pt x="122658" y="237986"/>
                  </a:lnTo>
                  <a:lnTo>
                    <a:pt x="123940" y="237986"/>
                  </a:lnTo>
                  <a:lnTo>
                    <a:pt x="125222" y="237986"/>
                  </a:lnTo>
                  <a:lnTo>
                    <a:pt x="126503" y="237986"/>
                  </a:lnTo>
                  <a:lnTo>
                    <a:pt x="127785" y="283745"/>
                  </a:lnTo>
                  <a:lnTo>
                    <a:pt x="129067" y="346468"/>
                  </a:lnTo>
                  <a:lnTo>
                    <a:pt x="130349" y="406840"/>
                  </a:lnTo>
                  <a:lnTo>
                    <a:pt x="131631" y="406840"/>
                  </a:lnTo>
                  <a:lnTo>
                    <a:pt x="132913" y="406840"/>
                  </a:lnTo>
                  <a:lnTo>
                    <a:pt x="134195" y="406840"/>
                  </a:lnTo>
                  <a:lnTo>
                    <a:pt x="135476" y="406840"/>
                  </a:lnTo>
                  <a:lnTo>
                    <a:pt x="136758" y="406840"/>
                  </a:lnTo>
                  <a:lnTo>
                    <a:pt x="138040" y="406840"/>
                  </a:lnTo>
                  <a:lnTo>
                    <a:pt x="139322" y="406840"/>
                  </a:lnTo>
                  <a:lnTo>
                    <a:pt x="140604" y="406840"/>
                  </a:lnTo>
                  <a:lnTo>
                    <a:pt x="141886" y="406840"/>
                  </a:lnTo>
                  <a:lnTo>
                    <a:pt x="143167" y="382879"/>
                  </a:lnTo>
                  <a:lnTo>
                    <a:pt x="144449" y="316362"/>
                  </a:lnTo>
                  <a:lnTo>
                    <a:pt x="145731" y="316362"/>
                  </a:lnTo>
                  <a:lnTo>
                    <a:pt x="147013" y="316362"/>
                  </a:lnTo>
                  <a:lnTo>
                    <a:pt x="148295" y="316362"/>
                  </a:lnTo>
                  <a:lnTo>
                    <a:pt x="149577" y="316362"/>
                  </a:lnTo>
                  <a:lnTo>
                    <a:pt x="150859" y="316362"/>
                  </a:lnTo>
                  <a:lnTo>
                    <a:pt x="152140" y="316362"/>
                  </a:lnTo>
                  <a:lnTo>
                    <a:pt x="153422" y="295765"/>
                  </a:lnTo>
                  <a:lnTo>
                    <a:pt x="154704" y="152772"/>
                  </a:lnTo>
                  <a:lnTo>
                    <a:pt x="155986" y="43121"/>
                  </a:lnTo>
                  <a:lnTo>
                    <a:pt x="157268" y="0"/>
                  </a:lnTo>
                  <a:lnTo>
                    <a:pt x="158550" y="92451"/>
                  </a:lnTo>
                  <a:lnTo>
                    <a:pt x="159831" y="92177"/>
                  </a:lnTo>
                  <a:lnTo>
                    <a:pt x="161113" y="150258"/>
                  </a:lnTo>
                  <a:lnTo>
                    <a:pt x="162395" y="150258"/>
                  </a:lnTo>
                  <a:lnTo>
                    <a:pt x="163677" y="171073"/>
                  </a:lnTo>
                  <a:lnTo>
                    <a:pt x="164959" y="168973"/>
                  </a:lnTo>
                  <a:lnTo>
                    <a:pt x="166241" y="158584"/>
                  </a:lnTo>
                  <a:lnTo>
                    <a:pt x="167522" y="128477"/>
                  </a:lnTo>
                  <a:lnTo>
                    <a:pt x="168804" y="128477"/>
                  </a:lnTo>
                  <a:lnTo>
                    <a:pt x="170086" y="128477"/>
                  </a:lnTo>
                  <a:lnTo>
                    <a:pt x="171368" y="128477"/>
                  </a:lnTo>
                  <a:lnTo>
                    <a:pt x="172650" y="138342"/>
                  </a:lnTo>
                  <a:lnTo>
                    <a:pt x="173932" y="223867"/>
                  </a:lnTo>
                  <a:lnTo>
                    <a:pt x="175214" y="318581"/>
                  </a:lnTo>
                  <a:lnTo>
                    <a:pt x="176495" y="366464"/>
                  </a:lnTo>
                  <a:lnTo>
                    <a:pt x="177777" y="365026"/>
                  </a:lnTo>
                  <a:lnTo>
                    <a:pt x="179059" y="334359"/>
                  </a:lnTo>
                  <a:lnTo>
                    <a:pt x="180341" y="284991"/>
                  </a:lnTo>
                  <a:lnTo>
                    <a:pt x="181623" y="295306"/>
                  </a:lnTo>
                  <a:lnTo>
                    <a:pt x="182905" y="312184"/>
                  </a:lnTo>
                  <a:lnTo>
                    <a:pt x="184186" y="316362"/>
                  </a:lnTo>
                  <a:lnTo>
                    <a:pt x="185468" y="337708"/>
                  </a:lnTo>
                  <a:lnTo>
                    <a:pt x="186750" y="406840"/>
                  </a:lnTo>
                  <a:lnTo>
                    <a:pt x="188032" y="406840"/>
                  </a:lnTo>
                  <a:lnTo>
                    <a:pt x="189314" y="406840"/>
                  </a:lnTo>
                  <a:lnTo>
                    <a:pt x="190596" y="406840"/>
                  </a:lnTo>
                  <a:lnTo>
                    <a:pt x="191878" y="406840"/>
                  </a:lnTo>
                  <a:lnTo>
                    <a:pt x="193159" y="406840"/>
                  </a:lnTo>
                  <a:lnTo>
                    <a:pt x="194441" y="406840"/>
                  </a:lnTo>
                  <a:lnTo>
                    <a:pt x="195723" y="406840"/>
                  </a:lnTo>
                  <a:lnTo>
                    <a:pt x="197005" y="406840"/>
                  </a:lnTo>
                  <a:lnTo>
                    <a:pt x="198287" y="406840"/>
                  </a:lnTo>
                  <a:lnTo>
                    <a:pt x="199569" y="406840"/>
                  </a:lnTo>
                  <a:lnTo>
                    <a:pt x="199570" y="40696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113079" y="2007078"/>
              <a:ext cx="5501" cy="59211"/>
            </a:xfrm>
            <a:custGeom>
              <a:avLst/>
              <a:pathLst>
                <a:path w="5501" h="59211">
                  <a:moveTo>
                    <a:pt x="0" y="59211"/>
                  </a:moveTo>
                  <a:lnTo>
                    <a:pt x="793" y="20483"/>
                  </a:lnTo>
                  <a:lnTo>
                    <a:pt x="2075" y="13925"/>
                  </a:lnTo>
                  <a:lnTo>
                    <a:pt x="3357" y="0"/>
                  </a:lnTo>
                  <a:lnTo>
                    <a:pt x="4638" y="18337"/>
                  </a:lnTo>
                  <a:lnTo>
                    <a:pt x="5501" y="5921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135714" y="1594593"/>
              <a:ext cx="39387" cy="471696"/>
            </a:xfrm>
            <a:custGeom>
              <a:avLst/>
              <a:pathLst>
                <a:path w="39387" h="471696">
                  <a:moveTo>
                    <a:pt x="0" y="471696"/>
                  </a:moveTo>
                  <a:lnTo>
                    <a:pt x="1231" y="351717"/>
                  </a:lnTo>
                  <a:lnTo>
                    <a:pt x="2513" y="303495"/>
                  </a:lnTo>
                  <a:lnTo>
                    <a:pt x="3794" y="232263"/>
                  </a:lnTo>
                  <a:lnTo>
                    <a:pt x="5076" y="141186"/>
                  </a:lnTo>
                  <a:lnTo>
                    <a:pt x="6358" y="104653"/>
                  </a:lnTo>
                  <a:lnTo>
                    <a:pt x="7640" y="84755"/>
                  </a:lnTo>
                  <a:lnTo>
                    <a:pt x="8922" y="67089"/>
                  </a:lnTo>
                  <a:lnTo>
                    <a:pt x="10204" y="28771"/>
                  </a:lnTo>
                  <a:lnTo>
                    <a:pt x="11485" y="26928"/>
                  </a:lnTo>
                  <a:lnTo>
                    <a:pt x="12767" y="50831"/>
                  </a:lnTo>
                  <a:lnTo>
                    <a:pt x="14049" y="63891"/>
                  </a:lnTo>
                  <a:lnTo>
                    <a:pt x="15331" y="101579"/>
                  </a:lnTo>
                  <a:lnTo>
                    <a:pt x="16613" y="98637"/>
                  </a:lnTo>
                  <a:lnTo>
                    <a:pt x="17895" y="65822"/>
                  </a:lnTo>
                  <a:lnTo>
                    <a:pt x="19177" y="0"/>
                  </a:lnTo>
                  <a:lnTo>
                    <a:pt x="20458" y="25605"/>
                  </a:lnTo>
                  <a:lnTo>
                    <a:pt x="21740" y="37101"/>
                  </a:lnTo>
                  <a:lnTo>
                    <a:pt x="23022" y="78307"/>
                  </a:lnTo>
                  <a:lnTo>
                    <a:pt x="24304" y="108999"/>
                  </a:lnTo>
                  <a:lnTo>
                    <a:pt x="25586" y="176844"/>
                  </a:lnTo>
                  <a:lnTo>
                    <a:pt x="26868" y="196090"/>
                  </a:lnTo>
                  <a:lnTo>
                    <a:pt x="28149" y="214304"/>
                  </a:lnTo>
                  <a:lnTo>
                    <a:pt x="29431" y="259745"/>
                  </a:lnTo>
                  <a:lnTo>
                    <a:pt x="30713" y="283355"/>
                  </a:lnTo>
                  <a:lnTo>
                    <a:pt x="31995" y="232745"/>
                  </a:lnTo>
                  <a:lnTo>
                    <a:pt x="33277" y="232745"/>
                  </a:lnTo>
                  <a:lnTo>
                    <a:pt x="34559" y="238644"/>
                  </a:lnTo>
                  <a:lnTo>
                    <a:pt x="35840" y="233701"/>
                  </a:lnTo>
                  <a:lnTo>
                    <a:pt x="37122" y="284010"/>
                  </a:lnTo>
                  <a:lnTo>
                    <a:pt x="38404" y="384582"/>
                  </a:lnTo>
                  <a:lnTo>
                    <a:pt x="39387" y="4716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1185551" y="1635361"/>
              <a:ext cx="38523" cy="430927"/>
            </a:xfrm>
            <a:custGeom>
              <a:avLst/>
              <a:pathLst>
                <a:path w="38523" h="430927">
                  <a:moveTo>
                    <a:pt x="0" y="430927"/>
                  </a:moveTo>
                  <a:lnTo>
                    <a:pt x="104" y="426136"/>
                  </a:lnTo>
                  <a:lnTo>
                    <a:pt x="1386" y="423602"/>
                  </a:lnTo>
                  <a:lnTo>
                    <a:pt x="2668" y="361416"/>
                  </a:lnTo>
                  <a:lnTo>
                    <a:pt x="3950" y="328213"/>
                  </a:lnTo>
                  <a:lnTo>
                    <a:pt x="5231" y="280329"/>
                  </a:lnTo>
                  <a:lnTo>
                    <a:pt x="6513" y="272271"/>
                  </a:lnTo>
                  <a:lnTo>
                    <a:pt x="7795" y="272271"/>
                  </a:lnTo>
                  <a:lnTo>
                    <a:pt x="9077" y="256477"/>
                  </a:lnTo>
                  <a:lnTo>
                    <a:pt x="10359" y="221200"/>
                  </a:lnTo>
                  <a:lnTo>
                    <a:pt x="11641" y="185616"/>
                  </a:lnTo>
                  <a:lnTo>
                    <a:pt x="12922" y="169807"/>
                  </a:lnTo>
                  <a:lnTo>
                    <a:pt x="14204" y="155882"/>
                  </a:lnTo>
                  <a:lnTo>
                    <a:pt x="15486" y="45109"/>
                  </a:lnTo>
                  <a:lnTo>
                    <a:pt x="16768" y="25933"/>
                  </a:lnTo>
                  <a:lnTo>
                    <a:pt x="18050" y="36508"/>
                  </a:lnTo>
                  <a:lnTo>
                    <a:pt x="19332" y="62908"/>
                  </a:lnTo>
                  <a:lnTo>
                    <a:pt x="20614" y="0"/>
                  </a:lnTo>
                  <a:lnTo>
                    <a:pt x="21895" y="46394"/>
                  </a:lnTo>
                  <a:lnTo>
                    <a:pt x="23177" y="75031"/>
                  </a:lnTo>
                  <a:lnTo>
                    <a:pt x="24459" y="122234"/>
                  </a:lnTo>
                  <a:lnTo>
                    <a:pt x="25741" y="130973"/>
                  </a:lnTo>
                  <a:lnTo>
                    <a:pt x="27023" y="130973"/>
                  </a:lnTo>
                  <a:lnTo>
                    <a:pt x="28305" y="148851"/>
                  </a:lnTo>
                  <a:lnTo>
                    <a:pt x="29586" y="183112"/>
                  </a:lnTo>
                  <a:lnTo>
                    <a:pt x="30868" y="176732"/>
                  </a:lnTo>
                  <a:lnTo>
                    <a:pt x="32150" y="192814"/>
                  </a:lnTo>
                  <a:lnTo>
                    <a:pt x="33432" y="192814"/>
                  </a:lnTo>
                  <a:lnTo>
                    <a:pt x="34714" y="229826"/>
                  </a:lnTo>
                  <a:lnTo>
                    <a:pt x="35996" y="261946"/>
                  </a:lnTo>
                  <a:lnTo>
                    <a:pt x="37278" y="367538"/>
                  </a:lnTo>
                  <a:lnTo>
                    <a:pt x="38523" y="4309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1242541" y="2012192"/>
              <a:ext cx="11010" cy="54096"/>
            </a:xfrm>
            <a:custGeom>
              <a:avLst/>
              <a:pathLst>
                <a:path w="11010" h="54096">
                  <a:moveTo>
                    <a:pt x="0" y="54096"/>
                  </a:moveTo>
                  <a:lnTo>
                    <a:pt x="797" y="31936"/>
                  </a:lnTo>
                  <a:lnTo>
                    <a:pt x="2079" y="31936"/>
                  </a:lnTo>
                  <a:lnTo>
                    <a:pt x="3361" y="31936"/>
                  </a:lnTo>
                  <a:lnTo>
                    <a:pt x="4643" y="31936"/>
                  </a:lnTo>
                  <a:lnTo>
                    <a:pt x="5925" y="2550"/>
                  </a:lnTo>
                  <a:lnTo>
                    <a:pt x="7206" y="45358"/>
                  </a:lnTo>
                  <a:lnTo>
                    <a:pt x="8488" y="8810"/>
                  </a:lnTo>
                  <a:lnTo>
                    <a:pt x="9770" y="0"/>
                  </a:lnTo>
                  <a:lnTo>
                    <a:pt x="11010" y="540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1255018" y="1989758"/>
              <a:ext cx="4935" cy="76530"/>
            </a:xfrm>
            <a:custGeom>
              <a:avLst/>
              <a:pathLst>
                <a:path w="4935" h="76530">
                  <a:moveTo>
                    <a:pt x="0" y="76530"/>
                  </a:moveTo>
                  <a:lnTo>
                    <a:pt x="1138" y="61841"/>
                  </a:lnTo>
                  <a:lnTo>
                    <a:pt x="2420" y="0"/>
                  </a:lnTo>
                  <a:lnTo>
                    <a:pt x="3702" y="30106"/>
                  </a:lnTo>
                  <a:lnTo>
                    <a:pt x="4935" y="7653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1265185" y="1568425"/>
              <a:ext cx="119574" cy="497863"/>
            </a:xfrm>
            <a:custGeom>
              <a:avLst/>
              <a:pathLst>
                <a:path w="119574" h="497863">
                  <a:moveTo>
                    <a:pt x="0" y="497863"/>
                  </a:moveTo>
                  <a:lnTo>
                    <a:pt x="1226" y="456618"/>
                  </a:lnTo>
                  <a:lnTo>
                    <a:pt x="2508" y="328882"/>
                  </a:lnTo>
                  <a:lnTo>
                    <a:pt x="3790" y="328882"/>
                  </a:lnTo>
                  <a:lnTo>
                    <a:pt x="5072" y="328882"/>
                  </a:lnTo>
                  <a:lnTo>
                    <a:pt x="6354" y="328882"/>
                  </a:lnTo>
                  <a:lnTo>
                    <a:pt x="7636" y="328882"/>
                  </a:lnTo>
                  <a:lnTo>
                    <a:pt x="8918" y="328882"/>
                  </a:lnTo>
                  <a:lnTo>
                    <a:pt x="10199" y="343742"/>
                  </a:lnTo>
                  <a:lnTo>
                    <a:pt x="11481" y="407258"/>
                  </a:lnTo>
                  <a:lnTo>
                    <a:pt x="12763" y="407258"/>
                  </a:lnTo>
                  <a:lnTo>
                    <a:pt x="14045" y="407258"/>
                  </a:lnTo>
                  <a:lnTo>
                    <a:pt x="15327" y="370689"/>
                  </a:lnTo>
                  <a:lnTo>
                    <a:pt x="16609" y="328882"/>
                  </a:lnTo>
                  <a:lnTo>
                    <a:pt x="17890" y="328882"/>
                  </a:lnTo>
                  <a:lnTo>
                    <a:pt x="19172" y="279648"/>
                  </a:lnTo>
                  <a:lnTo>
                    <a:pt x="20454" y="289856"/>
                  </a:lnTo>
                  <a:lnTo>
                    <a:pt x="21736" y="328882"/>
                  </a:lnTo>
                  <a:lnTo>
                    <a:pt x="23018" y="328882"/>
                  </a:lnTo>
                  <a:lnTo>
                    <a:pt x="24300" y="328882"/>
                  </a:lnTo>
                  <a:lnTo>
                    <a:pt x="25581" y="328882"/>
                  </a:lnTo>
                  <a:lnTo>
                    <a:pt x="26863" y="328882"/>
                  </a:lnTo>
                  <a:lnTo>
                    <a:pt x="28145" y="328882"/>
                  </a:lnTo>
                  <a:lnTo>
                    <a:pt x="29427" y="328882"/>
                  </a:lnTo>
                  <a:lnTo>
                    <a:pt x="30709" y="328882"/>
                  </a:lnTo>
                  <a:lnTo>
                    <a:pt x="31991" y="328882"/>
                  </a:lnTo>
                  <a:lnTo>
                    <a:pt x="33273" y="328882"/>
                  </a:lnTo>
                  <a:lnTo>
                    <a:pt x="34554" y="362863"/>
                  </a:lnTo>
                  <a:lnTo>
                    <a:pt x="35836" y="407258"/>
                  </a:lnTo>
                  <a:lnTo>
                    <a:pt x="37118" y="407258"/>
                  </a:lnTo>
                  <a:lnTo>
                    <a:pt x="38400" y="469099"/>
                  </a:lnTo>
                  <a:lnTo>
                    <a:pt x="39682" y="497736"/>
                  </a:lnTo>
                  <a:lnTo>
                    <a:pt x="40964" y="497736"/>
                  </a:lnTo>
                  <a:lnTo>
                    <a:pt x="42245" y="497736"/>
                  </a:lnTo>
                  <a:lnTo>
                    <a:pt x="43527" y="497736"/>
                  </a:lnTo>
                  <a:lnTo>
                    <a:pt x="44809" y="497736"/>
                  </a:lnTo>
                  <a:lnTo>
                    <a:pt x="46091" y="497736"/>
                  </a:lnTo>
                  <a:lnTo>
                    <a:pt x="47373" y="497736"/>
                  </a:lnTo>
                  <a:lnTo>
                    <a:pt x="48655" y="497736"/>
                  </a:lnTo>
                  <a:lnTo>
                    <a:pt x="49937" y="497736"/>
                  </a:lnTo>
                  <a:lnTo>
                    <a:pt x="51218" y="497736"/>
                  </a:lnTo>
                  <a:lnTo>
                    <a:pt x="52500" y="497736"/>
                  </a:lnTo>
                  <a:lnTo>
                    <a:pt x="53782" y="497736"/>
                  </a:lnTo>
                  <a:lnTo>
                    <a:pt x="55064" y="497736"/>
                  </a:lnTo>
                  <a:lnTo>
                    <a:pt x="56346" y="497736"/>
                  </a:lnTo>
                  <a:lnTo>
                    <a:pt x="57628" y="497736"/>
                  </a:lnTo>
                  <a:lnTo>
                    <a:pt x="58909" y="473776"/>
                  </a:lnTo>
                  <a:lnTo>
                    <a:pt x="60191" y="351316"/>
                  </a:lnTo>
                  <a:lnTo>
                    <a:pt x="61473" y="328882"/>
                  </a:lnTo>
                  <a:lnTo>
                    <a:pt x="62755" y="328882"/>
                  </a:lnTo>
                  <a:lnTo>
                    <a:pt x="64037" y="328882"/>
                  </a:lnTo>
                  <a:lnTo>
                    <a:pt x="65319" y="328882"/>
                  </a:lnTo>
                  <a:lnTo>
                    <a:pt x="66600" y="328882"/>
                  </a:lnTo>
                  <a:lnTo>
                    <a:pt x="67882" y="362366"/>
                  </a:lnTo>
                  <a:lnTo>
                    <a:pt x="69164" y="375887"/>
                  </a:lnTo>
                  <a:lnTo>
                    <a:pt x="70446" y="282621"/>
                  </a:lnTo>
                  <a:lnTo>
                    <a:pt x="71728" y="269230"/>
                  </a:lnTo>
                  <a:lnTo>
                    <a:pt x="73010" y="241155"/>
                  </a:lnTo>
                  <a:lnTo>
                    <a:pt x="74292" y="241155"/>
                  </a:lnTo>
                  <a:lnTo>
                    <a:pt x="75573" y="254253"/>
                  </a:lnTo>
                  <a:lnTo>
                    <a:pt x="76855" y="219374"/>
                  </a:lnTo>
                  <a:lnTo>
                    <a:pt x="78137" y="227252"/>
                  </a:lnTo>
                  <a:lnTo>
                    <a:pt x="79419" y="247424"/>
                  </a:lnTo>
                  <a:lnTo>
                    <a:pt x="80701" y="257777"/>
                  </a:lnTo>
                  <a:lnTo>
                    <a:pt x="81983" y="219374"/>
                  </a:lnTo>
                  <a:lnTo>
                    <a:pt x="83264" y="219374"/>
                  </a:lnTo>
                  <a:lnTo>
                    <a:pt x="84546" y="219374"/>
                  </a:lnTo>
                  <a:lnTo>
                    <a:pt x="85828" y="219374"/>
                  </a:lnTo>
                  <a:lnTo>
                    <a:pt x="87110" y="243938"/>
                  </a:lnTo>
                  <a:lnTo>
                    <a:pt x="88392" y="233800"/>
                  </a:lnTo>
                  <a:lnTo>
                    <a:pt x="89674" y="260531"/>
                  </a:lnTo>
                  <a:lnTo>
                    <a:pt x="90956" y="250446"/>
                  </a:lnTo>
                  <a:lnTo>
                    <a:pt x="92237" y="283723"/>
                  </a:lnTo>
                  <a:lnTo>
                    <a:pt x="93519" y="269798"/>
                  </a:lnTo>
                  <a:lnTo>
                    <a:pt x="94801" y="225794"/>
                  </a:lnTo>
                  <a:lnTo>
                    <a:pt x="96083" y="164101"/>
                  </a:lnTo>
                  <a:lnTo>
                    <a:pt x="97365" y="125186"/>
                  </a:lnTo>
                  <a:lnTo>
                    <a:pt x="98647" y="103444"/>
                  </a:lnTo>
                  <a:lnTo>
                    <a:pt x="99928" y="78020"/>
                  </a:lnTo>
                  <a:lnTo>
                    <a:pt x="101210" y="40016"/>
                  </a:lnTo>
                  <a:lnTo>
                    <a:pt x="102492" y="29079"/>
                  </a:lnTo>
                  <a:lnTo>
                    <a:pt x="103774" y="2596"/>
                  </a:lnTo>
                  <a:lnTo>
                    <a:pt x="105056" y="2596"/>
                  </a:lnTo>
                  <a:lnTo>
                    <a:pt x="106338" y="2596"/>
                  </a:lnTo>
                  <a:lnTo>
                    <a:pt x="107620" y="0"/>
                  </a:lnTo>
                  <a:lnTo>
                    <a:pt x="108901" y="33128"/>
                  </a:lnTo>
                  <a:lnTo>
                    <a:pt x="110183" y="69840"/>
                  </a:lnTo>
                  <a:lnTo>
                    <a:pt x="111465" y="138825"/>
                  </a:lnTo>
                  <a:lnTo>
                    <a:pt x="112747" y="122962"/>
                  </a:lnTo>
                  <a:lnTo>
                    <a:pt x="114029" y="202489"/>
                  </a:lnTo>
                  <a:lnTo>
                    <a:pt x="115311" y="275445"/>
                  </a:lnTo>
                  <a:lnTo>
                    <a:pt x="116592" y="315632"/>
                  </a:lnTo>
                  <a:lnTo>
                    <a:pt x="117874" y="388228"/>
                  </a:lnTo>
                  <a:lnTo>
                    <a:pt x="119156" y="455922"/>
                  </a:lnTo>
                  <a:lnTo>
                    <a:pt x="119574" y="49786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420265" y="1321637"/>
              <a:ext cx="234128" cy="744651"/>
            </a:xfrm>
            <a:custGeom>
              <a:avLst/>
              <a:pathLst>
                <a:path w="234128" h="744651">
                  <a:moveTo>
                    <a:pt x="0" y="744651"/>
                  </a:moveTo>
                  <a:lnTo>
                    <a:pt x="1250" y="671801"/>
                  </a:lnTo>
                  <a:lnTo>
                    <a:pt x="2532" y="575670"/>
                  </a:lnTo>
                  <a:lnTo>
                    <a:pt x="3813" y="575670"/>
                  </a:lnTo>
                  <a:lnTo>
                    <a:pt x="5095" y="575670"/>
                  </a:lnTo>
                  <a:lnTo>
                    <a:pt x="6377" y="575670"/>
                  </a:lnTo>
                  <a:lnTo>
                    <a:pt x="7659" y="557608"/>
                  </a:lnTo>
                  <a:lnTo>
                    <a:pt x="8941" y="481014"/>
                  </a:lnTo>
                  <a:lnTo>
                    <a:pt x="10223" y="471722"/>
                  </a:lnTo>
                  <a:lnTo>
                    <a:pt x="11504" y="444696"/>
                  </a:lnTo>
                  <a:lnTo>
                    <a:pt x="12786" y="444696"/>
                  </a:lnTo>
                  <a:lnTo>
                    <a:pt x="14068" y="444696"/>
                  </a:lnTo>
                  <a:lnTo>
                    <a:pt x="15350" y="444696"/>
                  </a:lnTo>
                  <a:lnTo>
                    <a:pt x="16632" y="444696"/>
                  </a:lnTo>
                  <a:lnTo>
                    <a:pt x="17914" y="427347"/>
                  </a:lnTo>
                  <a:lnTo>
                    <a:pt x="19195" y="388754"/>
                  </a:lnTo>
                  <a:lnTo>
                    <a:pt x="20477" y="441769"/>
                  </a:lnTo>
                  <a:lnTo>
                    <a:pt x="21759" y="444696"/>
                  </a:lnTo>
                  <a:lnTo>
                    <a:pt x="23041" y="435958"/>
                  </a:lnTo>
                  <a:lnTo>
                    <a:pt x="24323" y="362663"/>
                  </a:lnTo>
                  <a:lnTo>
                    <a:pt x="25605" y="337683"/>
                  </a:lnTo>
                  <a:lnTo>
                    <a:pt x="26887" y="327982"/>
                  </a:lnTo>
                  <a:lnTo>
                    <a:pt x="28168" y="375564"/>
                  </a:lnTo>
                  <a:lnTo>
                    <a:pt x="29450" y="418861"/>
                  </a:lnTo>
                  <a:lnTo>
                    <a:pt x="30732" y="524031"/>
                  </a:lnTo>
                  <a:lnTo>
                    <a:pt x="32014" y="537147"/>
                  </a:lnTo>
                  <a:lnTo>
                    <a:pt x="33296" y="537147"/>
                  </a:lnTo>
                  <a:lnTo>
                    <a:pt x="34578" y="546340"/>
                  </a:lnTo>
                  <a:lnTo>
                    <a:pt x="35859" y="567657"/>
                  </a:lnTo>
                  <a:lnTo>
                    <a:pt x="37141" y="555491"/>
                  </a:lnTo>
                  <a:lnTo>
                    <a:pt x="38423" y="540376"/>
                  </a:lnTo>
                  <a:lnTo>
                    <a:pt x="39705" y="530511"/>
                  </a:lnTo>
                  <a:lnTo>
                    <a:pt x="40987" y="530511"/>
                  </a:lnTo>
                  <a:lnTo>
                    <a:pt x="42269" y="522821"/>
                  </a:lnTo>
                  <a:lnTo>
                    <a:pt x="43551" y="559903"/>
                  </a:lnTo>
                  <a:lnTo>
                    <a:pt x="44832" y="585994"/>
                  </a:lnTo>
                  <a:lnTo>
                    <a:pt x="46114" y="591354"/>
                  </a:lnTo>
                  <a:lnTo>
                    <a:pt x="47396" y="585994"/>
                  </a:lnTo>
                  <a:lnTo>
                    <a:pt x="48678" y="585994"/>
                  </a:lnTo>
                  <a:lnTo>
                    <a:pt x="49960" y="581582"/>
                  </a:lnTo>
                  <a:lnTo>
                    <a:pt x="51242" y="581582"/>
                  </a:lnTo>
                  <a:lnTo>
                    <a:pt x="52523" y="567657"/>
                  </a:lnTo>
                  <a:lnTo>
                    <a:pt x="53805" y="502230"/>
                  </a:lnTo>
                  <a:lnTo>
                    <a:pt x="55087" y="467499"/>
                  </a:lnTo>
                  <a:lnTo>
                    <a:pt x="56369" y="470629"/>
                  </a:lnTo>
                  <a:lnTo>
                    <a:pt x="57651" y="525524"/>
                  </a:lnTo>
                  <a:lnTo>
                    <a:pt x="58933" y="497435"/>
                  </a:lnTo>
                  <a:lnTo>
                    <a:pt x="60215" y="481205"/>
                  </a:lnTo>
                  <a:lnTo>
                    <a:pt x="61496" y="460139"/>
                  </a:lnTo>
                  <a:lnTo>
                    <a:pt x="62778" y="481205"/>
                  </a:lnTo>
                  <a:lnTo>
                    <a:pt x="64060" y="490722"/>
                  </a:lnTo>
                  <a:lnTo>
                    <a:pt x="65342" y="451380"/>
                  </a:lnTo>
                  <a:lnTo>
                    <a:pt x="66624" y="376057"/>
                  </a:lnTo>
                  <a:lnTo>
                    <a:pt x="67906" y="340725"/>
                  </a:lnTo>
                  <a:lnTo>
                    <a:pt x="69187" y="322847"/>
                  </a:lnTo>
                  <a:lnTo>
                    <a:pt x="70469" y="322847"/>
                  </a:lnTo>
                  <a:lnTo>
                    <a:pt x="71751" y="322847"/>
                  </a:lnTo>
                  <a:lnTo>
                    <a:pt x="73033" y="334705"/>
                  </a:lnTo>
                  <a:lnTo>
                    <a:pt x="74315" y="451817"/>
                  </a:lnTo>
                  <a:lnTo>
                    <a:pt x="75597" y="483530"/>
                  </a:lnTo>
                  <a:lnTo>
                    <a:pt x="76878" y="487942"/>
                  </a:lnTo>
                  <a:lnTo>
                    <a:pt x="78160" y="520430"/>
                  </a:lnTo>
                  <a:lnTo>
                    <a:pt x="79442" y="534923"/>
                  </a:lnTo>
                  <a:lnTo>
                    <a:pt x="80724" y="558049"/>
                  </a:lnTo>
                  <a:lnTo>
                    <a:pt x="82006" y="581582"/>
                  </a:lnTo>
                  <a:lnTo>
                    <a:pt x="83288" y="478801"/>
                  </a:lnTo>
                  <a:lnTo>
                    <a:pt x="84570" y="496942"/>
                  </a:lnTo>
                  <a:lnTo>
                    <a:pt x="85851" y="603429"/>
                  </a:lnTo>
                  <a:lnTo>
                    <a:pt x="87133" y="659686"/>
                  </a:lnTo>
                  <a:lnTo>
                    <a:pt x="88415" y="684516"/>
                  </a:lnTo>
                  <a:lnTo>
                    <a:pt x="89697" y="622675"/>
                  </a:lnTo>
                  <a:lnTo>
                    <a:pt x="90979" y="622675"/>
                  </a:lnTo>
                  <a:lnTo>
                    <a:pt x="92261" y="685440"/>
                  </a:lnTo>
                  <a:lnTo>
                    <a:pt x="93542" y="626541"/>
                  </a:lnTo>
                  <a:lnTo>
                    <a:pt x="94824" y="637524"/>
                  </a:lnTo>
                  <a:lnTo>
                    <a:pt x="96106" y="586942"/>
                  </a:lnTo>
                  <a:lnTo>
                    <a:pt x="97388" y="581582"/>
                  </a:lnTo>
                  <a:lnTo>
                    <a:pt x="98670" y="585994"/>
                  </a:lnTo>
                  <a:lnTo>
                    <a:pt x="99952" y="585994"/>
                  </a:lnTo>
                  <a:lnTo>
                    <a:pt x="101234" y="585994"/>
                  </a:lnTo>
                  <a:lnTo>
                    <a:pt x="102515" y="570201"/>
                  </a:lnTo>
                  <a:lnTo>
                    <a:pt x="103797" y="616100"/>
                  </a:lnTo>
                  <a:lnTo>
                    <a:pt x="105079" y="641936"/>
                  </a:lnTo>
                  <a:lnTo>
                    <a:pt x="106361" y="641936"/>
                  </a:lnTo>
                  <a:lnTo>
                    <a:pt x="107643" y="630313"/>
                  </a:lnTo>
                  <a:lnTo>
                    <a:pt x="108925" y="641936"/>
                  </a:lnTo>
                  <a:lnTo>
                    <a:pt x="110206" y="641936"/>
                  </a:lnTo>
                  <a:lnTo>
                    <a:pt x="111488" y="637524"/>
                  </a:lnTo>
                  <a:lnTo>
                    <a:pt x="112770" y="682188"/>
                  </a:lnTo>
                  <a:lnTo>
                    <a:pt x="114052" y="616455"/>
                  </a:lnTo>
                  <a:lnTo>
                    <a:pt x="115334" y="660829"/>
                  </a:lnTo>
                  <a:lnTo>
                    <a:pt x="116616" y="661599"/>
                  </a:lnTo>
                  <a:lnTo>
                    <a:pt x="117897" y="575670"/>
                  </a:lnTo>
                  <a:lnTo>
                    <a:pt x="119179" y="509807"/>
                  </a:lnTo>
                  <a:lnTo>
                    <a:pt x="120461" y="444696"/>
                  </a:lnTo>
                  <a:lnTo>
                    <a:pt x="121743" y="421676"/>
                  </a:lnTo>
                  <a:lnTo>
                    <a:pt x="123025" y="388754"/>
                  </a:lnTo>
                  <a:lnTo>
                    <a:pt x="124307" y="375564"/>
                  </a:lnTo>
                  <a:lnTo>
                    <a:pt x="125589" y="281741"/>
                  </a:lnTo>
                  <a:lnTo>
                    <a:pt x="126870" y="345848"/>
                  </a:lnTo>
                  <a:lnTo>
                    <a:pt x="128152" y="383154"/>
                  </a:lnTo>
                  <a:lnTo>
                    <a:pt x="129434" y="350232"/>
                  </a:lnTo>
                  <a:lnTo>
                    <a:pt x="130716" y="391512"/>
                  </a:lnTo>
                  <a:lnTo>
                    <a:pt x="131998" y="403950"/>
                  </a:lnTo>
                  <a:lnTo>
                    <a:pt x="133280" y="466161"/>
                  </a:lnTo>
                  <a:lnTo>
                    <a:pt x="134561" y="505700"/>
                  </a:lnTo>
                  <a:lnTo>
                    <a:pt x="135843" y="467820"/>
                  </a:lnTo>
                  <a:lnTo>
                    <a:pt x="137125" y="467820"/>
                  </a:lnTo>
                  <a:lnTo>
                    <a:pt x="138407" y="439183"/>
                  </a:lnTo>
                  <a:lnTo>
                    <a:pt x="139689" y="415222"/>
                  </a:lnTo>
                  <a:lnTo>
                    <a:pt x="140971" y="444447"/>
                  </a:lnTo>
                  <a:lnTo>
                    <a:pt x="142253" y="444447"/>
                  </a:lnTo>
                  <a:lnTo>
                    <a:pt x="143534" y="368499"/>
                  </a:lnTo>
                  <a:lnTo>
                    <a:pt x="144816" y="405246"/>
                  </a:lnTo>
                  <a:lnTo>
                    <a:pt x="146098" y="400320"/>
                  </a:lnTo>
                  <a:lnTo>
                    <a:pt x="147380" y="366953"/>
                  </a:lnTo>
                  <a:lnTo>
                    <a:pt x="148662" y="313675"/>
                  </a:lnTo>
                  <a:lnTo>
                    <a:pt x="149944" y="321360"/>
                  </a:lnTo>
                  <a:lnTo>
                    <a:pt x="151225" y="265202"/>
                  </a:lnTo>
                  <a:lnTo>
                    <a:pt x="152507" y="176427"/>
                  </a:lnTo>
                  <a:lnTo>
                    <a:pt x="153789" y="130307"/>
                  </a:lnTo>
                  <a:lnTo>
                    <a:pt x="155071" y="125254"/>
                  </a:lnTo>
                  <a:lnTo>
                    <a:pt x="156353" y="9219"/>
                  </a:lnTo>
                  <a:lnTo>
                    <a:pt x="157635" y="60290"/>
                  </a:lnTo>
                  <a:lnTo>
                    <a:pt x="158916" y="116232"/>
                  </a:lnTo>
                  <a:lnTo>
                    <a:pt x="160198" y="133246"/>
                  </a:lnTo>
                  <a:lnTo>
                    <a:pt x="161480" y="156128"/>
                  </a:lnTo>
                  <a:lnTo>
                    <a:pt x="162762" y="255651"/>
                  </a:lnTo>
                  <a:lnTo>
                    <a:pt x="164044" y="249305"/>
                  </a:lnTo>
                  <a:lnTo>
                    <a:pt x="165326" y="288449"/>
                  </a:lnTo>
                  <a:lnTo>
                    <a:pt x="166608" y="423612"/>
                  </a:lnTo>
                  <a:lnTo>
                    <a:pt x="167889" y="491975"/>
                  </a:lnTo>
                  <a:lnTo>
                    <a:pt x="169171" y="537147"/>
                  </a:lnTo>
                  <a:lnTo>
                    <a:pt x="170453" y="537147"/>
                  </a:lnTo>
                  <a:lnTo>
                    <a:pt x="171735" y="552007"/>
                  </a:lnTo>
                  <a:lnTo>
                    <a:pt x="173017" y="582907"/>
                  </a:lnTo>
                  <a:lnTo>
                    <a:pt x="174299" y="519798"/>
                  </a:lnTo>
                  <a:lnTo>
                    <a:pt x="175580" y="531307"/>
                  </a:lnTo>
                  <a:lnTo>
                    <a:pt x="176862" y="504892"/>
                  </a:lnTo>
                  <a:lnTo>
                    <a:pt x="178144" y="496942"/>
                  </a:lnTo>
                  <a:lnTo>
                    <a:pt x="179426" y="487949"/>
                  </a:lnTo>
                  <a:lnTo>
                    <a:pt x="180708" y="483530"/>
                  </a:lnTo>
                  <a:lnTo>
                    <a:pt x="181990" y="465791"/>
                  </a:lnTo>
                  <a:lnTo>
                    <a:pt x="183272" y="485689"/>
                  </a:lnTo>
                  <a:lnTo>
                    <a:pt x="184553" y="487942"/>
                  </a:lnTo>
                  <a:lnTo>
                    <a:pt x="185835" y="487942"/>
                  </a:lnTo>
                  <a:lnTo>
                    <a:pt x="187117" y="487942"/>
                  </a:lnTo>
                  <a:lnTo>
                    <a:pt x="188399" y="515794"/>
                  </a:lnTo>
                  <a:lnTo>
                    <a:pt x="189681" y="505218"/>
                  </a:lnTo>
                  <a:lnTo>
                    <a:pt x="190963" y="505218"/>
                  </a:lnTo>
                  <a:lnTo>
                    <a:pt x="192244" y="515794"/>
                  </a:lnTo>
                  <a:lnTo>
                    <a:pt x="193526" y="574089"/>
                  </a:lnTo>
                  <a:lnTo>
                    <a:pt x="194808" y="602046"/>
                  </a:lnTo>
                  <a:lnTo>
                    <a:pt x="196090" y="646767"/>
                  </a:lnTo>
                  <a:lnTo>
                    <a:pt x="197372" y="654826"/>
                  </a:lnTo>
                  <a:lnTo>
                    <a:pt x="198654" y="702709"/>
                  </a:lnTo>
                  <a:lnTo>
                    <a:pt x="199936" y="610557"/>
                  </a:lnTo>
                  <a:lnTo>
                    <a:pt x="201217" y="559903"/>
                  </a:lnTo>
                  <a:lnTo>
                    <a:pt x="202499" y="534923"/>
                  </a:lnTo>
                  <a:lnTo>
                    <a:pt x="203781" y="434056"/>
                  </a:lnTo>
                  <a:lnTo>
                    <a:pt x="205063" y="394248"/>
                  </a:lnTo>
                  <a:lnTo>
                    <a:pt x="206345" y="330486"/>
                  </a:lnTo>
                  <a:lnTo>
                    <a:pt x="207627" y="321917"/>
                  </a:lnTo>
                  <a:lnTo>
                    <a:pt x="208908" y="287235"/>
                  </a:lnTo>
                  <a:lnTo>
                    <a:pt x="210190" y="206459"/>
                  </a:lnTo>
                  <a:lnTo>
                    <a:pt x="211472" y="172522"/>
                  </a:lnTo>
                  <a:lnTo>
                    <a:pt x="212754" y="132293"/>
                  </a:lnTo>
                  <a:lnTo>
                    <a:pt x="214036" y="99710"/>
                  </a:lnTo>
                  <a:lnTo>
                    <a:pt x="215318" y="76690"/>
                  </a:lnTo>
                  <a:lnTo>
                    <a:pt x="216599" y="0"/>
                  </a:lnTo>
                  <a:lnTo>
                    <a:pt x="217881" y="13703"/>
                  </a:lnTo>
                  <a:lnTo>
                    <a:pt x="219163" y="64354"/>
                  </a:lnTo>
                  <a:lnTo>
                    <a:pt x="220445" y="71961"/>
                  </a:lnTo>
                  <a:lnTo>
                    <a:pt x="221727" y="80961"/>
                  </a:lnTo>
                  <a:lnTo>
                    <a:pt x="223009" y="126166"/>
                  </a:lnTo>
                  <a:lnTo>
                    <a:pt x="224291" y="137690"/>
                  </a:lnTo>
                  <a:lnTo>
                    <a:pt x="225572" y="192148"/>
                  </a:lnTo>
                  <a:lnTo>
                    <a:pt x="226854" y="249383"/>
                  </a:lnTo>
                  <a:lnTo>
                    <a:pt x="228136" y="296076"/>
                  </a:lnTo>
                  <a:lnTo>
                    <a:pt x="229418" y="406840"/>
                  </a:lnTo>
                  <a:lnTo>
                    <a:pt x="230700" y="466178"/>
                  </a:lnTo>
                  <a:lnTo>
                    <a:pt x="231982" y="581745"/>
                  </a:lnTo>
                  <a:lnTo>
                    <a:pt x="233263" y="691807"/>
                  </a:lnTo>
                  <a:lnTo>
                    <a:pt x="234128" y="74465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666345" y="2066161"/>
              <a:ext cx="3" cy="127"/>
            </a:xfrm>
            <a:custGeom>
              <a:avLst/>
              <a:pathLst>
                <a:path w="3" h="127">
                  <a:moveTo>
                    <a:pt x="0" y="127"/>
                  </a:moveTo>
                  <a:lnTo>
                    <a:pt x="1" y="0"/>
                  </a:lnTo>
                  <a:lnTo>
                    <a:pt x="3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682965" y="2065324"/>
              <a:ext cx="1363" cy="964"/>
            </a:xfrm>
            <a:custGeom>
              <a:avLst/>
              <a:pathLst>
                <a:path w="1363" h="964">
                  <a:moveTo>
                    <a:pt x="0" y="964"/>
                  </a:moveTo>
                  <a:lnTo>
                    <a:pt x="45" y="0"/>
                  </a:lnTo>
                  <a:lnTo>
                    <a:pt x="1327" y="0"/>
                  </a:lnTo>
                  <a:lnTo>
                    <a:pt x="1363" y="96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687958" y="1968176"/>
              <a:ext cx="9573" cy="98112"/>
            </a:xfrm>
            <a:custGeom>
              <a:avLst/>
              <a:pathLst>
                <a:path w="9573" h="98112">
                  <a:moveTo>
                    <a:pt x="0" y="98112"/>
                  </a:moveTo>
                  <a:lnTo>
                    <a:pt x="180" y="86721"/>
                  </a:lnTo>
                  <a:lnTo>
                    <a:pt x="1462" y="75951"/>
                  </a:lnTo>
                  <a:lnTo>
                    <a:pt x="2744" y="41206"/>
                  </a:lnTo>
                  <a:lnTo>
                    <a:pt x="4026" y="0"/>
                  </a:lnTo>
                  <a:lnTo>
                    <a:pt x="5308" y="24880"/>
                  </a:lnTo>
                  <a:lnTo>
                    <a:pt x="6589" y="92181"/>
                  </a:lnTo>
                  <a:lnTo>
                    <a:pt x="7871" y="97148"/>
                  </a:lnTo>
                  <a:lnTo>
                    <a:pt x="9153" y="87715"/>
                  </a:lnTo>
                  <a:lnTo>
                    <a:pt x="9573" y="9811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701301" y="1432860"/>
              <a:ext cx="112302" cy="633428"/>
            </a:xfrm>
            <a:custGeom>
              <a:avLst/>
              <a:pathLst>
                <a:path w="112302" h="633428">
                  <a:moveTo>
                    <a:pt x="0" y="633428"/>
                  </a:moveTo>
                  <a:lnTo>
                    <a:pt x="937" y="592925"/>
                  </a:lnTo>
                  <a:lnTo>
                    <a:pt x="2219" y="547753"/>
                  </a:lnTo>
                  <a:lnTo>
                    <a:pt x="3501" y="474771"/>
                  </a:lnTo>
                  <a:lnTo>
                    <a:pt x="4783" y="470359"/>
                  </a:lnTo>
                  <a:lnTo>
                    <a:pt x="6065" y="437988"/>
                  </a:lnTo>
                  <a:lnTo>
                    <a:pt x="7347" y="432262"/>
                  </a:lnTo>
                  <a:lnTo>
                    <a:pt x="8628" y="367578"/>
                  </a:lnTo>
                  <a:lnTo>
                    <a:pt x="9910" y="324276"/>
                  </a:lnTo>
                  <a:lnTo>
                    <a:pt x="11192" y="228433"/>
                  </a:lnTo>
                  <a:lnTo>
                    <a:pt x="12474" y="167047"/>
                  </a:lnTo>
                  <a:lnTo>
                    <a:pt x="13756" y="57607"/>
                  </a:lnTo>
                  <a:lnTo>
                    <a:pt x="15038" y="52130"/>
                  </a:lnTo>
                  <a:lnTo>
                    <a:pt x="16320" y="0"/>
                  </a:lnTo>
                  <a:lnTo>
                    <a:pt x="17601" y="43848"/>
                  </a:lnTo>
                  <a:lnTo>
                    <a:pt x="18883" y="10346"/>
                  </a:lnTo>
                  <a:lnTo>
                    <a:pt x="20165" y="66658"/>
                  </a:lnTo>
                  <a:lnTo>
                    <a:pt x="21447" y="152884"/>
                  </a:lnTo>
                  <a:lnTo>
                    <a:pt x="22729" y="149567"/>
                  </a:lnTo>
                  <a:lnTo>
                    <a:pt x="24011" y="149567"/>
                  </a:lnTo>
                  <a:lnTo>
                    <a:pt x="25292" y="103681"/>
                  </a:lnTo>
                  <a:lnTo>
                    <a:pt x="26574" y="139475"/>
                  </a:lnTo>
                  <a:lnTo>
                    <a:pt x="27856" y="156052"/>
                  </a:lnTo>
                  <a:lnTo>
                    <a:pt x="29138" y="187554"/>
                  </a:lnTo>
                  <a:lnTo>
                    <a:pt x="30420" y="247926"/>
                  </a:lnTo>
                  <a:lnTo>
                    <a:pt x="31702" y="288421"/>
                  </a:lnTo>
                  <a:lnTo>
                    <a:pt x="32984" y="317058"/>
                  </a:lnTo>
                  <a:lnTo>
                    <a:pt x="34265" y="295450"/>
                  </a:lnTo>
                  <a:lnTo>
                    <a:pt x="35547" y="307958"/>
                  </a:lnTo>
                  <a:lnTo>
                    <a:pt x="36829" y="343799"/>
                  </a:lnTo>
                  <a:lnTo>
                    <a:pt x="38111" y="435240"/>
                  </a:lnTo>
                  <a:lnTo>
                    <a:pt x="39393" y="376720"/>
                  </a:lnTo>
                  <a:lnTo>
                    <a:pt x="40675" y="383705"/>
                  </a:lnTo>
                  <a:lnTo>
                    <a:pt x="41956" y="419288"/>
                  </a:lnTo>
                  <a:lnTo>
                    <a:pt x="43238" y="423700"/>
                  </a:lnTo>
                  <a:lnTo>
                    <a:pt x="44520" y="459108"/>
                  </a:lnTo>
                  <a:lnTo>
                    <a:pt x="45802" y="409899"/>
                  </a:lnTo>
                  <a:lnTo>
                    <a:pt x="47084" y="404439"/>
                  </a:lnTo>
                  <a:lnTo>
                    <a:pt x="48366" y="393669"/>
                  </a:lnTo>
                  <a:lnTo>
                    <a:pt x="49647" y="393669"/>
                  </a:lnTo>
                  <a:lnTo>
                    <a:pt x="50929" y="393669"/>
                  </a:lnTo>
                  <a:lnTo>
                    <a:pt x="52211" y="456434"/>
                  </a:lnTo>
                  <a:lnTo>
                    <a:pt x="53493" y="511808"/>
                  </a:lnTo>
                  <a:lnTo>
                    <a:pt x="54775" y="586069"/>
                  </a:lnTo>
                  <a:lnTo>
                    <a:pt x="56057" y="592554"/>
                  </a:lnTo>
                  <a:lnTo>
                    <a:pt x="57339" y="592554"/>
                  </a:lnTo>
                  <a:lnTo>
                    <a:pt x="58620" y="592554"/>
                  </a:lnTo>
                  <a:lnTo>
                    <a:pt x="59902" y="527786"/>
                  </a:lnTo>
                  <a:lnTo>
                    <a:pt x="61184" y="470359"/>
                  </a:lnTo>
                  <a:lnTo>
                    <a:pt x="62466" y="462410"/>
                  </a:lnTo>
                  <a:lnTo>
                    <a:pt x="63748" y="451975"/>
                  </a:lnTo>
                  <a:lnTo>
                    <a:pt x="65030" y="489356"/>
                  </a:lnTo>
                  <a:lnTo>
                    <a:pt x="66311" y="470522"/>
                  </a:lnTo>
                  <a:lnTo>
                    <a:pt x="67593" y="511452"/>
                  </a:lnTo>
                  <a:lnTo>
                    <a:pt x="68875" y="511452"/>
                  </a:lnTo>
                  <a:lnTo>
                    <a:pt x="70157" y="511452"/>
                  </a:lnTo>
                  <a:lnTo>
                    <a:pt x="71439" y="487766"/>
                  </a:lnTo>
                  <a:lnTo>
                    <a:pt x="72721" y="449511"/>
                  </a:lnTo>
                  <a:lnTo>
                    <a:pt x="74003" y="333474"/>
                  </a:lnTo>
                  <a:lnTo>
                    <a:pt x="75284" y="333474"/>
                  </a:lnTo>
                  <a:lnTo>
                    <a:pt x="76566" y="333474"/>
                  </a:lnTo>
                  <a:lnTo>
                    <a:pt x="77848" y="416308"/>
                  </a:lnTo>
                  <a:lnTo>
                    <a:pt x="79130" y="491035"/>
                  </a:lnTo>
                  <a:lnTo>
                    <a:pt x="80412" y="511452"/>
                  </a:lnTo>
                  <a:lnTo>
                    <a:pt x="81694" y="521317"/>
                  </a:lnTo>
                  <a:lnTo>
                    <a:pt x="82975" y="566091"/>
                  </a:lnTo>
                  <a:lnTo>
                    <a:pt x="84257" y="511452"/>
                  </a:lnTo>
                  <a:lnTo>
                    <a:pt x="85539" y="461469"/>
                  </a:lnTo>
                  <a:lnTo>
                    <a:pt x="86821" y="449611"/>
                  </a:lnTo>
                  <a:lnTo>
                    <a:pt x="88103" y="396343"/>
                  </a:lnTo>
                  <a:lnTo>
                    <a:pt x="89385" y="393669"/>
                  </a:lnTo>
                  <a:lnTo>
                    <a:pt x="90667" y="352463"/>
                  </a:lnTo>
                  <a:lnTo>
                    <a:pt x="91948" y="337727"/>
                  </a:lnTo>
                  <a:lnTo>
                    <a:pt x="93230" y="307015"/>
                  </a:lnTo>
                  <a:lnTo>
                    <a:pt x="94512" y="295617"/>
                  </a:lnTo>
                  <a:lnTo>
                    <a:pt x="95794" y="295617"/>
                  </a:lnTo>
                  <a:lnTo>
                    <a:pt x="97076" y="295617"/>
                  </a:lnTo>
                  <a:lnTo>
                    <a:pt x="98358" y="358382"/>
                  </a:lnTo>
                  <a:lnTo>
                    <a:pt x="99639" y="342598"/>
                  </a:lnTo>
                  <a:lnTo>
                    <a:pt x="100921" y="342598"/>
                  </a:lnTo>
                  <a:lnTo>
                    <a:pt x="102203" y="316294"/>
                  </a:lnTo>
                  <a:lnTo>
                    <a:pt x="103485" y="295617"/>
                  </a:lnTo>
                  <a:lnTo>
                    <a:pt x="104767" y="332896"/>
                  </a:lnTo>
                  <a:lnTo>
                    <a:pt x="106049" y="342598"/>
                  </a:lnTo>
                  <a:lnTo>
                    <a:pt x="107330" y="453772"/>
                  </a:lnTo>
                  <a:lnTo>
                    <a:pt x="108612" y="470359"/>
                  </a:lnTo>
                  <a:lnTo>
                    <a:pt x="109894" y="514678"/>
                  </a:lnTo>
                  <a:lnTo>
                    <a:pt x="111176" y="559505"/>
                  </a:lnTo>
                  <a:lnTo>
                    <a:pt x="112302" y="63342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819089" y="2013445"/>
              <a:ext cx="3533" cy="52843"/>
            </a:xfrm>
            <a:custGeom>
              <a:avLst/>
              <a:pathLst>
                <a:path w="3533" h="52843">
                  <a:moveTo>
                    <a:pt x="0" y="52843"/>
                  </a:moveTo>
                  <a:lnTo>
                    <a:pt x="1079" y="0"/>
                  </a:lnTo>
                  <a:lnTo>
                    <a:pt x="2361" y="0"/>
                  </a:lnTo>
                  <a:lnTo>
                    <a:pt x="3533" y="5284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845803" y="2066161"/>
              <a:ext cx="5131" cy="127"/>
            </a:xfrm>
            <a:custGeom>
              <a:avLst/>
              <a:pathLst>
                <a:path w="5131" h="127">
                  <a:moveTo>
                    <a:pt x="0" y="127"/>
                  </a:moveTo>
                  <a:lnTo>
                    <a:pt x="1" y="0"/>
                  </a:lnTo>
                  <a:lnTo>
                    <a:pt x="1283" y="0"/>
                  </a:lnTo>
                  <a:lnTo>
                    <a:pt x="2565" y="0"/>
                  </a:lnTo>
                  <a:lnTo>
                    <a:pt x="3847" y="0"/>
                  </a:lnTo>
                  <a:lnTo>
                    <a:pt x="5129" y="0"/>
                  </a:lnTo>
                  <a:lnTo>
                    <a:pt x="5131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876399" y="1527770"/>
              <a:ext cx="61508" cy="538518"/>
            </a:xfrm>
            <a:custGeom>
              <a:avLst/>
              <a:pathLst>
                <a:path w="61508" h="538518">
                  <a:moveTo>
                    <a:pt x="0" y="538518"/>
                  </a:moveTo>
                  <a:lnTo>
                    <a:pt x="170" y="527919"/>
                  </a:lnTo>
                  <a:lnTo>
                    <a:pt x="1452" y="370462"/>
                  </a:lnTo>
                  <a:lnTo>
                    <a:pt x="2734" y="331014"/>
                  </a:lnTo>
                  <a:lnTo>
                    <a:pt x="4016" y="272726"/>
                  </a:lnTo>
                  <a:lnTo>
                    <a:pt x="5297" y="131550"/>
                  </a:lnTo>
                  <a:lnTo>
                    <a:pt x="6579" y="131550"/>
                  </a:lnTo>
                  <a:lnTo>
                    <a:pt x="7861" y="121849"/>
                  </a:lnTo>
                  <a:lnTo>
                    <a:pt x="9143" y="47395"/>
                  </a:lnTo>
                  <a:lnTo>
                    <a:pt x="10425" y="120406"/>
                  </a:lnTo>
                  <a:lnTo>
                    <a:pt x="11707" y="96954"/>
                  </a:lnTo>
                  <a:lnTo>
                    <a:pt x="12989" y="55147"/>
                  </a:lnTo>
                  <a:lnTo>
                    <a:pt x="14270" y="53316"/>
                  </a:lnTo>
                  <a:lnTo>
                    <a:pt x="15552" y="31289"/>
                  </a:lnTo>
                  <a:lnTo>
                    <a:pt x="16834" y="9701"/>
                  </a:lnTo>
                  <a:lnTo>
                    <a:pt x="18116" y="0"/>
                  </a:lnTo>
                  <a:lnTo>
                    <a:pt x="19398" y="45384"/>
                  </a:lnTo>
                  <a:lnTo>
                    <a:pt x="20680" y="92950"/>
                  </a:lnTo>
                  <a:lnTo>
                    <a:pt x="21961" y="81521"/>
                  </a:lnTo>
                  <a:lnTo>
                    <a:pt x="23243" y="113696"/>
                  </a:lnTo>
                  <a:lnTo>
                    <a:pt x="24525" y="151577"/>
                  </a:lnTo>
                  <a:lnTo>
                    <a:pt x="25807" y="127617"/>
                  </a:lnTo>
                  <a:lnTo>
                    <a:pt x="27089" y="126054"/>
                  </a:lnTo>
                  <a:lnTo>
                    <a:pt x="28371" y="181408"/>
                  </a:lnTo>
                  <a:lnTo>
                    <a:pt x="29653" y="137084"/>
                  </a:lnTo>
                  <a:lnTo>
                    <a:pt x="30934" y="148325"/>
                  </a:lnTo>
                  <a:lnTo>
                    <a:pt x="32216" y="185126"/>
                  </a:lnTo>
                  <a:lnTo>
                    <a:pt x="33498" y="126082"/>
                  </a:lnTo>
                  <a:lnTo>
                    <a:pt x="34780" y="163616"/>
                  </a:lnTo>
                  <a:lnTo>
                    <a:pt x="36062" y="133048"/>
                  </a:lnTo>
                  <a:lnTo>
                    <a:pt x="37344" y="99013"/>
                  </a:lnTo>
                  <a:lnTo>
                    <a:pt x="38625" y="119941"/>
                  </a:lnTo>
                  <a:lnTo>
                    <a:pt x="39907" y="133916"/>
                  </a:lnTo>
                  <a:lnTo>
                    <a:pt x="41189" y="99150"/>
                  </a:lnTo>
                  <a:lnTo>
                    <a:pt x="42471" y="55147"/>
                  </a:lnTo>
                  <a:lnTo>
                    <a:pt x="43753" y="55147"/>
                  </a:lnTo>
                  <a:lnTo>
                    <a:pt x="45035" y="83326"/>
                  </a:lnTo>
                  <a:lnTo>
                    <a:pt x="46317" y="56008"/>
                  </a:lnTo>
                  <a:lnTo>
                    <a:pt x="47598" y="60616"/>
                  </a:lnTo>
                  <a:lnTo>
                    <a:pt x="48880" y="174889"/>
                  </a:lnTo>
                  <a:lnTo>
                    <a:pt x="50162" y="233302"/>
                  </a:lnTo>
                  <a:lnTo>
                    <a:pt x="51444" y="193122"/>
                  </a:lnTo>
                  <a:lnTo>
                    <a:pt x="52726" y="208027"/>
                  </a:lnTo>
                  <a:lnTo>
                    <a:pt x="54008" y="250033"/>
                  </a:lnTo>
                  <a:lnTo>
                    <a:pt x="55289" y="326119"/>
                  </a:lnTo>
                  <a:lnTo>
                    <a:pt x="56571" y="323895"/>
                  </a:lnTo>
                  <a:lnTo>
                    <a:pt x="57853" y="376488"/>
                  </a:lnTo>
                  <a:lnTo>
                    <a:pt x="59135" y="393023"/>
                  </a:lnTo>
                  <a:lnTo>
                    <a:pt x="60417" y="491818"/>
                  </a:lnTo>
                  <a:lnTo>
                    <a:pt x="61508" y="53851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1938992" y="2047893"/>
              <a:ext cx="3253" cy="18395"/>
            </a:xfrm>
            <a:custGeom>
              <a:avLst/>
              <a:pathLst>
                <a:path w="3253" h="18395">
                  <a:moveTo>
                    <a:pt x="0" y="18395"/>
                  </a:moveTo>
                  <a:lnTo>
                    <a:pt x="387" y="14860"/>
                  </a:lnTo>
                  <a:lnTo>
                    <a:pt x="1669" y="0"/>
                  </a:lnTo>
                  <a:lnTo>
                    <a:pt x="2951" y="2261"/>
                  </a:lnTo>
                  <a:lnTo>
                    <a:pt x="3253" y="1839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1951491" y="1605913"/>
              <a:ext cx="96356" cy="460375"/>
            </a:xfrm>
            <a:custGeom>
              <a:avLst/>
              <a:pathLst>
                <a:path w="96356" h="460375">
                  <a:moveTo>
                    <a:pt x="0" y="460375"/>
                  </a:moveTo>
                  <a:lnTo>
                    <a:pt x="706" y="396083"/>
                  </a:lnTo>
                  <a:lnTo>
                    <a:pt x="1988" y="377885"/>
                  </a:lnTo>
                  <a:lnTo>
                    <a:pt x="3270" y="338741"/>
                  </a:lnTo>
                  <a:lnTo>
                    <a:pt x="4552" y="331216"/>
                  </a:lnTo>
                  <a:lnTo>
                    <a:pt x="5834" y="299383"/>
                  </a:lnTo>
                  <a:lnTo>
                    <a:pt x="7116" y="303368"/>
                  </a:lnTo>
                  <a:lnTo>
                    <a:pt x="8397" y="267082"/>
                  </a:lnTo>
                  <a:lnTo>
                    <a:pt x="9679" y="275744"/>
                  </a:lnTo>
                  <a:lnTo>
                    <a:pt x="10961" y="239592"/>
                  </a:lnTo>
                  <a:lnTo>
                    <a:pt x="12243" y="216048"/>
                  </a:lnTo>
                  <a:lnTo>
                    <a:pt x="13525" y="200050"/>
                  </a:lnTo>
                  <a:lnTo>
                    <a:pt x="14807" y="160569"/>
                  </a:lnTo>
                  <a:lnTo>
                    <a:pt x="16089" y="186745"/>
                  </a:lnTo>
                  <a:lnTo>
                    <a:pt x="17370" y="150794"/>
                  </a:lnTo>
                  <a:lnTo>
                    <a:pt x="18652" y="221561"/>
                  </a:lnTo>
                  <a:lnTo>
                    <a:pt x="19934" y="291469"/>
                  </a:lnTo>
                  <a:lnTo>
                    <a:pt x="21216" y="318285"/>
                  </a:lnTo>
                  <a:lnTo>
                    <a:pt x="22498" y="346265"/>
                  </a:lnTo>
                  <a:lnTo>
                    <a:pt x="23780" y="285445"/>
                  </a:lnTo>
                  <a:lnTo>
                    <a:pt x="25061" y="278845"/>
                  </a:lnTo>
                  <a:lnTo>
                    <a:pt x="26343" y="270929"/>
                  </a:lnTo>
                  <a:lnTo>
                    <a:pt x="27625" y="261896"/>
                  </a:lnTo>
                  <a:lnTo>
                    <a:pt x="28907" y="340723"/>
                  </a:lnTo>
                  <a:lnTo>
                    <a:pt x="30189" y="325216"/>
                  </a:lnTo>
                  <a:lnTo>
                    <a:pt x="31471" y="293768"/>
                  </a:lnTo>
                  <a:lnTo>
                    <a:pt x="32752" y="355980"/>
                  </a:lnTo>
                  <a:lnTo>
                    <a:pt x="34034" y="384875"/>
                  </a:lnTo>
                  <a:lnTo>
                    <a:pt x="35316" y="311769"/>
                  </a:lnTo>
                  <a:lnTo>
                    <a:pt x="36598" y="283731"/>
                  </a:lnTo>
                  <a:lnTo>
                    <a:pt x="37880" y="232945"/>
                  </a:lnTo>
                  <a:lnTo>
                    <a:pt x="39162" y="223604"/>
                  </a:lnTo>
                  <a:lnTo>
                    <a:pt x="40444" y="205355"/>
                  </a:lnTo>
                  <a:lnTo>
                    <a:pt x="41725" y="189112"/>
                  </a:lnTo>
                  <a:lnTo>
                    <a:pt x="43007" y="193497"/>
                  </a:lnTo>
                  <a:lnTo>
                    <a:pt x="44289" y="177574"/>
                  </a:lnTo>
                  <a:lnTo>
                    <a:pt x="45571" y="137555"/>
                  </a:lnTo>
                  <a:lnTo>
                    <a:pt x="46853" y="126979"/>
                  </a:lnTo>
                  <a:lnTo>
                    <a:pt x="48135" y="82827"/>
                  </a:lnTo>
                  <a:lnTo>
                    <a:pt x="49416" y="62524"/>
                  </a:lnTo>
                  <a:lnTo>
                    <a:pt x="50698" y="91396"/>
                  </a:lnTo>
                  <a:lnTo>
                    <a:pt x="51980" y="62998"/>
                  </a:lnTo>
                  <a:lnTo>
                    <a:pt x="53262" y="7191"/>
                  </a:lnTo>
                  <a:lnTo>
                    <a:pt x="54544" y="24783"/>
                  </a:lnTo>
                  <a:lnTo>
                    <a:pt x="55826" y="0"/>
                  </a:lnTo>
                  <a:lnTo>
                    <a:pt x="57108" y="26743"/>
                  </a:lnTo>
                  <a:lnTo>
                    <a:pt x="58389" y="6219"/>
                  </a:lnTo>
                  <a:lnTo>
                    <a:pt x="59671" y="15551"/>
                  </a:lnTo>
                  <a:lnTo>
                    <a:pt x="60953" y="99814"/>
                  </a:lnTo>
                  <a:lnTo>
                    <a:pt x="62235" y="63456"/>
                  </a:lnTo>
                  <a:lnTo>
                    <a:pt x="63517" y="21222"/>
                  </a:lnTo>
                  <a:lnTo>
                    <a:pt x="64799" y="79066"/>
                  </a:lnTo>
                  <a:lnTo>
                    <a:pt x="66080" y="96080"/>
                  </a:lnTo>
                  <a:lnTo>
                    <a:pt x="67362" y="176927"/>
                  </a:lnTo>
                  <a:lnTo>
                    <a:pt x="68644" y="273630"/>
                  </a:lnTo>
                  <a:lnTo>
                    <a:pt x="69926" y="276558"/>
                  </a:lnTo>
                  <a:lnTo>
                    <a:pt x="71208" y="179409"/>
                  </a:lnTo>
                  <a:lnTo>
                    <a:pt x="72490" y="109173"/>
                  </a:lnTo>
                  <a:lnTo>
                    <a:pt x="73772" y="79066"/>
                  </a:lnTo>
                  <a:lnTo>
                    <a:pt x="75053" y="79066"/>
                  </a:lnTo>
                  <a:lnTo>
                    <a:pt x="76335" y="154546"/>
                  </a:lnTo>
                  <a:lnTo>
                    <a:pt x="77617" y="115830"/>
                  </a:lnTo>
                  <a:lnTo>
                    <a:pt x="78899" y="125444"/>
                  </a:lnTo>
                  <a:lnTo>
                    <a:pt x="80181" y="173190"/>
                  </a:lnTo>
                  <a:lnTo>
                    <a:pt x="81463" y="220616"/>
                  </a:lnTo>
                  <a:lnTo>
                    <a:pt x="82744" y="204822"/>
                  </a:lnTo>
                  <a:lnTo>
                    <a:pt x="84026" y="169545"/>
                  </a:lnTo>
                  <a:lnTo>
                    <a:pt x="85308" y="136267"/>
                  </a:lnTo>
                  <a:lnTo>
                    <a:pt x="86590" y="122564"/>
                  </a:lnTo>
                  <a:lnTo>
                    <a:pt x="87872" y="122564"/>
                  </a:lnTo>
                  <a:lnTo>
                    <a:pt x="89154" y="185329"/>
                  </a:lnTo>
                  <a:lnTo>
                    <a:pt x="90435" y="286730"/>
                  </a:lnTo>
                  <a:lnTo>
                    <a:pt x="91717" y="371126"/>
                  </a:lnTo>
                  <a:lnTo>
                    <a:pt x="92999" y="419501"/>
                  </a:lnTo>
                  <a:lnTo>
                    <a:pt x="94281" y="419501"/>
                  </a:lnTo>
                  <a:lnTo>
                    <a:pt x="95563" y="421647"/>
                  </a:lnTo>
                  <a:lnTo>
                    <a:pt x="96356" y="46037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050017" y="2013445"/>
              <a:ext cx="4143" cy="52843"/>
            </a:xfrm>
            <a:custGeom>
              <a:avLst/>
              <a:pathLst>
                <a:path w="4143" h="52843">
                  <a:moveTo>
                    <a:pt x="0" y="52843"/>
                  </a:moveTo>
                  <a:lnTo>
                    <a:pt x="883" y="0"/>
                  </a:lnTo>
                  <a:lnTo>
                    <a:pt x="2165" y="0"/>
                  </a:lnTo>
                  <a:lnTo>
                    <a:pt x="3446" y="22433"/>
                  </a:lnTo>
                  <a:lnTo>
                    <a:pt x="4143" y="5284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057331" y="1528348"/>
              <a:ext cx="107655" cy="537940"/>
            </a:xfrm>
            <a:custGeom>
              <a:avLst/>
              <a:pathLst>
                <a:path w="107655" h="537940">
                  <a:moveTo>
                    <a:pt x="0" y="537940"/>
                  </a:moveTo>
                  <a:lnTo>
                    <a:pt x="1260" y="485096"/>
                  </a:lnTo>
                  <a:lnTo>
                    <a:pt x="2542" y="461410"/>
                  </a:lnTo>
                  <a:lnTo>
                    <a:pt x="3824" y="461410"/>
                  </a:lnTo>
                  <a:lnTo>
                    <a:pt x="5105" y="454888"/>
                  </a:lnTo>
                  <a:lnTo>
                    <a:pt x="6387" y="358056"/>
                  </a:lnTo>
                  <a:lnTo>
                    <a:pt x="7669" y="299827"/>
                  </a:lnTo>
                  <a:lnTo>
                    <a:pt x="8951" y="296575"/>
                  </a:lnTo>
                  <a:lnTo>
                    <a:pt x="10233" y="232146"/>
                  </a:lnTo>
                  <a:lnTo>
                    <a:pt x="11515" y="182044"/>
                  </a:lnTo>
                  <a:lnTo>
                    <a:pt x="12796" y="168854"/>
                  </a:lnTo>
                  <a:lnTo>
                    <a:pt x="14078" y="121271"/>
                  </a:lnTo>
                  <a:lnTo>
                    <a:pt x="15360" y="83992"/>
                  </a:lnTo>
                  <a:lnTo>
                    <a:pt x="16642" y="59671"/>
                  </a:lnTo>
                  <a:lnTo>
                    <a:pt x="17924" y="164573"/>
                  </a:lnTo>
                  <a:lnTo>
                    <a:pt x="19206" y="190147"/>
                  </a:lnTo>
                  <a:lnTo>
                    <a:pt x="20488" y="211321"/>
                  </a:lnTo>
                  <a:lnTo>
                    <a:pt x="21769" y="176443"/>
                  </a:lnTo>
                  <a:lnTo>
                    <a:pt x="23051" y="156632"/>
                  </a:lnTo>
                  <a:lnTo>
                    <a:pt x="24333" y="156632"/>
                  </a:lnTo>
                  <a:lnTo>
                    <a:pt x="25615" y="162954"/>
                  </a:lnTo>
                  <a:lnTo>
                    <a:pt x="26897" y="200129"/>
                  </a:lnTo>
                  <a:lnTo>
                    <a:pt x="28179" y="202391"/>
                  </a:lnTo>
                  <a:lnTo>
                    <a:pt x="29460" y="252022"/>
                  </a:lnTo>
                  <a:lnTo>
                    <a:pt x="30742" y="249561"/>
                  </a:lnTo>
                  <a:lnTo>
                    <a:pt x="32024" y="235008"/>
                  </a:lnTo>
                  <a:lnTo>
                    <a:pt x="33306" y="218473"/>
                  </a:lnTo>
                  <a:lnTo>
                    <a:pt x="34588" y="200129"/>
                  </a:lnTo>
                  <a:lnTo>
                    <a:pt x="35870" y="225502"/>
                  </a:lnTo>
                  <a:lnTo>
                    <a:pt x="37151" y="240890"/>
                  </a:lnTo>
                  <a:lnTo>
                    <a:pt x="38433" y="213722"/>
                  </a:lnTo>
                  <a:lnTo>
                    <a:pt x="39715" y="205307"/>
                  </a:lnTo>
                  <a:lnTo>
                    <a:pt x="40997" y="309875"/>
                  </a:lnTo>
                  <a:lnTo>
                    <a:pt x="42279" y="265639"/>
                  </a:lnTo>
                  <a:lnTo>
                    <a:pt x="43561" y="237734"/>
                  </a:lnTo>
                  <a:lnTo>
                    <a:pt x="44843" y="237734"/>
                  </a:lnTo>
                  <a:lnTo>
                    <a:pt x="46124" y="195286"/>
                  </a:lnTo>
                  <a:lnTo>
                    <a:pt x="47406" y="110125"/>
                  </a:lnTo>
                  <a:lnTo>
                    <a:pt x="48688" y="90226"/>
                  </a:lnTo>
                  <a:lnTo>
                    <a:pt x="49970" y="122051"/>
                  </a:lnTo>
                  <a:lnTo>
                    <a:pt x="51252" y="111814"/>
                  </a:lnTo>
                  <a:lnTo>
                    <a:pt x="52534" y="152067"/>
                  </a:lnTo>
                  <a:lnTo>
                    <a:pt x="53815" y="197239"/>
                  </a:lnTo>
                  <a:lnTo>
                    <a:pt x="55097" y="258013"/>
                  </a:lnTo>
                  <a:lnTo>
                    <a:pt x="56379" y="232680"/>
                  </a:lnTo>
                  <a:lnTo>
                    <a:pt x="57661" y="225250"/>
                  </a:lnTo>
                  <a:lnTo>
                    <a:pt x="58943" y="220132"/>
                  </a:lnTo>
                  <a:lnTo>
                    <a:pt x="60225" y="159359"/>
                  </a:lnTo>
                  <a:lnTo>
                    <a:pt x="61507" y="229973"/>
                  </a:lnTo>
                  <a:lnTo>
                    <a:pt x="62788" y="200129"/>
                  </a:lnTo>
                  <a:lnTo>
                    <a:pt x="64070" y="200129"/>
                  </a:lnTo>
                  <a:lnTo>
                    <a:pt x="65352" y="237408"/>
                  </a:lnTo>
                  <a:lnTo>
                    <a:pt x="66634" y="319922"/>
                  </a:lnTo>
                  <a:lnTo>
                    <a:pt x="67916" y="354123"/>
                  </a:lnTo>
                  <a:lnTo>
                    <a:pt x="69198" y="354123"/>
                  </a:lnTo>
                  <a:lnTo>
                    <a:pt x="70479" y="406262"/>
                  </a:lnTo>
                  <a:lnTo>
                    <a:pt x="71761" y="348283"/>
                  </a:lnTo>
                  <a:lnTo>
                    <a:pt x="73043" y="286650"/>
                  </a:lnTo>
                  <a:lnTo>
                    <a:pt x="74325" y="223424"/>
                  </a:lnTo>
                  <a:lnTo>
                    <a:pt x="75607" y="158511"/>
                  </a:lnTo>
                  <a:lnTo>
                    <a:pt x="76889" y="90804"/>
                  </a:lnTo>
                  <a:lnTo>
                    <a:pt x="78170" y="130973"/>
                  </a:lnTo>
                  <a:lnTo>
                    <a:pt x="79452" y="86254"/>
                  </a:lnTo>
                  <a:lnTo>
                    <a:pt x="80734" y="40495"/>
                  </a:lnTo>
                  <a:lnTo>
                    <a:pt x="82016" y="19898"/>
                  </a:lnTo>
                  <a:lnTo>
                    <a:pt x="83298" y="0"/>
                  </a:lnTo>
                  <a:lnTo>
                    <a:pt x="84580" y="9864"/>
                  </a:lnTo>
                  <a:lnTo>
                    <a:pt x="85862" y="40495"/>
                  </a:lnTo>
                  <a:lnTo>
                    <a:pt x="87143" y="40495"/>
                  </a:lnTo>
                  <a:lnTo>
                    <a:pt x="88425" y="40495"/>
                  </a:lnTo>
                  <a:lnTo>
                    <a:pt x="89707" y="40495"/>
                  </a:lnTo>
                  <a:lnTo>
                    <a:pt x="90989" y="88524"/>
                  </a:lnTo>
                  <a:lnTo>
                    <a:pt x="92271" y="135885"/>
                  </a:lnTo>
                  <a:lnTo>
                    <a:pt x="93553" y="182044"/>
                  </a:lnTo>
                  <a:lnTo>
                    <a:pt x="94834" y="190103"/>
                  </a:lnTo>
                  <a:lnTo>
                    <a:pt x="96116" y="296575"/>
                  </a:lnTo>
                  <a:lnTo>
                    <a:pt x="97398" y="299827"/>
                  </a:lnTo>
                  <a:lnTo>
                    <a:pt x="98680" y="365302"/>
                  </a:lnTo>
                  <a:lnTo>
                    <a:pt x="99962" y="447335"/>
                  </a:lnTo>
                  <a:lnTo>
                    <a:pt x="101244" y="490832"/>
                  </a:lnTo>
                  <a:lnTo>
                    <a:pt x="102526" y="537813"/>
                  </a:lnTo>
                  <a:lnTo>
                    <a:pt x="103807" y="537813"/>
                  </a:lnTo>
                  <a:lnTo>
                    <a:pt x="105089" y="537813"/>
                  </a:lnTo>
                  <a:lnTo>
                    <a:pt x="106371" y="537813"/>
                  </a:lnTo>
                  <a:lnTo>
                    <a:pt x="107653" y="537813"/>
                  </a:lnTo>
                  <a:lnTo>
                    <a:pt x="107655" y="53794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2171503" y="1989758"/>
              <a:ext cx="17635" cy="76530"/>
            </a:xfrm>
            <a:custGeom>
              <a:avLst/>
              <a:pathLst>
                <a:path w="17635" h="76530">
                  <a:moveTo>
                    <a:pt x="0" y="76530"/>
                  </a:moveTo>
                  <a:lnTo>
                    <a:pt x="1172" y="23686"/>
                  </a:lnTo>
                  <a:lnTo>
                    <a:pt x="2454" y="23686"/>
                  </a:lnTo>
                  <a:lnTo>
                    <a:pt x="3736" y="23686"/>
                  </a:lnTo>
                  <a:lnTo>
                    <a:pt x="5017" y="23686"/>
                  </a:lnTo>
                  <a:lnTo>
                    <a:pt x="6299" y="23686"/>
                  </a:lnTo>
                  <a:lnTo>
                    <a:pt x="7581" y="23686"/>
                  </a:lnTo>
                  <a:lnTo>
                    <a:pt x="8863" y="23686"/>
                  </a:lnTo>
                  <a:lnTo>
                    <a:pt x="10145" y="23686"/>
                  </a:lnTo>
                  <a:lnTo>
                    <a:pt x="11427" y="23686"/>
                  </a:lnTo>
                  <a:lnTo>
                    <a:pt x="12708" y="23686"/>
                  </a:lnTo>
                  <a:lnTo>
                    <a:pt x="13990" y="17466"/>
                  </a:lnTo>
                  <a:lnTo>
                    <a:pt x="15272" y="0"/>
                  </a:lnTo>
                  <a:lnTo>
                    <a:pt x="16554" y="17466"/>
                  </a:lnTo>
                  <a:lnTo>
                    <a:pt x="17635" y="7653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2217743" y="1644485"/>
              <a:ext cx="73407" cy="421803"/>
            </a:xfrm>
            <a:custGeom>
              <a:avLst/>
              <a:pathLst>
                <a:path w="73407" h="421803">
                  <a:moveTo>
                    <a:pt x="0" y="421803"/>
                  </a:moveTo>
                  <a:lnTo>
                    <a:pt x="1079" y="368959"/>
                  </a:lnTo>
                  <a:lnTo>
                    <a:pt x="2361" y="368959"/>
                  </a:lnTo>
                  <a:lnTo>
                    <a:pt x="3642" y="368959"/>
                  </a:lnTo>
                  <a:lnTo>
                    <a:pt x="4924" y="368959"/>
                  </a:lnTo>
                  <a:lnTo>
                    <a:pt x="6206" y="345273"/>
                  </a:lnTo>
                  <a:lnTo>
                    <a:pt x="7488" y="335656"/>
                  </a:lnTo>
                  <a:lnTo>
                    <a:pt x="8770" y="252822"/>
                  </a:lnTo>
                  <a:lnTo>
                    <a:pt x="10052" y="252822"/>
                  </a:lnTo>
                  <a:lnTo>
                    <a:pt x="11333" y="252822"/>
                  </a:lnTo>
                  <a:lnTo>
                    <a:pt x="12615" y="245530"/>
                  </a:lnTo>
                  <a:lnTo>
                    <a:pt x="13897" y="206971"/>
                  </a:lnTo>
                  <a:lnTo>
                    <a:pt x="15179" y="320291"/>
                  </a:lnTo>
                  <a:lnTo>
                    <a:pt x="16461" y="354466"/>
                  </a:lnTo>
                  <a:lnTo>
                    <a:pt x="17743" y="373265"/>
                  </a:lnTo>
                  <a:lnTo>
                    <a:pt x="19025" y="230097"/>
                  </a:lnTo>
                  <a:lnTo>
                    <a:pt x="20306" y="212075"/>
                  </a:lnTo>
                  <a:lnTo>
                    <a:pt x="21588" y="212075"/>
                  </a:lnTo>
                  <a:lnTo>
                    <a:pt x="22870" y="212075"/>
                  </a:lnTo>
                  <a:lnTo>
                    <a:pt x="24152" y="212075"/>
                  </a:lnTo>
                  <a:lnTo>
                    <a:pt x="25434" y="212075"/>
                  </a:lnTo>
                  <a:lnTo>
                    <a:pt x="26716" y="188115"/>
                  </a:lnTo>
                  <a:lnTo>
                    <a:pt x="27997" y="165094"/>
                  </a:lnTo>
                  <a:lnTo>
                    <a:pt x="29279" y="137473"/>
                  </a:lnTo>
                  <a:lnTo>
                    <a:pt x="30561" y="139495"/>
                  </a:lnTo>
                  <a:lnTo>
                    <a:pt x="31843" y="147597"/>
                  </a:lnTo>
                  <a:lnTo>
                    <a:pt x="33125" y="179718"/>
                  </a:lnTo>
                  <a:lnTo>
                    <a:pt x="34407" y="173151"/>
                  </a:lnTo>
                  <a:lnTo>
                    <a:pt x="35689" y="190731"/>
                  </a:lnTo>
                  <a:lnTo>
                    <a:pt x="36970" y="173151"/>
                  </a:lnTo>
                  <a:lnTo>
                    <a:pt x="38252" y="244694"/>
                  </a:lnTo>
                  <a:lnTo>
                    <a:pt x="39534" y="202751"/>
                  </a:lnTo>
                  <a:lnTo>
                    <a:pt x="40816" y="167406"/>
                  </a:lnTo>
                  <a:lnTo>
                    <a:pt x="42098" y="137681"/>
                  </a:lnTo>
                  <a:lnTo>
                    <a:pt x="43380" y="109389"/>
                  </a:lnTo>
                  <a:lnTo>
                    <a:pt x="44661" y="109389"/>
                  </a:lnTo>
                  <a:lnTo>
                    <a:pt x="45943" y="126911"/>
                  </a:lnTo>
                  <a:lnTo>
                    <a:pt x="47225" y="144972"/>
                  </a:lnTo>
                  <a:lnTo>
                    <a:pt x="48507" y="188693"/>
                  </a:lnTo>
                  <a:lnTo>
                    <a:pt x="49789" y="132173"/>
                  </a:lnTo>
                  <a:lnTo>
                    <a:pt x="51071" y="83992"/>
                  </a:lnTo>
                  <a:lnTo>
                    <a:pt x="52352" y="72812"/>
                  </a:lnTo>
                  <a:lnTo>
                    <a:pt x="53634" y="21925"/>
                  </a:lnTo>
                  <a:lnTo>
                    <a:pt x="54916" y="0"/>
                  </a:lnTo>
                  <a:lnTo>
                    <a:pt x="56198" y="29522"/>
                  </a:lnTo>
                  <a:lnTo>
                    <a:pt x="57480" y="62568"/>
                  </a:lnTo>
                  <a:lnTo>
                    <a:pt x="58762" y="149733"/>
                  </a:lnTo>
                  <a:lnTo>
                    <a:pt x="60044" y="197566"/>
                  </a:lnTo>
                  <a:lnTo>
                    <a:pt x="61325" y="249844"/>
                  </a:lnTo>
                  <a:lnTo>
                    <a:pt x="62607" y="299827"/>
                  </a:lnTo>
                  <a:lnTo>
                    <a:pt x="63889" y="299827"/>
                  </a:lnTo>
                  <a:lnTo>
                    <a:pt x="65171" y="299827"/>
                  </a:lnTo>
                  <a:lnTo>
                    <a:pt x="66453" y="299827"/>
                  </a:lnTo>
                  <a:lnTo>
                    <a:pt x="67735" y="299827"/>
                  </a:lnTo>
                  <a:lnTo>
                    <a:pt x="69016" y="361668"/>
                  </a:lnTo>
                  <a:lnTo>
                    <a:pt x="70298" y="368959"/>
                  </a:lnTo>
                  <a:lnTo>
                    <a:pt x="71580" y="383819"/>
                  </a:lnTo>
                  <a:lnTo>
                    <a:pt x="72862" y="402940"/>
                  </a:lnTo>
                  <a:lnTo>
                    <a:pt x="73407" y="42180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2292472" y="1391147"/>
              <a:ext cx="204473" cy="675141"/>
            </a:xfrm>
            <a:custGeom>
              <a:avLst/>
              <a:pathLst>
                <a:path w="204473" h="675141">
                  <a:moveTo>
                    <a:pt x="0" y="675141"/>
                  </a:moveTo>
                  <a:lnTo>
                    <a:pt x="696" y="644731"/>
                  </a:lnTo>
                  <a:lnTo>
                    <a:pt x="1978" y="622297"/>
                  </a:lnTo>
                  <a:lnTo>
                    <a:pt x="3260" y="598611"/>
                  </a:lnTo>
                  <a:lnTo>
                    <a:pt x="4542" y="588994"/>
                  </a:lnTo>
                  <a:lnTo>
                    <a:pt x="5824" y="506160"/>
                  </a:lnTo>
                  <a:lnTo>
                    <a:pt x="7106" y="506160"/>
                  </a:lnTo>
                  <a:lnTo>
                    <a:pt x="8387" y="506160"/>
                  </a:lnTo>
                  <a:lnTo>
                    <a:pt x="9669" y="470577"/>
                  </a:lnTo>
                  <a:lnTo>
                    <a:pt x="10951" y="402212"/>
                  </a:lnTo>
                  <a:lnTo>
                    <a:pt x="12233" y="375187"/>
                  </a:lnTo>
                  <a:lnTo>
                    <a:pt x="13515" y="375187"/>
                  </a:lnTo>
                  <a:lnTo>
                    <a:pt x="14797" y="375187"/>
                  </a:lnTo>
                  <a:lnTo>
                    <a:pt x="16078" y="378129"/>
                  </a:lnTo>
                  <a:lnTo>
                    <a:pt x="17360" y="433776"/>
                  </a:lnTo>
                  <a:lnTo>
                    <a:pt x="18642" y="375187"/>
                  </a:lnTo>
                  <a:lnTo>
                    <a:pt x="19924" y="417782"/>
                  </a:lnTo>
                  <a:lnTo>
                    <a:pt x="21206" y="411504"/>
                  </a:lnTo>
                  <a:lnTo>
                    <a:pt x="22488" y="375187"/>
                  </a:lnTo>
                  <a:lnTo>
                    <a:pt x="23770" y="440671"/>
                  </a:lnTo>
                  <a:lnTo>
                    <a:pt x="25051" y="380523"/>
                  </a:lnTo>
                  <a:lnTo>
                    <a:pt x="26333" y="348522"/>
                  </a:lnTo>
                  <a:lnTo>
                    <a:pt x="27615" y="337330"/>
                  </a:lnTo>
                  <a:lnTo>
                    <a:pt x="28897" y="360351"/>
                  </a:lnTo>
                  <a:lnTo>
                    <a:pt x="30179" y="384311"/>
                  </a:lnTo>
                  <a:lnTo>
                    <a:pt x="31461" y="384311"/>
                  </a:lnTo>
                  <a:lnTo>
                    <a:pt x="32742" y="434698"/>
                  </a:lnTo>
                  <a:lnTo>
                    <a:pt x="34024" y="387649"/>
                  </a:lnTo>
                  <a:lnTo>
                    <a:pt x="35306" y="374935"/>
                  </a:lnTo>
                  <a:lnTo>
                    <a:pt x="36588" y="377035"/>
                  </a:lnTo>
                  <a:lnTo>
                    <a:pt x="37870" y="418433"/>
                  </a:lnTo>
                  <a:lnTo>
                    <a:pt x="39152" y="418433"/>
                  </a:lnTo>
                  <a:lnTo>
                    <a:pt x="40433" y="362491"/>
                  </a:lnTo>
                  <a:lnTo>
                    <a:pt x="41715" y="374935"/>
                  </a:lnTo>
                  <a:lnTo>
                    <a:pt x="42997" y="383237"/>
                  </a:lnTo>
                  <a:lnTo>
                    <a:pt x="44279" y="441756"/>
                  </a:lnTo>
                  <a:lnTo>
                    <a:pt x="45561" y="439785"/>
                  </a:lnTo>
                  <a:lnTo>
                    <a:pt x="46843" y="384311"/>
                  </a:lnTo>
                  <a:lnTo>
                    <a:pt x="48125" y="384311"/>
                  </a:lnTo>
                  <a:lnTo>
                    <a:pt x="49406" y="411849"/>
                  </a:lnTo>
                  <a:lnTo>
                    <a:pt x="50688" y="378091"/>
                  </a:lnTo>
                  <a:lnTo>
                    <a:pt x="51970" y="380523"/>
                  </a:lnTo>
                  <a:lnTo>
                    <a:pt x="53252" y="300860"/>
                  </a:lnTo>
                  <a:lnTo>
                    <a:pt x="54534" y="347508"/>
                  </a:lnTo>
                  <a:lnTo>
                    <a:pt x="55816" y="360625"/>
                  </a:lnTo>
                  <a:lnTo>
                    <a:pt x="57097" y="367437"/>
                  </a:lnTo>
                  <a:lnTo>
                    <a:pt x="58379" y="337330"/>
                  </a:lnTo>
                  <a:lnTo>
                    <a:pt x="59661" y="419589"/>
                  </a:lnTo>
                  <a:lnTo>
                    <a:pt x="60943" y="435382"/>
                  </a:lnTo>
                  <a:lnTo>
                    <a:pt x="62225" y="435382"/>
                  </a:lnTo>
                  <a:lnTo>
                    <a:pt x="63507" y="435382"/>
                  </a:lnTo>
                  <a:lnTo>
                    <a:pt x="64789" y="457123"/>
                  </a:lnTo>
                  <a:lnTo>
                    <a:pt x="66070" y="491324"/>
                  </a:lnTo>
                  <a:lnTo>
                    <a:pt x="67352" y="451612"/>
                  </a:lnTo>
                  <a:lnTo>
                    <a:pt x="68634" y="411849"/>
                  </a:lnTo>
                  <a:lnTo>
                    <a:pt x="69916" y="444636"/>
                  </a:lnTo>
                  <a:lnTo>
                    <a:pt x="71198" y="370758"/>
                  </a:lnTo>
                  <a:lnTo>
                    <a:pt x="72480" y="360442"/>
                  </a:lnTo>
                  <a:lnTo>
                    <a:pt x="73761" y="374935"/>
                  </a:lnTo>
                  <a:lnTo>
                    <a:pt x="75043" y="370523"/>
                  </a:lnTo>
                  <a:lnTo>
                    <a:pt x="76325" y="308693"/>
                  </a:lnTo>
                  <a:lnTo>
                    <a:pt x="77607" y="317357"/>
                  </a:lnTo>
                  <a:lnTo>
                    <a:pt x="78889" y="293833"/>
                  </a:lnTo>
                  <a:lnTo>
                    <a:pt x="80171" y="247497"/>
                  </a:lnTo>
                  <a:lnTo>
                    <a:pt x="81452" y="185076"/>
                  </a:lnTo>
                  <a:lnTo>
                    <a:pt x="82734" y="116137"/>
                  </a:lnTo>
                  <a:lnTo>
                    <a:pt x="84016" y="114590"/>
                  </a:lnTo>
                  <a:lnTo>
                    <a:pt x="85298" y="114590"/>
                  </a:lnTo>
                  <a:lnTo>
                    <a:pt x="86580" y="136623"/>
                  </a:lnTo>
                  <a:lnTo>
                    <a:pt x="87862" y="141454"/>
                  </a:lnTo>
                  <a:lnTo>
                    <a:pt x="89144" y="157916"/>
                  </a:lnTo>
                  <a:lnTo>
                    <a:pt x="90425" y="147065"/>
                  </a:lnTo>
                  <a:lnTo>
                    <a:pt x="91707" y="167307"/>
                  </a:lnTo>
                  <a:lnTo>
                    <a:pt x="92989" y="137200"/>
                  </a:lnTo>
                  <a:lnTo>
                    <a:pt x="94271" y="104848"/>
                  </a:lnTo>
                  <a:lnTo>
                    <a:pt x="95553" y="9366"/>
                  </a:lnTo>
                  <a:lnTo>
                    <a:pt x="96835" y="12521"/>
                  </a:lnTo>
                  <a:lnTo>
                    <a:pt x="98116" y="0"/>
                  </a:lnTo>
                  <a:lnTo>
                    <a:pt x="99398" y="3105"/>
                  </a:lnTo>
                  <a:lnTo>
                    <a:pt x="100680" y="58580"/>
                  </a:lnTo>
                  <a:lnTo>
                    <a:pt x="101962" y="214581"/>
                  </a:lnTo>
                  <a:lnTo>
                    <a:pt x="103244" y="216113"/>
                  </a:lnTo>
                  <a:lnTo>
                    <a:pt x="104526" y="191771"/>
                  </a:lnTo>
                  <a:lnTo>
                    <a:pt x="105808" y="215457"/>
                  </a:lnTo>
                  <a:lnTo>
                    <a:pt x="107089" y="213626"/>
                  </a:lnTo>
                  <a:lnTo>
                    <a:pt x="108371" y="215457"/>
                  </a:lnTo>
                  <a:lnTo>
                    <a:pt x="109653" y="215457"/>
                  </a:lnTo>
                  <a:lnTo>
                    <a:pt x="110935" y="239800"/>
                  </a:lnTo>
                  <a:lnTo>
                    <a:pt x="112217" y="293833"/>
                  </a:lnTo>
                  <a:lnTo>
                    <a:pt x="113499" y="289655"/>
                  </a:lnTo>
                  <a:lnTo>
                    <a:pt x="114780" y="416997"/>
                  </a:lnTo>
                  <a:lnTo>
                    <a:pt x="116062" y="435382"/>
                  </a:lnTo>
                  <a:lnTo>
                    <a:pt x="117344" y="488397"/>
                  </a:lnTo>
                  <a:lnTo>
                    <a:pt x="118626" y="553165"/>
                  </a:lnTo>
                  <a:lnTo>
                    <a:pt x="119908" y="553165"/>
                  </a:lnTo>
                  <a:lnTo>
                    <a:pt x="121190" y="546946"/>
                  </a:lnTo>
                  <a:lnTo>
                    <a:pt x="122471" y="552760"/>
                  </a:lnTo>
                  <a:lnTo>
                    <a:pt x="123753" y="592089"/>
                  </a:lnTo>
                  <a:lnTo>
                    <a:pt x="125035" y="506160"/>
                  </a:lnTo>
                  <a:lnTo>
                    <a:pt x="126317" y="555899"/>
                  </a:lnTo>
                  <a:lnTo>
                    <a:pt x="127599" y="584536"/>
                  </a:lnTo>
                  <a:lnTo>
                    <a:pt x="128881" y="584536"/>
                  </a:lnTo>
                  <a:lnTo>
                    <a:pt x="130163" y="584536"/>
                  </a:lnTo>
                  <a:lnTo>
                    <a:pt x="131444" y="584536"/>
                  </a:lnTo>
                  <a:lnTo>
                    <a:pt x="132726" y="670143"/>
                  </a:lnTo>
                  <a:lnTo>
                    <a:pt x="134008" y="675014"/>
                  </a:lnTo>
                  <a:lnTo>
                    <a:pt x="135290" y="675014"/>
                  </a:lnTo>
                  <a:lnTo>
                    <a:pt x="136572" y="675014"/>
                  </a:lnTo>
                  <a:lnTo>
                    <a:pt x="137854" y="675014"/>
                  </a:lnTo>
                  <a:lnTo>
                    <a:pt x="139135" y="651054"/>
                  </a:lnTo>
                  <a:lnTo>
                    <a:pt x="140417" y="584536"/>
                  </a:lnTo>
                  <a:lnTo>
                    <a:pt x="141699" y="540141"/>
                  </a:lnTo>
                  <a:lnTo>
                    <a:pt x="142981" y="506160"/>
                  </a:lnTo>
                  <a:lnTo>
                    <a:pt x="144263" y="506160"/>
                  </a:lnTo>
                  <a:lnTo>
                    <a:pt x="145545" y="506160"/>
                  </a:lnTo>
                  <a:lnTo>
                    <a:pt x="146827" y="506160"/>
                  </a:lnTo>
                  <a:lnTo>
                    <a:pt x="148108" y="506160"/>
                  </a:lnTo>
                  <a:lnTo>
                    <a:pt x="149390" y="450218"/>
                  </a:lnTo>
                  <a:lnTo>
                    <a:pt x="150672" y="414635"/>
                  </a:lnTo>
                  <a:lnTo>
                    <a:pt x="151954" y="338224"/>
                  </a:lnTo>
                  <a:lnTo>
                    <a:pt x="153236" y="374001"/>
                  </a:lnTo>
                  <a:lnTo>
                    <a:pt x="154518" y="360625"/>
                  </a:lnTo>
                  <a:lnTo>
                    <a:pt x="155799" y="384311"/>
                  </a:lnTo>
                  <a:lnTo>
                    <a:pt x="157081" y="384311"/>
                  </a:lnTo>
                  <a:lnTo>
                    <a:pt x="158363" y="353349"/>
                  </a:lnTo>
                  <a:lnTo>
                    <a:pt x="159645" y="384311"/>
                  </a:lnTo>
                  <a:lnTo>
                    <a:pt x="160927" y="411849"/>
                  </a:lnTo>
                  <a:lnTo>
                    <a:pt x="162209" y="422192"/>
                  </a:lnTo>
                  <a:lnTo>
                    <a:pt x="163491" y="384311"/>
                  </a:lnTo>
                  <a:lnTo>
                    <a:pt x="164772" y="384311"/>
                  </a:lnTo>
                  <a:lnTo>
                    <a:pt x="166054" y="341863"/>
                  </a:lnTo>
                  <a:lnTo>
                    <a:pt x="167336" y="337330"/>
                  </a:lnTo>
                  <a:lnTo>
                    <a:pt x="168618" y="374609"/>
                  </a:lnTo>
                  <a:lnTo>
                    <a:pt x="169900" y="401685"/>
                  </a:lnTo>
                  <a:lnTo>
                    <a:pt x="171182" y="547823"/>
                  </a:lnTo>
                  <a:lnTo>
                    <a:pt x="172463" y="527254"/>
                  </a:lnTo>
                  <a:lnTo>
                    <a:pt x="173745" y="580302"/>
                  </a:lnTo>
                  <a:lnTo>
                    <a:pt x="175027" y="528432"/>
                  </a:lnTo>
                  <a:lnTo>
                    <a:pt x="176309" y="450859"/>
                  </a:lnTo>
                  <a:lnTo>
                    <a:pt x="177591" y="497037"/>
                  </a:lnTo>
                  <a:lnTo>
                    <a:pt x="178873" y="475901"/>
                  </a:lnTo>
                  <a:lnTo>
                    <a:pt x="180154" y="375400"/>
                  </a:lnTo>
                  <a:lnTo>
                    <a:pt x="181436" y="275641"/>
                  </a:lnTo>
                  <a:lnTo>
                    <a:pt x="182718" y="272441"/>
                  </a:lnTo>
                  <a:lnTo>
                    <a:pt x="184000" y="220253"/>
                  </a:lnTo>
                  <a:lnTo>
                    <a:pt x="185282" y="216174"/>
                  </a:lnTo>
                  <a:lnTo>
                    <a:pt x="186564" y="217802"/>
                  </a:lnTo>
                  <a:lnTo>
                    <a:pt x="187846" y="217802"/>
                  </a:lnTo>
                  <a:lnTo>
                    <a:pt x="189127" y="217802"/>
                  </a:lnTo>
                  <a:lnTo>
                    <a:pt x="190409" y="217802"/>
                  </a:lnTo>
                  <a:lnTo>
                    <a:pt x="191691" y="178577"/>
                  </a:lnTo>
                  <a:lnTo>
                    <a:pt x="192973" y="157089"/>
                  </a:lnTo>
                  <a:lnTo>
                    <a:pt x="194255" y="128278"/>
                  </a:lnTo>
                  <a:lnTo>
                    <a:pt x="195537" y="117306"/>
                  </a:lnTo>
                  <a:lnTo>
                    <a:pt x="196818" y="106610"/>
                  </a:lnTo>
                  <a:lnTo>
                    <a:pt x="198100" y="123027"/>
                  </a:lnTo>
                  <a:lnTo>
                    <a:pt x="199382" y="168528"/>
                  </a:lnTo>
                  <a:lnTo>
                    <a:pt x="200664" y="316103"/>
                  </a:lnTo>
                  <a:lnTo>
                    <a:pt x="201946" y="424806"/>
                  </a:lnTo>
                  <a:lnTo>
                    <a:pt x="203228" y="611394"/>
                  </a:lnTo>
                  <a:lnTo>
                    <a:pt x="204473" y="67514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97162" y="1501577"/>
              <a:ext cx="263407" cy="564711"/>
            </a:xfrm>
            <a:custGeom>
              <a:avLst/>
              <a:pathLst>
                <a:path w="263407" h="564711">
                  <a:moveTo>
                    <a:pt x="0" y="564711"/>
                  </a:moveTo>
                  <a:lnTo>
                    <a:pt x="1101" y="553440"/>
                  </a:lnTo>
                  <a:lnTo>
                    <a:pt x="2383" y="474106"/>
                  </a:lnTo>
                  <a:lnTo>
                    <a:pt x="3665" y="474106"/>
                  </a:lnTo>
                  <a:lnTo>
                    <a:pt x="4947" y="474106"/>
                  </a:lnTo>
                  <a:lnTo>
                    <a:pt x="6228" y="517603"/>
                  </a:lnTo>
                  <a:lnTo>
                    <a:pt x="7510" y="564584"/>
                  </a:lnTo>
                  <a:lnTo>
                    <a:pt x="8792" y="564584"/>
                  </a:lnTo>
                  <a:lnTo>
                    <a:pt x="10074" y="564584"/>
                  </a:lnTo>
                  <a:lnTo>
                    <a:pt x="11356" y="564584"/>
                  </a:lnTo>
                  <a:lnTo>
                    <a:pt x="12638" y="564584"/>
                  </a:lnTo>
                  <a:lnTo>
                    <a:pt x="13919" y="564584"/>
                  </a:lnTo>
                  <a:lnTo>
                    <a:pt x="15201" y="564584"/>
                  </a:lnTo>
                  <a:lnTo>
                    <a:pt x="16483" y="425837"/>
                  </a:lnTo>
                  <a:lnTo>
                    <a:pt x="17765" y="326598"/>
                  </a:lnTo>
                  <a:lnTo>
                    <a:pt x="19047" y="256018"/>
                  </a:lnTo>
                  <a:lnTo>
                    <a:pt x="20329" y="208815"/>
                  </a:lnTo>
                  <a:lnTo>
                    <a:pt x="21611" y="208815"/>
                  </a:lnTo>
                  <a:lnTo>
                    <a:pt x="22892" y="208815"/>
                  </a:lnTo>
                  <a:lnTo>
                    <a:pt x="24174" y="208815"/>
                  </a:lnTo>
                  <a:lnTo>
                    <a:pt x="25456" y="187850"/>
                  </a:lnTo>
                  <a:lnTo>
                    <a:pt x="26738" y="157744"/>
                  </a:lnTo>
                  <a:lnTo>
                    <a:pt x="28020" y="157744"/>
                  </a:lnTo>
                  <a:lnTo>
                    <a:pt x="29302" y="119863"/>
                  </a:lnTo>
                  <a:lnTo>
                    <a:pt x="30583" y="99583"/>
                  </a:lnTo>
                  <a:lnTo>
                    <a:pt x="31865" y="114659"/>
                  </a:lnTo>
                  <a:lnTo>
                    <a:pt x="33147" y="90584"/>
                  </a:lnTo>
                  <a:lnTo>
                    <a:pt x="34429" y="81341"/>
                  </a:lnTo>
                  <a:lnTo>
                    <a:pt x="35711" y="156765"/>
                  </a:lnTo>
                  <a:lnTo>
                    <a:pt x="36993" y="144868"/>
                  </a:lnTo>
                  <a:lnTo>
                    <a:pt x="38274" y="211572"/>
                  </a:lnTo>
                  <a:lnTo>
                    <a:pt x="39556" y="241524"/>
                  </a:lnTo>
                  <a:lnTo>
                    <a:pt x="40838" y="99685"/>
                  </a:lnTo>
                  <a:lnTo>
                    <a:pt x="42120" y="64101"/>
                  </a:lnTo>
                  <a:lnTo>
                    <a:pt x="43402" y="5922"/>
                  </a:lnTo>
                  <a:lnTo>
                    <a:pt x="44684" y="26290"/>
                  </a:lnTo>
                  <a:lnTo>
                    <a:pt x="45966" y="74874"/>
                  </a:lnTo>
                  <a:lnTo>
                    <a:pt x="47247" y="102190"/>
                  </a:lnTo>
                  <a:lnTo>
                    <a:pt x="48529" y="115900"/>
                  </a:lnTo>
                  <a:lnTo>
                    <a:pt x="49811" y="95812"/>
                  </a:lnTo>
                  <a:lnTo>
                    <a:pt x="51093" y="89266"/>
                  </a:lnTo>
                  <a:lnTo>
                    <a:pt x="52375" y="76389"/>
                  </a:lnTo>
                  <a:lnTo>
                    <a:pt x="53657" y="12112"/>
                  </a:lnTo>
                  <a:lnTo>
                    <a:pt x="54938" y="14018"/>
                  </a:lnTo>
                  <a:lnTo>
                    <a:pt x="56220" y="29490"/>
                  </a:lnTo>
                  <a:lnTo>
                    <a:pt x="57502" y="35399"/>
                  </a:lnTo>
                  <a:lnTo>
                    <a:pt x="58784" y="37382"/>
                  </a:lnTo>
                  <a:lnTo>
                    <a:pt x="60066" y="109127"/>
                  </a:lnTo>
                  <a:lnTo>
                    <a:pt x="61348" y="147236"/>
                  </a:lnTo>
                  <a:lnTo>
                    <a:pt x="62630" y="184739"/>
                  </a:lnTo>
                  <a:lnTo>
                    <a:pt x="63911" y="202606"/>
                  </a:lnTo>
                  <a:lnTo>
                    <a:pt x="65193" y="171323"/>
                  </a:lnTo>
                  <a:lnTo>
                    <a:pt x="66475" y="184361"/>
                  </a:lnTo>
                  <a:lnTo>
                    <a:pt x="67757" y="207445"/>
                  </a:lnTo>
                  <a:lnTo>
                    <a:pt x="69039" y="212758"/>
                  </a:lnTo>
                  <a:lnTo>
                    <a:pt x="70321" y="259451"/>
                  </a:lnTo>
                  <a:lnTo>
                    <a:pt x="71602" y="300648"/>
                  </a:lnTo>
                  <a:lnTo>
                    <a:pt x="72884" y="350112"/>
                  </a:lnTo>
                  <a:lnTo>
                    <a:pt x="74166" y="350571"/>
                  </a:lnTo>
                  <a:lnTo>
                    <a:pt x="75448" y="396331"/>
                  </a:lnTo>
                  <a:lnTo>
                    <a:pt x="76730" y="437393"/>
                  </a:lnTo>
                  <a:lnTo>
                    <a:pt x="78012" y="443659"/>
                  </a:lnTo>
                  <a:lnTo>
                    <a:pt x="79293" y="414098"/>
                  </a:lnTo>
                  <a:lnTo>
                    <a:pt x="80575" y="445733"/>
                  </a:lnTo>
                  <a:lnTo>
                    <a:pt x="81857" y="358951"/>
                  </a:lnTo>
                  <a:lnTo>
                    <a:pt x="83139" y="227794"/>
                  </a:lnTo>
                  <a:lnTo>
                    <a:pt x="84421" y="136136"/>
                  </a:lnTo>
                  <a:lnTo>
                    <a:pt x="85703" y="61010"/>
                  </a:lnTo>
                  <a:lnTo>
                    <a:pt x="86985" y="26770"/>
                  </a:lnTo>
                  <a:lnTo>
                    <a:pt x="88266" y="0"/>
                  </a:lnTo>
                  <a:lnTo>
                    <a:pt x="89548" y="15147"/>
                  </a:lnTo>
                  <a:lnTo>
                    <a:pt x="90830" y="26770"/>
                  </a:lnTo>
                  <a:lnTo>
                    <a:pt x="92112" y="65173"/>
                  </a:lnTo>
                  <a:lnTo>
                    <a:pt x="93394" y="67265"/>
                  </a:lnTo>
                  <a:lnTo>
                    <a:pt x="94676" y="67265"/>
                  </a:lnTo>
                  <a:lnTo>
                    <a:pt x="95957" y="155539"/>
                  </a:lnTo>
                  <a:lnTo>
                    <a:pt x="97239" y="127461"/>
                  </a:lnTo>
                  <a:lnTo>
                    <a:pt x="98521" y="138585"/>
                  </a:lnTo>
                  <a:lnTo>
                    <a:pt x="99803" y="161689"/>
                  </a:lnTo>
                  <a:lnTo>
                    <a:pt x="101085" y="191666"/>
                  </a:lnTo>
                  <a:lnTo>
                    <a:pt x="102367" y="176300"/>
                  </a:lnTo>
                  <a:lnTo>
                    <a:pt x="103649" y="202666"/>
                  </a:lnTo>
                  <a:lnTo>
                    <a:pt x="104930" y="245432"/>
                  </a:lnTo>
                  <a:lnTo>
                    <a:pt x="106212" y="252297"/>
                  </a:lnTo>
                  <a:lnTo>
                    <a:pt x="107494" y="276977"/>
                  </a:lnTo>
                  <a:lnTo>
                    <a:pt x="108776" y="212262"/>
                  </a:lnTo>
                  <a:lnTo>
                    <a:pt x="110058" y="187013"/>
                  </a:lnTo>
                  <a:lnTo>
                    <a:pt x="111340" y="187013"/>
                  </a:lnTo>
                  <a:lnTo>
                    <a:pt x="112621" y="187013"/>
                  </a:lnTo>
                  <a:lnTo>
                    <a:pt x="113903" y="187013"/>
                  </a:lnTo>
                  <a:lnTo>
                    <a:pt x="115185" y="185471"/>
                  </a:lnTo>
                  <a:lnTo>
                    <a:pt x="116467" y="159963"/>
                  </a:lnTo>
                  <a:lnTo>
                    <a:pt x="117749" y="134172"/>
                  </a:lnTo>
                  <a:lnTo>
                    <a:pt x="119031" y="120247"/>
                  </a:lnTo>
                  <a:lnTo>
                    <a:pt x="120312" y="103774"/>
                  </a:lnTo>
                  <a:lnTo>
                    <a:pt x="121594" y="150100"/>
                  </a:lnTo>
                  <a:lnTo>
                    <a:pt x="122876" y="108510"/>
                  </a:lnTo>
                  <a:lnTo>
                    <a:pt x="124158" y="126782"/>
                  </a:lnTo>
                  <a:lnTo>
                    <a:pt x="125440" y="104029"/>
                  </a:lnTo>
                  <a:lnTo>
                    <a:pt x="126722" y="159716"/>
                  </a:lnTo>
                  <a:lnTo>
                    <a:pt x="128004" y="247754"/>
                  </a:lnTo>
                  <a:lnTo>
                    <a:pt x="129285" y="198263"/>
                  </a:lnTo>
                  <a:lnTo>
                    <a:pt x="130567" y="183403"/>
                  </a:lnTo>
                  <a:lnTo>
                    <a:pt x="131849" y="183403"/>
                  </a:lnTo>
                  <a:lnTo>
                    <a:pt x="133131" y="183403"/>
                  </a:lnTo>
                  <a:lnTo>
                    <a:pt x="134413" y="123662"/>
                  </a:lnTo>
                  <a:lnTo>
                    <a:pt x="135695" y="169629"/>
                  </a:lnTo>
                  <a:lnTo>
                    <a:pt x="136976" y="159242"/>
                  </a:lnTo>
                  <a:lnTo>
                    <a:pt x="138258" y="207601"/>
                  </a:lnTo>
                  <a:lnTo>
                    <a:pt x="139540" y="218748"/>
                  </a:lnTo>
                  <a:lnTo>
                    <a:pt x="140822" y="235828"/>
                  </a:lnTo>
                  <a:lnTo>
                    <a:pt x="142104" y="165817"/>
                  </a:lnTo>
                  <a:lnTo>
                    <a:pt x="143386" y="135711"/>
                  </a:lnTo>
                  <a:lnTo>
                    <a:pt x="144668" y="107073"/>
                  </a:lnTo>
                  <a:lnTo>
                    <a:pt x="145949" y="112960"/>
                  </a:lnTo>
                  <a:lnTo>
                    <a:pt x="147231" y="102190"/>
                  </a:lnTo>
                  <a:lnTo>
                    <a:pt x="148513" y="152193"/>
                  </a:lnTo>
                  <a:lnTo>
                    <a:pt x="149795" y="135524"/>
                  </a:lnTo>
                  <a:lnTo>
                    <a:pt x="151077" y="135524"/>
                  </a:lnTo>
                  <a:lnTo>
                    <a:pt x="152359" y="123901"/>
                  </a:lnTo>
                  <a:lnTo>
                    <a:pt x="153640" y="150987"/>
                  </a:lnTo>
                  <a:lnTo>
                    <a:pt x="154922" y="173092"/>
                  </a:lnTo>
                  <a:lnTo>
                    <a:pt x="156204" y="156829"/>
                  </a:lnTo>
                  <a:lnTo>
                    <a:pt x="157486" y="163015"/>
                  </a:lnTo>
                  <a:lnTo>
                    <a:pt x="158768" y="156907"/>
                  </a:lnTo>
                  <a:lnTo>
                    <a:pt x="160050" y="94347"/>
                  </a:lnTo>
                  <a:lnTo>
                    <a:pt x="161332" y="108629"/>
                  </a:lnTo>
                  <a:lnTo>
                    <a:pt x="162613" y="95760"/>
                  </a:lnTo>
                  <a:lnTo>
                    <a:pt x="163895" y="155248"/>
                  </a:lnTo>
                  <a:lnTo>
                    <a:pt x="165177" y="156584"/>
                  </a:lnTo>
                  <a:lnTo>
                    <a:pt x="166459" y="149731"/>
                  </a:lnTo>
                  <a:lnTo>
                    <a:pt x="167741" y="104151"/>
                  </a:lnTo>
                  <a:lnTo>
                    <a:pt x="169023" y="67265"/>
                  </a:lnTo>
                  <a:lnTo>
                    <a:pt x="170304" y="67265"/>
                  </a:lnTo>
                  <a:lnTo>
                    <a:pt x="171586" y="181062"/>
                  </a:lnTo>
                  <a:lnTo>
                    <a:pt x="172868" y="220681"/>
                  </a:lnTo>
                  <a:lnTo>
                    <a:pt x="174150" y="245244"/>
                  </a:lnTo>
                  <a:lnTo>
                    <a:pt x="175432" y="273881"/>
                  </a:lnTo>
                  <a:lnTo>
                    <a:pt x="176714" y="238298"/>
                  </a:lnTo>
                  <a:lnTo>
                    <a:pt x="177995" y="226900"/>
                  </a:lnTo>
                  <a:lnTo>
                    <a:pt x="179277" y="291255"/>
                  </a:lnTo>
                  <a:lnTo>
                    <a:pt x="180559" y="392752"/>
                  </a:lnTo>
                  <a:lnTo>
                    <a:pt x="181841" y="493806"/>
                  </a:lnTo>
                  <a:lnTo>
                    <a:pt x="183123" y="511867"/>
                  </a:lnTo>
                  <a:lnTo>
                    <a:pt x="184405" y="446005"/>
                  </a:lnTo>
                  <a:lnTo>
                    <a:pt x="185687" y="459270"/>
                  </a:lnTo>
                  <a:lnTo>
                    <a:pt x="186968" y="442735"/>
                  </a:lnTo>
                  <a:lnTo>
                    <a:pt x="188250" y="346693"/>
                  </a:lnTo>
                  <a:lnTo>
                    <a:pt x="189532" y="387717"/>
                  </a:lnTo>
                  <a:lnTo>
                    <a:pt x="190814" y="303987"/>
                  </a:lnTo>
                  <a:lnTo>
                    <a:pt x="192096" y="250195"/>
                  </a:lnTo>
                  <a:lnTo>
                    <a:pt x="193378" y="252273"/>
                  </a:lnTo>
                  <a:lnTo>
                    <a:pt x="194659" y="303591"/>
                  </a:lnTo>
                  <a:lnTo>
                    <a:pt x="195941" y="342881"/>
                  </a:lnTo>
                  <a:lnTo>
                    <a:pt x="197223" y="380173"/>
                  </a:lnTo>
                  <a:lnTo>
                    <a:pt x="198505" y="388344"/>
                  </a:lnTo>
                  <a:lnTo>
                    <a:pt x="199787" y="400170"/>
                  </a:lnTo>
                  <a:lnTo>
                    <a:pt x="201069" y="366656"/>
                  </a:lnTo>
                  <a:lnTo>
                    <a:pt x="202351" y="486674"/>
                  </a:lnTo>
                  <a:lnTo>
                    <a:pt x="203632" y="545188"/>
                  </a:lnTo>
                  <a:lnTo>
                    <a:pt x="204914" y="534314"/>
                  </a:lnTo>
                  <a:lnTo>
                    <a:pt x="206196" y="504189"/>
                  </a:lnTo>
                  <a:lnTo>
                    <a:pt x="207478" y="543282"/>
                  </a:lnTo>
                  <a:lnTo>
                    <a:pt x="208760" y="476263"/>
                  </a:lnTo>
                  <a:lnTo>
                    <a:pt x="210042" y="510164"/>
                  </a:lnTo>
                  <a:lnTo>
                    <a:pt x="211323" y="498876"/>
                  </a:lnTo>
                  <a:lnTo>
                    <a:pt x="212605" y="534645"/>
                  </a:lnTo>
                  <a:lnTo>
                    <a:pt x="213887" y="522926"/>
                  </a:lnTo>
                  <a:lnTo>
                    <a:pt x="215169" y="522926"/>
                  </a:lnTo>
                  <a:lnTo>
                    <a:pt x="216451" y="499512"/>
                  </a:lnTo>
                  <a:lnTo>
                    <a:pt x="217733" y="508100"/>
                  </a:lnTo>
                  <a:lnTo>
                    <a:pt x="219014" y="473849"/>
                  </a:lnTo>
                  <a:lnTo>
                    <a:pt x="220296" y="481519"/>
                  </a:lnTo>
                  <a:lnTo>
                    <a:pt x="221578" y="440300"/>
                  </a:lnTo>
                  <a:lnTo>
                    <a:pt x="222860" y="395953"/>
                  </a:lnTo>
                  <a:lnTo>
                    <a:pt x="224142" y="378621"/>
                  </a:lnTo>
                  <a:lnTo>
                    <a:pt x="225424" y="327447"/>
                  </a:lnTo>
                  <a:lnTo>
                    <a:pt x="226706" y="309992"/>
                  </a:lnTo>
                  <a:lnTo>
                    <a:pt x="227987" y="336663"/>
                  </a:lnTo>
                  <a:lnTo>
                    <a:pt x="229269" y="307777"/>
                  </a:lnTo>
                  <a:lnTo>
                    <a:pt x="230551" y="250490"/>
                  </a:lnTo>
                  <a:lnTo>
                    <a:pt x="231833" y="241697"/>
                  </a:lnTo>
                  <a:lnTo>
                    <a:pt x="233115" y="169984"/>
                  </a:lnTo>
                  <a:lnTo>
                    <a:pt x="234397" y="151681"/>
                  </a:lnTo>
                  <a:lnTo>
                    <a:pt x="235678" y="178006"/>
                  </a:lnTo>
                  <a:lnTo>
                    <a:pt x="236960" y="112453"/>
                  </a:lnTo>
                  <a:lnTo>
                    <a:pt x="238242" y="152025"/>
                  </a:lnTo>
                  <a:lnTo>
                    <a:pt x="239524" y="151837"/>
                  </a:lnTo>
                  <a:lnTo>
                    <a:pt x="240806" y="141954"/>
                  </a:lnTo>
                  <a:lnTo>
                    <a:pt x="242088" y="202866"/>
                  </a:lnTo>
                  <a:lnTo>
                    <a:pt x="243370" y="167404"/>
                  </a:lnTo>
                  <a:lnTo>
                    <a:pt x="244651" y="249663"/>
                  </a:lnTo>
                  <a:lnTo>
                    <a:pt x="245933" y="292497"/>
                  </a:lnTo>
                  <a:lnTo>
                    <a:pt x="247215" y="233942"/>
                  </a:lnTo>
                  <a:lnTo>
                    <a:pt x="248497" y="279404"/>
                  </a:lnTo>
                  <a:lnTo>
                    <a:pt x="249779" y="212758"/>
                  </a:lnTo>
                  <a:lnTo>
                    <a:pt x="251061" y="261763"/>
                  </a:lnTo>
                  <a:lnTo>
                    <a:pt x="252342" y="314988"/>
                  </a:lnTo>
                  <a:lnTo>
                    <a:pt x="253624" y="301266"/>
                  </a:lnTo>
                  <a:lnTo>
                    <a:pt x="254906" y="324952"/>
                  </a:lnTo>
                  <a:lnTo>
                    <a:pt x="256188" y="483107"/>
                  </a:lnTo>
                  <a:lnTo>
                    <a:pt x="257470" y="484610"/>
                  </a:lnTo>
                  <a:lnTo>
                    <a:pt x="258752" y="519425"/>
                  </a:lnTo>
                  <a:lnTo>
                    <a:pt x="260034" y="519425"/>
                  </a:lnTo>
                  <a:lnTo>
                    <a:pt x="261315" y="519425"/>
                  </a:lnTo>
                  <a:lnTo>
                    <a:pt x="262597" y="523837"/>
                  </a:lnTo>
                  <a:lnTo>
                    <a:pt x="263407" y="56471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2771897" y="1177939"/>
              <a:ext cx="346714" cy="888349"/>
            </a:xfrm>
            <a:custGeom>
              <a:avLst/>
              <a:pathLst>
                <a:path w="346714" h="888349">
                  <a:moveTo>
                    <a:pt x="0" y="888349"/>
                  </a:moveTo>
                  <a:lnTo>
                    <a:pt x="681" y="859392"/>
                  </a:lnTo>
                  <a:lnTo>
                    <a:pt x="1963" y="723441"/>
                  </a:lnTo>
                  <a:lnTo>
                    <a:pt x="3244" y="624904"/>
                  </a:lnTo>
                  <a:lnTo>
                    <a:pt x="4526" y="624904"/>
                  </a:lnTo>
                  <a:lnTo>
                    <a:pt x="5808" y="611787"/>
                  </a:lnTo>
                  <a:lnTo>
                    <a:pt x="7090" y="476511"/>
                  </a:lnTo>
                  <a:lnTo>
                    <a:pt x="8372" y="427667"/>
                  </a:lnTo>
                  <a:lnTo>
                    <a:pt x="9654" y="461293"/>
                  </a:lnTo>
                  <a:lnTo>
                    <a:pt x="10935" y="430502"/>
                  </a:lnTo>
                  <a:lnTo>
                    <a:pt x="12217" y="548933"/>
                  </a:lnTo>
                  <a:lnTo>
                    <a:pt x="13499" y="486765"/>
                  </a:lnTo>
                  <a:lnTo>
                    <a:pt x="14781" y="487928"/>
                  </a:lnTo>
                  <a:lnTo>
                    <a:pt x="16063" y="446344"/>
                  </a:lnTo>
                  <a:lnTo>
                    <a:pt x="17345" y="424603"/>
                  </a:lnTo>
                  <a:lnTo>
                    <a:pt x="18627" y="411413"/>
                  </a:lnTo>
                  <a:lnTo>
                    <a:pt x="19908" y="404927"/>
                  </a:lnTo>
                  <a:lnTo>
                    <a:pt x="21190" y="460353"/>
                  </a:lnTo>
                  <a:lnTo>
                    <a:pt x="22472" y="510651"/>
                  </a:lnTo>
                  <a:lnTo>
                    <a:pt x="23754" y="480545"/>
                  </a:lnTo>
                  <a:lnTo>
                    <a:pt x="25036" y="449119"/>
                  </a:lnTo>
                  <a:lnTo>
                    <a:pt x="26318" y="454709"/>
                  </a:lnTo>
                  <a:lnTo>
                    <a:pt x="27599" y="457525"/>
                  </a:lnTo>
                  <a:lnTo>
                    <a:pt x="28881" y="486444"/>
                  </a:lnTo>
                  <a:lnTo>
                    <a:pt x="30163" y="469570"/>
                  </a:lnTo>
                  <a:lnTo>
                    <a:pt x="31445" y="423323"/>
                  </a:lnTo>
                  <a:lnTo>
                    <a:pt x="32727" y="374901"/>
                  </a:lnTo>
                  <a:lnTo>
                    <a:pt x="34009" y="386262"/>
                  </a:lnTo>
                  <a:lnTo>
                    <a:pt x="35291" y="358287"/>
                  </a:lnTo>
                  <a:lnTo>
                    <a:pt x="36572" y="463983"/>
                  </a:lnTo>
                  <a:lnTo>
                    <a:pt x="37854" y="462758"/>
                  </a:lnTo>
                  <a:lnTo>
                    <a:pt x="39136" y="513535"/>
                  </a:lnTo>
                  <a:lnTo>
                    <a:pt x="40418" y="507041"/>
                  </a:lnTo>
                  <a:lnTo>
                    <a:pt x="41700" y="472445"/>
                  </a:lnTo>
                  <a:lnTo>
                    <a:pt x="42982" y="507041"/>
                  </a:lnTo>
                  <a:lnTo>
                    <a:pt x="44263" y="555071"/>
                  </a:lnTo>
                  <a:lnTo>
                    <a:pt x="45545" y="597519"/>
                  </a:lnTo>
                  <a:lnTo>
                    <a:pt x="46827" y="645928"/>
                  </a:lnTo>
                  <a:lnTo>
                    <a:pt x="48109" y="653951"/>
                  </a:lnTo>
                  <a:lnTo>
                    <a:pt x="49391" y="692909"/>
                  </a:lnTo>
                  <a:lnTo>
                    <a:pt x="50673" y="711355"/>
                  </a:lnTo>
                  <a:lnTo>
                    <a:pt x="51954" y="772484"/>
                  </a:lnTo>
                  <a:lnTo>
                    <a:pt x="53236" y="785635"/>
                  </a:lnTo>
                  <a:lnTo>
                    <a:pt x="54518" y="785635"/>
                  </a:lnTo>
                  <a:lnTo>
                    <a:pt x="55800" y="790093"/>
                  </a:lnTo>
                  <a:lnTo>
                    <a:pt x="57082" y="796083"/>
                  </a:lnTo>
                  <a:lnTo>
                    <a:pt x="58364" y="713403"/>
                  </a:lnTo>
                  <a:lnTo>
                    <a:pt x="59646" y="753473"/>
                  </a:lnTo>
                  <a:lnTo>
                    <a:pt x="60927" y="756671"/>
                  </a:lnTo>
                  <a:lnTo>
                    <a:pt x="62209" y="766373"/>
                  </a:lnTo>
                  <a:lnTo>
                    <a:pt x="63491" y="766373"/>
                  </a:lnTo>
                  <a:lnTo>
                    <a:pt x="64773" y="766373"/>
                  </a:lnTo>
                  <a:lnTo>
                    <a:pt x="66055" y="710431"/>
                  </a:lnTo>
                  <a:lnTo>
                    <a:pt x="67337" y="704532"/>
                  </a:lnTo>
                  <a:lnTo>
                    <a:pt x="68618" y="716390"/>
                  </a:lnTo>
                  <a:lnTo>
                    <a:pt x="69900" y="829138"/>
                  </a:lnTo>
                  <a:lnTo>
                    <a:pt x="71182" y="843063"/>
                  </a:lnTo>
                  <a:lnTo>
                    <a:pt x="72464" y="847475"/>
                  </a:lnTo>
                  <a:lnTo>
                    <a:pt x="73746" y="776896"/>
                  </a:lnTo>
                  <a:lnTo>
                    <a:pt x="75028" y="729693"/>
                  </a:lnTo>
                  <a:lnTo>
                    <a:pt x="76310" y="771141"/>
                  </a:lnTo>
                  <a:lnTo>
                    <a:pt x="77591" y="751434"/>
                  </a:lnTo>
                  <a:lnTo>
                    <a:pt x="78873" y="740463"/>
                  </a:lnTo>
                  <a:lnTo>
                    <a:pt x="80155" y="785635"/>
                  </a:lnTo>
                  <a:lnTo>
                    <a:pt x="81437" y="785635"/>
                  </a:lnTo>
                  <a:lnTo>
                    <a:pt x="82719" y="785635"/>
                  </a:lnTo>
                  <a:lnTo>
                    <a:pt x="84001" y="740463"/>
                  </a:lnTo>
                  <a:lnTo>
                    <a:pt x="85282" y="779794"/>
                  </a:lnTo>
                  <a:lnTo>
                    <a:pt x="86564" y="754209"/>
                  </a:lnTo>
                  <a:lnTo>
                    <a:pt x="87846" y="729693"/>
                  </a:lnTo>
                  <a:lnTo>
                    <a:pt x="89128" y="711355"/>
                  </a:lnTo>
                  <a:lnTo>
                    <a:pt x="90410" y="642370"/>
                  </a:lnTo>
                  <a:lnTo>
                    <a:pt x="91692" y="529791"/>
                  </a:lnTo>
                  <a:lnTo>
                    <a:pt x="92973" y="532453"/>
                  </a:lnTo>
                  <a:lnTo>
                    <a:pt x="94255" y="516660"/>
                  </a:lnTo>
                  <a:lnTo>
                    <a:pt x="95537" y="481382"/>
                  </a:lnTo>
                  <a:lnTo>
                    <a:pt x="96819" y="511488"/>
                  </a:lnTo>
                  <a:lnTo>
                    <a:pt x="98101" y="532453"/>
                  </a:lnTo>
                  <a:lnTo>
                    <a:pt x="99383" y="516660"/>
                  </a:lnTo>
                  <a:lnTo>
                    <a:pt x="100665" y="481382"/>
                  </a:lnTo>
                  <a:lnTo>
                    <a:pt x="101946" y="429903"/>
                  </a:lnTo>
                  <a:lnTo>
                    <a:pt x="103228" y="511369"/>
                  </a:lnTo>
                  <a:lnTo>
                    <a:pt x="104510" y="496069"/>
                  </a:lnTo>
                  <a:lnTo>
                    <a:pt x="105792" y="466820"/>
                  </a:lnTo>
                  <a:lnTo>
                    <a:pt x="107074" y="468506"/>
                  </a:lnTo>
                  <a:lnTo>
                    <a:pt x="108356" y="393082"/>
                  </a:lnTo>
                  <a:lnTo>
                    <a:pt x="109637" y="376068"/>
                  </a:lnTo>
                  <a:lnTo>
                    <a:pt x="110919" y="330896"/>
                  </a:lnTo>
                  <a:lnTo>
                    <a:pt x="112201" y="351437"/>
                  </a:lnTo>
                  <a:lnTo>
                    <a:pt x="113483" y="299161"/>
                  </a:lnTo>
                  <a:lnTo>
                    <a:pt x="114765" y="297692"/>
                  </a:lnTo>
                  <a:lnTo>
                    <a:pt x="116047" y="297692"/>
                  </a:lnTo>
                  <a:lnTo>
                    <a:pt x="117329" y="259353"/>
                  </a:lnTo>
                  <a:lnTo>
                    <a:pt x="118610" y="225957"/>
                  </a:lnTo>
                  <a:lnTo>
                    <a:pt x="119892" y="241750"/>
                  </a:lnTo>
                  <a:lnTo>
                    <a:pt x="121174" y="227257"/>
                  </a:lnTo>
                  <a:lnTo>
                    <a:pt x="122456" y="218063"/>
                  </a:lnTo>
                  <a:lnTo>
                    <a:pt x="123738" y="203036"/>
                  </a:lnTo>
                  <a:lnTo>
                    <a:pt x="125020" y="225973"/>
                  </a:lnTo>
                  <a:lnTo>
                    <a:pt x="126301" y="142570"/>
                  </a:lnTo>
                  <a:lnTo>
                    <a:pt x="127583" y="190679"/>
                  </a:lnTo>
                  <a:lnTo>
                    <a:pt x="128865" y="169071"/>
                  </a:lnTo>
                  <a:lnTo>
                    <a:pt x="130147" y="189457"/>
                  </a:lnTo>
                  <a:lnTo>
                    <a:pt x="131429" y="188238"/>
                  </a:lnTo>
                  <a:lnTo>
                    <a:pt x="132711" y="214385"/>
                  </a:lnTo>
                  <a:lnTo>
                    <a:pt x="133992" y="190679"/>
                  </a:lnTo>
                  <a:lnTo>
                    <a:pt x="135274" y="190679"/>
                  </a:lnTo>
                  <a:lnTo>
                    <a:pt x="136556" y="224660"/>
                  </a:lnTo>
                  <a:lnTo>
                    <a:pt x="137838" y="266266"/>
                  </a:lnTo>
                  <a:lnTo>
                    <a:pt x="139120" y="248458"/>
                  </a:lnTo>
                  <a:lnTo>
                    <a:pt x="140402" y="287509"/>
                  </a:lnTo>
                  <a:lnTo>
                    <a:pt x="141684" y="255244"/>
                  </a:lnTo>
                  <a:lnTo>
                    <a:pt x="142965" y="279905"/>
                  </a:lnTo>
                  <a:lnTo>
                    <a:pt x="144247" y="359742"/>
                  </a:lnTo>
                  <a:lnTo>
                    <a:pt x="145529" y="350409"/>
                  </a:lnTo>
                  <a:lnTo>
                    <a:pt x="146811" y="350409"/>
                  </a:lnTo>
                  <a:lnTo>
                    <a:pt x="148093" y="407918"/>
                  </a:lnTo>
                  <a:lnTo>
                    <a:pt x="149375" y="434401"/>
                  </a:lnTo>
                  <a:lnTo>
                    <a:pt x="150656" y="457422"/>
                  </a:lnTo>
                  <a:lnTo>
                    <a:pt x="151938" y="548683"/>
                  </a:lnTo>
                  <a:lnTo>
                    <a:pt x="153220" y="646984"/>
                  </a:lnTo>
                  <a:lnTo>
                    <a:pt x="154502" y="637028"/>
                  </a:lnTo>
                  <a:lnTo>
                    <a:pt x="155784" y="573833"/>
                  </a:lnTo>
                  <a:lnTo>
                    <a:pt x="157066" y="548285"/>
                  </a:lnTo>
                  <a:lnTo>
                    <a:pt x="158348" y="620461"/>
                  </a:lnTo>
                  <a:lnTo>
                    <a:pt x="159629" y="693852"/>
                  </a:lnTo>
                  <a:lnTo>
                    <a:pt x="160911" y="795872"/>
                  </a:lnTo>
                  <a:lnTo>
                    <a:pt x="162193" y="779535"/>
                  </a:lnTo>
                  <a:lnTo>
                    <a:pt x="163475" y="686104"/>
                  </a:lnTo>
                  <a:lnTo>
                    <a:pt x="164757" y="655507"/>
                  </a:lnTo>
                  <a:lnTo>
                    <a:pt x="166039" y="628203"/>
                  </a:lnTo>
                  <a:lnTo>
                    <a:pt x="167320" y="543854"/>
                  </a:lnTo>
                  <a:lnTo>
                    <a:pt x="168602" y="515291"/>
                  </a:lnTo>
                  <a:lnTo>
                    <a:pt x="169884" y="479707"/>
                  </a:lnTo>
                  <a:lnTo>
                    <a:pt x="171166" y="408278"/>
                  </a:lnTo>
                  <a:lnTo>
                    <a:pt x="172448" y="361297"/>
                  </a:lnTo>
                  <a:lnTo>
                    <a:pt x="173730" y="375001"/>
                  </a:lnTo>
                  <a:lnTo>
                    <a:pt x="175012" y="408278"/>
                  </a:lnTo>
                  <a:lnTo>
                    <a:pt x="176293" y="393430"/>
                  </a:lnTo>
                  <a:lnTo>
                    <a:pt x="177575" y="357535"/>
                  </a:lnTo>
                  <a:lnTo>
                    <a:pt x="178857" y="270560"/>
                  </a:lnTo>
                  <a:lnTo>
                    <a:pt x="180139" y="152499"/>
                  </a:lnTo>
                  <a:lnTo>
                    <a:pt x="181421" y="137192"/>
                  </a:lnTo>
                  <a:lnTo>
                    <a:pt x="182703" y="98247"/>
                  </a:lnTo>
                  <a:lnTo>
                    <a:pt x="183984" y="118980"/>
                  </a:lnTo>
                  <a:lnTo>
                    <a:pt x="185266" y="139106"/>
                  </a:lnTo>
                  <a:lnTo>
                    <a:pt x="186548" y="213208"/>
                  </a:lnTo>
                  <a:lnTo>
                    <a:pt x="187830" y="243396"/>
                  </a:lnTo>
                  <a:lnTo>
                    <a:pt x="189112" y="285640"/>
                  </a:lnTo>
                  <a:lnTo>
                    <a:pt x="190394" y="390904"/>
                  </a:lnTo>
                  <a:lnTo>
                    <a:pt x="191675" y="483833"/>
                  </a:lnTo>
                  <a:lnTo>
                    <a:pt x="192957" y="476511"/>
                  </a:lnTo>
                  <a:lnTo>
                    <a:pt x="194239" y="520330"/>
                  </a:lnTo>
                  <a:lnTo>
                    <a:pt x="195521" y="528725"/>
                  </a:lnTo>
                  <a:lnTo>
                    <a:pt x="196803" y="550538"/>
                  </a:lnTo>
                  <a:lnTo>
                    <a:pt x="198085" y="581639"/>
                  </a:lnTo>
                  <a:lnTo>
                    <a:pt x="199367" y="581888"/>
                  </a:lnTo>
                  <a:lnTo>
                    <a:pt x="200648" y="629388"/>
                  </a:lnTo>
                  <a:lnTo>
                    <a:pt x="201930" y="474184"/>
                  </a:lnTo>
                  <a:lnTo>
                    <a:pt x="203212" y="421389"/>
                  </a:lnTo>
                  <a:lnTo>
                    <a:pt x="204494" y="408901"/>
                  </a:lnTo>
                  <a:lnTo>
                    <a:pt x="205776" y="357186"/>
                  </a:lnTo>
                  <a:lnTo>
                    <a:pt x="207058" y="294215"/>
                  </a:lnTo>
                  <a:lnTo>
                    <a:pt x="208339" y="247821"/>
                  </a:lnTo>
                  <a:lnTo>
                    <a:pt x="209621" y="247821"/>
                  </a:lnTo>
                  <a:lnTo>
                    <a:pt x="210903" y="231612"/>
                  </a:lnTo>
                  <a:lnTo>
                    <a:pt x="212185" y="230472"/>
                  </a:lnTo>
                  <a:lnTo>
                    <a:pt x="213467" y="243409"/>
                  </a:lnTo>
                  <a:lnTo>
                    <a:pt x="214749" y="243742"/>
                  </a:lnTo>
                  <a:lnTo>
                    <a:pt x="216031" y="190679"/>
                  </a:lnTo>
                  <a:lnTo>
                    <a:pt x="217312" y="214216"/>
                  </a:lnTo>
                  <a:lnTo>
                    <a:pt x="218594" y="171372"/>
                  </a:lnTo>
                  <a:lnTo>
                    <a:pt x="219876" y="183024"/>
                  </a:lnTo>
                  <a:lnTo>
                    <a:pt x="221158" y="312528"/>
                  </a:lnTo>
                  <a:lnTo>
                    <a:pt x="222440" y="374369"/>
                  </a:lnTo>
                  <a:lnTo>
                    <a:pt x="223722" y="390904"/>
                  </a:lnTo>
                  <a:lnTo>
                    <a:pt x="225003" y="443501"/>
                  </a:lnTo>
                  <a:lnTo>
                    <a:pt x="226285" y="529791"/>
                  </a:lnTo>
                  <a:lnTo>
                    <a:pt x="227567" y="514068"/>
                  </a:lnTo>
                  <a:lnTo>
                    <a:pt x="228849" y="481382"/>
                  </a:lnTo>
                  <a:lnTo>
                    <a:pt x="230131" y="478941"/>
                  </a:lnTo>
                  <a:lnTo>
                    <a:pt x="231413" y="524503"/>
                  </a:lnTo>
                  <a:lnTo>
                    <a:pt x="232694" y="532453"/>
                  </a:lnTo>
                  <a:lnTo>
                    <a:pt x="233976" y="491247"/>
                  </a:lnTo>
                  <a:lnTo>
                    <a:pt x="235258" y="410080"/>
                  </a:lnTo>
                  <a:lnTo>
                    <a:pt x="236540" y="358287"/>
                  </a:lnTo>
                  <a:lnTo>
                    <a:pt x="237822" y="350409"/>
                  </a:lnTo>
                  <a:lnTo>
                    <a:pt x="239104" y="350409"/>
                  </a:lnTo>
                  <a:lnTo>
                    <a:pt x="240386" y="282146"/>
                  </a:lnTo>
                  <a:lnTo>
                    <a:pt x="241667" y="276944"/>
                  </a:lnTo>
                  <a:lnTo>
                    <a:pt x="242949" y="276944"/>
                  </a:lnTo>
                  <a:lnTo>
                    <a:pt x="244231" y="246665"/>
                  </a:lnTo>
                  <a:lnTo>
                    <a:pt x="245513" y="193413"/>
                  </a:lnTo>
                  <a:lnTo>
                    <a:pt x="246795" y="203988"/>
                  </a:lnTo>
                  <a:lnTo>
                    <a:pt x="248077" y="175714"/>
                  </a:lnTo>
                  <a:lnTo>
                    <a:pt x="249358" y="174263"/>
                  </a:lnTo>
                  <a:lnTo>
                    <a:pt x="250640" y="175714"/>
                  </a:lnTo>
                  <a:lnTo>
                    <a:pt x="251922" y="152917"/>
                  </a:lnTo>
                  <a:lnTo>
                    <a:pt x="253204" y="175714"/>
                  </a:lnTo>
                  <a:lnTo>
                    <a:pt x="254486" y="228902"/>
                  </a:lnTo>
                  <a:lnTo>
                    <a:pt x="255768" y="254921"/>
                  </a:lnTo>
                  <a:lnTo>
                    <a:pt x="257050" y="243396"/>
                  </a:lnTo>
                  <a:lnTo>
                    <a:pt x="258331" y="228902"/>
                  </a:lnTo>
                  <a:lnTo>
                    <a:pt x="259613" y="238525"/>
                  </a:lnTo>
                  <a:lnTo>
                    <a:pt x="260895" y="180089"/>
                  </a:lnTo>
                  <a:lnTo>
                    <a:pt x="262177" y="116348"/>
                  </a:lnTo>
                  <a:lnTo>
                    <a:pt x="263459" y="121624"/>
                  </a:lnTo>
                  <a:lnTo>
                    <a:pt x="264741" y="124280"/>
                  </a:lnTo>
                  <a:lnTo>
                    <a:pt x="266022" y="159947"/>
                  </a:lnTo>
                  <a:lnTo>
                    <a:pt x="267304" y="187454"/>
                  </a:lnTo>
                  <a:lnTo>
                    <a:pt x="268586" y="211661"/>
                  </a:lnTo>
                  <a:lnTo>
                    <a:pt x="269868" y="148740"/>
                  </a:lnTo>
                  <a:lnTo>
                    <a:pt x="271150" y="104648"/>
                  </a:lnTo>
                  <a:lnTo>
                    <a:pt x="272432" y="99522"/>
                  </a:lnTo>
                  <a:lnTo>
                    <a:pt x="273713" y="48238"/>
                  </a:lnTo>
                  <a:lnTo>
                    <a:pt x="274995" y="10869"/>
                  </a:lnTo>
                  <a:lnTo>
                    <a:pt x="276277" y="5409"/>
                  </a:lnTo>
                  <a:lnTo>
                    <a:pt x="277559" y="0"/>
                  </a:lnTo>
                  <a:lnTo>
                    <a:pt x="278841" y="26433"/>
                  </a:lnTo>
                  <a:lnTo>
                    <a:pt x="280123" y="50581"/>
                  </a:lnTo>
                  <a:lnTo>
                    <a:pt x="281405" y="83164"/>
                  </a:lnTo>
                  <a:lnTo>
                    <a:pt x="282686" y="115037"/>
                  </a:lnTo>
                  <a:lnTo>
                    <a:pt x="283968" y="143216"/>
                  </a:lnTo>
                  <a:lnTo>
                    <a:pt x="285250" y="111119"/>
                  </a:lnTo>
                  <a:lnTo>
                    <a:pt x="286532" y="98247"/>
                  </a:lnTo>
                  <a:lnTo>
                    <a:pt x="287814" y="74542"/>
                  </a:lnTo>
                  <a:lnTo>
                    <a:pt x="289096" y="117663"/>
                  </a:lnTo>
                  <a:lnTo>
                    <a:pt x="290377" y="175714"/>
                  </a:lnTo>
                  <a:lnTo>
                    <a:pt x="291659" y="181554"/>
                  </a:lnTo>
                  <a:lnTo>
                    <a:pt x="292941" y="219435"/>
                  </a:lnTo>
                  <a:lnTo>
                    <a:pt x="294223" y="181554"/>
                  </a:lnTo>
                  <a:lnTo>
                    <a:pt x="295505" y="171372"/>
                  </a:lnTo>
                  <a:lnTo>
                    <a:pt x="296787" y="164205"/>
                  </a:lnTo>
                  <a:lnTo>
                    <a:pt x="298069" y="124280"/>
                  </a:lnTo>
                  <a:lnTo>
                    <a:pt x="299350" y="80688"/>
                  </a:lnTo>
                  <a:lnTo>
                    <a:pt x="300632" y="99522"/>
                  </a:lnTo>
                  <a:lnTo>
                    <a:pt x="301914" y="99522"/>
                  </a:lnTo>
                  <a:lnTo>
                    <a:pt x="303196" y="129628"/>
                  </a:lnTo>
                  <a:lnTo>
                    <a:pt x="304478" y="178627"/>
                  </a:lnTo>
                  <a:lnTo>
                    <a:pt x="305760" y="213208"/>
                  </a:lnTo>
                  <a:lnTo>
                    <a:pt x="307041" y="238525"/>
                  </a:lnTo>
                  <a:lnTo>
                    <a:pt x="308323" y="232092"/>
                  </a:lnTo>
                  <a:lnTo>
                    <a:pt x="309605" y="243396"/>
                  </a:lnTo>
                  <a:lnTo>
                    <a:pt x="310887" y="243396"/>
                  </a:lnTo>
                  <a:lnTo>
                    <a:pt x="312169" y="271788"/>
                  </a:lnTo>
                  <a:lnTo>
                    <a:pt x="313451" y="399349"/>
                  </a:lnTo>
                  <a:lnTo>
                    <a:pt x="314733" y="427667"/>
                  </a:lnTo>
                  <a:lnTo>
                    <a:pt x="316014" y="448105"/>
                  </a:lnTo>
                  <a:lnTo>
                    <a:pt x="317296" y="537813"/>
                  </a:lnTo>
                  <a:lnTo>
                    <a:pt x="318578" y="690731"/>
                  </a:lnTo>
                  <a:lnTo>
                    <a:pt x="319860" y="646984"/>
                  </a:lnTo>
                  <a:lnTo>
                    <a:pt x="321142" y="588395"/>
                  </a:lnTo>
                  <a:lnTo>
                    <a:pt x="322424" y="588395"/>
                  </a:lnTo>
                  <a:lnTo>
                    <a:pt x="323705" y="588395"/>
                  </a:lnTo>
                  <a:lnTo>
                    <a:pt x="324987" y="588395"/>
                  </a:lnTo>
                  <a:lnTo>
                    <a:pt x="326269" y="657825"/>
                  </a:lnTo>
                  <a:lnTo>
                    <a:pt x="327551" y="680846"/>
                  </a:lnTo>
                  <a:lnTo>
                    <a:pt x="328833" y="680846"/>
                  </a:lnTo>
                  <a:lnTo>
                    <a:pt x="330115" y="680846"/>
                  </a:lnTo>
                  <a:lnTo>
                    <a:pt x="331396" y="672107"/>
                  </a:lnTo>
                  <a:lnTo>
                    <a:pt x="332678" y="624904"/>
                  </a:lnTo>
                  <a:lnTo>
                    <a:pt x="333960" y="652209"/>
                  </a:lnTo>
                  <a:lnTo>
                    <a:pt x="335242" y="680846"/>
                  </a:lnTo>
                  <a:lnTo>
                    <a:pt x="336524" y="680846"/>
                  </a:lnTo>
                  <a:lnTo>
                    <a:pt x="337806" y="716390"/>
                  </a:lnTo>
                  <a:lnTo>
                    <a:pt x="339088" y="769643"/>
                  </a:lnTo>
                  <a:lnTo>
                    <a:pt x="340369" y="835506"/>
                  </a:lnTo>
                  <a:lnTo>
                    <a:pt x="341651" y="835506"/>
                  </a:lnTo>
                  <a:lnTo>
                    <a:pt x="342933" y="835506"/>
                  </a:lnTo>
                  <a:lnTo>
                    <a:pt x="344215" y="835506"/>
                  </a:lnTo>
                  <a:lnTo>
                    <a:pt x="345497" y="853626"/>
                  </a:lnTo>
                  <a:lnTo>
                    <a:pt x="346714" y="88834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l39"/>
            <p:cNvSpPr/>
            <p:nvPr/>
          </p:nvSpPr>
          <p:spPr>
            <a:xfrm>
              <a:off x="3128242" y="1538396"/>
              <a:ext cx="78783" cy="527892"/>
            </a:xfrm>
            <a:custGeom>
              <a:avLst/>
              <a:pathLst>
                <a:path w="78783" h="527892">
                  <a:moveTo>
                    <a:pt x="0" y="527892"/>
                  </a:moveTo>
                  <a:lnTo>
                    <a:pt x="689" y="437286"/>
                  </a:lnTo>
                  <a:lnTo>
                    <a:pt x="1971" y="330273"/>
                  </a:lnTo>
                  <a:lnTo>
                    <a:pt x="3253" y="230879"/>
                  </a:lnTo>
                  <a:lnTo>
                    <a:pt x="4535" y="199300"/>
                  </a:lnTo>
                  <a:lnTo>
                    <a:pt x="5816" y="171995"/>
                  </a:lnTo>
                  <a:lnTo>
                    <a:pt x="7098" y="158805"/>
                  </a:lnTo>
                  <a:lnTo>
                    <a:pt x="8380" y="120924"/>
                  </a:lnTo>
                  <a:lnTo>
                    <a:pt x="9662" y="78476"/>
                  </a:lnTo>
                  <a:lnTo>
                    <a:pt x="10944" y="30446"/>
                  </a:lnTo>
                  <a:lnTo>
                    <a:pt x="12226" y="30446"/>
                  </a:lnTo>
                  <a:lnTo>
                    <a:pt x="13507" y="30446"/>
                  </a:lnTo>
                  <a:lnTo>
                    <a:pt x="14789" y="30446"/>
                  </a:lnTo>
                  <a:lnTo>
                    <a:pt x="16071" y="30446"/>
                  </a:lnTo>
                  <a:lnTo>
                    <a:pt x="17353" y="30446"/>
                  </a:lnTo>
                  <a:lnTo>
                    <a:pt x="18635" y="36769"/>
                  </a:lnTo>
                  <a:lnTo>
                    <a:pt x="19917" y="73944"/>
                  </a:lnTo>
                  <a:lnTo>
                    <a:pt x="21199" y="120924"/>
                  </a:lnTo>
                  <a:lnTo>
                    <a:pt x="22480" y="169333"/>
                  </a:lnTo>
                  <a:lnTo>
                    <a:pt x="23762" y="247349"/>
                  </a:lnTo>
                  <a:lnTo>
                    <a:pt x="25044" y="264446"/>
                  </a:lnTo>
                  <a:lnTo>
                    <a:pt x="26326" y="301626"/>
                  </a:lnTo>
                  <a:lnTo>
                    <a:pt x="27608" y="344075"/>
                  </a:lnTo>
                  <a:lnTo>
                    <a:pt x="28890" y="399430"/>
                  </a:lnTo>
                  <a:lnTo>
                    <a:pt x="30171" y="475048"/>
                  </a:lnTo>
                  <a:lnTo>
                    <a:pt x="31453" y="475048"/>
                  </a:lnTo>
                  <a:lnTo>
                    <a:pt x="32735" y="475048"/>
                  </a:lnTo>
                  <a:lnTo>
                    <a:pt x="34017" y="467757"/>
                  </a:lnTo>
                  <a:lnTo>
                    <a:pt x="35299" y="399430"/>
                  </a:lnTo>
                  <a:lnTo>
                    <a:pt x="36581" y="344075"/>
                  </a:lnTo>
                  <a:lnTo>
                    <a:pt x="37863" y="318239"/>
                  </a:lnTo>
                  <a:lnTo>
                    <a:pt x="39144" y="213101"/>
                  </a:lnTo>
                  <a:lnTo>
                    <a:pt x="40426" y="203785"/>
                  </a:lnTo>
                  <a:lnTo>
                    <a:pt x="41708" y="121953"/>
                  </a:lnTo>
                  <a:lnTo>
                    <a:pt x="42990" y="27468"/>
                  </a:lnTo>
                  <a:lnTo>
                    <a:pt x="44272" y="17289"/>
                  </a:lnTo>
                  <a:lnTo>
                    <a:pt x="45554" y="0"/>
                  </a:lnTo>
                  <a:lnTo>
                    <a:pt x="46835" y="18337"/>
                  </a:lnTo>
                  <a:lnTo>
                    <a:pt x="48117" y="66050"/>
                  </a:lnTo>
                  <a:lnTo>
                    <a:pt x="49399" y="39467"/>
                  </a:lnTo>
                  <a:lnTo>
                    <a:pt x="50681" y="24606"/>
                  </a:lnTo>
                  <a:lnTo>
                    <a:pt x="51963" y="24606"/>
                  </a:lnTo>
                  <a:lnTo>
                    <a:pt x="53245" y="60157"/>
                  </a:lnTo>
                  <a:lnTo>
                    <a:pt x="54526" y="70254"/>
                  </a:lnTo>
                  <a:lnTo>
                    <a:pt x="55808" y="82211"/>
                  </a:lnTo>
                  <a:lnTo>
                    <a:pt x="57090" y="109366"/>
                  </a:lnTo>
                  <a:lnTo>
                    <a:pt x="58372" y="160546"/>
                  </a:lnTo>
                  <a:lnTo>
                    <a:pt x="59654" y="156646"/>
                  </a:lnTo>
                  <a:lnTo>
                    <a:pt x="60936" y="199645"/>
                  </a:lnTo>
                  <a:lnTo>
                    <a:pt x="62218" y="286648"/>
                  </a:lnTo>
                  <a:lnTo>
                    <a:pt x="63499" y="306379"/>
                  </a:lnTo>
                  <a:lnTo>
                    <a:pt x="64781" y="359299"/>
                  </a:lnTo>
                  <a:lnTo>
                    <a:pt x="66063" y="323687"/>
                  </a:lnTo>
                  <a:lnTo>
                    <a:pt x="67345" y="341565"/>
                  </a:lnTo>
                  <a:lnTo>
                    <a:pt x="68627" y="348613"/>
                  </a:lnTo>
                  <a:lnTo>
                    <a:pt x="69909" y="372934"/>
                  </a:lnTo>
                  <a:lnTo>
                    <a:pt x="71190" y="372934"/>
                  </a:lnTo>
                  <a:lnTo>
                    <a:pt x="72472" y="344792"/>
                  </a:lnTo>
                  <a:lnTo>
                    <a:pt x="73754" y="440779"/>
                  </a:lnTo>
                  <a:lnTo>
                    <a:pt x="75036" y="485876"/>
                  </a:lnTo>
                  <a:lnTo>
                    <a:pt x="76318" y="451362"/>
                  </a:lnTo>
                  <a:lnTo>
                    <a:pt x="77600" y="468828"/>
                  </a:lnTo>
                  <a:lnTo>
                    <a:pt x="78783" y="52789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l40"/>
            <p:cNvSpPr/>
            <p:nvPr/>
          </p:nvSpPr>
          <p:spPr>
            <a:xfrm>
              <a:off x="3219868" y="1502127"/>
              <a:ext cx="183388" cy="564161"/>
            </a:xfrm>
            <a:custGeom>
              <a:avLst/>
              <a:pathLst>
                <a:path w="183388" h="564161">
                  <a:moveTo>
                    <a:pt x="0" y="564161"/>
                  </a:moveTo>
                  <a:lnTo>
                    <a:pt x="73" y="557077"/>
                  </a:lnTo>
                  <a:lnTo>
                    <a:pt x="1355" y="511317"/>
                  </a:lnTo>
                  <a:lnTo>
                    <a:pt x="2637" y="476460"/>
                  </a:lnTo>
                  <a:lnTo>
                    <a:pt x="3919" y="418499"/>
                  </a:lnTo>
                  <a:lnTo>
                    <a:pt x="5201" y="405382"/>
                  </a:lnTo>
                  <a:lnTo>
                    <a:pt x="6482" y="326048"/>
                  </a:lnTo>
                  <a:lnTo>
                    <a:pt x="7764" y="267149"/>
                  </a:lnTo>
                  <a:lnTo>
                    <a:pt x="9046" y="230006"/>
                  </a:lnTo>
                  <a:lnTo>
                    <a:pt x="10328" y="208265"/>
                  </a:lnTo>
                  <a:lnTo>
                    <a:pt x="11610" y="174568"/>
                  </a:lnTo>
                  <a:lnTo>
                    <a:pt x="12892" y="157194"/>
                  </a:lnTo>
                  <a:lnTo>
                    <a:pt x="14174" y="157194"/>
                  </a:lnTo>
                  <a:lnTo>
                    <a:pt x="15455" y="157194"/>
                  </a:lnTo>
                  <a:lnTo>
                    <a:pt x="16737" y="157194"/>
                  </a:lnTo>
                  <a:lnTo>
                    <a:pt x="18019" y="157194"/>
                  </a:lnTo>
                  <a:lnTo>
                    <a:pt x="19301" y="230006"/>
                  </a:lnTo>
                  <a:lnTo>
                    <a:pt x="20583" y="264207"/>
                  </a:lnTo>
                  <a:lnTo>
                    <a:pt x="21865" y="288167"/>
                  </a:lnTo>
                  <a:lnTo>
                    <a:pt x="23146" y="326048"/>
                  </a:lnTo>
                  <a:lnTo>
                    <a:pt x="24428" y="326048"/>
                  </a:lnTo>
                  <a:lnTo>
                    <a:pt x="25710" y="326048"/>
                  </a:lnTo>
                  <a:lnTo>
                    <a:pt x="26992" y="391523"/>
                  </a:lnTo>
                  <a:lnTo>
                    <a:pt x="28274" y="440939"/>
                  </a:lnTo>
                  <a:lnTo>
                    <a:pt x="29556" y="473556"/>
                  </a:lnTo>
                  <a:lnTo>
                    <a:pt x="30838" y="530757"/>
                  </a:lnTo>
                  <a:lnTo>
                    <a:pt x="32119" y="564034"/>
                  </a:lnTo>
                  <a:lnTo>
                    <a:pt x="33401" y="564034"/>
                  </a:lnTo>
                  <a:lnTo>
                    <a:pt x="34683" y="564034"/>
                  </a:lnTo>
                  <a:lnTo>
                    <a:pt x="35965" y="564034"/>
                  </a:lnTo>
                  <a:lnTo>
                    <a:pt x="37247" y="564034"/>
                  </a:lnTo>
                  <a:lnTo>
                    <a:pt x="38529" y="564034"/>
                  </a:lnTo>
                  <a:lnTo>
                    <a:pt x="39810" y="499265"/>
                  </a:lnTo>
                  <a:lnTo>
                    <a:pt x="41092" y="465230"/>
                  </a:lnTo>
                  <a:lnTo>
                    <a:pt x="42374" y="395180"/>
                  </a:lnTo>
                  <a:lnTo>
                    <a:pt x="43656" y="395180"/>
                  </a:lnTo>
                  <a:lnTo>
                    <a:pt x="44938" y="395180"/>
                  </a:lnTo>
                  <a:lnTo>
                    <a:pt x="46220" y="395180"/>
                  </a:lnTo>
                  <a:lnTo>
                    <a:pt x="47502" y="395180"/>
                  </a:lnTo>
                  <a:lnTo>
                    <a:pt x="48783" y="395180"/>
                  </a:lnTo>
                  <a:lnTo>
                    <a:pt x="50065" y="395180"/>
                  </a:lnTo>
                  <a:lnTo>
                    <a:pt x="51347" y="395180"/>
                  </a:lnTo>
                  <a:lnTo>
                    <a:pt x="52629" y="395180"/>
                  </a:lnTo>
                  <a:lnTo>
                    <a:pt x="53911" y="395180"/>
                  </a:lnTo>
                  <a:lnTo>
                    <a:pt x="55193" y="335913"/>
                  </a:lnTo>
                  <a:lnTo>
                    <a:pt x="56474" y="326048"/>
                  </a:lnTo>
                  <a:lnTo>
                    <a:pt x="57756" y="326048"/>
                  </a:lnTo>
                  <a:lnTo>
                    <a:pt x="59038" y="363059"/>
                  </a:lnTo>
                  <a:lnTo>
                    <a:pt x="60320" y="273077"/>
                  </a:lnTo>
                  <a:lnTo>
                    <a:pt x="61602" y="326048"/>
                  </a:lnTo>
                  <a:lnTo>
                    <a:pt x="62884" y="326048"/>
                  </a:lnTo>
                  <a:lnTo>
                    <a:pt x="64165" y="279067"/>
                  </a:lnTo>
                  <a:lnTo>
                    <a:pt x="65447" y="264207"/>
                  </a:lnTo>
                  <a:lnTo>
                    <a:pt x="66729" y="208265"/>
                  </a:lnTo>
                  <a:lnTo>
                    <a:pt x="68011" y="177092"/>
                  </a:lnTo>
                  <a:lnTo>
                    <a:pt x="69293" y="157194"/>
                  </a:lnTo>
                  <a:lnTo>
                    <a:pt x="70575" y="149902"/>
                  </a:lnTo>
                  <a:lnTo>
                    <a:pt x="71857" y="110213"/>
                  </a:lnTo>
                  <a:lnTo>
                    <a:pt x="73138" y="110213"/>
                  </a:lnTo>
                  <a:lnTo>
                    <a:pt x="74420" y="149902"/>
                  </a:lnTo>
                  <a:lnTo>
                    <a:pt x="75702" y="157194"/>
                  </a:lnTo>
                  <a:lnTo>
                    <a:pt x="76984" y="157194"/>
                  </a:lnTo>
                  <a:lnTo>
                    <a:pt x="78266" y="164577"/>
                  </a:lnTo>
                  <a:lnTo>
                    <a:pt x="79548" y="246857"/>
                  </a:lnTo>
                  <a:lnTo>
                    <a:pt x="80829" y="184731"/>
                  </a:lnTo>
                  <a:lnTo>
                    <a:pt x="82111" y="110213"/>
                  </a:lnTo>
                  <a:lnTo>
                    <a:pt x="83393" y="145091"/>
                  </a:lnTo>
                  <a:lnTo>
                    <a:pt x="84675" y="157194"/>
                  </a:lnTo>
                  <a:lnTo>
                    <a:pt x="85957" y="208265"/>
                  </a:lnTo>
                  <a:lnTo>
                    <a:pt x="87239" y="333637"/>
                  </a:lnTo>
                  <a:lnTo>
                    <a:pt x="88521" y="374124"/>
                  </a:lnTo>
                  <a:lnTo>
                    <a:pt x="89802" y="389215"/>
                  </a:lnTo>
                  <a:lnTo>
                    <a:pt x="91084" y="442185"/>
                  </a:lnTo>
                  <a:lnTo>
                    <a:pt x="92366" y="442185"/>
                  </a:lnTo>
                  <a:lnTo>
                    <a:pt x="93648" y="442185"/>
                  </a:lnTo>
                  <a:lnTo>
                    <a:pt x="94930" y="426103"/>
                  </a:lnTo>
                  <a:lnTo>
                    <a:pt x="96212" y="377417"/>
                  </a:lnTo>
                  <a:lnTo>
                    <a:pt x="97493" y="311212"/>
                  </a:lnTo>
                  <a:lnTo>
                    <a:pt x="98775" y="285688"/>
                  </a:lnTo>
                  <a:lnTo>
                    <a:pt x="100057" y="308609"/>
                  </a:lnTo>
                  <a:lnTo>
                    <a:pt x="101339" y="380344"/>
                  </a:lnTo>
                  <a:lnTo>
                    <a:pt x="102621" y="380344"/>
                  </a:lnTo>
                  <a:lnTo>
                    <a:pt x="103903" y="380344"/>
                  </a:lnTo>
                  <a:lnTo>
                    <a:pt x="105184" y="380344"/>
                  </a:lnTo>
                  <a:lnTo>
                    <a:pt x="106466" y="356658"/>
                  </a:lnTo>
                  <a:lnTo>
                    <a:pt x="107748" y="343541"/>
                  </a:lnTo>
                  <a:lnTo>
                    <a:pt x="109030" y="264207"/>
                  </a:lnTo>
                  <a:lnTo>
                    <a:pt x="110312" y="264207"/>
                  </a:lnTo>
                  <a:lnTo>
                    <a:pt x="111594" y="213625"/>
                  </a:lnTo>
                  <a:lnTo>
                    <a:pt x="112876" y="208265"/>
                  </a:lnTo>
                  <a:lnTo>
                    <a:pt x="114157" y="182174"/>
                  </a:lnTo>
                  <a:lnTo>
                    <a:pt x="115439" y="210939"/>
                  </a:lnTo>
                  <a:lnTo>
                    <a:pt x="116721" y="279067"/>
                  </a:lnTo>
                  <a:lnTo>
                    <a:pt x="118003" y="326048"/>
                  </a:lnTo>
                  <a:lnTo>
                    <a:pt x="119285" y="377119"/>
                  </a:lnTo>
                  <a:lnTo>
                    <a:pt x="120567" y="395180"/>
                  </a:lnTo>
                  <a:lnTo>
                    <a:pt x="121848" y="395180"/>
                  </a:lnTo>
                  <a:lnTo>
                    <a:pt x="123130" y="395180"/>
                  </a:lnTo>
                  <a:lnTo>
                    <a:pt x="124412" y="395180"/>
                  </a:lnTo>
                  <a:lnTo>
                    <a:pt x="125694" y="395180"/>
                  </a:lnTo>
                  <a:lnTo>
                    <a:pt x="126976" y="478014"/>
                  </a:lnTo>
                  <a:lnTo>
                    <a:pt x="128258" y="466072"/>
                  </a:lnTo>
                  <a:lnTo>
                    <a:pt x="129540" y="374504"/>
                  </a:lnTo>
                  <a:lnTo>
                    <a:pt x="130821" y="403397"/>
                  </a:lnTo>
                  <a:lnTo>
                    <a:pt x="132103" y="401092"/>
                  </a:lnTo>
                  <a:lnTo>
                    <a:pt x="133385" y="402843"/>
                  </a:lnTo>
                  <a:lnTo>
                    <a:pt x="134667" y="405504"/>
                  </a:lnTo>
                  <a:lnTo>
                    <a:pt x="135949" y="422590"/>
                  </a:lnTo>
                  <a:lnTo>
                    <a:pt x="137231" y="413736"/>
                  </a:lnTo>
                  <a:lnTo>
                    <a:pt x="138512" y="434988"/>
                  </a:lnTo>
                  <a:lnTo>
                    <a:pt x="139794" y="361368"/>
                  </a:lnTo>
                  <a:lnTo>
                    <a:pt x="141076" y="359613"/>
                  </a:lnTo>
                  <a:lnTo>
                    <a:pt x="142358" y="359125"/>
                  </a:lnTo>
                  <a:lnTo>
                    <a:pt x="143640" y="376764"/>
                  </a:lnTo>
                  <a:lnTo>
                    <a:pt x="144922" y="278004"/>
                  </a:lnTo>
                  <a:lnTo>
                    <a:pt x="146203" y="242726"/>
                  </a:lnTo>
                  <a:lnTo>
                    <a:pt x="147485" y="222298"/>
                  </a:lnTo>
                  <a:lnTo>
                    <a:pt x="148767" y="221118"/>
                  </a:lnTo>
                  <a:lnTo>
                    <a:pt x="150049" y="257586"/>
                  </a:lnTo>
                  <a:lnTo>
                    <a:pt x="151331" y="267706"/>
                  </a:lnTo>
                  <a:lnTo>
                    <a:pt x="152613" y="236030"/>
                  </a:lnTo>
                  <a:lnTo>
                    <a:pt x="153895" y="190271"/>
                  </a:lnTo>
                  <a:lnTo>
                    <a:pt x="155176" y="186614"/>
                  </a:lnTo>
                  <a:lnTo>
                    <a:pt x="156458" y="181368"/>
                  </a:lnTo>
                  <a:lnTo>
                    <a:pt x="157740" y="148522"/>
                  </a:lnTo>
                  <a:lnTo>
                    <a:pt x="159022" y="159677"/>
                  </a:lnTo>
                  <a:lnTo>
                    <a:pt x="160304" y="131927"/>
                  </a:lnTo>
                  <a:lnTo>
                    <a:pt x="161586" y="73006"/>
                  </a:lnTo>
                  <a:lnTo>
                    <a:pt x="162867" y="0"/>
                  </a:lnTo>
                  <a:lnTo>
                    <a:pt x="164149" y="50194"/>
                  </a:lnTo>
                  <a:lnTo>
                    <a:pt x="165431" y="80300"/>
                  </a:lnTo>
                  <a:lnTo>
                    <a:pt x="166713" y="111300"/>
                  </a:lnTo>
                  <a:lnTo>
                    <a:pt x="167995" y="161330"/>
                  </a:lnTo>
                  <a:lnTo>
                    <a:pt x="169277" y="149996"/>
                  </a:lnTo>
                  <a:lnTo>
                    <a:pt x="170559" y="210769"/>
                  </a:lnTo>
                  <a:lnTo>
                    <a:pt x="171840" y="210769"/>
                  </a:lnTo>
                  <a:lnTo>
                    <a:pt x="173122" y="285671"/>
                  </a:lnTo>
                  <a:lnTo>
                    <a:pt x="174404" y="326167"/>
                  </a:lnTo>
                  <a:lnTo>
                    <a:pt x="175686" y="326167"/>
                  </a:lnTo>
                  <a:lnTo>
                    <a:pt x="176968" y="328267"/>
                  </a:lnTo>
                  <a:lnTo>
                    <a:pt x="178250" y="369664"/>
                  </a:lnTo>
                  <a:lnTo>
                    <a:pt x="179531" y="410336"/>
                  </a:lnTo>
                  <a:lnTo>
                    <a:pt x="180813" y="496384"/>
                  </a:lnTo>
                  <a:lnTo>
                    <a:pt x="182095" y="520035"/>
                  </a:lnTo>
                  <a:lnTo>
                    <a:pt x="183377" y="563782"/>
                  </a:lnTo>
                  <a:lnTo>
                    <a:pt x="183388" y="56416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l41"/>
            <p:cNvSpPr/>
            <p:nvPr/>
          </p:nvSpPr>
          <p:spPr>
            <a:xfrm>
              <a:off x="3404944" y="1230873"/>
              <a:ext cx="266884" cy="835415"/>
            </a:xfrm>
            <a:custGeom>
              <a:avLst/>
              <a:pathLst>
                <a:path w="266884" h="835415">
                  <a:moveTo>
                    <a:pt x="0" y="835415"/>
                  </a:moveTo>
                  <a:lnTo>
                    <a:pt x="865" y="745591"/>
                  </a:lnTo>
                  <a:lnTo>
                    <a:pt x="2147" y="638649"/>
                  </a:lnTo>
                  <a:lnTo>
                    <a:pt x="3429" y="563114"/>
                  </a:lnTo>
                  <a:lnTo>
                    <a:pt x="4711" y="490302"/>
                  </a:lnTo>
                  <a:lnTo>
                    <a:pt x="5993" y="472952"/>
                  </a:lnTo>
                  <a:lnTo>
                    <a:pt x="7274" y="375731"/>
                  </a:lnTo>
                  <a:lnTo>
                    <a:pt x="8556" y="375731"/>
                  </a:lnTo>
                  <a:lnTo>
                    <a:pt x="9838" y="357670"/>
                  </a:lnTo>
                  <a:lnTo>
                    <a:pt x="11120" y="340148"/>
                  </a:lnTo>
                  <a:lnTo>
                    <a:pt x="12402" y="340148"/>
                  </a:lnTo>
                  <a:lnTo>
                    <a:pt x="13684" y="340148"/>
                  </a:lnTo>
                  <a:lnTo>
                    <a:pt x="14965" y="340148"/>
                  </a:lnTo>
                  <a:lnTo>
                    <a:pt x="16247" y="343611"/>
                  </a:lnTo>
                  <a:lnTo>
                    <a:pt x="17529" y="375731"/>
                  </a:lnTo>
                  <a:lnTo>
                    <a:pt x="18811" y="357573"/>
                  </a:lnTo>
                  <a:lnTo>
                    <a:pt x="20093" y="424165"/>
                  </a:lnTo>
                  <a:lnTo>
                    <a:pt x="21375" y="483018"/>
                  </a:lnTo>
                  <a:lnTo>
                    <a:pt x="22657" y="535320"/>
                  </a:lnTo>
                  <a:lnTo>
                    <a:pt x="23938" y="535461"/>
                  </a:lnTo>
                  <a:lnTo>
                    <a:pt x="25220" y="645320"/>
                  </a:lnTo>
                  <a:lnTo>
                    <a:pt x="26502" y="707219"/>
                  </a:lnTo>
                  <a:lnTo>
                    <a:pt x="27784" y="697357"/>
                  </a:lnTo>
                  <a:lnTo>
                    <a:pt x="29066" y="681704"/>
                  </a:lnTo>
                  <a:lnTo>
                    <a:pt x="30348" y="790129"/>
                  </a:lnTo>
                  <a:lnTo>
                    <a:pt x="31629" y="761492"/>
                  </a:lnTo>
                  <a:lnTo>
                    <a:pt x="32911" y="742892"/>
                  </a:lnTo>
                  <a:lnTo>
                    <a:pt x="34193" y="737532"/>
                  </a:lnTo>
                  <a:lnTo>
                    <a:pt x="35475" y="703835"/>
                  </a:lnTo>
                  <a:lnTo>
                    <a:pt x="36757" y="640918"/>
                  </a:lnTo>
                  <a:lnTo>
                    <a:pt x="38039" y="663939"/>
                  </a:lnTo>
                  <a:lnTo>
                    <a:pt x="39321" y="687899"/>
                  </a:lnTo>
                  <a:lnTo>
                    <a:pt x="40602" y="687899"/>
                  </a:lnTo>
                  <a:lnTo>
                    <a:pt x="41884" y="723177"/>
                  </a:lnTo>
                  <a:lnTo>
                    <a:pt x="43166" y="738970"/>
                  </a:lnTo>
                  <a:lnTo>
                    <a:pt x="44448" y="737532"/>
                  </a:lnTo>
                  <a:lnTo>
                    <a:pt x="45730" y="676759"/>
                  </a:lnTo>
                  <a:lnTo>
                    <a:pt x="47012" y="690252"/>
                  </a:lnTo>
                  <a:lnTo>
                    <a:pt x="48293" y="706865"/>
                  </a:lnTo>
                  <a:lnTo>
                    <a:pt x="49575" y="672346"/>
                  </a:lnTo>
                  <a:lnTo>
                    <a:pt x="50857" y="620173"/>
                  </a:lnTo>
                  <a:lnTo>
                    <a:pt x="52139" y="683267"/>
                  </a:lnTo>
                  <a:lnTo>
                    <a:pt x="53421" y="689753"/>
                  </a:lnTo>
                  <a:lnTo>
                    <a:pt x="54703" y="724135"/>
                  </a:lnTo>
                  <a:lnTo>
                    <a:pt x="55984" y="744810"/>
                  </a:lnTo>
                  <a:lnTo>
                    <a:pt x="57266" y="744810"/>
                  </a:lnTo>
                  <a:lnTo>
                    <a:pt x="58548" y="744810"/>
                  </a:lnTo>
                  <a:lnTo>
                    <a:pt x="59830" y="744810"/>
                  </a:lnTo>
                  <a:lnTo>
                    <a:pt x="61112" y="744810"/>
                  </a:lnTo>
                  <a:lnTo>
                    <a:pt x="62394" y="744810"/>
                  </a:lnTo>
                  <a:lnTo>
                    <a:pt x="63676" y="744810"/>
                  </a:lnTo>
                  <a:lnTo>
                    <a:pt x="64957" y="744810"/>
                  </a:lnTo>
                  <a:lnTo>
                    <a:pt x="66239" y="744810"/>
                  </a:lnTo>
                  <a:lnTo>
                    <a:pt x="67521" y="783810"/>
                  </a:lnTo>
                  <a:lnTo>
                    <a:pt x="68803" y="788307"/>
                  </a:lnTo>
                  <a:lnTo>
                    <a:pt x="70085" y="744810"/>
                  </a:lnTo>
                  <a:lnTo>
                    <a:pt x="71367" y="744810"/>
                  </a:lnTo>
                  <a:lnTo>
                    <a:pt x="72648" y="744810"/>
                  </a:lnTo>
                  <a:lnTo>
                    <a:pt x="73930" y="744810"/>
                  </a:lnTo>
                  <a:lnTo>
                    <a:pt x="75212" y="744810"/>
                  </a:lnTo>
                  <a:lnTo>
                    <a:pt x="76494" y="744810"/>
                  </a:lnTo>
                  <a:lnTo>
                    <a:pt x="77776" y="720179"/>
                  </a:lnTo>
                  <a:lnTo>
                    <a:pt x="79058" y="613836"/>
                  </a:lnTo>
                  <a:lnTo>
                    <a:pt x="80340" y="594050"/>
                  </a:lnTo>
                  <a:lnTo>
                    <a:pt x="81621" y="535461"/>
                  </a:lnTo>
                  <a:lnTo>
                    <a:pt x="82903" y="535461"/>
                  </a:lnTo>
                  <a:lnTo>
                    <a:pt x="84185" y="535461"/>
                  </a:lnTo>
                  <a:lnTo>
                    <a:pt x="85467" y="535461"/>
                  </a:lnTo>
                  <a:lnTo>
                    <a:pt x="86749" y="523838"/>
                  </a:lnTo>
                  <a:lnTo>
                    <a:pt x="88031" y="506824"/>
                  </a:lnTo>
                  <a:lnTo>
                    <a:pt x="89312" y="535461"/>
                  </a:lnTo>
                  <a:lnTo>
                    <a:pt x="90594" y="532533"/>
                  </a:lnTo>
                  <a:lnTo>
                    <a:pt x="91876" y="571970"/>
                  </a:lnTo>
                  <a:lnTo>
                    <a:pt x="93158" y="571970"/>
                  </a:lnTo>
                  <a:lnTo>
                    <a:pt x="94440" y="589436"/>
                  </a:lnTo>
                  <a:lnTo>
                    <a:pt x="95722" y="579863"/>
                  </a:lnTo>
                  <a:lnTo>
                    <a:pt x="97003" y="559445"/>
                  </a:lnTo>
                  <a:lnTo>
                    <a:pt x="98285" y="634249"/>
                  </a:lnTo>
                  <a:lnTo>
                    <a:pt x="99567" y="598330"/>
                  </a:lnTo>
                  <a:lnTo>
                    <a:pt x="100849" y="651598"/>
                  </a:lnTo>
                  <a:lnTo>
                    <a:pt x="102131" y="651598"/>
                  </a:lnTo>
                  <a:lnTo>
                    <a:pt x="103413" y="648671"/>
                  </a:lnTo>
                  <a:lnTo>
                    <a:pt x="104695" y="595656"/>
                  </a:lnTo>
                  <a:lnTo>
                    <a:pt x="105976" y="595656"/>
                  </a:lnTo>
                  <a:lnTo>
                    <a:pt x="107258" y="595656"/>
                  </a:lnTo>
                  <a:lnTo>
                    <a:pt x="108540" y="595656"/>
                  </a:lnTo>
                  <a:lnTo>
                    <a:pt x="109822" y="598330"/>
                  </a:lnTo>
                  <a:lnTo>
                    <a:pt x="111104" y="627912"/>
                  </a:lnTo>
                  <a:lnTo>
                    <a:pt x="112386" y="627912"/>
                  </a:lnTo>
                  <a:lnTo>
                    <a:pt x="113667" y="614795"/>
                  </a:lnTo>
                  <a:lnTo>
                    <a:pt x="114949" y="553339"/>
                  </a:lnTo>
                  <a:lnTo>
                    <a:pt x="116231" y="633248"/>
                  </a:lnTo>
                  <a:lnTo>
                    <a:pt x="117513" y="588200"/>
                  </a:lnTo>
                  <a:lnTo>
                    <a:pt x="118795" y="645378"/>
                  </a:lnTo>
                  <a:lnTo>
                    <a:pt x="120077" y="651598"/>
                  </a:lnTo>
                  <a:lnTo>
                    <a:pt x="121359" y="622961"/>
                  </a:lnTo>
                  <a:lnTo>
                    <a:pt x="122640" y="598330"/>
                  </a:lnTo>
                  <a:lnTo>
                    <a:pt x="123922" y="637105"/>
                  </a:lnTo>
                  <a:lnTo>
                    <a:pt x="125204" y="574691"/>
                  </a:lnTo>
                  <a:lnTo>
                    <a:pt x="126486" y="595656"/>
                  </a:lnTo>
                  <a:lnTo>
                    <a:pt x="127768" y="595656"/>
                  </a:lnTo>
                  <a:lnTo>
                    <a:pt x="129050" y="577271"/>
                  </a:lnTo>
                  <a:lnTo>
                    <a:pt x="130331" y="544585"/>
                  </a:lnTo>
                  <a:lnTo>
                    <a:pt x="131613" y="544585"/>
                  </a:lnTo>
                  <a:lnTo>
                    <a:pt x="132895" y="542144"/>
                  </a:lnTo>
                  <a:lnTo>
                    <a:pt x="134177" y="574295"/>
                  </a:lnTo>
                  <a:lnTo>
                    <a:pt x="135459" y="585742"/>
                  </a:lnTo>
                  <a:lnTo>
                    <a:pt x="136741" y="574295"/>
                  </a:lnTo>
                  <a:lnTo>
                    <a:pt x="138023" y="518353"/>
                  </a:lnTo>
                  <a:lnTo>
                    <a:pt x="139304" y="421250"/>
                  </a:lnTo>
                  <a:lnTo>
                    <a:pt x="140586" y="473455"/>
                  </a:lnTo>
                  <a:lnTo>
                    <a:pt x="141868" y="415097"/>
                  </a:lnTo>
                  <a:lnTo>
                    <a:pt x="143150" y="309879"/>
                  </a:lnTo>
                  <a:lnTo>
                    <a:pt x="144432" y="313745"/>
                  </a:lnTo>
                  <a:lnTo>
                    <a:pt x="145714" y="235208"/>
                  </a:lnTo>
                  <a:lnTo>
                    <a:pt x="146995" y="211926"/>
                  </a:lnTo>
                  <a:lnTo>
                    <a:pt x="148277" y="206517"/>
                  </a:lnTo>
                  <a:lnTo>
                    <a:pt x="149559" y="201156"/>
                  </a:lnTo>
                  <a:lnTo>
                    <a:pt x="150841" y="175066"/>
                  </a:lnTo>
                  <a:lnTo>
                    <a:pt x="152123" y="144245"/>
                  </a:lnTo>
                  <a:lnTo>
                    <a:pt x="153405" y="130349"/>
                  </a:lnTo>
                  <a:lnTo>
                    <a:pt x="154686" y="134154"/>
                  </a:lnTo>
                  <a:lnTo>
                    <a:pt x="155968" y="98322"/>
                  </a:lnTo>
                  <a:lnTo>
                    <a:pt x="157250" y="121864"/>
                  </a:lnTo>
                  <a:lnTo>
                    <a:pt x="158532" y="70790"/>
                  </a:lnTo>
                  <a:lnTo>
                    <a:pt x="159814" y="33987"/>
                  </a:lnTo>
                  <a:lnTo>
                    <a:pt x="161096" y="0"/>
                  </a:lnTo>
                  <a:lnTo>
                    <a:pt x="162378" y="72678"/>
                  </a:lnTo>
                  <a:lnTo>
                    <a:pt x="163659" y="80737"/>
                  </a:lnTo>
                  <a:lnTo>
                    <a:pt x="164941" y="188833"/>
                  </a:lnTo>
                  <a:lnTo>
                    <a:pt x="166223" y="309939"/>
                  </a:lnTo>
                  <a:lnTo>
                    <a:pt x="167505" y="337551"/>
                  </a:lnTo>
                  <a:lnTo>
                    <a:pt x="168787" y="370679"/>
                  </a:lnTo>
                  <a:lnTo>
                    <a:pt x="170069" y="420032"/>
                  </a:lnTo>
                  <a:lnTo>
                    <a:pt x="171350" y="413886"/>
                  </a:lnTo>
                  <a:lnTo>
                    <a:pt x="172632" y="438866"/>
                  </a:lnTo>
                  <a:lnTo>
                    <a:pt x="173914" y="374478"/>
                  </a:lnTo>
                  <a:lnTo>
                    <a:pt x="175196" y="352045"/>
                  </a:lnTo>
                  <a:lnTo>
                    <a:pt x="176478" y="366905"/>
                  </a:lnTo>
                  <a:lnTo>
                    <a:pt x="177760" y="426243"/>
                  </a:lnTo>
                  <a:lnTo>
                    <a:pt x="179042" y="458325"/>
                  </a:lnTo>
                  <a:lnTo>
                    <a:pt x="180323" y="473918"/>
                  </a:lnTo>
                  <a:lnTo>
                    <a:pt x="181605" y="513607"/>
                  </a:lnTo>
                  <a:lnTo>
                    <a:pt x="182887" y="473918"/>
                  </a:lnTo>
                  <a:lnTo>
                    <a:pt x="184169" y="473918"/>
                  </a:lnTo>
                  <a:lnTo>
                    <a:pt x="185451" y="381467"/>
                  </a:lnTo>
                  <a:lnTo>
                    <a:pt x="186733" y="381467"/>
                  </a:lnTo>
                  <a:lnTo>
                    <a:pt x="188014" y="381467"/>
                  </a:lnTo>
                  <a:lnTo>
                    <a:pt x="189296" y="381467"/>
                  </a:lnTo>
                  <a:lnTo>
                    <a:pt x="190578" y="550723"/>
                  </a:lnTo>
                  <a:lnTo>
                    <a:pt x="191860" y="567019"/>
                  </a:lnTo>
                  <a:lnTo>
                    <a:pt x="193142" y="680163"/>
                  </a:lnTo>
                  <a:lnTo>
                    <a:pt x="194424" y="728288"/>
                  </a:lnTo>
                  <a:lnTo>
                    <a:pt x="195705" y="728288"/>
                  </a:lnTo>
                  <a:lnTo>
                    <a:pt x="196987" y="728288"/>
                  </a:lnTo>
                  <a:lnTo>
                    <a:pt x="198269" y="728288"/>
                  </a:lnTo>
                  <a:lnTo>
                    <a:pt x="199551" y="728288"/>
                  </a:lnTo>
                  <a:lnTo>
                    <a:pt x="200833" y="713795"/>
                  </a:lnTo>
                  <a:lnTo>
                    <a:pt x="202115" y="783644"/>
                  </a:lnTo>
                  <a:lnTo>
                    <a:pt x="203397" y="728288"/>
                  </a:lnTo>
                  <a:lnTo>
                    <a:pt x="204678" y="725361"/>
                  </a:lnTo>
                  <a:lnTo>
                    <a:pt x="205960" y="646256"/>
                  </a:lnTo>
                  <a:lnTo>
                    <a:pt x="207242" y="621275"/>
                  </a:lnTo>
                  <a:lnTo>
                    <a:pt x="208524" y="574073"/>
                  </a:lnTo>
                  <a:lnTo>
                    <a:pt x="209806" y="514405"/>
                  </a:lnTo>
                  <a:lnTo>
                    <a:pt x="211088" y="535759"/>
                  </a:lnTo>
                  <a:lnTo>
                    <a:pt x="212369" y="558853"/>
                  </a:lnTo>
                  <a:lnTo>
                    <a:pt x="213651" y="479519"/>
                  </a:lnTo>
                  <a:lnTo>
                    <a:pt x="214933" y="558853"/>
                  </a:lnTo>
                  <a:lnTo>
                    <a:pt x="216215" y="525810"/>
                  </a:lnTo>
                  <a:lnTo>
                    <a:pt x="217497" y="505088"/>
                  </a:lnTo>
                  <a:lnTo>
                    <a:pt x="218779" y="462552"/>
                  </a:lnTo>
                  <a:lnTo>
                    <a:pt x="220061" y="433510"/>
                  </a:lnTo>
                  <a:lnTo>
                    <a:pt x="221342" y="458314"/>
                  </a:lnTo>
                  <a:lnTo>
                    <a:pt x="222624" y="475453"/>
                  </a:lnTo>
                  <a:lnTo>
                    <a:pt x="223906" y="456207"/>
                  </a:lnTo>
                  <a:lnTo>
                    <a:pt x="225188" y="520625"/>
                  </a:lnTo>
                  <a:lnTo>
                    <a:pt x="226470" y="544585"/>
                  </a:lnTo>
                  <a:lnTo>
                    <a:pt x="227752" y="537294"/>
                  </a:lnTo>
                  <a:lnTo>
                    <a:pt x="229033" y="511308"/>
                  </a:lnTo>
                  <a:lnTo>
                    <a:pt x="230315" y="454107"/>
                  </a:lnTo>
                  <a:lnTo>
                    <a:pt x="231597" y="454107"/>
                  </a:lnTo>
                  <a:lnTo>
                    <a:pt x="232879" y="454107"/>
                  </a:lnTo>
                  <a:lnTo>
                    <a:pt x="234161" y="447887"/>
                  </a:lnTo>
                  <a:lnTo>
                    <a:pt x="235443" y="469420"/>
                  </a:lnTo>
                  <a:lnTo>
                    <a:pt x="236724" y="493289"/>
                  </a:lnTo>
                  <a:lnTo>
                    <a:pt x="238006" y="443308"/>
                  </a:lnTo>
                  <a:lnTo>
                    <a:pt x="239288" y="479519"/>
                  </a:lnTo>
                  <a:lnTo>
                    <a:pt x="240570" y="435831"/>
                  </a:lnTo>
                  <a:lnTo>
                    <a:pt x="241852" y="443308"/>
                  </a:lnTo>
                  <a:lnTo>
                    <a:pt x="243134" y="390567"/>
                  </a:lnTo>
                  <a:lnTo>
                    <a:pt x="244416" y="333792"/>
                  </a:lnTo>
                  <a:lnTo>
                    <a:pt x="245697" y="297474"/>
                  </a:lnTo>
                  <a:lnTo>
                    <a:pt x="246979" y="325525"/>
                  </a:lnTo>
                  <a:lnTo>
                    <a:pt x="248261" y="378302"/>
                  </a:lnTo>
                  <a:lnTo>
                    <a:pt x="249543" y="454107"/>
                  </a:lnTo>
                  <a:lnTo>
                    <a:pt x="250825" y="530797"/>
                  </a:lnTo>
                  <a:lnTo>
                    <a:pt x="252107" y="535209"/>
                  </a:lnTo>
                  <a:lnTo>
                    <a:pt x="253388" y="535209"/>
                  </a:lnTo>
                  <a:lnTo>
                    <a:pt x="254670" y="535209"/>
                  </a:lnTo>
                  <a:lnTo>
                    <a:pt x="255952" y="535209"/>
                  </a:lnTo>
                  <a:lnTo>
                    <a:pt x="257234" y="556555"/>
                  </a:lnTo>
                  <a:lnTo>
                    <a:pt x="258516" y="578707"/>
                  </a:lnTo>
                  <a:lnTo>
                    <a:pt x="259798" y="679169"/>
                  </a:lnTo>
                  <a:lnTo>
                    <a:pt x="261080" y="693844"/>
                  </a:lnTo>
                  <a:lnTo>
                    <a:pt x="262361" y="728394"/>
                  </a:lnTo>
                  <a:lnTo>
                    <a:pt x="263643" y="800811"/>
                  </a:lnTo>
                  <a:lnTo>
                    <a:pt x="264925" y="809772"/>
                  </a:lnTo>
                  <a:lnTo>
                    <a:pt x="266207" y="803783"/>
                  </a:lnTo>
                  <a:lnTo>
                    <a:pt x="266884" y="83541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l42"/>
            <p:cNvSpPr/>
            <p:nvPr/>
          </p:nvSpPr>
          <p:spPr>
            <a:xfrm>
              <a:off x="3674162" y="1454884"/>
              <a:ext cx="371832" cy="611404"/>
            </a:xfrm>
            <a:custGeom>
              <a:avLst/>
              <a:pathLst>
                <a:path w="371832" h="611404">
                  <a:moveTo>
                    <a:pt x="0" y="611404"/>
                  </a:moveTo>
                  <a:lnTo>
                    <a:pt x="835" y="558560"/>
                  </a:lnTo>
                  <a:lnTo>
                    <a:pt x="2117" y="558560"/>
                  </a:lnTo>
                  <a:lnTo>
                    <a:pt x="3398" y="558560"/>
                  </a:lnTo>
                  <a:lnTo>
                    <a:pt x="4680" y="558560"/>
                  </a:lnTo>
                  <a:lnTo>
                    <a:pt x="5962" y="558560"/>
                  </a:lnTo>
                  <a:lnTo>
                    <a:pt x="7244" y="558560"/>
                  </a:lnTo>
                  <a:lnTo>
                    <a:pt x="8526" y="552341"/>
                  </a:lnTo>
                  <a:lnTo>
                    <a:pt x="9808" y="534874"/>
                  </a:lnTo>
                  <a:lnTo>
                    <a:pt x="11089" y="525437"/>
                  </a:lnTo>
                  <a:lnTo>
                    <a:pt x="12371" y="520799"/>
                  </a:lnTo>
                  <a:lnTo>
                    <a:pt x="13653" y="464857"/>
                  </a:lnTo>
                  <a:lnTo>
                    <a:pt x="14935" y="488182"/>
                  </a:lnTo>
                  <a:lnTo>
                    <a:pt x="16217" y="399975"/>
                  </a:lnTo>
                  <a:lnTo>
                    <a:pt x="17499" y="341556"/>
                  </a:lnTo>
                  <a:lnTo>
                    <a:pt x="18781" y="403901"/>
                  </a:lnTo>
                  <a:lnTo>
                    <a:pt x="20062" y="403901"/>
                  </a:lnTo>
                  <a:lnTo>
                    <a:pt x="21344" y="427587"/>
                  </a:lnTo>
                  <a:lnTo>
                    <a:pt x="22626" y="427587"/>
                  </a:lnTo>
                  <a:lnTo>
                    <a:pt x="23908" y="387875"/>
                  </a:lnTo>
                  <a:lnTo>
                    <a:pt x="25190" y="371645"/>
                  </a:lnTo>
                  <a:lnTo>
                    <a:pt x="26472" y="371645"/>
                  </a:lnTo>
                  <a:lnTo>
                    <a:pt x="27753" y="371645"/>
                  </a:lnTo>
                  <a:lnTo>
                    <a:pt x="29035" y="371645"/>
                  </a:lnTo>
                  <a:lnTo>
                    <a:pt x="30317" y="371645"/>
                  </a:lnTo>
                  <a:lnTo>
                    <a:pt x="31599" y="371645"/>
                  </a:lnTo>
                  <a:lnTo>
                    <a:pt x="32881" y="410238"/>
                  </a:lnTo>
                  <a:lnTo>
                    <a:pt x="34163" y="421747"/>
                  </a:lnTo>
                  <a:lnTo>
                    <a:pt x="35445" y="410238"/>
                  </a:lnTo>
                  <a:lnTo>
                    <a:pt x="36726" y="454612"/>
                  </a:lnTo>
                  <a:lnTo>
                    <a:pt x="38008" y="403901"/>
                  </a:lnTo>
                  <a:lnTo>
                    <a:pt x="39290" y="397379"/>
                  </a:lnTo>
                  <a:lnTo>
                    <a:pt x="40572" y="308522"/>
                  </a:lnTo>
                  <a:lnTo>
                    <a:pt x="41854" y="211820"/>
                  </a:lnTo>
                  <a:lnTo>
                    <a:pt x="43136" y="231975"/>
                  </a:lnTo>
                  <a:lnTo>
                    <a:pt x="44417" y="204437"/>
                  </a:lnTo>
                  <a:lnTo>
                    <a:pt x="45699" y="204437"/>
                  </a:lnTo>
                  <a:lnTo>
                    <a:pt x="46981" y="157456"/>
                  </a:lnTo>
                  <a:lnTo>
                    <a:pt x="48263" y="157456"/>
                  </a:lnTo>
                  <a:lnTo>
                    <a:pt x="49545" y="157456"/>
                  </a:lnTo>
                  <a:lnTo>
                    <a:pt x="50827" y="146276"/>
                  </a:lnTo>
                  <a:lnTo>
                    <a:pt x="52108" y="105633"/>
                  </a:lnTo>
                  <a:lnTo>
                    <a:pt x="53390" y="54218"/>
                  </a:lnTo>
                  <a:lnTo>
                    <a:pt x="54672" y="44826"/>
                  </a:lnTo>
                  <a:lnTo>
                    <a:pt x="55954" y="35583"/>
                  </a:lnTo>
                  <a:lnTo>
                    <a:pt x="57236" y="35583"/>
                  </a:lnTo>
                  <a:lnTo>
                    <a:pt x="58518" y="35583"/>
                  </a:lnTo>
                  <a:lnTo>
                    <a:pt x="59800" y="37420"/>
                  </a:lnTo>
                  <a:lnTo>
                    <a:pt x="61081" y="107703"/>
                  </a:lnTo>
                  <a:lnTo>
                    <a:pt x="62363" y="120281"/>
                  </a:lnTo>
                  <a:lnTo>
                    <a:pt x="63645" y="157456"/>
                  </a:lnTo>
                  <a:lnTo>
                    <a:pt x="64927" y="157456"/>
                  </a:lnTo>
                  <a:lnTo>
                    <a:pt x="66209" y="204437"/>
                  </a:lnTo>
                  <a:lnTo>
                    <a:pt x="67491" y="204437"/>
                  </a:lnTo>
                  <a:lnTo>
                    <a:pt x="68772" y="204437"/>
                  </a:lnTo>
                  <a:lnTo>
                    <a:pt x="70054" y="216794"/>
                  </a:lnTo>
                  <a:lnTo>
                    <a:pt x="71336" y="266278"/>
                  </a:lnTo>
                  <a:lnTo>
                    <a:pt x="72618" y="357209"/>
                  </a:lnTo>
                  <a:lnTo>
                    <a:pt x="73900" y="492162"/>
                  </a:lnTo>
                  <a:lnTo>
                    <a:pt x="75182" y="525006"/>
                  </a:lnTo>
                  <a:lnTo>
                    <a:pt x="76464" y="611277"/>
                  </a:lnTo>
                  <a:lnTo>
                    <a:pt x="77745" y="611277"/>
                  </a:lnTo>
                  <a:lnTo>
                    <a:pt x="79027" y="587317"/>
                  </a:lnTo>
                  <a:lnTo>
                    <a:pt x="80309" y="516621"/>
                  </a:lnTo>
                  <a:lnTo>
                    <a:pt x="81591" y="442423"/>
                  </a:lnTo>
                  <a:lnTo>
                    <a:pt x="82873" y="442423"/>
                  </a:lnTo>
                  <a:lnTo>
                    <a:pt x="84155" y="442423"/>
                  </a:lnTo>
                  <a:lnTo>
                    <a:pt x="85436" y="442423"/>
                  </a:lnTo>
                  <a:lnTo>
                    <a:pt x="86718" y="442423"/>
                  </a:lnTo>
                  <a:lnTo>
                    <a:pt x="88000" y="442423"/>
                  </a:lnTo>
                  <a:lnTo>
                    <a:pt x="89282" y="442423"/>
                  </a:lnTo>
                  <a:lnTo>
                    <a:pt x="90564" y="442423"/>
                  </a:lnTo>
                  <a:lnTo>
                    <a:pt x="91846" y="442423"/>
                  </a:lnTo>
                  <a:lnTo>
                    <a:pt x="93127" y="442423"/>
                  </a:lnTo>
                  <a:lnTo>
                    <a:pt x="94409" y="442423"/>
                  </a:lnTo>
                  <a:lnTo>
                    <a:pt x="95691" y="442423"/>
                  </a:lnTo>
                  <a:lnTo>
                    <a:pt x="96973" y="396572"/>
                  </a:lnTo>
                  <a:lnTo>
                    <a:pt x="98255" y="296956"/>
                  </a:lnTo>
                  <a:lnTo>
                    <a:pt x="99537" y="314392"/>
                  </a:lnTo>
                  <a:lnTo>
                    <a:pt x="100819" y="373291"/>
                  </a:lnTo>
                  <a:lnTo>
                    <a:pt x="102100" y="373291"/>
                  </a:lnTo>
                  <a:lnTo>
                    <a:pt x="103382" y="373291"/>
                  </a:lnTo>
                  <a:lnTo>
                    <a:pt x="104664" y="373291"/>
                  </a:lnTo>
                  <a:lnTo>
                    <a:pt x="105946" y="373291"/>
                  </a:lnTo>
                  <a:lnTo>
                    <a:pt x="107228" y="373291"/>
                  </a:lnTo>
                  <a:lnTo>
                    <a:pt x="108510" y="373291"/>
                  </a:lnTo>
                  <a:lnTo>
                    <a:pt x="109791" y="305609"/>
                  </a:lnTo>
                  <a:lnTo>
                    <a:pt x="111073" y="209349"/>
                  </a:lnTo>
                  <a:lnTo>
                    <a:pt x="112355" y="166556"/>
                  </a:lnTo>
                  <a:lnTo>
                    <a:pt x="113637" y="157456"/>
                  </a:lnTo>
                  <a:lnTo>
                    <a:pt x="114919" y="191916"/>
                  </a:lnTo>
                  <a:lnTo>
                    <a:pt x="116201" y="162245"/>
                  </a:lnTo>
                  <a:lnTo>
                    <a:pt x="117483" y="209499"/>
                  </a:lnTo>
                  <a:lnTo>
                    <a:pt x="118764" y="191561"/>
                  </a:lnTo>
                  <a:lnTo>
                    <a:pt x="120046" y="168465"/>
                  </a:lnTo>
                  <a:lnTo>
                    <a:pt x="121328" y="131883"/>
                  </a:lnTo>
                  <a:lnTo>
                    <a:pt x="122610" y="116137"/>
                  </a:lnTo>
                  <a:lnTo>
                    <a:pt x="123892" y="116137"/>
                  </a:lnTo>
                  <a:lnTo>
                    <a:pt x="125174" y="116137"/>
                  </a:lnTo>
                  <a:lnTo>
                    <a:pt x="126455" y="116137"/>
                  </a:lnTo>
                  <a:lnTo>
                    <a:pt x="127737" y="116137"/>
                  </a:lnTo>
                  <a:lnTo>
                    <a:pt x="129019" y="155400"/>
                  </a:lnTo>
                  <a:lnTo>
                    <a:pt x="130301" y="195500"/>
                  </a:lnTo>
                  <a:lnTo>
                    <a:pt x="131583" y="219707"/>
                  </a:lnTo>
                  <a:lnTo>
                    <a:pt x="132865" y="252366"/>
                  </a:lnTo>
                  <a:lnTo>
                    <a:pt x="134146" y="244956"/>
                  </a:lnTo>
                  <a:lnTo>
                    <a:pt x="135428" y="324219"/>
                  </a:lnTo>
                  <a:lnTo>
                    <a:pt x="136710" y="354850"/>
                  </a:lnTo>
                  <a:lnTo>
                    <a:pt x="137992" y="376048"/>
                  </a:lnTo>
                  <a:lnTo>
                    <a:pt x="139274" y="300810"/>
                  </a:lnTo>
                  <a:lnTo>
                    <a:pt x="140556" y="369879"/>
                  </a:lnTo>
                  <a:lnTo>
                    <a:pt x="141838" y="373410"/>
                  </a:lnTo>
                  <a:lnTo>
                    <a:pt x="143119" y="373410"/>
                  </a:lnTo>
                  <a:lnTo>
                    <a:pt x="144401" y="373410"/>
                  </a:lnTo>
                  <a:lnTo>
                    <a:pt x="145683" y="373410"/>
                  </a:lnTo>
                  <a:lnTo>
                    <a:pt x="146965" y="373410"/>
                  </a:lnTo>
                  <a:lnTo>
                    <a:pt x="148247" y="373410"/>
                  </a:lnTo>
                  <a:lnTo>
                    <a:pt x="149529" y="405727"/>
                  </a:lnTo>
                  <a:lnTo>
                    <a:pt x="150810" y="419169"/>
                  </a:lnTo>
                  <a:lnTo>
                    <a:pt x="152092" y="462450"/>
                  </a:lnTo>
                  <a:lnTo>
                    <a:pt x="153374" y="462450"/>
                  </a:lnTo>
                  <a:lnTo>
                    <a:pt x="154656" y="460009"/>
                  </a:lnTo>
                  <a:lnTo>
                    <a:pt x="155938" y="319644"/>
                  </a:lnTo>
                  <a:lnTo>
                    <a:pt x="157220" y="359384"/>
                  </a:lnTo>
                  <a:lnTo>
                    <a:pt x="158502" y="354850"/>
                  </a:lnTo>
                  <a:lnTo>
                    <a:pt x="159783" y="367763"/>
                  </a:lnTo>
                  <a:lnTo>
                    <a:pt x="161065" y="371543"/>
                  </a:lnTo>
                  <a:lnTo>
                    <a:pt x="162347" y="347041"/>
                  </a:lnTo>
                  <a:lnTo>
                    <a:pt x="163629" y="320574"/>
                  </a:lnTo>
                  <a:lnTo>
                    <a:pt x="164911" y="320574"/>
                  </a:lnTo>
                  <a:lnTo>
                    <a:pt x="166193" y="345459"/>
                  </a:lnTo>
                  <a:lnTo>
                    <a:pt x="167474" y="306786"/>
                  </a:lnTo>
                  <a:lnTo>
                    <a:pt x="168756" y="302873"/>
                  </a:lnTo>
                  <a:lnTo>
                    <a:pt x="170038" y="323702"/>
                  </a:lnTo>
                  <a:lnTo>
                    <a:pt x="171320" y="277316"/>
                  </a:lnTo>
                  <a:lnTo>
                    <a:pt x="172602" y="227534"/>
                  </a:lnTo>
                  <a:lnTo>
                    <a:pt x="173884" y="227534"/>
                  </a:lnTo>
                  <a:lnTo>
                    <a:pt x="175166" y="295034"/>
                  </a:lnTo>
                  <a:lnTo>
                    <a:pt x="176447" y="329015"/>
                  </a:lnTo>
                  <a:lnTo>
                    <a:pt x="177729" y="412949"/>
                  </a:lnTo>
                  <a:lnTo>
                    <a:pt x="179011" y="400504"/>
                  </a:lnTo>
                  <a:lnTo>
                    <a:pt x="180293" y="362752"/>
                  </a:lnTo>
                  <a:lnTo>
                    <a:pt x="181575" y="346772"/>
                  </a:lnTo>
                  <a:lnTo>
                    <a:pt x="182857" y="373410"/>
                  </a:lnTo>
                  <a:lnTo>
                    <a:pt x="184138" y="373410"/>
                  </a:lnTo>
                  <a:lnTo>
                    <a:pt x="185420" y="406508"/>
                  </a:lnTo>
                  <a:lnTo>
                    <a:pt x="186702" y="462450"/>
                  </a:lnTo>
                  <a:lnTo>
                    <a:pt x="187984" y="407129"/>
                  </a:lnTo>
                  <a:lnTo>
                    <a:pt x="189266" y="459105"/>
                  </a:lnTo>
                  <a:lnTo>
                    <a:pt x="190548" y="531303"/>
                  </a:lnTo>
                  <a:lnTo>
                    <a:pt x="191829" y="554903"/>
                  </a:lnTo>
                  <a:lnTo>
                    <a:pt x="193111" y="558560"/>
                  </a:lnTo>
                  <a:lnTo>
                    <a:pt x="194393" y="558560"/>
                  </a:lnTo>
                  <a:lnTo>
                    <a:pt x="195675" y="552341"/>
                  </a:lnTo>
                  <a:lnTo>
                    <a:pt x="196957" y="534874"/>
                  </a:lnTo>
                  <a:lnTo>
                    <a:pt x="198239" y="544191"/>
                  </a:lnTo>
                  <a:lnTo>
                    <a:pt x="199521" y="582640"/>
                  </a:lnTo>
                  <a:lnTo>
                    <a:pt x="200802" y="611277"/>
                  </a:lnTo>
                  <a:lnTo>
                    <a:pt x="202084" y="611277"/>
                  </a:lnTo>
                  <a:lnTo>
                    <a:pt x="203366" y="611277"/>
                  </a:lnTo>
                  <a:lnTo>
                    <a:pt x="204648" y="611277"/>
                  </a:lnTo>
                  <a:lnTo>
                    <a:pt x="205930" y="611277"/>
                  </a:lnTo>
                  <a:lnTo>
                    <a:pt x="207212" y="611277"/>
                  </a:lnTo>
                  <a:lnTo>
                    <a:pt x="208493" y="611277"/>
                  </a:lnTo>
                  <a:lnTo>
                    <a:pt x="209775" y="611277"/>
                  </a:lnTo>
                  <a:lnTo>
                    <a:pt x="211057" y="546509"/>
                  </a:lnTo>
                  <a:lnTo>
                    <a:pt x="212339" y="520799"/>
                  </a:lnTo>
                  <a:lnTo>
                    <a:pt x="213621" y="520799"/>
                  </a:lnTo>
                  <a:lnTo>
                    <a:pt x="214903" y="520799"/>
                  </a:lnTo>
                  <a:lnTo>
                    <a:pt x="216185" y="496168"/>
                  </a:lnTo>
                  <a:lnTo>
                    <a:pt x="217466" y="442423"/>
                  </a:lnTo>
                  <a:lnTo>
                    <a:pt x="218748" y="438766"/>
                  </a:lnTo>
                  <a:lnTo>
                    <a:pt x="220030" y="373291"/>
                  </a:lnTo>
                  <a:lnTo>
                    <a:pt x="221312" y="373291"/>
                  </a:lnTo>
                  <a:lnTo>
                    <a:pt x="222594" y="373291"/>
                  </a:lnTo>
                  <a:lnTo>
                    <a:pt x="223876" y="373291"/>
                  </a:lnTo>
                  <a:lnTo>
                    <a:pt x="225157" y="373291"/>
                  </a:lnTo>
                  <a:lnTo>
                    <a:pt x="226439" y="373291"/>
                  </a:lnTo>
                  <a:lnTo>
                    <a:pt x="227721" y="373291"/>
                  </a:lnTo>
                  <a:lnTo>
                    <a:pt x="229003" y="373291"/>
                  </a:lnTo>
                  <a:lnTo>
                    <a:pt x="230285" y="420815"/>
                  </a:lnTo>
                  <a:lnTo>
                    <a:pt x="231567" y="438766"/>
                  </a:lnTo>
                  <a:lnTo>
                    <a:pt x="232848" y="373291"/>
                  </a:lnTo>
                  <a:lnTo>
                    <a:pt x="234130" y="335410"/>
                  </a:lnTo>
                  <a:lnTo>
                    <a:pt x="235412" y="234543"/>
                  </a:lnTo>
                  <a:lnTo>
                    <a:pt x="236694" y="199566"/>
                  </a:lnTo>
                  <a:lnTo>
                    <a:pt x="237976" y="135305"/>
                  </a:lnTo>
                  <a:lnTo>
                    <a:pt x="239258" y="135305"/>
                  </a:lnTo>
                  <a:lnTo>
                    <a:pt x="240540" y="113959"/>
                  </a:lnTo>
                  <a:lnTo>
                    <a:pt x="241821" y="113959"/>
                  </a:lnTo>
                  <a:lnTo>
                    <a:pt x="243103" y="69564"/>
                  </a:lnTo>
                  <a:lnTo>
                    <a:pt x="244385" y="35583"/>
                  </a:lnTo>
                  <a:lnTo>
                    <a:pt x="245667" y="17521"/>
                  </a:lnTo>
                  <a:lnTo>
                    <a:pt x="246949" y="0"/>
                  </a:lnTo>
                  <a:lnTo>
                    <a:pt x="248231" y="0"/>
                  </a:lnTo>
                  <a:lnTo>
                    <a:pt x="249512" y="0"/>
                  </a:lnTo>
                  <a:lnTo>
                    <a:pt x="250794" y="1728"/>
                  </a:lnTo>
                  <a:lnTo>
                    <a:pt x="252076" y="91130"/>
                  </a:lnTo>
                  <a:lnTo>
                    <a:pt x="253358" y="95778"/>
                  </a:lnTo>
                  <a:lnTo>
                    <a:pt x="254640" y="173746"/>
                  </a:lnTo>
                  <a:lnTo>
                    <a:pt x="255922" y="218165"/>
                  </a:lnTo>
                  <a:lnTo>
                    <a:pt x="257204" y="274292"/>
                  </a:lnTo>
                  <a:lnTo>
                    <a:pt x="258485" y="314207"/>
                  </a:lnTo>
                  <a:lnTo>
                    <a:pt x="259767" y="336359"/>
                  </a:lnTo>
                  <a:lnTo>
                    <a:pt x="261049" y="336359"/>
                  </a:lnTo>
                  <a:lnTo>
                    <a:pt x="262331" y="388251"/>
                  </a:lnTo>
                  <a:lnTo>
                    <a:pt x="263613" y="434410"/>
                  </a:lnTo>
                  <a:lnTo>
                    <a:pt x="264895" y="399715"/>
                  </a:lnTo>
                  <a:lnTo>
                    <a:pt x="266176" y="415469"/>
                  </a:lnTo>
                  <a:lnTo>
                    <a:pt x="267458" y="416907"/>
                  </a:lnTo>
                  <a:lnTo>
                    <a:pt x="268740" y="373410"/>
                  </a:lnTo>
                  <a:lnTo>
                    <a:pt x="270022" y="342780"/>
                  </a:lnTo>
                  <a:lnTo>
                    <a:pt x="271304" y="365716"/>
                  </a:lnTo>
                  <a:lnTo>
                    <a:pt x="272586" y="363796"/>
                  </a:lnTo>
                  <a:lnTo>
                    <a:pt x="273867" y="426657"/>
                  </a:lnTo>
                  <a:lnTo>
                    <a:pt x="275149" y="354696"/>
                  </a:lnTo>
                  <a:lnTo>
                    <a:pt x="276431" y="373410"/>
                  </a:lnTo>
                  <a:lnTo>
                    <a:pt x="277713" y="332915"/>
                  </a:lnTo>
                  <a:lnTo>
                    <a:pt x="278995" y="285934"/>
                  </a:lnTo>
                  <a:lnTo>
                    <a:pt x="280277" y="265441"/>
                  </a:lnTo>
                  <a:lnTo>
                    <a:pt x="281559" y="277793"/>
                  </a:lnTo>
                  <a:lnTo>
                    <a:pt x="282840" y="287315"/>
                  </a:lnTo>
                  <a:lnTo>
                    <a:pt x="284122" y="299449"/>
                  </a:lnTo>
                  <a:lnTo>
                    <a:pt x="285404" y="284105"/>
                  </a:lnTo>
                  <a:lnTo>
                    <a:pt x="286686" y="233706"/>
                  </a:lnTo>
                  <a:lnTo>
                    <a:pt x="287968" y="265441"/>
                  </a:lnTo>
                  <a:lnTo>
                    <a:pt x="289250" y="290421"/>
                  </a:lnTo>
                  <a:lnTo>
                    <a:pt x="290531" y="298990"/>
                  </a:lnTo>
                  <a:lnTo>
                    <a:pt x="291813" y="298990"/>
                  </a:lnTo>
                  <a:lnTo>
                    <a:pt x="293095" y="311200"/>
                  </a:lnTo>
                  <a:lnTo>
                    <a:pt x="294377" y="332915"/>
                  </a:lnTo>
                  <a:lnTo>
                    <a:pt x="295659" y="371972"/>
                  </a:lnTo>
                  <a:lnTo>
                    <a:pt x="296941" y="415469"/>
                  </a:lnTo>
                  <a:lnTo>
                    <a:pt x="298223" y="474807"/>
                  </a:lnTo>
                  <a:lnTo>
                    <a:pt x="299504" y="508690"/>
                  </a:lnTo>
                  <a:lnTo>
                    <a:pt x="300786" y="532947"/>
                  </a:lnTo>
                  <a:lnTo>
                    <a:pt x="302068" y="456040"/>
                  </a:lnTo>
                  <a:lnTo>
                    <a:pt x="303350" y="493073"/>
                  </a:lnTo>
                  <a:lnTo>
                    <a:pt x="304632" y="522977"/>
                  </a:lnTo>
                  <a:lnTo>
                    <a:pt x="305914" y="558560"/>
                  </a:lnTo>
                  <a:lnTo>
                    <a:pt x="307195" y="558560"/>
                  </a:lnTo>
                  <a:lnTo>
                    <a:pt x="308477" y="558560"/>
                  </a:lnTo>
                  <a:lnTo>
                    <a:pt x="309759" y="558560"/>
                  </a:lnTo>
                  <a:lnTo>
                    <a:pt x="311041" y="558560"/>
                  </a:lnTo>
                  <a:lnTo>
                    <a:pt x="312323" y="558560"/>
                  </a:lnTo>
                  <a:lnTo>
                    <a:pt x="313605" y="544067"/>
                  </a:lnTo>
                  <a:lnTo>
                    <a:pt x="314887" y="489428"/>
                  </a:lnTo>
                  <a:lnTo>
                    <a:pt x="316168" y="489428"/>
                  </a:lnTo>
                  <a:lnTo>
                    <a:pt x="317450" y="439445"/>
                  </a:lnTo>
                  <a:lnTo>
                    <a:pt x="318732" y="421367"/>
                  </a:lnTo>
                  <a:lnTo>
                    <a:pt x="320014" y="403901"/>
                  </a:lnTo>
                  <a:lnTo>
                    <a:pt x="321296" y="446496"/>
                  </a:lnTo>
                  <a:lnTo>
                    <a:pt x="322578" y="486231"/>
                  </a:lnTo>
                  <a:lnTo>
                    <a:pt x="323859" y="442423"/>
                  </a:lnTo>
                  <a:lnTo>
                    <a:pt x="325141" y="420815"/>
                  </a:lnTo>
                  <a:lnTo>
                    <a:pt x="326423" y="373291"/>
                  </a:lnTo>
                  <a:lnTo>
                    <a:pt x="327705" y="373291"/>
                  </a:lnTo>
                  <a:lnTo>
                    <a:pt x="328987" y="373291"/>
                  </a:lnTo>
                  <a:lnTo>
                    <a:pt x="330269" y="373291"/>
                  </a:lnTo>
                  <a:lnTo>
                    <a:pt x="331550" y="363589"/>
                  </a:lnTo>
                  <a:lnTo>
                    <a:pt x="332832" y="308522"/>
                  </a:lnTo>
                  <a:lnTo>
                    <a:pt x="334114" y="311450"/>
                  </a:lnTo>
                  <a:lnTo>
                    <a:pt x="335396" y="354572"/>
                  </a:lnTo>
                  <a:lnTo>
                    <a:pt x="336678" y="371645"/>
                  </a:lnTo>
                  <a:lnTo>
                    <a:pt x="337960" y="370961"/>
                  </a:lnTo>
                  <a:lnTo>
                    <a:pt x="339242" y="329015"/>
                  </a:lnTo>
                  <a:lnTo>
                    <a:pt x="340523" y="305936"/>
                  </a:lnTo>
                  <a:lnTo>
                    <a:pt x="341805" y="313377"/>
                  </a:lnTo>
                  <a:lnTo>
                    <a:pt x="343087" y="287286"/>
                  </a:lnTo>
                  <a:lnTo>
                    <a:pt x="344369" y="266909"/>
                  </a:lnTo>
                  <a:lnTo>
                    <a:pt x="345651" y="304064"/>
                  </a:lnTo>
                  <a:lnTo>
                    <a:pt x="346933" y="275427"/>
                  </a:lnTo>
                  <a:lnTo>
                    <a:pt x="348214" y="230146"/>
                  </a:lnTo>
                  <a:lnTo>
                    <a:pt x="349496" y="232435"/>
                  </a:lnTo>
                  <a:lnTo>
                    <a:pt x="350778" y="248624"/>
                  </a:lnTo>
                  <a:lnTo>
                    <a:pt x="352060" y="232643"/>
                  </a:lnTo>
                  <a:lnTo>
                    <a:pt x="353342" y="237514"/>
                  </a:lnTo>
                  <a:lnTo>
                    <a:pt x="354624" y="254888"/>
                  </a:lnTo>
                  <a:lnTo>
                    <a:pt x="355906" y="283273"/>
                  </a:lnTo>
                  <a:lnTo>
                    <a:pt x="357187" y="300131"/>
                  </a:lnTo>
                  <a:lnTo>
                    <a:pt x="358469" y="339069"/>
                  </a:lnTo>
                  <a:lnTo>
                    <a:pt x="359751" y="397640"/>
                  </a:lnTo>
                  <a:lnTo>
                    <a:pt x="361033" y="391753"/>
                  </a:lnTo>
                  <a:lnTo>
                    <a:pt x="362315" y="423064"/>
                  </a:lnTo>
                  <a:lnTo>
                    <a:pt x="363597" y="427809"/>
                  </a:lnTo>
                  <a:lnTo>
                    <a:pt x="364878" y="456446"/>
                  </a:lnTo>
                  <a:lnTo>
                    <a:pt x="366160" y="454193"/>
                  </a:lnTo>
                  <a:lnTo>
                    <a:pt x="367442" y="491426"/>
                  </a:lnTo>
                  <a:lnTo>
                    <a:pt x="368724" y="505762"/>
                  </a:lnTo>
                  <a:lnTo>
                    <a:pt x="370006" y="532947"/>
                  </a:lnTo>
                  <a:lnTo>
                    <a:pt x="371288" y="592541"/>
                  </a:lnTo>
                  <a:lnTo>
                    <a:pt x="371832" y="61140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l43"/>
            <p:cNvSpPr/>
            <p:nvPr/>
          </p:nvSpPr>
          <p:spPr>
            <a:xfrm>
              <a:off x="4049318" y="1434525"/>
              <a:ext cx="102802" cy="631763"/>
            </a:xfrm>
            <a:custGeom>
              <a:avLst/>
              <a:pathLst>
                <a:path w="102802" h="631763">
                  <a:moveTo>
                    <a:pt x="0" y="631763"/>
                  </a:moveTo>
                  <a:lnTo>
                    <a:pt x="1258" y="531123"/>
                  </a:lnTo>
                  <a:lnTo>
                    <a:pt x="2540" y="393650"/>
                  </a:lnTo>
                  <a:lnTo>
                    <a:pt x="3822" y="393650"/>
                  </a:lnTo>
                  <a:lnTo>
                    <a:pt x="5104" y="393650"/>
                  </a:lnTo>
                  <a:lnTo>
                    <a:pt x="6386" y="320185"/>
                  </a:lnTo>
                  <a:lnTo>
                    <a:pt x="7667" y="262676"/>
                  </a:lnTo>
                  <a:lnTo>
                    <a:pt x="8949" y="205550"/>
                  </a:lnTo>
                  <a:lnTo>
                    <a:pt x="10231" y="162221"/>
                  </a:lnTo>
                  <a:lnTo>
                    <a:pt x="11513" y="101701"/>
                  </a:lnTo>
                  <a:lnTo>
                    <a:pt x="12795" y="93822"/>
                  </a:lnTo>
                  <a:lnTo>
                    <a:pt x="14077" y="93822"/>
                  </a:lnTo>
                  <a:lnTo>
                    <a:pt x="15359" y="93822"/>
                  </a:lnTo>
                  <a:lnTo>
                    <a:pt x="16640" y="78375"/>
                  </a:lnTo>
                  <a:lnTo>
                    <a:pt x="17922" y="55942"/>
                  </a:lnTo>
                  <a:lnTo>
                    <a:pt x="19204" y="22087"/>
                  </a:lnTo>
                  <a:lnTo>
                    <a:pt x="20486" y="63325"/>
                  </a:lnTo>
                  <a:lnTo>
                    <a:pt x="21768" y="57779"/>
                  </a:lnTo>
                  <a:lnTo>
                    <a:pt x="23050" y="55942"/>
                  </a:lnTo>
                  <a:lnTo>
                    <a:pt x="24331" y="55942"/>
                  </a:lnTo>
                  <a:lnTo>
                    <a:pt x="25613" y="67051"/>
                  </a:lnTo>
                  <a:lnTo>
                    <a:pt x="26895" y="78375"/>
                  </a:lnTo>
                  <a:lnTo>
                    <a:pt x="28177" y="76473"/>
                  </a:lnTo>
                  <a:lnTo>
                    <a:pt x="29459" y="93822"/>
                  </a:lnTo>
                  <a:lnTo>
                    <a:pt x="30741" y="125992"/>
                  </a:lnTo>
                  <a:lnTo>
                    <a:pt x="32023" y="113721"/>
                  </a:lnTo>
                  <a:lnTo>
                    <a:pt x="33304" y="45038"/>
                  </a:lnTo>
                  <a:lnTo>
                    <a:pt x="34586" y="6708"/>
                  </a:lnTo>
                  <a:lnTo>
                    <a:pt x="35868" y="0"/>
                  </a:lnTo>
                  <a:lnTo>
                    <a:pt x="37150" y="20358"/>
                  </a:lnTo>
                  <a:lnTo>
                    <a:pt x="38432" y="54110"/>
                  </a:lnTo>
                  <a:lnTo>
                    <a:pt x="39714" y="55942"/>
                  </a:lnTo>
                  <a:lnTo>
                    <a:pt x="40995" y="91869"/>
                  </a:lnTo>
                  <a:lnTo>
                    <a:pt x="42277" y="93822"/>
                  </a:lnTo>
                  <a:lnTo>
                    <a:pt x="43559" y="93822"/>
                  </a:lnTo>
                  <a:lnTo>
                    <a:pt x="44841" y="130140"/>
                  </a:lnTo>
                  <a:lnTo>
                    <a:pt x="46123" y="162221"/>
                  </a:lnTo>
                  <a:lnTo>
                    <a:pt x="47405" y="217504"/>
                  </a:lnTo>
                  <a:lnTo>
                    <a:pt x="48686" y="294846"/>
                  </a:lnTo>
                  <a:lnTo>
                    <a:pt x="49968" y="411143"/>
                  </a:lnTo>
                  <a:lnTo>
                    <a:pt x="51250" y="454366"/>
                  </a:lnTo>
                  <a:lnTo>
                    <a:pt x="52532" y="583809"/>
                  </a:lnTo>
                  <a:lnTo>
                    <a:pt x="53814" y="536471"/>
                  </a:lnTo>
                  <a:lnTo>
                    <a:pt x="55096" y="462806"/>
                  </a:lnTo>
                  <a:lnTo>
                    <a:pt x="56378" y="447946"/>
                  </a:lnTo>
                  <a:lnTo>
                    <a:pt x="57659" y="447946"/>
                  </a:lnTo>
                  <a:lnTo>
                    <a:pt x="58941" y="422110"/>
                  </a:lnTo>
                  <a:lnTo>
                    <a:pt x="60223" y="392004"/>
                  </a:lnTo>
                  <a:lnTo>
                    <a:pt x="61505" y="392004"/>
                  </a:lnTo>
                  <a:lnTo>
                    <a:pt x="62787" y="353290"/>
                  </a:lnTo>
                  <a:lnTo>
                    <a:pt x="64069" y="293952"/>
                  </a:lnTo>
                  <a:lnTo>
                    <a:pt x="65350" y="293952"/>
                  </a:lnTo>
                  <a:lnTo>
                    <a:pt x="66632" y="293952"/>
                  </a:lnTo>
                  <a:lnTo>
                    <a:pt x="67914" y="293952"/>
                  </a:lnTo>
                  <a:lnTo>
                    <a:pt x="69196" y="287733"/>
                  </a:lnTo>
                  <a:lnTo>
                    <a:pt x="70478" y="270266"/>
                  </a:lnTo>
                  <a:lnTo>
                    <a:pt x="71760" y="267461"/>
                  </a:lnTo>
                  <a:lnTo>
                    <a:pt x="73042" y="249776"/>
                  </a:lnTo>
                  <a:lnTo>
                    <a:pt x="74323" y="317315"/>
                  </a:lnTo>
                  <a:lnTo>
                    <a:pt x="75605" y="417738"/>
                  </a:lnTo>
                  <a:lnTo>
                    <a:pt x="76887" y="430103"/>
                  </a:lnTo>
                  <a:lnTo>
                    <a:pt x="78169" y="416520"/>
                  </a:lnTo>
                  <a:lnTo>
                    <a:pt x="79451" y="394678"/>
                  </a:lnTo>
                  <a:lnTo>
                    <a:pt x="80733" y="328830"/>
                  </a:lnTo>
                  <a:lnTo>
                    <a:pt x="82014" y="328830"/>
                  </a:lnTo>
                  <a:lnTo>
                    <a:pt x="83296" y="360831"/>
                  </a:lnTo>
                  <a:lnTo>
                    <a:pt x="84578" y="340933"/>
                  </a:lnTo>
                  <a:lnTo>
                    <a:pt x="85860" y="340933"/>
                  </a:lnTo>
                  <a:lnTo>
                    <a:pt x="87142" y="340933"/>
                  </a:lnTo>
                  <a:lnTo>
                    <a:pt x="88424" y="340933"/>
                  </a:lnTo>
                  <a:lnTo>
                    <a:pt x="89706" y="340933"/>
                  </a:lnTo>
                  <a:lnTo>
                    <a:pt x="90987" y="340933"/>
                  </a:lnTo>
                  <a:lnTo>
                    <a:pt x="92269" y="365913"/>
                  </a:lnTo>
                  <a:lnTo>
                    <a:pt x="93551" y="392004"/>
                  </a:lnTo>
                  <a:lnTo>
                    <a:pt x="94833" y="368318"/>
                  </a:lnTo>
                  <a:lnTo>
                    <a:pt x="96115" y="369471"/>
                  </a:lnTo>
                  <a:lnTo>
                    <a:pt x="97397" y="331809"/>
                  </a:lnTo>
                  <a:lnTo>
                    <a:pt x="98678" y="390398"/>
                  </a:lnTo>
                  <a:lnTo>
                    <a:pt x="99960" y="573868"/>
                  </a:lnTo>
                  <a:lnTo>
                    <a:pt x="101242" y="609026"/>
                  </a:lnTo>
                  <a:lnTo>
                    <a:pt x="102524" y="624679"/>
                  </a:lnTo>
                  <a:lnTo>
                    <a:pt x="102802" y="63176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l44"/>
            <p:cNvSpPr/>
            <p:nvPr/>
          </p:nvSpPr>
          <p:spPr>
            <a:xfrm>
              <a:off x="4160342" y="832341"/>
              <a:ext cx="1376908" cy="1233947"/>
            </a:xfrm>
            <a:custGeom>
              <a:avLst/>
              <a:pathLst>
                <a:path w="1376908" h="1233947">
                  <a:moveTo>
                    <a:pt x="0" y="1233947"/>
                  </a:moveTo>
                  <a:lnTo>
                    <a:pt x="473" y="1218983"/>
                  </a:lnTo>
                  <a:lnTo>
                    <a:pt x="1755" y="1148982"/>
                  </a:lnTo>
                  <a:lnTo>
                    <a:pt x="3037" y="1015929"/>
                  </a:lnTo>
                  <a:lnTo>
                    <a:pt x="4319" y="902948"/>
                  </a:lnTo>
                  <a:lnTo>
                    <a:pt x="5601" y="865352"/>
                  </a:lnTo>
                  <a:lnTo>
                    <a:pt x="6882" y="907078"/>
                  </a:lnTo>
                  <a:lnTo>
                    <a:pt x="8164" y="787245"/>
                  </a:lnTo>
                  <a:lnTo>
                    <a:pt x="9446" y="837028"/>
                  </a:lnTo>
                  <a:lnTo>
                    <a:pt x="10728" y="815369"/>
                  </a:lnTo>
                  <a:lnTo>
                    <a:pt x="12010" y="827760"/>
                  </a:lnTo>
                  <a:lnTo>
                    <a:pt x="13292" y="776426"/>
                  </a:lnTo>
                  <a:lnTo>
                    <a:pt x="14573" y="719959"/>
                  </a:lnTo>
                  <a:lnTo>
                    <a:pt x="15855" y="655367"/>
                  </a:lnTo>
                  <a:lnTo>
                    <a:pt x="17137" y="610108"/>
                  </a:lnTo>
                  <a:lnTo>
                    <a:pt x="18419" y="609020"/>
                  </a:lnTo>
                  <a:lnTo>
                    <a:pt x="19701" y="619991"/>
                  </a:lnTo>
                  <a:lnTo>
                    <a:pt x="20983" y="641419"/>
                  </a:lnTo>
                  <a:lnTo>
                    <a:pt x="22265" y="689455"/>
                  </a:lnTo>
                  <a:lnTo>
                    <a:pt x="23546" y="800958"/>
                  </a:lnTo>
                  <a:lnTo>
                    <a:pt x="24828" y="761258"/>
                  </a:lnTo>
                  <a:lnTo>
                    <a:pt x="26110" y="794399"/>
                  </a:lnTo>
                  <a:lnTo>
                    <a:pt x="27392" y="821429"/>
                  </a:lnTo>
                  <a:lnTo>
                    <a:pt x="28674" y="819018"/>
                  </a:lnTo>
                  <a:lnTo>
                    <a:pt x="29956" y="838585"/>
                  </a:lnTo>
                  <a:lnTo>
                    <a:pt x="31237" y="851154"/>
                  </a:lnTo>
                  <a:lnTo>
                    <a:pt x="32519" y="919186"/>
                  </a:lnTo>
                  <a:lnTo>
                    <a:pt x="33801" y="977432"/>
                  </a:lnTo>
                  <a:lnTo>
                    <a:pt x="35083" y="1060735"/>
                  </a:lnTo>
                  <a:lnTo>
                    <a:pt x="36365" y="1133970"/>
                  </a:lnTo>
                  <a:lnTo>
                    <a:pt x="37647" y="1135923"/>
                  </a:lnTo>
                  <a:lnTo>
                    <a:pt x="38928" y="1135923"/>
                  </a:lnTo>
                  <a:lnTo>
                    <a:pt x="40210" y="1118574"/>
                  </a:lnTo>
                  <a:lnTo>
                    <a:pt x="41492" y="1105426"/>
                  </a:lnTo>
                  <a:lnTo>
                    <a:pt x="42774" y="1104587"/>
                  </a:lnTo>
                  <a:lnTo>
                    <a:pt x="44056" y="1206923"/>
                  </a:lnTo>
                  <a:lnTo>
                    <a:pt x="45338" y="1196327"/>
                  </a:lnTo>
                  <a:lnTo>
                    <a:pt x="46620" y="1230055"/>
                  </a:lnTo>
                  <a:lnTo>
                    <a:pt x="47901" y="1205301"/>
                  </a:lnTo>
                  <a:lnTo>
                    <a:pt x="49183" y="1197904"/>
                  </a:lnTo>
                  <a:lnTo>
                    <a:pt x="50465" y="1173827"/>
                  </a:lnTo>
                  <a:lnTo>
                    <a:pt x="51747" y="1105751"/>
                  </a:lnTo>
                  <a:lnTo>
                    <a:pt x="53029" y="1029385"/>
                  </a:lnTo>
                  <a:lnTo>
                    <a:pt x="54311" y="933992"/>
                  </a:lnTo>
                  <a:lnTo>
                    <a:pt x="55592" y="905355"/>
                  </a:lnTo>
                  <a:lnTo>
                    <a:pt x="56874" y="872739"/>
                  </a:lnTo>
                  <a:lnTo>
                    <a:pt x="58156" y="868433"/>
                  </a:lnTo>
                  <a:lnTo>
                    <a:pt x="59438" y="788457"/>
                  </a:lnTo>
                  <a:lnTo>
                    <a:pt x="60720" y="739406"/>
                  </a:lnTo>
                  <a:lnTo>
                    <a:pt x="62002" y="700259"/>
                  </a:lnTo>
                  <a:lnTo>
                    <a:pt x="63284" y="698372"/>
                  </a:lnTo>
                  <a:lnTo>
                    <a:pt x="64565" y="648244"/>
                  </a:lnTo>
                  <a:lnTo>
                    <a:pt x="65847" y="593418"/>
                  </a:lnTo>
                  <a:lnTo>
                    <a:pt x="67129" y="589907"/>
                  </a:lnTo>
                  <a:lnTo>
                    <a:pt x="68411" y="605276"/>
                  </a:lnTo>
                  <a:lnTo>
                    <a:pt x="69693" y="617379"/>
                  </a:lnTo>
                  <a:lnTo>
                    <a:pt x="70975" y="617379"/>
                  </a:lnTo>
                  <a:lnTo>
                    <a:pt x="72256" y="641084"/>
                  </a:lnTo>
                  <a:lnTo>
                    <a:pt x="73538" y="630986"/>
                  </a:lnTo>
                  <a:lnTo>
                    <a:pt x="74820" y="629736"/>
                  </a:lnTo>
                  <a:lnTo>
                    <a:pt x="76102" y="596951"/>
                  </a:lnTo>
                  <a:lnTo>
                    <a:pt x="77384" y="569382"/>
                  </a:lnTo>
                  <a:lnTo>
                    <a:pt x="78666" y="624076"/>
                  </a:lnTo>
                  <a:lnTo>
                    <a:pt x="79947" y="583359"/>
                  </a:lnTo>
                  <a:lnTo>
                    <a:pt x="81229" y="591363"/>
                  </a:lnTo>
                  <a:lnTo>
                    <a:pt x="82511" y="644453"/>
                  </a:lnTo>
                  <a:lnTo>
                    <a:pt x="83793" y="673387"/>
                  </a:lnTo>
                  <a:lnTo>
                    <a:pt x="85075" y="692969"/>
                  </a:lnTo>
                  <a:lnTo>
                    <a:pt x="86357" y="635970"/>
                  </a:lnTo>
                  <a:lnTo>
                    <a:pt x="87639" y="564996"/>
                  </a:lnTo>
                  <a:lnTo>
                    <a:pt x="88920" y="538848"/>
                  </a:lnTo>
                  <a:lnTo>
                    <a:pt x="90202" y="512590"/>
                  </a:lnTo>
                  <a:lnTo>
                    <a:pt x="91484" y="599041"/>
                  </a:lnTo>
                  <a:lnTo>
                    <a:pt x="92766" y="628488"/>
                  </a:lnTo>
                  <a:lnTo>
                    <a:pt x="94048" y="704570"/>
                  </a:lnTo>
                  <a:lnTo>
                    <a:pt x="95330" y="707128"/>
                  </a:lnTo>
                  <a:lnTo>
                    <a:pt x="96611" y="721397"/>
                  </a:lnTo>
                  <a:lnTo>
                    <a:pt x="97893" y="653287"/>
                  </a:lnTo>
                  <a:lnTo>
                    <a:pt x="99175" y="619218"/>
                  </a:lnTo>
                  <a:lnTo>
                    <a:pt x="100457" y="632609"/>
                  </a:lnTo>
                  <a:lnTo>
                    <a:pt x="101739" y="642569"/>
                  </a:lnTo>
                  <a:lnTo>
                    <a:pt x="103021" y="663659"/>
                  </a:lnTo>
                  <a:lnTo>
                    <a:pt x="104303" y="694268"/>
                  </a:lnTo>
                  <a:lnTo>
                    <a:pt x="105584" y="767816"/>
                  </a:lnTo>
                  <a:lnTo>
                    <a:pt x="106866" y="813629"/>
                  </a:lnTo>
                  <a:lnTo>
                    <a:pt x="108148" y="815167"/>
                  </a:lnTo>
                  <a:lnTo>
                    <a:pt x="109430" y="873490"/>
                  </a:lnTo>
                  <a:lnTo>
                    <a:pt x="110712" y="815271"/>
                  </a:lnTo>
                  <a:lnTo>
                    <a:pt x="111994" y="754498"/>
                  </a:lnTo>
                  <a:lnTo>
                    <a:pt x="113275" y="673396"/>
                  </a:lnTo>
                  <a:lnTo>
                    <a:pt x="114557" y="728412"/>
                  </a:lnTo>
                  <a:lnTo>
                    <a:pt x="115839" y="750889"/>
                  </a:lnTo>
                  <a:lnTo>
                    <a:pt x="117121" y="850546"/>
                  </a:lnTo>
                  <a:lnTo>
                    <a:pt x="118403" y="921509"/>
                  </a:lnTo>
                  <a:lnTo>
                    <a:pt x="119685" y="938246"/>
                  </a:lnTo>
                  <a:lnTo>
                    <a:pt x="120966" y="896136"/>
                  </a:lnTo>
                  <a:lnTo>
                    <a:pt x="122248" y="876162"/>
                  </a:lnTo>
                  <a:lnTo>
                    <a:pt x="123530" y="820022"/>
                  </a:lnTo>
                  <a:lnTo>
                    <a:pt x="124812" y="745625"/>
                  </a:lnTo>
                  <a:lnTo>
                    <a:pt x="126094" y="708128"/>
                  </a:lnTo>
                  <a:lnTo>
                    <a:pt x="127376" y="614405"/>
                  </a:lnTo>
                  <a:lnTo>
                    <a:pt x="128658" y="475226"/>
                  </a:lnTo>
                  <a:lnTo>
                    <a:pt x="129939" y="452825"/>
                  </a:lnTo>
                  <a:lnTo>
                    <a:pt x="131221" y="409235"/>
                  </a:lnTo>
                  <a:lnTo>
                    <a:pt x="132503" y="354276"/>
                  </a:lnTo>
                  <a:lnTo>
                    <a:pt x="133785" y="340237"/>
                  </a:lnTo>
                  <a:lnTo>
                    <a:pt x="135067" y="289166"/>
                  </a:lnTo>
                  <a:lnTo>
                    <a:pt x="136349" y="272767"/>
                  </a:lnTo>
                  <a:lnTo>
                    <a:pt x="137630" y="257740"/>
                  </a:lnTo>
                  <a:lnTo>
                    <a:pt x="138912" y="193678"/>
                  </a:lnTo>
                  <a:lnTo>
                    <a:pt x="140194" y="148106"/>
                  </a:lnTo>
                  <a:lnTo>
                    <a:pt x="141476" y="114471"/>
                  </a:lnTo>
                  <a:lnTo>
                    <a:pt x="142758" y="100120"/>
                  </a:lnTo>
                  <a:lnTo>
                    <a:pt x="144040" y="74461"/>
                  </a:lnTo>
                  <a:lnTo>
                    <a:pt x="145322" y="47279"/>
                  </a:lnTo>
                  <a:lnTo>
                    <a:pt x="146603" y="168270"/>
                  </a:lnTo>
                  <a:lnTo>
                    <a:pt x="147885" y="167590"/>
                  </a:lnTo>
                  <a:lnTo>
                    <a:pt x="149167" y="168622"/>
                  </a:lnTo>
                  <a:lnTo>
                    <a:pt x="150449" y="140546"/>
                  </a:lnTo>
                  <a:lnTo>
                    <a:pt x="151731" y="156333"/>
                  </a:lnTo>
                  <a:lnTo>
                    <a:pt x="153013" y="162769"/>
                  </a:lnTo>
                  <a:lnTo>
                    <a:pt x="154294" y="200175"/>
                  </a:lnTo>
                  <a:lnTo>
                    <a:pt x="155576" y="207812"/>
                  </a:lnTo>
                  <a:lnTo>
                    <a:pt x="156858" y="231335"/>
                  </a:lnTo>
                  <a:lnTo>
                    <a:pt x="158140" y="288588"/>
                  </a:lnTo>
                  <a:lnTo>
                    <a:pt x="159422" y="352035"/>
                  </a:lnTo>
                  <a:lnTo>
                    <a:pt x="160704" y="402375"/>
                  </a:lnTo>
                  <a:lnTo>
                    <a:pt x="161986" y="434381"/>
                  </a:lnTo>
                  <a:lnTo>
                    <a:pt x="163267" y="473702"/>
                  </a:lnTo>
                  <a:lnTo>
                    <a:pt x="164549" y="487042"/>
                  </a:lnTo>
                  <a:lnTo>
                    <a:pt x="165831" y="470141"/>
                  </a:lnTo>
                  <a:lnTo>
                    <a:pt x="167113" y="496366"/>
                  </a:lnTo>
                  <a:lnTo>
                    <a:pt x="168395" y="460634"/>
                  </a:lnTo>
                  <a:lnTo>
                    <a:pt x="169677" y="555716"/>
                  </a:lnTo>
                  <a:lnTo>
                    <a:pt x="170958" y="657024"/>
                  </a:lnTo>
                  <a:lnTo>
                    <a:pt x="172240" y="629965"/>
                  </a:lnTo>
                  <a:lnTo>
                    <a:pt x="173522" y="637449"/>
                  </a:lnTo>
                  <a:lnTo>
                    <a:pt x="174804" y="638904"/>
                  </a:lnTo>
                  <a:lnTo>
                    <a:pt x="176086" y="644361"/>
                  </a:lnTo>
                  <a:lnTo>
                    <a:pt x="177368" y="596951"/>
                  </a:lnTo>
                  <a:lnTo>
                    <a:pt x="178649" y="570398"/>
                  </a:lnTo>
                  <a:lnTo>
                    <a:pt x="179931" y="548246"/>
                  </a:lnTo>
                  <a:lnTo>
                    <a:pt x="181213" y="562549"/>
                  </a:lnTo>
                  <a:lnTo>
                    <a:pt x="182495" y="574930"/>
                  </a:lnTo>
                  <a:lnTo>
                    <a:pt x="183777" y="628488"/>
                  </a:lnTo>
                  <a:lnTo>
                    <a:pt x="185059" y="637277"/>
                  </a:lnTo>
                  <a:lnTo>
                    <a:pt x="186341" y="643636"/>
                  </a:lnTo>
                  <a:lnTo>
                    <a:pt x="187622" y="647485"/>
                  </a:lnTo>
                  <a:lnTo>
                    <a:pt x="188904" y="657874"/>
                  </a:lnTo>
                  <a:lnTo>
                    <a:pt x="190186" y="665373"/>
                  </a:lnTo>
                  <a:lnTo>
                    <a:pt x="191468" y="709797"/>
                  </a:lnTo>
                  <a:lnTo>
                    <a:pt x="192750" y="685884"/>
                  </a:lnTo>
                  <a:lnTo>
                    <a:pt x="194032" y="710042"/>
                  </a:lnTo>
                  <a:lnTo>
                    <a:pt x="195313" y="741476"/>
                  </a:lnTo>
                  <a:lnTo>
                    <a:pt x="196595" y="709864"/>
                  </a:lnTo>
                  <a:lnTo>
                    <a:pt x="197877" y="728175"/>
                  </a:lnTo>
                  <a:lnTo>
                    <a:pt x="199159" y="676760"/>
                  </a:lnTo>
                  <a:lnTo>
                    <a:pt x="200441" y="669960"/>
                  </a:lnTo>
                  <a:lnTo>
                    <a:pt x="201723" y="674958"/>
                  </a:lnTo>
                  <a:lnTo>
                    <a:pt x="203005" y="670141"/>
                  </a:lnTo>
                  <a:lnTo>
                    <a:pt x="204286" y="651256"/>
                  </a:lnTo>
                  <a:lnTo>
                    <a:pt x="205568" y="662560"/>
                  </a:lnTo>
                  <a:lnTo>
                    <a:pt x="206850" y="676493"/>
                  </a:lnTo>
                  <a:lnTo>
                    <a:pt x="208132" y="643289"/>
                  </a:lnTo>
                  <a:lnTo>
                    <a:pt x="209414" y="613256"/>
                  </a:lnTo>
                  <a:lnTo>
                    <a:pt x="210696" y="541188"/>
                  </a:lnTo>
                  <a:lnTo>
                    <a:pt x="211977" y="490425"/>
                  </a:lnTo>
                  <a:lnTo>
                    <a:pt x="213259" y="468232"/>
                  </a:lnTo>
                  <a:lnTo>
                    <a:pt x="214541" y="464974"/>
                  </a:lnTo>
                  <a:lnTo>
                    <a:pt x="215823" y="511716"/>
                  </a:lnTo>
                  <a:lnTo>
                    <a:pt x="217105" y="505953"/>
                  </a:lnTo>
                  <a:lnTo>
                    <a:pt x="218387" y="537348"/>
                  </a:lnTo>
                  <a:lnTo>
                    <a:pt x="219668" y="503919"/>
                  </a:lnTo>
                  <a:lnTo>
                    <a:pt x="220950" y="501892"/>
                  </a:lnTo>
                  <a:lnTo>
                    <a:pt x="222232" y="492854"/>
                  </a:lnTo>
                  <a:lnTo>
                    <a:pt x="223514" y="518311"/>
                  </a:lnTo>
                  <a:lnTo>
                    <a:pt x="224796" y="504386"/>
                  </a:lnTo>
                  <a:lnTo>
                    <a:pt x="226078" y="439543"/>
                  </a:lnTo>
                  <a:lnTo>
                    <a:pt x="227360" y="467144"/>
                  </a:lnTo>
                  <a:lnTo>
                    <a:pt x="228641" y="490425"/>
                  </a:lnTo>
                  <a:lnTo>
                    <a:pt x="229923" y="556175"/>
                  </a:lnTo>
                  <a:lnTo>
                    <a:pt x="231205" y="613256"/>
                  </a:lnTo>
                  <a:lnTo>
                    <a:pt x="232487" y="641824"/>
                  </a:lnTo>
                  <a:lnTo>
                    <a:pt x="233769" y="676493"/>
                  </a:lnTo>
                  <a:lnTo>
                    <a:pt x="235051" y="674958"/>
                  </a:lnTo>
                  <a:lnTo>
                    <a:pt x="236332" y="714993"/>
                  </a:lnTo>
                  <a:lnTo>
                    <a:pt x="237614" y="736763"/>
                  </a:lnTo>
                  <a:lnTo>
                    <a:pt x="238896" y="824539"/>
                  </a:lnTo>
                  <a:lnTo>
                    <a:pt x="240178" y="919499"/>
                  </a:lnTo>
                  <a:lnTo>
                    <a:pt x="241460" y="995833"/>
                  </a:lnTo>
                  <a:lnTo>
                    <a:pt x="242742" y="1005698"/>
                  </a:lnTo>
                  <a:lnTo>
                    <a:pt x="244024" y="1022517"/>
                  </a:lnTo>
                  <a:lnTo>
                    <a:pt x="245305" y="995833"/>
                  </a:lnTo>
                  <a:lnTo>
                    <a:pt x="246587" y="979751"/>
                  </a:lnTo>
                  <a:lnTo>
                    <a:pt x="247869" y="925253"/>
                  </a:lnTo>
                  <a:lnTo>
                    <a:pt x="249151" y="817277"/>
                  </a:lnTo>
                  <a:lnTo>
                    <a:pt x="250433" y="779998"/>
                  </a:lnTo>
                  <a:lnTo>
                    <a:pt x="251715" y="779998"/>
                  </a:lnTo>
                  <a:lnTo>
                    <a:pt x="252996" y="751361"/>
                  </a:lnTo>
                  <a:lnTo>
                    <a:pt x="254278" y="760025"/>
                  </a:lnTo>
                  <a:lnTo>
                    <a:pt x="255560" y="757847"/>
                  </a:lnTo>
                  <a:lnTo>
                    <a:pt x="256842" y="701905"/>
                  </a:lnTo>
                  <a:lnTo>
                    <a:pt x="258124" y="649025"/>
                  </a:lnTo>
                  <a:lnTo>
                    <a:pt x="259406" y="577689"/>
                  </a:lnTo>
                  <a:lnTo>
                    <a:pt x="260687" y="524224"/>
                  </a:lnTo>
                  <a:lnTo>
                    <a:pt x="261969" y="498515"/>
                  </a:lnTo>
                  <a:lnTo>
                    <a:pt x="263251" y="519860"/>
                  </a:lnTo>
                  <a:lnTo>
                    <a:pt x="264533" y="527152"/>
                  </a:lnTo>
                  <a:lnTo>
                    <a:pt x="265815" y="534535"/>
                  </a:lnTo>
                  <a:lnTo>
                    <a:pt x="267097" y="561910"/>
                  </a:lnTo>
                  <a:lnTo>
                    <a:pt x="268379" y="603853"/>
                  </a:lnTo>
                  <a:lnTo>
                    <a:pt x="269660" y="622542"/>
                  </a:lnTo>
                  <a:lnTo>
                    <a:pt x="270942" y="622542"/>
                  </a:lnTo>
                  <a:lnTo>
                    <a:pt x="272224" y="615677"/>
                  </a:lnTo>
                  <a:lnTo>
                    <a:pt x="273506" y="542012"/>
                  </a:lnTo>
                  <a:lnTo>
                    <a:pt x="274788" y="518413"/>
                  </a:lnTo>
                  <a:lnTo>
                    <a:pt x="276070" y="531570"/>
                  </a:lnTo>
                  <a:lnTo>
                    <a:pt x="277351" y="527152"/>
                  </a:lnTo>
                  <a:lnTo>
                    <a:pt x="278633" y="568171"/>
                  </a:lnTo>
                  <a:lnTo>
                    <a:pt x="279915" y="607207"/>
                  </a:lnTo>
                  <a:lnTo>
                    <a:pt x="281197" y="605528"/>
                  </a:lnTo>
                  <a:lnTo>
                    <a:pt x="282479" y="565033"/>
                  </a:lnTo>
                  <a:lnTo>
                    <a:pt x="283761" y="540509"/>
                  </a:lnTo>
                  <a:lnTo>
                    <a:pt x="285043" y="527152"/>
                  </a:lnTo>
                  <a:lnTo>
                    <a:pt x="286324" y="527152"/>
                  </a:lnTo>
                  <a:lnTo>
                    <a:pt x="287606" y="528621"/>
                  </a:lnTo>
                  <a:lnTo>
                    <a:pt x="288888" y="527152"/>
                  </a:lnTo>
                  <a:lnTo>
                    <a:pt x="290170" y="527152"/>
                  </a:lnTo>
                  <a:lnTo>
                    <a:pt x="291452" y="542012"/>
                  </a:lnTo>
                  <a:lnTo>
                    <a:pt x="292734" y="603853"/>
                  </a:lnTo>
                  <a:lnTo>
                    <a:pt x="294015" y="584122"/>
                  </a:lnTo>
                  <a:lnTo>
                    <a:pt x="295297" y="598858"/>
                  </a:lnTo>
                  <a:lnTo>
                    <a:pt x="296579" y="631237"/>
                  </a:lnTo>
                  <a:lnTo>
                    <a:pt x="297861" y="654468"/>
                  </a:lnTo>
                  <a:lnTo>
                    <a:pt x="299143" y="585741"/>
                  </a:lnTo>
                  <a:lnTo>
                    <a:pt x="300425" y="569747"/>
                  </a:lnTo>
                  <a:lnTo>
                    <a:pt x="301707" y="546545"/>
                  </a:lnTo>
                  <a:lnTo>
                    <a:pt x="302988" y="574500"/>
                  </a:lnTo>
                  <a:lnTo>
                    <a:pt x="304270" y="534535"/>
                  </a:lnTo>
                  <a:lnTo>
                    <a:pt x="305552" y="472545"/>
                  </a:lnTo>
                  <a:lnTo>
                    <a:pt x="306834" y="490189"/>
                  </a:lnTo>
                  <a:lnTo>
                    <a:pt x="308116" y="452825"/>
                  </a:lnTo>
                  <a:lnTo>
                    <a:pt x="309398" y="426285"/>
                  </a:lnTo>
                  <a:lnTo>
                    <a:pt x="310679" y="404454"/>
                  </a:lnTo>
                  <a:lnTo>
                    <a:pt x="311961" y="398531"/>
                  </a:lnTo>
                  <a:lnTo>
                    <a:pt x="313243" y="418917"/>
                  </a:lnTo>
                  <a:lnTo>
                    <a:pt x="314525" y="430004"/>
                  </a:lnTo>
                  <a:lnTo>
                    <a:pt x="315807" y="445119"/>
                  </a:lnTo>
                  <a:lnTo>
                    <a:pt x="317089" y="447677"/>
                  </a:lnTo>
                  <a:lnTo>
                    <a:pt x="318370" y="516969"/>
                  </a:lnTo>
                  <a:lnTo>
                    <a:pt x="319652" y="549586"/>
                  </a:lnTo>
                  <a:lnTo>
                    <a:pt x="320934" y="576092"/>
                  </a:lnTo>
                  <a:lnTo>
                    <a:pt x="322216" y="558805"/>
                  </a:lnTo>
                  <a:lnTo>
                    <a:pt x="323498" y="563469"/>
                  </a:lnTo>
                  <a:lnTo>
                    <a:pt x="324780" y="521312"/>
                  </a:lnTo>
                  <a:lnTo>
                    <a:pt x="326062" y="456717"/>
                  </a:lnTo>
                  <a:lnTo>
                    <a:pt x="327343" y="490189"/>
                  </a:lnTo>
                  <a:lnTo>
                    <a:pt x="328625" y="519860"/>
                  </a:lnTo>
                  <a:lnTo>
                    <a:pt x="329907" y="555716"/>
                  </a:lnTo>
                  <a:lnTo>
                    <a:pt x="331189" y="525686"/>
                  </a:lnTo>
                  <a:lnTo>
                    <a:pt x="332471" y="527152"/>
                  </a:lnTo>
                  <a:lnTo>
                    <a:pt x="333753" y="527152"/>
                  </a:lnTo>
                  <a:lnTo>
                    <a:pt x="335034" y="527152"/>
                  </a:lnTo>
                  <a:lnTo>
                    <a:pt x="336316" y="481980"/>
                  </a:lnTo>
                  <a:lnTo>
                    <a:pt x="337598" y="471210"/>
                  </a:lnTo>
                  <a:lnTo>
                    <a:pt x="338880" y="480623"/>
                  </a:lnTo>
                  <a:lnTo>
                    <a:pt x="340162" y="498515"/>
                  </a:lnTo>
                  <a:lnTo>
                    <a:pt x="341444" y="497119"/>
                  </a:lnTo>
                  <a:lnTo>
                    <a:pt x="342726" y="504131"/>
                  </a:lnTo>
                  <a:lnTo>
                    <a:pt x="344007" y="574500"/>
                  </a:lnTo>
                  <a:lnTo>
                    <a:pt x="345289" y="641845"/>
                  </a:lnTo>
                  <a:lnTo>
                    <a:pt x="346571" y="734188"/>
                  </a:lnTo>
                  <a:lnTo>
                    <a:pt x="347853" y="736161"/>
                  </a:lnTo>
                  <a:lnTo>
                    <a:pt x="349135" y="740891"/>
                  </a:lnTo>
                  <a:lnTo>
                    <a:pt x="350417" y="786233"/>
                  </a:lnTo>
                  <a:lnTo>
                    <a:pt x="351698" y="819782"/>
                  </a:lnTo>
                  <a:lnTo>
                    <a:pt x="352980" y="792791"/>
                  </a:lnTo>
                  <a:lnTo>
                    <a:pt x="354262" y="762272"/>
                  </a:lnTo>
                  <a:lnTo>
                    <a:pt x="355544" y="717100"/>
                  </a:lnTo>
                  <a:lnTo>
                    <a:pt x="356826" y="668450"/>
                  </a:lnTo>
                  <a:lnTo>
                    <a:pt x="358108" y="668450"/>
                  </a:lnTo>
                  <a:lnTo>
                    <a:pt x="359389" y="681943"/>
                  </a:lnTo>
                  <a:lnTo>
                    <a:pt x="360671" y="655259"/>
                  </a:lnTo>
                  <a:lnTo>
                    <a:pt x="361953" y="677863"/>
                  </a:lnTo>
                  <a:lnTo>
                    <a:pt x="363235" y="698556"/>
                  </a:lnTo>
                  <a:lnTo>
                    <a:pt x="364517" y="695754"/>
                  </a:lnTo>
                  <a:lnTo>
                    <a:pt x="365799" y="650112"/>
                  </a:lnTo>
                  <a:lnTo>
                    <a:pt x="367081" y="608432"/>
                  </a:lnTo>
                  <a:lnTo>
                    <a:pt x="368362" y="576118"/>
                  </a:lnTo>
                  <a:lnTo>
                    <a:pt x="369644" y="498515"/>
                  </a:lnTo>
                  <a:lnTo>
                    <a:pt x="370926" y="487440"/>
                  </a:lnTo>
                  <a:lnTo>
                    <a:pt x="372208" y="448960"/>
                  </a:lnTo>
                  <a:lnTo>
                    <a:pt x="373490" y="455417"/>
                  </a:lnTo>
                  <a:lnTo>
                    <a:pt x="374772" y="491568"/>
                  </a:lnTo>
                  <a:lnTo>
                    <a:pt x="376053" y="505544"/>
                  </a:lnTo>
                  <a:lnTo>
                    <a:pt x="377335" y="491568"/>
                  </a:lnTo>
                  <a:lnTo>
                    <a:pt x="378617" y="472545"/>
                  </a:lnTo>
                  <a:lnTo>
                    <a:pt x="379899" y="533051"/>
                  </a:lnTo>
                  <a:lnTo>
                    <a:pt x="381181" y="506960"/>
                  </a:lnTo>
                  <a:lnTo>
                    <a:pt x="382463" y="412848"/>
                  </a:lnTo>
                  <a:lnTo>
                    <a:pt x="383745" y="396179"/>
                  </a:lnTo>
                  <a:lnTo>
                    <a:pt x="385026" y="443844"/>
                  </a:lnTo>
                  <a:lnTo>
                    <a:pt x="386308" y="471210"/>
                  </a:lnTo>
                  <a:lnTo>
                    <a:pt x="387590" y="442573"/>
                  </a:lnTo>
                  <a:lnTo>
                    <a:pt x="388872" y="492182"/>
                  </a:lnTo>
                  <a:lnTo>
                    <a:pt x="390154" y="480334"/>
                  </a:lnTo>
                  <a:lnTo>
                    <a:pt x="391436" y="497146"/>
                  </a:lnTo>
                  <a:lnTo>
                    <a:pt x="392717" y="479597"/>
                  </a:lnTo>
                  <a:lnTo>
                    <a:pt x="393999" y="485428"/>
                  </a:lnTo>
                  <a:lnTo>
                    <a:pt x="395281" y="478631"/>
                  </a:lnTo>
                  <a:lnTo>
                    <a:pt x="396563" y="426917"/>
                  </a:lnTo>
                  <a:lnTo>
                    <a:pt x="397845" y="409499"/>
                  </a:lnTo>
                  <a:lnTo>
                    <a:pt x="399127" y="372907"/>
                  </a:lnTo>
                  <a:lnTo>
                    <a:pt x="400409" y="357784"/>
                  </a:lnTo>
                  <a:lnTo>
                    <a:pt x="401690" y="355432"/>
                  </a:lnTo>
                  <a:lnTo>
                    <a:pt x="402972" y="303058"/>
                  </a:lnTo>
                  <a:lnTo>
                    <a:pt x="404254" y="278525"/>
                  </a:lnTo>
                  <a:lnTo>
                    <a:pt x="405536" y="258284"/>
                  </a:lnTo>
                  <a:lnTo>
                    <a:pt x="406818" y="271700"/>
                  </a:lnTo>
                  <a:lnTo>
                    <a:pt x="408100" y="285901"/>
                  </a:lnTo>
                  <a:lnTo>
                    <a:pt x="409381" y="233522"/>
                  </a:lnTo>
                  <a:lnTo>
                    <a:pt x="410663" y="295340"/>
                  </a:lnTo>
                  <a:lnTo>
                    <a:pt x="411945" y="227912"/>
                  </a:lnTo>
                  <a:lnTo>
                    <a:pt x="413227" y="254043"/>
                  </a:lnTo>
                  <a:lnTo>
                    <a:pt x="414509" y="274672"/>
                  </a:lnTo>
                  <a:lnTo>
                    <a:pt x="415791" y="339170"/>
                  </a:lnTo>
                  <a:lnTo>
                    <a:pt x="417072" y="377690"/>
                  </a:lnTo>
                  <a:lnTo>
                    <a:pt x="418354" y="417698"/>
                  </a:lnTo>
                  <a:lnTo>
                    <a:pt x="419636" y="472545"/>
                  </a:lnTo>
                  <a:lnTo>
                    <a:pt x="420918" y="557258"/>
                  </a:lnTo>
                  <a:lnTo>
                    <a:pt x="422200" y="778840"/>
                  </a:lnTo>
                  <a:lnTo>
                    <a:pt x="423482" y="833974"/>
                  </a:lnTo>
                  <a:lnTo>
                    <a:pt x="424764" y="745625"/>
                  </a:lnTo>
                  <a:lnTo>
                    <a:pt x="426045" y="702630"/>
                  </a:lnTo>
                  <a:lnTo>
                    <a:pt x="427327" y="592538"/>
                  </a:lnTo>
                  <a:lnTo>
                    <a:pt x="428609" y="558111"/>
                  </a:lnTo>
                  <a:lnTo>
                    <a:pt x="429891" y="501266"/>
                  </a:lnTo>
                  <a:lnTo>
                    <a:pt x="431173" y="442140"/>
                  </a:lnTo>
                  <a:lnTo>
                    <a:pt x="432455" y="383482"/>
                  </a:lnTo>
                  <a:lnTo>
                    <a:pt x="433736" y="392433"/>
                  </a:lnTo>
                  <a:lnTo>
                    <a:pt x="435018" y="319833"/>
                  </a:lnTo>
                  <a:lnTo>
                    <a:pt x="436300" y="286357"/>
                  </a:lnTo>
                  <a:lnTo>
                    <a:pt x="437582" y="247617"/>
                  </a:lnTo>
                  <a:lnTo>
                    <a:pt x="438864" y="195522"/>
                  </a:lnTo>
                  <a:lnTo>
                    <a:pt x="440146" y="186479"/>
                  </a:lnTo>
                  <a:lnTo>
                    <a:pt x="441428" y="180834"/>
                  </a:lnTo>
                  <a:lnTo>
                    <a:pt x="442709" y="122686"/>
                  </a:lnTo>
                  <a:lnTo>
                    <a:pt x="443991" y="152931"/>
                  </a:lnTo>
                  <a:lnTo>
                    <a:pt x="445273" y="201255"/>
                  </a:lnTo>
                  <a:lnTo>
                    <a:pt x="446555" y="158256"/>
                  </a:lnTo>
                  <a:lnTo>
                    <a:pt x="447837" y="174535"/>
                  </a:lnTo>
                  <a:lnTo>
                    <a:pt x="449119" y="200865"/>
                  </a:lnTo>
                  <a:lnTo>
                    <a:pt x="450400" y="226988"/>
                  </a:lnTo>
                  <a:lnTo>
                    <a:pt x="451682" y="278256"/>
                  </a:lnTo>
                  <a:lnTo>
                    <a:pt x="452964" y="311669"/>
                  </a:lnTo>
                  <a:lnTo>
                    <a:pt x="454246" y="335983"/>
                  </a:lnTo>
                  <a:lnTo>
                    <a:pt x="455528" y="393835"/>
                  </a:lnTo>
                  <a:lnTo>
                    <a:pt x="456810" y="495726"/>
                  </a:lnTo>
                  <a:lnTo>
                    <a:pt x="458091" y="649025"/>
                  </a:lnTo>
                  <a:lnTo>
                    <a:pt x="459373" y="732323"/>
                  </a:lnTo>
                  <a:lnTo>
                    <a:pt x="460655" y="779998"/>
                  </a:lnTo>
                  <a:lnTo>
                    <a:pt x="461937" y="784531"/>
                  </a:lnTo>
                  <a:lnTo>
                    <a:pt x="463219" y="824539"/>
                  </a:lnTo>
                  <a:lnTo>
                    <a:pt x="464501" y="757847"/>
                  </a:lnTo>
                  <a:lnTo>
                    <a:pt x="465783" y="814877"/>
                  </a:lnTo>
                  <a:lnTo>
                    <a:pt x="467064" y="878050"/>
                  </a:lnTo>
                  <a:lnTo>
                    <a:pt x="468346" y="883410"/>
                  </a:lnTo>
                  <a:lnTo>
                    <a:pt x="469628" y="846878"/>
                  </a:lnTo>
                  <a:lnTo>
                    <a:pt x="470910" y="732323"/>
                  </a:lnTo>
                  <a:lnTo>
                    <a:pt x="472192" y="641845"/>
                  </a:lnTo>
                  <a:lnTo>
                    <a:pt x="473474" y="666956"/>
                  </a:lnTo>
                  <a:lnTo>
                    <a:pt x="474755" y="572854"/>
                  </a:lnTo>
                  <a:lnTo>
                    <a:pt x="476037" y="533179"/>
                  </a:lnTo>
                  <a:lnTo>
                    <a:pt x="477319" y="508563"/>
                  </a:lnTo>
                  <a:lnTo>
                    <a:pt x="478601" y="502904"/>
                  </a:lnTo>
                  <a:lnTo>
                    <a:pt x="479883" y="455908"/>
                  </a:lnTo>
                  <a:lnTo>
                    <a:pt x="481165" y="434927"/>
                  </a:lnTo>
                  <a:lnTo>
                    <a:pt x="482447" y="360936"/>
                  </a:lnTo>
                  <a:lnTo>
                    <a:pt x="483728" y="323450"/>
                  </a:lnTo>
                  <a:lnTo>
                    <a:pt x="485010" y="260277"/>
                  </a:lnTo>
                  <a:lnTo>
                    <a:pt x="486292" y="235519"/>
                  </a:lnTo>
                  <a:lnTo>
                    <a:pt x="487574" y="218541"/>
                  </a:lnTo>
                  <a:lnTo>
                    <a:pt x="488856" y="242674"/>
                  </a:lnTo>
                  <a:lnTo>
                    <a:pt x="490138" y="241788"/>
                  </a:lnTo>
                  <a:lnTo>
                    <a:pt x="491419" y="246973"/>
                  </a:lnTo>
                  <a:lnTo>
                    <a:pt x="492701" y="237209"/>
                  </a:lnTo>
                  <a:lnTo>
                    <a:pt x="493983" y="224078"/>
                  </a:lnTo>
                  <a:lnTo>
                    <a:pt x="495265" y="229165"/>
                  </a:lnTo>
                  <a:lnTo>
                    <a:pt x="496547" y="188065"/>
                  </a:lnTo>
                  <a:lnTo>
                    <a:pt x="497829" y="222455"/>
                  </a:lnTo>
                  <a:lnTo>
                    <a:pt x="499110" y="237658"/>
                  </a:lnTo>
                  <a:lnTo>
                    <a:pt x="500392" y="261338"/>
                  </a:lnTo>
                  <a:lnTo>
                    <a:pt x="501674" y="334101"/>
                  </a:lnTo>
                  <a:lnTo>
                    <a:pt x="502956" y="374382"/>
                  </a:lnTo>
                  <a:lnTo>
                    <a:pt x="504238" y="430431"/>
                  </a:lnTo>
                  <a:lnTo>
                    <a:pt x="505520" y="441713"/>
                  </a:lnTo>
                  <a:lnTo>
                    <a:pt x="506802" y="462459"/>
                  </a:lnTo>
                  <a:lnTo>
                    <a:pt x="508083" y="489143"/>
                  </a:lnTo>
                  <a:lnTo>
                    <a:pt x="509365" y="473747"/>
                  </a:lnTo>
                  <a:lnTo>
                    <a:pt x="510647" y="454440"/>
                  </a:lnTo>
                  <a:lnTo>
                    <a:pt x="511929" y="407931"/>
                  </a:lnTo>
                  <a:lnTo>
                    <a:pt x="513211" y="393396"/>
                  </a:lnTo>
                  <a:lnTo>
                    <a:pt x="514493" y="430431"/>
                  </a:lnTo>
                  <a:lnTo>
                    <a:pt x="515774" y="482037"/>
                  </a:lnTo>
                  <a:lnTo>
                    <a:pt x="517056" y="479659"/>
                  </a:lnTo>
                  <a:lnTo>
                    <a:pt x="518338" y="505273"/>
                  </a:lnTo>
                  <a:lnTo>
                    <a:pt x="519620" y="490179"/>
                  </a:lnTo>
                  <a:lnTo>
                    <a:pt x="520902" y="456464"/>
                  </a:lnTo>
                  <a:lnTo>
                    <a:pt x="522184" y="406788"/>
                  </a:lnTo>
                  <a:lnTo>
                    <a:pt x="523466" y="364554"/>
                  </a:lnTo>
                  <a:lnTo>
                    <a:pt x="524747" y="364554"/>
                  </a:lnTo>
                  <a:lnTo>
                    <a:pt x="526029" y="368860"/>
                  </a:lnTo>
                  <a:lnTo>
                    <a:pt x="527311" y="410753"/>
                  </a:lnTo>
                  <a:lnTo>
                    <a:pt x="528593" y="397414"/>
                  </a:lnTo>
                  <a:lnTo>
                    <a:pt x="529875" y="445798"/>
                  </a:lnTo>
                  <a:lnTo>
                    <a:pt x="531157" y="551776"/>
                  </a:lnTo>
                  <a:lnTo>
                    <a:pt x="532438" y="540509"/>
                  </a:lnTo>
                  <a:lnTo>
                    <a:pt x="533720" y="506960"/>
                  </a:lnTo>
                  <a:lnTo>
                    <a:pt x="535002" y="486070"/>
                  </a:lnTo>
                  <a:lnTo>
                    <a:pt x="536284" y="543468"/>
                  </a:lnTo>
                  <a:lnTo>
                    <a:pt x="537566" y="512590"/>
                  </a:lnTo>
                  <a:lnTo>
                    <a:pt x="538848" y="530057"/>
                  </a:lnTo>
                  <a:lnTo>
                    <a:pt x="540130" y="538727"/>
                  </a:lnTo>
                  <a:lnTo>
                    <a:pt x="541411" y="620269"/>
                  </a:lnTo>
                  <a:lnTo>
                    <a:pt x="542693" y="674942"/>
                  </a:lnTo>
                  <a:lnTo>
                    <a:pt x="543975" y="706920"/>
                  </a:lnTo>
                  <a:lnTo>
                    <a:pt x="545257" y="698701"/>
                  </a:lnTo>
                  <a:lnTo>
                    <a:pt x="546539" y="763951"/>
                  </a:lnTo>
                  <a:lnTo>
                    <a:pt x="547821" y="801275"/>
                  </a:lnTo>
                  <a:lnTo>
                    <a:pt x="549102" y="914492"/>
                  </a:lnTo>
                  <a:lnTo>
                    <a:pt x="550384" y="947139"/>
                  </a:lnTo>
                  <a:lnTo>
                    <a:pt x="551666" y="866433"/>
                  </a:lnTo>
                  <a:lnTo>
                    <a:pt x="552948" y="832618"/>
                  </a:lnTo>
                  <a:lnTo>
                    <a:pt x="554230" y="798500"/>
                  </a:lnTo>
                  <a:lnTo>
                    <a:pt x="555512" y="759166"/>
                  </a:lnTo>
                  <a:lnTo>
                    <a:pt x="556793" y="716333"/>
                  </a:lnTo>
                  <a:lnTo>
                    <a:pt x="558075" y="714525"/>
                  </a:lnTo>
                  <a:lnTo>
                    <a:pt x="559357" y="685671"/>
                  </a:lnTo>
                  <a:lnTo>
                    <a:pt x="560639" y="664402"/>
                  </a:lnTo>
                  <a:lnTo>
                    <a:pt x="561921" y="649960"/>
                  </a:lnTo>
                  <a:lnTo>
                    <a:pt x="563203" y="641417"/>
                  </a:lnTo>
                  <a:lnTo>
                    <a:pt x="564485" y="642982"/>
                  </a:lnTo>
                  <a:lnTo>
                    <a:pt x="565766" y="633878"/>
                  </a:lnTo>
                  <a:lnTo>
                    <a:pt x="567048" y="680639"/>
                  </a:lnTo>
                  <a:lnTo>
                    <a:pt x="568330" y="647380"/>
                  </a:lnTo>
                  <a:lnTo>
                    <a:pt x="569612" y="647459"/>
                  </a:lnTo>
                  <a:lnTo>
                    <a:pt x="570894" y="640854"/>
                  </a:lnTo>
                  <a:lnTo>
                    <a:pt x="572176" y="628345"/>
                  </a:lnTo>
                  <a:lnTo>
                    <a:pt x="573457" y="616440"/>
                  </a:lnTo>
                  <a:lnTo>
                    <a:pt x="574739" y="594116"/>
                  </a:lnTo>
                  <a:lnTo>
                    <a:pt x="576021" y="577804"/>
                  </a:lnTo>
                  <a:lnTo>
                    <a:pt x="577303" y="549298"/>
                  </a:lnTo>
                  <a:lnTo>
                    <a:pt x="578585" y="533754"/>
                  </a:lnTo>
                  <a:lnTo>
                    <a:pt x="579867" y="508164"/>
                  </a:lnTo>
                  <a:lnTo>
                    <a:pt x="581149" y="532367"/>
                  </a:lnTo>
                  <a:lnTo>
                    <a:pt x="582430" y="491582"/>
                  </a:lnTo>
                  <a:lnTo>
                    <a:pt x="583712" y="464199"/>
                  </a:lnTo>
                  <a:lnTo>
                    <a:pt x="584994" y="438057"/>
                  </a:lnTo>
                  <a:lnTo>
                    <a:pt x="586276" y="333103"/>
                  </a:lnTo>
                  <a:lnTo>
                    <a:pt x="587558" y="358100"/>
                  </a:lnTo>
                  <a:lnTo>
                    <a:pt x="588840" y="388572"/>
                  </a:lnTo>
                  <a:lnTo>
                    <a:pt x="590121" y="434312"/>
                  </a:lnTo>
                  <a:lnTo>
                    <a:pt x="591403" y="481534"/>
                  </a:lnTo>
                  <a:lnTo>
                    <a:pt x="592685" y="497146"/>
                  </a:lnTo>
                  <a:lnTo>
                    <a:pt x="593967" y="500487"/>
                  </a:lnTo>
                  <a:lnTo>
                    <a:pt x="595249" y="452825"/>
                  </a:lnTo>
                  <a:lnTo>
                    <a:pt x="596531" y="475226"/>
                  </a:lnTo>
                  <a:lnTo>
                    <a:pt x="597812" y="471210"/>
                  </a:lnTo>
                  <a:lnTo>
                    <a:pt x="599094" y="471210"/>
                  </a:lnTo>
                  <a:lnTo>
                    <a:pt x="600376" y="506960"/>
                  </a:lnTo>
                  <a:lnTo>
                    <a:pt x="601658" y="555716"/>
                  </a:lnTo>
                  <a:lnTo>
                    <a:pt x="602940" y="522766"/>
                  </a:lnTo>
                  <a:lnTo>
                    <a:pt x="604222" y="540509"/>
                  </a:lnTo>
                  <a:lnTo>
                    <a:pt x="605504" y="689915"/>
                  </a:lnTo>
                  <a:lnTo>
                    <a:pt x="606785" y="711550"/>
                  </a:lnTo>
                  <a:lnTo>
                    <a:pt x="608067" y="737661"/>
                  </a:lnTo>
                  <a:lnTo>
                    <a:pt x="609349" y="802441"/>
                  </a:lnTo>
                  <a:lnTo>
                    <a:pt x="610631" y="850546"/>
                  </a:lnTo>
                  <a:lnTo>
                    <a:pt x="611913" y="933415"/>
                  </a:lnTo>
                  <a:lnTo>
                    <a:pt x="613195" y="945567"/>
                  </a:lnTo>
                  <a:lnTo>
                    <a:pt x="614476" y="1018704"/>
                  </a:lnTo>
                  <a:lnTo>
                    <a:pt x="615758" y="945567"/>
                  </a:lnTo>
                  <a:lnTo>
                    <a:pt x="617040" y="896136"/>
                  </a:lnTo>
                  <a:lnTo>
                    <a:pt x="618322" y="896136"/>
                  </a:lnTo>
                  <a:lnTo>
                    <a:pt x="619604" y="896136"/>
                  </a:lnTo>
                  <a:lnTo>
                    <a:pt x="620886" y="856846"/>
                  </a:lnTo>
                  <a:lnTo>
                    <a:pt x="622168" y="916813"/>
                  </a:lnTo>
                  <a:lnTo>
                    <a:pt x="623449" y="943117"/>
                  </a:lnTo>
                  <a:lnTo>
                    <a:pt x="624731" y="905935"/>
                  </a:lnTo>
                  <a:lnTo>
                    <a:pt x="626013" y="872449"/>
                  </a:lnTo>
                  <a:lnTo>
                    <a:pt x="627295" y="862832"/>
                  </a:lnTo>
                  <a:lnTo>
                    <a:pt x="628577" y="751361"/>
                  </a:lnTo>
                  <a:lnTo>
                    <a:pt x="629859" y="669235"/>
                  </a:lnTo>
                  <a:lnTo>
                    <a:pt x="631140" y="622542"/>
                  </a:lnTo>
                  <a:lnTo>
                    <a:pt x="632422" y="593905"/>
                  </a:lnTo>
                  <a:lnTo>
                    <a:pt x="633704" y="552643"/>
                  </a:lnTo>
                  <a:lnTo>
                    <a:pt x="634986" y="600518"/>
                  </a:lnTo>
                  <a:lnTo>
                    <a:pt x="636268" y="607207"/>
                  </a:lnTo>
                  <a:lnTo>
                    <a:pt x="637550" y="560356"/>
                  </a:lnTo>
                  <a:lnTo>
                    <a:pt x="638831" y="524224"/>
                  </a:lnTo>
                  <a:lnTo>
                    <a:pt x="640113" y="508380"/>
                  </a:lnTo>
                  <a:lnTo>
                    <a:pt x="641395" y="422590"/>
                  </a:lnTo>
                  <a:lnTo>
                    <a:pt x="642677" y="359767"/>
                  </a:lnTo>
                  <a:lnTo>
                    <a:pt x="643959" y="439126"/>
                  </a:lnTo>
                  <a:lnTo>
                    <a:pt x="645241" y="360480"/>
                  </a:lnTo>
                  <a:lnTo>
                    <a:pt x="646523" y="311615"/>
                  </a:lnTo>
                  <a:lnTo>
                    <a:pt x="647804" y="284592"/>
                  </a:lnTo>
                  <a:lnTo>
                    <a:pt x="649086" y="309815"/>
                  </a:lnTo>
                  <a:lnTo>
                    <a:pt x="650368" y="331839"/>
                  </a:lnTo>
                  <a:lnTo>
                    <a:pt x="651650" y="346699"/>
                  </a:lnTo>
                  <a:lnTo>
                    <a:pt x="652932" y="373877"/>
                  </a:lnTo>
                  <a:lnTo>
                    <a:pt x="654214" y="444108"/>
                  </a:lnTo>
                  <a:lnTo>
                    <a:pt x="655495" y="419887"/>
                  </a:lnTo>
                  <a:lnTo>
                    <a:pt x="656777" y="397607"/>
                  </a:lnTo>
                  <a:lnTo>
                    <a:pt x="658059" y="432874"/>
                  </a:lnTo>
                  <a:lnTo>
                    <a:pt x="659341" y="352525"/>
                  </a:lnTo>
                  <a:lnTo>
                    <a:pt x="660623" y="364408"/>
                  </a:lnTo>
                  <a:lnTo>
                    <a:pt x="661905" y="349370"/>
                  </a:lnTo>
                  <a:lnTo>
                    <a:pt x="663187" y="305955"/>
                  </a:lnTo>
                  <a:lnTo>
                    <a:pt x="664468" y="332976"/>
                  </a:lnTo>
                  <a:lnTo>
                    <a:pt x="665750" y="287120"/>
                  </a:lnTo>
                  <a:lnTo>
                    <a:pt x="667032" y="267191"/>
                  </a:lnTo>
                  <a:lnTo>
                    <a:pt x="668314" y="256599"/>
                  </a:lnTo>
                  <a:lnTo>
                    <a:pt x="669596" y="231345"/>
                  </a:lnTo>
                  <a:lnTo>
                    <a:pt x="670878" y="220141"/>
                  </a:lnTo>
                  <a:lnTo>
                    <a:pt x="672159" y="208341"/>
                  </a:lnTo>
                  <a:lnTo>
                    <a:pt x="673441" y="212789"/>
                  </a:lnTo>
                  <a:lnTo>
                    <a:pt x="674723" y="238087"/>
                  </a:lnTo>
                  <a:lnTo>
                    <a:pt x="676005" y="254852"/>
                  </a:lnTo>
                  <a:lnTo>
                    <a:pt x="677287" y="260549"/>
                  </a:lnTo>
                  <a:lnTo>
                    <a:pt x="678569" y="307272"/>
                  </a:lnTo>
                  <a:lnTo>
                    <a:pt x="679851" y="310803"/>
                  </a:lnTo>
                  <a:lnTo>
                    <a:pt x="681132" y="365772"/>
                  </a:lnTo>
                  <a:lnTo>
                    <a:pt x="682414" y="360642"/>
                  </a:lnTo>
                  <a:lnTo>
                    <a:pt x="683696" y="348217"/>
                  </a:lnTo>
                  <a:lnTo>
                    <a:pt x="684978" y="436733"/>
                  </a:lnTo>
                  <a:lnTo>
                    <a:pt x="686260" y="470272"/>
                  </a:lnTo>
                  <a:lnTo>
                    <a:pt x="687542" y="450031"/>
                  </a:lnTo>
                  <a:lnTo>
                    <a:pt x="688823" y="424878"/>
                  </a:lnTo>
                  <a:lnTo>
                    <a:pt x="690105" y="346115"/>
                  </a:lnTo>
                  <a:lnTo>
                    <a:pt x="691387" y="327914"/>
                  </a:lnTo>
                  <a:lnTo>
                    <a:pt x="692669" y="301628"/>
                  </a:lnTo>
                  <a:lnTo>
                    <a:pt x="693951" y="266970"/>
                  </a:lnTo>
                  <a:lnTo>
                    <a:pt x="695233" y="247767"/>
                  </a:lnTo>
                  <a:lnTo>
                    <a:pt x="696514" y="268871"/>
                  </a:lnTo>
                  <a:lnTo>
                    <a:pt x="697796" y="245593"/>
                  </a:lnTo>
                  <a:lnTo>
                    <a:pt x="699078" y="218714"/>
                  </a:lnTo>
                  <a:lnTo>
                    <a:pt x="700360" y="191943"/>
                  </a:lnTo>
                  <a:lnTo>
                    <a:pt x="701642" y="178615"/>
                  </a:lnTo>
                  <a:lnTo>
                    <a:pt x="702924" y="255237"/>
                  </a:lnTo>
                  <a:lnTo>
                    <a:pt x="704206" y="273836"/>
                  </a:lnTo>
                  <a:lnTo>
                    <a:pt x="705487" y="296009"/>
                  </a:lnTo>
                  <a:lnTo>
                    <a:pt x="706769" y="318435"/>
                  </a:lnTo>
                  <a:lnTo>
                    <a:pt x="708051" y="356069"/>
                  </a:lnTo>
                  <a:lnTo>
                    <a:pt x="709333" y="360035"/>
                  </a:lnTo>
                  <a:lnTo>
                    <a:pt x="710615" y="380276"/>
                  </a:lnTo>
                  <a:lnTo>
                    <a:pt x="711897" y="370068"/>
                  </a:lnTo>
                  <a:lnTo>
                    <a:pt x="713178" y="389269"/>
                  </a:lnTo>
                  <a:lnTo>
                    <a:pt x="714460" y="419302"/>
                  </a:lnTo>
                  <a:lnTo>
                    <a:pt x="715742" y="433508"/>
                  </a:lnTo>
                  <a:lnTo>
                    <a:pt x="717024" y="476016"/>
                  </a:lnTo>
                  <a:lnTo>
                    <a:pt x="718306" y="477748"/>
                  </a:lnTo>
                  <a:lnTo>
                    <a:pt x="719588" y="487690"/>
                  </a:lnTo>
                  <a:lnTo>
                    <a:pt x="720870" y="438522"/>
                  </a:lnTo>
                  <a:lnTo>
                    <a:pt x="722151" y="283974"/>
                  </a:lnTo>
                  <a:lnTo>
                    <a:pt x="723433" y="224119"/>
                  </a:lnTo>
                  <a:lnTo>
                    <a:pt x="724715" y="121781"/>
                  </a:lnTo>
                  <a:lnTo>
                    <a:pt x="725997" y="97291"/>
                  </a:lnTo>
                  <a:lnTo>
                    <a:pt x="727279" y="99411"/>
                  </a:lnTo>
                  <a:lnTo>
                    <a:pt x="728561" y="123254"/>
                  </a:lnTo>
                  <a:lnTo>
                    <a:pt x="729842" y="118846"/>
                  </a:lnTo>
                  <a:lnTo>
                    <a:pt x="731124" y="134420"/>
                  </a:lnTo>
                  <a:lnTo>
                    <a:pt x="732406" y="83349"/>
                  </a:lnTo>
                  <a:lnTo>
                    <a:pt x="733688" y="53794"/>
                  </a:lnTo>
                  <a:lnTo>
                    <a:pt x="734970" y="37641"/>
                  </a:lnTo>
                  <a:lnTo>
                    <a:pt x="736252" y="6611"/>
                  </a:lnTo>
                  <a:lnTo>
                    <a:pt x="737533" y="0"/>
                  </a:lnTo>
                  <a:lnTo>
                    <a:pt x="738815" y="28159"/>
                  </a:lnTo>
                  <a:lnTo>
                    <a:pt x="740097" y="61044"/>
                  </a:lnTo>
                  <a:lnTo>
                    <a:pt x="741379" y="116654"/>
                  </a:lnTo>
                  <a:lnTo>
                    <a:pt x="742661" y="112296"/>
                  </a:lnTo>
                  <a:lnTo>
                    <a:pt x="743943" y="124730"/>
                  </a:lnTo>
                  <a:lnTo>
                    <a:pt x="745225" y="155070"/>
                  </a:lnTo>
                  <a:lnTo>
                    <a:pt x="746506" y="145037"/>
                  </a:lnTo>
                  <a:lnTo>
                    <a:pt x="747788" y="126211"/>
                  </a:lnTo>
                  <a:lnTo>
                    <a:pt x="749070" y="132170"/>
                  </a:lnTo>
                  <a:lnTo>
                    <a:pt x="750352" y="139704"/>
                  </a:lnTo>
                  <a:lnTo>
                    <a:pt x="751634" y="169252"/>
                  </a:lnTo>
                  <a:lnTo>
                    <a:pt x="752916" y="103675"/>
                  </a:lnTo>
                  <a:lnTo>
                    <a:pt x="754197" y="51179"/>
                  </a:lnTo>
                  <a:lnTo>
                    <a:pt x="755479" y="62372"/>
                  </a:lnTo>
                  <a:lnTo>
                    <a:pt x="756761" y="136412"/>
                  </a:lnTo>
                  <a:lnTo>
                    <a:pt x="758043" y="118731"/>
                  </a:lnTo>
                  <a:lnTo>
                    <a:pt x="759325" y="123959"/>
                  </a:lnTo>
                  <a:lnTo>
                    <a:pt x="760607" y="113751"/>
                  </a:lnTo>
                  <a:lnTo>
                    <a:pt x="761889" y="105475"/>
                  </a:lnTo>
                  <a:lnTo>
                    <a:pt x="763170" y="101964"/>
                  </a:lnTo>
                  <a:lnTo>
                    <a:pt x="764452" y="75164"/>
                  </a:lnTo>
                  <a:lnTo>
                    <a:pt x="765734" y="159620"/>
                  </a:lnTo>
                  <a:lnTo>
                    <a:pt x="767016" y="221516"/>
                  </a:lnTo>
                  <a:lnTo>
                    <a:pt x="768298" y="204705"/>
                  </a:lnTo>
                  <a:lnTo>
                    <a:pt x="769580" y="246973"/>
                  </a:lnTo>
                  <a:lnTo>
                    <a:pt x="770861" y="277281"/>
                  </a:lnTo>
                  <a:lnTo>
                    <a:pt x="772143" y="335995"/>
                  </a:lnTo>
                  <a:lnTo>
                    <a:pt x="773425" y="402665"/>
                  </a:lnTo>
                  <a:lnTo>
                    <a:pt x="774707" y="416375"/>
                  </a:lnTo>
                  <a:lnTo>
                    <a:pt x="775989" y="466650"/>
                  </a:lnTo>
                  <a:lnTo>
                    <a:pt x="777271" y="444055"/>
                  </a:lnTo>
                  <a:lnTo>
                    <a:pt x="778553" y="481226"/>
                  </a:lnTo>
                  <a:lnTo>
                    <a:pt x="779834" y="492675"/>
                  </a:lnTo>
                  <a:lnTo>
                    <a:pt x="781116" y="469997"/>
                  </a:lnTo>
                  <a:lnTo>
                    <a:pt x="782398" y="433508"/>
                  </a:lnTo>
                  <a:lnTo>
                    <a:pt x="783680" y="427265"/>
                  </a:lnTo>
                  <a:lnTo>
                    <a:pt x="784962" y="350755"/>
                  </a:lnTo>
                  <a:lnTo>
                    <a:pt x="786244" y="345767"/>
                  </a:lnTo>
                  <a:lnTo>
                    <a:pt x="787525" y="292818"/>
                  </a:lnTo>
                  <a:lnTo>
                    <a:pt x="788807" y="284768"/>
                  </a:lnTo>
                  <a:lnTo>
                    <a:pt x="790089" y="204586"/>
                  </a:lnTo>
                  <a:lnTo>
                    <a:pt x="791371" y="214839"/>
                  </a:lnTo>
                  <a:lnTo>
                    <a:pt x="792653" y="235005"/>
                  </a:lnTo>
                  <a:lnTo>
                    <a:pt x="793935" y="253122"/>
                  </a:lnTo>
                  <a:lnTo>
                    <a:pt x="795216" y="260528"/>
                  </a:lnTo>
                  <a:lnTo>
                    <a:pt x="796498" y="300026"/>
                  </a:lnTo>
                  <a:lnTo>
                    <a:pt x="797780" y="290145"/>
                  </a:lnTo>
                  <a:lnTo>
                    <a:pt x="799062" y="290145"/>
                  </a:lnTo>
                  <a:lnTo>
                    <a:pt x="800344" y="389177"/>
                  </a:lnTo>
                  <a:lnTo>
                    <a:pt x="801626" y="508380"/>
                  </a:lnTo>
                  <a:lnTo>
                    <a:pt x="802908" y="613973"/>
                  </a:lnTo>
                  <a:lnTo>
                    <a:pt x="804189" y="715904"/>
                  </a:lnTo>
                  <a:lnTo>
                    <a:pt x="805471" y="751361"/>
                  </a:lnTo>
                  <a:lnTo>
                    <a:pt x="806753" y="734408"/>
                  </a:lnTo>
                  <a:lnTo>
                    <a:pt x="808035" y="669235"/>
                  </a:lnTo>
                  <a:lnTo>
                    <a:pt x="809317" y="574500"/>
                  </a:lnTo>
                  <a:lnTo>
                    <a:pt x="810599" y="473884"/>
                  </a:lnTo>
                  <a:lnTo>
                    <a:pt x="811880" y="469696"/>
                  </a:lnTo>
                  <a:lnTo>
                    <a:pt x="813162" y="456592"/>
                  </a:lnTo>
                  <a:lnTo>
                    <a:pt x="814444" y="480565"/>
                  </a:lnTo>
                  <a:lnTo>
                    <a:pt x="815726" y="464885"/>
                  </a:lnTo>
                  <a:lnTo>
                    <a:pt x="817008" y="457183"/>
                  </a:lnTo>
                  <a:lnTo>
                    <a:pt x="818290" y="401241"/>
                  </a:lnTo>
                  <a:lnTo>
                    <a:pt x="819572" y="355410"/>
                  </a:lnTo>
                  <a:lnTo>
                    <a:pt x="820853" y="325896"/>
                  </a:lnTo>
                  <a:lnTo>
                    <a:pt x="822135" y="297200"/>
                  </a:lnTo>
                  <a:lnTo>
                    <a:pt x="823417" y="288329"/>
                  </a:lnTo>
                  <a:lnTo>
                    <a:pt x="824699" y="288329"/>
                  </a:lnTo>
                  <a:lnTo>
                    <a:pt x="825981" y="291271"/>
                  </a:lnTo>
                  <a:lnTo>
                    <a:pt x="827263" y="315354"/>
                  </a:lnTo>
                  <a:lnTo>
                    <a:pt x="828544" y="341110"/>
                  </a:lnTo>
                  <a:lnTo>
                    <a:pt x="829826" y="392765"/>
                  </a:lnTo>
                  <a:lnTo>
                    <a:pt x="831108" y="437937"/>
                  </a:lnTo>
                  <a:lnTo>
                    <a:pt x="832390" y="419996"/>
                  </a:lnTo>
                  <a:lnTo>
                    <a:pt x="833672" y="403522"/>
                  </a:lnTo>
                  <a:lnTo>
                    <a:pt x="834954" y="410941"/>
                  </a:lnTo>
                  <a:lnTo>
                    <a:pt x="836235" y="469335"/>
                  </a:lnTo>
                  <a:lnTo>
                    <a:pt x="837517" y="505544"/>
                  </a:lnTo>
                  <a:lnTo>
                    <a:pt x="838799" y="608891"/>
                  </a:lnTo>
                  <a:lnTo>
                    <a:pt x="840081" y="692106"/>
                  </a:lnTo>
                  <a:lnTo>
                    <a:pt x="841363" y="791396"/>
                  </a:lnTo>
                  <a:lnTo>
                    <a:pt x="842645" y="826979"/>
                  </a:lnTo>
                  <a:lnTo>
                    <a:pt x="843927" y="826979"/>
                  </a:lnTo>
                  <a:lnTo>
                    <a:pt x="845208" y="867474"/>
                  </a:lnTo>
                  <a:lnTo>
                    <a:pt x="846490" y="880724"/>
                  </a:lnTo>
                  <a:lnTo>
                    <a:pt x="847772" y="875388"/>
                  </a:lnTo>
                  <a:lnTo>
                    <a:pt x="849054" y="755677"/>
                  </a:lnTo>
                  <a:lnTo>
                    <a:pt x="850336" y="631237"/>
                  </a:lnTo>
                  <a:lnTo>
                    <a:pt x="851618" y="536023"/>
                  </a:lnTo>
                  <a:lnTo>
                    <a:pt x="852899" y="443844"/>
                  </a:lnTo>
                  <a:lnTo>
                    <a:pt x="854181" y="405646"/>
                  </a:lnTo>
                  <a:lnTo>
                    <a:pt x="855463" y="353184"/>
                  </a:lnTo>
                  <a:lnTo>
                    <a:pt x="856745" y="313126"/>
                  </a:lnTo>
                  <a:lnTo>
                    <a:pt x="858027" y="227031"/>
                  </a:lnTo>
                  <a:lnTo>
                    <a:pt x="859309" y="163696"/>
                  </a:lnTo>
                  <a:lnTo>
                    <a:pt x="860591" y="95178"/>
                  </a:lnTo>
                  <a:lnTo>
                    <a:pt x="861872" y="38917"/>
                  </a:lnTo>
                  <a:lnTo>
                    <a:pt x="863154" y="2395"/>
                  </a:lnTo>
                  <a:lnTo>
                    <a:pt x="864436" y="1196"/>
                  </a:lnTo>
                  <a:lnTo>
                    <a:pt x="865718" y="1196"/>
                  </a:lnTo>
                  <a:lnTo>
                    <a:pt x="867000" y="5404"/>
                  </a:lnTo>
                  <a:lnTo>
                    <a:pt x="868282" y="19445"/>
                  </a:lnTo>
                  <a:lnTo>
                    <a:pt x="869563" y="40196"/>
                  </a:lnTo>
                  <a:lnTo>
                    <a:pt x="870845" y="71753"/>
                  </a:lnTo>
                  <a:lnTo>
                    <a:pt x="872127" y="95178"/>
                  </a:lnTo>
                  <a:lnTo>
                    <a:pt x="873409" y="88886"/>
                  </a:lnTo>
                  <a:lnTo>
                    <a:pt x="874691" y="85419"/>
                  </a:lnTo>
                  <a:lnTo>
                    <a:pt x="875973" y="93073"/>
                  </a:lnTo>
                  <a:lnTo>
                    <a:pt x="877254" y="149646"/>
                  </a:lnTo>
                  <a:lnTo>
                    <a:pt x="878536" y="277118"/>
                  </a:lnTo>
                  <a:lnTo>
                    <a:pt x="879818" y="364882"/>
                  </a:lnTo>
                  <a:lnTo>
                    <a:pt x="881100" y="424190"/>
                  </a:lnTo>
                  <a:lnTo>
                    <a:pt x="882382" y="549807"/>
                  </a:lnTo>
                  <a:lnTo>
                    <a:pt x="883664" y="558137"/>
                  </a:lnTo>
                  <a:lnTo>
                    <a:pt x="884946" y="588723"/>
                  </a:lnTo>
                  <a:lnTo>
                    <a:pt x="886227" y="605768"/>
                  </a:lnTo>
                  <a:lnTo>
                    <a:pt x="887509" y="634567"/>
                  </a:lnTo>
                  <a:lnTo>
                    <a:pt x="888791" y="698225"/>
                  </a:lnTo>
                  <a:lnTo>
                    <a:pt x="890073" y="746891"/>
                  </a:lnTo>
                  <a:lnTo>
                    <a:pt x="891355" y="810563"/>
                  </a:lnTo>
                  <a:lnTo>
                    <a:pt x="892637" y="875128"/>
                  </a:lnTo>
                  <a:lnTo>
                    <a:pt x="893918" y="969315"/>
                  </a:lnTo>
                  <a:lnTo>
                    <a:pt x="895200" y="1026059"/>
                  </a:lnTo>
                  <a:lnTo>
                    <a:pt x="896482" y="1043982"/>
                  </a:lnTo>
                  <a:lnTo>
                    <a:pt x="897764" y="1065746"/>
                  </a:lnTo>
                  <a:lnTo>
                    <a:pt x="899046" y="1051757"/>
                  </a:lnTo>
                  <a:lnTo>
                    <a:pt x="900328" y="1105396"/>
                  </a:lnTo>
                  <a:lnTo>
                    <a:pt x="901610" y="1002932"/>
                  </a:lnTo>
                  <a:lnTo>
                    <a:pt x="902891" y="915403"/>
                  </a:lnTo>
                  <a:lnTo>
                    <a:pt x="904173" y="767321"/>
                  </a:lnTo>
                  <a:lnTo>
                    <a:pt x="905455" y="668543"/>
                  </a:lnTo>
                  <a:lnTo>
                    <a:pt x="906737" y="633511"/>
                  </a:lnTo>
                  <a:lnTo>
                    <a:pt x="908019" y="557258"/>
                  </a:lnTo>
                  <a:lnTo>
                    <a:pt x="909301" y="557258"/>
                  </a:lnTo>
                  <a:lnTo>
                    <a:pt x="910582" y="557258"/>
                  </a:lnTo>
                  <a:lnTo>
                    <a:pt x="911864" y="548063"/>
                  </a:lnTo>
                  <a:lnTo>
                    <a:pt x="913146" y="519860"/>
                  </a:lnTo>
                  <a:lnTo>
                    <a:pt x="914428" y="477918"/>
                  </a:lnTo>
                  <a:lnTo>
                    <a:pt x="915710" y="452825"/>
                  </a:lnTo>
                  <a:lnTo>
                    <a:pt x="916992" y="471210"/>
                  </a:lnTo>
                  <a:lnTo>
                    <a:pt x="918274" y="448960"/>
                  </a:lnTo>
                  <a:lnTo>
                    <a:pt x="919555" y="454119"/>
                  </a:lnTo>
                  <a:lnTo>
                    <a:pt x="920837" y="480623"/>
                  </a:lnTo>
                  <a:lnTo>
                    <a:pt x="922119" y="512659"/>
                  </a:lnTo>
                  <a:lnTo>
                    <a:pt x="923401" y="605528"/>
                  </a:lnTo>
                  <a:lnTo>
                    <a:pt x="924683" y="699932"/>
                  </a:lnTo>
                  <a:lnTo>
                    <a:pt x="925965" y="736501"/>
                  </a:lnTo>
                  <a:lnTo>
                    <a:pt x="927246" y="703884"/>
                  </a:lnTo>
                  <a:lnTo>
                    <a:pt x="928528" y="592263"/>
                  </a:lnTo>
                  <a:lnTo>
                    <a:pt x="929810" y="557258"/>
                  </a:lnTo>
                  <a:lnTo>
                    <a:pt x="931092" y="566600"/>
                  </a:lnTo>
                  <a:lnTo>
                    <a:pt x="932374" y="515529"/>
                  </a:lnTo>
                  <a:lnTo>
                    <a:pt x="933656" y="537514"/>
                  </a:lnTo>
                  <a:lnTo>
                    <a:pt x="934937" y="537514"/>
                  </a:lnTo>
                  <a:lnTo>
                    <a:pt x="936219" y="586294"/>
                  </a:lnTo>
                  <a:lnTo>
                    <a:pt x="937501" y="522455"/>
                  </a:lnTo>
                  <a:lnTo>
                    <a:pt x="938783" y="490982"/>
                  </a:lnTo>
                  <a:lnTo>
                    <a:pt x="940065" y="536276"/>
                  </a:lnTo>
                  <a:lnTo>
                    <a:pt x="941347" y="557441"/>
                  </a:lnTo>
                  <a:lnTo>
                    <a:pt x="942629" y="525373"/>
                  </a:lnTo>
                  <a:lnTo>
                    <a:pt x="943910" y="467144"/>
                  </a:lnTo>
                  <a:lnTo>
                    <a:pt x="945192" y="472980"/>
                  </a:lnTo>
                  <a:lnTo>
                    <a:pt x="946474" y="406805"/>
                  </a:lnTo>
                  <a:lnTo>
                    <a:pt x="947756" y="424275"/>
                  </a:lnTo>
                  <a:lnTo>
                    <a:pt x="949038" y="441233"/>
                  </a:lnTo>
                  <a:lnTo>
                    <a:pt x="950320" y="397606"/>
                  </a:lnTo>
                  <a:lnTo>
                    <a:pt x="951601" y="394253"/>
                  </a:lnTo>
                  <a:lnTo>
                    <a:pt x="952883" y="397607"/>
                  </a:lnTo>
                  <a:lnTo>
                    <a:pt x="954165" y="375330"/>
                  </a:lnTo>
                  <a:lnTo>
                    <a:pt x="955447" y="362080"/>
                  </a:lnTo>
                  <a:lnTo>
                    <a:pt x="956729" y="416349"/>
                  </a:lnTo>
                  <a:lnTo>
                    <a:pt x="958011" y="407696"/>
                  </a:lnTo>
                  <a:lnTo>
                    <a:pt x="959293" y="319032"/>
                  </a:lnTo>
                  <a:lnTo>
                    <a:pt x="960574" y="279833"/>
                  </a:lnTo>
                  <a:lnTo>
                    <a:pt x="961856" y="251309"/>
                  </a:lnTo>
                  <a:lnTo>
                    <a:pt x="963138" y="252816"/>
                  </a:lnTo>
                  <a:lnTo>
                    <a:pt x="964420" y="239020"/>
                  </a:lnTo>
                  <a:lnTo>
                    <a:pt x="965702" y="308152"/>
                  </a:lnTo>
                  <a:lnTo>
                    <a:pt x="966984" y="335383"/>
                  </a:lnTo>
                  <a:lnTo>
                    <a:pt x="968265" y="232335"/>
                  </a:lnTo>
                  <a:lnTo>
                    <a:pt x="969547" y="268029"/>
                  </a:lnTo>
                  <a:lnTo>
                    <a:pt x="970829" y="298036"/>
                  </a:lnTo>
                  <a:lnTo>
                    <a:pt x="972111" y="295065"/>
                  </a:lnTo>
                  <a:lnTo>
                    <a:pt x="973393" y="318243"/>
                  </a:lnTo>
                  <a:lnTo>
                    <a:pt x="974675" y="340237"/>
                  </a:lnTo>
                  <a:lnTo>
                    <a:pt x="975956" y="337044"/>
                  </a:lnTo>
                  <a:lnTo>
                    <a:pt x="977238" y="343447"/>
                  </a:lnTo>
                  <a:lnTo>
                    <a:pt x="978520" y="332813"/>
                  </a:lnTo>
                  <a:lnTo>
                    <a:pt x="979802" y="348837"/>
                  </a:lnTo>
                  <a:lnTo>
                    <a:pt x="981084" y="401097"/>
                  </a:lnTo>
                  <a:lnTo>
                    <a:pt x="982366" y="398487"/>
                  </a:lnTo>
                  <a:lnTo>
                    <a:pt x="983648" y="395474"/>
                  </a:lnTo>
                  <a:lnTo>
                    <a:pt x="984929" y="373877"/>
                  </a:lnTo>
                  <a:lnTo>
                    <a:pt x="986211" y="360131"/>
                  </a:lnTo>
                  <a:lnTo>
                    <a:pt x="987493" y="360131"/>
                  </a:lnTo>
                  <a:lnTo>
                    <a:pt x="988775" y="333568"/>
                  </a:lnTo>
                  <a:lnTo>
                    <a:pt x="990057" y="310647"/>
                  </a:lnTo>
                  <a:lnTo>
                    <a:pt x="991339" y="298290"/>
                  </a:lnTo>
                  <a:lnTo>
                    <a:pt x="992620" y="306499"/>
                  </a:lnTo>
                  <a:lnTo>
                    <a:pt x="993902" y="288588"/>
                  </a:lnTo>
                  <a:lnTo>
                    <a:pt x="995184" y="289390"/>
                  </a:lnTo>
                  <a:lnTo>
                    <a:pt x="996466" y="285389"/>
                  </a:lnTo>
                  <a:lnTo>
                    <a:pt x="997748" y="296662"/>
                  </a:lnTo>
                  <a:lnTo>
                    <a:pt x="999030" y="380953"/>
                  </a:lnTo>
                  <a:lnTo>
                    <a:pt x="1000312" y="388904"/>
                  </a:lnTo>
                  <a:lnTo>
                    <a:pt x="1001593" y="453181"/>
                  </a:lnTo>
                  <a:lnTo>
                    <a:pt x="1002875" y="513182"/>
                  </a:lnTo>
                  <a:lnTo>
                    <a:pt x="1004157" y="578521"/>
                  </a:lnTo>
                  <a:lnTo>
                    <a:pt x="1005439" y="605110"/>
                  </a:lnTo>
                  <a:lnTo>
                    <a:pt x="1006721" y="625502"/>
                  </a:lnTo>
                  <a:lnTo>
                    <a:pt x="1008003" y="663778"/>
                  </a:lnTo>
                  <a:lnTo>
                    <a:pt x="1009284" y="734296"/>
                  </a:lnTo>
                  <a:lnTo>
                    <a:pt x="1010566" y="812143"/>
                  </a:lnTo>
                  <a:lnTo>
                    <a:pt x="1011848" y="850546"/>
                  </a:lnTo>
                  <a:lnTo>
                    <a:pt x="1013130" y="884955"/>
                  </a:lnTo>
                  <a:lnTo>
                    <a:pt x="1014412" y="871814"/>
                  </a:lnTo>
                  <a:lnTo>
                    <a:pt x="1015694" y="914479"/>
                  </a:lnTo>
                  <a:lnTo>
                    <a:pt x="1016975" y="921509"/>
                  </a:lnTo>
                  <a:lnTo>
                    <a:pt x="1018257" y="848128"/>
                  </a:lnTo>
                  <a:lnTo>
                    <a:pt x="1019539" y="792383"/>
                  </a:lnTo>
                  <a:lnTo>
                    <a:pt x="1020821" y="686356"/>
                  </a:lnTo>
                  <a:lnTo>
                    <a:pt x="1022103" y="678192"/>
                  </a:lnTo>
                  <a:lnTo>
                    <a:pt x="1023385" y="646628"/>
                  </a:lnTo>
                  <a:lnTo>
                    <a:pt x="1024667" y="570369"/>
                  </a:lnTo>
                  <a:lnTo>
                    <a:pt x="1025948" y="581264"/>
                  </a:lnTo>
                  <a:lnTo>
                    <a:pt x="1027230" y="603680"/>
                  </a:lnTo>
                  <a:lnTo>
                    <a:pt x="1028512" y="608695"/>
                  </a:lnTo>
                  <a:lnTo>
                    <a:pt x="1029794" y="488813"/>
                  </a:lnTo>
                  <a:lnTo>
                    <a:pt x="1031076" y="563661"/>
                  </a:lnTo>
                  <a:lnTo>
                    <a:pt x="1032358" y="553085"/>
                  </a:lnTo>
                  <a:lnTo>
                    <a:pt x="1033639" y="571554"/>
                  </a:lnTo>
                  <a:lnTo>
                    <a:pt x="1034921" y="551136"/>
                  </a:lnTo>
                  <a:lnTo>
                    <a:pt x="1036203" y="565097"/>
                  </a:lnTo>
                  <a:lnTo>
                    <a:pt x="1037485" y="576771"/>
                  </a:lnTo>
                  <a:lnTo>
                    <a:pt x="1038767" y="610474"/>
                  </a:lnTo>
                  <a:lnTo>
                    <a:pt x="1040049" y="668780"/>
                  </a:lnTo>
                  <a:lnTo>
                    <a:pt x="1041331" y="676493"/>
                  </a:lnTo>
                  <a:lnTo>
                    <a:pt x="1042612" y="708400"/>
                  </a:lnTo>
                  <a:lnTo>
                    <a:pt x="1043894" y="757983"/>
                  </a:lnTo>
                  <a:lnTo>
                    <a:pt x="1045176" y="667250"/>
                  </a:lnTo>
                  <a:lnTo>
                    <a:pt x="1046458" y="643289"/>
                  </a:lnTo>
                  <a:lnTo>
                    <a:pt x="1047740" y="609088"/>
                  </a:lnTo>
                  <a:lnTo>
                    <a:pt x="1049022" y="600841"/>
                  </a:lnTo>
                  <a:lnTo>
                    <a:pt x="1050303" y="542696"/>
                  </a:lnTo>
                  <a:lnTo>
                    <a:pt x="1051585" y="529774"/>
                  </a:lnTo>
                  <a:lnTo>
                    <a:pt x="1052867" y="428761"/>
                  </a:lnTo>
                  <a:lnTo>
                    <a:pt x="1054149" y="428762"/>
                  </a:lnTo>
                  <a:lnTo>
                    <a:pt x="1055431" y="383406"/>
                  </a:lnTo>
                  <a:lnTo>
                    <a:pt x="1056713" y="353184"/>
                  </a:lnTo>
                  <a:lnTo>
                    <a:pt x="1057995" y="333868"/>
                  </a:lnTo>
                  <a:lnTo>
                    <a:pt x="1059276" y="329661"/>
                  </a:lnTo>
                  <a:lnTo>
                    <a:pt x="1060558" y="311091"/>
                  </a:lnTo>
                  <a:lnTo>
                    <a:pt x="1061840" y="259597"/>
                  </a:lnTo>
                  <a:lnTo>
                    <a:pt x="1063122" y="243993"/>
                  </a:lnTo>
                  <a:lnTo>
                    <a:pt x="1064404" y="217430"/>
                  </a:lnTo>
                  <a:lnTo>
                    <a:pt x="1065686" y="215702"/>
                  </a:lnTo>
                  <a:lnTo>
                    <a:pt x="1066967" y="239482"/>
                  </a:lnTo>
                  <a:lnTo>
                    <a:pt x="1068249" y="231448"/>
                  </a:lnTo>
                  <a:lnTo>
                    <a:pt x="1069531" y="240382"/>
                  </a:lnTo>
                  <a:lnTo>
                    <a:pt x="1070813" y="220903"/>
                  </a:lnTo>
                  <a:lnTo>
                    <a:pt x="1072095" y="201208"/>
                  </a:lnTo>
                  <a:lnTo>
                    <a:pt x="1073377" y="174861"/>
                  </a:lnTo>
                  <a:lnTo>
                    <a:pt x="1074658" y="174861"/>
                  </a:lnTo>
                  <a:lnTo>
                    <a:pt x="1075940" y="189536"/>
                  </a:lnTo>
                  <a:lnTo>
                    <a:pt x="1077222" y="182968"/>
                  </a:lnTo>
                  <a:lnTo>
                    <a:pt x="1078504" y="195343"/>
                  </a:lnTo>
                  <a:lnTo>
                    <a:pt x="1079786" y="177282"/>
                  </a:lnTo>
                  <a:lnTo>
                    <a:pt x="1081068" y="191189"/>
                  </a:lnTo>
                  <a:lnTo>
                    <a:pt x="1082350" y="301131"/>
                  </a:lnTo>
                  <a:lnTo>
                    <a:pt x="1083631" y="355781"/>
                  </a:lnTo>
                  <a:lnTo>
                    <a:pt x="1084913" y="385111"/>
                  </a:lnTo>
                  <a:lnTo>
                    <a:pt x="1086195" y="336171"/>
                  </a:lnTo>
                  <a:lnTo>
                    <a:pt x="1087477" y="361945"/>
                  </a:lnTo>
                  <a:lnTo>
                    <a:pt x="1088759" y="358322"/>
                  </a:lnTo>
                  <a:lnTo>
                    <a:pt x="1090041" y="385111"/>
                  </a:lnTo>
                  <a:lnTo>
                    <a:pt x="1091322" y="422173"/>
                  </a:lnTo>
                  <a:lnTo>
                    <a:pt x="1092604" y="470414"/>
                  </a:lnTo>
                  <a:lnTo>
                    <a:pt x="1093886" y="500693"/>
                  </a:lnTo>
                  <a:lnTo>
                    <a:pt x="1095168" y="484798"/>
                  </a:lnTo>
                  <a:lnTo>
                    <a:pt x="1096450" y="480334"/>
                  </a:lnTo>
                  <a:lnTo>
                    <a:pt x="1097732" y="454243"/>
                  </a:lnTo>
                  <a:lnTo>
                    <a:pt x="1099014" y="491557"/>
                  </a:lnTo>
                  <a:lnTo>
                    <a:pt x="1100295" y="500693"/>
                  </a:lnTo>
                  <a:lnTo>
                    <a:pt x="1101577" y="459584"/>
                  </a:lnTo>
                  <a:lnTo>
                    <a:pt x="1102859" y="536467"/>
                  </a:lnTo>
                  <a:lnTo>
                    <a:pt x="1104141" y="524588"/>
                  </a:lnTo>
                  <a:lnTo>
                    <a:pt x="1105423" y="546076"/>
                  </a:lnTo>
                  <a:lnTo>
                    <a:pt x="1106705" y="501266"/>
                  </a:lnTo>
                  <a:lnTo>
                    <a:pt x="1107986" y="444868"/>
                  </a:lnTo>
                  <a:lnTo>
                    <a:pt x="1109268" y="432245"/>
                  </a:lnTo>
                  <a:lnTo>
                    <a:pt x="1110550" y="415536"/>
                  </a:lnTo>
                  <a:lnTo>
                    <a:pt x="1111832" y="419015"/>
                  </a:lnTo>
                  <a:lnTo>
                    <a:pt x="1113114" y="435823"/>
                  </a:lnTo>
                  <a:lnTo>
                    <a:pt x="1114396" y="460570"/>
                  </a:lnTo>
                  <a:lnTo>
                    <a:pt x="1115677" y="497266"/>
                  </a:lnTo>
                  <a:lnTo>
                    <a:pt x="1116959" y="486405"/>
                  </a:lnTo>
                  <a:lnTo>
                    <a:pt x="1118241" y="467159"/>
                  </a:lnTo>
                  <a:lnTo>
                    <a:pt x="1119523" y="446693"/>
                  </a:lnTo>
                  <a:lnTo>
                    <a:pt x="1120805" y="423389"/>
                  </a:lnTo>
                  <a:lnTo>
                    <a:pt x="1122087" y="337912"/>
                  </a:lnTo>
                  <a:lnTo>
                    <a:pt x="1123369" y="312511"/>
                  </a:lnTo>
                  <a:lnTo>
                    <a:pt x="1124650" y="227912"/>
                  </a:lnTo>
                  <a:lnTo>
                    <a:pt x="1125932" y="244900"/>
                  </a:lnTo>
                  <a:lnTo>
                    <a:pt x="1127214" y="274672"/>
                  </a:lnTo>
                  <a:lnTo>
                    <a:pt x="1128496" y="263330"/>
                  </a:lnTo>
                  <a:lnTo>
                    <a:pt x="1129778" y="245808"/>
                  </a:lnTo>
                  <a:lnTo>
                    <a:pt x="1131060" y="172451"/>
                  </a:lnTo>
                  <a:lnTo>
                    <a:pt x="1132341" y="138189"/>
                  </a:lnTo>
                  <a:lnTo>
                    <a:pt x="1133623" y="138189"/>
                  </a:lnTo>
                  <a:lnTo>
                    <a:pt x="1134905" y="145037"/>
                  </a:lnTo>
                  <a:lnTo>
                    <a:pt x="1136187" y="178901"/>
                  </a:lnTo>
                  <a:lnTo>
                    <a:pt x="1137469" y="191189"/>
                  </a:lnTo>
                  <a:lnTo>
                    <a:pt x="1138751" y="202051"/>
                  </a:lnTo>
                  <a:lnTo>
                    <a:pt x="1140033" y="224397"/>
                  </a:lnTo>
                  <a:lnTo>
                    <a:pt x="1141314" y="229677"/>
                  </a:lnTo>
                  <a:lnTo>
                    <a:pt x="1142596" y="254043"/>
                  </a:lnTo>
                  <a:lnTo>
                    <a:pt x="1143878" y="292108"/>
                  </a:lnTo>
                  <a:lnTo>
                    <a:pt x="1145160" y="326525"/>
                  </a:lnTo>
                  <a:lnTo>
                    <a:pt x="1146442" y="392667"/>
                  </a:lnTo>
                  <a:lnTo>
                    <a:pt x="1147724" y="448960"/>
                  </a:lnTo>
                  <a:lnTo>
                    <a:pt x="1149005" y="502722"/>
                  </a:lnTo>
                  <a:lnTo>
                    <a:pt x="1150287" y="632992"/>
                  </a:lnTo>
                  <a:lnTo>
                    <a:pt x="1151569" y="696006"/>
                  </a:lnTo>
                  <a:lnTo>
                    <a:pt x="1152851" y="728175"/>
                  </a:lnTo>
                  <a:lnTo>
                    <a:pt x="1154133" y="736501"/>
                  </a:lnTo>
                  <a:lnTo>
                    <a:pt x="1155415" y="736501"/>
                  </a:lnTo>
                  <a:lnTo>
                    <a:pt x="1156696" y="760025"/>
                  </a:lnTo>
                  <a:lnTo>
                    <a:pt x="1157978" y="800676"/>
                  </a:lnTo>
                  <a:lnTo>
                    <a:pt x="1159260" y="894280"/>
                  </a:lnTo>
                  <a:lnTo>
                    <a:pt x="1160542" y="933992"/>
                  </a:lnTo>
                  <a:lnTo>
                    <a:pt x="1161824" y="933992"/>
                  </a:lnTo>
                  <a:lnTo>
                    <a:pt x="1163106" y="933992"/>
                  </a:lnTo>
                  <a:lnTo>
                    <a:pt x="1164388" y="933992"/>
                  </a:lnTo>
                  <a:lnTo>
                    <a:pt x="1165669" y="933992"/>
                  </a:lnTo>
                  <a:lnTo>
                    <a:pt x="1166951" y="942863"/>
                  </a:lnTo>
                  <a:lnTo>
                    <a:pt x="1168233" y="995833"/>
                  </a:lnTo>
                  <a:lnTo>
                    <a:pt x="1169515" y="1015732"/>
                  </a:lnTo>
                  <a:lnTo>
                    <a:pt x="1170797" y="1064965"/>
                  </a:lnTo>
                  <a:lnTo>
                    <a:pt x="1172079" y="1064965"/>
                  </a:lnTo>
                  <a:lnTo>
                    <a:pt x="1173360" y="1064965"/>
                  </a:lnTo>
                  <a:lnTo>
                    <a:pt x="1174642" y="1012368"/>
                  </a:lnTo>
                  <a:lnTo>
                    <a:pt x="1175924" y="957952"/>
                  </a:lnTo>
                  <a:lnTo>
                    <a:pt x="1177206" y="986131"/>
                  </a:lnTo>
                  <a:lnTo>
                    <a:pt x="1178488" y="942863"/>
                  </a:lnTo>
                  <a:lnTo>
                    <a:pt x="1179770" y="995833"/>
                  </a:lnTo>
                  <a:lnTo>
                    <a:pt x="1181052" y="970310"/>
                  </a:lnTo>
                  <a:lnTo>
                    <a:pt x="1182333" y="849413"/>
                  </a:lnTo>
                  <a:lnTo>
                    <a:pt x="1183615" y="826979"/>
                  </a:lnTo>
                  <a:lnTo>
                    <a:pt x="1184897" y="826979"/>
                  </a:lnTo>
                  <a:lnTo>
                    <a:pt x="1186179" y="826979"/>
                  </a:lnTo>
                  <a:lnTo>
                    <a:pt x="1187461" y="824539"/>
                  </a:lnTo>
                  <a:lnTo>
                    <a:pt x="1188743" y="831052"/>
                  </a:lnTo>
                  <a:lnTo>
                    <a:pt x="1190024" y="775426"/>
                  </a:lnTo>
                  <a:lnTo>
                    <a:pt x="1191306" y="676493"/>
                  </a:lnTo>
                  <a:lnTo>
                    <a:pt x="1192588" y="657405"/>
                  </a:lnTo>
                  <a:lnTo>
                    <a:pt x="1193870" y="615417"/>
                  </a:lnTo>
                  <a:lnTo>
                    <a:pt x="1195152" y="607677"/>
                  </a:lnTo>
                  <a:lnTo>
                    <a:pt x="1196434" y="648351"/>
                  </a:lnTo>
                  <a:lnTo>
                    <a:pt x="1197716" y="650681"/>
                  </a:lnTo>
                  <a:lnTo>
                    <a:pt x="1198997" y="632609"/>
                  </a:lnTo>
                  <a:lnTo>
                    <a:pt x="1200279" y="681249"/>
                  </a:lnTo>
                  <a:lnTo>
                    <a:pt x="1201561" y="710631"/>
                  </a:lnTo>
                  <a:lnTo>
                    <a:pt x="1202843" y="689329"/>
                  </a:lnTo>
                  <a:lnTo>
                    <a:pt x="1204125" y="648911"/>
                  </a:lnTo>
                  <a:lnTo>
                    <a:pt x="1205407" y="628651"/>
                  </a:lnTo>
                  <a:lnTo>
                    <a:pt x="1206688" y="629700"/>
                  </a:lnTo>
                  <a:lnTo>
                    <a:pt x="1207970" y="649997"/>
                  </a:lnTo>
                  <a:lnTo>
                    <a:pt x="1209252" y="613728"/>
                  </a:lnTo>
                  <a:lnTo>
                    <a:pt x="1210534" y="677150"/>
                  </a:lnTo>
                  <a:lnTo>
                    <a:pt x="1211816" y="776908"/>
                  </a:lnTo>
                  <a:lnTo>
                    <a:pt x="1213098" y="793328"/>
                  </a:lnTo>
                  <a:lnTo>
                    <a:pt x="1214379" y="860888"/>
                  </a:lnTo>
                  <a:lnTo>
                    <a:pt x="1215661" y="901907"/>
                  </a:lnTo>
                  <a:lnTo>
                    <a:pt x="1216943" y="927641"/>
                  </a:lnTo>
                  <a:lnTo>
                    <a:pt x="1218225" y="956278"/>
                  </a:lnTo>
                  <a:lnTo>
                    <a:pt x="1219507" y="921532"/>
                  </a:lnTo>
                  <a:lnTo>
                    <a:pt x="1220789" y="947709"/>
                  </a:lnTo>
                  <a:lnTo>
                    <a:pt x="1222071" y="929287"/>
                  </a:lnTo>
                  <a:lnTo>
                    <a:pt x="1223352" y="924362"/>
                  </a:lnTo>
                  <a:lnTo>
                    <a:pt x="1224634" y="922729"/>
                  </a:lnTo>
                  <a:lnTo>
                    <a:pt x="1225916" y="890994"/>
                  </a:lnTo>
                  <a:lnTo>
                    <a:pt x="1227198" y="860901"/>
                  </a:lnTo>
                  <a:lnTo>
                    <a:pt x="1228480" y="909571"/>
                  </a:lnTo>
                  <a:lnTo>
                    <a:pt x="1229762" y="921532"/>
                  </a:lnTo>
                  <a:lnTo>
                    <a:pt x="1231043" y="917577"/>
                  </a:lnTo>
                  <a:lnTo>
                    <a:pt x="1232325" y="925415"/>
                  </a:lnTo>
                  <a:lnTo>
                    <a:pt x="1233607" y="890793"/>
                  </a:lnTo>
                  <a:lnTo>
                    <a:pt x="1234889" y="774263"/>
                  </a:lnTo>
                  <a:lnTo>
                    <a:pt x="1236171" y="750576"/>
                  </a:lnTo>
                  <a:lnTo>
                    <a:pt x="1237453" y="689653"/>
                  </a:lnTo>
                  <a:lnTo>
                    <a:pt x="1238735" y="643187"/>
                  </a:lnTo>
                  <a:lnTo>
                    <a:pt x="1240016" y="539010"/>
                  </a:lnTo>
                  <a:lnTo>
                    <a:pt x="1241298" y="524224"/>
                  </a:lnTo>
                  <a:lnTo>
                    <a:pt x="1242580" y="504131"/>
                  </a:lnTo>
                  <a:lnTo>
                    <a:pt x="1243862" y="516969"/>
                  </a:lnTo>
                  <a:lnTo>
                    <a:pt x="1245144" y="527152"/>
                  </a:lnTo>
                  <a:lnTo>
                    <a:pt x="1246426" y="551112"/>
                  </a:lnTo>
                  <a:lnTo>
                    <a:pt x="1247707" y="557258"/>
                  </a:lnTo>
                  <a:lnTo>
                    <a:pt x="1248989" y="557258"/>
                  </a:lnTo>
                  <a:lnTo>
                    <a:pt x="1250271" y="557258"/>
                  </a:lnTo>
                  <a:lnTo>
                    <a:pt x="1251553" y="557258"/>
                  </a:lnTo>
                  <a:lnTo>
                    <a:pt x="1252835" y="587365"/>
                  </a:lnTo>
                  <a:lnTo>
                    <a:pt x="1254117" y="622542"/>
                  </a:lnTo>
                  <a:lnTo>
                    <a:pt x="1255398" y="620818"/>
                  </a:lnTo>
                  <a:lnTo>
                    <a:pt x="1256680" y="620818"/>
                  </a:lnTo>
                  <a:lnTo>
                    <a:pt x="1257962" y="572911"/>
                  </a:lnTo>
                  <a:lnTo>
                    <a:pt x="1259244" y="536023"/>
                  </a:lnTo>
                  <a:lnTo>
                    <a:pt x="1260526" y="536023"/>
                  </a:lnTo>
                  <a:lnTo>
                    <a:pt x="1261808" y="555716"/>
                  </a:lnTo>
                  <a:lnTo>
                    <a:pt x="1263090" y="554177"/>
                  </a:lnTo>
                  <a:lnTo>
                    <a:pt x="1264371" y="577171"/>
                  </a:lnTo>
                  <a:lnTo>
                    <a:pt x="1265653" y="532507"/>
                  </a:lnTo>
                  <a:lnTo>
                    <a:pt x="1266935" y="412191"/>
                  </a:lnTo>
                  <a:lnTo>
                    <a:pt x="1268217" y="345814"/>
                  </a:lnTo>
                  <a:lnTo>
                    <a:pt x="1269499" y="293419"/>
                  </a:lnTo>
                  <a:lnTo>
                    <a:pt x="1270781" y="240868"/>
                  </a:lnTo>
                  <a:lnTo>
                    <a:pt x="1272062" y="245276"/>
                  </a:lnTo>
                  <a:lnTo>
                    <a:pt x="1273344" y="194024"/>
                  </a:lnTo>
                  <a:lnTo>
                    <a:pt x="1274626" y="148514"/>
                  </a:lnTo>
                  <a:lnTo>
                    <a:pt x="1275908" y="123740"/>
                  </a:lnTo>
                  <a:lnTo>
                    <a:pt x="1277190" y="163789"/>
                  </a:lnTo>
                  <a:lnTo>
                    <a:pt x="1278472" y="183321"/>
                  </a:lnTo>
                  <a:lnTo>
                    <a:pt x="1279754" y="176016"/>
                  </a:lnTo>
                  <a:lnTo>
                    <a:pt x="1281035" y="177574"/>
                  </a:lnTo>
                  <a:lnTo>
                    <a:pt x="1282317" y="176535"/>
                  </a:lnTo>
                  <a:lnTo>
                    <a:pt x="1283599" y="193012"/>
                  </a:lnTo>
                  <a:lnTo>
                    <a:pt x="1284881" y="162430"/>
                  </a:lnTo>
                  <a:lnTo>
                    <a:pt x="1286163" y="231070"/>
                  </a:lnTo>
                  <a:lnTo>
                    <a:pt x="1287445" y="277839"/>
                  </a:lnTo>
                  <a:lnTo>
                    <a:pt x="1288726" y="321970"/>
                  </a:lnTo>
                  <a:lnTo>
                    <a:pt x="1290008" y="374521"/>
                  </a:lnTo>
                  <a:lnTo>
                    <a:pt x="1291290" y="441368"/>
                  </a:lnTo>
                  <a:lnTo>
                    <a:pt x="1292572" y="543834"/>
                  </a:lnTo>
                  <a:lnTo>
                    <a:pt x="1293854" y="571554"/>
                  </a:lnTo>
                  <a:lnTo>
                    <a:pt x="1295136" y="681245"/>
                  </a:lnTo>
                  <a:lnTo>
                    <a:pt x="1296418" y="828753"/>
                  </a:lnTo>
                  <a:lnTo>
                    <a:pt x="1297699" y="773265"/>
                  </a:lnTo>
                  <a:lnTo>
                    <a:pt x="1298981" y="886109"/>
                  </a:lnTo>
                  <a:lnTo>
                    <a:pt x="1300263" y="951870"/>
                  </a:lnTo>
                  <a:lnTo>
                    <a:pt x="1301545" y="995833"/>
                  </a:lnTo>
                  <a:lnTo>
                    <a:pt x="1302827" y="1064965"/>
                  </a:lnTo>
                  <a:lnTo>
                    <a:pt x="1304109" y="1064965"/>
                  </a:lnTo>
                  <a:lnTo>
                    <a:pt x="1305390" y="1064965"/>
                  </a:lnTo>
                  <a:lnTo>
                    <a:pt x="1306672" y="1050472"/>
                  </a:lnTo>
                  <a:lnTo>
                    <a:pt x="1307954" y="995833"/>
                  </a:lnTo>
                  <a:lnTo>
                    <a:pt x="1309236" y="995833"/>
                  </a:lnTo>
                  <a:lnTo>
                    <a:pt x="1310518" y="995833"/>
                  </a:lnTo>
                  <a:lnTo>
                    <a:pt x="1311800" y="957952"/>
                  </a:lnTo>
                  <a:lnTo>
                    <a:pt x="1313081" y="902567"/>
                  </a:lnTo>
                  <a:lnTo>
                    <a:pt x="1314363" y="839336"/>
                  </a:lnTo>
                  <a:lnTo>
                    <a:pt x="1315645" y="773265"/>
                  </a:lnTo>
                  <a:lnTo>
                    <a:pt x="1316927" y="722008"/>
                  </a:lnTo>
                  <a:lnTo>
                    <a:pt x="1318209" y="620818"/>
                  </a:lnTo>
                  <a:lnTo>
                    <a:pt x="1319491" y="545030"/>
                  </a:lnTo>
                  <a:lnTo>
                    <a:pt x="1320773" y="423819"/>
                  </a:lnTo>
                  <a:lnTo>
                    <a:pt x="1322054" y="341305"/>
                  </a:lnTo>
                  <a:lnTo>
                    <a:pt x="1323336" y="309064"/>
                  </a:lnTo>
                  <a:lnTo>
                    <a:pt x="1324618" y="309064"/>
                  </a:lnTo>
                  <a:lnTo>
                    <a:pt x="1325900" y="313126"/>
                  </a:lnTo>
                  <a:lnTo>
                    <a:pt x="1327182" y="329661"/>
                  </a:lnTo>
                  <a:lnTo>
                    <a:pt x="1328464" y="313126"/>
                  </a:lnTo>
                  <a:lnTo>
                    <a:pt x="1329745" y="289166"/>
                  </a:lnTo>
                  <a:lnTo>
                    <a:pt x="1331027" y="281391"/>
                  </a:lnTo>
                  <a:lnTo>
                    <a:pt x="1332309" y="230562"/>
                  </a:lnTo>
                  <a:lnTo>
                    <a:pt x="1333591" y="190362"/>
                  </a:lnTo>
                  <a:lnTo>
                    <a:pt x="1334873" y="201208"/>
                  </a:lnTo>
                  <a:lnTo>
                    <a:pt x="1336155" y="230562"/>
                  </a:lnTo>
                  <a:lnTo>
                    <a:pt x="1337437" y="296054"/>
                  </a:lnTo>
                  <a:lnTo>
                    <a:pt x="1338718" y="359767"/>
                  </a:lnTo>
                  <a:lnTo>
                    <a:pt x="1340000" y="425051"/>
                  </a:lnTo>
                  <a:lnTo>
                    <a:pt x="1341282" y="511229"/>
                  </a:lnTo>
                  <a:lnTo>
                    <a:pt x="1342564" y="533051"/>
                  </a:lnTo>
                  <a:lnTo>
                    <a:pt x="1343846" y="471210"/>
                  </a:lnTo>
                  <a:lnTo>
                    <a:pt x="1345128" y="423819"/>
                  </a:lnTo>
                  <a:lnTo>
                    <a:pt x="1346409" y="402078"/>
                  </a:lnTo>
                  <a:lnTo>
                    <a:pt x="1347691" y="403264"/>
                  </a:lnTo>
                  <a:lnTo>
                    <a:pt x="1348973" y="396179"/>
                  </a:lnTo>
                  <a:lnTo>
                    <a:pt x="1350255" y="377690"/>
                  </a:lnTo>
                  <a:lnTo>
                    <a:pt x="1351537" y="437513"/>
                  </a:lnTo>
                  <a:lnTo>
                    <a:pt x="1352819" y="498515"/>
                  </a:lnTo>
                  <a:lnTo>
                    <a:pt x="1354100" y="438774"/>
                  </a:lnTo>
                  <a:lnTo>
                    <a:pt x="1355382" y="393835"/>
                  </a:lnTo>
                  <a:lnTo>
                    <a:pt x="1356664" y="337044"/>
                  </a:lnTo>
                  <a:lnTo>
                    <a:pt x="1357946" y="390426"/>
                  </a:lnTo>
                  <a:lnTo>
                    <a:pt x="1359228" y="431621"/>
                  </a:lnTo>
                  <a:lnTo>
                    <a:pt x="1360510" y="439578"/>
                  </a:lnTo>
                  <a:lnTo>
                    <a:pt x="1361792" y="462812"/>
                  </a:lnTo>
                  <a:lnTo>
                    <a:pt x="1363073" y="575081"/>
                  </a:lnTo>
                  <a:lnTo>
                    <a:pt x="1364355" y="631601"/>
                  </a:lnTo>
                  <a:lnTo>
                    <a:pt x="1365637" y="636013"/>
                  </a:lnTo>
                  <a:lnTo>
                    <a:pt x="1366919" y="655259"/>
                  </a:lnTo>
                  <a:lnTo>
                    <a:pt x="1368201" y="695754"/>
                  </a:lnTo>
                  <a:lnTo>
                    <a:pt x="1369483" y="748352"/>
                  </a:lnTo>
                  <a:lnTo>
                    <a:pt x="1370764" y="786233"/>
                  </a:lnTo>
                  <a:lnTo>
                    <a:pt x="1372046" y="828477"/>
                  </a:lnTo>
                  <a:lnTo>
                    <a:pt x="1373328" y="944317"/>
                  </a:lnTo>
                  <a:lnTo>
                    <a:pt x="1374610" y="1029131"/>
                  </a:lnTo>
                  <a:lnTo>
                    <a:pt x="1375892" y="1170680"/>
                  </a:lnTo>
                  <a:lnTo>
                    <a:pt x="1376908" y="123394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l45"/>
            <p:cNvSpPr/>
            <p:nvPr/>
          </p:nvSpPr>
          <p:spPr>
            <a:xfrm>
              <a:off x="5545192" y="723690"/>
              <a:ext cx="1497165" cy="1342599"/>
            </a:xfrm>
            <a:custGeom>
              <a:avLst/>
              <a:pathLst>
                <a:path w="1497165" h="1342599">
                  <a:moveTo>
                    <a:pt x="0" y="1342599"/>
                  </a:moveTo>
                  <a:lnTo>
                    <a:pt x="15" y="1342471"/>
                  </a:lnTo>
                  <a:lnTo>
                    <a:pt x="1297" y="1342471"/>
                  </a:lnTo>
                  <a:lnTo>
                    <a:pt x="2579" y="1342471"/>
                  </a:lnTo>
                  <a:lnTo>
                    <a:pt x="3861" y="1342471"/>
                  </a:lnTo>
                  <a:lnTo>
                    <a:pt x="5143" y="1342471"/>
                  </a:lnTo>
                  <a:lnTo>
                    <a:pt x="6424" y="1300023"/>
                  </a:lnTo>
                  <a:lnTo>
                    <a:pt x="7706" y="1251993"/>
                  </a:lnTo>
                  <a:lnTo>
                    <a:pt x="8988" y="1223356"/>
                  </a:lnTo>
                  <a:lnTo>
                    <a:pt x="10270" y="1173617"/>
                  </a:lnTo>
                  <a:lnTo>
                    <a:pt x="11552" y="1173617"/>
                  </a:lnTo>
                  <a:lnTo>
                    <a:pt x="12834" y="1173617"/>
                  </a:lnTo>
                  <a:lnTo>
                    <a:pt x="14115" y="1173617"/>
                  </a:lnTo>
                  <a:lnTo>
                    <a:pt x="15397" y="1173617"/>
                  </a:lnTo>
                  <a:lnTo>
                    <a:pt x="16679" y="1173617"/>
                  </a:lnTo>
                  <a:lnTo>
                    <a:pt x="17961" y="1173617"/>
                  </a:lnTo>
                  <a:lnTo>
                    <a:pt x="19243" y="1173617"/>
                  </a:lnTo>
                  <a:lnTo>
                    <a:pt x="20525" y="1173617"/>
                  </a:lnTo>
                  <a:lnTo>
                    <a:pt x="21807" y="1173617"/>
                  </a:lnTo>
                  <a:lnTo>
                    <a:pt x="23088" y="1173617"/>
                  </a:lnTo>
                  <a:lnTo>
                    <a:pt x="24370" y="1173617"/>
                  </a:lnTo>
                  <a:lnTo>
                    <a:pt x="25652" y="1207598"/>
                  </a:lnTo>
                  <a:lnTo>
                    <a:pt x="26934" y="1251993"/>
                  </a:lnTo>
                  <a:lnTo>
                    <a:pt x="28216" y="1251993"/>
                  </a:lnTo>
                  <a:lnTo>
                    <a:pt x="29498" y="1251993"/>
                  </a:lnTo>
                  <a:lnTo>
                    <a:pt x="30779" y="1251993"/>
                  </a:lnTo>
                  <a:lnTo>
                    <a:pt x="32061" y="1101233"/>
                  </a:lnTo>
                  <a:lnTo>
                    <a:pt x="33343" y="1031425"/>
                  </a:lnTo>
                  <a:lnTo>
                    <a:pt x="34625" y="974367"/>
                  </a:lnTo>
                  <a:lnTo>
                    <a:pt x="35907" y="899068"/>
                  </a:lnTo>
                  <a:lnTo>
                    <a:pt x="37189" y="852533"/>
                  </a:lnTo>
                  <a:lnTo>
                    <a:pt x="38470" y="813782"/>
                  </a:lnTo>
                  <a:lnTo>
                    <a:pt x="39752" y="813782"/>
                  </a:lnTo>
                  <a:lnTo>
                    <a:pt x="41034" y="813782"/>
                  </a:lnTo>
                  <a:lnTo>
                    <a:pt x="42316" y="796116"/>
                  </a:lnTo>
                  <a:lnTo>
                    <a:pt x="43598" y="751941"/>
                  </a:lnTo>
                  <a:lnTo>
                    <a:pt x="44880" y="750475"/>
                  </a:lnTo>
                  <a:lnTo>
                    <a:pt x="46162" y="723304"/>
                  </a:lnTo>
                  <a:lnTo>
                    <a:pt x="47443" y="710859"/>
                  </a:lnTo>
                  <a:lnTo>
                    <a:pt x="48725" y="723304"/>
                  </a:lnTo>
                  <a:lnTo>
                    <a:pt x="50007" y="723304"/>
                  </a:lnTo>
                  <a:lnTo>
                    <a:pt x="51289" y="783594"/>
                  </a:lnTo>
                  <a:lnTo>
                    <a:pt x="52571" y="816779"/>
                  </a:lnTo>
                  <a:lnTo>
                    <a:pt x="53853" y="864756"/>
                  </a:lnTo>
                  <a:lnTo>
                    <a:pt x="55134" y="935511"/>
                  </a:lnTo>
                  <a:lnTo>
                    <a:pt x="56416" y="928339"/>
                  </a:lnTo>
                  <a:lnTo>
                    <a:pt x="57698" y="986702"/>
                  </a:lnTo>
                  <a:lnTo>
                    <a:pt x="58980" y="986702"/>
                  </a:lnTo>
                  <a:lnTo>
                    <a:pt x="60262" y="986702"/>
                  </a:lnTo>
                  <a:lnTo>
                    <a:pt x="61544" y="1016808"/>
                  </a:lnTo>
                  <a:lnTo>
                    <a:pt x="62826" y="1104485"/>
                  </a:lnTo>
                  <a:lnTo>
                    <a:pt x="64107" y="1107755"/>
                  </a:lnTo>
                  <a:lnTo>
                    <a:pt x="65389" y="1173617"/>
                  </a:lnTo>
                  <a:lnTo>
                    <a:pt x="66671" y="1235458"/>
                  </a:lnTo>
                  <a:lnTo>
                    <a:pt x="67953" y="1251993"/>
                  </a:lnTo>
                  <a:lnTo>
                    <a:pt x="69235" y="1188477"/>
                  </a:lnTo>
                  <a:lnTo>
                    <a:pt x="70517" y="1173617"/>
                  </a:lnTo>
                  <a:lnTo>
                    <a:pt x="71798" y="1251993"/>
                  </a:lnTo>
                  <a:lnTo>
                    <a:pt x="73080" y="1251993"/>
                  </a:lnTo>
                  <a:lnTo>
                    <a:pt x="74362" y="1251993"/>
                  </a:lnTo>
                  <a:lnTo>
                    <a:pt x="75644" y="1251993"/>
                  </a:lnTo>
                  <a:lnTo>
                    <a:pt x="76926" y="1223356"/>
                  </a:lnTo>
                  <a:lnTo>
                    <a:pt x="78208" y="1173617"/>
                  </a:lnTo>
                  <a:lnTo>
                    <a:pt x="79490" y="1173617"/>
                  </a:lnTo>
                  <a:lnTo>
                    <a:pt x="80771" y="1173617"/>
                  </a:lnTo>
                  <a:lnTo>
                    <a:pt x="82053" y="1173617"/>
                  </a:lnTo>
                  <a:lnTo>
                    <a:pt x="83335" y="1173617"/>
                  </a:lnTo>
                  <a:lnTo>
                    <a:pt x="84617" y="1173617"/>
                  </a:lnTo>
                  <a:lnTo>
                    <a:pt x="85899" y="1173617"/>
                  </a:lnTo>
                  <a:lnTo>
                    <a:pt x="87181" y="1066604"/>
                  </a:lnTo>
                  <a:lnTo>
                    <a:pt x="88462" y="1085239"/>
                  </a:lnTo>
                  <a:lnTo>
                    <a:pt x="89744" y="1107390"/>
                  </a:lnTo>
                  <a:lnTo>
                    <a:pt x="91026" y="955035"/>
                  </a:lnTo>
                  <a:lnTo>
                    <a:pt x="92308" y="872806"/>
                  </a:lnTo>
                  <a:lnTo>
                    <a:pt x="93590" y="781117"/>
                  </a:lnTo>
                  <a:lnTo>
                    <a:pt x="94872" y="738695"/>
                  </a:lnTo>
                  <a:lnTo>
                    <a:pt x="96153" y="699750"/>
                  </a:lnTo>
                  <a:lnTo>
                    <a:pt x="97435" y="667662"/>
                  </a:lnTo>
                  <a:lnTo>
                    <a:pt x="98717" y="622912"/>
                  </a:lnTo>
                  <a:lnTo>
                    <a:pt x="99999" y="604506"/>
                  </a:lnTo>
                  <a:lnTo>
                    <a:pt x="101281" y="586660"/>
                  </a:lnTo>
                  <a:lnTo>
                    <a:pt x="102563" y="577560"/>
                  </a:lnTo>
                  <a:lnTo>
                    <a:pt x="103845" y="553961"/>
                  </a:lnTo>
                  <a:lnTo>
                    <a:pt x="105126" y="539708"/>
                  </a:lnTo>
                  <a:lnTo>
                    <a:pt x="106408" y="546019"/>
                  </a:lnTo>
                  <a:lnTo>
                    <a:pt x="107690" y="514251"/>
                  </a:lnTo>
                  <a:lnTo>
                    <a:pt x="108972" y="477402"/>
                  </a:lnTo>
                  <a:lnTo>
                    <a:pt x="110254" y="511830"/>
                  </a:lnTo>
                  <a:lnTo>
                    <a:pt x="111536" y="549753"/>
                  </a:lnTo>
                  <a:lnTo>
                    <a:pt x="112817" y="546063"/>
                  </a:lnTo>
                  <a:lnTo>
                    <a:pt x="114099" y="609252"/>
                  </a:lnTo>
                  <a:lnTo>
                    <a:pt x="115381" y="580362"/>
                  </a:lnTo>
                  <a:lnTo>
                    <a:pt x="116663" y="633751"/>
                  </a:lnTo>
                  <a:lnTo>
                    <a:pt x="117945" y="677756"/>
                  </a:lnTo>
                  <a:lnTo>
                    <a:pt x="119227" y="701590"/>
                  </a:lnTo>
                  <a:lnTo>
                    <a:pt x="120509" y="704771"/>
                  </a:lnTo>
                  <a:lnTo>
                    <a:pt x="121790" y="717671"/>
                  </a:lnTo>
                  <a:lnTo>
                    <a:pt x="123072" y="692753"/>
                  </a:lnTo>
                  <a:lnTo>
                    <a:pt x="124354" y="778049"/>
                  </a:lnTo>
                  <a:lnTo>
                    <a:pt x="125636" y="819087"/>
                  </a:lnTo>
                  <a:lnTo>
                    <a:pt x="126918" y="901870"/>
                  </a:lnTo>
                  <a:lnTo>
                    <a:pt x="128200" y="886397"/>
                  </a:lnTo>
                  <a:lnTo>
                    <a:pt x="129481" y="911671"/>
                  </a:lnTo>
                  <a:lnTo>
                    <a:pt x="130763" y="986702"/>
                  </a:lnTo>
                  <a:lnTo>
                    <a:pt x="132045" y="1042644"/>
                  </a:lnTo>
                  <a:lnTo>
                    <a:pt x="133327" y="1042644"/>
                  </a:lnTo>
                  <a:lnTo>
                    <a:pt x="134609" y="1131169"/>
                  </a:lnTo>
                  <a:lnTo>
                    <a:pt x="135891" y="1219376"/>
                  </a:lnTo>
                  <a:lnTo>
                    <a:pt x="137172" y="1251993"/>
                  </a:lnTo>
                  <a:lnTo>
                    <a:pt x="138454" y="1219376"/>
                  </a:lnTo>
                  <a:lnTo>
                    <a:pt x="139736" y="1166326"/>
                  </a:lnTo>
                  <a:lnTo>
                    <a:pt x="141018" y="1042644"/>
                  </a:lnTo>
                  <a:lnTo>
                    <a:pt x="142300" y="1042644"/>
                  </a:lnTo>
                  <a:lnTo>
                    <a:pt x="143582" y="1042644"/>
                  </a:lnTo>
                  <a:lnTo>
                    <a:pt x="144864" y="1042644"/>
                  </a:lnTo>
                  <a:lnTo>
                    <a:pt x="146145" y="1042644"/>
                  </a:lnTo>
                  <a:lnTo>
                    <a:pt x="147427" y="1042644"/>
                  </a:lnTo>
                  <a:lnTo>
                    <a:pt x="148709" y="947988"/>
                  </a:lnTo>
                  <a:lnTo>
                    <a:pt x="149991" y="866499"/>
                  </a:lnTo>
                  <a:lnTo>
                    <a:pt x="151273" y="804658"/>
                  </a:lnTo>
                  <a:lnTo>
                    <a:pt x="152555" y="804658"/>
                  </a:lnTo>
                  <a:lnTo>
                    <a:pt x="153836" y="804658"/>
                  </a:lnTo>
                  <a:lnTo>
                    <a:pt x="155118" y="804658"/>
                  </a:lnTo>
                  <a:lnTo>
                    <a:pt x="156400" y="798817"/>
                  </a:lnTo>
                  <a:lnTo>
                    <a:pt x="157682" y="719232"/>
                  </a:lnTo>
                  <a:lnTo>
                    <a:pt x="158964" y="719232"/>
                  </a:lnTo>
                  <a:lnTo>
                    <a:pt x="160246" y="731193"/>
                  </a:lnTo>
                  <a:lnTo>
                    <a:pt x="161528" y="731193"/>
                  </a:lnTo>
                  <a:lnTo>
                    <a:pt x="162809" y="720926"/>
                  </a:lnTo>
                  <a:lnTo>
                    <a:pt x="164091" y="689549"/>
                  </a:lnTo>
                  <a:lnTo>
                    <a:pt x="165373" y="640222"/>
                  </a:lnTo>
                  <a:lnTo>
                    <a:pt x="166655" y="668465"/>
                  </a:lnTo>
                  <a:lnTo>
                    <a:pt x="167937" y="728372"/>
                  </a:lnTo>
                  <a:lnTo>
                    <a:pt x="169219" y="743202"/>
                  </a:lnTo>
                  <a:lnTo>
                    <a:pt x="170500" y="782047"/>
                  </a:lnTo>
                  <a:lnTo>
                    <a:pt x="171782" y="782047"/>
                  </a:lnTo>
                  <a:lnTo>
                    <a:pt x="173064" y="782047"/>
                  </a:lnTo>
                  <a:lnTo>
                    <a:pt x="174346" y="782047"/>
                  </a:lnTo>
                  <a:lnTo>
                    <a:pt x="175628" y="786699"/>
                  </a:lnTo>
                  <a:lnTo>
                    <a:pt x="176910" y="873814"/>
                  </a:lnTo>
                  <a:lnTo>
                    <a:pt x="178191" y="938673"/>
                  </a:lnTo>
                  <a:lnTo>
                    <a:pt x="179473" y="936659"/>
                  </a:lnTo>
                  <a:lnTo>
                    <a:pt x="180755" y="868421"/>
                  </a:lnTo>
                  <a:lnTo>
                    <a:pt x="182037" y="857781"/>
                  </a:lnTo>
                  <a:lnTo>
                    <a:pt x="183319" y="892158"/>
                  </a:lnTo>
                  <a:lnTo>
                    <a:pt x="184601" y="955035"/>
                  </a:lnTo>
                  <a:lnTo>
                    <a:pt x="185883" y="1023211"/>
                  </a:lnTo>
                  <a:lnTo>
                    <a:pt x="187164" y="1035839"/>
                  </a:lnTo>
                  <a:lnTo>
                    <a:pt x="188446" y="1031021"/>
                  </a:lnTo>
                  <a:lnTo>
                    <a:pt x="189728" y="1042644"/>
                  </a:lnTo>
                  <a:lnTo>
                    <a:pt x="191010" y="1042644"/>
                  </a:lnTo>
                  <a:lnTo>
                    <a:pt x="192292" y="1042644"/>
                  </a:lnTo>
                  <a:lnTo>
                    <a:pt x="193574" y="1042644"/>
                  </a:lnTo>
                  <a:lnTo>
                    <a:pt x="194855" y="1042644"/>
                  </a:lnTo>
                  <a:lnTo>
                    <a:pt x="196137" y="1042644"/>
                  </a:lnTo>
                  <a:lnTo>
                    <a:pt x="197419" y="1042644"/>
                  </a:lnTo>
                  <a:lnTo>
                    <a:pt x="198701" y="1144980"/>
                  </a:lnTo>
                  <a:lnTo>
                    <a:pt x="199983" y="1286529"/>
                  </a:lnTo>
                  <a:lnTo>
                    <a:pt x="201265" y="1342471"/>
                  </a:lnTo>
                  <a:lnTo>
                    <a:pt x="202547" y="1342471"/>
                  </a:lnTo>
                  <a:lnTo>
                    <a:pt x="203828" y="1313834"/>
                  </a:lnTo>
                  <a:lnTo>
                    <a:pt x="205110" y="1243667"/>
                  </a:lnTo>
                  <a:lnTo>
                    <a:pt x="206392" y="1173617"/>
                  </a:lnTo>
                  <a:lnTo>
                    <a:pt x="207674" y="1173617"/>
                  </a:lnTo>
                  <a:lnTo>
                    <a:pt x="208956" y="1144980"/>
                  </a:lnTo>
                  <a:lnTo>
                    <a:pt x="210238" y="1104485"/>
                  </a:lnTo>
                  <a:lnTo>
                    <a:pt x="211519" y="1104485"/>
                  </a:lnTo>
                  <a:lnTo>
                    <a:pt x="212801" y="1140994"/>
                  </a:lnTo>
                  <a:lnTo>
                    <a:pt x="214083" y="1135095"/>
                  </a:lnTo>
                  <a:lnTo>
                    <a:pt x="215365" y="1158781"/>
                  </a:lnTo>
                  <a:lnTo>
                    <a:pt x="216647" y="1158781"/>
                  </a:lnTo>
                  <a:lnTo>
                    <a:pt x="217929" y="1113609"/>
                  </a:lnTo>
                  <a:lnTo>
                    <a:pt x="219211" y="1054219"/>
                  </a:lnTo>
                  <a:lnTo>
                    <a:pt x="220492" y="1004787"/>
                  </a:lnTo>
                  <a:lnTo>
                    <a:pt x="221774" y="1004787"/>
                  </a:lnTo>
                  <a:lnTo>
                    <a:pt x="223056" y="967613"/>
                  </a:lnTo>
                  <a:lnTo>
                    <a:pt x="224338" y="965498"/>
                  </a:lnTo>
                  <a:lnTo>
                    <a:pt x="225620" y="1004787"/>
                  </a:lnTo>
                  <a:lnTo>
                    <a:pt x="226902" y="1004787"/>
                  </a:lnTo>
                  <a:lnTo>
                    <a:pt x="228183" y="991396"/>
                  </a:lnTo>
                  <a:lnTo>
                    <a:pt x="229465" y="963390"/>
                  </a:lnTo>
                  <a:lnTo>
                    <a:pt x="230747" y="948845"/>
                  </a:lnTo>
                  <a:lnTo>
                    <a:pt x="232029" y="897109"/>
                  </a:lnTo>
                  <a:lnTo>
                    <a:pt x="233311" y="850875"/>
                  </a:lnTo>
                  <a:lnTo>
                    <a:pt x="234593" y="731194"/>
                  </a:lnTo>
                  <a:lnTo>
                    <a:pt x="235874" y="731194"/>
                  </a:lnTo>
                  <a:lnTo>
                    <a:pt x="237156" y="611374"/>
                  </a:lnTo>
                  <a:lnTo>
                    <a:pt x="238438" y="600833"/>
                  </a:lnTo>
                  <a:lnTo>
                    <a:pt x="239720" y="532863"/>
                  </a:lnTo>
                  <a:lnTo>
                    <a:pt x="241002" y="490385"/>
                  </a:lnTo>
                  <a:lnTo>
                    <a:pt x="242284" y="574246"/>
                  </a:lnTo>
                  <a:lnTo>
                    <a:pt x="243566" y="574246"/>
                  </a:lnTo>
                  <a:lnTo>
                    <a:pt x="244847" y="575811"/>
                  </a:lnTo>
                  <a:lnTo>
                    <a:pt x="246129" y="573921"/>
                  </a:lnTo>
                  <a:lnTo>
                    <a:pt x="247411" y="554431"/>
                  </a:lnTo>
                  <a:lnTo>
                    <a:pt x="248693" y="568286"/>
                  </a:lnTo>
                  <a:lnTo>
                    <a:pt x="249975" y="562705"/>
                  </a:lnTo>
                  <a:lnTo>
                    <a:pt x="251257" y="593104"/>
                  </a:lnTo>
                  <a:lnTo>
                    <a:pt x="252538" y="610921"/>
                  </a:lnTo>
                  <a:lnTo>
                    <a:pt x="253820" y="614955"/>
                  </a:lnTo>
                  <a:lnTo>
                    <a:pt x="255102" y="595057"/>
                  </a:lnTo>
                  <a:lnTo>
                    <a:pt x="256384" y="671201"/>
                  </a:lnTo>
                  <a:lnTo>
                    <a:pt x="257666" y="779775"/>
                  </a:lnTo>
                  <a:lnTo>
                    <a:pt x="258948" y="882376"/>
                  </a:lnTo>
                  <a:lnTo>
                    <a:pt x="260230" y="831996"/>
                  </a:lnTo>
                  <a:lnTo>
                    <a:pt x="261511" y="796654"/>
                  </a:lnTo>
                  <a:lnTo>
                    <a:pt x="262793" y="696365"/>
                  </a:lnTo>
                  <a:lnTo>
                    <a:pt x="264075" y="607166"/>
                  </a:lnTo>
                  <a:lnTo>
                    <a:pt x="265357" y="583877"/>
                  </a:lnTo>
                  <a:lnTo>
                    <a:pt x="266639" y="631418"/>
                  </a:lnTo>
                  <a:lnTo>
                    <a:pt x="267921" y="604378"/>
                  </a:lnTo>
                  <a:lnTo>
                    <a:pt x="269202" y="565368"/>
                  </a:lnTo>
                  <a:lnTo>
                    <a:pt x="270484" y="544906"/>
                  </a:lnTo>
                  <a:lnTo>
                    <a:pt x="271766" y="498990"/>
                  </a:lnTo>
                  <a:lnTo>
                    <a:pt x="273048" y="448888"/>
                  </a:lnTo>
                  <a:lnTo>
                    <a:pt x="274330" y="449956"/>
                  </a:lnTo>
                  <a:lnTo>
                    <a:pt x="275612" y="407682"/>
                  </a:lnTo>
                  <a:lnTo>
                    <a:pt x="276893" y="343656"/>
                  </a:lnTo>
                  <a:lnTo>
                    <a:pt x="278175" y="276311"/>
                  </a:lnTo>
                  <a:lnTo>
                    <a:pt x="279457" y="228230"/>
                  </a:lnTo>
                  <a:lnTo>
                    <a:pt x="280739" y="299455"/>
                  </a:lnTo>
                  <a:lnTo>
                    <a:pt x="282021" y="340807"/>
                  </a:lnTo>
                  <a:lnTo>
                    <a:pt x="283303" y="352484"/>
                  </a:lnTo>
                  <a:lnTo>
                    <a:pt x="284585" y="343635"/>
                  </a:lnTo>
                  <a:lnTo>
                    <a:pt x="285866" y="306761"/>
                  </a:lnTo>
                  <a:lnTo>
                    <a:pt x="287148" y="252948"/>
                  </a:lnTo>
                  <a:lnTo>
                    <a:pt x="288430" y="219434"/>
                  </a:lnTo>
                  <a:lnTo>
                    <a:pt x="289712" y="176614"/>
                  </a:lnTo>
                  <a:lnTo>
                    <a:pt x="290994" y="196778"/>
                  </a:lnTo>
                  <a:lnTo>
                    <a:pt x="292276" y="232005"/>
                  </a:lnTo>
                  <a:lnTo>
                    <a:pt x="293557" y="235039"/>
                  </a:lnTo>
                  <a:lnTo>
                    <a:pt x="294839" y="269483"/>
                  </a:lnTo>
                  <a:lnTo>
                    <a:pt x="296121" y="315765"/>
                  </a:lnTo>
                  <a:lnTo>
                    <a:pt x="297403" y="367534"/>
                  </a:lnTo>
                  <a:lnTo>
                    <a:pt x="298685" y="409392"/>
                  </a:lnTo>
                  <a:lnTo>
                    <a:pt x="299967" y="411416"/>
                  </a:lnTo>
                  <a:lnTo>
                    <a:pt x="301249" y="420267"/>
                  </a:lnTo>
                  <a:lnTo>
                    <a:pt x="302530" y="347235"/>
                  </a:lnTo>
                  <a:lnTo>
                    <a:pt x="303812" y="360854"/>
                  </a:lnTo>
                  <a:lnTo>
                    <a:pt x="305094" y="409675"/>
                  </a:lnTo>
                  <a:lnTo>
                    <a:pt x="306376" y="510729"/>
                  </a:lnTo>
                  <a:lnTo>
                    <a:pt x="307658" y="637273"/>
                  </a:lnTo>
                  <a:lnTo>
                    <a:pt x="308940" y="754076"/>
                  </a:lnTo>
                  <a:lnTo>
                    <a:pt x="310221" y="827107"/>
                  </a:lnTo>
                  <a:lnTo>
                    <a:pt x="311503" y="809195"/>
                  </a:lnTo>
                  <a:lnTo>
                    <a:pt x="312785" y="786699"/>
                  </a:lnTo>
                  <a:lnTo>
                    <a:pt x="314067" y="750475"/>
                  </a:lnTo>
                  <a:lnTo>
                    <a:pt x="315349" y="675034"/>
                  </a:lnTo>
                  <a:lnTo>
                    <a:pt x="316631" y="722842"/>
                  </a:lnTo>
                  <a:lnTo>
                    <a:pt x="317912" y="775769"/>
                  </a:lnTo>
                  <a:lnTo>
                    <a:pt x="319194" y="790595"/>
                  </a:lnTo>
                  <a:lnTo>
                    <a:pt x="320476" y="748464"/>
                  </a:lnTo>
                  <a:lnTo>
                    <a:pt x="321758" y="700897"/>
                  </a:lnTo>
                  <a:lnTo>
                    <a:pt x="323040" y="654728"/>
                  </a:lnTo>
                  <a:lnTo>
                    <a:pt x="324322" y="570158"/>
                  </a:lnTo>
                  <a:lnTo>
                    <a:pt x="325604" y="506258"/>
                  </a:lnTo>
                  <a:lnTo>
                    <a:pt x="326885" y="540721"/>
                  </a:lnTo>
                  <a:lnTo>
                    <a:pt x="328167" y="548817"/>
                  </a:lnTo>
                  <a:lnTo>
                    <a:pt x="329449" y="547189"/>
                  </a:lnTo>
                  <a:lnTo>
                    <a:pt x="330731" y="483173"/>
                  </a:lnTo>
                  <a:lnTo>
                    <a:pt x="332013" y="479948"/>
                  </a:lnTo>
                  <a:lnTo>
                    <a:pt x="333295" y="459407"/>
                  </a:lnTo>
                  <a:lnTo>
                    <a:pt x="334576" y="444987"/>
                  </a:lnTo>
                  <a:lnTo>
                    <a:pt x="335858" y="440426"/>
                  </a:lnTo>
                  <a:lnTo>
                    <a:pt x="337140" y="348781"/>
                  </a:lnTo>
                  <a:lnTo>
                    <a:pt x="338422" y="391229"/>
                  </a:lnTo>
                  <a:lnTo>
                    <a:pt x="339704" y="382079"/>
                  </a:lnTo>
                  <a:lnTo>
                    <a:pt x="340986" y="403729"/>
                  </a:lnTo>
                  <a:lnTo>
                    <a:pt x="342268" y="408142"/>
                  </a:lnTo>
                  <a:lnTo>
                    <a:pt x="343549" y="432844"/>
                  </a:lnTo>
                  <a:lnTo>
                    <a:pt x="344831" y="426949"/>
                  </a:lnTo>
                  <a:lnTo>
                    <a:pt x="346113" y="415225"/>
                  </a:lnTo>
                  <a:lnTo>
                    <a:pt x="347395" y="382733"/>
                  </a:lnTo>
                  <a:lnTo>
                    <a:pt x="348677" y="289826"/>
                  </a:lnTo>
                  <a:lnTo>
                    <a:pt x="349959" y="292503"/>
                  </a:lnTo>
                  <a:lnTo>
                    <a:pt x="351240" y="317163"/>
                  </a:lnTo>
                  <a:lnTo>
                    <a:pt x="352522" y="348043"/>
                  </a:lnTo>
                  <a:lnTo>
                    <a:pt x="353804" y="306075"/>
                  </a:lnTo>
                  <a:lnTo>
                    <a:pt x="355086" y="287826"/>
                  </a:lnTo>
                  <a:lnTo>
                    <a:pt x="356368" y="303335"/>
                  </a:lnTo>
                  <a:lnTo>
                    <a:pt x="357650" y="314848"/>
                  </a:lnTo>
                  <a:lnTo>
                    <a:pt x="358932" y="310511"/>
                  </a:lnTo>
                  <a:lnTo>
                    <a:pt x="360213" y="251001"/>
                  </a:lnTo>
                  <a:lnTo>
                    <a:pt x="361495" y="175695"/>
                  </a:lnTo>
                  <a:lnTo>
                    <a:pt x="362777" y="180404"/>
                  </a:lnTo>
                  <a:lnTo>
                    <a:pt x="364059" y="190624"/>
                  </a:lnTo>
                  <a:lnTo>
                    <a:pt x="365341" y="189937"/>
                  </a:lnTo>
                  <a:lnTo>
                    <a:pt x="366623" y="196843"/>
                  </a:lnTo>
                  <a:lnTo>
                    <a:pt x="367904" y="207355"/>
                  </a:lnTo>
                  <a:lnTo>
                    <a:pt x="369186" y="178381"/>
                  </a:lnTo>
                  <a:lnTo>
                    <a:pt x="370468" y="143749"/>
                  </a:lnTo>
                  <a:lnTo>
                    <a:pt x="371750" y="97403"/>
                  </a:lnTo>
                  <a:lnTo>
                    <a:pt x="373032" y="126246"/>
                  </a:lnTo>
                  <a:lnTo>
                    <a:pt x="374314" y="120119"/>
                  </a:lnTo>
                  <a:lnTo>
                    <a:pt x="375595" y="68236"/>
                  </a:lnTo>
                  <a:lnTo>
                    <a:pt x="376877" y="63236"/>
                  </a:lnTo>
                  <a:lnTo>
                    <a:pt x="378159" y="141112"/>
                  </a:lnTo>
                  <a:lnTo>
                    <a:pt x="379441" y="184601"/>
                  </a:lnTo>
                  <a:lnTo>
                    <a:pt x="380723" y="184931"/>
                  </a:lnTo>
                  <a:lnTo>
                    <a:pt x="382005" y="139801"/>
                  </a:lnTo>
                  <a:lnTo>
                    <a:pt x="383287" y="140836"/>
                  </a:lnTo>
                  <a:lnTo>
                    <a:pt x="384568" y="147086"/>
                  </a:lnTo>
                  <a:lnTo>
                    <a:pt x="385850" y="128025"/>
                  </a:lnTo>
                  <a:lnTo>
                    <a:pt x="387132" y="125497"/>
                  </a:lnTo>
                  <a:lnTo>
                    <a:pt x="388414" y="129548"/>
                  </a:lnTo>
                  <a:lnTo>
                    <a:pt x="389696" y="137221"/>
                  </a:lnTo>
                  <a:lnTo>
                    <a:pt x="390978" y="150762"/>
                  </a:lnTo>
                  <a:lnTo>
                    <a:pt x="392259" y="170588"/>
                  </a:lnTo>
                  <a:lnTo>
                    <a:pt x="393541" y="201354"/>
                  </a:lnTo>
                  <a:lnTo>
                    <a:pt x="394823" y="232611"/>
                  </a:lnTo>
                  <a:lnTo>
                    <a:pt x="396105" y="196208"/>
                  </a:lnTo>
                  <a:lnTo>
                    <a:pt x="397387" y="202649"/>
                  </a:lnTo>
                  <a:lnTo>
                    <a:pt x="398669" y="186347"/>
                  </a:lnTo>
                  <a:lnTo>
                    <a:pt x="399951" y="126246"/>
                  </a:lnTo>
                  <a:lnTo>
                    <a:pt x="401232" y="155283"/>
                  </a:lnTo>
                  <a:lnTo>
                    <a:pt x="402514" y="152701"/>
                  </a:lnTo>
                  <a:lnTo>
                    <a:pt x="403796" y="125630"/>
                  </a:lnTo>
                  <a:lnTo>
                    <a:pt x="405078" y="69353"/>
                  </a:lnTo>
                  <a:lnTo>
                    <a:pt x="406360" y="50648"/>
                  </a:lnTo>
                  <a:lnTo>
                    <a:pt x="407642" y="50107"/>
                  </a:lnTo>
                  <a:lnTo>
                    <a:pt x="408923" y="52275"/>
                  </a:lnTo>
                  <a:lnTo>
                    <a:pt x="410205" y="55541"/>
                  </a:lnTo>
                  <a:lnTo>
                    <a:pt x="411487" y="113959"/>
                  </a:lnTo>
                  <a:lnTo>
                    <a:pt x="412769" y="138767"/>
                  </a:lnTo>
                  <a:lnTo>
                    <a:pt x="414051" y="194167"/>
                  </a:lnTo>
                  <a:lnTo>
                    <a:pt x="415333" y="178996"/>
                  </a:lnTo>
                  <a:lnTo>
                    <a:pt x="416614" y="160512"/>
                  </a:lnTo>
                  <a:lnTo>
                    <a:pt x="417896" y="138983"/>
                  </a:lnTo>
                  <a:lnTo>
                    <a:pt x="419178" y="111310"/>
                  </a:lnTo>
                  <a:lnTo>
                    <a:pt x="420460" y="119519"/>
                  </a:lnTo>
                  <a:lnTo>
                    <a:pt x="421742" y="116049"/>
                  </a:lnTo>
                  <a:lnTo>
                    <a:pt x="423024" y="101946"/>
                  </a:lnTo>
                  <a:lnTo>
                    <a:pt x="424306" y="135843"/>
                  </a:lnTo>
                  <a:lnTo>
                    <a:pt x="425587" y="159579"/>
                  </a:lnTo>
                  <a:lnTo>
                    <a:pt x="426869" y="166138"/>
                  </a:lnTo>
                  <a:lnTo>
                    <a:pt x="428151" y="169918"/>
                  </a:lnTo>
                  <a:lnTo>
                    <a:pt x="429433" y="167552"/>
                  </a:lnTo>
                  <a:lnTo>
                    <a:pt x="430715" y="162668"/>
                  </a:lnTo>
                  <a:lnTo>
                    <a:pt x="431997" y="33219"/>
                  </a:lnTo>
                  <a:lnTo>
                    <a:pt x="433278" y="0"/>
                  </a:lnTo>
                  <a:lnTo>
                    <a:pt x="434560" y="15650"/>
                  </a:lnTo>
                  <a:lnTo>
                    <a:pt x="435842" y="36564"/>
                  </a:lnTo>
                  <a:lnTo>
                    <a:pt x="437124" y="108185"/>
                  </a:lnTo>
                  <a:lnTo>
                    <a:pt x="438406" y="123433"/>
                  </a:lnTo>
                  <a:lnTo>
                    <a:pt x="439688" y="130983"/>
                  </a:lnTo>
                  <a:lnTo>
                    <a:pt x="440970" y="126963"/>
                  </a:lnTo>
                  <a:lnTo>
                    <a:pt x="442251" y="185537"/>
                  </a:lnTo>
                  <a:lnTo>
                    <a:pt x="443533" y="144428"/>
                  </a:lnTo>
                  <a:lnTo>
                    <a:pt x="444815" y="122731"/>
                  </a:lnTo>
                  <a:lnTo>
                    <a:pt x="446097" y="114002"/>
                  </a:lnTo>
                  <a:lnTo>
                    <a:pt x="447379" y="113615"/>
                  </a:lnTo>
                  <a:lnTo>
                    <a:pt x="448661" y="88586"/>
                  </a:lnTo>
                  <a:lnTo>
                    <a:pt x="449942" y="87473"/>
                  </a:lnTo>
                  <a:lnTo>
                    <a:pt x="451224" y="152866"/>
                  </a:lnTo>
                  <a:lnTo>
                    <a:pt x="452506" y="168395"/>
                  </a:lnTo>
                  <a:lnTo>
                    <a:pt x="453788" y="178121"/>
                  </a:lnTo>
                  <a:lnTo>
                    <a:pt x="455070" y="115616"/>
                  </a:lnTo>
                  <a:lnTo>
                    <a:pt x="456352" y="110340"/>
                  </a:lnTo>
                  <a:lnTo>
                    <a:pt x="457633" y="130983"/>
                  </a:lnTo>
                  <a:lnTo>
                    <a:pt x="458915" y="130625"/>
                  </a:lnTo>
                  <a:lnTo>
                    <a:pt x="460197" y="99823"/>
                  </a:lnTo>
                  <a:lnTo>
                    <a:pt x="461479" y="125497"/>
                  </a:lnTo>
                  <a:lnTo>
                    <a:pt x="462761" y="188098"/>
                  </a:lnTo>
                  <a:lnTo>
                    <a:pt x="464043" y="213180"/>
                  </a:lnTo>
                  <a:lnTo>
                    <a:pt x="465325" y="129333"/>
                  </a:lnTo>
                  <a:lnTo>
                    <a:pt x="466606" y="133683"/>
                  </a:lnTo>
                  <a:lnTo>
                    <a:pt x="467888" y="213755"/>
                  </a:lnTo>
                  <a:lnTo>
                    <a:pt x="469170" y="252160"/>
                  </a:lnTo>
                  <a:lnTo>
                    <a:pt x="470452" y="249115"/>
                  </a:lnTo>
                  <a:lnTo>
                    <a:pt x="471734" y="281102"/>
                  </a:lnTo>
                  <a:lnTo>
                    <a:pt x="473016" y="287552"/>
                  </a:lnTo>
                  <a:lnTo>
                    <a:pt x="474297" y="371046"/>
                  </a:lnTo>
                  <a:lnTo>
                    <a:pt x="475579" y="433095"/>
                  </a:lnTo>
                  <a:lnTo>
                    <a:pt x="476861" y="457488"/>
                  </a:lnTo>
                  <a:lnTo>
                    <a:pt x="478143" y="476193"/>
                  </a:lnTo>
                  <a:lnTo>
                    <a:pt x="479425" y="520293"/>
                  </a:lnTo>
                  <a:lnTo>
                    <a:pt x="480707" y="546164"/>
                  </a:lnTo>
                  <a:lnTo>
                    <a:pt x="481989" y="632876"/>
                  </a:lnTo>
                  <a:lnTo>
                    <a:pt x="483270" y="707509"/>
                  </a:lnTo>
                  <a:lnTo>
                    <a:pt x="484552" y="804658"/>
                  </a:lnTo>
                  <a:lnTo>
                    <a:pt x="485834" y="845153"/>
                  </a:lnTo>
                  <a:lnTo>
                    <a:pt x="487116" y="939347"/>
                  </a:lnTo>
                  <a:lnTo>
                    <a:pt x="488398" y="972140"/>
                  </a:lnTo>
                  <a:lnTo>
                    <a:pt x="489680" y="963390"/>
                  </a:lnTo>
                  <a:lnTo>
                    <a:pt x="490961" y="1072516"/>
                  </a:lnTo>
                  <a:lnTo>
                    <a:pt x="492243" y="1078535"/>
                  </a:lnTo>
                  <a:lnTo>
                    <a:pt x="493525" y="1028065"/>
                  </a:lnTo>
                  <a:lnTo>
                    <a:pt x="494807" y="899674"/>
                  </a:lnTo>
                  <a:lnTo>
                    <a:pt x="496089" y="866618"/>
                  </a:lnTo>
                  <a:lnTo>
                    <a:pt x="497371" y="827428"/>
                  </a:lnTo>
                  <a:lnTo>
                    <a:pt x="498653" y="760827"/>
                  </a:lnTo>
                  <a:lnTo>
                    <a:pt x="499934" y="726914"/>
                  </a:lnTo>
                  <a:lnTo>
                    <a:pt x="501216" y="693880"/>
                  </a:lnTo>
                  <a:lnTo>
                    <a:pt x="502498" y="675611"/>
                  </a:lnTo>
                  <a:lnTo>
                    <a:pt x="503780" y="606874"/>
                  </a:lnTo>
                  <a:lnTo>
                    <a:pt x="505062" y="575291"/>
                  </a:lnTo>
                  <a:lnTo>
                    <a:pt x="506344" y="527226"/>
                  </a:lnTo>
                  <a:lnTo>
                    <a:pt x="507625" y="465580"/>
                  </a:lnTo>
                  <a:lnTo>
                    <a:pt x="508907" y="388732"/>
                  </a:lnTo>
                  <a:lnTo>
                    <a:pt x="510189" y="338908"/>
                  </a:lnTo>
                  <a:lnTo>
                    <a:pt x="511471" y="316086"/>
                  </a:lnTo>
                  <a:lnTo>
                    <a:pt x="512753" y="329923"/>
                  </a:lnTo>
                  <a:lnTo>
                    <a:pt x="514035" y="364278"/>
                  </a:lnTo>
                  <a:lnTo>
                    <a:pt x="515316" y="364874"/>
                  </a:lnTo>
                  <a:lnTo>
                    <a:pt x="516598" y="350440"/>
                  </a:lnTo>
                  <a:lnTo>
                    <a:pt x="517880" y="419719"/>
                  </a:lnTo>
                  <a:lnTo>
                    <a:pt x="519162" y="439575"/>
                  </a:lnTo>
                  <a:lnTo>
                    <a:pt x="520444" y="456219"/>
                  </a:lnTo>
                  <a:lnTo>
                    <a:pt x="521726" y="485505"/>
                  </a:lnTo>
                  <a:lnTo>
                    <a:pt x="523008" y="544321"/>
                  </a:lnTo>
                  <a:lnTo>
                    <a:pt x="524289" y="552908"/>
                  </a:lnTo>
                  <a:lnTo>
                    <a:pt x="525571" y="603457"/>
                  </a:lnTo>
                  <a:lnTo>
                    <a:pt x="526853" y="725330"/>
                  </a:lnTo>
                  <a:lnTo>
                    <a:pt x="528135" y="814341"/>
                  </a:lnTo>
                  <a:lnTo>
                    <a:pt x="529417" y="815780"/>
                  </a:lnTo>
                  <a:lnTo>
                    <a:pt x="530699" y="840648"/>
                  </a:lnTo>
                  <a:lnTo>
                    <a:pt x="531980" y="815780"/>
                  </a:lnTo>
                  <a:lnTo>
                    <a:pt x="533262" y="761939"/>
                  </a:lnTo>
                  <a:lnTo>
                    <a:pt x="534544" y="730081"/>
                  </a:lnTo>
                  <a:lnTo>
                    <a:pt x="535826" y="709040"/>
                  </a:lnTo>
                  <a:lnTo>
                    <a:pt x="537108" y="688000"/>
                  </a:lnTo>
                  <a:lnTo>
                    <a:pt x="538390" y="666691"/>
                  </a:lnTo>
                  <a:lnTo>
                    <a:pt x="539672" y="664156"/>
                  </a:lnTo>
                  <a:lnTo>
                    <a:pt x="540953" y="675729"/>
                  </a:lnTo>
                  <a:lnTo>
                    <a:pt x="542235" y="666691"/>
                  </a:lnTo>
                  <a:lnTo>
                    <a:pt x="543517" y="652903"/>
                  </a:lnTo>
                  <a:lnTo>
                    <a:pt x="544799" y="650959"/>
                  </a:lnTo>
                  <a:lnTo>
                    <a:pt x="546081" y="636585"/>
                  </a:lnTo>
                  <a:lnTo>
                    <a:pt x="547363" y="606147"/>
                  </a:lnTo>
                  <a:lnTo>
                    <a:pt x="548644" y="562705"/>
                  </a:lnTo>
                  <a:lnTo>
                    <a:pt x="549926" y="575811"/>
                  </a:lnTo>
                  <a:lnTo>
                    <a:pt x="551208" y="614955"/>
                  </a:lnTo>
                  <a:lnTo>
                    <a:pt x="552490" y="687004"/>
                  </a:lnTo>
                  <a:lnTo>
                    <a:pt x="553772" y="766057"/>
                  </a:lnTo>
                  <a:lnTo>
                    <a:pt x="555054" y="843491"/>
                  </a:lnTo>
                  <a:lnTo>
                    <a:pt x="556335" y="861306"/>
                  </a:lnTo>
                  <a:lnTo>
                    <a:pt x="557617" y="862856"/>
                  </a:lnTo>
                  <a:lnTo>
                    <a:pt x="558899" y="804658"/>
                  </a:lnTo>
                  <a:lnTo>
                    <a:pt x="560181" y="796883"/>
                  </a:lnTo>
                  <a:lnTo>
                    <a:pt x="561463" y="743404"/>
                  </a:lnTo>
                  <a:lnTo>
                    <a:pt x="562745" y="759485"/>
                  </a:lnTo>
                  <a:lnTo>
                    <a:pt x="564027" y="776020"/>
                  </a:lnTo>
                  <a:lnTo>
                    <a:pt x="565308" y="810557"/>
                  </a:lnTo>
                  <a:lnTo>
                    <a:pt x="566590" y="914023"/>
                  </a:lnTo>
                  <a:lnTo>
                    <a:pt x="567872" y="935631"/>
                  </a:lnTo>
                  <a:lnTo>
                    <a:pt x="569154" y="921138"/>
                  </a:lnTo>
                  <a:lnTo>
                    <a:pt x="570436" y="870862"/>
                  </a:lnTo>
                  <a:lnTo>
                    <a:pt x="571718" y="794956"/>
                  </a:lnTo>
                  <a:lnTo>
                    <a:pt x="572999" y="731193"/>
                  </a:lnTo>
                  <a:lnTo>
                    <a:pt x="574281" y="831618"/>
                  </a:lnTo>
                  <a:lnTo>
                    <a:pt x="575563" y="722414"/>
                  </a:lnTo>
                  <a:lnTo>
                    <a:pt x="576845" y="696790"/>
                  </a:lnTo>
                  <a:lnTo>
                    <a:pt x="578127" y="643854"/>
                  </a:lnTo>
                  <a:lnTo>
                    <a:pt x="579409" y="661729"/>
                  </a:lnTo>
                  <a:lnTo>
                    <a:pt x="580691" y="677756"/>
                  </a:lnTo>
                  <a:lnTo>
                    <a:pt x="581972" y="686967"/>
                  </a:lnTo>
                  <a:lnTo>
                    <a:pt x="583254" y="650460"/>
                  </a:lnTo>
                  <a:lnTo>
                    <a:pt x="584536" y="587267"/>
                  </a:lnTo>
                  <a:lnTo>
                    <a:pt x="585818" y="562613"/>
                  </a:lnTo>
                  <a:lnTo>
                    <a:pt x="587100" y="527078"/>
                  </a:lnTo>
                  <a:lnTo>
                    <a:pt x="588382" y="454214"/>
                  </a:lnTo>
                  <a:lnTo>
                    <a:pt x="589663" y="412152"/>
                  </a:lnTo>
                  <a:lnTo>
                    <a:pt x="590945" y="412152"/>
                  </a:lnTo>
                  <a:lnTo>
                    <a:pt x="592227" y="407659"/>
                  </a:lnTo>
                  <a:lnTo>
                    <a:pt x="593509" y="409427"/>
                  </a:lnTo>
                  <a:lnTo>
                    <a:pt x="594791" y="441804"/>
                  </a:lnTo>
                  <a:lnTo>
                    <a:pt x="596073" y="382765"/>
                  </a:lnTo>
                  <a:lnTo>
                    <a:pt x="597355" y="386965"/>
                  </a:lnTo>
                  <a:lnTo>
                    <a:pt x="598636" y="321414"/>
                  </a:lnTo>
                  <a:lnTo>
                    <a:pt x="599918" y="309791"/>
                  </a:lnTo>
                  <a:lnTo>
                    <a:pt x="601200" y="298836"/>
                  </a:lnTo>
                  <a:lnTo>
                    <a:pt x="602482" y="335044"/>
                  </a:lnTo>
                  <a:lnTo>
                    <a:pt x="603764" y="384071"/>
                  </a:lnTo>
                  <a:lnTo>
                    <a:pt x="605046" y="391823"/>
                  </a:lnTo>
                  <a:lnTo>
                    <a:pt x="606327" y="431072"/>
                  </a:lnTo>
                  <a:lnTo>
                    <a:pt x="607609" y="494709"/>
                  </a:lnTo>
                  <a:lnTo>
                    <a:pt x="608891" y="555499"/>
                  </a:lnTo>
                  <a:lnTo>
                    <a:pt x="610173" y="593449"/>
                  </a:lnTo>
                  <a:lnTo>
                    <a:pt x="611455" y="640057"/>
                  </a:lnTo>
                  <a:lnTo>
                    <a:pt x="612737" y="620968"/>
                  </a:lnTo>
                  <a:lnTo>
                    <a:pt x="614018" y="641271"/>
                  </a:lnTo>
                  <a:lnTo>
                    <a:pt x="615300" y="708129"/>
                  </a:lnTo>
                  <a:lnTo>
                    <a:pt x="616582" y="747555"/>
                  </a:lnTo>
                  <a:lnTo>
                    <a:pt x="617864" y="778966"/>
                  </a:lnTo>
                  <a:lnTo>
                    <a:pt x="619146" y="828642"/>
                  </a:lnTo>
                  <a:lnTo>
                    <a:pt x="620428" y="817052"/>
                  </a:lnTo>
                  <a:lnTo>
                    <a:pt x="621710" y="713761"/>
                  </a:lnTo>
                  <a:lnTo>
                    <a:pt x="622991" y="669651"/>
                  </a:lnTo>
                  <a:lnTo>
                    <a:pt x="624273" y="731505"/>
                  </a:lnTo>
                  <a:lnTo>
                    <a:pt x="625555" y="748744"/>
                  </a:lnTo>
                  <a:lnTo>
                    <a:pt x="626837" y="813377"/>
                  </a:lnTo>
                  <a:lnTo>
                    <a:pt x="628119" y="863077"/>
                  </a:lnTo>
                  <a:lnTo>
                    <a:pt x="629401" y="818694"/>
                  </a:lnTo>
                  <a:lnTo>
                    <a:pt x="630682" y="775901"/>
                  </a:lnTo>
                  <a:lnTo>
                    <a:pt x="631964" y="750475"/>
                  </a:lnTo>
                  <a:lnTo>
                    <a:pt x="633246" y="815571"/>
                  </a:lnTo>
                  <a:lnTo>
                    <a:pt x="634528" y="851065"/>
                  </a:lnTo>
                  <a:lnTo>
                    <a:pt x="635810" y="838942"/>
                  </a:lnTo>
                  <a:lnTo>
                    <a:pt x="637092" y="833043"/>
                  </a:lnTo>
                  <a:lnTo>
                    <a:pt x="638374" y="843406"/>
                  </a:lnTo>
                  <a:lnTo>
                    <a:pt x="639655" y="885182"/>
                  </a:lnTo>
                  <a:lnTo>
                    <a:pt x="640937" y="978877"/>
                  </a:lnTo>
                  <a:lnTo>
                    <a:pt x="642219" y="1036137"/>
                  </a:lnTo>
                  <a:lnTo>
                    <a:pt x="643501" y="1042392"/>
                  </a:lnTo>
                  <a:lnTo>
                    <a:pt x="644783" y="1037980"/>
                  </a:lnTo>
                  <a:lnTo>
                    <a:pt x="646065" y="1019411"/>
                  </a:lnTo>
                  <a:lnTo>
                    <a:pt x="647346" y="884751"/>
                  </a:lnTo>
                  <a:lnTo>
                    <a:pt x="648628" y="843888"/>
                  </a:lnTo>
                  <a:lnTo>
                    <a:pt x="649910" y="840466"/>
                  </a:lnTo>
                  <a:lnTo>
                    <a:pt x="651192" y="846313"/>
                  </a:lnTo>
                  <a:lnTo>
                    <a:pt x="652474" y="790096"/>
                  </a:lnTo>
                  <a:lnTo>
                    <a:pt x="653756" y="783574"/>
                  </a:lnTo>
                  <a:lnTo>
                    <a:pt x="655037" y="724329"/>
                  </a:lnTo>
                  <a:lnTo>
                    <a:pt x="656319" y="731193"/>
                  </a:lnTo>
                  <a:lnTo>
                    <a:pt x="657601" y="731193"/>
                  </a:lnTo>
                  <a:lnTo>
                    <a:pt x="658883" y="731193"/>
                  </a:lnTo>
                  <a:lnTo>
                    <a:pt x="660165" y="709170"/>
                  </a:lnTo>
                  <a:lnTo>
                    <a:pt x="661447" y="669007"/>
                  </a:lnTo>
                  <a:lnTo>
                    <a:pt x="662729" y="721733"/>
                  </a:lnTo>
                  <a:lnTo>
                    <a:pt x="664010" y="728255"/>
                  </a:lnTo>
                  <a:lnTo>
                    <a:pt x="665292" y="681829"/>
                  </a:lnTo>
                  <a:lnTo>
                    <a:pt x="666574" y="658535"/>
                  </a:lnTo>
                  <a:lnTo>
                    <a:pt x="667856" y="717740"/>
                  </a:lnTo>
                  <a:lnTo>
                    <a:pt x="669138" y="737448"/>
                  </a:lnTo>
                  <a:lnTo>
                    <a:pt x="670420" y="778966"/>
                  </a:lnTo>
                  <a:lnTo>
                    <a:pt x="671701" y="842175"/>
                  </a:lnTo>
                  <a:lnTo>
                    <a:pt x="672983" y="813782"/>
                  </a:lnTo>
                  <a:lnTo>
                    <a:pt x="674265" y="813782"/>
                  </a:lnTo>
                  <a:lnTo>
                    <a:pt x="675547" y="794536"/>
                  </a:lnTo>
                  <a:lnTo>
                    <a:pt x="676829" y="774375"/>
                  </a:lnTo>
                  <a:lnTo>
                    <a:pt x="678111" y="736018"/>
                  </a:lnTo>
                  <a:lnTo>
                    <a:pt x="679393" y="807415"/>
                  </a:lnTo>
                  <a:lnTo>
                    <a:pt x="680674" y="887220"/>
                  </a:lnTo>
                  <a:lnTo>
                    <a:pt x="681956" y="978939"/>
                  </a:lnTo>
                  <a:lnTo>
                    <a:pt x="683238" y="945793"/>
                  </a:lnTo>
                  <a:lnTo>
                    <a:pt x="684520" y="1056667"/>
                  </a:lnTo>
                  <a:lnTo>
                    <a:pt x="685802" y="1180907"/>
                  </a:lnTo>
                  <a:lnTo>
                    <a:pt x="687084" y="1189465"/>
                  </a:lnTo>
                  <a:lnTo>
                    <a:pt x="688365" y="1193749"/>
                  </a:lnTo>
                  <a:lnTo>
                    <a:pt x="689647" y="1160319"/>
                  </a:lnTo>
                  <a:lnTo>
                    <a:pt x="690929" y="1106042"/>
                  </a:lnTo>
                  <a:lnTo>
                    <a:pt x="692211" y="1145368"/>
                  </a:lnTo>
                  <a:lnTo>
                    <a:pt x="693493" y="1134294"/>
                  </a:lnTo>
                  <a:lnTo>
                    <a:pt x="694775" y="1095385"/>
                  </a:lnTo>
                  <a:lnTo>
                    <a:pt x="696056" y="1085404"/>
                  </a:lnTo>
                  <a:lnTo>
                    <a:pt x="697338" y="1062262"/>
                  </a:lnTo>
                  <a:lnTo>
                    <a:pt x="698620" y="988443"/>
                  </a:lnTo>
                  <a:lnTo>
                    <a:pt x="699902" y="867177"/>
                  </a:lnTo>
                  <a:lnTo>
                    <a:pt x="701184" y="785835"/>
                  </a:lnTo>
                  <a:lnTo>
                    <a:pt x="702466" y="748947"/>
                  </a:lnTo>
                  <a:lnTo>
                    <a:pt x="703748" y="715858"/>
                  </a:lnTo>
                  <a:lnTo>
                    <a:pt x="705029" y="697764"/>
                  </a:lnTo>
                  <a:lnTo>
                    <a:pt x="706311" y="649338"/>
                  </a:lnTo>
                  <a:lnTo>
                    <a:pt x="707593" y="620037"/>
                  </a:lnTo>
                  <a:lnTo>
                    <a:pt x="708875" y="680811"/>
                  </a:lnTo>
                  <a:lnTo>
                    <a:pt x="710157" y="678180"/>
                  </a:lnTo>
                  <a:lnTo>
                    <a:pt x="711439" y="691108"/>
                  </a:lnTo>
                  <a:lnTo>
                    <a:pt x="712720" y="697375"/>
                  </a:lnTo>
                  <a:lnTo>
                    <a:pt x="714002" y="673433"/>
                  </a:lnTo>
                  <a:lnTo>
                    <a:pt x="715284" y="719178"/>
                  </a:lnTo>
                  <a:lnTo>
                    <a:pt x="716566" y="735226"/>
                  </a:lnTo>
                  <a:lnTo>
                    <a:pt x="717848" y="758196"/>
                  </a:lnTo>
                  <a:lnTo>
                    <a:pt x="719130" y="780505"/>
                  </a:lnTo>
                  <a:lnTo>
                    <a:pt x="720412" y="741758"/>
                  </a:lnTo>
                  <a:lnTo>
                    <a:pt x="721693" y="775901"/>
                  </a:lnTo>
                  <a:lnTo>
                    <a:pt x="722975" y="786699"/>
                  </a:lnTo>
                  <a:lnTo>
                    <a:pt x="724257" y="813782"/>
                  </a:lnTo>
                  <a:lnTo>
                    <a:pt x="725539" y="821991"/>
                  </a:lnTo>
                  <a:lnTo>
                    <a:pt x="726821" y="891555"/>
                  </a:lnTo>
                  <a:lnTo>
                    <a:pt x="728103" y="895370"/>
                  </a:lnTo>
                  <a:lnTo>
                    <a:pt x="729384" y="886397"/>
                  </a:lnTo>
                  <a:lnTo>
                    <a:pt x="730666" y="971484"/>
                  </a:lnTo>
                  <a:lnTo>
                    <a:pt x="731948" y="943926"/>
                  </a:lnTo>
                  <a:lnTo>
                    <a:pt x="733230" y="920474"/>
                  </a:lnTo>
                  <a:lnTo>
                    <a:pt x="734512" y="920795"/>
                  </a:lnTo>
                  <a:lnTo>
                    <a:pt x="735794" y="978304"/>
                  </a:lnTo>
                  <a:lnTo>
                    <a:pt x="737076" y="1079306"/>
                  </a:lnTo>
                  <a:lnTo>
                    <a:pt x="738357" y="1188888"/>
                  </a:lnTo>
                  <a:lnTo>
                    <a:pt x="739639" y="1289755"/>
                  </a:lnTo>
                  <a:lnTo>
                    <a:pt x="740921" y="1223892"/>
                  </a:lnTo>
                  <a:lnTo>
                    <a:pt x="742203" y="1220622"/>
                  </a:lnTo>
                  <a:lnTo>
                    <a:pt x="743485" y="1297312"/>
                  </a:lnTo>
                  <a:lnTo>
                    <a:pt x="744767" y="1295277"/>
                  </a:lnTo>
                  <a:lnTo>
                    <a:pt x="746048" y="1223521"/>
                  </a:lnTo>
                  <a:lnTo>
                    <a:pt x="747330" y="1291508"/>
                  </a:lnTo>
                  <a:lnTo>
                    <a:pt x="748612" y="1296600"/>
                  </a:lnTo>
                  <a:lnTo>
                    <a:pt x="749894" y="1222115"/>
                  </a:lnTo>
                  <a:lnTo>
                    <a:pt x="751176" y="1199347"/>
                  </a:lnTo>
                  <a:lnTo>
                    <a:pt x="752458" y="1183894"/>
                  </a:lnTo>
                  <a:lnTo>
                    <a:pt x="753739" y="1138016"/>
                  </a:lnTo>
                  <a:lnTo>
                    <a:pt x="755021" y="1114643"/>
                  </a:lnTo>
                  <a:lnTo>
                    <a:pt x="756303" y="1079440"/>
                  </a:lnTo>
                  <a:lnTo>
                    <a:pt x="757585" y="1042701"/>
                  </a:lnTo>
                  <a:lnTo>
                    <a:pt x="758867" y="1014797"/>
                  </a:lnTo>
                  <a:lnTo>
                    <a:pt x="760149" y="1017288"/>
                  </a:lnTo>
                  <a:lnTo>
                    <a:pt x="761431" y="982281"/>
                  </a:lnTo>
                  <a:lnTo>
                    <a:pt x="762712" y="954507"/>
                  </a:lnTo>
                  <a:lnTo>
                    <a:pt x="763994" y="917294"/>
                  </a:lnTo>
                  <a:lnTo>
                    <a:pt x="765276" y="950529"/>
                  </a:lnTo>
                  <a:lnTo>
                    <a:pt x="766558" y="939186"/>
                  </a:lnTo>
                  <a:lnTo>
                    <a:pt x="767840" y="949190"/>
                  </a:lnTo>
                  <a:lnTo>
                    <a:pt x="769122" y="900441"/>
                  </a:lnTo>
                  <a:lnTo>
                    <a:pt x="770403" y="901770"/>
                  </a:lnTo>
                  <a:lnTo>
                    <a:pt x="771685" y="917725"/>
                  </a:lnTo>
                  <a:lnTo>
                    <a:pt x="772967" y="903345"/>
                  </a:lnTo>
                  <a:lnTo>
                    <a:pt x="774249" y="891100"/>
                  </a:lnTo>
                  <a:lnTo>
                    <a:pt x="775531" y="855071"/>
                  </a:lnTo>
                  <a:lnTo>
                    <a:pt x="776813" y="790560"/>
                  </a:lnTo>
                  <a:lnTo>
                    <a:pt x="778095" y="783177"/>
                  </a:lnTo>
                  <a:lnTo>
                    <a:pt x="779376" y="788911"/>
                  </a:lnTo>
                  <a:lnTo>
                    <a:pt x="780658" y="814142"/>
                  </a:lnTo>
                  <a:lnTo>
                    <a:pt x="781940" y="860423"/>
                  </a:lnTo>
                  <a:lnTo>
                    <a:pt x="783222" y="831174"/>
                  </a:lnTo>
                  <a:lnTo>
                    <a:pt x="784504" y="840210"/>
                  </a:lnTo>
                  <a:lnTo>
                    <a:pt x="785786" y="847709"/>
                  </a:lnTo>
                  <a:lnTo>
                    <a:pt x="787067" y="856154"/>
                  </a:lnTo>
                  <a:lnTo>
                    <a:pt x="788349" y="864723"/>
                  </a:lnTo>
                  <a:lnTo>
                    <a:pt x="789631" y="855304"/>
                  </a:lnTo>
                  <a:lnTo>
                    <a:pt x="790913" y="847709"/>
                  </a:lnTo>
                  <a:lnTo>
                    <a:pt x="792195" y="856154"/>
                  </a:lnTo>
                  <a:lnTo>
                    <a:pt x="793477" y="893921"/>
                  </a:lnTo>
                  <a:lnTo>
                    <a:pt x="794758" y="930413"/>
                  </a:lnTo>
                  <a:lnTo>
                    <a:pt x="796040" y="964189"/>
                  </a:lnTo>
                  <a:lnTo>
                    <a:pt x="797322" y="944748"/>
                  </a:lnTo>
                  <a:lnTo>
                    <a:pt x="798604" y="1057742"/>
                  </a:lnTo>
                  <a:lnTo>
                    <a:pt x="799886" y="1086020"/>
                  </a:lnTo>
                  <a:lnTo>
                    <a:pt x="801168" y="1111263"/>
                  </a:lnTo>
                  <a:lnTo>
                    <a:pt x="802450" y="1278851"/>
                  </a:lnTo>
                  <a:lnTo>
                    <a:pt x="803731" y="1251993"/>
                  </a:lnTo>
                  <a:lnTo>
                    <a:pt x="805013" y="1211498"/>
                  </a:lnTo>
                  <a:lnTo>
                    <a:pt x="806295" y="1173617"/>
                  </a:lnTo>
                  <a:lnTo>
                    <a:pt x="807577" y="1173617"/>
                  </a:lnTo>
                  <a:lnTo>
                    <a:pt x="808859" y="1215424"/>
                  </a:lnTo>
                  <a:lnTo>
                    <a:pt x="810141" y="1199875"/>
                  </a:lnTo>
                  <a:lnTo>
                    <a:pt x="811422" y="1124383"/>
                  </a:lnTo>
                  <a:lnTo>
                    <a:pt x="812704" y="1045586"/>
                  </a:lnTo>
                  <a:lnTo>
                    <a:pt x="813986" y="1042644"/>
                  </a:lnTo>
                  <a:lnTo>
                    <a:pt x="815268" y="1128573"/>
                  </a:lnTo>
                  <a:lnTo>
                    <a:pt x="816550" y="1158781"/>
                  </a:lnTo>
                  <a:lnTo>
                    <a:pt x="817832" y="1158781"/>
                  </a:lnTo>
                  <a:lnTo>
                    <a:pt x="819114" y="1084455"/>
                  </a:lnTo>
                  <a:lnTo>
                    <a:pt x="820395" y="976150"/>
                  </a:lnTo>
                  <a:lnTo>
                    <a:pt x="821677" y="946797"/>
                  </a:lnTo>
                  <a:lnTo>
                    <a:pt x="822959" y="884751"/>
                  </a:lnTo>
                  <a:lnTo>
                    <a:pt x="824241" y="872011"/>
                  </a:lnTo>
                  <a:lnTo>
                    <a:pt x="825523" y="882914"/>
                  </a:lnTo>
                  <a:lnTo>
                    <a:pt x="826805" y="882914"/>
                  </a:lnTo>
                  <a:lnTo>
                    <a:pt x="828086" y="882914"/>
                  </a:lnTo>
                  <a:lnTo>
                    <a:pt x="829368" y="907257"/>
                  </a:lnTo>
                  <a:lnTo>
                    <a:pt x="830650" y="948845"/>
                  </a:lnTo>
                  <a:lnTo>
                    <a:pt x="831932" y="1002534"/>
                  </a:lnTo>
                  <a:lnTo>
                    <a:pt x="833214" y="1004787"/>
                  </a:lnTo>
                  <a:lnTo>
                    <a:pt x="834496" y="981101"/>
                  </a:lnTo>
                  <a:lnTo>
                    <a:pt x="835777" y="888650"/>
                  </a:lnTo>
                  <a:lnTo>
                    <a:pt x="837059" y="888650"/>
                  </a:lnTo>
                  <a:lnTo>
                    <a:pt x="838341" y="953005"/>
                  </a:lnTo>
                  <a:lnTo>
                    <a:pt x="839623" y="992062"/>
                  </a:lnTo>
                  <a:lnTo>
                    <a:pt x="840905" y="1019877"/>
                  </a:lnTo>
                  <a:lnTo>
                    <a:pt x="842187" y="1050460"/>
                  </a:lnTo>
                  <a:lnTo>
                    <a:pt x="843469" y="1092263"/>
                  </a:lnTo>
                  <a:lnTo>
                    <a:pt x="844750" y="1165604"/>
                  </a:lnTo>
                  <a:lnTo>
                    <a:pt x="846032" y="1128458"/>
                  </a:lnTo>
                  <a:lnTo>
                    <a:pt x="847314" y="1128458"/>
                  </a:lnTo>
                  <a:lnTo>
                    <a:pt x="848596" y="1132871"/>
                  </a:lnTo>
                  <a:lnTo>
                    <a:pt x="849878" y="1104233"/>
                  </a:lnTo>
                  <a:lnTo>
                    <a:pt x="851160" y="1104604"/>
                  </a:lnTo>
                  <a:lnTo>
                    <a:pt x="852441" y="1104604"/>
                  </a:lnTo>
                  <a:lnTo>
                    <a:pt x="853723" y="1117506"/>
                  </a:lnTo>
                  <a:lnTo>
                    <a:pt x="855005" y="1065767"/>
                  </a:lnTo>
                  <a:lnTo>
                    <a:pt x="856287" y="1058065"/>
                  </a:lnTo>
                  <a:lnTo>
                    <a:pt x="857569" y="1116553"/>
                  </a:lnTo>
                  <a:lnTo>
                    <a:pt x="858851" y="1228150"/>
                  </a:lnTo>
                  <a:lnTo>
                    <a:pt x="860133" y="1288887"/>
                  </a:lnTo>
                  <a:lnTo>
                    <a:pt x="861414" y="1314034"/>
                  </a:lnTo>
                  <a:lnTo>
                    <a:pt x="862696" y="1243153"/>
                  </a:lnTo>
                  <a:lnTo>
                    <a:pt x="863978" y="1195039"/>
                  </a:lnTo>
                  <a:lnTo>
                    <a:pt x="865260" y="1206672"/>
                  </a:lnTo>
                  <a:lnTo>
                    <a:pt x="866542" y="1150805"/>
                  </a:lnTo>
                  <a:lnTo>
                    <a:pt x="867824" y="1108811"/>
                  </a:lnTo>
                  <a:lnTo>
                    <a:pt x="869105" y="1097051"/>
                  </a:lnTo>
                  <a:lnTo>
                    <a:pt x="870387" y="1108811"/>
                  </a:lnTo>
                  <a:lnTo>
                    <a:pt x="871669" y="1108811"/>
                  </a:lnTo>
                  <a:lnTo>
                    <a:pt x="872951" y="1117966"/>
                  </a:lnTo>
                  <a:lnTo>
                    <a:pt x="874233" y="1137448"/>
                  </a:lnTo>
                  <a:lnTo>
                    <a:pt x="875515" y="1155326"/>
                  </a:lnTo>
                  <a:lnTo>
                    <a:pt x="876797" y="1139756"/>
                  </a:lnTo>
                  <a:lnTo>
                    <a:pt x="878078" y="1078102"/>
                  </a:lnTo>
                  <a:lnTo>
                    <a:pt x="879360" y="1097591"/>
                  </a:lnTo>
                  <a:lnTo>
                    <a:pt x="880642" y="1027550"/>
                  </a:lnTo>
                  <a:lnTo>
                    <a:pt x="881924" y="1068246"/>
                  </a:lnTo>
                  <a:lnTo>
                    <a:pt x="883206" y="1017010"/>
                  </a:lnTo>
                  <a:lnTo>
                    <a:pt x="884488" y="1046759"/>
                  </a:lnTo>
                  <a:lnTo>
                    <a:pt x="885769" y="1050460"/>
                  </a:lnTo>
                  <a:lnTo>
                    <a:pt x="887051" y="1104485"/>
                  </a:lnTo>
                  <a:lnTo>
                    <a:pt x="888333" y="1207598"/>
                  </a:lnTo>
                  <a:lnTo>
                    <a:pt x="889615" y="1251993"/>
                  </a:lnTo>
                  <a:lnTo>
                    <a:pt x="890897" y="1251993"/>
                  </a:lnTo>
                  <a:lnTo>
                    <a:pt x="892179" y="1251993"/>
                  </a:lnTo>
                  <a:lnTo>
                    <a:pt x="893460" y="1219376"/>
                  </a:lnTo>
                  <a:lnTo>
                    <a:pt x="894742" y="1173617"/>
                  </a:lnTo>
                  <a:lnTo>
                    <a:pt x="896024" y="1173617"/>
                  </a:lnTo>
                  <a:lnTo>
                    <a:pt x="897306" y="1173617"/>
                  </a:lnTo>
                  <a:lnTo>
                    <a:pt x="898588" y="1235458"/>
                  </a:lnTo>
                  <a:lnTo>
                    <a:pt x="899870" y="1251993"/>
                  </a:lnTo>
                  <a:lnTo>
                    <a:pt x="901152" y="1251993"/>
                  </a:lnTo>
                  <a:lnTo>
                    <a:pt x="902433" y="1251993"/>
                  </a:lnTo>
                  <a:lnTo>
                    <a:pt x="903715" y="1173617"/>
                  </a:lnTo>
                  <a:lnTo>
                    <a:pt x="904997" y="1173617"/>
                  </a:lnTo>
                  <a:lnTo>
                    <a:pt x="906279" y="1173617"/>
                  </a:lnTo>
                  <a:lnTo>
                    <a:pt x="907561" y="1173617"/>
                  </a:lnTo>
                  <a:lnTo>
                    <a:pt x="908843" y="1173617"/>
                  </a:lnTo>
                  <a:lnTo>
                    <a:pt x="910124" y="1173617"/>
                  </a:lnTo>
                  <a:lnTo>
                    <a:pt x="911406" y="1173617"/>
                  </a:lnTo>
                  <a:lnTo>
                    <a:pt x="912688" y="1177297"/>
                  </a:lnTo>
                  <a:lnTo>
                    <a:pt x="913970" y="1173617"/>
                  </a:lnTo>
                  <a:lnTo>
                    <a:pt x="915252" y="1121020"/>
                  </a:lnTo>
                  <a:lnTo>
                    <a:pt x="916534" y="1104485"/>
                  </a:lnTo>
                  <a:lnTo>
                    <a:pt x="917816" y="1104485"/>
                  </a:lnTo>
                  <a:lnTo>
                    <a:pt x="919097" y="1104485"/>
                  </a:lnTo>
                  <a:lnTo>
                    <a:pt x="920379" y="1091584"/>
                  </a:lnTo>
                  <a:lnTo>
                    <a:pt x="921661" y="1042644"/>
                  </a:lnTo>
                  <a:lnTo>
                    <a:pt x="922943" y="1104485"/>
                  </a:lnTo>
                  <a:lnTo>
                    <a:pt x="924225" y="1085239"/>
                  </a:lnTo>
                  <a:lnTo>
                    <a:pt x="925507" y="923528"/>
                  </a:lnTo>
                  <a:lnTo>
                    <a:pt x="926788" y="888650"/>
                  </a:lnTo>
                  <a:lnTo>
                    <a:pt x="928070" y="888650"/>
                  </a:lnTo>
                  <a:lnTo>
                    <a:pt x="929352" y="888650"/>
                  </a:lnTo>
                  <a:lnTo>
                    <a:pt x="930634" y="864329"/>
                  </a:lnTo>
                  <a:lnTo>
                    <a:pt x="931916" y="910966"/>
                  </a:lnTo>
                  <a:lnTo>
                    <a:pt x="933198" y="904987"/>
                  </a:lnTo>
                  <a:lnTo>
                    <a:pt x="934479" y="873814"/>
                  </a:lnTo>
                  <a:lnTo>
                    <a:pt x="935761" y="875623"/>
                  </a:lnTo>
                  <a:lnTo>
                    <a:pt x="937043" y="847331"/>
                  </a:lnTo>
                  <a:lnTo>
                    <a:pt x="938325" y="847331"/>
                  </a:lnTo>
                  <a:lnTo>
                    <a:pt x="939607" y="854277"/>
                  </a:lnTo>
                  <a:lnTo>
                    <a:pt x="940889" y="872011"/>
                  </a:lnTo>
                  <a:lnTo>
                    <a:pt x="942171" y="821991"/>
                  </a:lnTo>
                  <a:lnTo>
                    <a:pt x="943452" y="808911"/>
                  </a:lnTo>
                  <a:lnTo>
                    <a:pt x="944734" y="861306"/>
                  </a:lnTo>
                  <a:lnTo>
                    <a:pt x="946016" y="833680"/>
                  </a:lnTo>
                  <a:lnTo>
                    <a:pt x="947298" y="782047"/>
                  </a:lnTo>
                  <a:lnTo>
                    <a:pt x="948580" y="753410"/>
                  </a:lnTo>
                  <a:lnTo>
                    <a:pt x="949862" y="754883"/>
                  </a:lnTo>
                  <a:lnTo>
                    <a:pt x="951143" y="731197"/>
                  </a:lnTo>
                  <a:lnTo>
                    <a:pt x="952425" y="743115"/>
                  </a:lnTo>
                  <a:lnTo>
                    <a:pt x="953707" y="697645"/>
                  </a:lnTo>
                  <a:lnTo>
                    <a:pt x="954989" y="704203"/>
                  </a:lnTo>
                  <a:lnTo>
                    <a:pt x="956271" y="731194"/>
                  </a:lnTo>
                  <a:lnTo>
                    <a:pt x="957553" y="731194"/>
                  </a:lnTo>
                  <a:lnTo>
                    <a:pt x="958835" y="731194"/>
                  </a:lnTo>
                  <a:lnTo>
                    <a:pt x="960116" y="741644"/>
                  </a:lnTo>
                  <a:lnTo>
                    <a:pt x="961398" y="794956"/>
                  </a:lnTo>
                  <a:lnTo>
                    <a:pt x="962680" y="822535"/>
                  </a:lnTo>
                  <a:lnTo>
                    <a:pt x="963962" y="881916"/>
                  </a:lnTo>
                  <a:lnTo>
                    <a:pt x="965244" y="955529"/>
                  </a:lnTo>
                  <a:lnTo>
                    <a:pt x="966526" y="1042644"/>
                  </a:lnTo>
                  <a:lnTo>
                    <a:pt x="967807" y="1101233"/>
                  </a:lnTo>
                  <a:lnTo>
                    <a:pt x="969089" y="1134591"/>
                  </a:lnTo>
                  <a:lnTo>
                    <a:pt x="970371" y="1243667"/>
                  </a:lnTo>
                  <a:lnTo>
                    <a:pt x="971653" y="1277703"/>
                  </a:lnTo>
                  <a:lnTo>
                    <a:pt x="972935" y="1342471"/>
                  </a:lnTo>
                  <a:lnTo>
                    <a:pt x="974217" y="1342471"/>
                  </a:lnTo>
                  <a:lnTo>
                    <a:pt x="975498" y="1342471"/>
                  </a:lnTo>
                  <a:lnTo>
                    <a:pt x="976780" y="1342471"/>
                  </a:lnTo>
                  <a:lnTo>
                    <a:pt x="978062" y="1327978"/>
                  </a:lnTo>
                  <a:lnTo>
                    <a:pt x="979344" y="1243667"/>
                  </a:lnTo>
                  <a:lnTo>
                    <a:pt x="980626" y="1173617"/>
                  </a:lnTo>
                  <a:lnTo>
                    <a:pt x="981908" y="1173617"/>
                  </a:lnTo>
                  <a:lnTo>
                    <a:pt x="983190" y="1173617"/>
                  </a:lnTo>
                  <a:lnTo>
                    <a:pt x="984471" y="1173617"/>
                  </a:lnTo>
                  <a:lnTo>
                    <a:pt x="985753" y="1173617"/>
                  </a:lnTo>
                  <a:lnTo>
                    <a:pt x="987035" y="1173617"/>
                  </a:lnTo>
                  <a:lnTo>
                    <a:pt x="988317" y="1124383"/>
                  </a:lnTo>
                  <a:lnTo>
                    <a:pt x="989599" y="1104485"/>
                  </a:lnTo>
                  <a:lnTo>
                    <a:pt x="990881" y="1104485"/>
                  </a:lnTo>
                  <a:lnTo>
                    <a:pt x="992162" y="1104485"/>
                  </a:lnTo>
                  <a:lnTo>
                    <a:pt x="993444" y="1104485"/>
                  </a:lnTo>
                  <a:lnTo>
                    <a:pt x="994726" y="1104485"/>
                  </a:lnTo>
                  <a:lnTo>
                    <a:pt x="996008" y="1082092"/>
                  </a:lnTo>
                  <a:lnTo>
                    <a:pt x="997290" y="994761"/>
                  </a:lnTo>
                  <a:lnTo>
                    <a:pt x="998572" y="947988"/>
                  </a:lnTo>
                  <a:lnTo>
                    <a:pt x="999854" y="986702"/>
                  </a:lnTo>
                  <a:lnTo>
                    <a:pt x="1001135" y="986702"/>
                  </a:lnTo>
                  <a:lnTo>
                    <a:pt x="1002417" y="986702"/>
                  </a:lnTo>
                  <a:lnTo>
                    <a:pt x="1003699" y="978752"/>
                  </a:lnTo>
                  <a:lnTo>
                    <a:pt x="1004981" y="935631"/>
                  </a:lnTo>
                  <a:lnTo>
                    <a:pt x="1006263" y="937404"/>
                  </a:lnTo>
                  <a:lnTo>
                    <a:pt x="1007545" y="895155"/>
                  </a:lnTo>
                  <a:lnTo>
                    <a:pt x="1008826" y="962424"/>
                  </a:lnTo>
                  <a:lnTo>
                    <a:pt x="1010108" y="945111"/>
                  </a:lnTo>
                  <a:lnTo>
                    <a:pt x="1011390" y="928433"/>
                  </a:lnTo>
                  <a:lnTo>
                    <a:pt x="1012672" y="919864"/>
                  </a:lnTo>
                  <a:lnTo>
                    <a:pt x="1013954" y="894884"/>
                  </a:lnTo>
                  <a:lnTo>
                    <a:pt x="1015236" y="864696"/>
                  </a:lnTo>
                  <a:lnTo>
                    <a:pt x="1016518" y="858534"/>
                  </a:lnTo>
                  <a:lnTo>
                    <a:pt x="1017799" y="857004"/>
                  </a:lnTo>
                  <a:lnTo>
                    <a:pt x="1019081" y="833043"/>
                  </a:lnTo>
                  <a:lnTo>
                    <a:pt x="1020363" y="833043"/>
                  </a:lnTo>
                  <a:lnTo>
                    <a:pt x="1021645" y="833043"/>
                  </a:lnTo>
                  <a:lnTo>
                    <a:pt x="1022927" y="837462"/>
                  </a:lnTo>
                  <a:lnTo>
                    <a:pt x="1024209" y="863150"/>
                  </a:lnTo>
                  <a:lnTo>
                    <a:pt x="1025490" y="918865"/>
                  </a:lnTo>
                  <a:lnTo>
                    <a:pt x="1026772" y="973858"/>
                  </a:lnTo>
                  <a:lnTo>
                    <a:pt x="1028054" y="919034"/>
                  </a:lnTo>
                  <a:lnTo>
                    <a:pt x="1029336" y="945001"/>
                  </a:lnTo>
                  <a:lnTo>
                    <a:pt x="1030618" y="924827"/>
                  </a:lnTo>
                  <a:lnTo>
                    <a:pt x="1031900" y="895155"/>
                  </a:lnTo>
                  <a:lnTo>
                    <a:pt x="1033181" y="882914"/>
                  </a:lnTo>
                  <a:lnTo>
                    <a:pt x="1034463" y="847331"/>
                  </a:lnTo>
                  <a:lnTo>
                    <a:pt x="1035745" y="884756"/>
                  </a:lnTo>
                  <a:lnTo>
                    <a:pt x="1037027" y="888844"/>
                  </a:lnTo>
                  <a:lnTo>
                    <a:pt x="1038309" y="872491"/>
                  </a:lnTo>
                  <a:lnTo>
                    <a:pt x="1039591" y="847903"/>
                  </a:lnTo>
                  <a:lnTo>
                    <a:pt x="1040873" y="833043"/>
                  </a:lnTo>
                  <a:lnTo>
                    <a:pt x="1042154" y="833043"/>
                  </a:lnTo>
                  <a:lnTo>
                    <a:pt x="1043436" y="833043"/>
                  </a:lnTo>
                  <a:lnTo>
                    <a:pt x="1044718" y="833043"/>
                  </a:lnTo>
                  <a:lnTo>
                    <a:pt x="1046000" y="833043"/>
                  </a:lnTo>
                  <a:lnTo>
                    <a:pt x="1047282" y="833043"/>
                  </a:lnTo>
                  <a:lnTo>
                    <a:pt x="1048564" y="833043"/>
                  </a:lnTo>
                  <a:lnTo>
                    <a:pt x="1049845" y="860284"/>
                  </a:lnTo>
                  <a:lnTo>
                    <a:pt x="1051127" y="837140"/>
                  </a:lnTo>
                  <a:lnTo>
                    <a:pt x="1052409" y="890472"/>
                  </a:lnTo>
                  <a:lnTo>
                    <a:pt x="1053691" y="970714"/>
                  </a:lnTo>
                  <a:lnTo>
                    <a:pt x="1054973" y="1019411"/>
                  </a:lnTo>
                  <a:lnTo>
                    <a:pt x="1056255" y="1046426"/>
                  </a:lnTo>
                  <a:lnTo>
                    <a:pt x="1057537" y="1099821"/>
                  </a:lnTo>
                  <a:lnTo>
                    <a:pt x="1058818" y="1078535"/>
                  </a:lnTo>
                  <a:lnTo>
                    <a:pt x="1060100" y="1015690"/>
                  </a:lnTo>
                  <a:lnTo>
                    <a:pt x="1061382" y="990645"/>
                  </a:lnTo>
                  <a:lnTo>
                    <a:pt x="1062664" y="990645"/>
                  </a:lnTo>
                  <a:lnTo>
                    <a:pt x="1063946" y="990645"/>
                  </a:lnTo>
                  <a:lnTo>
                    <a:pt x="1065228" y="926908"/>
                  </a:lnTo>
                  <a:lnTo>
                    <a:pt x="1066509" y="907556"/>
                  </a:lnTo>
                  <a:lnTo>
                    <a:pt x="1067791" y="810907"/>
                  </a:lnTo>
                  <a:lnTo>
                    <a:pt x="1069073" y="760827"/>
                  </a:lnTo>
                  <a:lnTo>
                    <a:pt x="1070355" y="766307"/>
                  </a:lnTo>
                  <a:lnTo>
                    <a:pt x="1071637" y="730012"/>
                  </a:lnTo>
                  <a:lnTo>
                    <a:pt x="1072919" y="695830"/>
                  </a:lnTo>
                  <a:lnTo>
                    <a:pt x="1074200" y="631870"/>
                  </a:lnTo>
                  <a:lnTo>
                    <a:pt x="1075482" y="653877"/>
                  </a:lnTo>
                  <a:lnTo>
                    <a:pt x="1076764" y="635639"/>
                  </a:lnTo>
                  <a:lnTo>
                    <a:pt x="1078046" y="604922"/>
                  </a:lnTo>
                  <a:lnTo>
                    <a:pt x="1079328" y="606915"/>
                  </a:lnTo>
                  <a:lnTo>
                    <a:pt x="1080610" y="594079"/>
                  </a:lnTo>
                  <a:lnTo>
                    <a:pt x="1081892" y="604352"/>
                  </a:lnTo>
                  <a:lnTo>
                    <a:pt x="1083173" y="599888"/>
                  </a:lnTo>
                  <a:lnTo>
                    <a:pt x="1084455" y="608850"/>
                  </a:lnTo>
                  <a:lnTo>
                    <a:pt x="1085737" y="617033"/>
                  </a:lnTo>
                  <a:lnTo>
                    <a:pt x="1087019" y="675729"/>
                  </a:lnTo>
                  <a:lnTo>
                    <a:pt x="1088301" y="616983"/>
                  </a:lnTo>
                  <a:lnTo>
                    <a:pt x="1089583" y="629297"/>
                  </a:lnTo>
                  <a:lnTo>
                    <a:pt x="1090864" y="659076"/>
                  </a:lnTo>
                  <a:lnTo>
                    <a:pt x="1092146" y="680179"/>
                  </a:lnTo>
                  <a:lnTo>
                    <a:pt x="1093428" y="735895"/>
                  </a:lnTo>
                  <a:lnTo>
                    <a:pt x="1094710" y="768742"/>
                  </a:lnTo>
                  <a:lnTo>
                    <a:pt x="1095992" y="722380"/>
                  </a:lnTo>
                  <a:lnTo>
                    <a:pt x="1097274" y="685937"/>
                  </a:lnTo>
                  <a:lnTo>
                    <a:pt x="1098556" y="704771"/>
                  </a:lnTo>
                  <a:lnTo>
                    <a:pt x="1099837" y="629297"/>
                  </a:lnTo>
                  <a:lnTo>
                    <a:pt x="1101119" y="632189"/>
                  </a:lnTo>
                  <a:lnTo>
                    <a:pt x="1102401" y="589667"/>
                  </a:lnTo>
                  <a:lnTo>
                    <a:pt x="1103683" y="568945"/>
                  </a:lnTo>
                  <a:lnTo>
                    <a:pt x="1104965" y="524815"/>
                  </a:lnTo>
                  <a:lnTo>
                    <a:pt x="1106247" y="560321"/>
                  </a:lnTo>
                  <a:lnTo>
                    <a:pt x="1107528" y="608523"/>
                  </a:lnTo>
                  <a:lnTo>
                    <a:pt x="1108810" y="617999"/>
                  </a:lnTo>
                  <a:lnTo>
                    <a:pt x="1110092" y="607914"/>
                  </a:lnTo>
                  <a:lnTo>
                    <a:pt x="1111374" y="611927"/>
                  </a:lnTo>
                  <a:lnTo>
                    <a:pt x="1112656" y="562940"/>
                  </a:lnTo>
                  <a:lnTo>
                    <a:pt x="1113938" y="566684"/>
                  </a:lnTo>
                  <a:lnTo>
                    <a:pt x="1115220" y="542005"/>
                  </a:lnTo>
                  <a:lnTo>
                    <a:pt x="1116501" y="563959"/>
                  </a:lnTo>
                  <a:lnTo>
                    <a:pt x="1117783" y="581256"/>
                  </a:lnTo>
                  <a:lnTo>
                    <a:pt x="1119065" y="629243"/>
                  </a:lnTo>
                  <a:lnTo>
                    <a:pt x="1120347" y="672466"/>
                  </a:lnTo>
                  <a:lnTo>
                    <a:pt x="1121629" y="697334"/>
                  </a:lnTo>
                  <a:lnTo>
                    <a:pt x="1122911" y="747555"/>
                  </a:lnTo>
                  <a:lnTo>
                    <a:pt x="1124192" y="765298"/>
                  </a:lnTo>
                  <a:lnTo>
                    <a:pt x="1125474" y="793365"/>
                  </a:lnTo>
                  <a:lnTo>
                    <a:pt x="1126756" y="741071"/>
                  </a:lnTo>
                  <a:lnTo>
                    <a:pt x="1128038" y="551224"/>
                  </a:lnTo>
                  <a:lnTo>
                    <a:pt x="1129320" y="551224"/>
                  </a:lnTo>
                  <a:lnTo>
                    <a:pt x="1130602" y="543651"/>
                  </a:lnTo>
                  <a:lnTo>
                    <a:pt x="1131883" y="597465"/>
                  </a:lnTo>
                  <a:lnTo>
                    <a:pt x="1133165" y="635804"/>
                  </a:lnTo>
                  <a:lnTo>
                    <a:pt x="1134447" y="653681"/>
                  </a:lnTo>
                  <a:lnTo>
                    <a:pt x="1135729" y="593355"/>
                  </a:lnTo>
                  <a:lnTo>
                    <a:pt x="1137011" y="514297"/>
                  </a:lnTo>
                  <a:lnTo>
                    <a:pt x="1138293" y="414688"/>
                  </a:lnTo>
                  <a:lnTo>
                    <a:pt x="1139575" y="335683"/>
                  </a:lnTo>
                  <a:lnTo>
                    <a:pt x="1140856" y="349033"/>
                  </a:lnTo>
                  <a:lnTo>
                    <a:pt x="1142138" y="341875"/>
                  </a:lnTo>
                  <a:lnTo>
                    <a:pt x="1143420" y="337445"/>
                  </a:lnTo>
                  <a:lnTo>
                    <a:pt x="1144702" y="323491"/>
                  </a:lnTo>
                  <a:lnTo>
                    <a:pt x="1145984" y="335683"/>
                  </a:lnTo>
                  <a:lnTo>
                    <a:pt x="1147266" y="386194"/>
                  </a:lnTo>
                  <a:lnTo>
                    <a:pt x="1148547" y="391977"/>
                  </a:lnTo>
                  <a:lnTo>
                    <a:pt x="1149829" y="474044"/>
                  </a:lnTo>
                  <a:lnTo>
                    <a:pt x="1151111" y="494709"/>
                  </a:lnTo>
                  <a:lnTo>
                    <a:pt x="1152393" y="480677"/>
                  </a:lnTo>
                  <a:lnTo>
                    <a:pt x="1153675" y="479754"/>
                  </a:lnTo>
                  <a:lnTo>
                    <a:pt x="1154957" y="557603"/>
                  </a:lnTo>
                  <a:lnTo>
                    <a:pt x="1156239" y="635226"/>
                  </a:lnTo>
                  <a:lnTo>
                    <a:pt x="1157520" y="756360"/>
                  </a:lnTo>
                  <a:lnTo>
                    <a:pt x="1158802" y="918842"/>
                  </a:lnTo>
                  <a:lnTo>
                    <a:pt x="1160084" y="944755"/>
                  </a:lnTo>
                  <a:lnTo>
                    <a:pt x="1161366" y="985520"/>
                  </a:lnTo>
                  <a:lnTo>
                    <a:pt x="1162648" y="995532"/>
                  </a:lnTo>
                  <a:lnTo>
                    <a:pt x="1163930" y="1021796"/>
                  </a:lnTo>
                  <a:lnTo>
                    <a:pt x="1165211" y="1050838"/>
                  </a:lnTo>
                  <a:lnTo>
                    <a:pt x="1166493" y="1088152"/>
                  </a:lnTo>
                  <a:lnTo>
                    <a:pt x="1167775" y="1132871"/>
                  </a:lnTo>
                  <a:lnTo>
                    <a:pt x="1169057" y="1182204"/>
                  </a:lnTo>
                  <a:lnTo>
                    <a:pt x="1170339" y="1158781"/>
                  </a:lnTo>
                  <a:lnTo>
                    <a:pt x="1171621" y="1188888"/>
                  </a:lnTo>
                  <a:lnTo>
                    <a:pt x="1172902" y="1158781"/>
                  </a:lnTo>
                  <a:lnTo>
                    <a:pt x="1174184" y="1150042"/>
                  </a:lnTo>
                  <a:lnTo>
                    <a:pt x="1175466" y="1030160"/>
                  </a:lnTo>
                  <a:lnTo>
                    <a:pt x="1176748" y="1004787"/>
                  </a:lnTo>
                  <a:lnTo>
                    <a:pt x="1178030" y="1004787"/>
                  </a:lnTo>
                  <a:lnTo>
                    <a:pt x="1179312" y="1004787"/>
                  </a:lnTo>
                  <a:lnTo>
                    <a:pt x="1180594" y="1025641"/>
                  </a:lnTo>
                  <a:lnTo>
                    <a:pt x="1181875" y="1014965"/>
                  </a:lnTo>
                  <a:lnTo>
                    <a:pt x="1183157" y="900047"/>
                  </a:lnTo>
                  <a:lnTo>
                    <a:pt x="1184439" y="838897"/>
                  </a:lnTo>
                  <a:lnTo>
                    <a:pt x="1185721" y="768614"/>
                  </a:lnTo>
                  <a:lnTo>
                    <a:pt x="1187003" y="731193"/>
                  </a:lnTo>
                  <a:lnTo>
                    <a:pt x="1188285" y="712505"/>
                  </a:lnTo>
                  <a:lnTo>
                    <a:pt x="1189566" y="697645"/>
                  </a:lnTo>
                  <a:lnTo>
                    <a:pt x="1190848" y="691159"/>
                  </a:lnTo>
                  <a:lnTo>
                    <a:pt x="1192130" y="697645"/>
                  </a:lnTo>
                  <a:lnTo>
                    <a:pt x="1193412" y="659764"/>
                  </a:lnTo>
                  <a:lnTo>
                    <a:pt x="1194694" y="662829"/>
                  </a:lnTo>
                  <a:lnTo>
                    <a:pt x="1195976" y="635804"/>
                  </a:lnTo>
                  <a:lnTo>
                    <a:pt x="1197258" y="668324"/>
                  </a:lnTo>
                  <a:lnTo>
                    <a:pt x="1198539" y="669908"/>
                  </a:lnTo>
                  <a:lnTo>
                    <a:pt x="1199821" y="746598"/>
                  </a:lnTo>
                  <a:lnTo>
                    <a:pt x="1201103" y="729001"/>
                  </a:lnTo>
                  <a:lnTo>
                    <a:pt x="1202385" y="766057"/>
                  </a:lnTo>
                  <a:lnTo>
                    <a:pt x="1203667" y="819983"/>
                  </a:lnTo>
                  <a:lnTo>
                    <a:pt x="1204949" y="870924"/>
                  </a:lnTo>
                  <a:lnTo>
                    <a:pt x="1206230" y="894884"/>
                  </a:lnTo>
                  <a:lnTo>
                    <a:pt x="1207512" y="913099"/>
                  </a:lnTo>
                  <a:lnTo>
                    <a:pt x="1208794" y="928433"/>
                  </a:lnTo>
                  <a:lnTo>
                    <a:pt x="1210076" y="944179"/>
                  </a:lnTo>
                  <a:lnTo>
                    <a:pt x="1211358" y="964017"/>
                  </a:lnTo>
                  <a:lnTo>
                    <a:pt x="1212640" y="1015755"/>
                  </a:lnTo>
                  <a:lnTo>
                    <a:pt x="1213921" y="1111263"/>
                  </a:lnTo>
                  <a:lnTo>
                    <a:pt x="1215203" y="1183942"/>
                  </a:lnTo>
                  <a:lnTo>
                    <a:pt x="1216485" y="1307177"/>
                  </a:lnTo>
                  <a:lnTo>
                    <a:pt x="1217767" y="1261927"/>
                  </a:lnTo>
                  <a:lnTo>
                    <a:pt x="1219049" y="1196936"/>
                  </a:lnTo>
                  <a:lnTo>
                    <a:pt x="1220331" y="1266068"/>
                  </a:lnTo>
                  <a:lnTo>
                    <a:pt x="1221613" y="1259546"/>
                  </a:lnTo>
                  <a:lnTo>
                    <a:pt x="1222894" y="1094783"/>
                  </a:lnTo>
                  <a:lnTo>
                    <a:pt x="1224176" y="1085239"/>
                  </a:lnTo>
                  <a:lnTo>
                    <a:pt x="1225458" y="1104485"/>
                  </a:lnTo>
                  <a:lnTo>
                    <a:pt x="1226740" y="1104485"/>
                  </a:lnTo>
                  <a:lnTo>
                    <a:pt x="1228022" y="943014"/>
                  </a:lnTo>
                  <a:lnTo>
                    <a:pt x="1229304" y="877470"/>
                  </a:lnTo>
                  <a:lnTo>
                    <a:pt x="1230585" y="791119"/>
                  </a:lnTo>
                  <a:lnTo>
                    <a:pt x="1231867" y="766777"/>
                  </a:lnTo>
                  <a:lnTo>
                    <a:pt x="1233149" y="766777"/>
                  </a:lnTo>
                  <a:lnTo>
                    <a:pt x="1234431" y="696016"/>
                  </a:lnTo>
                  <a:lnTo>
                    <a:pt x="1235713" y="751839"/>
                  </a:lnTo>
                  <a:lnTo>
                    <a:pt x="1236995" y="785169"/>
                  </a:lnTo>
                  <a:lnTo>
                    <a:pt x="1238277" y="774375"/>
                  </a:lnTo>
                  <a:lnTo>
                    <a:pt x="1239558" y="736018"/>
                  </a:lnTo>
                  <a:lnTo>
                    <a:pt x="1240840" y="723304"/>
                  </a:lnTo>
                  <a:lnTo>
                    <a:pt x="1242122" y="756360"/>
                  </a:lnTo>
                  <a:lnTo>
                    <a:pt x="1243404" y="769819"/>
                  </a:lnTo>
                  <a:lnTo>
                    <a:pt x="1244686" y="708129"/>
                  </a:lnTo>
                  <a:lnTo>
                    <a:pt x="1245968" y="695999"/>
                  </a:lnTo>
                  <a:lnTo>
                    <a:pt x="1247249" y="724703"/>
                  </a:lnTo>
                  <a:lnTo>
                    <a:pt x="1248531" y="714978"/>
                  </a:lnTo>
                  <a:lnTo>
                    <a:pt x="1249813" y="713602"/>
                  </a:lnTo>
                  <a:lnTo>
                    <a:pt x="1251095" y="797206"/>
                  </a:lnTo>
                  <a:lnTo>
                    <a:pt x="1252377" y="777101"/>
                  </a:lnTo>
                  <a:lnTo>
                    <a:pt x="1253659" y="823382"/>
                  </a:lnTo>
                  <a:lnTo>
                    <a:pt x="1254941" y="837875"/>
                  </a:lnTo>
                  <a:lnTo>
                    <a:pt x="1256222" y="753568"/>
                  </a:lnTo>
                  <a:lnTo>
                    <a:pt x="1257504" y="752288"/>
                  </a:lnTo>
                  <a:lnTo>
                    <a:pt x="1258786" y="765217"/>
                  </a:lnTo>
                  <a:lnTo>
                    <a:pt x="1260068" y="757425"/>
                  </a:lnTo>
                  <a:lnTo>
                    <a:pt x="1261350" y="751011"/>
                  </a:lnTo>
                  <a:lnTo>
                    <a:pt x="1262632" y="761308"/>
                  </a:lnTo>
                  <a:lnTo>
                    <a:pt x="1263913" y="819983"/>
                  </a:lnTo>
                  <a:lnTo>
                    <a:pt x="1265195" y="833043"/>
                  </a:lnTo>
                  <a:lnTo>
                    <a:pt x="1266477" y="888399"/>
                  </a:lnTo>
                  <a:lnTo>
                    <a:pt x="1267759" y="931896"/>
                  </a:lnTo>
                  <a:lnTo>
                    <a:pt x="1269041" y="972586"/>
                  </a:lnTo>
                  <a:lnTo>
                    <a:pt x="1270323" y="963284"/>
                  </a:lnTo>
                  <a:lnTo>
                    <a:pt x="1271604" y="914575"/>
                  </a:lnTo>
                  <a:lnTo>
                    <a:pt x="1272886" y="1002314"/>
                  </a:lnTo>
                  <a:lnTo>
                    <a:pt x="1274168" y="935631"/>
                  </a:lnTo>
                  <a:lnTo>
                    <a:pt x="1275450" y="981390"/>
                  </a:lnTo>
                  <a:lnTo>
                    <a:pt x="1276732" y="1054502"/>
                  </a:lnTo>
                  <a:lnTo>
                    <a:pt x="1278014" y="1045586"/>
                  </a:lnTo>
                  <a:lnTo>
                    <a:pt x="1279296" y="1063555"/>
                  </a:lnTo>
                  <a:lnTo>
                    <a:pt x="1280577" y="1042644"/>
                  </a:lnTo>
                  <a:lnTo>
                    <a:pt x="1281859" y="1042644"/>
                  </a:lnTo>
                  <a:lnTo>
                    <a:pt x="1283141" y="1042644"/>
                  </a:lnTo>
                  <a:lnTo>
                    <a:pt x="1284423" y="1005681"/>
                  </a:lnTo>
                  <a:lnTo>
                    <a:pt x="1285705" y="986702"/>
                  </a:lnTo>
                  <a:lnTo>
                    <a:pt x="1286987" y="1011218"/>
                  </a:lnTo>
                  <a:lnTo>
                    <a:pt x="1288268" y="1036804"/>
                  </a:lnTo>
                  <a:lnTo>
                    <a:pt x="1289550" y="1022452"/>
                  </a:lnTo>
                  <a:lnTo>
                    <a:pt x="1290832" y="986702"/>
                  </a:lnTo>
                  <a:lnTo>
                    <a:pt x="1292114" y="938082"/>
                  </a:lnTo>
                  <a:lnTo>
                    <a:pt x="1293396" y="897750"/>
                  </a:lnTo>
                  <a:lnTo>
                    <a:pt x="1294678" y="898465"/>
                  </a:lnTo>
                  <a:lnTo>
                    <a:pt x="1295960" y="873814"/>
                  </a:lnTo>
                  <a:lnTo>
                    <a:pt x="1297241" y="915298"/>
                  </a:lnTo>
                  <a:lnTo>
                    <a:pt x="1298523" y="847903"/>
                  </a:lnTo>
                  <a:lnTo>
                    <a:pt x="1299805" y="858534"/>
                  </a:lnTo>
                  <a:lnTo>
                    <a:pt x="1301087" y="833043"/>
                  </a:lnTo>
                  <a:lnTo>
                    <a:pt x="1302369" y="815694"/>
                  </a:lnTo>
                  <a:lnTo>
                    <a:pt x="1303651" y="812851"/>
                  </a:lnTo>
                  <a:lnTo>
                    <a:pt x="1304932" y="804406"/>
                  </a:lnTo>
                  <a:lnTo>
                    <a:pt x="1306214" y="786514"/>
                  </a:lnTo>
                  <a:lnTo>
                    <a:pt x="1307496" y="789232"/>
                  </a:lnTo>
                  <a:lnTo>
                    <a:pt x="1308778" y="814271"/>
                  </a:lnTo>
                  <a:lnTo>
                    <a:pt x="1310060" y="817120"/>
                  </a:lnTo>
                  <a:lnTo>
                    <a:pt x="1311342" y="814271"/>
                  </a:lnTo>
                  <a:lnTo>
                    <a:pt x="1312623" y="827203"/>
                  </a:lnTo>
                  <a:lnTo>
                    <a:pt x="1313905" y="863390"/>
                  </a:lnTo>
                  <a:lnTo>
                    <a:pt x="1315187" y="775901"/>
                  </a:lnTo>
                  <a:lnTo>
                    <a:pt x="1316469" y="801077"/>
                  </a:lnTo>
                  <a:lnTo>
                    <a:pt x="1317751" y="777887"/>
                  </a:lnTo>
                  <a:lnTo>
                    <a:pt x="1319033" y="772306"/>
                  </a:lnTo>
                  <a:lnTo>
                    <a:pt x="1320315" y="804658"/>
                  </a:lnTo>
                  <a:lnTo>
                    <a:pt x="1321596" y="828618"/>
                  </a:lnTo>
                  <a:lnTo>
                    <a:pt x="1322878" y="860013"/>
                  </a:lnTo>
                  <a:lnTo>
                    <a:pt x="1324160" y="888650"/>
                  </a:lnTo>
                  <a:lnTo>
                    <a:pt x="1325442" y="918756"/>
                  </a:lnTo>
                  <a:lnTo>
                    <a:pt x="1326724" y="935631"/>
                  </a:lnTo>
                  <a:lnTo>
                    <a:pt x="1328006" y="909327"/>
                  </a:lnTo>
                  <a:lnTo>
                    <a:pt x="1329287" y="914023"/>
                  </a:lnTo>
                  <a:lnTo>
                    <a:pt x="1330569" y="965737"/>
                  </a:lnTo>
                  <a:lnTo>
                    <a:pt x="1331851" y="986702"/>
                  </a:lnTo>
                  <a:lnTo>
                    <a:pt x="1333133" y="1022452"/>
                  </a:lnTo>
                  <a:lnTo>
                    <a:pt x="1334415" y="1101233"/>
                  </a:lnTo>
                  <a:lnTo>
                    <a:pt x="1335697" y="1104485"/>
                  </a:lnTo>
                  <a:lnTo>
                    <a:pt x="1336979" y="1072750"/>
                  </a:lnTo>
                  <a:lnTo>
                    <a:pt x="1338260" y="1028151"/>
                  </a:lnTo>
                  <a:lnTo>
                    <a:pt x="1339542" y="953005"/>
                  </a:lnTo>
                  <a:lnTo>
                    <a:pt x="1340824" y="935631"/>
                  </a:lnTo>
                  <a:lnTo>
                    <a:pt x="1342106" y="935631"/>
                  </a:lnTo>
                  <a:lnTo>
                    <a:pt x="1343388" y="935631"/>
                  </a:lnTo>
                  <a:lnTo>
                    <a:pt x="1344670" y="935631"/>
                  </a:lnTo>
                  <a:lnTo>
                    <a:pt x="1345951" y="935631"/>
                  </a:lnTo>
                  <a:lnTo>
                    <a:pt x="1347233" y="940543"/>
                  </a:lnTo>
                  <a:lnTo>
                    <a:pt x="1348515" y="935631"/>
                  </a:lnTo>
                  <a:lnTo>
                    <a:pt x="1349797" y="888650"/>
                  </a:lnTo>
                  <a:lnTo>
                    <a:pt x="1351079" y="845153"/>
                  </a:lnTo>
                  <a:lnTo>
                    <a:pt x="1352361" y="845153"/>
                  </a:lnTo>
                  <a:lnTo>
                    <a:pt x="1353642" y="836827"/>
                  </a:lnTo>
                  <a:lnTo>
                    <a:pt x="1354924" y="845153"/>
                  </a:lnTo>
                  <a:lnTo>
                    <a:pt x="1356206" y="888650"/>
                  </a:lnTo>
                  <a:lnTo>
                    <a:pt x="1357488" y="900047"/>
                  </a:lnTo>
                  <a:lnTo>
                    <a:pt x="1358770" y="968317"/>
                  </a:lnTo>
                  <a:lnTo>
                    <a:pt x="1360052" y="921138"/>
                  </a:lnTo>
                  <a:lnTo>
                    <a:pt x="1361334" y="888650"/>
                  </a:lnTo>
                  <a:lnTo>
                    <a:pt x="1362615" y="888650"/>
                  </a:lnTo>
                  <a:lnTo>
                    <a:pt x="1363897" y="888650"/>
                  </a:lnTo>
                  <a:lnTo>
                    <a:pt x="1365179" y="888650"/>
                  </a:lnTo>
                  <a:lnTo>
                    <a:pt x="1366461" y="881916"/>
                  </a:lnTo>
                  <a:lnTo>
                    <a:pt x="1367743" y="853598"/>
                  </a:lnTo>
                  <a:lnTo>
                    <a:pt x="1369025" y="981101"/>
                  </a:lnTo>
                  <a:lnTo>
                    <a:pt x="1370306" y="1011207"/>
                  </a:lnTo>
                  <a:lnTo>
                    <a:pt x="1371588" y="959278"/>
                  </a:lnTo>
                  <a:lnTo>
                    <a:pt x="1372870" y="991396"/>
                  </a:lnTo>
                  <a:lnTo>
                    <a:pt x="1374152" y="1004787"/>
                  </a:lnTo>
                  <a:lnTo>
                    <a:pt x="1375434" y="1009320"/>
                  </a:lnTo>
                  <a:lnTo>
                    <a:pt x="1376716" y="1020806"/>
                  </a:lnTo>
                  <a:lnTo>
                    <a:pt x="1377998" y="1004787"/>
                  </a:lnTo>
                  <a:lnTo>
                    <a:pt x="1379279" y="1044477"/>
                  </a:lnTo>
                  <a:lnTo>
                    <a:pt x="1380561" y="1027808"/>
                  </a:lnTo>
                  <a:lnTo>
                    <a:pt x="1381843" y="938673"/>
                  </a:lnTo>
                  <a:lnTo>
                    <a:pt x="1383125" y="920795"/>
                  </a:lnTo>
                  <a:lnTo>
                    <a:pt x="1384407" y="859541"/>
                  </a:lnTo>
                  <a:lnTo>
                    <a:pt x="1385689" y="825307"/>
                  </a:lnTo>
                  <a:lnTo>
                    <a:pt x="1386970" y="840466"/>
                  </a:lnTo>
                  <a:lnTo>
                    <a:pt x="1388252" y="785225"/>
                  </a:lnTo>
                  <a:lnTo>
                    <a:pt x="1389534" y="756818"/>
                  </a:lnTo>
                  <a:lnTo>
                    <a:pt x="1390816" y="748341"/>
                  </a:lnTo>
                  <a:lnTo>
                    <a:pt x="1392098" y="637273"/>
                  </a:lnTo>
                  <a:lnTo>
                    <a:pt x="1393380" y="607166"/>
                  </a:lnTo>
                  <a:lnTo>
                    <a:pt x="1394662" y="607166"/>
                  </a:lnTo>
                  <a:lnTo>
                    <a:pt x="1395943" y="621310"/>
                  </a:lnTo>
                  <a:lnTo>
                    <a:pt x="1397225" y="607166"/>
                  </a:lnTo>
                  <a:lnTo>
                    <a:pt x="1398507" y="619880"/>
                  </a:lnTo>
                  <a:lnTo>
                    <a:pt x="1399789" y="643187"/>
                  </a:lnTo>
                  <a:lnTo>
                    <a:pt x="1401071" y="676823"/>
                  </a:lnTo>
                  <a:lnTo>
                    <a:pt x="1402353" y="665910"/>
                  </a:lnTo>
                  <a:lnTo>
                    <a:pt x="1403634" y="719232"/>
                  </a:lnTo>
                  <a:lnTo>
                    <a:pt x="1404916" y="776020"/>
                  </a:lnTo>
                  <a:lnTo>
                    <a:pt x="1406198" y="804658"/>
                  </a:lnTo>
                  <a:lnTo>
                    <a:pt x="1407480" y="851475"/>
                  </a:lnTo>
                  <a:lnTo>
                    <a:pt x="1408762" y="906994"/>
                  </a:lnTo>
                  <a:lnTo>
                    <a:pt x="1410044" y="976126"/>
                  </a:lnTo>
                  <a:lnTo>
                    <a:pt x="1411325" y="992062"/>
                  </a:lnTo>
                  <a:lnTo>
                    <a:pt x="1412607" y="1042644"/>
                  </a:lnTo>
                  <a:lnTo>
                    <a:pt x="1413889" y="1042644"/>
                  </a:lnTo>
                  <a:lnTo>
                    <a:pt x="1415171" y="1051515"/>
                  </a:lnTo>
                  <a:lnTo>
                    <a:pt x="1416453" y="1104485"/>
                  </a:lnTo>
                  <a:lnTo>
                    <a:pt x="1417735" y="1104485"/>
                  </a:lnTo>
                  <a:lnTo>
                    <a:pt x="1419017" y="1019623"/>
                  </a:lnTo>
                  <a:lnTo>
                    <a:pt x="1420298" y="1054502"/>
                  </a:lnTo>
                  <a:lnTo>
                    <a:pt x="1421580" y="1014007"/>
                  </a:lnTo>
                  <a:lnTo>
                    <a:pt x="1422862" y="888650"/>
                  </a:lnTo>
                  <a:lnTo>
                    <a:pt x="1424144" y="864329"/>
                  </a:lnTo>
                  <a:lnTo>
                    <a:pt x="1425426" y="845153"/>
                  </a:lnTo>
                  <a:lnTo>
                    <a:pt x="1426708" y="845153"/>
                  </a:lnTo>
                  <a:lnTo>
                    <a:pt x="1427989" y="845153"/>
                  </a:lnTo>
                  <a:lnTo>
                    <a:pt x="1429271" y="845153"/>
                  </a:lnTo>
                  <a:lnTo>
                    <a:pt x="1430553" y="881916"/>
                  </a:lnTo>
                  <a:lnTo>
                    <a:pt x="1431835" y="888650"/>
                  </a:lnTo>
                  <a:lnTo>
                    <a:pt x="1433117" y="888650"/>
                  </a:lnTo>
                  <a:lnTo>
                    <a:pt x="1434399" y="888650"/>
                  </a:lnTo>
                  <a:lnTo>
                    <a:pt x="1435681" y="888650"/>
                  </a:lnTo>
                  <a:lnTo>
                    <a:pt x="1436962" y="888650"/>
                  </a:lnTo>
                  <a:lnTo>
                    <a:pt x="1438244" y="960611"/>
                  </a:lnTo>
                  <a:lnTo>
                    <a:pt x="1439526" y="935631"/>
                  </a:lnTo>
                  <a:lnTo>
                    <a:pt x="1440808" y="989376"/>
                  </a:lnTo>
                  <a:lnTo>
                    <a:pt x="1442090" y="1104485"/>
                  </a:lnTo>
                  <a:lnTo>
                    <a:pt x="1443372" y="1078961"/>
                  </a:lnTo>
                  <a:lnTo>
                    <a:pt x="1444653" y="1104485"/>
                  </a:lnTo>
                  <a:lnTo>
                    <a:pt x="1445935" y="1104485"/>
                  </a:lnTo>
                  <a:lnTo>
                    <a:pt x="1447217" y="1094783"/>
                  </a:lnTo>
                  <a:lnTo>
                    <a:pt x="1448499" y="1042644"/>
                  </a:lnTo>
                  <a:lnTo>
                    <a:pt x="1449781" y="1042644"/>
                  </a:lnTo>
                  <a:lnTo>
                    <a:pt x="1451063" y="1042644"/>
                  </a:lnTo>
                  <a:lnTo>
                    <a:pt x="1452344" y="1014007"/>
                  </a:lnTo>
                  <a:lnTo>
                    <a:pt x="1453626" y="986702"/>
                  </a:lnTo>
                  <a:lnTo>
                    <a:pt x="1454908" y="986702"/>
                  </a:lnTo>
                  <a:lnTo>
                    <a:pt x="1456190" y="986702"/>
                  </a:lnTo>
                  <a:lnTo>
                    <a:pt x="1457472" y="950491"/>
                  </a:lnTo>
                  <a:lnTo>
                    <a:pt x="1458754" y="986702"/>
                  </a:lnTo>
                  <a:lnTo>
                    <a:pt x="1460036" y="1011218"/>
                  </a:lnTo>
                  <a:lnTo>
                    <a:pt x="1461317" y="1042644"/>
                  </a:lnTo>
                  <a:lnTo>
                    <a:pt x="1462599" y="1101233"/>
                  </a:lnTo>
                  <a:lnTo>
                    <a:pt x="1463881" y="1104485"/>
                  </a:lnTo>
                  <a:lnTo>
                    <a:pt x="1465163" y="1104485"/>
                  </a:lnTo>
                  <a:lnTo>
                    <a:pt x="1466445" y="1114350"/>
                  </a:lnTo>
                  <a:lnTo>
                    <a:pt x="1467727" y="1173617"/>
                  </a:lnTo>
                  <a:lnTo>
                    <a:pt x="1469008" y="1134591"/>
                  </a:lnTo>
                  <a:lnTo>
                    <a:pt x="1470290" y="1104485"/>
                  </a:lnTo>
                  <a:lnTo>
                    <a:pt x="1471572" y="1121020"/>
                  </a:lnTo>
                  <a:lnTo>
                    <a:pt x="1472854" y="1104485"/>
                  </a:lnTo>
                  <a:lnTo>
                    <a:pt x="1474136" y="1104485"/>
                  </a:lnTo>
                  <a:lnTo>
                    <a:pt x="1475418" y="1104485"/>
                  </a:lnTo>
                  <a:lnTo>
                    <a:pt x="1476700" y="1131169"/>
                  </a:lnTo>
                  <a:lnTo>
                    <a:pt x="1477981" y="1104485"/>
                  </a:lnTo>
                  <a:lnTo>
                    <a:pt x="1479263" y="1104485"/>
                  </a:lnTo>
                  <a:lnTo>
                    <a:pt x="1480545" y="1104485"/>
                  </a:lnTo>
                  <a:lnTo>
                    <a:pt x="1481827" y="1104485"/>
                  </a:lnTo>
                  <a:lnTo>
                    <a:pt x="1483109" y="1104485"/>
                  </a:lnTo>
                  <a:lnTo>
                    <a:pt x="1484391" y="1072750"/>
                  </a:lnTo>
                  <a:lnTo>
                    <a:pt x="1485672" y="1042644"/>
                  </a:lnTo>
                  <a:lnTo>
                    <a:pt x="1486954" y="1042644"/>
                  </a:lnTo>
                  <a:lnTo>
                    <a:pt x="1488236" y="1075848"/>
                  </a:lnTo>
                  <a:lnTo>
                    <a:pt x="1489518" y="1104485"/>
                  </a:lnTo>
                  <a:lnTo>
                    <a:pt x="1490800" y="1121020"/>
                  </a:lnTo>
                  <a:lnTo>
                    <a:pt x="1492082" y="1173617"/>
                  </a:lnTo>
                  <a:lnTo>
                    <a:pt x="1493363" y="1173617"/>
                  </a:lnTo>
                  <a:lnTo>
                    <a:pt x="1494645" y="1173617"/>
                  </a:lnTo>
                  <a:lnTo>
                    <a:pt x="1495927" y="1290432"/>
                  </a:lnTo>
                  <a:lnTo>
                    <a:pt x="1497165" y="134259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l46"/>
            <p:cNvSpPr/>
            <p:nvPr/>
          </p:nvSpPr>
          <p:spPr>
            <a:xfrm>
              <a:off x="7061910" y="1659321"/>
              <a:ext cx="44121" cy="406967"/>
            </a:xfrm>
            <a:custGeom>
              <a:avLst/>
              <a:pathLst>
                <a:path w="44121" h="406967">
                  <a:moveTo>
                    <a:pt x="0" y="406967"/>
                  </a:moveTo>
                  <a:lnTo>
                    <a:pt x="1000" y="316624"/>
                  </a:lnTo>
                  <a:lnTo>
                    <a:pt x="2282" y="347756"/>
                  </a:lnTo>
                  <a:lnTo>
                    <a:pt x="3563" y="294000"/>
                  </a:lnTo>
                  <a:lnTo>
                    <a:pt x="4845" y="309084"/>
                  </a:lnTo>
                  <a:lnTo>
                    <a:pt x="6127" y="310522"/>
                  </a:lnTo>
                  <a:lnTo>
                    <a:pt x="7409" y="350061"/>
                  </a:lnTo>
                  <a:lnTo>
                    <a:pt x="8691" y="350061"/>
                  </a:lnTo>
                  <a:lnTo>
                    <a:pt x="9973" y="342111"/>
                  </a:lnTo>
                  <a:lnTo>
                    <a:pt x="11255" y="298990"/>
                  </a:lnTo>
                  <a:lnTo>
                    <a:pt x="12536" y="298990"/>
                  </a:lnTo>
                  <a:lnTo>
                    <a:pt x="13818" y="256542"/>
                  </a:lnTo>
                  <a:lnTo>
                    <a:pt x="15100" y="252009"/>
                  </a:lnTo>
                  <a:lnTo>
                    <a:pt x="16382" y="252009"/>
                  </a:lnTo>
                  <a:lnTo>
                    <a:pt x="17664" y="252009"/>
                  </a:lnTo>
                  <a:lnTo>
                    <a:pt x="18946" y="265713"/>
                  </a:lnTo>
                  <a:lnTo>
                    <a:pt x="20227" y="291699"/>
                  </a:lnTo>
                  <a:lnTo>
                    <a:pt x="21509" y="258013"/>
                  </a:lnTo>
                  <a:lnTo>
                    <a:pt x="22791" y="253671"/>
                  </a:lnTo>
                  <a:lnTo>
                    <a:pt x="24073" y="280075"/>
                  </a:lnTo>
                  <a:lnTo>
                    <a:pt x="25355" y="160988"/>
                  </a:lnTo>
                  <a:lnTo>
                    <a:pt x="26637" y="101768"/>
                  </a:lnTo>
                  <a:lnTo>
                    <a:pt x="27919" y="0"/>
                  </a:lnTo>
                  <a:lnTo>
                    <a:pt x="29200" y="7383"/>
                  </a:lnTo>
                  <a:lnTo>
                    <a:pt x="30482" y="133904"/>
                  </a:lnTo>
                  <a:lnTo>
                    <a:pt x="31764" y="143521"/>
                  </a:lnTo>
                  <a:lnTo>
                    <a:pt x="33046" y="193623"/>
                  </a:lnTo>
                  <a:lnTo>
                    <a:pt x="34328" y="223150"/>
                  </a:lnTo>
                  <a:lnTo>
                    <a:pt x="35610" y="223150"/>
                  </a:lnTo>
                  <a:lnTo>
                    <a:pt x="36891" y="223150"/>
                  </a:lnTo>
                  <a:lnTo>
                    <a:pt x="38173" y="244061"/>
                  </a:lnTo>
                  <a:lnTo>
                    <a:pt x="39455" y="301526"/>
                  </a:lnTo>
                  <a:lnTo>
                    <a:pt x="40737" y="354123"/>
                  </a:lnTo>
                  <a:lnTo>
                    <a:pt x="42019" y="354123"/>
                  </a:lnTo>
                  <a:lnTo>
                    <a:pt x="43301" y="361506"/>
                  </a:lnTo>
                  <a:lnTo>
                    <a:pt x="44121" y="40696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l47"/>
            <p:cNvSpPr/>
            <p:nvPr/>
          </p:nvSpPr>
          <p:spPr>
            <a:xfrm>
              <a:off x="7135265" y="1512158"/>
              <a:ext cx="84796" cy="554131"/>
            </a:xfrm>
            <a:custGeom>
              <a:avLst/>
              <a:pathLst>
                <a:path w="84796" h="554131">
                  <a:moveTo>
                    <a:pt x="0" y="554131"/>
                  </a:moveTo>
                  <a:lnTo>
                    <a:pt x="710" y="501287"/>
                  </a:lnTo>
                  <a:lnTo>
                    <a:pt x="1992" y="492460"/>
                  </a:lnTo>
                  <a:lnTo>
                    <a:pt x="3274" y="385149"/>
                  </a:lnTo>
                  <a:lnTo>
                    <a:pt x="4556" y="385149"/>
                  </a:lnTo>
                  <a:lnTo>
                    <a:pt x="5837" y="385149"/>
                  </a:lnTo>
                  <a:lnTo>
                    <a:pt x="7119" y="356512"/>
                  </a:lnTo>
                  <a:lnTo>
                    <a:pt x="8401" y="312765"/>
                  </a:lnTo>
                  <a:lnTo>
                    <a:pt x="9683" y="254176"/>
                  </a:lnTo>
                  <a:lnTo>
                    <a:pt x="10965" y="254176"/>
                  </a:lnTo>
                  <a:lnTo>
                    <a:pt x="12247" y="254176"/>
                  </a:lnTo>
                  <a:lnTo>
                    <a:pt x="13529" y="149614"/>
                  </a:lnTo>
                  <a:lnTo>
                    <a:pt x="14810" y="36088"/>
                  </a:lnTo>
                  <a:lnTo>
                    <a:pt x="16092" y="68753"/>
                  </a:lnTo>
                  <a:lnTo>
                    <a:pt x="17374" y="0"/>
                  </a:lnTo>
                  <a:lnTo>
                    <a:pt x="18656" y="73586"/>
                  </a:lnTo>
                  <a:lnTo>
                    <a:pt x="19938" y="102004"/>
                  </a:lnTo>
                  <a:lnTo>
                    <a:pt x="21220" y="180380"/>
                  </a:lnTo>
                  <a:lnTo>
                    <a:pt x="22501" y="190471"/>
                  </a:lnTo>
                  <a:lnTo>
                    <a:pt x="23783" y="152546"/>
                  </a:lnTo>
                  <a:lnTo>
                    <a:pt x="25065" y="136893"/>
                  </a:lnTo>
                  <a:lnTo>
                    <a:pt x="26347" y="141546"/>
                  </a:lnTo>
                  <a:lnTo>
                    <a:pt x="27629" y="135351"/>
                  </a:lnTo>
                  <a:lnTo>
                    <a:pt x="28911" y="176433"/>
                  </a:lnTo>
                  <a:lnTo>
                    <a:pt x="30193" y="176433"/>
                  </a:lnTo>
                  <a:lnTo>
                    <a:pt x="31474" y="176433"/>
                  </a:lnTo>
                  <a:lnTo>
                    <a:pt x="32756" y="239992"/>
                  </a:lnTo>
                  <a:lnTo>
                    <a:pt x="34038" y="335079"/>
                  </a:lnTo>
                  <a:lnTo>
                    <a:pt x="35320" y="385782"/>
                  </a:lnTo>
                  <a:lnTo>
                    <a:pt x="36602" y="426513"/>
                  </a:lnTo>
                  <a:lnTo>
                    <a:pt x="37884" y="456247"/>
                  </a:lnTo>
                  <a:lnTo>
                    <a:pt x="39165" y="427610"/>
                  </a:lnTo>
                  <a:lnTo>
                    <a:pt x="40447" y="297422"/>
                  </a:lnTo>
                  <a:lnTo>
                    <a:pt x="41729" y="311126"/>
                  </a:lnTo>
                  <a:lnTo>
                    <a:pt x="43011" y="369383"/>
                  </a:lnTo>
                  <a:lnTo>
                    <a:pt x="44293" y="395474"/>
                  </a:lnTo>
                  <a:lnTo>
                    <a:pt x="45575" y="408967"/>
                  </a:lnTo>
                  <a:lnTo>
                    <a:pt x="46856" y="421168"/>
                  </a:lnTo>
                  <a:lnTo>
                    <a:pt x="48138" y="447004"/>
                  </a:lnTo>
                  <a:lnTo>
                    <a:pt x="49420" y="433078"/>
                  </a:lnTo>
                  <a:lnTo>
                    <a:pt x="50702" y="447004"/>
                  </a:lnTo>
                  <a:lnTo>
                    <a:pt x="51984" y="451416"/>
                  </a:lnTo>
                  <a:lnTo>
                    <a:pt x="53266" y="512189"/>
                  </a:lnTo>
                  <a:lnTo>
                    <a:pt x="54548" y="431595"/>
                  </a:lnTo>
                  <a:lnTo>
                    <a:pt x="55829" y="408273"/>
                  </a:lnTo>
                  <a:lnTo>
                    <a:pt x="57111" y="392521"/>
                  </a:lnTo>
                  <a:lnTo>
                    <a:pt x="58393" y="422818"/>
                  </a:lnTo>
                  <a:lnTo>
                    <a:pt x="59675" y="469965"/>
                  </a:lnTo>
                  <a:lnTo>
                    <a:pt x="60957" y="415069"/>
                  </a:lnTo>
                  <a:lnTo>
                    <a:pt x="62239" y="386890"/>
                  </a:lnTo>
                  <a:lnTo>
                    <a:pt x="63520" y="405525"/>
                  </a:lnTo>
                  <a:lnTo>
                    <a:pt x="64802" y="382643"/>
                  </a:lnTo>
                  <a:lnTo>
                    <a:pt x="66084" y="440300"/>
                  </a:lnTo>
                  <a:lnTo>
                    <a:pt x="67366" y="426529"/>
                  </a:lnTo>
                  <a:lnTo>
                    <a:pt x="68648" y="401549"/>
                  </a:lnTo>
                  <a:lnTo>
                    <a:pt x="69930" y="401549"/>
                  </a:lnTo>
                  <a:lnTo>
                    <a:pt x="71212" y="398297"/>
                  </a:lnTo>
                  <a:lnTo>
                    <a:pt x="72493" y="369815"/>
                  </a:lnTo>
                  <a:lnTo>
                    <a:pt x="73775" y="365629"/>
                  </a:lnTo>
                  <a:lnTo>
                    <a:pt x="75057" y="434971"/>
                  </a:lnTo>
                  <a:lnTo>
                    <a:pt x="76339" y="494510"/>
                  </a:lnTo>
                  <a:lnTo>
                    <a:pt x="77621" y="517863"/>
                  </a:lnTo>
                  <a:lnTo>
                    <a:pt x="78903" y="462797"/>
                  </a:lnTo>
                  <a:lnTo>
                    <a:pt x="80184" y="436609"/>
                  </a:lnTo>
                  <a:lnTo>
                    <a:pt x="81466" y="465266"/>
                  </a:lnTo>
                  <a:lnTo>
                    <a:pt x="82748" y="482109"/>
                  </a:lnTo>
                  <a:lnTo>
                    <a:pt x="84030" y="537313"/>
                  </a:lnTo>
                  <a:lnTo>
                    <a:pt x="84796" y="55413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l48"/>
            <p:cNvSpPr/>
            <p:nvPr/>
          </p:nvSpPr>
          <p:spPr>
            <a:xfrm>
              <a:off x="7221084" y="2048935"/>
              <a:ext cx="1136" cy="17353"/>
            </a:xfrm>
            <a:custGeom>
              <a:avLst/>
              <a:pathLst>
                <a:path w="1136" h="17353">
                  <a:moveTo>
                    <a:pt x="0" y="17353"/>
                  </a:moveTo>
                  <a:lnTo>
                    <a:pt x="775" y="0"/>
                  </a:lnTo>
                  <a:lnTo>
                    <a:pt x="1136" y="1735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l49"/>
            <p:cNvSpPr/>
            <p:nvPr/>
          </p:nvSpPr>
          <p:spPr>
            <a:xfrm>
              <a:off x="7230336" y="2057384"/>
              <a:ext cx="1878" cy="8904"/>
            </a:xfrm>
            <a:custGeom>
              <a:avLst/>
              <a:pathLst>
                <a:path w="1878" h="8904">
                  <a:moveTo>
                    <a:pt x="0" y="8904"/>
                  </a:moveTo>
                  <a:lnTo>
                    <a:pt x="495" y="0"/>
                  </a:lnTo>
                  <a:lnTo>
                    <a:pt x="1777" y="5670"/>
                  </a:lnTo>
                  <a:lnTo>
                    <a:pt x="1878" y="890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l50"/>
            <p:cNvSpPr/>
            <p:nvPr/>
          </p:nvSpPr>
          <p:spPr>
            <a:xfrm>
              <a:off x="7235003" y="1751589"/>
              <a:ext cx="126060" cy="314699"/>
            </a:xfrm>
            <a:custGeom>
              <a:avLst/>
              <a:pathLst>
                <a:path w="126060" h="314699">
                  <a:moveTo>
                    <a:pt x="0" y="314699"/>
                  </a:moveTo>
                  <a:lnTo>
                    <a:pt x="956" y="268884"/>
                  </a:lnTo>
                  <a:lnTo>
                    <a:pt x="2238" y="226713"/>
                  </a:lnTo>
                  <a:lnTo>
                    <a:pt x="3520" y="212100"/>
                  </a:lnTo>
                  <a:lnTo>
                    <a:pt x="4802" y="121546"/>
                  </a:lnTo>
                  <a:lnTo>
                    <a:pt x="6083" y="124167"/>
                  </a:lnTo>
                  <a:lnTo>
                    <a:pt x="7365" y="92332"/>
                  </a:lnTo>
                  <a:lnTo>
                    <a:pt x="8647" y="116848"/>
                  </a:lnTo>
                  <a:lnTo>
                    <a:pt x="9929" y="111311"/>
                  </a:lnTo>
                  <a:lnTo>
                    <a:pt x="11211" y="158547"/>
                  </a:lnTo>
                  <a:lnTo>
                    <a:pt x="12493" y="103969"/>
                  </a:lnTo>
                  <a:lnTo>
                    <a:pt x="13774" y="129658"/>
                  </a:lnTo>
                  <a:lnTo>
                    <a:pt x="15056" y="164749"/>
                  </a:lnTo>
                  <a:lnTo>
                    <a:pt x="16338" y="152669"/>
                  </a:lnTo>
                  <a:lnTo>
                    <a:pt x="17620" y="132372"/>
                  </a:lnTo>
                  <a:lnTo>
                    <a:pt x="18902" y="109021"/>
                  </a:lnTo>
                  <a:lnTo>
                    <a:pt x="20184" y="185950"/>
                  </a:lnTo>
                  <a:lnTo>
                    <a:pt x="21465" y="249649"/>
                  </a:lnTo>
                  <a:lnTo>
                    <a:pt x="22747" y="260948"/>
                  </a:lnTo>
                  <a:lnTo>
                    <a:pt x="24029" y="282927"/>
                  </a:lnTo>
                  <a:lnTo>
                    <a:pt x="25311" y="269131"/>
                  </a:lnTo>
                  <a:lnTo>
                    <a:pt x="26593" y="216675"/>
                  </a:lnTo>
                  <a:lnTo>
                    <a:pt x="27875" y="216675"/>
                  </a:lnTo>
                  <a:lnTo>
                    <a:pt x="29157" y="206974"/>
                  </a:lnTo>
                  <a:lnTo>
                    <a:pt x="30438" y="193218"/>
                  </a:lnTo>
                  <a:lnTo>
                    <a:pt x="31720" y="255472"/>
                  </a:lnTo>
                  <a:lnTo>
                    <a:pt x="33002" y="174566"/>
                  </a:lnTo>
                  <a:lnTo>
                    <a:pt x="34284" y="222432"/>
                  </a:lnTo>
                  <a:lnTo>
                    <a:pt x="35566" y="255488"/>
                  </a:lnTo>
                  <a:lnTo>
                    <a:pt x="36848" y="234511"/>
                  </a:lnTo>
                  <a:lnTo>
                    <a:pt x="38129" y="238169"/>
                  </a:lnTo>
                  <a:lnTo>
                    <a:pt x="39411" y="238169"/>
                  </a:lnTo>
                  <a:lnTo>
                    <a:pt x="40693" y="238169"/>
                  </a:lnTo>
                  <a:lnTo>
                    <a:pt x="41975" y="238169"/>
                  </a:lnTo>
                  <a:lnTo>
                    <a:pt x="43257" y="220107"/>
                  </a:lnTo>
                  <a:lnTo>
                    <a:pt x="44539" y="169036"/>
                  </a:lnTo>
                  <a:lnTo>
                    <a:pt x="45821" y="169036"/>
                  </a:lnTo>
                  <a:lnTo>
                    <a:pt x="47102" y="169036"/>
                  </a:lnTo>
                  <a:lnTo>
                    <a:pt x="48384" y="113597"/>
                  </a:lnTo>
                  <a:lnTo>
                    <a:pt x="49666" y="145718"/>
                  </a:lnTo>
                  <a:lnTo>
                    <a:pt x="50948" y="153101"/>
                  </a:lnTo>
                  <a:lnTo>
                    <a:pt x="52230" y="224093"/>
                  </a:lnTo>
                  <a:lnTo>
                    <a:pt x="53512" y="224093"/>
                  </a:lnTo>
                  <a:lnTo>
                    <a:pt x="54793" y="153101"/>
                  </a:lnTo>
                  <a:lnTo>
                    <a:pt x="56075" y="206991"/>
                  </a:lnTo>
                  <a:lnTo>
                    <a:pt x="57357" y="169036"/>
                  </a:lnTo>
                  <a:lnTo>
                    <a:pt x="58639" y="255488"/>
                  </a:lnTo>
                  <a:lnTo>
                    <a:pt x="59921" y="269413"/>
                  </a:lnTo>
                  <a:lnTo>
                    <a:pt x="61203" y="271268"/>
                  </a:lnTo>
                  <a:lnTo>
                    <a:pt x="62484" y="271286"/>
                  </a:lnTo>
                  <a:lnTo>
                    <a:pt x="63766" y="296385"/>
                  </a:lnTo>
                  <a:lnTo>
                    <a:pt x="65048" y="257793"/>
                  </a:lnTo>
                  <a:lnTo>
                    <a:pt x="66330" y="292538"/>
                  </a:lnTo>
                  <a:lnTo>
                    <a:pt x="67612" y="284589"/>
                  </a:lnTo>
                  <a:lnTo>
                    <a:pt x="68894" y="224593"/>
                  </a:lnTo>
                  <a:lnTo>
                    <a:pt x="70176" y="178893"/>
                  </a:lnTo>
                  <a:lnTo>
                    <a:pt x="71457" y="116393"/>
                  </a:lnTo>
                  <a:lnTo>
                    <a:pt x="72739" y="110494"/>
                  </a:lnTo>
                  <a:lnTo>
                    <a:pt x="74021" y="146812"/>
                  </a:lnTo>
                  <a:lnTo>
                    <a:pt x="75303" y="161565"/>
                  </a:lnTo>
                  <a:lnTo>
                    <a:pt x="76585" y="194487"/>
                  </a:lnTo>
                  <a:lnTo>
                    <a:pt x="77867" y="159741"/>
                  </a:lnTo>
                  <a:lnTo>
                    <a:pt x="79148" y="120202"/>
                  </a:lnTo>
                  <a:lnTo>
                    <a:pt x="80430" y="103010"/>
                  </a:lnTo>
                  <a:lnTo>
                    <a:pt x="81712" y="74940"/>
                  </a:lnTo>
                  <a:lnTo>
                    <a:pt x="82994" y="91170"/>
                  </a:lnTo>
                  <a:lnTo>
                    <a:pt x="84276" y="130882"/>
                  </a:lnTo>
                  <a:lnTo>
                    <a:pt x="85558" y="124662"/>
                  </a:lnTo>
                  <a:lnTo>
                    <a:pt x="86840" y="102949"/>
                  </a:lnTo>
                  <a:lnTo>
                    <a:pt x="88121" y="99867"/>
                  </a:lnTo>
                  <a:lnTo>
                    <a:pt x="89403" y="171975"/>
                  </a:lnTo>
                  <a:lnTo>
                    <a:pt x="90685" y="300078"/>
                  </a:lnTo>
                  <a:lnTo>
                    <a:pt x="91967" y="314572"/>
                  </a:lnTo>
                  <a:lnTo>
                    <a:pt x="93249" y="314572"/>
                  </a:lnTo>
                  <a:lnTo>
                    <a:pt x="94531" y="314572"/>
                  </a:lnTo>
                  <a:lnTo>
                    <a:pt x="95812" y="267591"/>
                  </a:lnTo>
                  <a:lnTo>
                    <a:pt x="97094" y="203497"/>
                  </a:lnTo>
                  <a:lnTo>
                    <a:pt x="98376" y="214058"/>
                  </a:lnTo>
                  <a:lnTo>
                    <a:pt x="99658" y="133824"/>
                  </a:lnTo>
                  <a:lnTo>
                    <a:pt x="100940" y="0"/>
                  </a:lnTo>
                  <a:lnTo>
                    <a:pt x="102222" y="77928"/>
                  </a:lnTo>
                  <a:lnTo>
                    <a:pt x="103504" y="52370"/>
                  </a:lnTo>
                  <a:lnTo>
                    <a:pt x="104785" y="16512"/>
                  </a:lnTo>
                  <a:lnTo>
                    <a:pt x="106067" y="40246"/>
                  </a:lnTo>
                  <a:lnTo>
                    <a:pt x="107349" y="61335"/>
                  </a:lnTo>
                  <a:lnTo>
                    <a:pt x="108631" y="76643"/>
                  </a:lnTo>
                  <a:lnTo>
                    <a:pt x="109913" y="107364"/>
                  </a:lnTo>
                  <a:lnTo>
                    <a:pt x="111195" y="84759"/>
                  </a:lnTo>
                  <a:lnTo>
                    <a:pt x="112476" y="58603"/>
                  </a:lnTo>
                  <a:lnTo>
                    <a:pt x="113758" y="83603"/>
                  </a:lnTo>
                  <a:lnTo>
                    <a:pt x="115040" y="76738"/>
                  </a:lnTo>
                  <a:lnTo>
                    <a:pt x="116322" y="83603"/>
                  </a:lnTo>
                  <a:lnTo>
                    <a:pt x="117604" y="74921"/>
                  </a:lnTo>
                  <a:lnTo>
                    <a:pt x="118886" y="90084"/>
                  </a:lnTo>
                  <a:lnTo>
                    <a:pt x="120167" y="127065"/>
                  </a:lnTo>
                  <a:lnTo>
                    <a:pt x="121449" y="128446"/>
                  </a:lnTo>
                  <a:lnTo>
                    <a:pt x="122731" y="179130"/>
                  </a:lnTo>
                  <a:lnTo>
                    <a:pt x="124013" y="226353"/>
                  </a:lnTo>
                  <a:lnTo>
                    <a:pt x="125295" y="258729"/>
                  </a:lnTo>
                  <a:lnTo>
                    <a:pt x="126060" y="31469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l51"/>
            <p:cNvSpPr/>
            <p:nvPr/>
          </p:nvSpPr>
          <p:spPr>
            <a:xfrm>
              <a:off x="7367479" y="2011292"/>
              <a:ext cx="3491" cy="54996"/>
            </a:xfrm>
            <a:custGeom>
              <a:avLst/>
              <a:pathLst>
                <a:path w="3491" h="54996">
                  <a:moveTo>
                    <a:pt x="0" y="54996"/>
                  </a:moveTo>
                  <a:lnTo>
                    <a:pt x="510" y="0"/>
                  </a:lnTo>
                  <a:lnTo>
                    <a:pt x="1792" y="9710"/>
                  </a:lnTo>
                  <a:lnTo>
                    <a:pt x="3074" y="9710"/>
                  </a:lnTo>
                  <a:lnTo>
                    <a:pt x="3491" y="5499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l52"/>
            <p:cNvSpPr/>
            <p:nvPr/>
          </p:nvSpPr>
          <p:spPr>
            <a:xfrm>
              <a:off x="7410710" y="2025415"/>
              <a:ext cx="1724" cy="40874"/>
            </a:xfrm>
            <a:custGeom>
              <a:avLst/>
              <a:pathLst>
                <a:path w="1724" h="40874">
                  <a:moveTo>
                    <a:pt x="0" y="40874"/>
                  </a:moveTo>
                  <a:lnTo>
                    <a:pt x="862" y="0"/>
                  </a:lnTo>
                  <a:lnTo>
                    <a:pt x="1724" y="4087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l53"/>
            <p:cNvSpPr/>
            <p:nvPr/>
          </p:nvSpPr>
          <p:spPr>
            <a:xfrm>
              <a:off x="7414809" y="1996778"/>
              <a:ext cx="10126" cy="69511"/>
            </a:xfrm>
            <a:custGeom>
              <a:avLst/>
              <a:pathLst>
                <a:path w="10126" h="69511">
                  <a:moveTo>
                    <a:pt x="0" y="69511"/>
                  </a:moveTo>
                  <a:lnTo>
                    <a:pt x="608" y="51529"/>
                  </a:lnTo>
                  <a:lnTo>
                    <a:pt x="1890" y="27569"/>
                  </a:lnTo>
                  <a:lnTo>
                    <a:pt x="3172" y="0"/>
                  </a:lnTo>
                  <a:lnTo>
                    <a:pt x="4453" y="27494"/>
                  </a:lnTo>
                  <a:lnTo>
                    <a:pt x="5735" y="16667"/>
                  </a:lnTo>
                  <a:lnTo>
                    <a:pt x="7017" y="16667"/>
                  </a:lnTo>
                  <a:lnTo>
                    <a:pt x="8299" y="16667"/>
                  </a:lnTo>
                  <a:lnTo>
                    <a:pt x="9581" y="50647"/>
                  </a:lnTo>
                  <a:lnTo>
                    <a:pt x="10126" y="6951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l54"/>
            <p:cNvSpPr/>
            <p:nvPr/>
          </p:nvSpPr>
          <p:spPr>
            <a:xfrm>
              <a:off x="7437207" y="2066161"/>
              <a:ext cx="6413" cy="127"/>
            </a:xfrm>
            <a:custGeom>
              <a:avLst/>
              <a:pathLst>
                <a:path w="6413" h="127">
                  <a:moveTo>
                    <a:pt x="0" y="127"/>
                  </a:moveTo>
                  <a:lnTo>
                    <a:pt x="2" y="0"/>
                  </a:lnTo>
                  <a:lnTo>
                    <a:pt x="1283" y="0"/>
                  </a:lnTo>
                  <a:lnTo>
                    <a:pt x="2565" y="0"/>
                  </a:lnTo>
                  <a:lnTo>
                    <a:pt x="3847" y="0"/>
                  </a:lnTo>
                  <a:lnTo>
                    <a:pt x="5129" y="0"/>
                  </a:lnTo>
                  <a:lnTo>
                    <a:pt x="6411" y="0"/>
                  </a:lnTo>
                  <a:lnTo>
                    <a:pt x="6413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7460392" y="1766334"/>
              <a:ext cx="49290" cy="299954"/>
            </a:xfrm>
            <a:custGeom>
              <a:avLst/>
              <a:pathLst>
                <a:path w="49290" h="299954">
                  <a:moveTo>
                    <a:pt x="0" y="299954"/>
                  </a:moveTo>
                  <a:lnTo>
                    <a:pt x="1172" y="247110"/>
                  </a:lnTo>
                  <a:lnTo>
                    <a:pt x="2454" y="194513"/>
                  </a:lnTo>
                  <a:lnTo>
                    <a:pt x="3736" y="109917"/>
                  </a:lnTo>
                  <a:lnTo>
                    <a:pt x="5017" y="85929"/>
                  </a:lnTo>
                  <a:lnTo>
                    <a:pt x="6299" y="0"/>
                  </a:lnTo>
                  <a:lnTo>
                    <a:pt x="7581" y="0"/>
                  </a:lnTo>
                  <a:lnTo>
                    <a:pt x="8863" y="0"/>
                  </a:lnTo>
                  <a:lnTo>
                    <a:pt x="10145" y="5899"/>
                  </a:lnTo>
                  <a:lnTo>
                    <a:pt x="11427" y="23960"/>
                  </a:lnTo>
                  <a:lnTo>
                    <a:pt x="12708" y="85929"/>
                  </a:lnTo>
                  <a:lnTo>
                    <a:pt x="13990" y="101178"/>
                  </a:lnTo>
                  <a:lnTo>
                    <a:pt x="15272" y="60195"/>
                  </a:lnTo>
                  <a:lnTo>
                    <a:pt x="16554" y="60195"/>
                  </a:lnTo>
                  <a:lnTo>
                    <a:pt x="17836" y="60195"/>
                  </a:lnTo>
                  <a:lnTo>
                    <a:pt x="19118" y="73689"/>
                  </a:lnTo>
                  <a:lnTo>
                    <a:pt x="20400" y="116137"/>
                  </a:lnTo>
                  <a:lnTo>
                    <a:pt x="21681" y="161896"/>
                  </a:lnTo>
                  <a:lnTo>
                    <a:pt x="22963" y="204662"/>
                  </a:lnTo>
                  <a:lnTo>
                    <a:pt x="24245" y="122036"/>
                  </a:lnTo>
                  <a:lnTo>
                    <a:pt x="25527" y="116137"/>
                  </a:lnTo>
                  <a:lnTo>
                    <a:pt x="26809" y="116137"/>
                  </a:lnTo>
                  <a:lnTo>
                    <a:pt x="28091" y="84711"/>
                  </a:lnTo>
                  <a:lnTo>
                    <a:pt x="29372" y="60195"/>
                  </a:lnTo>
                  <a:lnTo>
                    <a:pt x="30654" y="41810"/>
                  </a:lnTo>
                  <a:lnTo>
                    <a:pt x="31936" y="36508"/>
                  </a:lnTo>
                  <a:lnTo>
                    <a:pt x="33218" y="34951"/>
                  </a:lnTo>
                  <a:lnTo>
                    <a:pt x="34500" y="0"/>
                  </a:lnTo>
                  <a:lnTo>
                    <a:pt x="35782" y="0"/>
                  </a:lnTo>
                  <a:lnTo>
                    <a:pt x="37063" y="0"/>
                  </a:lnTo>
                  <a:lnTo>
                    <a:pt x="38345" y="0"/>
                  </a:lnTo>
                  <a:lnTo>
                    <a:pt x="39627" y="0"/>
                  </a:lnTo>
                  <a:lnTo>
                    <a:pt x="40909" y="0"/>
                  </a:lnTo>
                  <a:lnTo>
                    <a:pt x="42191" y="36317"/>
                  </a:lnTo>
                  <a:lnTo>
                    <a:pt x="43473" y="123681"/>
                  </a:lnTo>
                  <a:lnTo>
                    <a:pt x="44755" y="130973"/>
                  </a:lnTo>
                  <a:lnTo>
                    <a:pt x="46036" y="130973"/>
                  </a:lnTo>
                  <a:lnTo>
                    <a:pt x="47318" y="172780"/>
                  </a:lnTo>
                  <a:lnTo>
                    <a:pt x="48600" y="209349"/>
                  </a:lnTo>
                  <a:lnTo>
                    <a:pt x="49290" y="2999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7541037" y="1975683"/>
              <a:ext cx="14985" cy="90605"/>
            </a:xfrm>
            <a:custGeom>
              <a:avLst/>
              <a:pathLst>
                <a:path w="14985" h="90605">
                  <a:moveTo>
                    <a:pt x="0" y="90605"/>
                  </a:moveTo>
                  <a:lnTo>
                    <a:pt x="1" y="90478"/>
                  </a:lnTo>
                  <a:lnTo>
                    <a:pt x="1283" y="0"/>
                  </a:lnTo>
                  <a:lnTo>
                    <a:pt x="2565" y="21458"/>
                  </a:lnTo>
                  <a:lnTo>
                    <a:pt x="3847" y="37761"/>
                  </a:lnTo>
                  <a:lnTo>
                    <a:pt x="5129" y="37761"/>
                  </a:lnTo>
                  <a:lnTo>
                    <a:pt x="6411" y="37761"/>
                  </a:lnTo>
                  <a:lnTo>
                    <a:pt x="7692" y="37761"/>
                  </a:lnTo>
                  <a:lnTo>
                    <a:pt x="8974" y="37761"/>
                  </a:lnTo>
                  <a:lnTo>
                    <a:pt x="10256" y="37761"/>
                  </a:lnTo>
                  <a:lnTo>
                    <a:pt x="11538" y="37761"/>
                  </a:lnTo>
                  <a:lnTo>
                    <a:pt x="12820" y="37761"/>
                  </a:lnTo>
                  <a:lnTo>
                    <a:pt x="14102" y="37761"/>
                  </a:lnTo>
                  <a:lnTo>
                    <a:pt x="14985" y="9060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7571587" y="2021474"/>
              <a:ext cx="8615" cy="44814"/>
            </a:xfrm>
            <a:custGeom>
              <a:avLst/>
              <a:pathLst>
                <a:path w="8615" h="44814">
                  <a:moveTo>
                    <a:pt x="0" y="44814"/>
                  </a:moveTo>
                  <a:lnTo>
                    <a:pt x="216" y="39740"/>
                  </a:lnTo>
                  <a:lnTo>
                    <a:pt x="1497" y="39740"/>
                  </a:lnTo>
                  <a:lnTo>
                    <a:pt x="2779" y="39740"/>
                  </a:lnTo>
                  <a:lnTo>
                    <a:pt x="4061" y="39740"/>
                  </a:lnTo>
                  <a:lnTo>
                    <a:pt x="5343" y="39740"/>
                  </a:lnTo>
                  <a:lnTo>
                    <a:pt x="6625" y="0"/>
                  </a:lnTo>
                  <a:lnTo>
                    <a:pt x="7907" y="30783"/>
                  </a:lnTo>
                  <a:lnTo>
                    <a:pt x="8615" y="4481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7583392" y="1969843"/>
              <a:ext cx="5779" cy="96445"/>
            </a:xfrm>
            <a:custGeom>
              <a:avLst/>
              <a:pathLst>
                <a:path w="5779" h="96445">
                  <a:moveTo>
                    <a:pt x="0" y="96445"/>
                  </a:moveTo>
                  <a:lnTo>
                    <a:pt x="1229" y="58825"/>
                  </a:lnTo>
                  <a:lnTo>
                    <a:pt x="2510" y="16005"/>
                  </a:lnTo>
                  <a:lnTo>
                    <a:pt x="3792" y="0"/>
                  </a:lnTo>
                  <a:lnTo>
                    <a:pt x="5074" y="41457"/>
                  </a:lnTo>
                  <a:lnTo>
                    <a:pt x="5779" y="9644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7592310" y="1766334"/>
              <a:ext cx="38459" cy="299954"/>
            </a:xfrm>
            <a:custGeom>
              <a:avLst/>
              <a:pathLst>
                <a:path w="38459" h="299954">
                  <a:moveTo>
                    <a:pt x="0" y="299954"/>
                  </a:moveTo>
                  <a:lnTo>
                    <a:pt x="2" y="299827"/>
                  </a:lnTo>
                  <a:lnTo>
                    <a:pt x="1283" y="299827"/>
                  </a:lnTo>
                  <a:lnTo>
                    <a:pt x="2565" y="299827"/>
                  </a:lnTo>
                  <a:lnTo>
                    <a:pt x="3847" y="299827"/>
                  </a:lnTo>
                  <a:lnTo>
                    <a:pt x="5129" y="299827"/>
                  </a:lnTo>
                  <a:lnTo>
                    <a:pt x="6411" y="299827"/>
                  </a:lnTo>
                  <a:lnTo>
                    <a:pt x="7693" y="299827"/>
                  </a:lnTo>
                  <a:lnTo>
                    <a:pt x="8974" y="235058"/>
                  </a:lnTo>
                  <a:lnTo>
                    <a:pt x="10256" y="209349"/>
                  </a:lnTo>
                  <a:lnTo>
                    <a:pt x="11538" y="209349"/>
                  </a:lnTo>
                  <a:lnTo>
                    <a:pt x="12820" y="209349"/>
                  </a:lnTo>
                  <a:lnTo>
                    <a:pt x="14102" y="209349"/>
                  </a:lnTo>
                  <a:lnTo>
                    <a:pt x="15384" y="201023"/>
                  </a:lnTo>
                  <a:lnTo>
                    <a:pt x="16666" y="91947"/>
                  </a:lnTo>
                  <a:lnTo>
                    <a:pt x="17947" y="39448"/>
                  </a:lnTo>
                  <a:lnTo>
                    <a:pt x="19229" y="0"/>
                  </a:lnTo>
                  <a:lnTo>
                    <a:pt x="20511" y="0"/>
                  </a:lnTo>
                  <a:lnTo>
                    <a:pt x="21793" y="0"/>
                  </a:lnTo>
                  <a:lnTo>
                    <a:pt x="23075" y="0"/>
                  </a:lnTo>
                  <a:lnTo>
                    <a:pt x="24357" y="0"/>
                  </a:lnTo>
                  <a:lnTo>
                    <a:pt x="25638" y="0"/>
                  </a:lnTo>
                  <a:lnTo>
                    <a:pt x="26920" y="0"/>
                  </a:lnTo>
                  <a:lnTo>
                    <a:pt x="28202" y="42595"/>
                  </a:lnTo>
                  <a:lnTo>
                    <a:pt x="29484" y="61841"/>
                  </a:lnTo>
                  <a:lnTo>
                    <a:pt x="30766" y="61841"/>
                  </a:lnTo>
                  <a:lnTo>
                    <a:pt x="32048" y="61841"/>
                  </a:lnTo>
                  <a:lnTo>
                    <a:pt x="33330" y="61841"/>
                  </a:lnTo>
                  <a:lnTo>
                    <a:pt x="34611" y="68399"/>
                  </a:lnTo>
                  <a:lnTo>
                    <a:pt x="35893" y="172780"/>
                  </a:lnTo>
                  <a:lnTo>
                    <a:pt x="37175" y="239455"/>
                  </a:lnTo>
                  <a:lnTo>
                    <a:pt x="38457" y="299827"/>
                  </a:lnTo>
                  <a:lnTo>
                    <a:pt x="38459" y="2999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l60"/>
            <p:cNvSpPr/>
            <p:nvPr/>
          </p:nvSpPr>
          <p:spPr>
            <a:xfrm>
              <a:off x="7634669" y="1728478"/>
              <a:ext cx="53279" cy="337811"/>
            </a:xfrm>
            <a:custGeom>
              <a:avLst/>
              <a:pathLst>
                <a:path w="53279" h="337811">
                  <a:moveTo>
                    <a:pt x="0" y="337811"/>
                  </a:moveTo>
                  <a:lnTo>
                    <a:pt x="1225" y="297382"/>
                  </a:lnTo>
                  <a:lnTo>
                    <a:pt x="2507" y="266905"/>
                  </a:lnTo>
                  <a:lnTo>
                    <a:pt x="3789" y="215834"/>
                  </a:lnTo>
                  <a:lnTo>
                    <a:pt x="5071" y="215834"/>
                  </a:lnTo>
                  <a:lnTo>
                    <a:pt x="6353" y="215834"/>
                  </a:lnTo>
                  <a:lnTo>
                    <a:pt x="7635" y="199753"/>
                  </a:lnTo>
                  <a:lnTo>
                    <a:pt x="8916" y="153993"/>
                  </a:lnTo>
                  <a:lnTo>
                    <a:pt x="10198" y="153993"/>
                  </a:lnTo>
                  <a:lnTo>
                    <a:pt x="11480" y="153993"/>
                  </a:lnTo>
                  <a:lnTo>
                    <a:pt x="12762" y="153993"/>
                  </a:lnTo>
                  <a:lnTo>
                    <a:pt x="14044" y="153993"/>
                  </a:lnTo>
                  <a:lnTo>
                    <a:pt x="15326" y="153993"/>
                  </a:lnTo>
                  <a:lnTo>
                    <a:pt x="16608" y="147774"/>
                  </a:lnTo>
                  <a:lnTo>
                    <a:pt x="17889" y="163511"/>
                  </a:lnTo>
                  <a:lnTo>
                    <a:pt x="19171" y="192148"/>
                  </a:lnTo>
                  <a:lnTo>
                    <a:pt x="20453" y="233602"/>
                  </a:lnTo>
                  <a:lnTo>
                    <a:pt x="21735" y="187464"/>
                  </a:lnTo>
                  <a:lnTo>
                    <a:pt x="23017" y="247205"/>
                  </a:lnTo>
                  <a:lnTo>
                    <a:pt x="24299" y="247205"/>
                  </a:lnTo>
                  <a:lnTo>
                    <a:pt x="25580" y="247205"/>
                  </a:lnTo>
                  <a:lnTo>
                    <a:pt x="26862" y="268551"/>
                  </a:lnTo>
                  <a:lnTo>
                    <a:pt x="28144" y="299803"/>
                  </a:lnTo>
                  <a:lnTo>
                    <a:pt x="29426" y="226608"/>
                  </a:lnTo>
                  <a:lnTo>
                    <a:pt x="30708" y="168829"/>
                  </a:lnTo>
                  <a:lnTo>
                    <a:pt x="31990" y="40798"/>
                  </a:lnTo>
                  <a:lnTo>
                    <a:pt x="33271" y="91832"/>
                  </a:lnTo>
                  <a:lnTo>
                    <a:pt x="34553" y="42109"/>
                  </a:lnTo>
                  <a:lnTo>
                    <a:pt x="35835" y="0"/>
                  </a:lnTo>
                  <a:lnTo>
                    <a:pt x="37117" y="76690"/>
                  </a:lnTo>
                  <a:lnTo>
                    <a:pt x="38399" y="81102"/>
                  </a:lnTo>
                  <a:lnTo>
                    <a:pt x="39681" y="81102"/>
                  </a:lnTo>
                  <a:lnTo>
                    <a:pt x="40963" y="81102"/>
                  </a:lnTo>
                  <a:lnTo>
                    <a:pt x="42244" y="81102"/>
                  </a:lnTo>
                  <a:lnTo>
                    <a:pt x="43526" y="81102"/>
                  </a:lnTo>
                  <a:lnTo>
                    <a:pt x="44808" y="81102"/>
                  </a:lnTo>
                  <a:lnTo>
                    <a:pt x="46090" y="81102"/>
                  </a:lnTo>
                  <a:lnTo>
                    <a:pt x="47372" y="99446"/>
                  </a:lnTo>
                  <a:lnTo>
                    <a:pt x="48654" y="140440"/>
                  </a:lnTo>
                  <a:lnTo>
                    <a:pt x="49935" y="179154"/>
                  </a:lnTo>
                  <a:lnTo>
                    <a:pt x="51217" y="293685"/>
                  </a:lnTo>
                  <a:lnTo>
                    <a:pt x="52499" y="284967"/>
                  </a:lnTo>
                  <a:lnTo>
                    <a:pt x="53279" y="33781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l61"/>
            <p:cNvSpPr/>
            <p:nvPr/>
          </p:nvSpPr>
          <p:spPr>
            <a:xfrm>
              <a:off x="7690907" y="1787245"/>
              <a:ext cx="25653" cy="279043"/>
            </a:xfrm>
            <a:custGeom>
              <a:avLst/>
              <a:pathLst>
                <a:path w="25653" h="279043">
                  <a:moveTo>
                    <a:pt x="0" y="279043"/>
                  </a:moveTo>
                  <a:lnTo>
                    <a:pt x="107" y="270189"/>
                  </a:lnTo>
                  <a:lnTo>
                    <a:pt x="1389" y="110062"/>
                  </a:lnTo>
                  <a:lnTo>
                    <a:pt x="2671" y="110062"/>
                  </a:lnTo>
                  <a:lnTo>
                    <a:pt x="3952" y="84928"/>
                  </a:lnTo>
                  <a:lnTo>
                    <a:pt x="5234" y="40929"/>
                  </a:lnTo>
                  <a:lnTo>
                    <a:pt x="6516" y="0"/>
                  </a:lnTo>
                  <a:lnTo>
                    <a:pt x="7798" y="71539"/>
                  </a:lnTo>
                  <a:lnTo>
                    <a:pt x="9080" y="48519"/>
                  </a:lnTo>
                  <a:lnTo>
                    <a:pt x="10362" y="39284"/>
                  </a:lnTo>
                  <a:lnTo>
                    <a:pt x="11644" y="89883"/>
                  </a:lnTo>
                  <a:lnTo>
                    <a:pt x="12925" y="64903"/>
                  </a:lnTo>
                  <a:lnTo>
                    <a:pt x="14207" y="69315"/>
                  </a:lnTo>
                  <a:lnTo>
                    <a:pt x="15489" y="69315"/>
                  </a:lnTo>
                  <a:lnTo>
                    <a:pt x="16771" y="69315"/>
                  </a:lnTo>
                  <a:lnTo>
                    <a:pt x="18053" y="79180"/>
                  </a:lnTo>
                  <a:lnTo>
                    <a:pt x="19335" y="123060"/>
                  </a:lnTo>
                  <a:lnTo>
                    <a:pt x="20616" y="176328"/>
                  </a:lnTo>
                  <a:lnTo>
                    <a:pt x="21898" y="176328"/>
                  </a:lnTo>
                  <a:lnTo>
                    <a:pt x="23180" y="197239"/>
                  </a:lnTo>
                  <a:lnTo>
                    <a:pt x="24462" y="238169"/>
                  </a:lnTo>
                  <a:lnTo>
                    <a:pt x="25653" y="27904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7724340" y="2066161"/>
              <a:ext cx="35895" cy="127"/>
            </a:xfrm>
            <a:custGeom>
              <a:avLst/>
              <a:pathLst>
                <a:path w="35895" h="127">
                  <a:moveTo>
                    <a:pt x="0" y="127"/>
                  </a:moveTo>
                  <a:lnTo>
                    <a:pt x="1" y="0"/>
                  </a:lnTo>
                  <a:lnTo>
                    <a:pt x="1283" y="0"/>
                  </a:lnTo>
                  <a:lnTo>
                    <a:pt x="2565" y="0"/>
                  </a:lnTo>
                  <a:lnTo>
                    <a:pt x="3847" y="0"/>
                  </a:lnTo>
                  <a:lnTo>
                    <a:pt x="5129" y="0"/>
                  </a:lnTo>
                  <a:lnTo>
                    <a:pt x="6411" y="0"/>
                  </a:lnTo>
                  <a:lnTo>
                    <a:pt x="7693" y="0"/>
                  </a:lnTo>
                  <a:lnTo>
                    <a:pt x="8974" y="0"/>
                  </a:lnTo>
                  <a:lnTo>
                    <a:pt x="10256" y="0"/>
                  </a:lnTo>
                  <a:lnTo>
                    <a:pt x="11538" y="0"/>
                  </a:lnTo>
                  <a:lnTo>
                    <a:pt x="12820" y="0"/>
                  </a:lnTo>
                  <a:lnTo>
                    <a:pt x="14102" y="0"/>
                  </a:lnTo>
                  <a:lnTo>
                    <a:pt x="15384" y="0"/>
                  </a:lnTo>
                  <a:lnTo>
                    <a:pt x="16665" y="0"/>
                  </a:lnTo>
                  <a:lnTo>
                    <a:pt x="17947" y="0"/>
                  </a:lnTo>
                  <a:lnTo>
                    <a:pt x="19229" y="0"/>
                  </a:lnTo>
                  <a:lnTo>
                    <a:pt x="20511" y="0"/>
                  </a:lnTo>
                  <a:lnTo>
                    <a:pt x="21793" y="0"/>
                  </a:lnTo>
                  <a:lnTo>
                    <a:pt x="23075" y="0"/>
                  </a:lnTo>
                  <a:lnTo>
                    <a:pt x="24357" y="0"/>
                  </a:lnTo>
                  <a:lnTo>
                    <a:pt x="25638" y="0"/>
                  </a:lnTo>
                  <a:lnTo>
                    <a:pt x="26920" y="0"/>
                  </a:lnTo>
                  <a:lnTo>
                    <a:pt x="28202" y="0"/>
                  </a:lnTo>
                  <a:lnTo>
                    <a:pt x="29484" y="0"/>
                  </a:lnTo>
                  <a:lnTo>
                    <a:pt x="30766" y="0"/>
                  </a:lnTo>
                  <a:lnTo>
                    <a:pt x="32048" y="0"/>
                  </a:lnTo>
                  <a:lnTo>
                    <a:pt x="33329" y="0"/>
                  </a:lnTo>
                  <a:lnTo>
                    <a:pt x="34611" y="0"/>
                  </a:lnTo>
                  <a:lnTo>
                    <a:pt x="35893" y="0"/>
                  </a:lnTo>
                  <a:lnTo>
                    <a:pt x="35895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7788432" y="2066161"/>
              <a:ext cx="15385" cy="127"/>
            </a:xfrm>
            <a:custGeom>
              <a:avLst/>
              <a:pathLst>
                <a:path w="15385" h="127">
                  <a:moveTo>
                    <a:pt x="0" y="127"/>
                  </a:moveTo>
                  <a:lnTo>
                    <a:pt x="1" y="0"/>
                  </a:lnTo>
                  <a:lnTo>
                    <a:pt x="1283" y="0"/>
                  </a:lnTo>
                  <a:lnTo>
                    <a:pt x="2565" y="0"/>
                  </a:lnTo>
                  <a:lnTo>
                    <a:pt x="3847" y="0"/>
                  </a:lnTo>
                  <a:lnTo>
                    <a:pt x="5129" y="0"/>
                  </a:lnTo>
                  <a:lnTo>
                    <a:pt x="6411" y="0"/>
                  </a:lnTo>
                  <a:lnTo>
                    <a:pt x="7692" y="0"/>
                  </a:lnTo>
                  <a:lnTo>
                    <a:pt x="8974" y="0"/>
                  </a:lnTo>
                  <a:lnTo>
                    <a:pt x="10256" y="0"/>
                  </a:lnTo>
                  <a:lnTo>
                    <a:pt x="11538" y="0"/>
                  </a:lnTo>
                  <a:lnTo>
                    <a:pt x="12820" y="0"/>
                  </a:lnTo>
                  <a:lnTo>
                    <a:pt x="14102" y="0"/>
                  </a:lnTo>
                  <a:lnTo>
                    <a:pt x="15384" y="0"/>
                  </a:lnTo>
                  <a:lnTo>
                    <a:pt x="15385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l64"/>
            <p:cNvSpPr/>
            <p:nvPr/>
          </p:nvSpPr>
          <p:spPr>
            <a:xfrm>
              <a:off x="7826502" y="1671678"/>
              <a:ext cx="20517" cy="394610"/>
            </a:xfrm>
            <a:custGeom>
              <a:avLst/>
              <a:pathLst>
                <a:path w="20517" h="394610">
                  <a:moveTo>
                    <a:pt x="0" y="394610"/>
                  </a:moveTo>
                  <a:lnTo>
                    <a:pt x="387" y="343064"/>
                  </a:lnTo>
                  <a:lnTo>
                    <a:pt x="1669" y="337704"/>
                  </a:lnTo>
                  <a:lnTo>
                    <a:pt x="2951" y="298165"/>
                  </a:lnTo>
                  <a:lnTo>
                    <a:pt x="4233" y="303525"/>
                  </a:lnTo>
                  <a:lnTo>
                    <a:pt x="5515" y="317144"/>
                  </a:lnTo>
                  <a:lnTo>
                    <a:pt x="6796" y="296726"/>
                  </a:lnTo>
                  <a:lnTo>
                    <a:pt x="8078" y="296726"/>
                  </a:lnTo>
                  <a:lnTo>
                    <a:pt x="9360" y="187333"/>
                  </a:lnTo>
                  <a:lnTo>
                    <a:pt x="10642" y="180470"/>
                  </a:lnTo>
                  <a:lnTo>
                    <a:pt x="11924" y="166545"/>
                  </a:lnTo>
                  <a:lnTo>
                    <a:pt x="13206" y="73571"/>
                  </a:lnTo>
                  <a:lnTo>
                    <a:pt x="14487" y="0"/>
                  </a:lnTo>
                  <a:lnTo>
                    <a:pt x="15769" y="121547"/>
                  </a:lnTo>
                  <a:lnTo>
                    <a:pt x="17051" y="148631"/>
                  </a:lnTo>
                  <a:lnTo>
                    <a:pt x="18333" y="258846"/>
                  </a:lnTo>
                  <a:lnTo>
                    <a:pt x="19615" y="347250"/>
                  </a:lnTo>
                  <a:lnTo>
                    <a:pt x="20517" y="39461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l65"/>
            <p:cNvSpPr/>
            <p:nvPr/>
          </p:nvSpPr>
          <p:spPr>
            <a:xfrm>
              <a:off x="7861775" y="1944312"/>
              <a:ext cx="10720" cy="121976"/>
            </a:xfrm>
            <a:custGeom>
              <a:avLst/>
              <a:pathLst>
                <a:path w="10720" h="121976">
                  <a:moveTo>
                    <a:pt x="0" y="121976"/>
                  </a:moveTo>
                  <a:lnTo>
                    <a:pt x="1006" y="49367"/>
                  </a:lnTo>
                  <a:lnTo>
                    <a:pt x="2287" y="23720"/>
                  </a:lnTo>
                  <a:lnTo>
                    <a:pt x="3569" y="76690"/>
                  </a:lnTo>
                  <a:lnTo>
                    <a:pt x="4851" y="62765"/>
                  </a:lnTo>
                  <a:lnTo>
                    <a:pt x="6133" y="0"/>
                  </a:lnTo>
                  <a:lnTo>
                    <a:pt x="7415" y="62765"/>
                  </a:lnTo>
                  <a:lnTo>
                    <a:pt x="8697" y="76690"/>
                  </a:lnTo>
                  <a:lnTo>
                    <a:pt x="9979" y="81102"/>
                  </a:lnTo>
                  <a:lnTo>
                    <a:pt x="10720" y="121976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7893544" y="1612340"/>
              <a:ext cx="104109" cy="453948"/>
            </a:xfrm>
            <a:custGeom>
              <a:avLst/>
              <a:pathLst>
                <a:path w="104109" h="453948">
                  <a:moveTo>
                    <a:pt x="0" y="453948"/>
                  </a:moveTo>
                  <a:lnTo>
                    <a:pt x="1" y="453821"/>
                  </a:lnTo>
                  <a:lnTo>
                    <a:pt x="1283" y="453821"/>
                  </a:lnTo>
                  <a:lnTo>
                    <a:pt x="2565" y="376056"/>
                  </a:lnTo>
                  <a:lnTo>
                    <a:pt x="3847" y="363342"/>
                  </a:lnTo>
                  <a:lnTo>
                    <a:pt x="5129" y="363342"/>
                  </a:lnTo>
                  <a:lnTo>
                    <a:pt x="6411" y="359165"/>
                  </a:lnTo>
                  <a:lnTo>
                    <a:pt x="7693" y="284967"/>
                  </a:lnTo>
                  <a:lnTo>
                    <a:pt x="8974" y="284967"/>
                  </a:lnTo>
                  <a:lnTo>
                    <a:pt x="10256" y="215834"/>
                  </a:lnTo>
                  <a:lnTo>
                    <a:pt x="11538" y="184100"/>
                  </a:lnTo>
                  <a:lnTo>
                    <a:pt x="12820" y="153993"/>
                  </a:lnTo>
                  <a:lnTo>
                    <a:pt x="14102" y="106110"/>
                  </a:lnTo>
                  <a:lnTo>
                    <a:pt x="15384" y="98051"/>
                  </a:lnTo>
                  <a:lnTo>
                    <a:pt x="16665" y="61840"/>
                  </a:lnTo>
                  <a:lnTo>
                    <a:pt x="17947" y="46980"/>
                  </a:lnTo>
                  <a:lnTo>
                    <a:pt x="19229" y="11397"/>
                  </a:lnTo>
                  <a:lnTo>
                    <a:pt x="20511" y="0"/>
                  </a:lnTo>
                  <a:lnTo>
                    <a:pt x="21793" y="39689"/>
                  </a:lnTo>
                  <a:lnTo>
                    <a:pt x="23075" y="46980"/>
                  </a:lnTo>
                  <a:lnTo>
                    <a:pt x="24357" y="46980"/>
                  </a:lnTo>
                  <a:lnTo>
                    <a:pt x="25638" y="49431"/>
                  </a:lnTo>
                  <a:lnTo>
                    <a:pt x="26920" y="98051"/>
                  </a:lnTo>
                  <a:lnTo>
                    <a:pt x="28202" y="98051"/>
                  </a:lnTo>
                  <a:lnTo>
                    <a:pt x="29484" y="153993"/>
                  </a:lnTo>
                  <a:lnTo>
                    <a:pt x="30766" y="184100"/>
                  </a:lnTo>
                  <a:lnTo>
                    <a:pt x="32048" y="171871"/>
                  </a:lnTo>
                  <a:lnTo>
                    <a:pt x="33329" y="206133"/>
                  </a:lnTo>
                  <a:lnTo>
                    <a:pt x="34611" y="215834"/>
                  </a:lnTo>
                  <a:lnTo>
                    <a:pt x="35893" y="263359"/>
                  </a:lnTo>
                  <a:lnTo>
                    <a:pt x="37175" y="284967"/>
                  </a:lnTo>
                  <a:lnTo>
                    <a:pt x="38457" y="342746"/>
                  </a:lnTo>
                  <a:lnTo>
                    <a:pt x="39739" y="363342"/>
                  </a:lnTo>
                  <a:lnTo>
                    <a:pt x="41020" y="326773"/>
                  </a:lnTo>
                  <a:lnTo>
                    <a:pt x="42302" y="284967"/>
                  </a:lnTo>
                  <a:lnTo>
                    <a:pt x="43584" y="284967"/>
                  </a:lnTo>
                  <a:lnTo>
                    <a:pt x="44866" y="284967"/>
                  </a:lnTo>
                  <a:lnTo>
                    <a:pt x="46148" y="284967"/>
                  </a:lnTo>
                  <a:lnTo>
                    <a:pt x="47430" y="284967"/>
                  </a:lnTo>
                  <a:lnTo>
                    <a:pt x="48712" y="284967"/>
                  </a:lnTo>
                  <a:lnTo>
                    <a:pt x="49993" y="274063"/>
                  </a:lnTo>
                  <a:lnTo>
                    <a:pt x="51275" y="263359"/>
                  </a:lnTo>
                  <a:lnTo>
                    <a:pt x="52557" y="284967"/>
                  </a:lnTo>
                  <a:lnTo>
                    <a:pt x="53839" y="284967"/>
                  </a:lnTo>
                  <a:lnTo>
                    <a:pt x="55121" y="284967"/>
                  </a:lnTo>
                  <a:lnTo>
                    <a:pt x="56403" y="284967"/>
                  </a:lnTo>
                  <a:lnTo>
                    <a:pt x="57684" y="284967"/>
                  </a:lnTo>
                  <a:lnTo>
                    <a:pt x="58966" y="235733"/>
                  </a:lnTo>
                  <a:lnTo>
                    <a:pt x="60248" y="245941"/>
                  </a:lnTo>
                  <a:lnTo>
                    <a:pt x="61530" y="284967"/>
                  </a:lnTo>
                  <a:lnTo>
                    <a:pt x="62812" y="284967"/>
                  </a:lnTo>
                  <a:lnTo>
                    <a:pt x="64094" y="242518"/>
                  </a:lnTo>
                  <a:lnTo>
                    <a:pt x="65376" y="215834"/>
                  </a:lnTo>
                  <a:lnTo>
                    <a:pt x="66657" y="215834"/>
                  </a:lnTo>
                  <a:lnTo>
                    <a:pt x="67939" y="215834"/>
                  </a:lnTo>
                  <a:lnTo>
                    <a:pt x="69221" y="225699"/>
                  </a:lnTo>
                  <a:lnTo>
                    <a:pt x="70503" y="284967"/>
                  </a:lnTo>
                  <a:lnTo>
                    <a:pt x="71785" y="284967"/>
                  </a:lnTo>
                  <a:lnTo>
                    <a:pt x="73067" y="284967"/>
                  </a:lnTo>
                  <a:lnTo>
                    <a:pt x="74348" y="284967"/>
                  </a:lnTo>
                  <a:lnTo>
                    <a:pt x="75630" y="284967"/>
                  </a:lnTo>
                  <a:lnTo>
                    <a:pt x="76912" y="284967"/>
                  </a:lnTo>
                  <a:lnTo>
                    <a:pt x="78194" y="338712"/>
                  </a:lnTo>
                  <a:lnTo>
                    <a:pt x="79476" y="363342"/>
                  </a:lnTo>
                  <a:lnTo>
                    <a:pt x="80758" y="363342"/>
                  </a:lnTo>
                  <a:lnTo>
                    <a:pt x="82039" y="363342"/>
                  </a:lnTo>
                  <a:lnTo>
                    <a:pt x="83321" y="415940"/>
                  </a:lnTo>
                  <a:lnTo>
                    <a:pt x="84603" y="397879"/>
                  </a:lnTo>
                  <a:lnTo>
                    <a:pt x="85885" y="363342"/>
                  </a:lnTo>
                  <a:lnTo>
                    <a:pt x="87167" y="330726"/>
                  </a:lnTo>
                  <a:lnTo>
                    <a:pt x="88449" y="284967"/>
                  </a:lnTo>
                  <a:lnTo>
                    <a:pt x="89731" y="284967"/>
                  </a:lnTo>
                  <a:lnTo>
                    <a:pt x="91012" y="284967"/>
                  </a:lnTo>
                  <a:lnTo>
                    <a:pt x="92294" y="364301"/>
                  </a:lnTo>
                  <a:lnTo>
                    <a:pt x="93576" y="377418"/>
                  </a:lnTo>
                  <a:lnTo>
                    <a:pt x="94858" y="401104"/>
                  </a:lnTo>
                  <a:lnTo>
                    <a:pt x="96140" y="401104"/>
                  </a:lnTo>
                  <a:lnTo>
                    <a:pt x="97422" y="401104"/>
                  </a:lnTo>
                  <a:lnTo>
                    <a:pt x="98703" y="401104"/>
                  </a:lnTo>
                  <a:lnTo>
                    <a:pt x="99985" y="401104"/>
                  </a:lnTo>
                  <a:lnTo>
                    <a:pt x="101267" y="401104"/>
                  </a:lnTo>
                  <a:lnTo>
                    <a:pt x="102549" y="401104"/>
                  </a:lnTo>
                  <a:lnTo>
                    <a:pt x="103831" y="446863"/>
                  </a:lnTo>
                  <a:lnTo>
                    <a:pt x="104109" y="4539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l67"/>
            <p:cNvSpPr/>
            <p:nvPr/>
          </p:nvSpPr>
          <p:spPr>
            <a:xfrm>
              <a:off x="8007628" y="1766334"/>
              <a:ext cx="39638" cy="299954"/>
            </a:xfrm>
            <a:custGeom>
              <a:avLst/>
              <a:pathLst>
                <a:path w="39638" h="299954">
                  <a:moveTo>
                    <a:pt x="0" y="299954"/>
                  </a:moveTo>
                  <a:lnTo>
                    <a:pt x="1" y="299827"/>
                  </a:lnTo>
                  <a:lnTo>
                    <a:pt x="1283" y="299827"/>
                  </a:lnTo>
                  <a:lnTo>
                    <a:pt x="2565" y="299827"/>
                  </a:lnTo>
                  <a:lnTo>
                    <a:pt x="3847" y="299827"/>
                  </a:lnTo>
                  <a:lnTo>
                    <a:pt x="5129" y="299827"/>
                  </a:lnTo>
                  <a:lnTo>
                    <a:pt x="6410" y="299827"/>
                  </a:lnTo>
                  <a:lnTo>
                    <a:pt x="7692" y="299827"/>
                  </a:lnTo>
                  <a:lnTo>
                    <a:pt x="8974" y="299827"/>
                  </a:lnTo>
                  <a:lnTo>
                    <a:pt x="10256" y="299827"/>
                  </a:lnTo>
                  <a:lnTo>
                    <a:pt x="11538" y="299827"/>
                  </a:lnTo>
                  <a:lnTo>
                    <a:pt x="12820" y="299827"/>
                  </a:lnTo>
                  <a:lnTo>
                    <a:pt x="14102" y="299827"/>
                  </a:lnTo>
                  <a:lnTo>
                    <a:pt x="15383" y="299827"/>
                  </a:lnTo>
                  <a:lnTo>
                    <a:pt x="16665" y="299827"/>
                  </a:lnTo>
                  <a:lnTo>
                    <a:pt x="17947" y="248348"/>
                  </a:lnTo>
                  <a:lnTo>
                    <a:pt x="19229" y="188752"/>
                  </a:lnTo>
                  <a:lnTo>
                    <a:pt x="20511" y="75031"/>
                  </a:lnTo>
                  <a:lnTo>
                    <a:pt x="21793" y="17877"/>
                  </a:lnTo>
                  <a:lnTo>
                    <a:pt x="23074" y="0"/>
                  </a:lnTo>
                  <a:lnTo>
                    <a:pt x="24356" y="82834"/>
                  </a:lnTo>
                  <a:lnTo>
                    <a:pt x="25638" y="92451"/>
                  </a:lnTo>
                  <a:lnTo>
                    <a:pt x="26920" y="92451"/>
                  </a:lnTo>
                  <a:lnTo>
                    <a:pt x="28202" y="116137"/>
                  </a:lnTo>
                  <a:lnTo>
                    <a:pt x="29484" y="116137"/>
                  </a:lnTo>
                  <a:lnTo>
                    <a:pt x="30766" y="116137"/>
                  </a:lnTo>
                  <a:lnTo>
                    <a:pt x="32047" y="116137"/>
                  </a:lnTo>
                  <a:lnTo>
                    <a:pt x="33329" y="116137"/>
                  </a:lnTo>
                  <a:lnTo>
                    <a:pt x="34611" y="116137"/>
                  </a:lnTo>
                  <a:lnTo>
                    <a:pt x="35893" y="116137"/>
                  </a:lnTo>
                  <a:lnTo>
                    <a:pt x="37175" y="149341"/>
                  </a:lnTo>
                  <a:lnTo>
                    <a:pt x="38457" y="194513"/>
                  </a:lnTo>
                  <a:lnTo>
                    <a:pt x="39638" y="29995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l68"/>
            <p:cNvSpPr/>
            <p:nvPr/>
          </p:nvSpPr>
          <p:spPr>
            <a:xfrm>
              <a:off x="8071709" y="2065324"/>
              <a:ext cx="48" cy="964"/>
            </a:xfrm>
            <a:custGeom>
              <a:avLst/>
              <a:pathLst>
                <a:path w="48" h="964">
                  <a:moveTo>
                    <a:pt x="0" y="964"/>
                  </a:moveTo>
                  <a:lnTo>
                    <a:pt x="12" y="0"/>
                  </a:lnTo>
                  <a:lnTo>
                    <a:pt x="48" y="964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l69"/>
            <p:cNvSpPr/>
            <p:nvPr/>
          </p:nvSpPr>
          <p:spPr>
            <a:xfrm>
              <a:off x="8102413" y="2062103"/>
              <a:ext cx="295" cy="4185"/>
            </a:xfrm>
            <a:custGeom>
              <a:avLst/>
              <a:pathLst>
                <a:path w="295" h="4185">
                  <a:moveTo>
                    <a:pt x="0" y="4185"/>
                  </a:moveTo>
                  <a:lnTo>
                    <a:pt x="72" y="0"/>
                  </a:lnTo>
                  <a:lnTo>
                    <a:pt x="295" y="418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l70"/>
            <p:cNvSpPr/>
            <p:nvPr/>
          </p:nvSpPr>
          <p:spPr>
            <a:xfrm>
              <a:off x="8104159" y="1907509"/>
              <a:ext cx="9660" cy="158779"/>
            </a:xfrm>
            <a:custGeom>
              <a:avLst/>
              <a:pathLst>
                <a:path w="9660" h="158779">
                  <a:moveTo>
                    <a:pt x="0" y="158779"/>
                  </a:moveTo>
                  <a:lnTo>
                    <a:pt x="890" y="113493"/>
                  </a:lnTo>
                  <a:lnTo>
                    <a:pt x="2172" y="36803"/>
                  </a:lnTo>
                  <a:lnTo>
                    <a:pt x="3454" y="30583"/>
                  </a:lnTo>
                  <a:lnTo>
                    <a:pt x="4736" y="0"/>
                  </a:lnTo>
                  <a:lnTo>
                    <a:pt x="6017" y="22981"/>
                  </a:lnTo>
                  <a:lnTo>
                    <a:pt x="7299" y="82249"/>
                  </a:lnTo>
                  <a:lnTo>
                    <a:pt x="8581" y="105935"/>
                  </a:lnTo>
                  <a:lnTo>
                    <a:pt x="9660" y="158779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l71"/>
            <p:cNvSpPr/>
            <p:nvPr/>
          </p:nvSpPr>
          <p:spPr>
            <a:xfrm>
              <a:off x="8140940" y="2066161"/>
              <a:ext cx="21795" cy="127"/>
            </a:xfrm>
            <a:custGeom>
              <a:avLst/>
              <a:pathLst>
                <a:path w="21795" h="127">
                  <a:moveTo>
                    <a:pt x="0" y="127"/>
                  </a:moveTo>
                  <a:lnTo>
                    <a:pt x="1" y="0"/>
                  </a:lnTo>
                  <a:lnTo>
                    <a:pt x="1283" y="0"/>
                  </a:lnTo>
                  <a:lnTo>
                    <a:pt x="2565" y="0"/>
                  </a:lnTo>
                  <a:lnTo>
                    <a:pt x="3847" y="0"/>
                  </a:lnTo>
                  <a:lnTo>
                    <a:pt x="5129" y="0"/>
                  </a:lnTo>
                  <a:lnTo>
                    <a:pt x="6411" y="0"/>
                  </a:lnTo>
                  <a:lnTo>
                    <a:pt x="7692" y="0"/>
                  </a:lnTo>
                  <a:lnTo>
                    <a:pt x="8974" y="0"/>
                  </a:lnTo>
                  <a:lnTo>
                    <a:pt x="10256" y="0"/>
                  </a:lnTo>
                  <a:lnTo>
                    <a:pt x="11538" y="0"/>
                  </a:lnTo>
                  <a:lnTo>
                    <a:pt x="12820" y="0"/>
                  </a:lnTo>
                  <a:lnTo>
                    <a:pt x="14102" y="0"/>
                  </a:lnTo>
                  <a:lnTo>
                    <a:pt x="15384" y="0"/>
                  </a:lnTo>
                  <a:lnTo>
                    <a:pt x="16665" y="0"/>
                  </a:lnTo>
                  <a:lnTo>
                    <a:pt x="17947" y="0"/>
                  </a:lnTo>
                  <a:lnTo>
                    <a:pt x="19229" y="0"/>
                  </a:lnTo>
                  <a:lnTo>
                    <a:pt x="20511" y="0"/>
                  </a:lnTo>
                  <a:lnTo>
                    <a:pt x="21793" y="0"/>
                  </a:lnTo>
                  <a:lnTo>
                    <a:pt x="21795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l72"/>
            <p:cNvSpPr/>
            <p:nvPr/>
          </p:nvSpPr>
          <p:spPr>
            <a:xfrm>
              <a:off x="8230669" y="2066161"/>
              <a:ext cx="10258" cy="127"/>
            </a:xfrm>
            <a:custGeom>
              <a:avLst/>
              <a:pathLst>
                <a:path w="10258" h="127">
                  <a:moveTo>
                    <a:pt x="0" y="127"/>
                  </a:moveTo>
                  <a:lnTo>
                    <a:pt x="1" y="0"/>
                  </a:lnTo>
                  <a:lnTo>
                    <a:pt x="1283" y="0"/>
                  </a:lnTo>
                  <a:lnTo>
                    <a:pt x="2565" y="0"/>
                  </a:lnTo>
                  <a:lnTo>
                    <a:pt x="3846" y="0"/>
                  </a:lnTo>
                  <a:lnTo>
                    <a:pt x="5128" y="0"/>
                  </a:lnTo>
                  <a:lnTo>
                    <a:pt x="6410" y="0"/>
                  </a:lnTo>
                  <a:lnTo>
                    <a:pt x="7692" y="0"/>
                  </a:lnTo>
                  <a:lnTo>
                    <a:pt x="8974" y="0"/>
                  </a:lnTo>
                  <a:lnTo>
                    <a:pt x="10256" y="0"/>
                  </a:lnTo>
                  <a:lnTo>
                    <a:pt x="10258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l73"/>
            <p:cNvSpPr/>
            <p:nvPr/>
          </p:nvSpPr>
          <p:spPr>
            <a:xfrm>
              <a:off x="8263115" y="1796441"/>
              <a:ext cx="34212" cy="269848"/>
            </a:xfrm>
            <a:custGeom>
              <a:avLst/>
              <a:pathLst>
                <a:path w="34212" h="269848">
                  <a:moveTo>
                    <a:pt x="0" y="269848"/>
                  </a:moveTo>
                  <a:lnTo>
                    <a:pt x="883" y="217004"/>
                  </a:lnTo>
                  <a:lnTo>
                    <a:pt x="2165" y="217004"/>
                  </a:lnTo>
                  <a:lnTo>
                    <a:pt x="3446" y="217004"/>
                  </a:lnTo>
                  <a:lnTo>
                    <a:pt x="4728" y="177978"/>
                  </a:lnTo>
                  <a:lnTo>
                    <a:pt x="6010" y="147871"/>
                  </a:lnTo>
                  <a:lnTo>
                    <a:pt x="7292" y="147871"/>
                  </a:lnTo>
                  <a:lnTo>
                    <a:pt x="8574" y="141652"/>
                  </a:lnTo>
                  <a:lnTo>
                    <a:pt x="9856" y="124185"/>
                  </a:lnTo>
                  <a:lnTo>
                    <a:pt x="11138" y="31734"/>
                  </a:lnTo>
                  <a:lnTo>
                    <a:pt x="12419" y="0"/>
                  </a:lnTo>
                  <a:lnTo>
                    <a:pt x="13701" y="31734"/>
                  </a:lnTo>
                  <a:lnTo>
                    <a:pt x="14983" y="31734"/>
                  </a:lnTo>
                  <a:lnTo>
                    <a:pt x="16265" y="58418"/>
                  </a:lnTo>
                  <a:lnTo>
                    <a:pt x="17547" y="100866"/>
                  </a:lnTo>
                  <a:lnTo>
                    <a:pt x="18829" y="100866"/>
                  </a:lnTo>
                  <a:lnTo>
                    <a:pt x="20110" y="100866"/>
                  </a:lnTo>
                  <a:lnTo>
                    <a:pt x="21392" y="100866"/>
                  </a:lnTo>
                  <a:lnTo>
                    <a:pt x="22674" y="100866"/>
                  </a:lnTo>
                  <a:lnTo>
                    <a:pt x="23956" y="142673"/>
                  </a:lnTo>
                  <a:lnTo>
                    <a:pt x="25238" y="179242"/>
                  </a:lnTo>
                  <a:lnTo>
                    <a:pt x="26520" y="179242"/>
                  </a:lnTo>
                  <a:lnTo>
                    <a:pt x="27801" y="179242"/>
                  </a:lnTo>
                  <a:lnTo>
                    <a:pt x="29083" y="179242"/>
                  </a:lnTo>
                  <a:lnTo>
                    <a:pt x="30365" y="179242"/>
                  </a:lnTo>
                  <a:lnTo>
                    <a:pt x="31647" y="241083"/>
                  </a:lnTo>
                  <a:lnTo>
                    <a:pt x="32929" y="269720"/>
                  </a:lnTo>
                  <a:lnTo>
                    <a:pt x="34211" y="269720"/>
                  </a:lnTo>
                  <a:lnTo>
                    <a:pt x="34212" y="26984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317883" y="1897307"/>
              <a:ext cx="39709" cy="168981"/>
            </a:xfrm>
            <a:custGeom>
              <a:avLst/>
              <a:pathLst>
                <a:path w="39709" h="168981">
                  <a:moveTo>
                    <a:pt x="0" y="168981"/>
                  </a:moveTo>
                  <a:lnTo>
                    <a:pt x="1234" y="120714"/>
                  </a:lnTo>
                  <a:lnTo>
                    <a:pt x="2516" y="0"/>
                  </a:lnTo>
                  <a:lnTo>
                    <a:pt x="3798" y="0"/>
                  </a:lnTo>
                  <a:lnTo>
                    <a:pt x="5080" y="0"/>
                  </a:lnTo>
                  <a:lnTo>
                    <a:pt x="6362" y="0"/>
                  </a:lnTo>
                  <a:lnTo>
                    <a:pt x="7643" y="0"/>
                  </a:lnTo>
                  <a:lnTo>
                    <a:pt x="8925" y="0"/>
                  </a:lnTo>
                  <a:lnTo>
                    <a:pt x="10207" y="0"/>
                  </a:lnTo>
                  <a:lnTo>
                    <a:pt x="11489" y="0"/>
                  </a:lnTo>
                  <a:lnTo>
                    <a:pt x="12771" y="0"/>
                  </a:lnTo>
                  <a:lnTo>
                    <a:pt x="14053" y="0"/>
                  </a:lnTo>
                  <a:lnTo>
                    <a:pt x="15334" y="0"/>
                  </a:lnTo>
                  <a:lnTo>
                    <a:pt x="16616" y="0"/>
                  </a:lnTo>
                  <a:lnTo>
                    <a:pt x="17898" y="53745"/>
                  </a:lnTo>
                  <a:lnTo>
                    <a:pt x="19180" y="78375"/>
                  </a:lnTo>
                  <a:lnTo>
                    <a:pt x="20462" y="121873"/>
                  </a:lnTo>
                  <a:lnTo>
                    <a:pt x="21744" y="168854"/>
                  </a:lnTo>
                  <a:lnTo>
                    <a:pt x="23025" y="168854"/>
                  </a:lnTo>
                  <a:lnTo>
                    <a:pt x="24307" y="168854"/>
                  </a:lnTo>
                  <a:lnTo>
                    <a:pt x="25589" y="168854"/>
                  </a:lnTo>
                  <a:lnTo>
                    <a:pt x="26871" y="168854"/>
                  </a:lnTo>
                  <a:lnTo>
                    <a:pt x="28153" y="168854"/>
                  </a:lnTo>
                  <a:lnTo>
                    <a:pt x="29435" y="168854"/>
                  </a:lnTo>
                  <a:lnTo>
                    <a:pt x="30717" y="168854"/>
                  </a:lnTo>
                  <a:lnTo>
                    <a:pt x="31998" y="168854"/>
                  </a:lnTo>
                  <a:lnTo>
                    <a:pt x="33280" y="168854"/>
                  </a:lnTo>
                  <a:lnTo>
                    <a:pt x="34562" y="168854"/>
                  </a:lnTo>
                  <a:lnTo>
                    <a:pt x="35844" y="168854"/>
                  </a:lnTo>
                  <a:lnTo>
                    <a:pt x="37126" y="168854"/>
                  </a:lnTo>
                  <a:lnTo>
                    <a:pt x="38408" y="168854"/>
                  </a:lnTo>
                  <a:lnTo>
                    <a:pt x="39689" y="168854"/>
                  </a:lnTo>
                  <a:lnTo>
                    <a:pt x="39709" y="16898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359068" y="2013445"/>
              <a:ext cx="9839" cy="52843"/>
            </a:xfrm>
            <a:custGeom>
              <a:avLst/>
              <a:pathLst>
                <a:path w="9839" h="52843">
                  <a:moveTo>
                    <a:pt x="0" y="52843"/>
                  </a:moveTo>
                  <a:lnTo>
                    <a:pt x="1069" y="12415"/>
                  </a:lnTo>
                  <a:lnTo>
                    <a:pt x="2351" y="0"/>
                  </a:lnTo>
                  <a:lnTo>
                    <a:pt x="3632" y="0"/>
                  </a:lnTo>
                  <a:lnTo>
                    <a:pt x="4914" y="0"/>
                  </a:lnTo>
                  <a:lnTo>
                    <a:pt x="6196" y="0"/>
                  </a:lnTo>
                  <a:lnTo>
                    <a:pt x="7478" y="0"/>
                  </a:lnTo>
                  <a:lnTo>
                    <a:pt x="8760" y="0"/>
                  </a:lnTo>
                  <a:lnTo>
                    <a:pt x="9839" y="5284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395964" y="1912168"/>
              <a:ext cx="3389" cy="154121"/>
            </a:xfrm>
            <a:custGeom>
              <a:avLst/>
              <a:pathLst>
                <a:path w="3389" h="154121">
                  <a:moveTo>
                    <a:pt x="0" y="154121"/>
                  </a:moveTo>
                  <a:lnTo>
                    <a:pt x="64" y="149444"/>
                  </a:lnTo>
                  <a:lnTo>
                    <a:pt x="1346" y="0"/>
                  </a:lnTo>
                  <a:lnTo>
                    <a:pt x="2628" y="116828"/>
                  </a:lnTo>
                  <a:lnTo>
                    <a:pt x="3389" y="15412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503188" y="2037377"/>
              <a:ext cx="12974" cy="28911"/>
            </a:xfrm>
            <a:custGeom>
              <a:avLst/>
              <a:pathLst>
                <a:path w="12974" h="28911">
                  <a:moveTo>
                    <a:pt x="0" y="28911"/>
                  </a:moveTo>
                  <a:lnTo>
                    <a:pt x="515" y="14880"/>
                  </a:lnTo>
                  <a:lnTo>
                    <a:pt x="1797" y="14880"/>
                  </a:lnTo>
                  <a:lnTo>
                    <a:pt x="3079" y="14880"/>
                  </a:lnTo>
                  <a:lnTo>
                    <a:pt x="4361" y="14880"/>
                  </a:lnTo>
                  <a:lnTo>
                    <a:pt x="5643" y="14880"/>
                  </a:lnTo>
                  <a:lnTo>
                    <a:pt x="6924" y="14880"/>
                  </a:lnTo>
                  <a:lnTo>
                    <a:pt x="8206" y="1221"/>
                  </a:lnTo>
                  <a:lnTo>
                    <a:pt x="9488" y="27440"/>
                  </a:lnTo>
                  <a:lnTo>
                    <a:pt x="10770" y="20657"/>
                  </a:lnTo>
                  <a:lnTo>
                    <a:pt x="12052" y="0"/>
                  </a:lnTo>
                  <a:lnTo>
                    <a:pt x="12974" y="2891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516889" y="2038166"/>
              <a:ext cx="1402" cy="28123"/>
            </a:xfrm>
            <a:custGeom>
              <a:avLst/>
              <a:pathLst>
                <a:path w="1402" h="28123">
                  <a:moveTo>
                    <a:pt x="0" y="28123"/>
                  </a:moveTo>
                  <a:lnTo>
                    <a:pt x="914" y="0"/>
                  </a:lnTo>
                  <a:lnTo>
                    <a:pt x="1402" y="2812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539323" y="1946076"/>
              <a:ext cx="47701" cy="120212"/>
            </a:xfrm>
            <a:custGeom>
              <a:avLst/>
              <a:pathLst>
                <a:path w="47701" h="120212">
                  <a:moveTo>
                    <a:pt x="0" y="120212"/>
                  </a:moveTo>
                  <a:lnTo>
                    <a:pt x="271" y="106181"/>
                  </a:lnTo>
                  <a:lnTo>
                    <a:pt x="1553" y="106181"/>
                  </a:lnTo>
                  <a:lnTo>
                    <a:pt x="2835" y="35612"/>
                  </a:lnTo>
                  <a:lnTo>
                    <a:pt x="4117" y="35612"/>
                  </a:lnTo>
                  <a:lnTo>
                    <a:pt x="5399" y="0"/>
                  </a:lnTo>
                  <a:lnTo>
                    <a:pt x="6681" y="0"/>
                  </a:lnTo>
                  <a:lnTo>
                    <a:pt x="7962" y="0"/>
                  </a:lnTo>
                  <a:lnTo>
                    <a:pt x="9244" y="22100"/>
                  </a:lnTo>
                  <a:lnTo>
                    <a:pt x="10526" y="29127"/>
                  </a:lnTo>
                  <a:lnTo>
                    <a:pt x="11808" y="46289"/>
                  </a:lnTo>
                  <a:lnTo>
                    <a:pt x="13090" y="74926"/>
                  </a:lnTo>
                  <a:lnTo>
                    <a:pt x="14372" y="60077"/>
                  </a:lnTo>
                  <a:lnTo>
                    <a:pt x="15653" y="43682"/>
                  </a:lnTo>
                  <a:lnTo>
                    <a:pt x="16935" y="99001"/>
                  </a:lnTo>
                  <a:lnTo>
                    <a:pt x="18217" y="91447"/>
                  </a:lnTo>
                  <a:lnTo>
                    <a:pt x="19499" y="120085"/>
                  </a:lnTo>
                  <a:lnTo>
                    <a:pt x="20781" y="120085"/>
                  </a:lnTo>
                  <a:lnTo>
                    <a:pt x="22063" y="120085"/>
                  </a:lnTo>
                  <a:lnTo>
                    <a:pt x="23345" y="120085"/>
                  </a:lnTo>
                  <a:lnTo>
                    <a:pt x="24626" y="120085"/>
                  </a:lnTo>
                  <a:lnTo>
                    <a:pt x="25908" y="120085"/>
                  </a:lnTo>
                  <a:lnTo>
                    <a:pt x="27190" y="120085"/>
                  </a:lnTo>
                  <a:lnTo>
                    <a:pt x="28472" y="120085"/>
                  </a:lnTo>
                  <a:lnTo>
                    <a:pt x="29754" y="120085"/>
                  </a:lnTo>
                  <a:lnTo>
                    <a:pt x="31036" y="120085"/>
                  </a:lnTo>
                  <a:lnTo>
                    <a:pt x="32317" y="120085"/>
                  </a:lnTo>
                  <a:lnTo>
                    <a:pt x="33599" y="120085"/>
                  </a:lnTo>
                  <a:lnTo>
                    <a:pt x="34881" y="120085"/>
                  </a:lnTo>
                  <a:lnTo>
                    <a:pt x="36163" y="120085"/>
                  </a:lnTo>
                  <a:lnTo>
                    <a:pt x="37445" y="120085"/>
                  </a:lnTo>
                  <a:lnTo>
                    <a:pt x="38727" y="120085"/>
                  </a:lnTo>
                  <a:lnTo>
                    <a:pt x="40009" y="120085"/>
                  </a:lnTo>
                  <a:lnTo>
                    <a:pt x="41290" y="120085"/>
                  </a:lnTo>
                  <a:lnTo>
                    <a:pt x="42572" y="120085"/>
                  </a:lnTo>
                  <a:lnTo>
                    <a:pt x="43854" y="120085"/>
                  </a:lnTo>
                  <a:lnTo>
                    <a:pt x="45136" y="120085"/>
                  </a:lnTo>
                  <a:lnTo>
                    <a:pt x="46418" y="120085"/>
                  </a:lnTo>
                  <a:lnTo>
                    <a:pt x="47700" y="120085"/>
                  </a:lnTo>
                  <a:lnTo>
                    <a:pt x="47701" y="120212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613940" y="2066161"/>
              <a:ext cx="1285" cy="127"/>
            </a:xfrm>
            <a:custGeom>
              <a:avLst/>
              <a:pathLst>
                <a:path w="1285" h="127">
                  <a:moveTo>
                    <a:pt x="0" y="127"/>
                  </a:moveTo>
                  <a:lnTo>
                    <a:pt x="1" y="0"/>
                  </a:lnTo>
                  <a:lnTo>
                    <a:pt x="1283" y="0"/>
                  </a:lnTo>
                  <a:lnTo>
                    <a:pt x="1285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8720734" y="1897307"/>
              <a:ext cx="23958" cy="168981"/>
            </a:xfrm>
            <a:custGeom>
              <a:avLst/>
              <a:pathLst>
                <a:path w="23958" h="168981">
                  <a:moveTo>
                    <a:pt x="0" y="168981"/>
                  </a:moveTo>
                  <a:lnTo>
                    <a:pt x="883" y="116137"/>
                  </a:lnTo>
                  <a:lnTo>
                    <a:pt x="2165" y="82834"/>
                  </a:lnTo>
                  <a:lnTo>
                    <a:pt x="3446" y="0"/>
                  </a:lnTo>
                  <a:lnTo>
                    <a:pt x="4728" y="0"/>
                  </a:lnTo>
                  <a:lnTo>
                    <a:pt x="6010" y="0"/>
                  </a:lnTo>
                  <a:lnTo>
                    <a:pt x="7292" y="0"/>
                  </a:lnTo>
                  <a:lnTo>
                    <a:pt x="8574" y="0"/>
                  </a:lnTo>
                  <a:lnTo>
                    <a:pt x="9856" y="0"/>
                  </a:lnTo>
                  <a:lnTo>
                    <a:pt x="11138" y="0"/>
                  </a:lnTo>
                  <a:lnTo>
                    <a:pt x="12419" y="0"/>
                  </a:lnTo>
                  <a:lnTo>
                    <a:pt x="13701" y="0"/>
                  </a:lnTo>
                  <a:lnTo>
                    <a:pt x="14983" y="0"/>
                  </a:lnTo>
                  <a:lnTo>
                    <a:pt x="16265" y="61841"/>
                  </a:lnTo>
                  <a:lnTo>
                    <a:pt x="17547" y="91089"/>
                  </a:lnTo>
                  <a:lnTo>
                    <a:pt x="18829" y="168854"/>
                  </a:lnTo>
                  <a:lnTo>
                    <a:pt x="20110" y="168854"/>
                  </a:lnTo>
                  <a:lnTo>
                    <a:pt x="21392" y="168854"/>
                  </a:lnTo>
                  <a:lnTo>
                    <a:pt x="22674" y="168854"/>
                  </a:lnTo>
                  <a:lnTo>
                    <a:pt x="23956" y="168854"/>
                  </a:lnTo>
                  <a:lnTo>
                    <a:pt x="23958" y="16898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8748132" y="2043551"/>
              <a:ext cx="1029" cy="22737"/>
            </a:xfrm>
            <a:custGeom>
              <a:avLst/>
              <a:pathLst>
                <a:path w="1029" h="22737">
                  <a:moveTo>
                    <a:pt x="0" y="22737"/>
                  </a:moveTo>
                  <a:lnTo>
                    <a:pt x="403" y="0"/>
                  </a:lnTo>
                  <a:lnTo>
                    <a:pt x="1029" y="2273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8798947" y="1897307"/>
              <a:ext cx="41700" cy="168981"/>
            </a:xfrm>
            <a:custGeom>
              <a:avLst/>
              <a:pathLst>
                <a:path w="41700" h="168981">
                  <a:moveTo>
                    <a:pt x="0" y="168981"/>
                  </a:moveTo>
                  <a:lnTo>
                    <a:pt x="862" y="128107"/>
                  </a:lnTo>
                  <a:lnTo>
                    <a:pt x="2143" y="123695"/>
                  </a:lnTo>
                  <a:lnTo>
                    <a:pt x="3425" y="123695"/>
                  </a:lnTo>
                  <a:lnTo>
                    <a:pt x="4707" y="47004"/>
                  </a:lnTo>
                  <a:lnTo>
                    <a:pt x="5989" y="40519"/>
                  </a:lnTo>
                  <a:lnTo>
                    <a:pt x="7271" y="61854"/>
                  </a:lnTo>
                  <a:lnTo>
                    <a:pt x="8553" y="29891"/>
                  </a:lnTo>
                  <a:lnTo>
                    <a:pt x="9835" y="22477"/>
                  </a:lnTo>
                  <a:lnTo>
                    <a:pt x="11116" y="20026"/>
                  </a:lnTo>
                  <a:lnTo>
                    <a:pt x="12398" y="36325"/>
                  </a:lnTo>
                  <a:lnTo>
                    <a:pt x="13680" y="72536"/>
                  </a:lnTo>
                  <a:lnTo>
                    <a:pt x="14962" y="72536"/>
                  </a:lnTo>
                  <a:lnTo>
                    <a:pt x="16244" y="86029"/>
                  </a:lnTo>
                  <a:lnTo>
                    <a:pt x="17526" y="128478"/>
                  </a:lnTo>
                  <a:lnTo>
                    <a:pt x="18807" y="125550"/>
                  </a:lnTo>
                  <a:lnTo>
                    <a:pt x="20089" y="72536"/>
                  </a:lnTo>
                  <a:lnTo>
                    <a:pt x="21371" y="72536"/>
                  </a:lnTo>
                  <a:lnTo>
                    <a:pt x="22653" y="72536"/>
                  </a:lnTo>
                  <a:lnTo>
                    <a:pt x="23935" y="72536"/>
                  </a:lnTo>
                  <a:lnTo>
                    <a:pt x="25217" y="77896"/>
                  </a:lnTo>
                  <a:lnTo>
                    <a:pt x="26499" y="61854"/>
                  </a:lnTo>
                  <a:lnTo>
                    <a:pt x="27780" y="77957"/>
                  </a:lnTo>
                  <a:lnTo>
                    <a:pt x="29062" y="142189"/>
                  </a:lnTo>
                  <a:lnTo>
                    <a:pt x="30344" y="79334"/>
                  </a:lnTo>
                  <a:lnTo>
                    <a:pt x="31626" y="0"/>
                  </a:lnTo>
                  <a:lnTo>
                    <a:pt x="32908" y="0"/>
                  </a:lnTo>
                  <a:lnTo>
                    <a:pt x="34190" y="0"/>
                  </a:lnTo>
                  <a:lnTo>
                    <a:pt x="35471" y="0"/>
                  </a:lnTo>
                  <a:lnTo>
                    <a:pt x="36753" y="0"/>
                  </a:lnTo>
                  <a:lnTo>
                    <a:pt x="38035" y="3679"/>
                  </a:lnTo>
                  <a:lnTo>
                    <a:pt x="39317" y="78375"/>
                  </a:lnTo>
                  <a:lnTo>
                    <a:pt x="40599" y="157710"/>
                  </a:lnTo>
                  <a:lnTo>
                    <a:pt x="41700" y="168981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8863081" y="1938093"/>
              <a:ext cx="15927" cy="128195"/>
            </a:xfrm>
            <a:custGeom>
              <a:avLst/>
              <a:pathLst>
                <a:path w="15927" h="128195">
                  <a:moveTo>
                    <a:pt x="0" y="128195"/>
                  </a:moveTo>
                  <a:lnTo>
                    <a:pt x="820" y="82735"/>
                  </a:lnTo>
                  <a:lnTo>
                    <a:pt x="2102" y="36326"/>
                  </a:lnTo>
                  <a:lnTo>
                    <a:pt x="3384" y="6219"/>
                  </a:lnTo>
                  <a:lnTo>
                    <a:pt x="4666" y="0"/>
                  </a:lnTo>
                  <a:lnTo>
                    <a:pt x="5948" y="6219"/>
                  </a:lnTo>
                  <a:lnTo>
                    <a:pt x="7230" y="65475"/>
                  </a:lnTo>
                  <a:lnTo>
                    <a:pt x="8511" y="43231"/>
                  </a:lnTo>
                  <a:lnTo>
                    <a:pt x="9793" y="6219"/>
                  </a:lnTo>
                  <a:lnTo>
                    <a:pt x="11075" y="6219"/>
                  </a:lnTo>
                  <a:lnTo>
                    <a:pt x="12357" y="6219"/>
                  </a:lnTo>
                  <a:lnTo>
                    <a:pt x="13639" y="64928"/>
                  </a:lnTo>
                  <a:lnTo>
                    <a:pt x="14921" y="78953"/>
                  </a:lnTo>
                  <a:lnTo>
                    <a:pt x="15927" y="128195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l85"/>
            <p:cNvSpPr/>
            <p:nvPr/>
          </p:nvSpPr>
          <p:spPr>
            <a:xfrm>
              <a:off x="8900852" y="1979435"/>
              <a:ext cx="10126" cy="86853"/>
            </a:xfrm>
            <a:custGeom>
              <a:avLst/>
              <a:pathLst>
                <a:path w="10126" h="86853">
                  <a:moveTo>
                    <a:pt x="0" y="86853"/>
                  </a:moveTo>
                  <a:lnTo>
                    <a:pt x="223" y="62163"/>
                  </a:lnTo>
                  <a:lnTo>
                    <a:pt x="1505" y="2253"/>
                  </a:lnTo>
                  <a:lnTo>
                    <a:pt x="2787" y="2253"/>
                  </a:lnTo>
                  <a:lnTo>
                    <a:pt x="4068" y="2253"/>
                  </a:lnTo>
                  <a:lnTo>
                    <a:pt x="5350" y="2253"/>
                  </a:lnTo>
                  <a:lnTo>
                    <a:pt x="6632" y="0"/>
                  </a:lnTo>
                  <a:lnTo>
                    <a:pt x="7914" y="0"/>
                  </a:lnTo>
                  <a:lnTo>
                    <a:pt x="9196" y="29987"/>
                  </a:lnTo>
                  <a:lnTo>
                    <a:pt x="10126" y="86853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l86"/>
            <p:cNvSpPr/>
            <p:nvPr/>
          </p:nvSpPr>
          <p:spPr>
            <a:xfrm>
              <a:off x="8931022" y="1809580"/>
              <a:ext cx="20026" cy="256708"/>
            </a:xfrm>
            <a:custGeom>
              <a:avLst/>
              <a:pathLst>
                <a:path w="20026" h="256708">
                  <a:moveTo>
                    <a:pt x="0" y="256708"/>
                  </a:moveTo>
                  <a:lnTo>
                    <a:pt x="817" y="185812"/>
                  </a:lnTo>
                  <a:lnTo>
                    <a:pt x="2098" y="136496"/>
                  </a:lnTo>
                  <a:lnTo>
                    <a:pt x="3380" y="113148"/>
                  </a:lnTo>
                  <a:lnTo>
                    <a:pt x="4662" y="148731"/>
                  </a:lnTo>
                  <a:lnTo>
                    <a:pt x="5944" y="109192"/>
                  </a:lnTo>
                  <a:lnTo>
                    <a:pt x="7226" y="88508"/>
                  </a:lnTo>
                  <a:lnTo>
                    <a:pt x="8508" y="60773"/>
                  </a:lnTo>
                  <a:lnTo>
                    <a:pt x="9789" y="60773"/>
                  </a:lnTo>
                  <a:lnTo>
                    <a:pt x="11071" y="0"/>
                  </a:lnTo>
                  <a:lnTo>
                    <a:pt x="12353" y="0"/>
                  </a:lnTo>
                  <a:lnTo>
                    <a:pt x="13635" y="16019"/>
                  </a:lnTo>
                  <a:lnTo>
                    <a:pt x="14917" y="46980"/>
                  </a:lnTo>
                  <a:lnTo>
                    <a:pt x="16199" y="103412"/>
                  </a:lnTo>
                  <a:lnTo>
                    <a:pt x="17481" y="211422"/>
                  </a:lnTo>
                  <a:lnTo>
                    <a:pt x="18762" y="192961"/>
                  </a:lnTo>
                  <a:lnTo>
                    <a:pt x="20026" y="256708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l87"/>
            <p:cNvSpPr/>
            <p:nvPr/>
          </p:nvSpPr>
          <p:spPr>
            <a:xfrm>
              <a:off x="8958752" y="2066161"/>
              <a:ext cx="17953" cy="127"/>
            </a:xfrm>
            <a:custGeom>
              <a:avLst/>
              <a:pathLst>
                <a:path w="17953" h="127">
                  <a:moveTo>
                    <a:pt x="0" y="127"/>
                  </a:moveTo>
                  <a:lnTo>
                    <a:pt x="6" y="0"/>
                  </a:lnTo>
                  <a:lnTo>
                    <a:pt x="1287" y="0"/>
                  </a:lnTo>
                  <a:lnTo>
                    <a:pt x="2569" y="0"/>
                  </a:lnTo>
                  <a:lnTo>
                    <a:pt x="3851" y="0"/>
                  </a:lnTo>
                  <a:lnTo>
                    <a:pt x="5133" y="0"/>
                  </a:lnTo>
                  <a:lnTo>
                    <a:pt x="6415" y="0"/>
                  </a:lnTo>
                  <a:lnTo>
                    <a:pt x="7697" y="0"/>
                  </a:lnTo>
                  <a:lnTo>
                    <a:pt x="8978" y="0"/>
                  </a:lnTo>
                  <a:lnTo>
                    <a:pt x="10260" y="0"/>
                  </a:lnTo>
                  <a:lnTo>
                    <a:pt x="11542" y="0"/>
                  </a:lnTo>
                  <a:lnTo>
                    <a:pt x="12824" y="0"/>
                  </a:lnTo>
                  <a:lnTo>
                    <a:pt x="14106" y="0"/>
                  </a:lnTo>
                  <a:lnTo>
                    <a:pt x="15388" y="0"/>
                  </a:lnTo>
                  <a:lnTo>
                    <a:pt x="16670" y="0"/>
                  </a:lnTo>
                  <a:lnTo>
                    <a:pt x="17951" y="0"/>
                  </a:lnTo>
                  <a:lnTo>
                    <a:pt x="17953" y="127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l88"/>
            <p:cNvSpPr/>
            <p:nvPr/>
          </p:nvSpPr>
          <p:spPr>
            <a:xfrm>
              <a:off x="8997212" y="2066161"/>
              <a:ext cx="1283" cy="127"/>
            </a:xfrm>
            <a:custGeom>
              <a:avLst/>
              <a:pathLst>
                <a:path w="1283" h="127">
                  <a:moveTo>
                    <a:pt x="0" y="127"/>
                  </a:moveTo>
                  <a:lnTo>
                    <a:pt x="1" y="0"/>
                  </a:lnTo>
                  <a:lnTo>
                    <a:pt x="1283" y="0"/>
                  </a:lnTo>
                  <a:lnTo>
                    <a:pt x="1283" y="0"/>
                  </a:lnTo>
                </a:path>
              </a:pathLst>
            </a:custGeom>
            <a:ln w="27101" cap="flat">
              <a:solidFill>
                <a:srgbClr val="00008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g89"/>
            <p:cNvSpPr/>
            <p:nvPr/>
          </p:nvSpPr>
          <p:spPr>
            <a:xfrm>
              <a:off x="622670" y="723690"/>
              <a:ext cx="8375825" cy="1342599"/>
            </a:xfrm>
            <a:custGeom>
              <a:avLst/>
              <a:pathLst>
                <a:path w="8375825" h="1342599">
                  <a:moveTo>
                    <a:pt x="0" y="930440"/>
                  </a:moveTo>
                  <a:lnTo>
                    <a:pt x="256" y="997485"/>
                  </a:lnTo>
                  <a:lnTo>
                    <a:pt x="1538" y="1001897"/>
                  </a:lnTo>
                  <a:lnTo>
                    <a:pt x="2820" y="1003857"/>
                  </a:lnTo>
                  <a:lnTo>
                    <a:pt x="4101" y="1042392"/>
                  </a:lnTo>
                  <a:lnTo>
                    <a:pt x="5383" y="1046600"/>
                  </a:lnTo>
                  <a:lnTo>
                    <a:pt x="6665" y="1111263"/>
                  </a:lnTo>
                  <a:lnTo>
                    <a:pt x="7947" y="1132870"/>
                  </a:lnTo>
                  <a:lnTo>
                    <a:pt x="9229" y="1178630"/>
                  </a:lnTo>
                  <a:lnTo>
                    <a:pt x="10511" y="1200172"/>
                  </a:lnTo>
                  <a:lnTo>
                    <a:pt x="11792" y="1231145"/>
                  </a:lnTo>
                  <a:lnTo>
                    <a:pt x="13074" y="1257762"/>
                  </a:lnTo>
                  <a:lnTo>
                    <a:pt x="14356" y="1297312"/>
                  </a:lnTo>
                  <a:lnTo>
                    <a:pt x="15638" y="1297312"/>
                  </a:lnTo>
                  <a:lnTo>
                    <a:pt x="16920" y="1307177"/>
                  </a:lnTo>
                  <a:lnTo>
                    <a:pt x="18202" y="1335514"/>
                  </a:lnTo>
                  <a:lnTo>
                    <a:pt x="19484" y="1333744"/>
                  </a:lnTo>
                  <a:lnTo>
                    <a:pt x="20765" y="1173617"/>
                  </a:lnTo>
                  <a:lnTo>
                    <a:pt x="22047" y="1141497"/>
                  </a:lnTo>
                  <a:lnTo>
                    <a:pt x="23329" y="1104485"/>
                  </a:lnTo>
                  <a:lnTo>
                    <a:pt x="24611" y="1094783"/>
                  </a:lnTo>
                  <a:lnTo>
                    <a:pt x="25893" y="1042644"/>
                  </a:lnTo>
                  <a:lnTo>
                    <a:pt x="27175" y="1042644"/>
                  </a:lnTo>
                  <a:lnTo>
                    <a:pt x="28456" y="1042644"/>
                  </a:lnTo>
                  <a:lnTo>
                    <a:pt x="29738" y="1085239"/>
                  </a:lnTo>
                  <a:lnTo>
                    <a:pt x="31020" y="1196936"/>
                  </a:lnTo>
                  <a:lnTo>
                    <a:pt x="32302" y="1214403"/>
                  </a:lnTo>
                  <a:lnTo>
                    <a:pt x="33584" y="1220622"/>
                  </a:lnTo>
                  <a:lnTo>
                    <a:pt x="34866" y="1220622"/>
                  </a:lnTo>
                  <a:lnTo>
                    <a:pt x="36148" y="1170639"/>
                  </a:lnTo>
                  <a:lnTo>
                    <a:pt x="37429" y="1158781"/>
                  </a:lnTo>
                  <a:lnTo>
                    <a:pt x="38711" y="1161723"/>
                  </a:lnTo>
                  <a:lnTo>
                    <a:pt x="39993" y="1220622"/>
                  </a:lnTo>
                  <a:lnTo>
                    <a:pt x="41275" y="1250729"/>
                  </a:lnTo>
                  <a:lnTo>
                    <a:pt x="42557" y="1289755"/>
                  </a:lnTo>
                  <a:lnTo>
                    <a:pt x="43839" y="1300864"/>
                  </a:lnTo>
                  <a:lnTo>
                    <a:pt x="45120" y="1342599"/>
                  </a:lnTo>
                  <a:lnTo>
                    <a:pt x="46402" y="1342599"/>
                  </a:lnTo>
                  <a:lnTo>
                    <a:pt x="47684" y="1342599"/>
                  </a:lnTo>
                  <a:lnTo>
                    <a:pt x="48966" y="1342599"/>
                  </a:lnTo>
                  <a:lnTo>
                    <a:pt x="50248" y="1342599"/>
                  </a:lnTo>
                  <a:lnTo>
                    <a:pt x="51530" y="1342599"/>
                  </a:lnTo>
                  <a:lnTo>
                    <a:pt x="52811" y="1316012"/>
                  </a:lnTo>
                  <a:lnTo>
                    <a:pt x="54093" y="1289755"/>
                  </a:lnTo>
                  <a:lnTo>
                    <a:pt x="55375" y="1286097"/>
                  </a:lnTo>
                  <a:lnTo>
                    <a:pt x="56657" y="1220622"/>
                  </a:lnTo>
                  <a:lnTo>
                    <a:pt x="57939" y="1220622"/>
                  </a:lnTo>
                  <a:lnTo>
                    <a:pt x="59221" y="1220622"/>
                  </a:lnTo>
                  <a:lnTo>
                    <a:pt x="60503" y="1220622"/>
                  </a:lnTo>
                  <a:lnTo>
                    <a:pt x="61784" y="1220622"/>
                  </a:lnTo>
                  <a:lnTo>
                    <a:pt x="63066" y="1220622"/>
                  </a:lnTo>
                  <a:lnTo>
                    <a:pt x="64348" y="1132946"/>
                  </a:lnTo>
                  <a:lnTo>
                    <a:pt x="65630" y="1102839"/>
                  </a:lnTo>
                  <a:lnTo>
                    <a:pt x="66912" y="1102839"/>
                  </a:lnTo>
                  <a:lnTo>
                    <a:pt x="68194" y="1096619"/>
                  </a:lnTo>
                  <a:lnTo>
                    <a:pt x="69475" y="1079153"/>
                  </a:lnTo>
                  <a:lnTo>
                    <a:pt x="70757" y="1072631"/>
                  </a:lnTo>
                  <a:lnTo>
                    <a:pt x="72039" y="1022452"/>
                  </a:lnTo>
                  <a:lnTo>
                    <a:pt x="73321" y="1042644"/>
                  </a:lnTo>
                  <a:lnTo>
                    <a:pt x="74603" y="997472"/>
                  </a:lnTo>
                  <a:lnTo>
                    <a:pt x="75885" y="1045071"/>
                  </a:lnTo>
                  <a:lnTo>
                    <a:pt x="77167" y="1028082"/>
                  </a:lnTo>
                  <a:lnTo>
                    <a:pt x="78448" y="1045549"/>
                  </a:lnTo>
                  <a:lnTo>
                    <a:pt x="79730" y="1051768"/>
                  </a:lnTo>
                  <a:lnTo>
                    <a:pt x="81012" y="1051768"/>
                  </a:lnTo>
                  <a:lnTo>
                    <a:pt x="82294" y="1051768"/>
                  </a:lnTo>
                  <a:lnTo>
                    <a:pt x="83576" y="1094889"/>
                  </a:lnTo>
                  <a:lnTo>
                    <a:pt x="84858" y="1102839"/>
                  </a:lnTo>
                  <a:lnTo>
                    <a:pt x="86139" y="1179530"/>
                  </a:lnTo>
                  <a:lnTo>
                    <a:pt x="87421" y="1179530"/>
                  </a:lnTo>
                  <a:lnTo>
                    <a:pt x="88703" y="1183942"/>
                  </a:lnTo>
                  <a:lnTo>
                    <a:pt x="89985" y="1183942"/>
                  </a:lnTo>
                  <a:lnTo>
                    <a:pt x="91267" y="1183942"/>
                  </a:lnTo>
                  <a:lnTo>
                    <a:pt x="92549" y="1183942"/>
                  </a:lnTo>
                  <a:lnTo>
                    <a:pt x="93830" y="1279331"/>
                  </a:lnTo>
                  <a:lnTo>
                    <a:pt x="95112" y="1342599"/>
                  </a:lnTo>
                  <a:lnTo>
                    <a:pt x="96394" y="1342599"/>
                  </a:lnTo>
                  <a:lnTo>
                    <a:pt x="97676" y="1342599"/>
                  </a:lnTo>
                  <a:lnTo>
                    <a:pt x="98958" y="1342599"/>
                  </a:lnTo>
                  <a:lnTo>
                    <a:pt x="100240" y="1342599"/>
                  </a:lnTo>
                  <a:lnTo>
                    <a:pt x="101522" y="1342599"/>
                  </a:lnTo>
                  <a:lnTo>
                    <a:pt x="102803" y="1342599"/>
                  </a:lnTo>
                  <a:lnTo>
                    <a:pt x="104085" y="1342599"/>
                  </a:lnTo>
                  <a:lnTo>
                    <a:pt x="105367" y="1342599"/>
                  </a:lnTo>
                  <a:lnTo>
                    <a:pt x="106649" y="1342599"/>
                  </a:lnTo>
                  <a:lnTo>
                    <a:pt x="107931" y="1342599"/>
                  </a:lnTo>
                  <a:lnTo>
                    <a:pt x="109213" y="1342599"/>
                  </a:lnTo>
                  <a:lnTo>
                    <a:pt x="110494" y="1342599"/>
                  </a:lnTo>
                  <a:lnTo>
                    <a:pt x="111776" y="1342599"/>
                  </a:lnTo>
                  <a:lnTo>
                    <a:pt x="113058" y="1342599"/>
                  </a:lnTo>
                  <a:lnTo>
                    <a:pt x="114340" y="1342599"/>
                  </a:lnTo>
                  <a:lnTo>
                    <a:pt x="115622" y="1342599"/>
                  </a:lnTo>
                  <a:lnTo>
                    <a:pt x="116904" y="1342599"/>
                  </a:lnTo>
                  <a:lnTo>
                    <a:pt x="118186" y="1342599"/>
                  </a:lnTo>
                  <a:lnTo>
                    <a:pt x="119467" y="1342599"/>
                  </a:lnTo>
                  <a:lnTo>
                    <a:pt x="120749" y="1342599"/>
                  </a:lnTo>
                  <a:lnTo>
                    <a:pt x="122031" y="1342599"/>
                  </a:lnTo>
                  <a:lnTo>
                    <a:pt x="123313" y="1342599"/>
                  </a:lnTo>
                  <a:lnTo>
                    <a:pt x="124595" y="1342599"/>
                  </a:lnTo>
                  <a:lnTo>
                    <a:pt x="125877" y="1342599"/>
                  </a:lnTo>
                  <a:lnTo>
                    <a:pt x="127158" y="1342471"/>
                  </a:lnTo>
                  <a:lnTo>
                    <a:pt x="128440" y="1342471"/>
                  </a:lnTo>
                  <a:lnTo>
                    <a:pt x="129722" y="1342471"/>
                  </a:lnTo>
                  <a:lnTo>
                    <a:pt x="131004" y="1342471"/>
                  </a:lnTo>
                  <a:lnTo>
                    <a:pt x="132286" y="1342471"/>
                  </a:lnTo>
                  <a:lnTo>
                    <a:pt x="133568" y="1309194"/>
                  </a:lnTo>
                  <a:lnTo>
                    <a:pt x="134849" y="1231396"/>
                  </a:lnTo>
                  <a:lnTo>
                    <a:pt x="136131" y="1173617"/>
                  </a:lnTo>
                  <a:lnTo>
                    <a:pt x="137413" y="1173617"/>
                  </a:lnTo>
                  <a:lnTo>
                    <a:pt x="138695" y="1173617"/>
                  </a:lnTo>
                  <a:lnTo>
                    <a:pt x="139977" y="1173617"/>
                  </a:lnTo>
                  <a:lnTo>
                    <a:pt x="141259" y="1173617"/>
                  </a:lnTo>
                  <a:lnTo>
                    <a:pt x="142541" y="1173617"/>
                  </a:lnTo>
                  <a:lnTo>
                    <a:pt x="143822" y="1173617"/>
                  </a:lnTo>
                  <a:lnTo>
                    <a:pt x="145104" y="1173617"/>
                  </a:lnTo>
                  <a:lnTo>
                    <a:pt x="146386" y="1173617"/>
                  </a:lnTo>
                  <a:lnTo>
                    <a:pt x="147668" y="1173617"/>
                  </a:lnTo>
                  <a:lnTo>
                    <a:pt x="148950" y="1173617"/>
                  </a:lnTo>
                  <a:lnTo>
                    <a:pt x="150232" y="1173617"/>
                  </a:lnTo>
                  <a:lnTo>
                    <a:pt x="151513" y="1173617"/>
                  </a:lnTo>
                  <a:lnTo>
                    <a:pt x="152795" y="1199875"/>
                  </a:lnTo>
                  <a:lnTo>
                    <a:pt x="154077" y="1273339"/>
                  </a:lnTo>
                  <a:lnTo>
                    <a:pt x="155359" y="1342471"/>
                  </a:lnTo>
                  <a:lnTo>
                    <a:pt x="156641" y="1342471"/>
                  </a:lnTo>
                  <a:lnTo>
                    <a:pt x="157923" y="1342471"/>
                  </a:lnTo>
                  <a:lnTo>
                    <a:pt x="159205" y="1342471"/>
                  </a:lnTo>
                  <a:lnTo>
                    <a:pt x="160486" y="1342471"/>
                  </a:lnTo>
                  <a:lnTo>
                    <a:pt x="161768" y="1342471"/>
                  </a:lnTo>
                  <a:lnTo>
                    <a:pt x="163050" y="1342471"/>
                  </a:lnTo>
                  <a:lnTo>
                    <a:pt x="164332" y="1342471"/>
                  </a:lnTo>
                  <a:lnTo>
                    <a:pt x="165614" y="1342471"/>
                  </a:lnTo>
                  <a:lnTo>
                    <a:pt x="166896" y="1342471"/>
                  </a:lnTo>
                  <a:lnTo>
                    <a:pt x="168177" y="1342471"/>
                  </a:lnTo>
                  <a:lnTo>
                    <a:pt x="169459" y="1342471"/>
                  </a:lnTo>
                  <a:lnTo>
                    <a:pt x="170741" y="1342471"/>
                  </a:lnTo>
                  <a:lnTo>
                    <a:pt x="172023" y="1342471"/>
                  </a:lnTo>
                  <a:lnTo>
                    <a:pt x="173305" y="1342471"/>
                  </a:lnTo>
                  <a:lnTo>
                    <a:pt x="174587" y="1342599"/>
                  </a:lnTo>
                  <a:lnTo>
                    <a:pt x="175869" y="1342599"/>
                  </a:lnTo>
                  <a:lnTo>
                    <a:pt x="177150" y="1342599"/>
                  </a:lnTo>
                  <a:lnTo>
                    <a:pt x="178432" y="1342599"/>
                  </a:lnTo>
                  <a:lnTo>
                    <a:pt x="179714" y="1342599"/>
                  </a:lnTo>
                  <a:lnTo>
                    <a:pt x="180996" y="1342599"/>
                  </a:lnTo>
                  <a:lnTo>
                    <a:pt x="182278" y="1342599"/>
                  </a:lnTo>
                  <a:lnTo>
                    <a:pt x="183560" y="1342599"/>
                  </a:lnTo>
                  <a:lnTo>
                    <a:pt x="184841" y="1342599"/>
                  </a:lnTo>
                  <a:lnTo>
                    <a:pt x="186123" y="1342599"/>
                  </a:lnTo>
                  <a:lnTo>
                    <a:pt x="187405" y="1342599"/>
                  </a:lnTo>
                  <a:lnTo>
                    <a:pt x="188687" y="1342599"/>
                  </a:lnTo>
                  <a:lnTo>
                    <a:pt x="189969" y="1342599"/>
                  </a:lnTo>
                  <a:lnTo>
                    <a:pt x="191251" y="1342599"/>
                  </a:lnTo>
                  <a:lnTo>
                    <a:pt x="192532" y="1342599"/>
                  </a:lnTo>
                  <a:lnTo>
                    <a:pt x="193814" y="1339493"/>
                  </a:lnTo>
                  <a:lnTo>
                    <a:pt x="195096" y="1342599"/>
                  </a:lnTo>
                  <a:lnTo>
                    <a:pt x="196378" y="1295490"/>
                  </a:lnTo>
                  <a:lnTo>
                    <a:pt x="197660" y="1342471"/>
                  </a:lnTo>
                  <a:lnTo>
                    <a:pt x="198942" y="1342471"/>
                  </a:lnTo>
                  <a:lnTo>
                    <a:pt x="200224" y="1342471"/>
                  </a:lnTo>
                  <a:lnTo>
                    <a:pt x="201505" y="1342471"/>
                  </a:lnTo>
                  <a:lnTo>
                    <a:pt x="202787" y="1342471"/>
                  </a:lnTo>
                  <a:lnTo>
                    <a:pt x="204069" y="1342471"/>
                  </a:lnTo>
                  <a:lnTo>
                    <a:pt x="205351" y="1342471"/>
                  </a:lnTo>
                  <a:lnTo>
                    <a:pt x="206633" y="1342471"/>
                  </a:lnTo>
                  <a:lnTo>
                    <a:pt x="207915" y="1342599"/>
                  </a:lnTo>
                  <a:lnTo>
                    <a:pt x="209196" y="1342599"/>
                  </a:lnTo>
                  <a:lnTo>
                    <a:pt x="210478" y="1342599"/>
                  </a:lnTo>
                  <a:lnTo>
                    <a:pt x="211760" y="1342599"/>
                  </a:lnTo>
                  <a:lnTo>
                    <a:pt x="213042" y="1342599"/>
                  </a:lnTo>
                  <a:lnTo>
                    <a:pt x="214324" y="1269748"/>
                  </a:lnTo>
                  <a:lnTo>
                    <a:pt x="215606" y="1266068"/>
                  </a:lnTo>
                  <a:lnTo>
                    <a:pt x="216888" y="1266068"/>
                  </a:lnTo>
                  <a:lnTo>
                    <a:pt x="218169" y="1266068"/>
                  </a:lnTo>
                  <a:lnTo>
                    <a:pt x="219451" y="1266068"/>
                  </a:lnTo>
                  <a:lnTo>
                    <a:pt x="220733" y="1289755"/>
                  </a:lnTo>
                  <a:lnTo>
                    <a:pt x="222015" y="1240521"/>
                  </a:lnTo>
                  <a:lnTo>
                    <a:pt x="223297" y="1220622"/>
                  </a:lnTo>
                  <a:lnTo>
                    <a:pt x="224579" y="1188888"/>
                  </a:lnTo>
                  <a:lnTo>
                    <a:pt x="225860" y="1221546"/>
                  </a:lnTo>
                  <a:lnTo>
                    <a:pt x="227142" y="1221546"/>
                  </a:lnTo>
                  <a:lnTo>
                    <a:pt x="228424" y="1158781"/>
                  </a:lnTo>
                  <a:lnTo>
                    <a:pt x="229706" y="1158781"/>
                  </a:lnTo>
                  <a:lnTo>
                    <a:pt x="230988" y="1158781"/>
                  </a:lnTo>
                  <a:lnTo>
                    <a:pt x="232270" y="1204540"/>
                  </a:lnTo>
                  <a:lnTo>
                    <a:pt x="233551" y="1286097"/>
                  </a:lnTo>
                  <a:lnTo>
                    <a:pt x="234833" y="1289755"/>
                  </a:lnTo>
                  <a:lnTo>
                    <a:pt x="236115" y="1289755"/>
                  </a:lnTo>
                  <a:lnTo>
                    <a:pt x="237397" y="1289755"/>
                  </a:lnTo>
                  <a:lnTo>
                    <a:pt x="238679" y="1289755"/>
                  </a:lnTo>
                  <a:lnTo>
                    <a:pt x="239961" y="1266068"/>
                  </a:lnTo>
                  <a:lnTo>
                    <a:pt x="241243" y="1319813"/>
                  </a:lnTo>
                  <a:lnTo>
                    <a:pt x="242524" y="1342599"/>
                  </a:lnTo>
                  <a:lnTo>
                    <a:pt x="243806" y="1342599"/>
                  </a:lnTo>
                  <a:lnTo>
                    <a:pt x="245088" y="1342599"/>
                  </a:lnTo>
                  <a:lnTo>
                    <a:pt x="246370" y="1342599"/>
                  </a:lnTo>
                  <a:lnTo>
                    <a:pt x="247652" y="1342599"/>
                  </a:lnTo>
                  <a:lnTo>
                    <a:pt x="248934" y="1342599"/>
                  </a:lnTo>
                  <a:lnTo>
                    <a:pt x="250215" y="1342599"/>
                  </a:lnTo>
                  <a:lnTo>
                    <a:pt x="251497" y="1342599"/>
                  </a:lnTo>
                  <a:lnTo>
                    <a:pt x="252779" y="1342599"/>
                  </a:lnTo>
                  <a:lnTo>
                    <a:pt x="254061" y="1342599"/>
                  </a:lnTo>
                  <a:lnTo>
                    <a:pt x="255343" y="1342599"/>
                  </a:lnTo>
                  <a:lnTo>
                    <a:pt x="256625" y="1342599"/>
                  </a:lnTo>
                  <a:lnTo>
                    <a:pt x="257907" y="1342599"/>
                  </a:lnTo>
                  <a:lnTo>
                    <a:pt x="259188" y="1342599"/>
                  </a:lnTo>
                  <a:lnTo>
                    <a:pt x="260470" y="1342599"/>
                  </a:lnTo>
                  <a:lnTo>
                    <a:pt x="261752" y="1342599"/>
                  </a:lnTo>
                  <a:lnTo>
                    <a:pt x="263034" y="1342599"/>
                  </a:lnTo>
                  <a:lnTo>
                    <a:pt x="264316" y="1342599"/>
                  </a:lnTo>
                  <a:lnTo>
                    <a:pt x="265598" y="1289755"/>
                  </a:lnTo>
                  <a:lnTo>
                    <a:pt x="266879" y="1289755"/>
                  </a:lnTo>
                  <a:lnTo>
                    <a:pt x="268161" y="1289755"/>
                  </a:lnTo>
                  <a:lnTo>
                    <a:pt x="269443" y="1289755"/>
                  </a:lnTo>
                  <a:lnTo>
                    <a:pt x="270725" y="1289755"/>
                  </a:lnTo>
                  <a:lnTo>
                    <a:pt x="272007" y="1261117"/>
                  </a:lnTo>
                  <a:lnTo>
                    <a:pt x="273289" y="1179693"/>
                  </a:lnTo>
                  <a:lnTo>
                    <a:pt x="274570" y="1152562"/>
                  </a:lnTo>
                  <a:lnTo>
                    <a:pt x="275852" y="1135095"/>
                  </a:lnTo>
                  <a:lnTo>
                    <a:pt x="277134" y="1143966"/>
                  </a:lnTo>
                  <a:lnTo>
                    <a:pt x="278416" y="1104485"/>
                  </a:lnTo>
                  <a:lnTo>
                    <a:pt x="279698" y="1173617"/>
                  </a:lnTo>
                  <a:lnTo>
                    <a:pt x="280980" y="1173617"/>
                  </a:lnTo>
                  <a:lnTo>
                    <a:pt x="282262" y="1104485"/>
                  </a:lnTo>
                  <a:lnTo>
                    <a:pt x="283543" y="1005681"/>
                  </a:lnTo>
                  <a:lnTo>
                    <a:pt x="284825" y="986702"/>
                  </a:lnTo>
                  <a:lnTo>
                    <a:pt x="286107" y="986702"/>
                  </a:lnTo>
                  <a:lnTo>
                    <a:pt x="287389" y="986702"/>
                  </a:lnTo>
                  <a:lnTo>
                    <a:pt x="288671" y="986702"/>
                  </a:lnTo>
                  <a:lnTo>
                    <a:pt x="289953" y="986702"/>
                  </a:lnTo>
                  <a:lnTo>
                    <a:pt x="291234" y="1008443"/>
                  </a:lnTo>
                  <a:lnTo>
                    <a:pt x="292516" y="1082092"/>
                  </a:lnTo>
                  <a:lnTo>
                    <a:pt x="293798" y="1069669"/>
                  </a:lnTo>
                  <a:lnTo>
                    <a:pt x="295080" y="1042644"/>
                  </a:lnTo>
                  <a:lnTo>
                    <a:pt x="296362" y="1042644"/>
                  </a:lnTo>
                  <a:lnTo>
                    <a:pt x="297644" y="1042644"/>
                  </a:lnTo>
                  <a:lnTo>
                    <a:pt x="298926" y="1042644"/>
                  </a:lnTo>
                  <a:lnTo>
                    <a:pt x="300207" y="1042644"/>
                  </a:lnTo>
                  <a:lnTo>
                    <a:pt x="301489" y="1104485"/>
                  </a:lnTo>
                  <a:lnTo>
                    <a:pt x="302771" y="1223356"/>
                  </a:lnTo>
                  <a:lnTo>
                    <a:pt x="304053" y="1251993"/>
                  </a:lnTo>
                  <a:lnTo>
                    <a:pt x="305335" y="1251993"/>
                  </a:lnTo>
                  <a:lnTo>
                    <a:pt x="306617" y="1251993"/>
                  </a:lnTo>
                  <a:lnTo>
                    <a:pt x="307898" y="1219376"/>
                  </a:lnTo>
                  <a:lnTo>
                    <a:pt x="309180" y="1173617"/>
                  </a:lnTo>
                  <a:lnTo>
                    <a:pt x="310462" y="1124383"/>
                  </a:lnTo>
                  <a:lnTo>
                    <a:pt x="311744" y="1104485"/>
                  </a:lnTo>
                  <a:lnTo>
                    <a:pt x="313026" y="1104485"/>
                  </a:lnTo>
                  <a:lnTo>
                    <a:pt x="314308" y="1104485"/>
                  </a:lnTo>
                  <a:lnTo>
                    <a:pt x="315590" y="1104485"/>
                  </a:lnTo>
                  <a:lnTo>
                    <a:pt x="316871" y="1104485"/>
                  </a:lnTo>
                  <a:lnTo>
                    <a:pt x="318153" y="1104485"/>
                  </a:lnTo>
                  <a:lnTo>
                    <a:pt x="319435" y="1104485"/>
                  </a:lnTo>
                  <a:lnTo>
                    <a:pt x="320717" y="1104485"/>
                  </a:lnTo>
                  <a:lnTo>
                    <a:pt x="321999" y="1104485"/>
                  </a:lnTo>
                  <a:lnTo>
                    <a:pt x="323281" y="1104485"/>
                  </a:lnTo>
                  <a:lnTo>
                    <a:pt x="324562" y="1104485"/>
                  </a:lnTo>
                  <a:lnTo>
                    <a:pt x="325844" y="1104485"/>
                  </a:lnTo>
                  <a:lnTo>
                    <a:pt x="327126" y="1131169"/>
                  </a:lnTo>
                  <a:lnTo>
                    <a:pt x="328408" y="1173617"/>
                  </a:lnTo>
                  <a:lnTo>
                    <a:pt x="329690" y="1227362"/>
                  </a:lnTo>
                  <a:lnTo>
                    <a:pt x="330972" y="1251993"/>
                  </a:lnTo>
                  <a:lnTo>
                    <a:pt x="332253" y="1300023"/>
                  </a:lnTo>
                  <a:lnTo>
                    <a:pt x="333535" y="1342471"/>
                  </a:lnTo>
                  <a:lnTo>
                    <a:pt x="334817" y="1342471"/>
                  </a:lnTo>
                  <a:lnTo>
                    <a:pt x="336099" y="1342471"/>
                  </a:lnTo>
                  <a:lnTo>
                    <a:pt x="337381" y="1342471"/>
                  </a:lnTo>
                  <a:lnTo>
                    <a:pt x="338663" y="1342471"/>
                  </a:lnTo>
                  <a:lnTo>
                    <a:pt x="339945" y="1277703"/>
                  </a:lnTo>
                  <a:lnTo>
                    <a:pt x="341226" y="1251993"/>
                  </a:lnTo>
                  <a:lnTo>
                    <a:pt x="342508" y="1251993"/>
                  </a:lnTo>
                  <a:lnTo>
                    <a:pt x="343790" y="1251993"/>
                  </a:lnTo>
                  <a:lnTo>
                    <a:pt x="345072" y="1251993"/>
                  </a:lnTo>
                  <a:lnTo>
                    <a:pt x="346354" y="1231396"/>
                  </a:lnTo>
                  <a:lnTo>
                    <a:pt x="347636" y="1144980"/>
                  </a:lnTo>
                  <a:lnTo>
                    <a:pt x="348917" y="1104485"/>
                  </a:lnTo>
                  <a:lnTo>
                    <a:pt x="350199" y="1088403"/>
                  </a:lnTo>
                  <a:lnTo>
                    <a:pt x="351481" y="1128573"/>
                  </a:lnTo>
                  <a:lnTo>
                    <a:pt x="352763" y="1135095"/>
                  </a:lnTo>
                  <a:lnTo>
                    <a:pt x="354045" y="1158781"/>
                  </a:lnTo>
                  <a:lnTo>
                    <a:pt x="355327" y="1158781"/>
                  </a:lnTo>
                  <a:lnTo>
                    <a:pt x="356609" y="1097527"/>
                  </a:lnTo>
                  <a:lnTo>
                    <a:pt x="357890" y="1051768"/>
                  </a:lnTo>
                  <a:lnTo>
                    <a:pt x="359172" y="1087046"/>
                  </a:lnTo>
                  <a:lnTo>
                    <a:pt x="360454" y="1076748"/>
                  </a:lnTo>
                  <a:lnTo>
                    <a:pt x="361736" y="1051768"/>
                  </a:lnTo>
                  <a:lnTo>
                    <a:pt x="363018" y="1051768"/>
                  </a:lnTo>
                  <a:lnTo>
                    <a:pt x="364300" y="1051768"/>
                  </a:lnTo>
                  <a:lnTo>
                    <a:pt x="365581" y="1064125"/>
                  </a:lnTo>
                  <a:lnTo>
                    <a:pt x="366863" y="1124580"/>
                  </a:lnTo>
                  <a:lnTo>
                    <a:pt x="368145" y="1158781"/>
                  </a:lnTo>
                  <a:lnTo>
                    <a:pt x="369427" y="1173641"/>
                  </a:lnTo>
                  <a:lnTo>
                    <a:pt x="370709" y="1196936"/>
                  </a:lnTo>
                  <a:lnTo>
                    <a:pt x="371991" y="1190414"/>
                  </a:lnTo>
                  <a:lnTo>
                    <a:pt x="373272" y="1066604"/>
                  </a:lnTo>
                  <a:lnTo>
                    <a:pt x="374554" y="1022452"/>
                  </a:lnTo>
                  <a:lnTo>
                    <a:pt x="375836" y="1048543"/>
                  </a:lnTo>
                  <a:lnTo>
                    <a:pt x="377118" y="1104485"/>
                  </a:lnTo>
                  <a:lnTo>
                    <a:pt x="378400" y="1104485"/>
                  </a:lnTo>
                  <a:lnTo>
                    <a:pt x="379682" y="1138034"/>
                  </a:lnTo>
                  <a:lnTo>
                    <a:pt x="380964" y="1173617"/>
                  </a:lnTo>
                  <a:lnTo>
                    <a:pt x="382245" y="1173617"/>
                  </a:lnTo>
                  <a:lnTo>
                    <a:pt x="383527" y="1173617"/>
                  </a:lnTo>
                  <a:lnTo>
                    <a:pt x="384809" y="1173617"/>
                  </a:lnTo>
                  <a:lnTo>
                    <a:pt x="386091" y="1173617"/>
                  </a:lnTo>
                  <a:lnTo>
                    <a:pt x="387373" y="1173617"/>
                  </a:lnTo>
                  <a:lnTo>
                    <a:pt x="388655" y="1173617"/>
                  </a:lnTo>
                  <a:lnTo>
                    <a:pt x="389936" y="1173617"/>
                  </a:lnTo>
                  <a:lnTo>
                    <a:pt x="391218" y="1173617"/>
                  </a:lnTo>
                  <a:lnTo>
                    <a:pt x="392500" y="1219376"/>
                  </a:lnTo>
                  <a:lnTo>
                    <a:pt x="393782" y="1282099"/>
                  </a:lnTo>
                  <a:lnTo>
                    <a:pt x="395064" y="1342471"/>
                  </a:lnTo>
                  <a:lnTo>
                    <a:pt x="396346" y="1342471"/>
                  </a:lnTo>
                  <a:lnTo>
                    <a:pt x="397628" y="1342471"/>
                  </a:lnTo>
                  <a:lnTo>
                    <a:pt x="398909" y="1342471"/>
                  </a:lnTo>
                  <a:lnTo>
                    <a:pt x="400191" y="1342471"/>
                  </a:lnTo>
                  <a:lnTo>
                    <a:pt x="401473" y="1342471"/>
                  </a:lnTo>
                  <a:lnTo>
                    <a:pt x="402755" y="1342471"/>
                  </a:lnTo>
                  <a:lnTo>
                    <a:pt x="404037" y="1342471"/>
                  </a:lnTo>
                  <a:lnTo>
                    <a:pt x="405319" y="1342471"/>
                  </a:lnTo>
                  <a:lnTo>
                    <a:pt x="406600" y="1342471"/>
                  </a:lnTo>
                  <a:lnTo>
                    <a:pt x="407882" y="1318511"/>
                  </a:lnTo>
                  <a:lnTo>
                    <a:pt x="409164" y="1251993"/>
                  </a:lnTo>
                  <a:lnTo>
                    <a:pt x="410446" y="1251993"/>
                  </a:lnTo>
                  <a:lnTo>
                    <a:pt x="411728" y="1251993"/>
                  </a:lnTo>
                  <a:lnTo>
                    <a:pt x="413010" y="1251993"/>
                  </a:lnTo>
                  <a:lnTo>
                    <a:pt x="414292" y="1251993"/>
                  </a:lnTo>
                  <a:lnTo>
                    <a:pt x="415573" y="1251993"/>
                  </a:lnTo>
                  <a:lnTo>
                    <a:pt x="416855" y="1251993"/>
                  </a:lnTo>
                  <a:lnTo>
                    <a:pt x="418137" y="1231396"/>
                  </a:lnTo>
                  <a:lnTo>
                    <a:pt x="419419" y="1088403"/>
                  </a:lnTo>
                  <a:lnTo>
                    <a:pt x="420701" y="978752"/>
                  </a:lnTo>
                  <a:lnTo>
                    <a:pt x="421983" y="935631"/>
                  </a:lnTo>
                  <a:lnTo>
                    <a:pt x="423264" y="1028082"/>
                  </a:lnTo>
                  <a:lnTo>
                    <a:pt x="424546" y="1027808"/>
                  </a:lnTo>
                  <a:lnTo>
                    <a:pt x="425828" y="1085890"/>
                  </a:lnTo>
                  <a:lnTo>
                    <a:pt x="427110" y="1085890"/>
                  </a:lnTo>
                  <a:lnTo>
                    <a:pt x="428392" y="1106704"/>
                  </a:lnTo>
                  <a:lnTo>
                    <a:pt x="429674" y="1104604"/>
                  </a:lnTo>
                  <a:lnTo>
                    <a:pt x="430955" y="1094215"/>
                  </a:lnTo>
                  <a:lnTo>
                    <a:pt x="432237" y="1064109"/>
                  </a:lnTo>
                  <a:lnTo>
                    <a:pt x="433519" y="1064109"/>
                  </a:lnTo>
                  <a:lnTo>
                    <a:pt x="434801" y="1064109"/>
                  </a:lnTo>
                  <a:lnTo>
                    <a:pt x="436083" y="1064109"/>
                  </a:lnTo>
                  <a:lnTo>
                    <a:pt x="437365" y="1073974"/>
                  </a:lnTo>
                  <a:lnTo>
                    <a:pt x="438647" y="1159499"/>
                  </a:lnTo>
                  <a:lnTo>
                    <a:pt x="439928" y="1254212"/>
                  </a:lnTo>
                  <a:lnTo>
                    <a:pt x="441210" y="1302095"/>
                  </a:lnTo>
                  <a:lnTo>
                    <a:pt x="442492" y="1300657"/>
                  </a:lnTo>
                  <a:lnTo>
                    <a:pt x="443774" y="1269990"/>
                  </a:lnTo>
                  <a:lnTo>
                    <a:pt x="445056" y="1220622"/>
                  </a:lnTo>
                  <a:lnTo>
                    <a:pt x="446338" y="1230937"/>
                  </a:lnTo>
                  <a:lnTo>
                    <a:pt x="447619" y="1247815"/>
                  </a:lnTo>
                  <a:lnTo>
                    <a:pt x="448901" y="1251993"/>
                  </a:lnTo>
                  <a:lnTo>
                    <a:pt x="450183" y="1273339"/>
                  </a:lnTo>
                  <a:lnTo>
                    <a:pt x="451465" y="1342471"/>
                  </a:lnTo>
                  <a:lnTo>
                    <a:pt x="452747" y="1342471"/>
                  </a:lnTo>
                  <a:lnTo>
                    <a:pt x="454029" y="1342471"/>
                  </a:lnTo>
                  <a:lnTo>
                    <a:pt x="455311" y="1342471"/>
                  </a:lnTo>
                  <a:lnTo>
                    <a:pt x="456592" y="1342471"/>
                  </a:lnTo>
                  <a:lnTo>
                    <a:pt x="457874" y="1342471"/>
                  </a:lnTo>
                  <a:lnTo>
                    <a:pt x="459156" y="1342471"/>
                  </a:lnTo>
                  <a:lnTo>
                    <a:pt x="460438" y="1342471"/>
                  </a:lnTo>
                  <a:lnTo>
                    <a:pt x="461720" y="1342471"/>
                  </a:lnTo>
                  <a:lnTo>
                    <a:pt x="463002" y="1342471"/>
                  </a:lnTo>
                  <a:lnTo>
                    <a:pt x="464283" y="1342471"/>
                  </a:lnTo>
                  <a:lnTo>
                    <a:pt x="465565" y="1342599"/>
                  </a:lnTo>
                  <a:lnTo>
                    <a:pt x="466847" y="1342599"/>
                  </a:lnTo>
                  <a:lnTo>
                    <a:pt x="468129" y="1342599"/>
                  </a:lnTo>
                  <a:lnTo>
                    <a:pt x="469411" y="1342599"/>
                  </a:lnTo>
                  <a:lnTo>
                    <a:pt x="470693" y="1342599"/>
                  </a:lnTo>
                  <a:lnTo>
                    <a:pt x="471974" y="1342599"/>
                  </a:lnTo>
                  <a:lnTo>
                    <a:pt x="473256" y="1342599"/>
                  </a:lnTo>
                  <a:lnTo>
                    <a:pt x="474538" y="1342599"/>
                  </a:lnTo>
                  <a:lnTo>
                    <a:pt x="475820" y="1342599"/>
                  </a:lnTo>
                  <a:lnTo>
                    <a:pt x="477102" y="1342599"/>
                  </a:lnTo>
                  <a:lnTo>
                    <a:pt x="478384" y="1342599"/>
                  </a:lnTo>
                  <a:lnTo>
                    <a:pt x="479666" y="1342599"/>
                  </a:lnTo>
                  <a:lnTo>
                    <a:pt x="480947" y="1342599"/>
                  </a:lnTo>
                  <a:lnTo>
                    <a:pt x="482229" y="1342599"/>
                  </a:lnTo>
                  <a:lnTo>
                    <a:pt x="483511" y="1342599"/>
                  </a:lnTo>
                  <a:lnTo>
                    <a:pt x="484793" y="1342599"/>
                  </a:lnTo>
                  <a:lnTo>
                    <a:pt x="486075" y="1342599"/>
                  </a:lnTo>
                  <a:lnTo>
                    <a:pt x="487357" y="1342599"/>
                  </a:lnTo>
                  <a:lnTo>
                    <a:pt x="488638" y="1342599"/>
                  </a:lnTo>
                  <a:lnTo>
                    <a:pt x="489920" y="1342599"/>
                  </a:lnTo>
                  <a:lnTo>
                    <a:pt x="491202" y="1303870"/>
                  </a:lnTo>
                  <a:lnTo>
                    <a:pt x="492484" y="1297312"/>
                  </a:lnTo>
                  <a:lnTo>
                    <a:pt x="493766" y="1283387"/>
                  </a:lnTo>
                  <a:lnTo>
                    <a:pt x="495048" y="1301724"/>
                  </a:lnTo>
                  <a:lnTo>
                    <a:pt x="496330" y="1342599"/>
                  </a:lnTo>
                  <a:lnTo>
                    <a:pt x="497611" y="1342599"/>
                  </a:lnTo>
                  <a:lnTo>
                    <a:pt x="498893" y="1342599"/>
                  </a:lnTo>
                  <a:lnTo>
                    <a:pt x="500175" y="1342599"/>
                  </a:lnTo>
                  <a:lnTo>
                    <a:pt x="501457" y="1342599"/>
                  </a:lnTo>
                  <a:lnTo>
                    <a:pt x="502739" y="1342599"/>
                  </a:lnTo>
                  <a:lnTo>
                    <a:pt x="504021" y="1342599"/>
                  </a:lnTo>
                  <a:lnTo>
                    <a:pt x="505302" y="1342599"/>
                  </a:lnTo>
                  <a:lnTo>
                    <a:pt x="506584" y="1342599"/>
                  </a:lnTo>
                  <a:lnTo>
                    <a:pt x="507866" y="1342599"/>
                  </a:lnTo>
                  <a:lnTo>
                    <a:pt x="509148" y="1342599"/>
                  </a:lnTo>
                  <a:lnTo>
                    <a:pt x="510430" y="1342599"/>
                  </a:lnTo>
                  <a:lnTo>
                    <a:pt x="511712" y="1342599"/>
                  </a:lnTo>
                  <a:lnTo>
                    <a:pt x="512993" y="1342599"/>
                  </a:lnTo>
                  <a:lnTo>
                    <a:pt x="514275" y="1222620"/>
                  </a:lnTo>
                  <a:lnTo>
                    <a:pt x="515557" y="1174398"/>
                  </a:lnTo>
                  <a:lnTo>
                    <a:pt x="516839" y="1103166"/>
                  </a:lnTo>
                  <a:lnTo>
                    <a:pt x="518121" y="1012089"/>
                  </a:lnTo>
                  <a:lnTo>
                    <a:pt x="519403" y="975556"/>
                  </a:lnTo>
                  <a:lnTo>
                    <a:pt x="520685" y="955658"/>
                  </a:lnTo>
                  <a:lnTo>
                    <a:pt x="521966" y="937992"/>
                  </a:lnTo>
                  <a:lnTo>
                    <a:pt x="523248" y="899673"/>
                  </a:lnTo>
                  <a:lnTo>
                    <a:pt x="524530" y="897831"/>
                  </a:lnTo>
                  <a:lnTo>
                    <a:pt x="525812" y="921734"/>
                  </a:lnTo>
                  <a:lnTo>
                    <a:pt x="527094" y="934794"/>
                  </a:lnTo>
                  <a:lnTo>
                    <a:pt x="528376" y="972482"/>
                  </a:lnTo>
                  <a:lnTo>
                    <a:pt x="529657" y="969540"/>
                  </a:lnTo>
                  <a:lnTo>
                    <a:pt x="530939" y="936725"/>
                  </a:lnTo>
                  <a:lnTo>
                    <a:pt x="532221" y="870902"/>
                  </a:lnTo>
                  <a:lnTo>
                    <a:pt x="533503" y="896507"/>
                  </a:lnTo>
                  <a:lnTo>
                    <a:pt x="534785" y="908004"/>
                  </a:lnTo>
                  <a:lnTo>
                    <a:pt x="536067" y="949210"/>
                  </a:lnTo>
                  <a:lnTo>
                    <a:pt x="537349" y="979902"/>
                  </a:lnTo>
                  <a:lnTo>
                    <a:pt x="538630" y="1047747"/>
                  </a:lnTo>
                  <a:lnTo>
                    <a:pt x="539912" y="1066993"/>
                  </a:lnTo>
                  <a:lnTo>
                    <a:pt x="541194" y="1085207"/>
                  </a:lnTo>
                  <a:lnTo>
                    <a:pt x="542476" y="1130648"/>
                  </a:lnTo>
                  <a:lnTo>
                    <a:pt x="543758" y="1154258"/>
                  </a:lnTo>
                  <a:lnTo>
                    <a:pt x="545040" y="1103648"/>
                  </a:lnTo>
                  <a:lnTo>
                    <a:pt x="546321" y="1103648"/>
                  </a:lnTo>
                  <a:lnTo>
                    <a:pt x="547603" y="1109547"/>
                  </a:lnTo>
                  <a:lnTo>
                    <a:pt x="548885" y="1104604"/>
                  </a:lnTo>
                  <a:lnTo>
                    <a:pt x="550167" y="1154913"/>
                  </a:lnTo>
                  <a:lnTo>
                    <a:pt x="551449" y="1255485"/>
                  </a:lnTo>
                  <a:lnTo>
                    <a:pt x="552731" y="1342599"/>
                  </a:lnTo>
                  <a:lnTo>
                    <a:pt x="554013" y="1342599"/>
                  </a:lnTo>
                  <a:lnTo>
                    <a:pt x="555294" y="1342599"/>
                  </a:lnTo>
                  <a:lnTo>
                    <a:pt x="556576" y="1342599"/>
                  </a:lnTo>
                  <a:lnTo>
                    <a:pt x="557858" y="1342599"/>
                  </a:lnTo>
                  <a:lnTo>
                    <a:pt x="559140" y="1342599"/>
                  </a:lnTo>
                  <a:lnTo>
                    <a:pt x="560422" y="1342599"/>
                  </a:lnTo>
                  <a:lnTo>
                    <a:pt x="561704" y="1342599"/>
                  </a:lnTo>
                  <a:lnTo>
                    <a:pt x="562985" y="1337807"/>
                  </a:lnTo>
                  <a:lnTo>
                    <a:pt x="564267" y="1335273"/>
                  </a:lnTo>
                  <a:lnTo>
                    <a:pt x="565549" y="1273087"/>
                  </a:lnTo>
                  <a:lnTo>
                    <a:pt x="566831" y="1239884"/>
                  </a:lnTo>
                  <a:lnTo>
                    <a:pt x="568113" y="1192000"/>
                  </a:lnTo>
                  <a:lnTo>
                    <a:pt x="569395" y="1183942"/>
                  </a:lnTo>
                  <a:lnTo>
                    <a:pt x="570676" y="1183942"/>
                  </a:lnTo>
                  <a:lnTo>
                    <a:pt x="571958" y="1168148"/>
                  </a:lnTo>
                  <a:lnTo>
                    <a:pt x="573240" y="1132871"/>
                  </a:lnTo>
                  <a:lnTo>
                    <a:pt x="574522" y="1097287"/>
                  </a:lnTo>
                  <a:lnTo>
                    <a:pt x="575804" y="1081478"/>
                  </a:lnTo>
                  <a:lnTo>
                    <a:pt x="577086" y="1067553"/>
                  </a:lnTo>
                  <a:lnTo>
                    <a:pt x="578368" y="956780"/>
                  </a:lnTo>
                  <a:lnTo>
                    <a:pt x="579649" y="937604"/>
                  </a:lnTo>
                  <a:lnTo>
                    <a:pt x="580931" y="948180"/>
                  </a:lnTo>
                  <a:lnTo>
                    <a:pt x="582213" y="974579"/>
                  </a:lnTo>
                  <a:lnTo>
                    <a:pt x="583495" y="911671"/>
                  </a:lnTo>
                  <a:lnTo>
                    <a:pt x="584777" y="958065"/>
                  </a:lnTo>
                  <a:lnTo>
                    <a:pt x="586059" y="986702"/>
                  </a:lnTo>
                  <a:lnTo>
                    <a:pt x="587340" y="1033905"/>
                  </a:lnTo>
                  <a:lnTo>
                    <a:pt x="588622" y="1042644"/>
                  </a:lnTo>
                  <a:lnTo>
                    <a:pt x="589904" y="1042644"/>
                  </a:lnTo>
                  <a:lnTo>
                    <a:pt x="591186" y="1060522"/>
                  </a:lnTo>
                  <a:lnTo>
                    <a:pt x="592468" y="1094783"/>
                  </a:lnTo>
                  <a:lnTo>
                    <a:pt x="593750" y="1088403"/>
                  </a:lnTo>
                  <a:lnTo>
                    <a:pt x="595032" y="1104485"/>
                  </a:lnTo>
                  <a:lnTo>
                    <a:pt x="596313" y="1104485"/>
                  </a:lnTo>
                  <a:lnTo>
                    <a:pt x="597595" y="1141497"/>
                  </a:lnTo>
                  <a:lnTo>
                    <a:pt x="598877" y="1173617"/>
                  </a:lnTo>
                  <a:lnTo>
                    <a:pt x="600159" y="1279209"/>
                  </a:lnTo>
                  <a:lnTo>
                    <a:pt x="601441" y="1342599"/>
                  </a:lnTo>
                  <a:lnTo>
                    <a:pt x="602723" y="1342599"/>
                  </a:lnTo>
                  <a:lnTo>
                    <a:pt x="604004" y="1342599"/>
                  </a:lnTo>
                  <a:lnTo>
                    <a:pt x="605286" y="1342599"/>
                  </a:lnTo>
                  <a:lnTo>
                    <a:pt x="606568" y="1342599"/>
                  </a:lnTo>
                  <a:lnTo>
                    <a:pt x="607850" y="1342599"/>
                  </a:lnTo>
                  <a:lnTo>
                    <a:pt x="609132" y="1342599"/>
                  </a:lnTo>
                  <a:lnTo>
                    <a:pt x="610414" y="1342599"/>
                  </a:lnTo>
                  <a:lnTo>
                    <a:pt x="611695" y="1342599"/>
                  </a:lnTo>
                  <a:lnTo>
                    <a:pt x="612977" y="1342599"/>
                  </a:lnTo>
                  <a:lnTo>
                    <a:pt x="614259" y="1342599"/>
                  </a:lnTo>
                  <a:lnTo>
                    <a:pt x="615541" y="1342599"/>
                  </a:lnTo>
                  <a:lnTo>
                    <a:pt x="616823" y="1342599"/>
                  </a:lnTo>
                  <a:lnTo>
                    <a:pt x="618105" y="1342599"/>
                  </a:lnTo>
                  <a:lnTo>
                    <a:pt x="619387" y="1342599"/>
                  </a:lnTo>
                  <a:lnTo>
                    <a:pt x="620668" y="1320438"/>
                  </a:lnTo>
                  <a:lnTo>
                    <a:pt x="621950" y="1320438"/>
                  </a:lnTo>
                  <a:lnTo>
                    <a:pt x="623232" y="1320438"/>
                  </a:lnTo>
                  <a:lnTo>
                    <a:pt x="624514" y="1320438"/>
                  </a:lnTo>
                  <a:lnTo>
                    <a:pt x="625796" y="1291053"/>
                  </a:lnTo>
                  <a:lnTo>
                    <a:pt x="627078" y="1333861"/>
                  </a:lnTo>
                  <a:lnTo>
                    <a:pt x="628359" y="1297312"/>
                  </a:lnTo>
                  <a:lnTo>
                    <a:pt x="629641" y="1288502"/>
                  </a:lnTo>
                  <a:lnTo>
                    <a:pt x="630923" y="1342599"/>
                  </a:lnTo>
                  <a:lnTo>
                    <a:pt x="632205" y="1342599"/>
                  </a:lnTo>
                  <a:lnTo>
                    <a:pt x="633487" y="1327909"/>
                  </a:lnTo>
                  <a:lnTo>
                    <a:pt x="634769" y="1266068"/>
                  </a:lnTo>
                  <a:lnTo>
                    <a:pt x="636051" y="1296175"/>
                  </a:lnTo>
                  <a:lnTo>
                    <a:pt x="637332" y="1342599"/>
                  </a:lnTo>
                  <a:lnTo>
                    <a:pt x="638614" y="1342599"/>
                  </a:lnTo>
                  <a:lnTo>
                    <a:pt x="639896" y="1342599"/>
                  </a:lnTo>
                  <a:lnTo>
                    <a:pt x="641178" y="1342599"/>
                  </a:lnTo>
                  <a:lnTo>
                    <a:pt x="642460" y="1342599"/>
                  </a:lnTo>
                  <a:lnTo>
                    <a:pt x="643742" y="1301353"/>
                  </a:lnTo>
                  <a:lnTo>
                    <a:pt x="645023" y="1173617"/>
                  </a:lnTo>
                  <a:lnTo>
                    <a:pt x="646305" y="1173617"/>
                  </a:lnTo>
                  <a:lnTo>
                    <a:pt x="647587" y="1173617"/>
                  </a:lnTo>
                  <a:lnTo>
                    <a:pt x="648869" y="1173617"/>
                  </a:lnTo>
                  <a:lnTo>
                    <a:pt x="650151" y="1173617"/>
                  </a:lnTo>
                  <a:lnTo>
                    <a:pt x="651433" y="1173617"/>
                  </a:lnTo>
                  <a:lnTo>
                    <a:pt x="652714" y="1188477"/>
                  </a:lnTo>
                  <a:lnTo>
                    <a:pt x="653996" y="1251993"/>
                  </a:lnTo>
                  <a:lnTo>
                    <a:pt x="655278" y="1251993"/>
                  </a:lnTo>
                  <a:lnTo>
                    <a:pt x="656560" y="1251993"/>
                  </a:lnTo>
                  <a:lnTo>
                    <a:pt x="657842" y="1215424"/>
                  </a:lnTo>
                  <a:lnTo>
                    <a:pt x="659124" y="1173617"/>
                  </a:lnTo>
                  <a:lnTo>
                    <a:pt x="660406" y="1173617"/>
                  </a:lnTo>
                  <a:lnTo>
                    <a:pt x="661687" y="1124383"/>
                  </a:lnTo>
                  <a:lnTo>
                    <a:pt x="662969" y="1134591"/>
                  </a:lnTo>
                  <a:lnTo>
                    <a:pt x="664251" y="1173617"/>
                  </a:lnTo>
                  <a:lnTo>
                    <a:pt x="665533" y="1173617"/>
                  </a:lnTo>
                  <a:lnTo>
                    <a:pt x="666815" y="1173617"/>
                  </a:lnTo>
                  <a:lnTo>
                    <a:pt x="668097" y="1173617"/>
                  </a:lnTo>
                  <a:lnTo>
                    <a:pt x="669378" y="1173617"/>
                  </a:lnTo>
                  <a:lnTo>
                    <a:pt x="670660" y="1173617"/>
                  </a:lnTo>
                  <a:lnTo>
                    <a:pt x="671942" y="1173617"/>
                  </a:lnTo>
                  <a:lnTo>
                    <a:pt x="673224" y="1173617"/>
                  </a:lnTo>
                  <a:lnTo>
                    <a:pt x="674506" y="1173617"/>
                  </a:lnTo>
                  <a:lnTo>
                    <a:pt x="675788" y="1173617"/>
                  </a:lnTo>
                  <a:lnTo>
                    <a:pt x="677070" y="1207598"/>
                  </a:lnTo>
                  <a:lnTo>
                    <a:pt x="678351" y="1251993"/>
                  </a:lnTo>
                  <a:lnTo>
                    <a:pt x="679633" y="1251993"/>
                  </a:lnTo>
                  <a:lnTo>
                    <a:pt x="680915" y="1313834"/>
                  </a:lnTo>
                  <a:lnTo>
                    <a:pt x="682197" y="1342471"/>
                  </a:lnTo>
                  <a:lnTo>
                    <a:pt x="683479" y="1342471"/>
                  </a:lnTo>
                  <a:lnTo>
                    <a:pt x="684761" y="1342471"/>
                  </a:lnTo>
                  <a:lnTo>
                    <a:pt x="686042" y="1342471"/>
                  </a:lnTo>
                  <a:lnTo>
                    <a:pt x="687324" y="1342471"/>
                  </a:lnTo>
                  <a:lnTo>
                    <a:pt x="688606" y="1342471"/>
                  </a:lnTo>
                  <a:lnTo>
                    <a:pt x="689888" y="1342471"/>
                  </a:lnTo>
                  <a:lnTo>
                    <a:pt x="691170" y="1342471"/>
                  </a:lnTo>
                  <a:lnTo>
                    <a:pt x="692452" y="1342471"/>
                  </a:lnTo>
                  <a:lnTo>
                    <a:pt x="693734" y="1342471"/>
                  </a:lnTo>
                  <a:lnTo>
                    <a:pt x="695015" y="1342471"/>
                  </a:lnTo>
                  <a:lnTo>
                    <a:pt x="696297" y="1342471"/>
                  </a:lnTo>
                  <a:lnTo>
                    <a:pt x="697579" y="1342471"/>
                  </a:lnTo>
                  <a:lnTo>
                    <a:pt x="698861" y="1342471"/>
                  </a:lnTo>
                  <a:lnTo>
                    <a:pt x="700143" y="1342471"/>
                  </a:lnTo>
                  <a:lnTo>
                    <a:pt x="701425" y="1318511"/>
                  </a:lnTo>
                  <a:lnTo>
                    <a:pt x="702706" y="1196051"/>
                  </a:lnTo>
                  <a:lnTo>
                    <a:pt x="703988" y="1173617"/>
                  </a:lnTo>
                  <a:lnTo>
                    <a:pt x="705270" y="1173617"/>
                  </a:lnTo>
                  <a:lnTo>
                    <a:pt x="706552" y="1173617"/>
                  </a:lnTo>
                  <a:lnTo>
                    <a:pt x="707834" y="1173617"/>
                  </a:lnTo>
                  <a:lnTo>
                    <a:pt x="709116" y="1173617"/>
                  </a:lnTo>
                  <a:lnTo>
                    <a:pt x="710397" y="1207101"/>
                  </a:lnTo>
                  <a:lnTo>
                    <a:pt x="711679" y="1220622"/>
                  </a:lnTo>
                  <a:lnTo>
                    <a:pt x="712961" y="1127356"/>
                  </a:lnTo>
                  <a:lnTo>
                    <a:pt x="714243" y="1113965"/>
                  </a:lnTo>
                  <a:lnTo>
                    <a:pt x="715525" y="1085890"/>
                  </a:lnTo>
                  <a:lnTo>
                    <a:pt x="716807" y="1085890"/>
                  </a:lnTo>
                  <a:lnTo>
                    <a:pt x="718089" y="1098988"/>
                  </a:lnTo>
                  <a:lnTo>
                    <a:pt x="719370" y="1064109"/>
                  </a:lnTo>
                  <a:lnTo>
                    <a:pt x="720652" y="1071987"/>
                  </a:lnTo>
                  <a:lnTo>
                    <a:pt x="721934" y="1092159"/>
                  </a:lnTo>
                  <a:lnTo>
                    <a:pt x="723216" y="1102512"/>
                  </a:lnTo>
                  <a:lnTo>
                    <a:pt x="724498" y="1064109"/>
                  </a:lnTo>
                  <a:lnTo>
                    <a:pt x="725780" y="1064109"/>
                  </a:lnTo>
                  <a:lnTo>
                    <a:pt x="727061" y="1064109"/>
                  </a:lnTo>
                  <a:lnTo>
                    <a:pt x="728343" y="1064109"/>
                  </a:lnTo>
                  <a:lnTo>
                    <a:pt x="729625" y="1088673"/>
                  </a:lnTo>
                  <a:lnTo>
                    <a:pt x="730907" y="1078535"/>
                  </a:lnTo>
                  <a:lnTo>
                    <a:pt x="732189" y="1105266"/>
                  </a:lnTo>
                  <a:lnTo>
                    <a:pt x="733471" y="1095181"/>
                  </a:lnTo>
                  <a:lnTo>
                    <a:pt x="734753" y="1128458"/>
                  </a:lnTo>
                  <a:lnTo>
                    <a:pt x="736034" y="1114533"/>
                  </a:lnTo>
                  <a:lnTo>
                    <a:pt x="737316" y="1070529"/>
                  </a:lnTo>
                  <a:lnTo>
                    <a:pt x="738598" y="1008836"/>
                  </a:lnTo>
                  <a:lnTo>
                    <a:pt x="739880" y="969921"/>
                  </a:lnTo>
                  <a:lnTo>
                    <a:pt x="741162" y="948180"/>
                  </a:lnTo>
                  <a:lnTo>
                    <a:pt x="742444" y="922755"/>
                  </a:lnTo>
                  <a:lnTo>
                    <a:pt x="743725" y="884751"/>
                  </a:lnTo>
                  <a:lnTo>
                    <a:pt x="745007" y="873814"/>
                  </a:lnTo>
                  <a:lnTo>
                    <a:pt x="746289" y="847331"/>
                  </a:lnTo>
                  <a:lnTo>
                    <a:pt x="747571" y="847331"/>
                  </a:lnTo>
                  <a:lnTo>
                    <a:pt x="748853" y="847331"/>
                  </a:lnTo>
                  <a:lnTo>
                    <a:pt x="750135" y="844735"/>
                  </a:lnTo>
                  <a:lnTo>
                    <a:pt x="751416" y="877863"/>
                  </a:lnTo>
                  <a:lnTo>
                    <a:pt x="752698" y="914575"/>
                  </a:lnTo>
                  <a:lnTo>
                    <a:pt x="753980" y="983560"/>
                  </a:lnTo>
                  <a:lnTo>
                    <a:pt x="755262" y="967697"/>
                  </a:lnTo>
                  <a:lnTo>
                    <a:pt x="756544" y="1047224"/>
                  </a:lnTo>
                  <a:lnTo>
                    <a:pt x="757826" y="1120180"/>
                  </a:lnTo>
                  <a:lnTo>
                    <a:pt x="759108" y="1160367"/>
                  </a:lnTo>
                  <a:lnTo>
                    <a:pt x="760389" y="1232963"/>
                  </a:lnTo>
                  <a:lnTo>
                    <a:pt x="761671" y="1300657"/>
                  </a:lnTo>
                  <a:lnTo>
                    <a:pt x="762953" y="1342599"/>
                  </a:lnTo>
                  <a:lnTo>
                    <a:pt x="764235" y="1342599"/>
                  </a:lnTo>
                  <a:lnTo>
                    <a:pt x="765517" y="1342599"/>
                  </a:lnTo>
                  <a:lnTo>
                    <a:pt x="766799" y="1342599"/>
                  </a:lnTo>
                  <a:lnTo>
                    <a:pt x="768080" y="1342599"/>
                  </a:lnTo>
                  <a:lnTo>
                    <a:pt x="769362" y="1342599"/>
                  </a:lnTo>
                  <a:lnTo>
                    <a:pt x="770644" y="1342599"/>
                  </a:lnTo>
                  <a:lnTo>
                    <a:pt x="771926" y="1342599"/>
                  </a:lnTo>
                  <a:lnTo>
                    <a:pt x="773208" y="1342599"/>
                  </a:lnTo>
                  <a:lnTo>
                    <a:pt x="774490" y="1342599"/>
                  </a:lnTo>
                  <a:lnTo>
                    <a:pt x="775772" y="1342599"/>
                  </a:lnTo>
                  <a:lnTo>
                    <a:pt x="777053" y="1342599"/>
                  </a:lnTo>
                  <a:lnTo>
                    <a:pt x="778335" y="1342599"/>
                  </a:lnTo>
                  <a:lnTo>
                    <a:pt x="779617" y="1342599"/>
                  </a:lnTo>
                  <a:lnTo>
                    <a:pt x="780899" y="1342599"/>
                  </a:lnTo>
                  <a:lnTo>
                    <a:pt x="782181" y="1342599"/>
                  </a:lnTo>
                  <a:lnTo>
                    <a:pt x="783463" y="1342599"/>
                  </a:lnTo>
                  <a:lnTo>
                    <a:pt x="784744" y="1342599"/>
                  </a:lnTo>
                  <a:lnTo>
                    <a:pt x="786026" y="1342599"/>
                  </a:lnTo>
                  <a:lnTo>
                    <a:pt x="787308" y="1342599"/>
                  </a:lnTo>
                  <a:lnTo>
                    <a:pt x="788590" y="1342599"/>
                  </a:lnTo>
                  <a:lnTo>
                    <a:pt x="789872" y="1342599"/>
                  </a:lnTo>
                  <a:lnTo>
                    <a:pt x="791154" y="1342599"/>
                  </a:lnTo>
                  <a:lnTo>
                    <a:pt x="792435" y="1342599"/>
                  </a:lnTo>
                  <a:lnTo>
                    <a:pt x="793717" y="1342599"/>
                  </a:lnTo>
                  <a:lnTo>
                    <a:pt x="794999" y="1342599"/>
                  </a:lnTo>
                  <a:lnTo>
                    <a:pt x="796281" y="1342599"/>
                  </a:lnTo>
                  <a:lnTo>
                    <a:pt x="797563" y="1342599"/>
                  </a:lnTo>
                  <a:lnTo>
                    <a:pt x="798845" y="1269748"/>
                  </a:lnTo>
                  <a:lnTo>
                    <a:pt x="800127" y="1173617"/>
                  </a:lnTo>
                  <a:lnTo>
                    <a:pt x="801408" y="1173617"/>
                  </a:lnTo>
                  <a:lnTo>
                    <a:pt x="802690" y="1173617"/>
                  </a:lnTo>
                  <a:lnTo>
                    <a:pt x="803972" y="1173617"/>
                  </a:lnTo>
                  <a:lnTo>
                    <a:pt x="805254" y="1155556"/>
                  </a:lnTo>
                  <a:lnTo>
                    <a:pt x="806536" y="1078961"/>
                  </a:lnTo>
                  <a:lnTo>
                    <a:pt x="807818" y="1069669"/>
                  </a:lnTo>
                  <a:lnTo>
                    <a:pt x="809099" y="1042644"/>
                  </a:lnTo>
                  <a:lnTo>
                    <a:pt x="810381" y="1042644"/>
                  </a:lnTo>
                  <a:lnTo>
                    <a:pt x="811663" y="1042644"/>
                  </a:lnTo>
                  <a:lnTo>
                    <a:pt x="812945" y="1042644"/>
                  </a:lnTo>
                  <a:lnTo>
                    <a:pt x="814227" y="1042644"/>
                  </a:lnTo>
                  <a:lnTo>
                    <a:pt x="815509" y="1025294"/>
                  </a:lnTo>
                  <a:lnTo>
                    <a:pt x="816791" y="986702"/>
                  </a:lnTo>
                  <a:lnTo>
                    <a:pt x="818072" y="1039716"/>
                  </a:lnTo>
                  <a:lnTo>
                    <a:pt x="819354" y="1042644"/>
                  </a:lnTo>
                  <a:lnTo>
                    <a:pt x="820636" y="1033905"/>
                  </a:lnTo>
                  <a:lnTo>
                    <a:pt x="821918" y="960611"/>
                  </a:lnTo>
                  <a:lnTo>
                    <a:pt x="823200" y="935631"/>
                  </a:lnTo>
                  <a:lnTo>
                    <a:pt x="824482" y="925929"/>
                  </a:lnTo>
                  <a:lnTo>
                    <a:pt x="825763" y="973512"/>
                  </a:lnTo>
                  <a:lnTo>
                    <a:pt x="827045" y="1016808"/>
                  </a:lnTo>
                  <a:lnTo>
                    <a:pt x="828327" y="1121978"/>
                  </a:lnTo>
                  <a:lnTo>
                    <a:pt x="829609" y="1135095"/>
                  </a:lnTo>
                  <a:lnTo>
                    <a:pt x="830891" y="1135095"/>
                  </a:lnTo>
                  <a:lnTo>
                    <a:pt x="832173" y="1144288"/>
                  </a:lnTo>
                  <a:lnTo>
                    <a:pt x="833455" y="1165604"/>
                  </a:lnTo>
                  <a:lnTo>
                    <a:pt x="834736" y="1153439"/>
                  </a:lnTo>
                  <a:lnTo>
                    <a:pt x="836018" y="1138323"/>
                  </a:lnTo>
                  <a:lnTo>
                    <a:pt x="837300" y="1128458"/>
                  </a:lnTo>
                  <a:lnTo>
                    <a:pt x="838582" y="1128458"/>
                  </a:lnTo>
                  <a:lnTo>
                    <a:pt x="839864" y="1120768"/>
                  </a:lnTo>
                  <a:lnTo>
                    <a:pt x="841146" y="1157851"/>
                  </a:lnTo>
                  <a:lnTo>
                    <a:pt x="842427" y="1183942"/>
                  </a:lnTo>
                  <a:lnTo>
                    <a:pt x="843709" y="1189302"/>
                  </a:lnTo>
                  <a:lnTo>
                    <a:pt x="844991" y="1183942"/>
                  </a:lnTo>
                  <a:lnTo>
                    <a:pt x="846273" y="1183942"/>
                  </a:lnTo>
                  <a:lnTo>
                    <a:pt x="847555" y="1179530"/>
                  </a:lnTo>
                  <a:lnTo>
                    <a:pt x="848837" y="1179530"/>
                  </a:lnTo>
                  <a:lnTo>
                    <a:pt x="850118" y="1165604"/>
                  </a:lnTo>
                  <a:lnTo>
                    <a:pt x="851400" y="1100177"/>
                  </a:lnTo>
                  <a:lnTo>
                    <a:pt x="852682" y="1065447"/>
                  </a:lnTo>
                  <a:lnTo>
                    <a:pt x="853964" y="1068577"/>
                  </a:lnTo>
                  <a:lnTo>
                    <a:pt x="855246" y="1123472"/>
                  </a:lnTo>
                  <a:lnTo>
                    <a:pt x="856528" y="1095383"/>
                  </a:lnTo>
                  <a:lnTo>
                    <a:pt x="857810" y="1079153"/>
                  </a:lnTo>
                  <a:lnTo>
                    <a:pt x="859091" y="1058086"/>
                  </a:lnTo>
                  <a:lnTo>
                    <a:pt x="860373" y="1079153"/>
                  </a:lnTo>
                  <a:lnTo>
                    <a:pt x="861655" y="1088670"/>
                  </a:lnTo>
                  <a:lnTo>
                    <a:pt x="862937" y="1049328"/>
                  </a:lnTo>
                  <a:lnTo>
                    <a:pt x="864219" y="974004"/>
                  </a:lnTo>
                  <a:lnTo>
                    <a:pt x="865501" y="938673"/>
                  </a:lnTo>
                  <a:lnTo>
                    <a:pt x="866782" y="920795"/>
                  </a:lnTo>
                  <a:lnTo>
                    <a:pt x="868064" y="920795"/>
                  </a:lnTo>
                  <a:lnTo>
                    <a:pt x="869346" y="920795"/>
                  </a:lnTo>
                  <a:lnTo>
                    <a:pt x="870628" y="932653"/>
                  </a:lnTo>
                  <a:lnTo>
                    <a:pt x="871910" y="1049765"/>
                  </a:lnTo>
                  <a:lnTo>
                    <a:pt x="873192" y="1081478"/>
                  </a:lnTo>
                  <a:lnTo>
                    <a:pt x="874474" y="1085890"/>
                  </a:lnTo>
                  <a:lnTo>
                    <a:pt x="875755" y="1118377"/>
                  </a:lnTo>
                  <a:lnTo>
                    <a:pt x="877037" y="1132871"/>
                  </a:lnTo>
                  <a:lnTo>
                    <a:pt x="878319" y="1155996"/>
                  </a:lnTo>
                  <a:lnTo>
                    <a:pt x="879601" y="1179530"/>
                  </a:lnTo>
                  <a:lnTo>
                    <a:pt x="880883" y="1076748"/>
                  </a:lnTo>
                  <a:lnTo>
                    <a:pt x="882165" y="1094889"/>
                  </a:lnTo>
                  <a:lnTo>
                    <a:pt x="883446" y="1201376"/>
                  </a:lnTo>
                  <a:lnTo>
                    <a:pt x="884728" y="1257634"/>
                  </a:lnTo>
                  <a:lnTo>
                    <a:pt x="886010" y="1282463"/>
                  </a:lnTo>
                  <a:lnTo>
                    <a:pt x="887292" y="1220622"/>
                  </a:lnTo>
                  <a:lnTo>
                    <a:pt x="888574" y="1220622"/>
                  </a:lnTo>
                  <a:lnTo>
                    <a:pt x="889856" y="1283387"/>
                  </a:lnTo>
                  <a:lnTo>
                    <a:pt x="891137" y="1224488"/>
                  </a:lnTo>
                  <a:lnTo>
                    <a:pt x="892419" y="1235471"/>
                  </a:lnTo>
                  <a:lnTo>
                    <a:pt x="893701" y="1184890"/>
                  </a:lnTo>
                  <a:lnTo>
                    <a:pt x="894983" y="1179530"/>
                  </a:lnTo>
                  <a:lnTo>
                    <a:pt x="896265" y="1183942"/>
                  </a:lnTo>
                  <a:lnTo>
                    <a:pt x="897547" y="1183942"/>
                  </a:lnTo>
                  <a:lnTo>
                    <a:pt x="898829" y="1183942"/>
                  </a:lnTo>
                  <a:lnTo>
                    <a:pt x="900110" y="1168148"/>
                  </a:lnTo>
                  <a:lnTo>
                    <a:pt x="901392" y="1214048"/>
                  </a:lnTo>
                  <a:lnTo>
                    <a:pt x="902674" y="1239884"/>
                  </a:lnTo>
                  <a:lnTo>
                    <a:pt x="903956" y="1239884"/>
                  </a:lnTo>
                  <a:lnTo>
                    <a:pt x="905238" y="1228261"/>
                  </a:lnTo>
                  <a:lnTo>
                    <a:pt x="906520" y="1239884"/>
                  </a:lnTo>
                  <a:lnTo>
                    <a:pt x="907801" y="1239884"/>
                  </a:lnTo>
                  <a:lnTo>
                    <a:pt x="909083" y="1235471"/>
                  </a:lnTo>
                  <a:lnTo>
                    <a:pt x="910365" y="1280136"/>
                  </a:lnTo>
                  <a:lnTo>
                    <a:pt x="911647" y="1214403"/>
                  </a:lnTo>
                  <a:lnTo>
                    <a:pt x="912929" y="1258777"/>
                  </a:lnTo>
                  <a:lnTo>
                    <a:pt x="914211" y="1259546"/>
                  </a:lnTo>
                  <a:lnTo>
                    <a:pt x="915493" y="1173617"/>
                  </a:lnTo>
                  <a:lnTo>
                    <a:pt x="916774" y="1107755"/>
                  </a:lnTo>
                  <a:lnTo>
                    <a:pt x="918056" y="1042644"/>
                  </a:lnTo>
                  <a:lnTo>
                    <a:pt x="919338" y="1019623"/>
                  </a:lnTo>
                  <a:lnTo>
                    <a:pt x="920620" y="986702"/>
                  </a:lnTo>
                  <a:lnTo>
                    <a:pt x="921902" y="973512"/>
                  </a:lnTo>
                  <a:lnTo>
                    <a:pt x="923184" y="879689"/>
                  </a:lnTo>
                  <a:lnTo>
                    <a:pt x="924465" y="943796"/>
                  </a:lnTo>
                  <a:lnTo>
                    <a:pt x="925747" y="981101"/>
                  </a:lnTo>
                  <a:lnTo>
                    <a:pt x="927029" y="948180"/>
                  </a:lnTo>
                  <a:lnTo>
                    <a:pt x="928311" y="989459"/>
                  </a:lnTo>
                  <a:lnTo>
                    <a:pt x="929593" y="1001897"/>
                  </a:lnTo>
                  <a:lnTo>
                    <a:pt x="930875" y="1064109"/>
                  </a:lnTo>
                  <a:lnTo>
                    <a:pt x="932157" y="1103648"/>
                  </a:lnTo>
                  <a:lnTo>
                    <a:pt x="933438" y="1065767"/>
                  </a:lnTo>
                  <a:lnTo>
                    <a:pt x="934720" y="1065767"/>
                  </a:lnTo>
                  <a:lnTo>
                    <a:pt x="936002" y="1037130"/>
                  </a:lnTo>
                  <a:lnTo>
                    <a:pt x="937284" y="1013170"/>
                  </a:lnTo>
                  <a:lnTo>
                    <a:pt x="938566" y="1042394"/>
                  </a:lnTo>
                  <a:lnTo>
                    <a:pt x="939848" y="1042394"/>
                  </a:lnTo>
                  <a:lnTo>
                    <a:pt x="941129" y="966447"/>
                  </a:lnTo>
                  <a:lnTo>
                    <a:pt x="942411" y="1003193"/>
                  </a:lnTo>
                  <a:lnTo>
                    <a:pt x="943693" y="998268"/>
                  </a:lnTo>
                  <a:lnTo>
                    <a:pt x="944975" y="964900"/>
                  </a:lnTo>
                  <a:lnTo>
                    <a:pt x="946257" y="911622"/>
                  </a:lnTo>
                  <a:lnTo>
                    <a:pt x="947539" y="919308"/>
                  </a:lnTo>
                  <a:lnTo>
                    <a:pt x="948820" y="863150"/>
                  </a:lnTo>
                  <a:lnTo>
                    <a:pt x="950102" y="774375"/>
                  </a:lnTo>
                  <a:lnTo>
                    <a:pt x="951384" y="728255"/>
                  </a:lnTo>
                  <a:lnTo>
                    <a:pt x="952666" y="723202"/>
                  </a:lnTo>
                  <a:lnTo>
                    <a:pt x="953948" y="607166"/>
                  </a:lnTo>
                  <a:lnTo>
                    <a:pt x="955230" y="658237"/>
                  </a:lnTo>
                  <a:lnTo>
                    <a:pt x="956512" y="714179"/>
                  </a:lnTo>
                  <a:lnTo>
                    <a:pt x="957793" y="731193"/>
                  </a:lnTo>
                  <a:lnTo>
                    <a:pt x="959075" y="754076"/>
                  </a:lnTo>
                  <a:lnTo>
                    <a:pt x="960357" y="853598"/>
                  </a:lnTo>
                  <a:lnTo>
                    <a:pt x="961639" y="847253"/>
                  </a:lnTo>
                  <a:lnTo>
                    <a:pt x="962921" y="886397"/>
                  </a:lnTo>
                  <a:lnTo>
                    <a:pt x="964203" y="1021560"/>
                  </a:lnTo>
                  <a:lnTo>
                    <a:pt x="965484" y="1089923"/>
                  </a:lnTo>
                  <a:lnTo>
                    <a:pt x="966766" y="1135095"/>
                  </a:lnTo>
                  <a:lnTo>
                    <a:pt x="968048" y="1135095"/>
                  </a:lnTo>
                  <a:lnTo>
                    <a:pt x="969330" y="1149955"/>
                  </a:lnTo>
                  <a:lnTo>
                    <a:pt x="970612" y="1180854"/>
                  </a:lnTo>
                  <a:lnTo>
                    <a:pt x="971894" y="1117745"/>
                  </a:lnTo>
                  <a:lnTo>
                    <a:pt x="973176" y="1129255"/>
                  </a:lnTo>
                  <a:lnTo>
                    <a:pt x="974457" y="1102839"/>
                  </a:lnTo>
                  <a:lnTo>
                    <a:pt x="975739" y="1094889"/>
                  </a:lnTo>
                  <a:lnTo>
                    <a:pt x="977021" y="1085896"/>
                  </a:lnTo>
                  <a:lnTo>
                    <a:pt x="978303" y="1081478"/>
                  </a:lnTo>
                  <a:lnTo>
                    <a:pt x="979585" y="1063738"/>
                  </a:lnTo>
                  <a:lnTo>
                    <a:pt x="980867" y="1083637"/>
                  </a:lnTo>
                  <a:lnTo>
                    <a:pt x="982148" y="1085890"/>
                  </a:lnTo>
                  <a:lnTo>
                    <a:pt x="983430" y="1085890"/>
                  </a:lnTo>
                  <a:lnTo>
                    <a:pt x="984712" y="1085890"/>
                  </a:lnTo>
                  <a:lnTo>
                    <a:pt x="985994" y="1113742"/>
                  </a:lnTo>
                  <a:lnTo>
                    <a:pt x="987276" y="1103166"/>
                  </a:lnTo>
                  <a:lnTo>
                    <a:pt x="988558" y="1103166"/>
                  </a:lnTo>
                  <a:lnTo>
                    <a:pt x="989839" y="1113742"/>
                  </a:lnTo>
                  <a:lnTo>
                    <a:pt x="991121" y="1172036"/>
                  </a:lnTo>
                  <a:lnTo>
                    <a:pt x="992403" y="1199994"/>
                  </a:lnTo>
                  <a:lnTo>
                    <a:pt x="993685" y="1244715"/>
                  </a:lnTo>
                  <a:lnTo>
                    <a:pt x="994967" y="1252774"/>
                  </a:lnTo>
                  <a:lnTo>
                    <a:pt x="996249" y="1300657"/>
                  </a:lnTo>
                  <a:lnTo>
                    <a:pt x="997531" y="1208504"/>
                  </a:lnTo>
                  <a:lnTo>
                    <a:pt x="998812" y="1157851"/>
                  </a:lnTo>
                  <a:lnTo>
                    <a:pt x="1000094" y="1132871"/>
                  </a:lnTo>
                  <a:lnTo>
                    <a:pt x="1001376" y="1032004"/>
                  </a:lnTo>
                  <a:lnTo>
                    <a:pt x="1002658" y="992195"/>
                  </a:lnTo>
                  <a:lnTo>
                    <a:pt x="1003940" y="928433"/>
                  </a:lnTo>
                  <a:lnTo>
                    <a:pt x="1005222" y="919865"/>
                  </a:lnTo>
                  <a:lnTo>
                    <a:pt x="1006503" y="885182"/>
                  </a:lnTo>
                  <a:lnTo>
                    <a:pt x="1007785" y="804406"/>
                  </a:lnTo>
                  <a:lnTo>
                    <a:pt x="1009067" y="770469"/>
                  </a:lnTo>
                  <a:lnTo>
                    <a:pt x="1010349" y="730241"/>
                  </a:lnTo>
                  <a:lnTo>
                    <a:pt x="1011631" y="697658"/>
                  </a:lnTo>
                  <a:lnTo>
                    <a:pt x="1012913" y="674637"/>
                  </a:lnTo>
                  <a:lnTo>
                    <a:pt x="1014195" y="597947"/>
                  </a:lnTo>
                  <a:lnTo>
                    <a:pt x="1015476" y="611651"/>
                  </a:lnTo>
                  <a:lnTo>
                    <a:pt x="1016758" y="662302"/>
                  </a:lnTo>
                  <a:lnTo>
                    <a:pt x="1018040" y="669908"/>
                  </a:lnTo>
                  <a:lnTo>
                    <a:pt x="1019322" y="678909"/>
                  </a:lnTo>
                  <a:lnTo>
                    <a:pt x="1020604" y="724113"/>
                  </a:lnTo>
                  <a:lnTo>
                    <a:pt x="1021886" y="735638"/>
                  </a:lnTo>
                  <a:lnTo>
                    <a:pt x="1023167" y="790096"/>
                  </a:lnTo>
                  <a:lnTo>
                    <a:pt x="1024449" y="847331"/>
                  </a:lnTo>
                  <a:lnTo>
                    <a:pt x="1025731" y="894024"/>
                  </a:lnTo>
                  <a:lnTo>
                    <a:pt x="1027013" y="1004787"/>
                  </a:lnTo>
                  <a:lnTo>
                    <a:pt x="1028295" y="1064125"/>
                  </a:lnTo>
                  <a:lnTo>
                    <a:pt x="1029577" y="1179693"/>
                  </a:lnTo>
                  <a:lnTo>
                    <a:pt x="1030858" y="1289755"/>
                  </a:lnTo>
                  <a:lnTo>
                    <a:pt x="1032140" y="1342599"/>
                  </a:lnTo>
                  <a:lnTo>
                    <a:pt x="1033422" y="1342599"/>
                  </a:lnTo>
                  <a:lnTo>
                    <a:pt x="1034704" y="1342599"/>
                  </a:lnTo>
                  <a:lnTo>
                    <a:pt x="1035986" y="1342599"/>
                  </a:lnTo>
                  <a:lnTo>
                    <a:pt x="1037268" y="1342599"/>
                  </a:lnTo>
                  <a:lnTo>
                    <a:pt x="1038550" y="1342599"/>
                  </a:lnTo>
                  <a:lnTo>
                    <a:pt x="1039831" y="1342599"/>
                  </a:lnTo>
                  <a:lnTo>
                    <a:pt x="1041113" y="1342599"/>
                  </a:lnTo>
                  <a:lnTo>
                    <a:pt x="1042395" y="1342599"/>
                  </a:lnTo>
                  <a:lnTo>
                    <a:pt x="1043677" y="1342471"/>
                  </a:lnTo>
                  <a:lnTo>
                    <a:pt x="1044959" y="1342599"/>
                  </a:lnTo>
                  <a:lnTo>
                    <a:pt x="1046241" y="1342599"/>
                  </a:lnTo>
                  <a:lnTo>
                    <a:pt x="1047522" y="1342599"/>
                  </a:lnTo>
                  <a:lnTo>
                    <a:pt x="1048804" y="1342599"/>
                  </a:lnTo>
                  <a:lnTo>
                    <a:pt x="1050086" y="1342599"/>
                  </a:lnTo>
                  <a:lnTo>
                    <a:pt x="1051368" y="1342599"/>
                  </a:lnTo>
                  <a:lnTo>
                    <a:pt x="1052650" y="1342599"/>
                  </a:lnTo>
                  <a:lnTo>
                    <a:pt x="1053932" y="1342599"/>
                  </a:lnTo>
                  <a:lnTo>
                    <a:pt x="1055214" y="1342599"/>
                  </a:lnTo>
                  <a:lnTo>
                    <a:pt x="1056495" y="1342599"/>
                  </a:lnTo>
                  <a:lnTo>
                    <a:pt x="1057777" y="1342599"/>
                  </a:lnTo>
                  <a:lnTo>
                    <a:pt x="1059059" y="1342599"/>
                  </a:lnTo>
                  <a:lnTo>
                    <a:pt x="1060341" y="1341634"/>
                  </a:lnTo>
                  <a:lnTo>
                    <a:pt x="1061623" y="1341634"/>
                  </a:lnTo>
                  <a:lnTo>
                    <a:pt x="1062905" y="1342599"/>
                  </a:lnTo>
                  <a:lnTo>
                    <a:pt x="1064186" y="1342599"/>
                  </a:lnTo>
                  <a:lnTo>
                    <a:pt x="1065468" y="1331208"/>
                  </a:lnTo>
                  <a:lnTo>
                    <a:pt x="1066750" y="1320438"/>
                  </a:lnTo>
                  <a:lnTo>
                    <a:pt x="1068032" y="1285692"/>
                  </a:lnTo>
                  <a:lnTo>
                    <a:pt x="1069314" y="1244486"/>
                  </a:lnTo>
                  <a:lnTo>
                    <a:pt x="1070596" y="1269367"/>
                  </a:lnTo>
                  <a:lnTo>
                    <a:pt x="1071878" y="1336668"/>
                  </a:lnTo>
                  <a:lnTo>
                    <a:pt x="1073159" y="1341634"/>
                  </a:lnTo>
                  <a:lnTo>
                    <a:pt x="1074441" y="1332202"/>
                  </a:lnTo>
                  <a:lnTo>
                    <a:pt x="1075723" y="1342599"/>
                  </a:lnTo>
                  <a:lnTo>
                    <a:pt x="1077005" y="1342599"/>
                  </a:lnTo>
                  <a:lnTo>
                    <a:pt x="1078287" y="1342599"/>
                  </a:lnTo>
                  <a:lnTo>
                    <a:pt x="1079569" y="1302095"/>
                  </a:lnTo>
                  <a:lnTo>
                    <a:pt x="1080850" y="1256923"/>
                  </a:lnTo>
                  <a:lnTo>
                    <a:pt x="1082132" y="1183942"/>
                  </a:lnTo>
                  <a:lnTo>
                    <a:pt x="1083414" y="1179530"/>
                  </a:lnTo>
                  <a:lnTo>
                    <a:pt x="1084696" y="1147158"/>
                  </a:lnTo>
                  <a:lnTo>
                    <a:pt x="1085978" y="1141432"/>
                  </a:lnTo>
                  <a:lnTo>
                    <a:pt x="1087260" y="1076748"/>
                  </a:lnTo>
                  <a:lnTo>
                    <a:pt x="1088541" y="1033446"/>
                  </a:lnTo>
                  <a:lnTo>
                    <a:pt x="1089823" y="937604"/>
                  </a:lnTo>
                  <a:lnTo>
                    <a:pt x="1091105" y="876217"/>
                  </a:lnTo>
                  <a:lnTo>
                    <a:pt x="1092387" y="766777"/>
                  </a:lnTo>
                  <a:lnTo>
                    <a:pt x="1093669" y="761300"/>
                  </a:lnTo>
                  <a:lnTo>
                    <a:pt x="1094951" y="709170"/>
                  </a:lnTo>
                  <a:lnTo>
                    <a:pt x="1096233" y="753018"/>
                  </a:lnTo>
                  <a:lnTo>
                    <a:pt x="1097514" y="719516"/>
                  </a:lnTo>
                  <a:lnTo>
                    <a:pt x="1098796" y="775828"/>
                  </a:lnTo>
                  <a:lnTo>
                    <a:pt x="1100078" y="862054"/>
                  </a:lnTo>
                  <a:lnTo>
                    <a:pt x="1101360" y="858738"/>
                  </a:lnTo>
                  <a:lnTo>
                    <a:pt x="1102642" y="858738"/>
                  </a:lnTo>
                  <a:lnTo>
                    <a:pt x="1103924" y="812852"/>
                  </a:lnTo>
                  <a:lnTo>
                    <a:pt x="1105205" y="848645"/>
                  </a:lnTo>
                  <a:lnTo>
                    <a:pt x="1106487" y="865222"/>
                  </a:lnTo>
                  <a:lnTo>
                    <a:pt x="1107769" y="896724"/>
                  </a:lnTo>
                  <a:lnTo>
                    <a:pt x="1109051" y="957096"/>
                  </a:lnTo>
                  <a:lnTo>
                    <a:pt x="1110333" y="997591"/>
                  </a:lnTo>
                  <a:lnTo>
                    <a:pt x="1111615" y="1026228"/>
                  </a:lnTo>
                  <a:lnTo>
                    <a:pt x="1112897" y="1004620"/>
                  </a:lnTo>
                  <a:lnTo>
                    <a:pt x="1114178" y="1017128"/>
                  </a:lnTo>
                  <a:lnTo>
                    <a:pt x="1115460" y="1052969"/>
                  </a:lnTo>
                  <a:lnTo>
                    <a:pt x="1116742" y="1144410"/>
                  </a:lnTo>
                  <a:lnTo>
                    <a:pt x="1118024" y="1085890"/>
                  </a:lnTo>
                  <a:lnTo>
                    <a:pt x="1119306" y="1092875"/>
                  </a:lnTo>
                  <a:lnTo>
                    <a:pt x="1120588" y="1128458"/>
                  </a:lnTo>
                  <a:lnTo>
                    <a:pt x="1121869" y="1132871"/>
                  </a:lnTo>
                  <a:lnTo>
                    <a:pt x="1123151" y="1168278"/>
                  </a:lnTo>
                  <a:lnTo>
                    <a:pt x="1124433" y="1119069"/>
                  </a:lnTo>
                  <a:lnTo>
                    <a:pt x="1125715" y="1113609"/>
                  </a:lnTo>
                  <a:lnTo>
                    <a:pt x="1126997" y="1102839"/>
                  </a:lnTo>
                  <a:lnTo>
                    <a:pt x="1128279" y="1102839"/>
                  </a:lnTo>
                  <a:lnTo>
                    <a:pt x="1129560" y="1102839"/>
                  </a:lnTo>
                  <a:lnTo>
                    <a:pt x="1130842" y="1165604"/>
                  </a:lnTo>
                  <a:lnTo>
                    <a:pt x="1132124" y="1220978"/>
                  </a:lnTo>
                  <a:lnTo>
                    <a:pt x="1133406" y="1295239"/>
                  </a:lnTo>
                  <a:lnTo>
                    <a:pt x="1134688" y="1301724"/>
                  </a:lnTo>
                  <a:lnTo>
                    <a:pt x="1135970" y="1301724"/>
                  </a:lnTo>
                  <a:lnTo>
                    <a:pt x="1137252" y="1301724"/>
                  </a:lnTo>
                  <a:lnTo>
                    <a:pt x="1138533" y="1236956"/>
                  </a:lnTo>
                  <a:lnTo>
                    <a:pt x="1139815" y="1179530"/>
                  </a:lnTo>
                  <a:lnTo>
                    <a:pt x="1141097" y="1171580"/>
                  </a:lnTo>
                  <a:lnTo>
                    <a:pt x="1142379" y="1161145"/>
                  </a:lnTo>
                  <a:lnTo>
                    <a:pt x="1143661" y="1198526"/>
                  </a:lnTo>
                  <a:lnTo>
                    <a:pt x="1144943" y="1179693"/>
                  </a:lnTo>
                  <a:lnTo>
                    <a:pt x="1146224" y="1220622"/>
                  </a:lnTo>
                  <a:lnTo>
                    <a:pt x="1147506" y="1220622"/>
                  </a:lnTo>
                  <a:lnTo>
                    <a:pt x="1148788" y="1220622"/>
                  </a:lnTo>
                  <a:lnTo>
                    <a:pt x="1150070" y="1196936"/>
                  </a:lnTo>
                  <a:lnTo>
                    <a:pt x="1151352" y="1158682"/>
                  </a:lnTo>
                  <a:lnTo>
                    <a:pt x="1152634" y="1042644"/>
                  </a:lnTo>
                  <a:lnTo>
                    <a:pt x="1153916" y="1042644"/>
                  </a:lnTo>
                  <a:lnTo>
                    <a:pt x="1155197" y="1042644"/>
                  </a:lnTo>
                  <a:lnTo>
                    <a:pt x="1156479" y="1125478"/>
                  </a:lnTo>
                  <a:lnTo>
                    <a:pt x="1157761" y="1200206"/>
                  </a:lnTo>
                  <a:lnTo>
                    <a:pt x="1159043" y="1220622"/>
                  </a:lnTo>
                  <a:lnTo>
                    <a:pt x="1160325" y="1230487"/>
                  </a:lnTo>
                  <a:lnTo>
                    <a:pt x="1161607" y="1275261"/>
                  </a:lnTo>
                  <a:lnTo>
                    <a:pt x="1162888" y="1220622"/>
                  </a:lnTo>
                  <a:lnTo>
                    <a:pt x="1164170" y="1170639"/>
                  </a:lnTo>
                  <a:lnTo>
                    <a:pt x="1165452" y="1158781"/>
                  </a:lnTo>
                  <a:lnTo>
                    <a:pt x="1166734" y="1105513"/>
                  </a:lnTo>
                  <a:lnTo>
                    <a:pt x="1168016" y="1102839"/>
                  </a:lnTo>
                  <a:lnTo>
                    <a:pt x="1169298" y="1061633"/>
                  </a:lnTo>
                  <a:lnTo>
                    <a:pt x="1170579" y="1046897"/>
                  </a:lnTo>
                  <a:lnTo>
                    <a:pt x="1171861" y="1016185"/>
                  </a:lnTo>
                  <a:lnTo>
                    <a:pt x="1173143" y="1004787"/>
                  </a:lnTo>
                  <a:lnTo>
                    <a:pt x="1174425" y="1004787"/>
                  </a:lnTo>
                  <a:lnTo>
                    <a:pt x="1175707" y="1004787"/>
                  </a:lnTo>
                  <a:lnTo>
                    <a:pt x="1176989" y="1067553"/>
                  </a:lnTo>
                  <a:lnTo>
                    <a:pt x="1178271" y="1051768"/>
                  </a:lnTo>
                  <a:lnTo>
                    <a:pt x="1179552" y="1051768"/>
                  </a:lnTo>
                  <a:lnTo>
                    <a:pt x="1180834" y="1025465"/>
                  </a:lnTo>
                  <a:lnTo>
                    <a:pt x="1182116" y="1004787"/>
                  </a:lnTo>
                  <a:lnTo>
                    <a:pt x="1183398" y="1042066"/>
                  </a:lnTo>
                  <a:lnTo>
                    <a:pt x="1184680" y="1051768"/>
                  </a:lnTo>
                  <a:lnTo>
                    <a:pt x="1185962" y="1162942"/>
                  </a:lnTo>
                  <a:lnTo>
                    <a:pt x="1187243" y="1179530"/>
                  </a:lnTo>
                  <a:lnTo>
                    <a:pt x="1188525" y="1223848"/>
                  </a:lnTo>
                  <a:lnTo>
                    <a:pt x="1189807" y="1268675"/>
                  </a:lnTo>
                  <a:lnTo>
                    <a:pt x="1191089" y="1342599"/>
                  </a:lnTo>
                  <a:lnTo>
                    <a:pt x="1192371" y="1342599"/>
                  </a:lnTo>
                  <a:lnTo>
                    <a:pt x="1193653" y="1342599"/>
                  </a:lnTo>
                  <a:lnTo>
                    <a:pt x="1194935" y="1342599"/>
                  </a:lnTo>
                  <a:lnTo>
                    <a:pt x="1196216" y="1342599"/>
                  </a:lnTo>
                  <a:lnTo>
                    <a:pt x="1197498" y="1289755"/>
                  </a:lnTo>
                  <a:lnTo>
                    <a:pt x="1198780" y="1289755"/>
                  </a:lnTo>
                  <a:lnTo>
                    <a:pt x="1200062" y="1342599"/>
                  </a:lnTo>
                  <a:lnTo>
                    <a:pt x="1201344" y="1342599"/>
                  </a:lnTo>
                  <a:lnTo>
                    <a:pt x="1202626" y="1342599"/>
                  </a:lnTo>
                  <a:lnTo>
                    <a:pt x="1203907" y="1342599"/>
                  </a:lnTo>
                  <a:lnTo>
                    <a:pt x="1205189" y="1342599"/>
                  </a:lnTo>
                  <a:lnTo>
                    <a:pt x="1206471" y="1342599"/>
                  </a:lnTo>
                  <a:lnTo>
                    <a:pt x="1207753" y="1342599"/>
                  </a:lnTo>
                  <a:lnTo>
                    <a:pt x="1209035" y="1342599"/>
                  </a:lnTo>
                  <a:lnTo>
                    <a:pt x="1210317" y="1342599"/>
                  </a:lnTo>
                  <a:lnTo>
                    <a:pt x="1211599" y="1342599"/>
                  </a:lnTo>
                  <a:lnTo>
                    <a:pt x="1212880" y="1342599"/>
                  </a:lnTo>
                  <a:lnTo>
                    <a:pt x="1214162" y="1342599"/>
                  </a:lnTo>
                  <a:lnTo>
                    <a:pt x="1215444" y="1342599"/>
                  </a:lnTo>
                  <a:lnTo>
                    <a:pt x="1216726" y="1342599"/>
                  </a:lnTo>
                  <a:lnTo>
                    <a:pt x="1218008" y="1342599"/>
                  </a:lnTo>
                  <a:lnTo>
                    <a:pt x="1219290" y="1342599"/>
                  </a:lnTo>
                  <a:lnTo>
                    <a:pt x="1220571" y="1342599"/>
                  </a:lnTo>
                  <a:lnTo>
                    <a:pt x="1221853" y="1342599"/>
                  </a:lnTo>
                  <a:lnTo>
                    <a:pt x="1223135" y="1342471"/>
                  </a:lnTo>
                  <a:lnTo>
                    <a:pt x="1224417" y="1342471"/>
                  </a:lnTo>
                  <a:lnTo>
                    <a:pt x="1225699" y="1342471"/>
                  </a:lnTo>
                  <a:lnTo>
                    <a:pt x="1226981" y="1342471"/>
                  </a:lnTo>
                  <a:lnTo>
                    <a:pt x="1228262" y="1342471"/>
                  </a:lnTo>
                  <a:lnTo>
                    <a:pt x="1229544" y="1342599"/>
                  </a:lnTo>
                  <a:lnTo>
                    <a:pt x="1230826" y="1342599"/>
                  </a:lnTo>
                  <a:lnTo>
                    <a:pt x="1232108" y="1342599"/>
                  </a:lnTo>
                  <a:lnTo>
                    <a:pt x="1233390" y="1342599"/>
                  </a:lnTo>
                  <a:lnTo>
                    <a:pt x="1234672" y="1342599"/>
                  </a:lnTo>
                  <a:lnTo>
                    <a:pt x="1235954" y="1342599"/>
                  </a:lnTo>
                  <a:lnTo>
                    <a:pt x="1237235" y="1342599"/>
                  </a:lnTo>
                  <a:lnTo>
                    <a:pt x="1238517" y="1342599"/>
                  </a:lnTo>
                  <a:lnTo>
                    <a:pt x="1239799" y="1342599"/>
                  </a:lnTo>
                  <a:lnTo>
                    <a:pt x="1241081" y="1342599"/>
                  </a:lnTo>
                  <a:lnTo>
                    <a:pt x="1242363" y="1342599"/>
                  </a:lnTo>
                  <a:lnTo>
                    <a:pt x="1243645" y="1342599"/>
                  </a:lnTo>
                  <a:lnTo>
                    <a:pt x="1244926" y="1342599"/>
                  </a:lnTo>
                  <a:lnTo>
                    <a:pt x="1246208" y="1342599"/>
                  </a:lnTo>
                  <a:lnTo>
                    <a:pt x="1247490" y="1342599"/>
                  </a:lnTo>
                  <a:lnTo>
                    <a:pt x="1248772" y="1342599"/>
                  </a:lnTo>
                  <a:lnTo>
                    <a:pt x="1250054" y="1342599"/>
                  </a:lnTo>
                  <a:lnTo>
                    <a:pt x="1251336" y="1342599"/>
                  </a:lnTo>
                  <a:lnTo>
                    <a:pt x="1252618" y="1342599"/>
                  </a:lnTo>
                  <a:lnTo>
                    <a:pt x="1253899" y="1331999"/>
                  </a:lnTo>
                  <a:lnTo>
                    <a:pt x="1255181" y="1174543"/>
                  </a:lnTo>
                  <a:lnTo>
                    <a:pt x="1256463" y="1135095"/>
                  </a:lnTo>
                  <a:lnTo>
                    <a:pt x="1257745" y="1076806"/>
                  </a:lnTo>
                  <a:lnTo>
                    <a:pt x="1259027" y="935631"/>
                  </a:lnTo>
                  <a:lnTo>
                    <a:pt x="1260309" y="935631"/>
                  </a:lnTo>
                  <a:lnTo>
                    <a:pt x="1261590" y="925929"/>
                  </a:lnTo>
                  <a:lnTo>
                    <a:pt x="1262872" y="851475"/>
                  </a:lnTo>
                  <a:lnTo>
                    <a:pt x="1264154" y="924487"/>
                  </a:lnTo>
                  <a:lnTo>
                    <a:pt x="1265436" y="901035"/>
                  </a:lnTo>
                  <a:lnTo>
                    <a:pt x="1266718" y="859228"/>
                  </a:lnTo>
                  <a:lnTo>
                    <a:pt x="1268000" y="857396"/>
                  </a:lnTo>
                  <a:lnTo>
                    <a:pt x="1269281" y="835369"/>
                  </a:lnTo>
                  <a:lnTo>
                    <a:pt x="1270563" y="813782"/>
                  </a:lnTo>
                  <a:lnTo>
                    <a:pt x="1271845" y="804080"/>
                  </a:lnTo>
                  <a:lnTo>
                    <a:pt x="1273127" y="849465"/>
                  </a:lnTo>
                  <a:lnTo>
                    <a:pt x="1274409" y="897030"/>
                  </a:lnTo>
                  <a:lnTo>
                    <a:pt x="1275691" y="885601"/>
                  </a:lnTo>
                  <a:lnTo>
                    <a:pt x="1276973" y="917777"/>
                  </a:lnTo>
                  <a:lnTo>
                    <a:pt x="1278254" y="955658"/>
                  </a:lnTo>
                  <a:lnTo>
                    <a:pt x="1279536" y="931697"/>
                  </a:lnTo>
                  <a:lnTo>
                    <a:pt x="1280818" y="930134"/>
                  </a:lnTo>
                  <a:lnTo>
                    <a:pt x="1282100" y="985489"/>
                  </a:lnTo>
                  <a:lnTo>
                    <a:pt x="1283382" y="941164"/>
                  </a:lnTo>
                  <a:lnTo>
                    <a:pt x="1284664" y="952406"/>
                  </a:lnTo>
                  <a:lnTo>
                    <a:pt x="1285945" y="989207"/>
                  </a:lnTo>
                  <a:lnTo>
                    <a:pt x="1287227" y="930162"/>
                  </a:lnTo>
                  <a:lnTo>
                    <a:pt x="1288509" y="967697"/>
                  </a:lnTo>
                  <a:lnTo>
                    <a:pt x="1289791" y="937129"/>
                  </a:lnTo>
                  <a:lnTo>
                    <a:pt x="1291073" y="903093"/>
                  </a:lnTo>
                  <a:lnTo>
                    <a:pt x="1292355" y="924021"/>
                  </a:lnTo>
                  <a:lnTo>
                    <a:pt x="1293637" y="937997"/>
                  </a:lnTo>
                  <a:lnTo>
                    <a:pt x="1294918" y="903231"/>
                  </a:lnTo>
                  <a:lnTo>
                    <a:pt x="1296200" y="859228"/>
                  </a:lnTo>
                  <a:lnTo>
                    <a:pt x="1297482" y="859228"/>
                  </a:lnTo>
                  <a:lnTo>
                    <a:pt x="1298764" y="887407"/>
                  </a:lnTo>
                  <a:lnTo>
                    <a:pt x="1300046" y="860089"/>
                  </a:lnTo>
                  <a:lnTo>
                    <a:pt x="1301328" y="864696"/>
                  </a:lnTo>
                  <a:lnTo>
                    <a:pt x="1302609" y="978969"/>
                  </a:lnTo>
                  <a:lnTo>
                    <a:pt x="1303891" y="1037382"/>
                  </a:lnTo>
                  <a:lnTo>
                    <a:pt x="1305173" y="997203"/>
                  </a:lnTo>
                  <a:lnTo>
                    <a:pt x="1306455" y="1012108"/>
                  </a:lnTo>
                  <a:lnTo>
                    <a:pt x="1307737" y="1054113"/>
                  </a:lnTo>
                  <a:lnTo>
                    <a:pt x="1309019" y="1130199"/>
                  </a:lnTo>
                  <a:lnTo>
                    <a:pt x="1310300" y="1127976"/>
                  </a:lnTo>
                  <a:lnTo>
                    <a:pt x="1311582" y="1180569"/>
                  </a:lnTo>
                  <a:lnTo>
                    <a:pt x="1312864" y="1197104"/>
                  </a:lnTo>
                  <a:lnTo>
                    <a:pt x="1314146" y="1295899"/>
                  </a:lnTo>
                  <a:lnTo>
                    <a:pt x="1315428" y="1342599"/>
                  </a:lnTo>
                  <a:lnTo>
                    <a:pt x="1316710" y="1339064"/>
                  </a:lnTo>
                  <a:lnTo>
                    <a:pt x="1317992" y="1324203"/>
                  </a:lnTo>
                  <a:lnTo>
                    <a:pt x="1319273" y="1326465"/>
                  </a:lnTo>
                  <a:lnTo>
                    <a:pt x="1320555" y="1342599"/>
                  </a:lnTo>
                  <a:lnTo>
                    <a:pt x="1321837" y="1342599"/>
                  </a:lnTo>
                  <a:lnTo>
                    <a:pt x="1323119" y="1342599"/>
                  </a:lnTo>
                  <a:lnTo>
                    <a:pt x="1324401" y="1342599"/>
                  </a:lnTo>
                  <a:lnTo>
                    <a:pt x="1325683" y="1342599"/>
                  </a:lnTo>
                  <a:lnTo>
                    <a:pt x="1326964" y="1342599"/>
                  </a:lnTo>
                  <a:lnTo>
                    <a:pt x="1328246" y="1342599"/>
                  </a:lnTo>
                  <a:lnTo>
                    <a:pt x="1329528" y="1278306"/>
                  </a:lnTo>
                  <a:lnTo>
                    <a:pt x="1330810" y="1260109"/>
                  </a:lnTo>
                  <a:lnTo>
                    <a:pt x="1332092" y="1220965"/>
                  </a:lnTo>
                  <a:lnTo>
                    <a:pt x="1333374" y="1213440"/>
                  </a:lnTo>
                  <a:lnTo>
                    <a:pt x="1334656" y="1181607"/>
                  </a:lnTo>
                  <a:lnTo>
                    <a:pt x="1335937" y="1185592"/>
                  </a:lnTo>
                  <a:lnTo>
                    <a:pt x="1337219" y="1149306"/>
                  </a:lnTo>
                  <a:lnTo>
                    <a:pt x="1338501" y="1157968"/>
                  </a:lnTo>
                  <a:lnTo>
                    <a:pt x="1339783" y="1121816"/>
                  </a:lnTo>
                  <a:lnTo>
                    <a:pt x="1341065" y="1098272"/>
                  </a:lnTo>
                  <a:lnTo>
                    <a:pt x="1342347" y="1082274"/>
                  </a:lnTo>
                  <a:lnTo>
                    <a:pt x="1343628" y="1042792"/>
                  </a:lnTo>
                  <a:lnTo>
                    <a:pt x="1344910" y="1068968"/>
                  </a:lnTo>
                  <a:lnTo>
                    <a:pt x="1346192" y="1033018"/>
                  </a:lnTo>
                  <a:lnTo>
                    <a:pt x="1347474" y="1103785"/>
                  </a:lnTo>
                  <a:lnTo>
                    <a:pt x="1348756" y="1173693"/>
                  </a:lnTo>
                  <a:lnTo>
                    <a:pt x="1350038" y="1200509"/>
                  </a:lnTo>
                  <a:lnTo>
                    <a:pt x="1351320" y="1228488"/>
                  </a:lnTo>
                  <a:lnTo>
                    <a:pt x="1352601" y="1167668"/>
                  </a:lnTo>
                  <a:lnTo>
                    <a:pt x="1353883" y="1161068"/>
                  </a:lnTo>
                  <a:lnTo>
                    <a:pt x="1355165" y="1153153"/>
                  </a:lnTo>
                  <a:lnTo>
                    <a:pt x="1356447" y="1144120"/>
                  </a:lnTo>
                  <a:lnTo>
                    <a:pt x="1357729" y="1222946"/>
                  </a:lnTo>
                  <a:lnTo>
                    <a:pt x="1359011" y="1207439"/>
                  </a:lnTo>
                  <a:lnTo>
                    <a:pt x="1360292" y="1175992"/>
                  </a:lnTo>
                  <a:lnTo>
                    <a:pt x="1361574" y="1238203"/>
                  </a:lnTo>
                  <a:lnTo>
                    <a:pt x="1362856" y="1267098"/>
                  </a:lnTo>
                  <a:lnTo>
                    <a:pt x="1364138" y="1193993"/>
                  </a:lnTo>
                  <a:lnTo>
                    <a:pt x="1365420" y="1165955"/>
                  </a:lnTo>
                  <a:lnTo>
                    <a:pt x="1366702" y="1115169"/>
                  </a:lnTo>
                  <a:lnTo>
                    <a:pt x="1367983" y="1105827"/>
                  </a:lnTo>
                  <a:lnTo>
                    <a:pt x="1369265" y="1087579"/>
                  </a:lnTo>
                  <a:lnTo>
                    <a:pt x="1370547" y="1071335"/>
                  </a:lnTo>
                  <a:lnTo>
                    <a:pt x="1371829" y="1075721"/>
                  </a:lnTo>
                  <a:lnTo>
                    <a:pt x="1373111" y="1059798"/>
                  </a:lnTo>
                  <a:lnTo>
                    <a:pt x="1374393" y="1019779"/>
                  </a:lnTo>
                  <a:lnTo>
                    <a:pt x="1375675" y="1009203"/>
                  </a:lnTo>
                  <a:lnTo>
                    <a:pt x="1376956" y="965051"/>
                  </a:lnTo>
                  <a:lnTo>
                    <a:pt x="1378238" y="944748"/>
                  </a:lnTo>
                  <a:lnTo>
                    <a:pt x="1379520" y="973620"/>
                  </a:lnTo>
                  <a:lnTo>
                    <a:pt x="1380802" y="945221"/>
                  </a:lnTo>
                  <a:lnTo>
                    <a:pt x="1382084" y="889414"/>
                  </a:lnTo>
                  <a:lnTo>
                    <a:pt x="1383366" y="907007"/>
                  </a:lnTo>
                  <a:lnTo>
                    <a:pt x="1384647" y="882223"/>
                  </a:lnTo>
                  <a:lnTo>
                    <a:pt x="1385929" y="908966"/>
                  </a:lnTo>
                  <a:lnTo>
                    <a:pt x="1387211" y="888443"/>
                  </a:lnTo>
                  <a:lnTo>
                    <a:pt x="1388493" y="897774"/>
                  </a:lnTo>
                  <a:lnTo>
                    <a:pt x="1389775" y="982038"/>
                  </a:lnTo>
                  <a:lnTo>
                    <a:pt x="1391057" y="945679"/>
                  </a:lnTo>
                  <a:lnTo>
                    <a:pt x="1392339" y="903445"/>
                  </a:lnTo>
                  <a:lnTo>
                    <a:pt x="1393620" y="961290"/>
                  </a:lnTo>
                  <a:lnTo>
                    <a:pt x="1394902" y="978304"/>
                  </a:lnTo>
                  <a:lnTo>
                    <a:pt x="1396184" y="1059151"/>
                  </a:lnTo>
                  <a:lnTo>
                    <a:pt x="1397466" y="1155854"/>
                  </a:lnTo>
                  <a:lnTo>
                    <a:pt x="1398748" y="1158781"/>
                  </a:lnTo>
                  <a:lnTo>
                    <a:pt x="1400030" y="1061633"/>
                  </a:lnTo>
                  <a:lnTo>
                    <a:pt x="1401311" y="991396"/>
                  </a:lnTo>
                  <a:lnTo>
                    <a:pt x="1402593" y="961290"/>
                  </a:lnTo>
                  <a:lnTo>
                    <a:pt x="1403875" y="961290"/>
                  </a:lnTo>
                  <a:lnTo>
                    <a:pt x="1405157" y="1036769"/>
                  </a:lnTo>
                  <a:lnTo>
                    <a:pt x="1406439" y="998054"/>
                  </a:lnTo>
                  <a:lnTo>
                    <a:pt x="1407721" y="1007668"/>
                  </a:lnTo>
                  <a:lnTo>
                    <a:pt x="1409002" y="1055413"/>
                  </a:lnTo>
                  <a:lnTo>
                    <a:pt x="1410284" y="1102839"/>
                  </a:lnTo>
                  <a:lnTo>
                    <a:pt x="1411566" y="1087046"/>
                  </a:lnTo>
                  <a:lnTo>
                    <a:pt x="1412848" y="1051768"/>
                  </a:lnTo>
                  <a:lnTo>
                    <a:pt x="1414130" y="1018491"/>
                  </a:lnTo>
                  <a:lnTo>
                    <a:pt x="1415412" y="1004787"/>
                  </a:lnTo>
                  <a:lnTo>
                    <a:pt x="1416694" y="1004787"/>
                  </a:lnTo>
                  <a:lnTo>
                    <a:pt x="1417975" y="1067553"/>
                  </a:lnTo>
                  <a:lnTo>
                    <a:pt x="1419257" y="1168954"/>
                  </a:lnTo>
                  <a:lnTo>
                    <a:pt x="1420539" y="1253349"/>
                  </a:lnTo>
                  <a:lnTo>
                    <a:pt x="1421821" y="1301724"/>
                  </a:lnTo>
                  <a:lnTo>
                    <a:pt x="1423103" y="1301724"/>
                  </a:lnTo>
                  <a:lnTo>
                    <a:pt x="1424385" y="1303870"/>
                  </a:lnTo>
                  <a:lnTo>
                    <a:pt x="1425666" y="1342599"/>
                  </a:lnTo>
                  <a:lnTo>
                    <a:pt x="1426948" y="1342599"/>
                  </a:lnTo>
                  <a:lnTo>
                    <a:pt x="1428230" y="1289755"/>
                  </a:lnTo>
                  <a:lnTo>
                    <a:pt x="1429512" y="1289755"/>
                  </a:lnTo>
                  <a:lnTo>
                    <a:pt x="1430794" y="1312188"/>
                  </a:lnTo>
                  <a:lnTo>
                    <a:pt x="1432076" y="1342599"/>
                  </a:lnTo>
                  <a:lnTo>
                    <a:pt x="1433358" y="1342599"/>
                  </a:lnTo>
                  <a:lnTo>
                    <a:pt x="1434639" y="1342599"/>
                  </a:lnTo>
                  <a:lnTo>
                    <a:pt x="1435921" y="1289755"/>
                  </a:lnTo>
                  <a:lnTo>
                    <a:pt x="1437203" y="1266068"/>
                  </a:lnTo>
                  <a:lnTo>
                    <a:pt x="1438485" y="1266068"/>
                  </a:lnTo>
                  <a:lnTo>
                    <a:pt x="1439767" y="1259546"/>
                  </a:lnTo>
                  <a:lnTo>
                    <a:pt x="1441049" y="1162714"/>
                  </a:lnTo>
                  <a:lnTo>
                    <a:pt x="1442330" y="1104485"/>
                  </a:lnTo>
                  <a:lnTo>
                    <a:pt x="1443612" y="1101233"/>
                  </a:lnTo>
                  <a:lnTo>
                    <a:pt x="1444894" y="1036804"/>
                  </a:lnTo>
                  <a:lnTo>
                    <a:pt x="1446176" y="986702"/>
                  </a:lnTo>
                  <a:lnTo>
                    <a:pt x="1447458" y="973512"/>
                  </a:lnTo>
                  <a:lnTo>
                    <a:pt x="1448740" y="925929"/>
                  </a:lnTo>
                  <a:lnTo>
                    <a:pt x="1450022" y="888650"/>
                  </a:lnTo>
                  <a:lnTo>
                    <a:pt x="1451303" y="864329"/>
                  </a:lnTo>
                  <a:lnTo>
                    <a:pt x="1452585" y="969231"/>
                  </a:lnTo>
                  <a:lnTo>
                    <a:pt x="1453867" y="994805"/>
                  </a:lnTo>
                  <a:lnTo>
                    <a:pt x="1455149" y="1015979"/>
                  </a:lnTo>
                  <a:lnTo>
                    <a:pt x="1456431" y="981101"/>
                  </a:lnTo>
                  <a:lnTo>
                    <a:pt x="1457713" y="961290"/>
                  </a:lnTo>
                  <a:lnTo>
                    <a:pt x="1458994" y="961290"/>
                  </a:lnTo>
                  <a:lnTo>
                    <a:pt x="1460276" y="967613"/>
                  </a:lnTo>
                  <a:lnTo>
                    <a:pt x="1461558" y="1004787"/>
                  </a:lnTo>
                  <a:lnTo>
                    <a:pt x="1462840" y="1007049"/>
                  </a:lnTo>
                  <a:lnTo>
                    <a:pt x="1464122" y="1056680"/>
                  </a:lnTo>
                  <a:lnTo>
                    <a:pt x="1465404" y="1054219"/>
                  </a:lnTo>
                  <a:lnTo>
                    <a:pt x="1466685" y="1039666"/>
                  </a:lnTo>
                  <a:lnTo>
                    <a:pt x="1467967" y="1023131"/>
                  </a:lnTo>
                  <a:lnTo>
                    <a:pt x="1469249" y="1004787"/>
                  </a:lnTo>
                  <a:lnTo>
                    <a:pt x="1470531" y="1030160"/>
                  </a:lnTo>
                  <a:lnTo>
                    <a:pt x="1471813" y="1045549"/>
                  </a:lnTo>
                  <a:lnTo>
                    <a:pt x="1473095" y="1018380"/>
                  </a:lnTo>
                  <a:lnTo>
                    <a:pt x="1474377" y="1009965"/>
                  </a:lnTo>
                  <a:lnTo>
                    <a:pt x="1475658" y="1114533"/>
                  </a:lnTo>
                  <a:lnTo>
                    <a:pt x="1476940" y="1070297"/>
                  </a:lnTo>
                  <a:lnTo>
                    <a:pt x="1478222" y="1042392"/>
                  </a:lnTo>
                  <a:lnTo>
                    <a:pt x="1479504" y="1042392"/>
                  </a:lnTo>
                  <a:lnTo>
                    <a:pt x="1480786" y="999944"/>
                  </a:lnTo>
                  <a:lnTo>
                    <a:pt x="1482068" y="914783"/>
                  </a:lnTo>
                  <a:lnTo>
                    <a:pt x="1483349" y="894884"/>
                  </a:lnTo>
                  <a:lnTo>
                    <a:pt x="1484631" y="926709"/>
                  </a:lnTo>
                  <a:lnTo>
                    <a:pt x="1485913" y="916472"/>
                  </a:lnTo>
                  <a:lnTo>
                    <a:pt x="1487195" y="956725"/>
                  </a:lnTo>
                  <a:lnTo>
                    <a:pt x="1488477" y="1001897"/>
                  </a:lnTo>
                  <a:lnTo>
                    <a:pt x="1489759" y="1062671"/>
                  </a:lnTo>
                  <a:lnTo>
                    <a:pt x="1491041" y="1037338"/>
                  </a:lnTo>
                  <a:lnTo>
                    <a:pt x="1492322" y="1029908"/>
                  </a:lnTo>
                  <a:lnTo>
                    <a:pt x="1493604" y="1024790"/>
                  </a:lnTo>
                  <a:lnTo>
                    <a:pt x="1494886" y="964017"/>
                  </a:lnTo>
                  <a:lnTo>
                    <a:pt x="1496168" y="1034631"/>
                  </a:lnTo>
                  <a:lnTo>
                    <a:pt x="1497450" y="1004787"/>
                  </a:lnTo>
                  <a:lnTo>
                    <a:pt x="1498732" y="1004787"/>
                  </a:lnTo>
                  <a:lnTo>
                    <a:pt x="1500013" y="1042066"/>
                  </a:lnTo>
                  <a:lnTo>
                    <a:pt x="1501295" y="1124580"/>
                  </a:lnTo>
                  <a:lnTo>
                    <a:pt x="1502577" y="1158781"/>
                  </a:lnTo>
                  <a:lnTo>
                    <a:pt x="1503859" y="1158781"/>
                  </a:lnTo>
                  <a:lnTo>
                    <a:pt x="1505141" y="1210920"/>
                  </a:lnTo>
                  <a:lnTo>
                    <a:pt x="1506423" y="1152941"/>
                  </a:lnTo>
                  <a:lnTo>
                    <a:pt x="1507704" y="1091308"/>
                  </a:lnTo>
                  <a:lnTo>
                    <a:pt x="1508986" y="1028082"/>
                  </a:lnTo>
                  <a:lnTo>
                    <a:pt x="1510268" y="963169"/>
                  </a:lnTo>
                  <a:lnTo>
                    <a:pt x="1511550" y="895462"/>
                  </a:lnTo>
                  <a:lnTo>
                    <a:pt x="1512832" y="935631"/>
                  </a:lnTo>
                  <a:lnTo>
                    <a:pt x="1514114" y="890912"/>
                  </a:lnTo>
                  <a:lnTo>
                    <a:pt x="1515396" y="845153"/>
                  </a:lnTo>
                  <a:lnTo>
                    <a:pt x="1516677" y="824556"/>
                  </a:lnTo>
                  <a:lnTo>
                    <a:pt x="1517959" y="804658"/>
                  </a:lnTo>
                  <a:lnTo>
                    <a:pt x="1519241" y="814522"/>
                  </a:lnTo>
                  <a:lnTo>
                    <a:pt x="1520523" y="845153"/>
                  </a:lnTo>
                  <a:lnTo>
                    <a:pt x="1521805" y="845153"/>
                  </a:lnTo>
                  <a:lnTo>
                    <a:pt x="1523087" y="845153"/>
                  </a:lnTo>
                  <a:lnTo>
                    <a:pt x="1524368" y="845153"/>
                  </a:lnTo>
                  <a:lnTo>
                    <a:pt x="1525650" y="893182"/>
                  </a:lnTo>
                  <a:lnTo>
                    <a:pt x="1526932" y="940543"/>
                  </a:lnTo>
                  <a:lnTo>
                    <a:pt x="1528214" y="986702"/>
                  </a:lnTo>
                  <a:lnTo>
                    <a:pt x="1529496" y="994761"/>
                  </a:lnTo>
                  <a:lnTo>
                    <a:pt x="1530778" y="1101233"/>
                  </a:lnTo>
                  <a:lnTo>
                    <a:pt x="1532060" y="1104485"/>
                  </a:lnTo>
                  <a:lnTo>
                    <a:pt x="1533341" y="1169960"/>
                  </a:lnTo>
                  <a:lnTo>
                    <a:pt x="1534623" y="1251993"/>
                  </a:lnTo>
                  <a:lnTo>
                    <a:pt x="1535905" y="1295490"/>
                  </a:lnTo>
                  <a:lnTo>
                    <a:pt x="1537187" y="1342471"/>
                  </a:lnTo>
                  <a:lnTo>
                    <a:pt x="1538469" y="1342471"/>
                  </a:lnTo>
                  <a:lnTo>
                    <a:pt x="1539751" y="1342471"/>
                  </a:lnTo>
                  <a:lnTo>
                    <a:pt x="1541032" y="1342471"/>
                  </a:lnTo>
                  <a:lnTo>
                    <a:pt x="1542314" y="1342471"/>
                  </a:lnTo>
                  <a:lnTo>
                    <a:pt x="1543596" y="1342599"/>
                  </a:lnTo>
                  <a:lnTo>
                    <a:pt x="1544878" y="1342599"/>
                  </a:lnTo>
                  <a:lnTo>
                    <a:pt x="1546160" y="1342599"/>
                  </a:lnTo>
                  <a:lnTo>
                    <a:pt x="1547442" y="1342599"/>
                  </a:lnTo>
                  <a:lnTo>
                    <a:pt x="1548723" y="1342599"/>
                  </a:lnTo>
                  <a:lnTo>
                    <a:pt x="1550005" y="1289755"/>
                  </a:lnTo>
                  <a:lnTo>
                    <a:pt x="1551287" y="1289755"/>
                  </a:lnTo>
                  <a:lnTo>
                    <a:pt x="1552569" y="1289755"/>
                  </a:lnTo>
                  <a:lnTo>
                    <a:pt x="1553851" y="1289755"/>
                  </a:lnTo>
                  <a:lnTo>
                    <a:pt x="1555133" y="1289755"/>
                  </a:lnTo>
                  <a:lnTo>
                    <a:pt x="1556415" y="1289755"/>
                  </a:lnTo>
                  <a:lnTo>
                    <a:pt x="1557696" y="1289755"/>
                  </a:lnTo>
                  <a:lnTo>
                    <a:pt x="1558978" y="1289755"/>
                  </a:lnTo>
                  <a:lnTo>
                    <a:pt x="1560260" y="1289755"/>
                  </a:lnTo>
                  <a:lnTo>
                    <a:pt x="1561542" y="1289755"/>
                  </a:lnTo>
                  <a:lnTo>
                    <a:pt x="1562824" y="1283535"/>
                  </a:lnTo>
                  <a:lnTo>
                    <a:pt x="1564106" y="1266068"/>
                  </a:lnTo>
                  <a:lnTo>
                    <a:pt x="1565387" y="1283535"/>
                  </a:lnTo>
                  <a:lnTo>
                    <a:pt x="1566669" y="1342599"/>
                  </a:lnTo>
                  <a:lnTo>
                    <a:pt x="1567951" y="1342599"/>
                  </a:lnTo>
                  <a:lnTo>
                    <a:pt x="1569233" y="1342599"/>
                  </a:lnTo>
                  <a:lnTo>
                    <a:pt x="1570515" y="1342599"/>
                  </a:lnTo>
                  <a:lnTo>
                    <a:pt x="1571797" y="1342599"/>
                  </a:lnTo>
                  <a:lnTo>
                    <a:pt x="1573079" y="1342599"/>
                  </a:lnTo>
                  <a:lnTo>
                    <a:pt x="1574360" y="1342599"/>
                  </a:lnTo>
                  <a:lnTo>
                    <a:pt x="1575642" y="1342599"/>
                  </a:lnTo>
                  <a:lnTo>
                    <a:pt x="1576924" y="1342599"/>
                  </a:lnTo>
                  <a:lnTo>
                    <a:pt x="1578206" y="1342599"/>
                  </a:lnTo>
                  <a:lnTo>
                    <a:pt x="1579488" y="1342599"/>
                  </a:lnTo>
                  <a:lnTo>
                    <a:pt x="1580770" y="1342599"/>
                  </a:lnTo>
                  <a:lnTo>
                    <a:pt x="1582051" y="1342599"/>
                  </a:lnTo>
                  <a:lnTo>
                    <a:pt x="1583333" y="1342599"/>
                  </a:lnTo>
                  <a:lnTo>
                    <a:pt x="1584615" y="1342599"/>
                  </a:lnTo>
                  <a:lnTo>
                    <a:pt x="1585897" y="1342599"/>
                  </a:lnTo>
                  <a:lnTo>
                    <a:pt x="1587179" y="1342599"/>
                  </a:lnTo>
                  <a:lnTo>
                    <a:pt x="1588461" y="1342599"/>
                  </a:lnTo>
                  <a:lnTo>
                    <a:pt x="1589743" y="1342599"/>
                  </a:lnTo>
                  <a:lnTo>
                    <a:pt x="1591024" y="1342599"/>
                  </a:lnTo>
                  <a:lnTo>
                    <a:pt x="1592306" y="1342599"/>
                  </a:lnTo>
                  <a:lnTo>
                    <a:pt x="1593588" y="1342599"/>
                  </a:lnTo>
                  <a:lnTo>
                    <a:pt x="1594870" y="1342599"/>
                  </a:lnTo>
                  <a:lnTo>
                    <a:pt x="1596152" y="1289755"/>
                  </a:lnTo>
                  <a:lnTo>
                    <a:pt x="1597434" y="1289755"/>
                  </a:lnTo>
                  <a:lnTo>
                    <a:pt x="1598715" y="1289755"/>
                  </a:lnTo>
                  <a:lnTo>
                    <a:pt x="1599997" y="1289755"/>
                  </a:lnTo>
                  <a:lnTo>
                    <a:pt x="1601279" y="1266068"/>
                  </a:lnTo>
                  <a:lnTo>
                    <a:pt x="1602561" y="1256451"/>
                  </a:lnTo>
                  <a:lnTo>
                    <a:pt x="1603843" y="1173617"/>
                  </a:lnTo>
                  <a:lnTo>
                    <a:pt x="1605125" y="1173617"/>
                  </a:lnTo>
                  <a:lnTo>
                    <a:pt x="1606406" y="1173617"/>
                  </a:lnTo>
                  <a:lnTo>
                    <a:pt x="1607688" y="1166326"/>
                  </a:lnTo>
                  <a:lnTo>
                    <a:pt x="1608970" y="1127766"/>
                  </a:lnTo>
                  <a:lnTo>
                    <a:pt x="1610252" y="1241087"/>
                  </a:lnTo>
                  <a:lnTo>
                    <a:pt x="1611534" y="1275261"/>
                  </a:lnTo>
                  <a:lnTo>
                    <a:pt x="1612816" y="1294061"/>
                  </a:lnTo>
                  <a:lnTo>
                    <a:pt x="1614098" y="1150892"/>
                  </a:lnTo>
                  <a:lnTo>
                    <a:pt x="1615379" y="1132871"/>
                  </a:lnTo>
                  <a:lnTo>
                    <a:pt x="1616661" y="1132871"/>
                  </a:lnTo>
                  <a:lnTo>
                    <a:pt x="1617943" y="1132871"/>
                  </a:lnTo>
                  <a:lnTo>
                    <a:pt x="1619225" y="1132871"/>
                  </a:lnTo>
                  <a:lnTo>
                    <a:pt x="1620507" y="1132871"/>
                  </a:lnTo>
                  <a:lnTo>
                    <a:pt x="1621789" y="1108910"/>
                  </a:lnTo>
                  <a:lnTo>
                    <a:pt x="1623070" y="1085890"/>
                  </a:lnTo>
                  <a:lnTo>
                    <a:pt x="1624352" y="1058268"/>
                  </a:lnTo>
                  <a:lnTo>
                    <a:pt x="1625634" y="1060290"/>
                  </a:lnTo>
                  <a:lnTo>
                    <a:pt x="1626916" y="1068392"/>
                  </a:lnTo>
                  <a:lnTo>
                    <a:pt x="1628198" y="1100513"/>
                  </a:lnTo>
                  <a:lnTo>
                    <a:pt x="1629480" y="1093946"/>
                  </a:lnTo>
                  <a:lnTo>
                    <a:pt x="1630762" y="1111527"/>
                  </a:lnTo>
                  <a:lnTo>
                    <a:pt x="1632043" y="1093946"/>
                  </a:lnTo>
                  <a:lnTo>
                    <a:pt x="1633325" y="1165489"/>
                  </a:lnTo>
                  <a:lnTo>
                    <a:pt x="1634607" y="1123546"/>
                  </a:lnTo>
                  <a:lnTo>
                    <a:pt x="1635889" y="1088201"/>
                  </a:lnTo>
                  <a:lnTo>
                    <a:pt x="1637171" y="1058476"/>
                  </a:lnTo>
                  <a:lnTo>
                    <a:pt x="1638453" y="1030184"/>
                  </a:lnTo>
                  <a:lnTo>
                    <a:pt x="1639734" y="1030184"/>
                  </a:lnTo>
                  <a:lnTo>
                    <a:pt x="1641016" y="1047706"/>
                  </a:lnTo>
                  <a:lnTo>
                    <a:pt x="1642298" y="1065767"/>
                  </a:lnTo>
                  <a:lnTo>
                    <a:pt x="1643580" y="1109488"/>
                  </a:lnTo>
                  <a:lnTo>
                    <a:pt x="1644862" y="1052968"/>
                  </a:lnTo>
                  <a:lnTo>
                    <a:pt x="1646144" y="1004787"/>
                  </a:lnTo>
                  <a:lnTo>
                    <a:pt x="1647425" y="993607"/>
                  </a:lnTo>
                  <a:lnTo>
                    <a:pt x="1648707" y="942721"/>
                  </a:lnTo>
                  <a:lnTo>
                    <a:pt x="1649989" y="920795"/>
                  </a:lnTo>
                  <a:lnTo>
                    <a:pt x="1651271" y="950318"/>
                  </a:lnTo>
                  <a:lnTo>
                    <a:pt x="1652553" y="983363"/>
                  </a:lnTo>
                  <a:lnTo>
                    <a:pt x="1653835" y="1070529"/>
                  </a:lnTo>
                  <a:lnTo>
                    <a:pt x="1655117" y="1118361"/>
                  </a:lnTo>
                  <a:lnTo>
                    <a:pt x="1656398" y="1170639"/>
                  </a:lnTo>
                  <a:lnTo>
                    <a:pt x="1657680" y="1220622"/>
                  </a:lnTo>
                  <a:lnTo>
                    <a:pt x="1658962" y="1220622"/>
                  </a:lnTo>
                  <a:lnTo>
                    <a:pt x="1660244" y="1220622"/>
                  </a:lnTo>
                  <a:lnTo>
                    <a:pt x="1661526" y="1220622"/>
                  </a:lnTo>
                  <a:lnTo>
                    <a:pt x="1662808" y="1220622"/>
                  </a:lnTo>
                  <a:lnTo>
                    <a:pt x="1664089" y="1282463"/>
                  </a:lnTo>
                  <a:lnTo>
                    <a:pt x="1665371" y="1289755"/>
                  </a:lnTo>
                  <a:lnTo>
                    <a:pt x="1666653" y="1304615"/>
                  </a:lnTo>
                  <a:lnTo>
                    <a:pt x="1667935" y="1323735"/>
                  </a:lnTo>
                  <a:lnTo>
                    <a:pt x="1669217" y="1342599"/>
                  </a:lnTo>
                  <a:lnTo>
                    <a:pt x="1670499" y="1312188"/>
                  </a:lnTo>
                  <a:lnTo>
                    <a:pt x="1671781" y="1289755"/>
                  </a:lnTo>
                  <a:lnTo>
                    <a:pt x="1673062" y="1266068"/>
                  </a:lnTo>
                  <a:lnTo>
                    <a:pt x="1674344" y="1256451"/>
                  </a:lnTo>
                  <a:lnTo>
                    <a:pt x="1675626" y="1173617"/>
                  </a:lnTo>
                  <a:lnTo>
                    <a:pt x="1676908" y="1173617"/>
                  </a:lnTo>
                  <a:lnTo>
                    <a:pt x="1678190" y="1173617"/>
                  </a:lnTo>
                  <a:lnTo>
                    <a:pt x="1679472" y="1138034"/>
                  </a:lnTo>
                  <a:lnTo>
                    <a:pt x="1680753" y="1069669"/>
                  </a:lnTo>
                  <a:lnTo>
                    <a:pt x="1682035" y="1042644"/>
                  </a:lnTo>
                  <a:lnTo>
                    <a:pt x="1683317" y="1042644"/>
                  </a:lnTo>
                  <a:lnTo>
                    <a:pt x="1684599" y="1042644"/>
                  </a:lnTo>
                  <a:lnTo>
                    <a:pt x="1685881" y="1045586"/>
                  </a:lnTo>
                  <a:lnTo>
                    <a:pt x="1687163" y="1101233"/>
                  </a:lnTo>
                  <a:lnTo>
                    <a:pt x="1688444" y="1042644"/>
                  </a:lnTo>
                  <a:lnTo>
                    <a:pt x="1689726" y="1085239"/>
                  </a:lnTo>
                  <a:lnTo>
                    <a:pt x="1691008" y="1078961"/>
                  </a:lnTo>
                  <a:lnTo>
                    <a:pt x="1692290" y="1042644"/>
                  </a:lnTo>
                  <a:lnTo>
                    <a:pt x="1693572" y="1108128"/>
                  </a:lnTo>
                  <a:lnTo>
                    <a:pt x="1694854" y="1047980"/>
                  </a:lnTo>
                  <a:lnTo>
                    <a:pt x="1696136" y="1015979"/>
                  </a:lnTo>
                  <a:lnTo>
                    <a:pt x="1697417" y="1004787"/>
                  </a:lnTo>
                  <a:lnTo>
                    <a:pt x="1698699" y="1027808"/>
                  </a:lnTo>
                  <a:lnTo>
                    <a:pt x="1699981" y="1051768"/>
                  </a:lnTo>
                  <a:lnTo>
                    <a:pt x="1701263" y="1051768"/>
                  </a:lnTo>
                  <a:lnTo>
                    <a:pt x="1702545" y="1102155"/>
                  </a:lnTo>
                  <a:lnTo>
                    <a:pt x="1703827" y="1055107"/>
                  </a:lnTo>
                  <a:lnTo>
                    <a:pt x="1705108" y="1042392"/>
                  </a:lnTo>
                  <a:lnTo>
                    <a:pt x="1706390" y="1044492"/>
                  </a:lnTo>
                  <a:lnTo>
                    <a:pt x="1707672" y="1085890"/>
                  </a:lnTo>
                  <a:lnTo>
                    <a:pt x="1708954" y="1085890"/>
                  </a:lnTo>
                  <a:lnTo>
                    <a:pt x="1710236" y="1029948"/>
                  </a:lnTo>
                  <a:lnTo>
                    <a:pt x="1711518" y="1042392"/>
                  </a:lnTo>
                  <a:lnTo>
                    <a:pt x="1712800" y="1050694"/>
                  </a:lnTo>
                  <a:lnTo>
                    <a:pt x="1714081" y="1109213"/>
                  </a:lnTo>
                  <a:lnTo>
                    <a:pt x="1715363" y="1107242"/>
                  </a:lnTo>
                  <a:lnTo>
                    <a:pt x="1716645" y="1051768"/>
                  </a:lnTo>
                  <a:lnTo>
                    <a:pt x="1717927" y="1051768"/>
                  </a:lnTo>
                  <a:lnTo>
                    <a:pt x="1719209" y="1079306"/>
                  </a:lnTo>
                  <a:lnTo>
                    <a:pt x="1720491" y="1045549"/>
                  </a:lnTo>
                  <a:lnTo>
                    <a:pt x="1721772" y="1047980"/>
                  </a:lnTo>
                  <a:lnTo>
                    <a:pt x="1723054" y="968317"/>
                  </a:lnTo>
                  <a:lnTo>
                    <a:pt x="1724336" y="1014965"/>
                  </a:lnTo>
                  <a:lnTo>
                    <a:pt x="1725618" y="1028082"/>
                  </a:lnTo>
                  <a:lnTo>
                    <a:pt x="1726900" y="1034894"/>
                  </a:lnTo>
                  <a:lnTo>
                    <a:pt x="1728182" y="1004787"/>
                  </a:lnTo>
                  <a:lnTo>
                    <a:pt x="1729464" y="1087046"/>
                  </a:lnTo>
                  <a:lnTo>
                    <a:pt x="1730745" y="1102839"/>
                  </a:lnTo>
                  <a:lnTo>
                    <a:pt x="1732027" y="1102839"/>
                  </a:lnTo>
                  <a:lnTo>
                    <a:pt x="1733309" y="1102839"/>
                  </a:lnTo>
                  <a:lnTo>
                    <a:pt x="1734591" y="1124580"/>
                  </a:lnTo>
                  <a:lnTo>
                    <a:pt x="1735873" y="1158781"/>
                  </a:lnTo>
                  <a:lnTo>
                    <a:pt x="1737155" y="1119069"/>
                  </a:lnTo>
                  <a:lnTo>
                    <a:pt x="1738436" y="1079306"/>
                  </a:lnTo>
                  <a:lnTo>
                    <a:pt x="1739718" y="1112093"/>
                  </a:lnTo>
                  <a:lnTo>
                    <a:pt x="1741000" y="1038215"/>
                  </a:lnTo>
                  <a:lnTo>
                    <a:pt x="1742282" y="1027899"/>
                  </a:lnTo>
                  <a:lnTo>
                    <a:pt x="1743564" y="1042392"/>
                  </a:lnTo>
                  <a:lnTo>
                    <a:pt x="1744846" y="1037980"/>
                  </a:lnTo>
                  <a:lnTo>
                    <a:pt x="1746127" y="976150"/>
                  </a:lnTo>
                  <a:lnTo>
                    <a:pt x="1747409" y="984814"/>
                  </a:lnTo>
                  <a:lnTo>
                    <a:pt x="1748691" y="961290"/>
                  </a:lnTo>
                  <a:lnTo>
                    <a:pt x="1749973" y="914954"/>
                  </a:lnTo>
                  <a:lnTo>
                    <a:pt x="1751255" y="852533"/>
                  </a:lnTo>
                  <a:lnTo>
                    <a:pt x="1752537" y="783594"/>
                  </a:lnTo>
                  <a:lnTo>
                    <a:pt x="1753819" y="782047"/>
                  </a:lnTo>
                  <a:lnTo>
                    <a:pt x="1755100" y="782047"/>
                  </a:lnTo>
                  <a:lnTo>
                    <a:pt x="1756382" y="804080"/>
                  </a:lnTo>
                  <a:lnTo>
                    <a:pt x="1757664" y="808911"/>
                  </a:lnTo>
                  <a:lnTo>
                    <a:pt x="1758946" y="825373"/>
                  </a:lnTo>
                  <a:lnTo>
                    <a:pt x="1760228" y="814522"/>
                  </a:lnTo>
                  <a:lnTo>
                    <a:pt x="1761510" y="834764"/>
                  </a:lnTo>
                  <a:lnTo>
                    <a:pt x="1762791" y="804658"/>
                  </a:lnTo>
                  <a:lnTo>
                    <a:pt x="1764073" y="772306"/>
                  </a:lnTo>
                  <a:lnTo>
                    <a:pt x="1765355" y="676823"/>
                  </a:lnTo>
                  <a:lnTo>
                    <a:pt x="1766637" y="679978"/>
                  </a:lnTo>
                  <a:lnTo>
                    <a:pt x="1767919" y="667457"/>
                  </a:lnTo>
                  <a:lnTo>
                    <a:pt x="1769201" y="670562"/>
                  </a:lnTo>
                  <a:lnTo>
                    <a:pt x="1770483" y="726037"/>
                  </a:lnTo>
                  <a:lnTo>
                    <a:pt x="1771764" y="882039"/>
                  </a:lnTo>
                  <a:lnTo>
                    <a:pt x="1773046" y="883570"/>
                  </a:lnTo>
                  <a:lnTo>
                    <a:pt x="1774328" y="859228"/>
                  </a:lnTo>
                  <a:lnTo>
                    <a:pt x="1775610" y="882914"/>
                  </a:lnTo>
                  <a:lnTo>
                    <a:pt x="1776892" y="881083"/>
                  </a:lnTo>
                  <a:lnTo>
                    <a:pt x="1778174" y="882914"/>
                  </a:lnTo>
                  <a:lnTo>
                    <a:pt x="1779455" y="882914"/>
                  </a:lnTo>
                  <a:lnTo>
                    <a:pt x="1780737" y="907257"/>
                  </a:lnTo>
                  <a:lnTo>
                    <a:pt x="1782019" y="961290"/>
                  </a:lnTo>
                  <a:lnTo>
                    <a:pt x="1783301" y="957112"/>
                  </a:lnTo>
                  <a:lnTo>
                    <a:pt x="1784583" y="1084455"/>
                  </a:lnTo>
                  <a:lnTo>
                    <a:pt x="1785865" y="1102839"/>
                  </a:lnTo>
                  <a:lnTo>
                    <a:pt x="1787146" y="1155854"/>
                  </a:lnTo>
                  <a:lnTo>
                    <a:pt x="1788428" y="1220622"/>
                  </a:lnTo>
                  <a:lnTo>
                    <a:pt x="1789710" y="1220622"/>
                  </a:lnTo>
                  <a:lnTo>
                    <a:pt x="1790992" y="1214403"/>
                  </a:lnTo>
                  <a:lnTo>
                    <a:pt x="1792274" y="1220217"/>
                  </a:lnTo>
                  <a:lnTo>
                    <a:pt x="1793556" y="1259546"/>
                  </a:lnTo>
                  <a:lnTo>
                    <a:pt x="1794838" y="1173617"/>
                  </a:lnTo>
                  <a:lnTo>
                    <a:pt x="1796119" y="1223356"/>
                  </a:lnTo>
                  <a:lnTo>
                    <a:pt x="1797401" y="1251993"/>
                  </a:lnTo>
                  <a:lnTo>
                    <a:pt x="1798683" y="1251993"/>
                  </a:lnTo>
                  <a:lnTo>
                    <a:pt x="1799965" y="1251993"/>
                  </a:lnTo>
                  <a:lnTo>
                    <a:pt x="1801247" y="1251993"/>
                  </a:lnTo>
                  <a:lnTo>
                    <a:pt x="1802529" y="1337600"/>
                  </a:lnTo>
                  <a:lnTo>
                    <a:pt x="1803810" y="1342471"/>
                  </a:lnTo>
                  <a:lnTo>
                    <a:pt x="1805092" y="1342471"/>
                  </a:lnTo>
                  <a:lnTo>
                    <a:pt x="1806374" y="1342471"/>
                  </a:lnTo>
                  <a:lnTo>
                    <a:pt x="1807656" y="1342471"/>
                  </a:lnTo>
                  <a:lnTo>
                    <a:pt x="1808938" y="1318511"/>
                  </a:lnTo>
                  <a:lnTo>
                    <a:pt x="1810220" y="1251993"/>
                  </a:lnTo>
                  <a:lnTo>
                    <a:pt x="1811502" y="1207598"/>
                  </a:lnTo>
                  <a:lnTo>
                    <a:pt x="1812783" y="1173617"/>
                  </a:lnTo>
                  <a:lnTo>
                    <a:pt x="1814065" y="1173617"/>
                  </a:lnTo>
                  <a:lnTo>
                    <a:pt x="1815347" y="1173617"/>
                  </a:lnTo>
                  <a:lnTo>
                    <a:pt x="1816629" y="1173617"/>
                  </a:lnTo>
                  <a:lnTo>
                    <a:pt x="1817911" y="1173617"/>
                  </a:lnTo>
                  <a:lnTo>
                    <a:pt x="1819193" y="1117675"/>
                  </a:lnTo>
                  <a:lnTo>
                    <a:pt x="1820474" y="1082092"/>
                  </a:lnTo>
                  <a:lnTo>
                    <a:pt x="1821756" y="1005681"/>
                  </a:lnTo>
                  <a:lnTo>
                    <a:pt x="1823038" y="1041458"/>
                  </a:lnTo>
                  <a:lnTo>
                    <a:pt x="1824320" y="1028082"/>
                  </a:lnTo>
                  <a:lnTo>
                    <a:pt x="1825602" y="1051768"/>
                  </a:lnTo>
                  <a:lnTo>
                    <a:pt x="1826884" y="1051768"/>
                  </a:lnTo>
                  <a:lnTo>
                    <a:pt x="1828165" y="1020806"/>
                  </a:lnTo>
                  <a:lnTo>
                    <a:pt x="1829447" y="1051768"/>
                  </a:lnTo>
                  <a:lnTo>
                    <a:pt x="1830729" y="1079306"/>
                  </a:lnTo>
                  <a:lnTo>
                    <a:pt x="1832011" y="1089649"/>
                  </a:lnTo>
                  <a:lnTo>
                    <a:pt x="1833293" y="1051768"/>
                  </a:lnTo>
                  <a:lnTo>
                    <a:pt x="1834575" y="1051768"/>
                  </a:lnTo>
                  <a:lnTo>
                    <a:pt x="1835857" y="1009320"/>
                  </a:lnTo>
                  <a:lnTo>
                    <a:pt x="1837138" y="1004787"/>
                  </a:lnTo>
                  <a:lnTo>
                    <a:pt x="1838420" y="1042066"/>
                  </a:lnTo>
                  <a:lnTo>
                    <a:pt x="1839702" y="1069142"/>
                  </a:lnTo>
                  <a:lnTo>
                    <a:pt x="1840984" y="1215280"/>
                  </a:lnTo>
                  <a:lnTo>
                    <a:pt x="1842266" y="1194712"/>
                  </a:lnTo>
                  <a:lnTo>
                    <a:pt x="1843548" y="1247759"/>
                  </a:lnTo>
                  <a:lnTo>
                    <a:pt x="1844829" y="1195889"/>
                  </a:lnTo>
                  <a:lnTo>
                    <a:pt x="1846111" y="1118316"/>
                  </a:lnTo>
                  <a:lnTo>
                    <a:pt x="1847393" y="1164494"/>
                  </a:lnTo>
                  <a:lnTo>
                    <a:pt x="1848675" y="1143358"/>
                  </a:lnTo>
                  <a:lnTo>
                    <a:pt x="1849957" y="1042857"/>
                  </a:lnTo>
                  <a:lnTo>
                    <a:pt x="1851239" y="943099"/>
                  </a:lnTo>
                  <a:lnTo>
                    <a:pt x="1852521" y="939898"/>
                  </a:lnTo>
                  <a:lnTo>
                    <a:pt x="1853802" y="887710"/>
                  </a:lnTo>
                  <a:lnTo>
                    <a:pt x="1855084" y="883631"/>
                  </a:lnTo>
                  <a:lnTo>
                    <a:pt x="1856366" y="885259"/>
                  </a:lnTo>
                  <a:lnTo>
                    <a:pt x="1857648" y="885259"/>
                  </a:lnTo>
                  <a:lnTo>
                    <a:pt x="1858930" y="885259"/>
                  </a:lnTo>
                  <a:lnTo>
                    <a:pt x="1860212" y="885259"/>
                  </a:lnTo>
                  <a:lnTo>
                    <a:pt x="1861493" y="846034"/>
                  </a:lnTo>
                  <a:lnTo>
                    <a:pt x="1862775" y="824546"/>
                  </a:lnTo>
                  <a:lnTo>
                    <a:pt x="1864057" y="795735"/>
                  </a:lnTo>
                  <a:lnTo>
                    <a:pt x="1865339" y="784763"/>
                  </a:lnTo>
                  <a:lnTo>
                    <a:pt x="1866621" y="774067"/>
                  </a:lnTo>
                  <a:lnTo>
                    <a:pt x="1867903" y="790484"/>
                  </a:lnTo>
                  <a:lnTo>
                    <a:pt x="1869185" y="835985"/>
                  </a:lnTo>
                  <a:lnTo>
                    <a:pt x="1870466" y="983560"/>
                  </a:lnTo>
                  <a:lnTo>
                    <a:pt x="1871748" y="1092263"/>
                  </a:lnTo>
                  <a:lnTo>
                    <a:pt x="1873030" y="1278851"/>
                  </a:lnTo>
                  <a:lnTo>
                    <a:pt x="1874312" y="1342599"/>
                  </a:lnTo>
                  <a:lnTo>
                    <a:pt x="1875594" y="1331327"/>
                  </a:lnTo>
                  <a:lnTo>
                    <a:pt x="1876876" y="1251993"/>
                  </a:lnTo>
                  <a:lnTo>
                    <a:pt x="1878157" y="1251993"/>
                  </a:lnTo>
                  <a:lnTo>
                    <a:pt x="1879439" y="1251993"/>
                  </a:lnTo>
                  <a:lnTo>
                    <a:pt x="1880721" y="1295490"/>
                  </a:lnTo>
                  <a:lnTo>
                    <a:pt x="1882003" y="1342471"/>
                  </a:lnTo>
                  <a:lnTo>
                    <a:pt x="1883285" y="1342471"/>
                  </a:lnTo>
                  <a:lnTo>
                    <a:pt x="1884567" y="1342471"/>
                  </a:lnTo>
                  <a:lnTo>
                    <a:pt x="1885848" y="1342471"/>
                  </a:lnTo>
                  <a:lnTo>
                    <a:pt x="1887130" y="1342471"/>
                  </a:lnTo>
                  <a:lnTo>
                    <a:pt x="1888412" y="1342471"/>
                  </a:lnTo>
                  <a:lnTo>
                    <a:pt x="1889694" y="1342471"/>
                  </a:lnTo>
                  <a:lnTo>
                    <a:pt x="1890976" y="1203724"/>
                  </a:lnTo>
                  <a:lnTo>
                    <a:pt x="1892258" y="1104485"/>
                  </a:lnTo>
                  <a:lnTo>
                    <a:pt x="1893540" y="1033905"/>
                  </a:lnTo>
                  <a:lnTo>
                    <a:pt x="1894821" y="986702"/>
                  </a:lnTo>
                  <a:lnTo>
                    <a:pt x="1896103" y="986702"/>
                  </a:lnTo>
                  <a:lnTo>
                    <a:pt x="1897385" y="986702"/>
                  </a:lnTo>
                  <a:lnTo>
                    <a:pt x="1898667" y="986702"/>
                  </a:lnTo>
                  <a:lnTo>
                    <a:pt x="1899949" y="965737"/>
                  </a:lnTo>
                  <a:lnTo>
                    <a:pt x="1901231" y="935631"/>
                  </a:lnTo>
                  <a:lnTo>
                    <a:pt x="1902512" y="935631"/>
                  </a:lnTo>
                  <a:lnTo>
                    <a:pt x="1903794" y="897750"/>
                  </a:lnTo>
                  <a:lnTo>
                    <a:pt x="1905076" y="877470"/>
                  </a:lnTo>
                  <a:lnTo>
                    <a:pt x="1906358" y="892546"/>
                  </a:lnTo>
                  <a:lnTo>
                    <a:pt x="1907640" y="868471"/>
                  </a:lnTo>
                  <a:lnTo>
                    <a:pt x="1908922" y="859228"/>
                  </a:lnTo>
                  <a:lnTo>
                    <a:pt x="1910204" y="934653"/>
                  </a:lnTo>
                  <a:lnTo>
                    <a:pt x="1911485" y="922755"/>
                  </a:lnTo>
                  <a:lnTo>
                    <a:pt x="1912767" y="989459"/>
                  </a:lnTo>
                  <a:lnTo>
                    <a:pt x="1914049" y="1019411"/>
                  </a:lnTo>
                  <a:lnTo>
                    <a:pt x="1915331" y="877572"/>
                  </a:lnTo>
                  <a:lnTo>
                    <a:pt x="1916613" y="841988"/>
                  </a:lnTo>
                  <a:lnTo>
                    <a:pt x="1917895" y="783809"/>
                  </a:lnTo>
                  <a:lnTo>
                    <a:pt x="1919176" y="804178"/>
                  </a:lnTo>
                  <a:lnTo>
                    <a:pt x="1920458" y="852761"/>
                  </a:lnTo>
                  <a:lnTo>
                    <a:pt x="1921740" y="880077"/>
                  </a:lnTo>
                  <a:lnTo>
                    <a:pt x="1923022" y="893787"/>
                  </a:lnTo>
                  <a:lnTo>
                    <a:pt x="1924304" y="873699"/>
                  </a:lnTo>
                  <a:lnTo>
                    <a:pt x="1925586" y="867153"/>
                  </a:lnTo>
                  <a:lnTo>
                    <a:pt x="1926867" y="854276"/>
                  </a:lnTo>
                  <a:lnTo>
                    <a:pt x="1928149" y="789999"/>
                  </a:lnTo>
                  <a:lnTo>
                    <a:pt x="1929431" y="791905"/>
                  </a:lnTo>
                  <a:lnTo>
                    <a:pt x="1930713" y="807377"/>
                  </a:lnTo>
                  <a:lnTo>
                    <a:pt x="1931995" y="813286"/>
                  </a:lnTo>
                  <a:lnTo>
                    <a:pt x="1933277" y="815269"/>
                  </a:lnTo>
                  <a:lnTo>
                    <a:pt x="1934559" y="887014"/>
                  </a:lnTo>
                  <a:lnTo>
                    <a:pt x="1935840" y="925123"/>
                  </a:lnTo>
                  <a:lnTo>
                    <a:pt x="1937122" y="962626"/>
                  </a:lnTo>
                  <a:lnTo>
                    <a:pt x="1938404" y="980493"/>
                  </a:lnTo>
                  <a:lnTo>
                    <a:pt x="1939686" y="949210"/>
                  </a:lnTo>
                  <a:lnTo>
                    <a:pt x="1940968" y="962248"/>
                  </a:lnTo>
                  <a:lnTo>
                    <a:pt x="1942250" y="985332"/>
                  </a:lnTo>
                  <a:lnTo>
                    <a:pt x="1943531" y="990645"/>
                  </a:lnTo>
                  <a:lnTo>
                    <a:pt x="1944813" y="1037338"/>
                  </a:lnTo>
                  <a:lnTo>
                    <a:pt x="1946095" y="1078535"/>
                  </a:lnTo>
                  <a:lnTo>
                    <a:pt x="1947377" y="1128000"/>
                  </a:lnTo>
                  <a:lnTo>
                    <a:pt x="1948659" y="1128458"/>
                  </a:lnTo>
                  <a:lnTo>
                    <a:pt x="1949941" y="1174218"/>
                  </a:lnTo>
                  <a:lnTo>
                    <a:pt x="1951223" y="1215280"/>
                  </a:lnTo>
                  <a:lnTo>
                    <a:pt x="1952504" y="1221546"/>
                  </a:lnTo>
                  <a:lnTo>
                    <a:pt x="1953786" y="1191985"/>
                  </a:lnTo>
                  <a:lnTo>
                    <a:pt x="1955068" y="1223620"/>
                  </a:lnTo>
                  <a:lnTo>
                    <a:pt x="1956350" y="1136838"/>
                  </a:lnTo>
                  <a:lnTo>
                    <a:pt x="1957632" y="1005681"/>
                  </a:lnTo>
                  <a:lnTo>
                    <a:pt x="1958914" y="914023"/>
                  </a:lnTo>
                  <a:lnTo>
                    <a:pt x="1960195" y="838897"/>
                  </a:lnTo>
                  <a:lnTo>
                    <a:pt x="1961477" y="804658"/>
                  </a:lnTo>
                  <a:lnTo>
                    <a:pt x="1962759" y="777887"/>
                  </a:lnTo>
                  <a:lnTo>
                    <a:pt x="1964041" y="793034"/>
                  </a:lnTo>
                  <a:lnTo>
                    <a:pt x="1965323" y="804658"/>
                  </a:lnTo>
                  <a:lnTo>
                    <a:pt x="1966605" y="843060"/>
                  </a:lnTo>
                  <a:lnTo>
                    <a:pt x="1967887" y="845153"/>
                  </a:lnTo>
                  <a:lnTo>
                    <a:pt x="1969168" y="845153"/>
                  </a:lnTo>
                  <a:lnTo>
                    <a:pt x="1970450" y="933426"/>
                  </a:lnTo>
                  <a:lnTo>
                    <a:pt x="1971732" y="905348"/>
                  </a:lnTo>
                  <a:lnTo>
                    <a:pt x="1973014" y="916472"/>
                  </a:lnTo>
                  <a:lnTo>
                    <a:pt x="1974296" y="939576"/>
                  </a:lnTo>
                  <a:lnTo>
                    <a:pt x="1975578" y="969553"/>
                  </a:lnTo>
                  <a:lnTo>
                    <a:pt x="1976859" y="954187"/>
                  </a:lnTo>
                  <a:lnTo>
                    <a:pt x="1978141" y="980553"/>
                  </a:lnTo>
                  <a:lnTo>
                    <a:pt x="1979423" y="1023319"/>
                  </a:lnTo>
                  <a:lnTo>
                    <a:pt x="1980705" y="1030184"/>
                  </a:lnTo>
                  <a:lnTo>
                    <a:pt x="1981987" y="1054864"/>
                  </a:lnTo>
                  <a:lnTo>
                    <a:pt x="1983269" y="990149"/>
                  </a:lnTo>
                  <a:lnTo>
                    <a:pt x="1984550" y="964900"/>
                  </a:lnTo>
                  <a:lnTo>
                    <a:pt x="1985832" y="964900"/>
                  </a:lnTo>
                  <a:lnTo>
                    <a:pt x="1987114" y="964900"/>
                  </a:lnTo>
                  <a:lnTo>
                    <a:pt x="1988396" y="964900"/>
                  </a:lnTo>
                  <a:lnTo>
                    <a:pt x="1989678" y="963358"/>
                  </a:lnTo>
                  <a:lnTo>
                    <a:pt x="1990960" y="937850"/>
                  </a:lnTo>
                  <a:lnTo>
                    <a:pt x="1992242" y="912059"/>
                  </a:lnTo>
                  <a:lnTo>
                    <a:pt x="1993523" y="898134"/>
                  </a:lnTo>
                  <a:lnTo>
                    <a:pt x="1994805" y="881662"/>
                  </a:lnTo>
                  <a:lnTo>
                    <a:pt x="1996087" y="927987"/>
                  </a:lnTo>
                  <a:lnTo>
                    <a:pt x="1997369" y="886397"/>
                  </a:lnTo>
                  <a:lnTo>
                    <a:pt x="1998651" y="904669"/>
                  </a:lnTo>
                  <a:lnTo>
                    <a:pt x="1999933" y="881916"/>
                  </a:lnTo>
                  <a:lnTo>
                    <a:pt x="2001214" y="937604"/>
                  </a:lnTo>
                  <a:lnTo>
                    <a:pt x="2002496" y="1025641"/>
                  </a:lnTo>
                  <a:lnTo>
                    <a:pt x="2003778" y="976150"/>
                  </a:lnTo>
                  <a:lnTo>
                    <a:pt x="2005060" y="961290"/>
                  </a:lnTo>
                  <a:lnTo>
                    <a:pt x="2006342" y="961290"/>
                  </a:lnTo>
                  <a:lnTo>
                    <a:pt x="2007624" y="961290"/>
                  </a:lnTo>
                  <a:lnTo>
                    <a:pt x="2008906" y="901549"/>
                  </a:lnTo>
                  <a:lnTo>
                    <a:pt x="2010187" y="947516"/>
                  </a:lnTo>
                  <a:lnTo>
                    <a:pt x="2011469" y="937129"/>
                  </a:lnTo>
                  <a:lnTo>
                    <a:pt x="2012751" y="985489"/>
                  </a:lnTo>
                  <a:lnTo>
                    <a:pt x="2014033" y="996635"/>
                  </a:lnTo>
                  <a:lnTo>
                    <a:pt x="2015315" y="1013715"/>
                  </a:lnTo>
                  <a:lnTo>
                    <a:pt x="2016597" y="943704"/>
                  </a:lnTo>
                  <a:lnTo>
                    <a:pt x="2017878" y="913598"/>
                  </a:lnTo>
                  <a:lnTo>
                    <a:pt x="2019160" y="884960"/>
                  </a:lnTo>
                  <a:lnTo>
                    <a:pt x="2020442" y="890848"/>
                  </a:lnTo>
                  <a:lnTo>
                    <a:pt x="2021724" y="880077"/>
                  </a:lnTo>
                  <a:lnTo>
                    <a:pt x="2023006" y="930080"/>
                  </a:lnTo>
                  <a:lnTo>
                    <a:pt x="2024288" y="913411"/>
                  </a:lnTo>
                  <a:lnTo>
                    <a:pt x="2025569" y="913411"/>
                  </a:lnTo>
                  <a:lnTo>
                    <a:pt x="2026851" y="901788"/>
                  </a:lnTo>
                  <a:lnTo>
                    <a:pt x="2028133" y="928874"/>
                  </a:lnTo>
                  <a:lnTo>
                    <a:pt x="2029415" y="950979"/>
                  </a:lnTo>
                  <a:lnTo>
                    <a:pt x="2030697" y="934717"/>
                  </a:lnTo>
                  <a:lnTo>
                    <a:pt x="2031979" y="940902"/>
                  </a:lnTo>
                  <a:lnTo>
                    <a:pt x="2033261" y="934794"/>
                  </a:lnTo>
                  <a:lnTo>
                    <a:pt x="2034542" y="872234"/>
                  </a:lnTo>
                  <a:lnTo>
                    <a:pt x="2035824" y="886516"/>
                  </a:lnTo>
                  <a:lnTo>
                    <a:pt x="2037106" y="873647"/>
                  </a:lnTo>
                  <a:lnTo>
                    <a:pt x="2038388" y="933135"/>
                  </a:lnTo>
                  <a:lnTo>
                    <a:pt x="2039670" y="934471"/>
                  </a:lnTo>
                  <a:lnTo>
                    <a:pt x="2040952" y="927618"/>
                  </a:lnTo>
                  <a:lnTo>
                    <a:pt x="2042233" y="882039"/>
                  </a:lnTo>
                  <a:lnTo>
                    <a:pt x="2043515" y="845153"/>
                  </a:lnTo>
                  <a:lnTo>
                    <a:pt x="2044797" y="845153"/>
                  </a:lnTo>
                  <a:lnTo>
                    <a:pt x="2046079" y="958949"/>
                  </a:lnTo>
                  <a:lnTo>
                    <a:pt x="2047361" y="998568"/>
                  </a:lnTo>
                  <a:lnTo>
                    <a:pt x="2048643" y="1023131"/>
                  </a:lnTo>
                  <a:lnTo>
                    <a:pt x="2049925" y="1051768"/>
                  </a:lnTo>
                  <a:lnTo>
                    <a:pt x="2051206" y="1016185"/>
                  </a:lnTo>
                  <a:lnTo>
                    <a:pt x="2052488" y="1004787"/>
                  </a:lnTo>
                  <a:lnTo>
                    <a:pt x="2053770" y="1069142"/>
                  </a:lnTo>
                  <a:lnTo>
                    <a:pt x="2055052" y="1170639"/>
                  </a:lnTo>
                  <a:lnTo>
                    <a:pt x="2056334" y="1271693"/>
                  </a:lnTo>
                  <a:lnTo>
                    <a:pt x="2057616" y="1289755"/>
                  </a:lnTo>
                  <a:lnTo>
                    <a:pt x="2058897" y="1223892"/>
                  </a:lnTo>
                  <a:lnTo>
                    <a:pt x="2060179" y="1237157"/>
                  </a:lnTo>
                  <a:lnTo>
                    <a:pt x="2061461" y="1220622"/>
                  </a:lnTo>
                  <a:lnTo>
                    <a:pt x="2062743" y="1124580"/>
                  </a:lnTo>
                  <a:lnTo>
                    <a:pt x="2064025" y="1165604"/>
                  </a:lnTo>
                  <a:lnTo>
                    <a:pt x="2065307" y="1081875"/>
                  </a:lnTo>
                  <a:lnTo>
                    <a:pt x="2066588" y="1028082"/>
                  </a:lnTo>
                  <a:lnTo>
                    <a:pt x="2067870" y="1030160"/>
                  </a:lnTo>
                  <a:lnTo>
                    <a:pt x="2069152" y="1081478"/>
                  </a:lnTo>
                  <a:lnTo>
                    <a:pt x="2070434" y="1120768"/>
                  </a:lnTo>
                  <a:lnTo>
                    <a:pt x="2071716" y="1158061"/>
                  </a:lnTo>
                  <a:lnTo>
                    <a:pt x="2072998" y="1166231"/>
                  </a:lnTo>
                  <a:lnTo>
                    <a:pt x="2074280" y="1178057"/>
                  </a:lnTo>
                  <a:lnTo>
                    <a:pt x="2075561" y="1144543"/>
                  </a:lnTo>
                  <a:lnTo>
                    <a:pt x="2076843" y="1264561"/>
                  </a:lnTo>
                  <a:lnTo>
                    <a:pt x="2078125" y="1323076"/>
                  </a:lnTo>
                  <a:lnTo>
                    <a:pt x="2079407" y="1312201"/>
                  </a:lnTo>
                  <a:lnTo>
                    <a:pt x="2080689" y="1282076"/>
                  </a:lnTo>
                  <a:lnTo>
                    <a:pt x="2081971" y="1321169"/>
                  </a:lnTo>
                  <a:lnTo>
                    <a:pt x="2083252" y="1254150"/>
                  </a:lnTo>
                  <a:lnTo>
                    <a:pt x="2084534" y="1288051"/>
                  </a:lnTo>
                  <a:lnTo>
                    <a:pt x="2085816" y="1276763"/>
                  </a:lnTo>
                  <a:lnTo>
                    <a:pt x="2087098" y="1312532"/>
                  </a:lnTo>
                  <a:lnTo>
                    <a:pt x="2088380" y="1300813"/>
                  </a:lnTo>
                  <a:lnTo>
                    <a:pt x="2089662" y="1300813"/>
                  </a:lnTo>
                  <a:lnTo>
                    <a:pt x="2090944" y="1277399"/>
                  </a:lnTo>
                  <a:lnTo>
                    <a:pt x="2092225" y="1285987"/>
                  </a:lnTo>
                  <a:lnTo>
                    <a:pt x="2093507" y="1251736"/>
                  </a:lnTo>
                  <a:lnTo>
                    <a:pt x="2094789" y="1259406"/>
                  </a:lnTo>
                  <a:lnTo>
                    <a:pt x="2096071" y="1218187"/>
                  </a:lnTo>
                  <a:lnTo>
                    <a:pt x="2097353" y="1173840"/>
                  </a:lnTo>
                  <a:lnTo>
                    <a:pt x="2098635" y="1156508"/>
                  </a:lnTo>
                  <a:lnTo>
                    <a:pt x="2099916" y="1105334"/>
                  </a:lnTo>
                  <a:lnTo>
                    <a:pt x="2101198" y="1087879"/>
                  </a:lnTo>
                  <a:lnTo>
                    <a:pt x="2102480" y="1114551"/>
                  </a:lnTo>
                  <a:lnTo>
                    <a:pt x="2103762" y="1085664"/>
                  </a:lnTo>
                  <a:lnTo>
                    <a:pt x="2105044" y="1028378"/>
                  </a:lnTo>
                  <a:lnTo>
                    <a:pt x="2106326" y="1019584"/>
                  </a:lnTo>
                  <a:lnTo>
                    <a:pt x="2107608" y="947871"/>
                  </a:lnTo>
                  <a:lnTo>
                    <a:pt x="2108889" y="929568"/>
                  </a:lnTo>
                  <a:lnTo>
                    <a:pt x="2110171" y="955893"/>
                  </a:lnTo>
                  <a:lnTo>
                    <a:pt x="2111453" y="890341"/>
                  </a:lnTo>
                  <a:lnTo>
                    <a:pt x="2112735" y="929912"/>
                  </a:lnTo>
                  <a:lnTo>
                    <a:pt x="2114017" y="929724"/>
                  </a:lnTo>
                  <a:lnTo>
                    <a:pt x="2115299" y="919841"/>
                  </a:lnTo>
                  <a:lnTo>
                    <a:pt x="2116580" y="980753"/>
                  </a:lnTo>
                  <a:lnTo>
                    <a:pt x="2117862" y="945291"/>
                  </a:lnTo>
                  <a:lnTo>
                    <a:pt x="2119144" y="1027550"/>
                  </a:lnTo>
                  <a:lnTo>
                    <a:pt x="2120426" y="1070384"/>
                  </a:lnTo>
                  <a:lnTo>
                    <a:pt x="2121708" y="1011829"/>
                  </a:lnTo>
                  <a:lnTo>
                    <a:pt x="2122990" y="1057291"/>
                  </a:lnTo>
                  <a:lnTo>
                    <a:pt x="2124271" y="990645"/>
                  </a:lnTo>
                  <a:lnTo>
                    <a:pt x="2125553" y="1039650"/>
                  </a:lnTo>
                  <a:lnTo>
                    <a:pt x="2126835" y="1092875"/>
                  </a:lnTo>
                  <a:lnTo>
                    <a:pt x="2128117" y="1079153"/>
                  </a:lnTo>
                  <a:lnTo>
                    <a:pt x="2129399" y="1102839"/>
                  </a:lnTo>
                  <a:lnTo>
                    <a:pt x="2130681" y="1260994"/>
                  </a:lnTo>
                  <a:lnTo>
                    <a:pt x="2131963" y="1262497"/>
                  </a:lnTo>
                  <a:lnTo>
                    <a:pt x="2133244" y="1297312"/>
                  </a:lnTo>
                  <a:lnTo>
                    <a:pt x="2134526" y="1297312"/>
                  </a:lnTo>
                  <a:lnTo>
                    <a:pt x="2135808" y="1297312"/>
                  </a:lnTo>
                  <a:lnTo>
                    <a:pt x="2137090" y="1301724"/>
                  </a:lnTo>
                  <a:lnTo>
                    <a:pt x="2138372" y="1342599"/>
                  </a:lnTo>
                  <a:lnTo>
                    <a:pt x="2139654" y="1342599"/>
                  </a:lnTo>
                  <a:lnTo>
                    <a:pt x="2140935" y="1342599"/>
                  </a:lnTo>
                  <a:lnTo>
                    <a:pt x="2142217" y="1342599"/>
                  </a:lnTo>
                  <a:lnTo>
                    <a:pt x="2143499" y="1342599"/>
                  </a:lnTo>
                  <a:lnTo>
                    <a:pt x="2144781" y="1342599"/>
                  </a:lnTo>
                  <a:lnTo>
                    <a:pt x="2146063" y="1342599"/>
                  </a:lnTo>
                  <a:lnTo>
                    <a:pt x="2147345" y="1342599"/>
                  </a:lnTo>
                  <a:lnTo>
                    <a:pt x="2148627" y="1342599"/>
                  </a:lnTo>
                  <a:lnTo>
                    <a:pt x="2149908" y="1313641"/>
                  </a:lnTo>
                  <a:lnTo>
                    <a:pt x="2151190" y="1177690"/>
                  </a:lnTo>
                  <a:lnTo>
                    <a:pt x="2152472" y="1079153"/>
                  </a:lnTo>
                  <a:lnTo>
                    <a:pt x="2153754" y="1079153"/>
                  </a:lnTo>
                  <a:lnTo>
                    <a:pt x="2155036" y="1066036"/>
                  </a:lnTo>
                  <a:lnTo>
                    <a:pt x="2156318" y="930760"/>
                  </a:lnTo>
                  <a:lnTo>
                    <a:pt x="2157599" y="881916"/>
                  </a:lnTo>
                  <a:lnTo>
                    <a:pt x="2158881" y="915542"/>
                  </a:lnTo>
                  <a:lnTo>
                    <a:pt x="2160163" y="884751"/>
                  </a:lnTo>
                  <a:lnTo>
                    <a:pt x="2161445" y="1003182"/>
                  </a:lnTo>
                  <a:lnTo>
                    <a:pt x="2162727" y="941014"/>
                  </a:lnTo>
                  <a:lnTo>
                    <a:pt x="2164009" y="942177"/>
                  </a:lnTo>
                  <a:lnTo>
                    <a:pt x="2165290" y="900593"/>
                  </a:lnTo>
                  <a:lnTo>
                    <a:pt x="2166572" y="878852"/>
                  </a:lnTo>
                  <a:lnTo>
                    <a:pt x="2167854" y="865662"/>
                  </a:lnTo>
                  <a:lnTo>
                    <a:pt x="2169136" y="859176"/>
                  </a:lnTo>
                  <a:lnTo>
                    <a:pt x="2170418" y="914602"/>
                  </a:lnTo>
                  <a:lnTo>
                    <a:pt x="2171700" y="964900"/>
                  </a:lnTo>
                  <a:lnTo>
                    <a:pt x="2172982" y="934794"/>
                  </a:lnTo>
                  <a:lnTo>
                    <a:pt x="2174263" y="903368"/>
                  </a:lnTo>
                  <a:lnTo>
                    <a:pt x="2175545" y="908958"/>
                  </a:lnTo>
                  <a:lnTo>
                    <a:pt x="2176827" y="911774"/>
                  </a:lnTo>
                  <a:lnTo>
                    <a:pt x="2178109" y="940693"/>
                  </a:lnTo>
                  <a:lnTo>
                    <a:pt x="2179391" y="923819"/>
                  </a:lnTo>
                  <a:lnTo>
                    <a:pt x="2180673" y="877572"/>
                  </a:lnTo>
                  <a:lnTo>
                    <a:pt x="2181954" y="829150"/>
                  </a:lnTo>
                  <a:lnTo>
                    <a:pt x="2183236" y="840511"/>
                  </a:lnTo>
                  <a:lnTo>
                    <a:pt x="2184518" y="812536"/>
                  </a:lnTo>
                  <a:lnTo>
                    <a:pt x="2185800" y="918232"/>
                  </a:lnTo>
                  <a:lnTo>
                    <a:pt x="2187082" y="917007"/>
                  </a:lnTo>
                  <a:lnTo>
                    <a:pt x="2188364" y="967784"/>
                  </a:lnTo>
                  <a:lnTo>
                    <a:pt x="2189646" y="961290"/>
                  </a:lnTo>
                  <a:lnTo>
                    <a:pt x="2190927" y="926694"/>
                  </a:lnTo>
                  <a:lnTo>
                    <a:pt x="2192209" y="961290"/>
                  </a:lnTo>
                  <a:lnTo>
                    <a:pt x="2193491" y="1009320"/>
                  </a:lnTo>
                  <a:lnTo>
                    <a:pt x="2194773" y="1051768"/>
                  </a:lnTo>
                  <a:lnTo>
                    <a:pt x="2196055" y="1100177"/>
                  </a:lnTo>
                  <a:lnTo>
                    <a:pt x="2197337" y="1108200"/>
                  </a:lnTo>
                  <a:lnTo>
                    <a:pt x="2198618" y="1147158"/>
                  </a:lnTo>
                  <a:lnTo>
                    <a:pt x="2199900" y="1165604"/>
                  </a:lnTo>
                  <a:lnTo>
                    <a:pt x="2201182" y="1226733"/>
                  </a:lnTo>
                  <a:lnTo>
                    <a:pt x="2202464" y="1239884"/>
                  </a:lnTo>
                  <a:lnTo>
                    <a:pt x="2203746" y="1239884"/>
                  </a:lnTo>
                  <a:lnTo>
                    <a:pt x="2205028" y="1244342"/>
                  </a:lnTo>
                  <a:lnTo>
                    <a:pt x="2206309" y="1250332"/>
                  </a:lnTo>
                  <a:lnTo>
                    <a:pt x="2207591" y="1167652"/>
                  </a:lnTo>
                  <a:lnTo>
                    <a:pt x="2208873" y="1207722"/>
                  </a:lnTo>
                  <a:lnTo>
                    <a:pt x="2210155" y="1210920"/>
                  </a:lnTo>
                  <a:lnTo>
                    <a:pt x="2211437" y="1220622"/>
                  </a:lnTo>
                  <a:lnTo>
                    <a:pt x="2212719" y="1220622"/>
                  </a:lnTo>
                  <a:lnTo>
                    <a:pt x="2214001" y="1220622"/>
                  </a:lnTo>
                  <a:lnTo>
                    <a:pt x="2215282" y="1164680"/>
                  </a:lnTo>
                  <a:lnTo>
                    <a:pt x="2216564" y="1158781"/>
                  </a:lnTo>
                  <a:lnTo>
                    <a:pt x="2217846" y="1170639"/>
                  </a:lnTo>
                  <a:lnTo>
                    <a:pt x="2219128" y="1283387"/>
                  </a:lnTo>
                  <a:lnTo>
                    <a:pt x="2220410" y="1297312"/>
                  </a:lnTo>
                  <a:lnTo>
                    <a:pt x="2221692" y="1301724"/>
                  </a:lnTo>
                  <a:lnTo>
                    <a:pt x="2222973" y="1231145"/>
                  </a:lnTo>
                  <a:lnTo>
                    <a:pt x="2224255" y="1183942"/>
                  </a:lnTo>
                  <a:lnTo>
                    <a:pt x="2225537" y="1225390"/>
                  </a:lnTo>
                  <a:lnTo>
                    <a:pt x="2226819" y="1205683"/>
                  </a:lnTo>
                  <a:lnTo>
                    <a:pt x="2228101" y="1194712"/>
                  </a:lnTo>
                  <a:lnTo>
                    <a:pt x="2229383" y="1239884"/>
                  </a:lnTo>
                  <a:lnTo>
                    <a:pt x="2230665" y="1239884"/>
                  </a:lnTo>
                  <a:lnTo>
                    <a:pt x="2231946" y="1239884"/>
                  </a:lnTo>
                  <a:lnTo>
                    <a:pt x="2233228" y="1194712"/>
                  </a:lnTo>
                  <a:lnTo>
                    <a:pt x="2234510" y="1234043"/>
                  </a:lnTo>
                  <a:lnTo>
                    <a:pt x="2235792" y="1208458"/>
                  </a:lnTo>
                  <a:lnTo>
                    <a:pt x="2237074" y="1183942"/>
                  </a:lnTo>
                  <a:lnTo>
                    <a:pt x="2238356" y="1165604"/>
                  </a:lnTo>
                  <a:lnTo>
                    <a:pt x="2239637" y="1096619"/>
                  </a:lnTo>
                  <a:lnTo>
                    <a:pt x="2240919" y="984040"/>
                  </a:lnTo>
                  <a:lnTo>
                    <a:pt x="2242201" y="986702"/>
                  </a:lnTo>
                  <a:lnTo>
                    <a:pt x="2243483" y="970909"/>
                  </a:lnTo>
                  <a:lnTo>
                    <a:pt x="2244765" y="935631"/>
                  </a:lnTo>
                  <a:lnTo>
                    <a:pt x="2246047" y="965737"/>
                  </a:lnTo>
                  <a:lnTo>
                    <a:pt x="2247329" y="986702"/>
                  </a:lnTo>
                  <a:lnTo>
                    <a:pt x="2248610" y="970909"/>
                  </a:lnTo>
                  <a:lnTo>
                    <a:pt x="2249892" y="935631"/>
                  </a:lnTo>
                  <a:lnTo>
                    <a:pt x="2251174" y="884152"/>
                  </a:lnTo>
                  <a:lnTo>
                    <a:pt x="2252456" y="965618"/>
                  </a:lnTo>
                  <a:lnTo>
                    <a:pt x="2253738" y="950318"/>
                  </a:lnTo>
                  <a:lnTo>
                    <a:pt x="2255020" y="921069"/>
                  </a:lnTo>
                  <a:lnTo>
                    <a:pt x="2256301" y="922755"/>
                  </a:lnTo>
                  <a:lnTo>
                    <a:pt x="2257583" y="847331"/>
                  </a:lnTo>
                  <a:lnTo>
                    <a:pt x="2258865" y="830317"/>
                  </a:lnTo>
                  <a:lnTo>
                    <a:pt x="2260147" y="785145"/>
                  </a:lnTo>
                  <a:lnTo>
                    <a:pt x="2261429" y="805686"/>
                  </a:lnTo>
                  <a:lnTo>
                    <a:pt x="2262711" y="753410"/>
                  </a:lnTo>
                  <a:lnTo>
                    <a:pt x="2263992" y="751941"/>
                  </a:lnTo>
                  <a:lnTo>
                    <a:pt x="2265274" y="751941"/>
                  </a:lnTo>
                  <a:lnTo>
                    <a:pt x="2266556" y="713602"/>
                  </a:lnTo>
                  <a:lnTo>
                    <a:pt x="2267838" y="680206"/>
                  </a:lnTo>
                  <a:lnTo>
                    <a:pt x="2269120" y="695999"/>
                  </a:lnTo>
                  <a:lnTo>
                    <a:pt x="2270402" y="681506"/>
                  </a:lnTo>
                  <a:lnTo>
                    <a:pt x="2271684" y="672312"/>
                  </a:lnTo>
                  <a:lnTo>
                    <a:pt x="2272965" y="657285"/>
                  </a:lnTo>
                  <a:lnTo>
                    <a:pt x="2274247" y="680222"/>
                  </a:lnTo>
                  <a:lnTo>
                    <a:pt x="2275529" y="596819"/>
                  </a:lnTo>
                  <a:lnTo>
                    <a:pt x="2276811" y="644928"/>
                  </a:lnTo>
                  <a:lnTo>
                    <a:pt x="2278093" y="623320"/>
                  </a:lnTo>
                  <a:lnTo>
                    <a:pt x="2279375" y="643706"/>
                  </a:lnTo>
                  <a:lnTo>
                    <a:pt x="2280656" y="642487"/>
                  </a:lnTo>
                  <a:lnTo>
                    <a:pt x="2281938" y="668634"/>
                  </a:lnTo>
                  <a:lnTo>
                    <a:pt x="2283220" y="644928"/>
                  </a:lnTo>
                  <a:lnTo>
                    <a:pt x="2284502" y="644928"/>
                  </a:lnTo>
                  <a:lnTo>
                    <a:pt x="2285784" y="678909"/>
                  </a:lnTo>
                  <a:lnTo>
                    <a:pt x="2287066" y="720515"/>
                  </a:lnTo>
                  <a:lnTo>
                    <a:pt x="2288348" y="702707"/>
                  </a:lnTo>
                  <a:lnTo>
                    <a:pt x="2289629" y="741758"/>
                  </a:lnTo>
                  <a:lnTo>
                    <a:pt x="2290911" y="709493"/>
                  </a:lnTo>
                  <a:lnTo>
                    <a:pt x="2292193" y="734154"/>
                  </a:lnTo>
                  <a:lnTo>
                    <a:pt x="2293475" y="813991"/>
                  </a:lnTo>
                  <a:lnTo>
                    <a:pt x="2294757" y="804658"/>
                  </a:lnTo>
                  <a:lnTo>
                    <a:pt x="2296039" y="804658"/>
                  </a:lnTo>
                  <a:lnTo>
                    <a:pt x="2297320" y="862167"/>
                  </a:lnTo>
                  <a:lnTo>
                    <a:pt x="2298602" y="888650"/>
                  </a:lnTo>
                  <a:lnTo>
                    <a:pt x="2299884" y="911671"/>
                  </a:lnTo>
                  <a:lnTo>
                    <a:pt x="2301166" y="1002932"/>
                  </a:lnTo>
                  <a:lnTo>
                    <a:pt x="2302448" y="1101233"/>
                  </a:lnTo>
                  <a:lnTo>
                    <a:pt x="2303730" y="1091277"/>
                  </a:lnTo>
                  <a:lnTo>
                    <a:pt x="2305011" y="1028082"/>
                  </a:lnTo>
                  <a:lnTo>
                    <a:pt x="2306293" y="1002534"/>
                  </a:lnTo>
                  <a:lnTo>
                    <a:pt x="2307575" y="1074710"/>
                  </a:lnTo>
                  <a:lnTo>
                    <a:pt x="2308857" y="1148101"/>
                  </a:lnTo>
                  <a:lnTo>
                    <a:pt x="2310139" y="1250121"/>
                  </a:lnTo>
                  <a:lnTo>
                    <a:pt x="2311421" y="1233784"/>
                  </a:lnTo>
                  <a:lnTo>
                    <a:pt x="2312703" y="1140353"/>
                  </a:lnTo>
                  <a:lnTo>
                    <a:pt x="2313984" y="1109756"/>
                  </a:lnTo>
                  <a:lnTo>
                    <a:pt x="2315266" y="1082452"/>
                  </a:lnTo>
                  <a:lnTo>
                    <a:pt x="2316548" y="998103"/>
                  </a:lnTo>
                  <a:lnTo>
                    <a:pt x="2317830" y="969540"/>
                  </a:lnTo>
                  <a:lnTo>
                    <a:pt x="2319112" y="933956"/>
                  </a:lnTo>
                  <a:lnTo>
                    <a:pt x="2320394" y="862527"/>
                  </a:lnTo>
                  <a:lnTo>
                    <a:pt x="2321675" y="815546"/>
                  </a:lnTo>
                  <a:lnTo>
                    <a:pt x="2322957" y="829250"/>
                  </a:lnTo>
                  <a:lnTo>
                    <a:pt x="2324239" y="862527"/>
                  </a:lnTo>
                  <a:lnTo>
                    <a:pt x="2325521" y="847679"/>
                  </a:lnTo>
                  <a:lnTo>
                    <a:pt x="2326803" y="811784"/>
                  </a:lnTo>
                  <a:lnTo>
                    <a:pt x="2328085" y="724809"/>
                  </a:lnTo>
                  <a:lnTo>
                    <a:pt x="2329367" y="606748"/>
                  </a:lnTo>
                  <a:lnTo>
                    <a:pt x="2330648" y="591441"/>
                  </a:lnTo>
                  <a:lnTo>
                    <a:pt x="2331930" y="552496"/>
                  </a:lnTo>
                  <a:lnTo>
                    <a:pt x="2333212" y="573229"/>
                  </a:lnTo>
                  <a:lnTo>
                    <a:pt x="2334494" y="593355"/>
                  </a:lnTo>
                  <a:lnTo>
                    <a:pt x="2335776" y="667457"/>
                  </a:lnTo>
                  <a:lnTo>
                    <a:pt x="2337058" y="697645"/>
                  </a:lnTo>
                  <a:lnTo>
                    <a:pt x="2338339" y="739889"/>
                  </a:lnTo>
                  <a:lnTo>
                    <a:pt x="2339621" y="845153"/>
                  </a:lnTo>
                  <a:lnTo>
                    <a:pt x="2340903" y="938082"/>
                  </a:lnTo>
                  <a:lnTo>
                    <a:pt x="2342185" y="930760"/>
                  </a:lnTo>
                  <a:lnTo>
                    <a:pt x="2343467" y="974579"/>
                  </a:lnTo>
                  <a:lnTo>
                    <a:pt x="2344749" y="982974"/>
                  </a:lnTo>
                  <a:lnTo>
                    <a:pt x="2346031" y="1004787"/>
                  </a:lnTo>
                  <a:lnTo>
                    <a:pt x="2347312" y="1035888"/>
                  </a:lnTo>
                  <a:lnTo>
                    <a:pt x="2348594" y="1036137"/>
                  </a:lnTo>
                  <a:lnTo>
                    <a:pt x="2349876" y="1083637"/>
                  </a:lnTo>
                  <a:lnTo>
                    <a:pt x="2351158" y="928433"/>
                  </a:lnTo>
                  <a:lnTo>
                    <a:pt x="2352440" y="875638"/>
                  </a:lnTo>
                  <a:lnTo>
                    <a:pt x="2353722" y="863150"/>
                  </a:lnTo>
                  <a:lnTo>
                    <a:pt x="2355003" y="811435"/>
                  </a:lnTo>
                  <a:lnTo>
                    <a:pt x="2356285" y="748464"/>
                  </a:lnTo>
                  <a:lnTo>
                    <a:pt x="2357567" y="702070"/>
                  </a:lnTo>
                  <a:lnTo>
                    <a:pt x="2358849" y="702070"/>
                  </a:lnTo>
                  <a:lnTo>
                    <a:pt x="2360131" y="685861"/>
                  </a:lnTo>
                  <a:lnTo>
                    <a:pt x="2361413" y="684721"/>
                  </a:lnTo>
                  <a:lnTo>
                    <a:pt x="2362694" y="697658"/>
                  </a:lnTo>
                  <a:lnTo>
                    <a:pt x="2363976" y="697991"/>
                  </a:lnTo>
                  <a:lnTo>
                    <a:pt x="2365258" y="644928"/>
                  </a:lnTo>
                  <a:lnTo>
                    <a:pt x="2366540" y="668465"/>
                  </a:lnTo>
                  <a:lnTo>
                    <a:pt x="2367822" y="625621"/>
                  </a:lnTo>
                  <a:lnTo>
                    <a:pt x="2369104" y="637273"/>
                  </a:lnTo>
                  <a:lnTo>
                    <a:pt x="2370386" y="766777"/>
                  </a:lnTo>
                  <a:lnTo>
                    <a:pt x="2371667" y="828618"/>
                  </a:lnTo>
                  <a:lnTo>
                    <a:pt x="2372949" y="845153"/>
                  </a:lnTo>
                  <a:lnTo>
                    <a:pt x="2374231" y="897750"/>
                  </a:lnTo>
                  <a:lnTo>
                    <a:pt x="2375513" y="984040"/>
                  </a:lnTo>
                  <a:lnTo>
                    <a:pt x="2376795" y="968317"/>
                  </a:lnTo>
                  <a:lnTo>
                    <a:pt x="2378077" y="935631"/>
                  </a:lnTo>
                  <a:lnTo>
                    <a:pt x="2379358" y="933190"/>
                  </a:lnTo>
                  <a:lnTo>
                    <a:pt x="2380640" y="978752"/>
                  </a:lnTo>
                  <a:lnTo>
                    <a:pt x="2381922" y="986702"/>
                  </a:lnTo>
                  <a:lnTo>
                    <a:pt x="2383204" y="945496"/>
                  </a:lnTo>
                  <a:lnTo>
                    <a:pt x="2384486" y="864329"/>
                  </a:lnTo>
                  <a:lnTo>
                    <a:pt x="2385768" y="812536"/>
                  </a:lnTo>
                  <a:lnTo>
                    <a:pt x="2387050" y="804658"/>
                  </a:lnTo>
                  <a:lnTo>
                    <a:pt x="2388331" y="804658"/>
                  </a:lnTo>
                  <a:lnTo>
                    <a:pt x="2389613" y="736395"/>
                  </a:lnTo>
                  <a:lnTo>
                    <a:pt x="2390895" y="731193"/>
                  </a:lnTo>
                  <a:lnTo>
                    <a:pt x="2392177" y="731193"/>
                  </a:lnTo>
                  <a:lnTo>
                    <a:pt x="2393459" y="700914"/>
                  </a:lnTo>
                  <a:lnTo>
                    <a:pt x="2394741" y="647662"/>
                  </a:lnTo>
                  <a:lnTo>
                    <a:pt x="2396022" y="658237"/>
                  </a:lnTo>
                  <a:lnTo>
                    <a:pt x="2397304" y="629963"/>
                  </a:lnTo>
                  <a:lnTo>
                    <a:pt x="2398586" y="628512"/>
                  </a:lnTo>
                  <a:lnTo>
                    <a:pt x="2399868" y="629963"/>
                  </a:lnTo>
                  <a:lnTo>
                    <a:pt x="2401150" y="607166"/>
                  </a:lnTo>
                  <a:lnTo>
                    <a:pt x="2402432" y="629963"/>
                  </a:lnTo>
                  <a:lnTo>
                    <a:pt x="2403713" y="683151"/>
                  </a:lnTo>
                  <a:lnTo>
                    <a:pt x="2404995" y="709170"/>
                  </a:lnTo>
                  <a:lnTo>
                    <a:pt x="2406277" y="697645"/>
                  </a:lnTo>
                  <a:lnTo>
                    <a:pt x="2407559" y="683151"/>
                  </a:lnTo>
                  <a:lnTo>
                    <a:pt x="2408841" y="692774"/>
                  </a:lnTo>
                  <a:lnTo>
                    <a:pt x="2410123" y="634338"/>
                  </a:lnTo>
                  <a:lnTo>
                    <a:pt x="2411405" y="570597"/>
                  </a:lnTo>
                  <a:lnTo>
                    <a:pt x="2412686" y="575873"/>
                  </a:lnTo>
                  <a:lnTo>
                    <a:pt x="2413968" y="578529"/>
                  </a:lnTo>
                  <a:lnTo>
                    <a:pt x="2415250" y="614196"/>
                  </a:lnTo>
                  <a:lnTo>
                    <a:pt x="2416532" y="641703"/>
                  </a:lnTo>
                  <a:lnTo>
                    <a:pt x="2417814" y="665910"/>
                  </a:lnTo>
                  <a:lnTo>
                    <a:pt x="2419096" y="602989"/>
                  </a:lnTo>
                  <a:lnTo>
                    <a:pt x="2420377" y="558897"/>
                  </a:lnTo>
                  <a:lnTo>
                    <a:pt x="2421659" y="553771"/>
                  </a:lnTo>
                  <a:lnTo>
                    <a:pt x="2422941" y="502487"/>
                  </a:lnTo>
                  <a:lnTo>
                    <a:pt x="2424223" y="465118"/>
                  </a:lnTo>
                  <a:lnTo>
                    <a:pt x="2425505" y="459658"/>
                  </a:lnTo>
                  <a:lnTo>
                    <a:pt x="2426787" y="454249"/>
                  </a:lnTo>
                  <a:lnTo>
                    <a:pt x="2428069" y="480682"/>
                  </a:lnTo>
                  <a:lnTo>
                    <a:pt x="2429350" y="504830"/>
                  </a:lnTo>
                  <a:lnTo>
                    <a:pt x="2430632" y="537413"/>
                  </a:lnTo>
                  <a:lnTo>
                    <a:pt x="2431914" y="569286"/>
                  </a:lnTo>
                  <a:lnTo>
                    <a:pt x="2433196" y="597465"/>
                  </a:lnTo>
                  <a:lnTo>
                    <a:pt x="2434478" y="565368"/>
                  </a:lnTo>
                  <a:lnTo>
                    <a:pt x="2435760" y="552496"/>
                  </a:lnTo>
                  <a:lnTo>
                    <a:pt x="2437041" y="528791"/>
                  </a:lnTo>
                  <a:lnTo>
                    <a:pt x="2438323" y="571912"/>
                  </a:lnTo>
                  <a:lnTo>
                    <a:pt x="2439605" y="629963"/>
                  </a:lnTo>
                  <a:lnTo>
                    <a:pt x="2440887" y="635804"/>
                  </a:lnTo>
                  <a:lnTo>
                    <a:pt x="2442169" y="673684"/>
                  </a:lnTo>
                  <a:lnTo>
                    <a:pt x="2443451" y="635804"/>
                  </a:lnTo>
                  <a:lnTo>
                    <a:pt x="2444732" y="625621"/>
                  </a:lnTo>
                  <a:lnTo>
                    <a:pt x="2446014" y="618454"/>
                  </a:lnTo>
                  <a:lnTo>
                    <a:pt x="2447296" y="578529"/>
                  </a:lnTo>
                  <a:lnTo>
                    <a:pt x="2448578" y="534937"/>
                  </a:lnTo>
                  <a:lnTo>
                    <a:pt x="2449860" y="553771"/>
                  </a:lnTo>
                  <a:lnTo>
                    <a:pt x="2451142" y="553771"/>
                  </a:lnTo>
                  <a:lnTo>
                    <a:pt x="2452424" y="583877"/>
                  </a:lnTo>
                  <a:lnTo>
                    <a:pt x="2453705" y="632876"/>
                  </a:lnTo>
                  <a:lnTo>
                    <a:pt x="2454987" y="667457"/>
                  </a:lnTo>
                  <a:lnTo>
                    <a:pt x="2456269" y="692774"/>
                  </a:lnTo>
                  <a:lnTo>
                    <a:pt x="2457551" y="686341"/>
                  </a:lnTo>
                  <a:lnTo>
                    <a:pt x="2458833" y="697645"/>
                  </a:lnTo>
                  <a:lnTo>
                    <a:pt x="2460115" y="697645"/>
                  </a:lnTo>
                  <a:lnTo>
                    <a:pt x="2461396" y="726037"/>
                  </a:lnTo>
                  <a:lnTo>
                    <a:pt x="2462678" y="853598"/>
                  </a:lnTo>
                  <a:lnTo>
                    <a:pt x="2463960" y="881916"/>
                  </a:lnTo>
                  <a:lnTo>
                    <a:pt x="2465242" y="902354"/>
                  </a:lnTo>
                  <a:lnTo>
                    <a:pt x="2466524" y="992062"/>
                  </a:lnTo>
                  <a:lnTo>
                    <a:pt x="2467806" y="1144980"/>
                  </a:lnTo>
                  <a:lnTo>
                    <a:pt x="2469088" y="1101233"/>
                  </a:lnTo>
                  <a:lnTo>
                    <a:pt x="2470369" y="1042644"/>
                  </a:lnTo>
                  <a:lnTo>
                    <a:pt x="2471651" y="1042644"/>
                  </a:lnTo>
                  <a:lnTo>
                    <a:pt x="2472933" y="1042644"/>
                  </a:lnTo>
                  <a:lnTo>
                    <a:pt x="2474215" y="1042644"/>
                  </a:lnTo>
                  <a:lnTo>
                    <a:pt x="2475497" y="1112074"/>
                  </a:lnTo>
                  <a:lnTo>
                    <a:pt x="2476779" y="1135095"/>
                  </a:lnTo>
                  <a:lnTo>
                    <a:pt x="2478060" y="1135095"/>
                  </a:lnTo>
                  <a:lnTo>
                    <a:pt x="2479342" y="1135095"/>
                  </a:lnTo>
                  <a:lnTo>
                    <a:pt x="2480624" y="1126356"/>
                  </a:lnTo>
                  <a:lnTo>
                    <a:pt x="2481906" y="1079153"/>
                  </a:lnTo>
                  <a:lnTo>
                    <a:pt x="2483188" y="1106458"/>
                  </a:lnTo>
                  <a:lnTo>
                    <a:pt x="2484470" y="1135095"/>
                  </a:lnTo>
                  <a:lnTo>
                    <a:pt x="2485752" y="1135095"/>
                  </a:lnTo>
                  <a:lnTo>
                    <a:pt x="2487033" y="1170639"/>
                  </a:lnTo>
                  <a:lnTo>
                    <a:pt x="2488315" y="1223892"/>
                  </a:lnTo>
                  <a:lnTo>
                    <a:pt x="2489597" y="1289755"/>
                  </a:lnTo>
                  <a:lnTo>
                    <a:pt x="2490879" y="1289755"/>
                  </a:lnTo>
                  <a:lnTo>
                    <a:pt x="2492161" y="1289755"/>
                  </a:lnTo>
                  <a:lnTo>
                    <a:pt x="2493443" y="1289755"/>
                  </a:lnTo>
                  <a:lnTo>
                    <a:pt x="2494724" y="1307875"/>
                  </a:lnTo>
                  <a:lnTo>
                    <a:pt x="2496006" y="1342599"/>
                  </a:lnTo>
                  <a:lnTo>
                    <a:pt x="2497288" y="1342599"/>
                  </a:lnTo>
                  <a:lnTo>
                    <a:pt x="2498570" y="1342599"/>
                  </a:lnTo>
                  <a:lnTo>
                    <a:pt x="2499852" y="1342599"/>
                  </a:lnTo>
                  <a:lnTo>
                    <a:pt x="2501134" y="1342599"/>
                  </a:lnTo>
                  <a:lnTo>
                    <a:pt x="2502415" y="1342599"/>
                  </a:lnTo>
                  <a:lnTo>
                    <a:pt x="2503697" y="1342599"/>
                  </a:lnTo>
                  <a:lnTo>
                    <a:pt x="2504979" y="1342599"/>
                  </a:lnTo>
                  <a:lnTo>
                    <a:pt x="2506261" y="1251993"/>
                  </a:lnTo>
                  <a:lnTo>
                    <a:pt x="2507543" y="1144980"/>
                  </a:lnTo>
                  <a:lnTo>
                    <a:pt x="2508825" y="1045586"/>
                  </a:lnTo>
                  <a:lnTo>
                    <a:pt x="2510107" y="1014007"/>
                  </a:lnTo>
                  <a:lnTo>
                    <a:pt x="2511388" y="986702"/>
                  </a:lnTo>
                  <a:lnTo>
                    <a:pt x="2512670" y="973512"/>
                  </a:lnTo>
                  <a:lnTo>
                    <a:pt x="2513952" y="935631"/>
                  </a:lnTo>
                  <a:lnTo>
                    <a:pt x="2515234" y="893182"/>
                  </a:lnTo>
                  <a:lnTo>
                    <a:pt x="2516516" y="845153"/>
                  </a:lnTo>
                  <a:lnTo>
                    <a:pt x="2517798" y="845153"/>
                  </a:lnTo>
                  <a:lnTo>
                    <a:pt x="2519079" y="845153"/>
                  </a:lnTo>
                  <a:lnTo>
                    <a:pt x="2520361" y="845153"/>
                  </a:lnTo>
                  <a:lnTo>
                    <a:pt x="2521643" y="845153"/>
                  </a:lnTo>
                  <a:lnTo>
                    <a:pt x="2522925" y="845153"/>
                  </a:lnTo>
                  <a:lnTo>
                    <a:pt x="2524207" y="851475"/>
                  </a:lnTo>
                  <a:lnTo>
                    <a:pt x="2525489" y="888650"/>
                  </a:lnTo>
                  <a:lnTo>
                    <a:pt x="2526771" y="935631"/>
                  </a:lnTo>
                  <a:lnTo>
                    <a:pt x="2528052" y="984040"/>
                  </a:lnTo>
                  <a:lnTo>
                    <a:pt x="2529334" y="1062055"/>
                  </a:lnTo>
                  <a:lnTo>
                    <a:pt x="2530616" y="1079153"/>
                  </a:lnTo>
                  <a:lnTo>
                    <a:pt x="2531898" y="1116333"/>
                  </a:lnTo>
                  <a:lnTo>
                    <a:pt x="2533180" y="1158781"/>
                  </a:lnTo>
                  <a:lnTo>
                    <a:pt x="2534462" y="1214137"/>
                  </a:lnTo>
                  <a:lnTo>
                    <a:pt x="2535743" y="1289755"/>
                  </a:lnTo>
                  <a:lnTo>
                    <a:pt x="2537025" y="1289755"/>
                  </a:lnTo>
                  <a:lnTo>
                    <a:pt x="2538307" y="1289755"/>
                  </a:lnTo>
                  <a:lnTo>
                    <a:pt x="2539589" y="1282463"/>
                  </a:lnTo>
                  <a:lnTo>
                    <a:pt x="2540871" y="1214137"/>
                  </a:lnTo>
                  <a:lnTo>
                    <a:pt x="2542153" y="1158781"/>
                  </a:lnTo>
                  <a:lnTo>
                    <a:pt x="2543434" y="1132946"/>
                  </a:lnTo>
                  <a:lnTo>
                    <a:pt x="2544716" y="1027808"/>
                  </a:lnTo>
                  <a:lnTo>
                    <a:pt x="2545998" y="1018491"/>
                  </a:lnTo>
                  <a:lnTo>
                    <a:pt x="2547280" y="936659"/>
                  </a:lnTo>
                  <a:lnTo>
                    <a:pt x="2548562" y="842175"/>
                  </a:lnTo>
                  <a:lnTo>
                    <a:pt x="2549844" y="831996"/>
                  </a:lnTo>
                  <a:lnTo>
                    <a:pt x="2551126" y="814706"/>
                  </a:lnTo>
                  <a:lnTo>
                    <a:pt x="2552407" y="833043"/>
                  </a:lnTo>
                  <a:lnTo>
                    <a:pt x="2553689" y="880757"/>
                  </a:lnTo>
                  <a:lnTo>
                    <a:pt x="2554971" y="854173"/>
                  </a:lnTo>
                  <a:lnTo>
                    <a:pt x="2556253" y="839313"/>
                  </a:lnTo>
                  <a:lnTo>
                    <a:pt x="2557535" y="839313"/>
                  </a:lnTo>
                  <a:lnTo>
                    <a:pt x="2558817" y="874864"/>
                  </a:lnTo>
                  <a:lnTo>
                    <a:pt x="2560098" y="884960"/>
                  </a:lnTo>
                  <a:lnTo>
                    <a:pt x="2561380" y="896917"/>
                  </a:lnTo>
                  <a:lnTo>
                    <a:pt x="2562662" y="924073"/>
                  </a:lnTo>
                  <a:lnTo>
                    <a:pt x="2563944" y="975252"/>
                  </a:lnTo>
                  <a:lnTo>
                    <a:pt x="2565226" y="971352"/>
                  </a:lnTo>
                  <a:lnTo>
                    <a:pt x="2566508" y="1014352"/>
                  </a:lnTo>
                  <a:lnTo>
                    <a:pt x="2567790" y="1101355"/>
                  </a:lnTo>
                  <a:lnTo>
                    <a:pt x="2569071" y="1121086"/>
                  </a:lnTo>
                  <a:lnTo>
                    <a:pt x="2570353" y="1174006"/>
                  </a:lnTo>
                  <a:lnTo>
                    <a:pt x="2571635" y="1138394"/>
                  </a:lnTo>
                  <a:lnTo>
                    <a:pt x="2572917" y="1156271"/>
                  </a:lnTo>
                  <a:lnTo>
                    <a:pt x="2574199" y="1163319"/>
                  </a:lnTo>
                  <a:lnTo>
                    <a:pt x="2575481" y="1187641"/>
                  </a:lnTo>
                  <a:lnTo>
                    <a:pt x="2576762" y="1187641"/>
                  </a:lnTo>
                  <a:lnTo>
                    <a:pt x="2578044" y="1159499"/>
                  </a:lnTo>
                  <a:lnTo>
                    <a:pt x="2579326" y="1255485"/>
                  </a:lnTo>
                  <a:lnTo>
                    <a:pt x="2580608" y="1300582"/>
                  </a:lnTo>
                  <a:lnTo>
                    <a:pt x="2581890" y="1266068"/>
                  </a:lnTo>
                  <a:lnTo>
                    <a:pt x="2583172" y="1283535"/>
                  </a:lnTo>
                  <a:lnTo>
                    <a:pt x="2584453" y="1342599"/>
                  </a:lnTo>
                  <a:lnTo>
                    <a:pt x="2585735" y="1342599"/>
                  </a:lnTo>
                  <a:lnTo>
                    <a:pt x="2587017" y="1342599"/>
                  </a:lnTo>
                  <a:lnTo>
                    <a:pt x="2588299" y="1342599"/>
                  </a:lnTo>
                  <a:lnTo>
                    <a:pt x="2589581" y="1342599"/>
                  </a:lnTo>
                  <a:lnTo>
                    <a:pt x="2590863" y="1342599"/>
                  </a:lnTo>
                  <a:lnTo>
                    <a:pt x="2592145" y="1342599"/>
                  </a:lnTo>
                  <a:lnTo>
                    <a:pt x="2593426" y="1342599"/>
                  </a:lnTo>
                  <a:lnTo>
                    <a:pt x="2594708" y="1342599"/>
                  </a:lnTo>
                  <a:lnTo>
                    <a:pt x="2595990" y="1342599"/>
                  </a:lnTo>
                  <a:lnTo>
                    <a:pt x="2597272" y="1335514"/>
                  </a:lnTo>
                  <a:lnTo>
                    <a:pt x="2598554" y="1289755"/>
                  </a:lnTo>
                  <a:lnTo>
                    <a:pt x="2599836" y="1254898"/>
                  </a:lnTo>
                  <a:lnTo>
                    <a:pt x="2601117" y="1196936"/>
                  </a:lnTo>
                  <a:lnTo>
                    <a:pt x="2602399" y="1183819"/>
                  </a:lnTo>
                  <a:lnTo>
                    <a:pt x="2603681" y="1104485"/>
                  </a:lnTo>
                  <a:lnTo>
                    <a:pt x="2604963" y="1045586"/>
                  </a:lnTo>
                  <a:lnTo>
                    <a:pt x="2606245" y="1008443"/>
                  </a:lnTo>
                  <a:lnTo>
                    <a:pt x="2607527" y="986702"/>
                  </a:lnTo>
                  <a:lnTo>
                    <a:pt x="2608809" y="953005"/>
                  </a:lnTo>
                  <a:lnTo>
                    <a:pt x="2610090" y="935631"/>
                  </a:lnTo>
                  <a:lnTo>
                    <a:pt x="2611372" y="935631"/>
                  </a:lnTo>
                  <a:lnTo>
                    <a:pt x="2612654" y="935631"/>
                  </a:lnTo>
                  <a:lnTo>
                    <a:pt x="2613936" y="935631"/>
                  </a:lnTo>
                  <a:lnTo>
                    <a:pt x="2615218" y="935631"/>
                  </a:lnTo>
                  <a:lnTo>
                    <a:pt x="2616500" y="1008443"/>
                  </a:lnTo>
                  <a:lnTo>
                    <a:pt x="2617781" y="1042644"/>
                  </a:lnTo>
                  <a:lnTo>
                    <a:pt x="2619063" y="1066604"/>
                  </a:lnTo>
                  <a:lnTo>
                    <a:pt x="2620345" y="1104485"/>
                  </a:lnTo>
                  <a:lnTo>
                    <a:pt x="2621627" y="1104485"/>
                  </a:lnTo>
                  <a:lnTo>
                    <a:pt x="2622909" y="1104485"/>
                  </a:lnTo>
                  <a:lnTo>
                    <a:pt x="2624191" y="1169960"/>
                  </a:lnTo>
                  <a:lnTo>
                    <a:pt x="2625473" y="1219376"/>
                  </a:lnTo>
                  <a:lnTo>
                    <a:pt x="2626754" y="1251993"/>
                  </a:lnTo>
                  <a:lnTo>
                    <a:pt x="2628036" y="1309194"/>
                  </a:lnTo>
                  <a:lnTo>
                    <a:pt x="2629318" y="1342471"/>
                  </a:lnTo>
                  <a:lnTo>
                    <a:pt x="2630600" y="1342471"/>
                  </a:lnTo>
                  <a:lnTo>
                    <a:pt x="2631882" y="1342471"/>
                  </a:lnTo>
                  <a:lnTo>
                    <a:pt x="2633164" y="1342471"/>
                  </a:lnTo>
                  <a:lnTo>
                    <a:pt x="2634445" y="1342471"/>
                  </a:lnTo>
                  <a:lnTo>
                    <a:pt x="2635727" y="1342471"/>
                  </a:lnTo>
                  <a:lnTo>
                    <a:pt x="2637009" y="1277703"/>
                  </a:lnTo>
                  <a:lnTo>
                    <a:pt x="2638291" y="1243667"/>
                  </a:lnTo>
                  <a:lnTo>
                    <a:pt x="2639573" y="1173617"/>
                  </a:lnTo>
                  <a:lnTo>
                    <a:pt x="2640855" y="1173617"/>
                  </a:lnTo>
                  <a:lnTo>
                    <a:pt x="2642136" y="1173617"/>
                  </a:lnTo>
                  <a:lnTo>
                    <a:pt x="2643418" y="1173617"/>
                  </a:lnTo>
                  <a:lnTo>
                    <a:pt x="2644700" y="1173617"/>
                  </a:lnTo>
                  <a:lnTo>
                    <a:pt x="2645982" y="1173617"/>
                  </a:lnTo>
                  <a:lnTo>
                    <a:pt x="2647264" y="1173617"/>
                  </a:lnTo>
                  <a:lnTo>
                    <a:pt x="2648546" y="1173617"/>
                  </a:lnTo>
                  <a:lnTo>
                    <a:pt x="2649828" y="1173617"/>
                  </a:lnTo>
                  <a:lnTo>
                    <a:pt x="2651109" y="1173617"/>
                  </a:lnTo>
                  <a:lnTo>
                    <a:pt x="2652391" y="1114350"/>
                  </a:lnTo>
                  <a:lnTo>
                    <a:pt x="2653673" y="1104485"/>
                  </a:lnTo>
                  <a:lnTo>
                    <a:pt x="2654955" y="1104485"/>
                  </a:lnTo>
                  <a:lnTo>
                    <a:pt x="2656237" y="1141497"/>
                  </a:lnTo>
                  <a:lnTo>
                    <a:pt x="2657519" y="1051515"/>
                  </a:lnTo>
                  <a:lnTo>
                    <a:pt x="2658800" y="1104485"/>
                  </a:lnTo>
                  <a:lnTo>
                    <a:pt x="2660082" y="1104485"/>
                  </a:lnTo>
                  <a:lnTo>
                    <a:pt x="2661364" y="1057504"/>
                  </a:lnTo>
                  <a:lnTo>
                    <a:pt x="2662646" y="1042644"/>
                  </a:lnTo>
                  <a:lnTo>
                    <a:pt x="2663928" y="986702"/>
                  </a:lnTo>
                  <a:lnTo>
                    <a:pt x="2665210" y="955529"/>
                  </a:lnTo>
                  <a:lnTo>
                    <a:pt x="2666492" y="935631"/>
                  </a:lnTo>
                  <a:lnTo>
                    <a:pt x="2667773" y="928339"/>
                  </a:lnTo>
                  <a:lnTo>
                    <a:pt x="2669055" y="888650"/>
                  </a:lnTo>
                  <a:lnTo>
                    <a:pt x="2670337" y="888650"/>
                  </a:lnTo>
                  <a:lnTo>
                    <a:pt x="2671619" y="928339"/>
                  </a:lnTo>
                  <a:lnTo>
                    <a:pt x="2672901" y="935631"/>
                  </a:lnTo>
                  <a:lnTo>
                    <a:pt x="2674183" y="935631"/>
                  </a:lnTo>
                  <a:lnTo>
                    <a:pt x="2675464" y="943014"/>
                  </a:lnTo>
                  <a:lnTo>
                    <a:pt x="2676746" y="1025294"/>
                  </a:lnTo>
                  <a:lnTo>
                    <a:pt x="2678028" y="963169"/>
                  </a:lnTo>
                  <a:lnTo>
                    <a:pt x="2679310" y="888650"/>
                  </a:lnTo>
                  <a:lnTo>
                    <a:pt x="2680592" y="923528"/>
                  </a:lnTo>
                  <a:lnTo>
                    <a:pt x="2681874" y="935631"/>
                  </a:lnTo>
                  <a:lnTo>
                    <a:pt x="2683155" y="986702"/>
                  </a:lnTo>
                  <a:lnTo>
                    <a:pt x="2684437" y="1112074"/>
                  </a:lnTo>
                  <a:lnTo>
                    <a:pt x="2685719" y="1152562"/>
                  </a:lnTo>
                  <a:lnTo>
                    <a:pt x="2687001" y="1167652"/>
                  </a:lnTo>
                  <a:lnTo>
                    <a:pt x="2688283" y="1220622"/>
                  </a:lnTo>
                  <a:lnTo>
                    <a:pt x="2689565" y="1220622"/>
                  </a:lnTo>
                  <a:lnTo>
                    <a:pt x="2690847" y="1220622"/>
                  </a:lnTo>
                  <a:lnTo>
                    <a:pt x="2692128" y="1204540"/>
                  </a:lnTo>
                  <a:lnTo>
                    <a:pt x="2693410" y="1155854"/>
                  </a:lnTo>
                  <a:lnTo>
                    <a:pt x="2694692" y="1089649"/>
                  </a:lnTo>
                  <a:lnTo>
                    <a:pt x="2695974" y="1064125"/>
                  </a:lnTo>
                  <a:lnTo>
                    <a:pt x="2697256" y="1087046"/>
                  </a:lnTo>
                  <a:lnTo>
                    <a:pt x="2698538" y="1158781"/>
                  </a:lnTo>
                  <a:lnTo>
                    <a:pt x="2699819" y="1158781"/>
                  </a:lnTo>
                  <a:lnTo>
                    <a:pt x="2701101" y="1158781"/>
                  </a:lnTo>
                  <a:lnTo>
                    <a:pt x="2702383" y="1158781"/>
                  </a:lnTo>
                  <a:lnTo>
                    <a:pt x="2703665" y="1135095"/>
                  </a:lnTo>
                  <a:lnTo>
                    <a:pt x="2704947" y="1121978"/>
                  </a:lnTo>
                  <a:lnTo>
                    <a:pt x="2706229" y="1042644"/>
                  </a:lnTo>
                  <a:lnTo>
                    <a:pt x="2707511" y="1042644"/>
                  </a:lnTo>
                  <a:lnTo>
                    <a:pt x="2708792" y="992062"/>
                  </a:lnTo>
                  <a:lnTo>
                    <a:pt x="2710074" y="986702"/>
                  </a:lnTo>
                  <a:lnTo>
                    <a:pt x="2711356" y="960611"/>
                  </a:lnTo>
                  <a:lnTo>
                    <a:pt x="2712638" y="989376"/>
                  </a:lnTo>
                  <a:lnTo>
                    <a:pt x="2713920" y="1057504"/>
                  </a:lnTo>
                  <a:lnTo>
                    <a:pt x="2715202" y="1104485"/>
                  </a:lnTo>
                  <a:lnTo>
                    <a:pt x="2716483" y="1155556"/>
                  </a:lnTo>
                  <a:lnTo>
                    <a:pt x="2717765" y="1173617"/>
                  </a:lnTo>
                  <a:lnTo>
                    <a:pt x="2719047" y="1173617"/>
                  </a:lnTo>
                  <a:lnTo>
                    <a:pt x="2720329" y="1173617"/>
                  </a:lnTo>
                  <a:lnTo>
                    <a:pt x="2721611" y="1173617"/>
                  </a:lnTo>
                  <a:lnTo>
                    <a:pt x="2722893" y="1173617"/>
                  </a:lnTo>
                  <a:lnTo>
                    <a:pt x="2724174" y="1256451"/>
                  </a:lnTo>
                  <a:lnTo>
                    <a:pt x="2725456" y="1244509"/>
                  </a:lnTo>
                  <a:lnTo>
                    <a:pt x="2726738" y="1152941"/>
                  </a:lnTo>
                  <a:lnTo>
                    <a:pt x="2728020" y="1181834"/>
                  </a:lnTo>
                  <a:lnTo>
                    <a:pt x="2729302" y="1179530"/>
                  </a:lnTo>
                  <a:lnTo>
                    <a:pt x="2730584" y="1181280"/>
                  </a:lnTo>
                  <a:lnTo>
                    <a:pt x="2731866" y="1183942"/>
                  </a:lnTo>
                  <a:lnTo>
                    <a:pt x="2733147" y="1201027"/>
                  </a:lnTo>
                  <a:lnTo>
                    <a:pt x="2734429" y="1192173"/>
                  </a:lnTo>
                  <a:lnTo>
                    <a:pt x="2735711" y="1213425"/>
                  </a:lnTo>
                  <a:lnTo>
                    <a:pt x="2736993" y="1139805"/>
                  </a:lnTo>
                  <a:lnTo>
                    <a:pt x="2738275" y="1138051"/>
                  </a:lnTo>
                  <a:lnTo>
                    <a:pt x="2739557" y="1137562"/>
                  </a:lnTo>
                  <a:lnTo>
                    <a:pt x="2740838" y="1155201"/>
                  </a:lnTo>
                  <a:lnTo>
                    <a:pt x="2742120" y="1056441"/>
                  </a:lnTo>
                  <a:lnTo>
                    <a:pt x="2743402" y="1021163"/>
                  </a:lnTo>
                  <a:lnTo>
                    <a:pt x="2744684" y="1000735"/>
                  </a:lnTo>
                  <a:lnTo>
                    <a:pt x="2745966" y="999555"/>
                  </a:lnTo>
                  <a:lnTo>
                    <a:pt x="2747248" y="1036023"/>
                  </a:lnTo>
                  <a:lnTo>
                    <a:pt x="2748530" y="1046143"/>
                  </a:lnTo>
                  <a:lnTo>
                    <a:pt x="2749811" y="1014467"/>
                  </a:lnTo>
                  <a:lnTo>
                    <a:pt x="2751093" y="968708"/>
                  </a:lnTo>
                  <a:lnTo>
                    <a:pt x="2752375" y="965051"/>
                  </a:lnTo>
                  <a:lnTo>
                    <a:pt x="2753657" y="959806"/>
                  </a:lnTo>
                  <a:lnTo>
                    <a:pt x="2754939" y="926959"/>
                  </a:lnTo>
                  <a:lnTo>
                    <a:pt x="2756221" y="938114"/>
                  </a:lnTo>
                  <a:lnTo>
                    <a:pt x="2757502" y="910364"/>
                  </a:lnTo>
                  <a:lnTo>
                    <a:pt x="2758784" y="851443"/>
                  </a:lnTo>
                  <a:lnTo>
                    <a:pt x="2760066" y="778437"/>
                  </a:lnTo>
                  <a:lnTo>
                    <a:pt x="2761348" y="828631"/>
                  </a:lnTo>
                  <a:lnTo>
                    <a:pt x="2762630" y="858738"/>
                  </a:lnTo>
                  <a:lnTo>
                    <a:pt x="2763912" y="889737"/>
                  </a:lnTo>
                  <a:lnTo>
                    <a:pt x="2765194" y="939767"/>
                  </a:lnTo>
                  <a:lnTo>
                    <a:pt x="2766475" y="928433"/>
                  </a:lnTo>
                  <a:lnTo>
                    <a:pt x="2767757" y="989207"/>
                  </a:lnTo>
                  <a:lnTo>
                    <a:pt x="2769039" y="989207"/>
                  </a:lnTo>
                  <a:lnTo>
                    <a:pt x="2770321" y="1064109"/>
                  </a:lnTo>
                  <a:lnTo>
                    <a:pt x="2771603" y="1104604"/>
                  </a:lnTo>
                  <a:lnTo>
                    <a:pt x="2772885" y="1104604"/>
                  </a:lnTo>
                  <a:lnTo>
                    <a:pt x="2774166" y="1106704"/>
                  </a:lnTo>
                  <a:lnTo>
                    <a:pt x="2775448" y="1148101"/>
                  </a:lnTo>
                  <a:lnTo>
                    <a:pt x="2776730" y="1188773"/>
                  </a:lnTo>
                  <a:lnTo>
                    <a:pt x="2778012" y="1274821"/>
                  </a:lnTo>
                  <a:lnTo>
                    <a:pt x="2779294" y="1298473"/>
                  </a:lnTo>
                  <a:lnTo>
                    <a:pt x="2780576" y="1342220"/>
                  </a:lnTo>
                  <a:lnTo>
                    <a:pt x="2781857" y="1342599"/>
                  </a:lnTo>
                  <a:lnTo>
                    <a:pt x="2783139" y="1252774"/>
                  </a:lnTo>
                  <a:lnTo>
                    <a:pt x="2784421" y="1145832"/>
                  </a:lnTo>
                  <a:lnTo>
                    <a:pt x="2785703" y="1070297"/>
                  </a:lnTo>
                  <a:lnTo>
                    <a:pt x="2786985" y="997485"/>
                  </a:lnTo>
                  <a:lnTo>
                    <a:pt x="2788267" y="980136"/>
                  </a:lnTo>
                  <a:lnTo>
                    <a:pt x="2789549" y="882914"/>
                  </a:lnTo>
                  <a:lnTo>
                    <a:pt x="2790830" y="882914"/>
                  </a:lnTo>
                  <a:lnTo>
                    <a:pt x="2792112" y="864853"/>
                  </a:lnTo>
                  <a:lnTo>
                    <a:pt x="2793394" y="847331"/>
                  </a:lnTo>
                  <a:lnTo>
                    <a:pt x="2794676" y="847331"/>
                  </a:lnTo>
                  <a:lnTo>
                    <a:pt x="2795958" y="847331"/>
                  </a:lnTo>
                  <a:lnTo>
                    <a:pt x="2797240" y="847331"/>
                  </a:lnTo>
                  <a:lnTo>
                    <a:pt x="2798521" y="850794"/>
                  </a:lnTo>
                  <a:lnTo>
                    <a:pt x="2799803" y="882914"/>
                  </a:lnTo>
                  <a:lnTo>
                    <a:pt x="2801085" y="864756"/>
                  </a:lnTo>
                  <a:lnTo>
                    <a:pt x="2802367" y="931348"/>
                  </a:lnTo>
                  <a:lnTo>
                    <a:pt x="2803649" y="990201"/>
                  </a:lnTo>
                  <a:lnTo>
                    <a:pt x="2804931" y="1042503"/>
                  </a:lnTo>
                  <a:lnTo>
                    <a:pt x="2806213" y="1042644"/>
                  </a:lnTo>
                  <a:lnTo>
                    <a:pt x="2807494" y="1152503"/>
                  </a:lnTo>
                  <a:lnTo>
                    <a:pt x="2808776" y="1214403"/>
                  </a:lnTo>
                  <a:lnTo>
                    <a:pt x="2810058" y="1204540"/>
                  </a:lnTo>
                  <a:lnTo>
                    <a:pt x="2811340" y="1188888"/>
                  </a:lnTo>
                  <a:lnTo>
                    <a:pt x="2812622" y="1297312"/>
                  </a:lnTo>
                  <a:lnTo>
                    <a:pt x="2813904" y="1268675"/>
                  </a:lnTo>
                  <a:lnTo>
                    <a:pt x="2815185" y="1250075"/>
                  </a:lnTo>
                  <a:lnTo>
                    <a:pt x="2816467" y="1244715"/>
                  </a:lnTo>
                  <a:lnTo>
                    <a:pt x="2817749" y="1211018"/>
                  </a:lnTo>
                  <a:lnTo>
                    <a:pt x="2819031" y="1148101"/>
                  </a:lnTo>
                  <a:lnTo>
                    <a:pt x="2820313" y="1171122"/>
                  </a:lnTo>
                  <a:lnTo>
                    <a:pt x="2821595" y="1195082"/>
                  </a:lnTo>
                  <a:lnTo>
                    <a:pt x="2822876" y="1195082"/>
                  </a:lnTo>
                  <a:lnTo>
                    <a:pt x="2824158" y="1230360"/>
                  </a:lnTo>
                  <a:lnTo>
                    <a:pt x="2825440" y="1246153"/>
                  </a:lnTo>
                  <a:lnTo>
                    <a:pt x="2826722" y="1244715"/>
                  </a:lnTo>
                  <a:lnTo>
                    <a:pt x="2828004" y="1183942"/>
                  </a:lnTo>
                  <a:lnTo>
                    <a:pt x="2829286" y="1197435"/>
                  </a:lnTo>
                  <a:lnTo>
                    <a:pt x="2830568" y="1214048"/>
                  </a:lnTo>
                  <a:lnTo>
                    <a:pt x="2831849" y="1179530"/>
                  </a:lnTo>
                  <a:lnTo>
                    <a:pt x="2833131" y="1127356"/>
                  </a:lnTo>
                  <a:lnTo>
                    <a:pt x="2834413" y="1190450"/>
                  </a:lnTo>
                  <a:lnTo>
                    <a:pt x="2835695" y="1196936"/>
                  </a:lnTo>
                  <a:lnTo>
                    <a:pt x="2836977" y="1231318"/>
                  </a:lnTo>
                  <a:lnTo>
                    <a:pt x="2838259" y="1251993"/>
                  </a:lnTo>
                  <a:lnTo>
                    <a:pt x="2839540" y="1251993"/>
                  </a:lnTo>
                  <a:lnTo>
                    <a:pt x="2840822" y="1251993"/>
                  </a:lnTo>
                  <a:lnTo>
                    <a:pt x="2842104" y="1251993"/>
                  </a:lnTo>
                  <a:lnTo>
                    <a:pt x="2843386" y="1251993"/>
                  </a:lnTo>
                  <a:lnTo>
                    <a:pt x="2844668" y="1251993"/>
                  </a:lnTo>
                  <a:lnTo>
                    <a:pt x="2845950" y="1251993"/>
                  </a:lnTo>
                  <a:lnTo>
                    <a:pt x="2847232" y="1251993"/>
                  </a:lnTo>
                  <a:lnTo>
                    <a:pt x="2848513" y="1251993"/>
                  </a:lnTo>
                  <a:lnTo>
                    <a:pt x="2849795" y="1290993"/>
                  </a:lnTo>
                  <a:lnTo>
                    <a:pt x="2851077" y="1295490"/>
                  </a:lnTo>
                  <a:lnTo>
                    <a:pt x="2852359" y="1251993"/>
                  </a:lnTo>
                  <a:lnTo>
                    <a:pt x="2853641" y="1251993"/>
                  </a:lnTo>
                  <a:lnTo>
                    <a:pt x="2854923" y="1251993"/>
                  </a:lnTo>
                  <a:lnTo>
                    <a:pt x="2856204" y="1251993"/>
                  </a:lnTo>
                  <a:lnTo>
                    <a:pt x="2857486" y="1251993"/>
                  </a:lnTo>
                  <a:lnTo>
                    <a:pt x="2858768" y="1251993"/>
                  </a:lnTo>
                  <a:lnTo>
                    <a:pt x="2860050" y="1227362"/>
                  </a:lnTo>
                  <a:lnTo>
                    <a:pt x="2861332" y="1121020"/>
                  </a:lnTo>
                  <a:lnTo>
                    <a:pt x="2862614" y="1101233"/>
                  </a:lnTo>
                  <a:lnTo>
                    <a:pt x="2863896" y="1042644"/>
                  </a:lnTo>
                  <a:lnTo>
                    <a:pt x="2865177" y="1042644"/>
                  </a:lnTo>
                  <a:lnTo>
                    <a:pt x="2866459" y="1042644"/>
                  </a:lnTo>
                  <a:lnTo>
                    <a:pt x="2867741" y="1042644"/>
                  </a:lnTo>
                  <a:lnTo>
                    <a:pt x="2869023" y="1031021"/>
                  </a:lnTo>
                  <a:lnTo>
                    <a:pt x="2870305" y="1014007"/>
                  </a:lnTo>
                  <a:lnTo>
                    <a:pt x="2871587" y="1042644"/>
                  </a:lnTo>
                  <a:lnTo>
                    <a:pt x="2872868" y="1039716"/>
                  </a:lnTo>
                  <a:lnTo>
                    <a:pt x="2874150" y="1079153"/>
                  </a:lnTo>
                  <a:lnTo>
                    <a:pt x="2875432" y="1079153"/>
                  </a:lnTo>
                  <a:lnTo>
                    <a:pt x="2876714" y="1096619"/>
                  </a:lnTo>
                  <a:lnTo>
                    <a:pt x="2877996" y="1087046"/>
                  </a:lnTo>
                  <a:lnTo>
                    <a:pt x="2879278" y="1066628"/>
                  </a:lnTo>
                  <a:lnTo>
                    <a:pt x="2880559" y="1141432"/>
                  </a:lnTo>
                  <a:lnTo>
                    <a:pt x="2881841" y="1105513"/>
                  </a:lnTo>
                  <a:lnTo>
                    <a:pt x="2883123" y="1158781"/>
                  </a:lnTo>
                  <a:lnTo>
                    <a:pt x="2884405" y="1158781"/>
                  </a:lnTo>
                  <a:lnTo>
                    <a:pt x="2885687" y="1155854"/>
                  </a:lnTo>
                  <a:lnTo>
                    <a:pt x="2886969" y="1102839"/>
                  </a:lnTo>
                  <a:lnTo>
                    <a:pt x="2888251" y="1102839"/>
                  </a:lnTo>
                  <a:lnTo>
                    <a:pt x="2889532" y="1102839"/>
                  </a:lnTo>
                  <a:lnTo>
                    <a:pt x="2890814" y="1102839"/>
                  </a:lnTo>
                  <a:lnTo>
                    <a:pt x="2892096" y="1105513"/>
                  </a:lnTo>
                  <a:lnTo>
                    <a:pt x="2893378" y="1135095"/>
                  </a:lnTo>
                  <a:lnTo>
                    <a:pt x="2894660" y="1135095"/>
                  </a:lnTo>
                  <a:lnTo>
                    <a:pt x="2895942" y="1121978"/>
                  </a:lnTo>
                  <a:lnTo>
                    <a:pt x="2897223" y="1060522"/>
                  </a:lnTo>
                  <a:lnTo>
                    <a:pt x="2898505" y="1140431"/>
                  </a:lnTo>
                  <a:lnTo>
                    <a:pt x="2899787" y="1095383"/>
                  </a:lnTo>
                  <a:lnTo>
                    <a:pt x="2901069" y="1152562"/>
                  </a:lnTo>
                  <a:lnTo>
                    <a:pt x="2902351" y="1158781"/>
                  </a:lnTo>
                  <a:lnTo>
                    <a:pt x="2903633" y="1130144"/>
                  </a:lnTo>
                  <a:lnTo>
                    <a:pt x="2904915" y="1105513"/>
                  </a:lnTo>
                  <a:lnTo>
                    <a:pt x="2906196" y="1144288"/>
                  </a:lnTo>
                  <a:lnTo>
                    <a:pt x="2907478" y="1081875"/>
                  </a:lnTo>
                  <a:lnTo>
                    <a:pt x="2908760" y="1102839"/>
                  </a:lnTo>
                  <a:lnTo>
                    <a:pt x="2910042" y="1102839"/>
                  </a:lnTo>
                  <a:lnTo>
                    <a:pt x="2911324" y="1084455"/>
                  </a:lnTo>
                  <a:lnTo>
                    <a:pt x="2912606" y="1051768"/>
                  </a:lnTo>
                  <a:lnTo>
                    <a:pt x="2913887" y="1051768"/>
                  </a:lnTo>
                  <a:lnTo>
                    <a:pt x="2915169" y="1049328"/>
                  </a:lnTo>
                  <a:lnTo>
                    <a:pt x="2916451" y="1081478"/>
                  </a:lnTo>
                  <a:lnTo>
                    <a:pt x="2917733" y="1092925"/>
                  </a:lnTo>
                  <a:lnTo>
                    <a:pt x="2919015" y="1081478"/>
                  </a:lnTo>
                  <a:lnTo>
                    <a:pt x="2920297" y="1025536"/>
                  </a:lnTo>
                  <a:lnTo>
                    <a:pt x="2921578" y="928433"/>
                  </a:lnTo>
                  <a:lnTo>
                    <a:pt x="2922860" y="980638"/>
                  </a:lnTo>
                  <a:lnTo>
                    <a:pt x="2924142" y="922280"/>
                  </a:lnTo>
                  <a:lnTo>
                    <a:pt x="2925424" y="817062"/>
                  </a:lnTo>
                  <a:lnTo>
                    <a:pt x="2926706" y="820928"/>
                  </a:lnTo>
                  <a:lnTo>
                    <a:pt x="2927988" y="742391"/>
                  </a:lnTo>
                  <a:lnTo>
                    <a:pt x="2929270" y="719110"/>
                  </a:lnTo>
                  <a:lnTo>
                    <a:pt x="2930551" y="713700"/>
                  </a:lnTo>
                  <a:lnTo>
                    <a:pt x="2931833" y="708340"/>
                  </a:lnTo>
                  <a:lnTo>
                    <a:pt x="2933115" y="682249"/>
                  </a:lnTo>
                  <a:lnTo>
                    <a:pt x="2934397" y="651428"/>
                  </a:lnTo>
                  <a:lnTo>
                    <a:pt x="2935679" y="637532"/>
                  </a:lnTo>
                  <a:lnTo>
                    <a:pt x="2936961" y="641337"/>
                  </a:lnTo>
                  <a:lnTo>
                    <a:pt x="2938242" y="605505"/>
                  </a:lnTo>
                  <a:lnTo>
                    <a:pt x="2939524" y="629047"/>
                  </a:lnTo>
                  <a:lnTo>
                    <a:pt x="2940806" y="577974"/>
                  </a:lnTo>
                  <a:lnTo>
                    <a:pt x="2942088" y="541170"/>
                  </a:lnTo>
                  <a:lnTo>
                    <a:pt x="2943370" y="507183"/>
                  </a:lnTo>
                  <a:lnTo>
                    <a:pt x="2944652" y="579861"/>
                  </a:lnTo>
                  <a:lnTo>
                    <a:pt x="2945934" y="587920"/>
                  </a:lnTo>
                  <a:lnTo>
                    <a:pt x="2947215" y="696016"/>
                  </a:lnTo>
                  <a:lnTo>
                    <a:pt x="2948497" y="817123"/>
                  </a:lnTo>
                  <a:lnTo>
                    <a:pt x="2949779" y="844735"/>
                  </a:lnTo>
                  <a:lnTo>
                    <a:pt x="2951061" y="877863"/>
                  </a:lnTo>
                  <a:lnTo>
                    <a:pt x="2952343" y="927215"/>
                  </a:lnTo>
                  <a:lnTo>
                    <a:pt x="2953625" y="921069"/>
                  </a:lnTo>
                  <a:lnTo>
                    <a:pt x="2954906" y="946049"/>
                  </a:lnTo>
                  <a:lnTo>
                    <a:pt x="2956188" y="881662"/>
                  </a:lnTo>
                  <a:lnTo>
                    <a:pt x="2957470" y="859228"/>
                  </a:lnTo>
                  <a:lnTo>
                    <a:pt x="2958752" y="874088"/>
                  </a:lnTo>
                  <a:lnTo>
                    <a:pt x="2960034" y="933426"/>
                  </a:lnTo>
                  <a:lnTo>
                    <a:pt x="2961316" y="965508"/>
                  </a:lnTo>
                  <a:lnTo>
                    <a:pt x="2962597" y="981101"/>
                  </a:lnTo>
                  <a:lnTo>
                    <a:pt x="2963879" y="1020790"/>
                  </a:lnTo>
                  <a:lnTo>
                    <a:pt x="2965161" y="981101"/>
                  </a:lnTo>
                  <a:lnTo>
                    <a:pt x="2966443" y="981101"/>
                  </a:lnTo>
                  <a:lnTo>
                    <a:pt x="2967725" y="888650"/>
                  </a:lnTo>
                  <a:lnTo>
                    <a:pt x="2969007" y="888650"/>
                  </a:lnTo>
                  <a:lnTo>
                    <a:pt x="2970289" y="888650"/>
                  </a:lnTo>
                  <a:lnTo>
                    <a:pt x="2971570" y="888650"/>
                  </a:lnTo>
                  <a:lnTo>
                    <a:pt x="2972852" y="1057906"/>
                  </a:lnTo>
                  <a:lnTo>
                    <a:pt x="2974134" y="1074202"/>
                  </a:lnTo>
                  <a:lnTo>
                    <a:pt x="2975416" y="1187346"/>
                  </a:lnTo>
                  <a:lnTo>
                    <a:pt x="2976698" y="1235471"/>
                  </a:lnTo>
                  <a:lnTo>
                    <a:pt x="2977980" y="1235471"/>
                  </a:lnTo>
                  <a:lnTo>
                    <a:pt x="2979261" y="1235471"/>
                  </a:lnTo>
                  <a:lnTo>
                    <a:pt x="2980543" y="1235471"/>
                  </a:lnTo>
                  <a:lnTo>
                    <a:pt x="2981825" y="1235471"/>
                  </a:lnTo>
                  <a:lnTo>
                    <a:pt x="2983107" y="1220978"/>
                  </a:lnTo>
                  <a:lnTo>
                    <a:pt x="2984389" y="1290827"/>
                  </a:lnTo>
                  <a:lnTo>
                    <a:pt x="2985671" y="1235471"/>
                  </a:lnTo>
                  <a:lnTo>
                    <a:pt x="2986953" y="1232544"/>
                  </a:lnTo>
                  <a:lnTo>
                    <a:pt x="2988234" y="1153439"/>
                  </a:lnTo>
                  <a:lnTo>
                    <a:pt x="2989516" y="1128458"/>
                  </a:lnTo>
                  <a:lnTo>
                    <a:pt x="2990798" y="1081256"/>
                  </a:lnTo>
                  <a:lnTo>
                    <a:pt x="2992080" y="1021588"/>
                  </a:lnTo>
                  <a:lnTo>
                    <a:pt x="2993362" y="1042942"/>
                  </a:lnTo>
                  <a:lnTo>
                    <a:pt x="2994644" y="1066036"/>
                  </a:lnTo>
                  <a:lnTo>
                    <a:pt x="2995925" y="986702"/>
                  </a:lnTo>
                  <a:lnTo>
                    <a:pt x="2997207" y="1066036"/>
                  </a:lnTo>
                  <a:lnTo>
                    <a:pt x="2998489" y="1032993"/>
                  </a:lnTo>
                  <a:lnTo>
                    <a:pt x="2999771" y="1012271"/>
                  </a:lnTo>
                  <a:lnTo>
                    <a:pt x="3001053" y="969735"/>
                  </a:lnTo>
                  <a:lnTo>
                    <a:pt x="3002335" y="940693"/>
                  </a:lnTo>
                  <a:lnTo>
                    <a:pt x="3003617" y="965498"/>
                  </a:lnTo>
                  <a:lnTo>
                    <a:pt x="3004898" y="982636"/>
                  </a:lnTo>
                  <a:lnTo>
                    <a:pt x="3006180" y="963390"/>
                  </a:lnTo>
                  <a:lnTo>
                    <a:pt x="3007462" y="1027808"/>
                  </a:lnTo>
                  <a:lnTo>
                    <a:pt x="3008744" y="1051768"/>
                  </a:lnTo>
                  <a:lnTo>
                    <a:pt x="3010026" y="1044477"/>
                  </a:lnTo>
                  <a:lnTo>
                    <a:pt x="3011308" y="1018491"/>
                  </a:lnTo>
                  <a:lnTo>
                    <a:pt x="3012589" y="961290"/>
                  </a:lnTo>
                  <a:lnTo>
                    <a:pt x="3013871" y="961290"/>
                  </a:lnTo>
                  <a:lnTo>
                    <a:pt x="3015153" y="961290"/>
                  </a:lnTo>
                  <a:lnTo>
                    <a:pt x="3016435" y="955070"/>
                  </a:lnTo>
                  <a:lnTo>
                    <a:pt x="3017717" y="976603"/>
                  </a:lnTo>
                  <a:lnTo>
                    <a:pt x="3018999" y="1000472"/>
                  </a:lnTo>
                  <a:lnTo>
                    <a:pt x="3020280" y="950491"/>
                  </a:lnTo>
                  <a:lnTo>
                    <a:pt x="3021562" y="986702"/>
                  </a:lnTo>
                  <a:lnTo>
                    <a:pt x="3022844" y="943014"/>
                  </a:lnTo>
                  <a:lnTo>
                    <a:pt x="3024126" y="950491"/>
                  </a:lnTo>
                  <a:lnTo>
                    <a:pt x="3025408" y="897750"/>
                  </a:lnTo>
                  <a:lnTo>
                    <a:pt x="3026690" y="840975"/>
                  </a:lnTo>
                  <a:lnTo>
                    <a:pt x="3027972" y="804658"/>
                  </a:lnTo>
                  <a:lnTo>
                    <a:pt x="3029253" y="832708"/>
                  </a:lnTo>
                  <a:lnTo>
                    <a:pt x="3030535" y="885485"/>
                  </a:lnTo>
                  <a:lnTo>
                    <a:pt x="3031817" y="961290"/>
                  </a:lnTo>
                  <a:lnTo>
                    <a:pt x="3033099" y="1037980"/>
                  </a:lnTo>
                  <a:lnTo>
                    <a:pt x="3034381" y="1042392"/>
                  </a:lnTo>
                  <a:lnTo>
                    <a:pt x="3035663" y="1042392"/>
                  </a:lnTo>
                  <a:lnTo>
                    <a:pt x="3036944" y="1042392"/>
                  </a:lnTo>
                  <a:lnTo>
                    <a:pt x="3038226" y="1042392"/>
                  </a:lnTo>
                  <a:lnTo>
                    <a:pt x="3039508" y="1063738"/>
                  </a:lnTo>
                  <a:lnTo>
                    <a:pt x="3040790" y="1085890"/>
                  </a:lnTo>
                  <a:lnTo>
                    <a:pt x="3042072" y="1186353"/>
                  </a:lnTo>
                  <a:lnTo>
                    <a:pt x="3043354" y="1201027"/>
                  </a:lnTo>
                  <a:lnTo>
                    <a:pt x="3044636" y="1235577"/>
                  </a:lnTo>
                  <a:lnTo>
                    <a:pt x="3045917" y="1307994"/>
                  </a:lnTo>
                  <a:lnTo>
                    <a:pt x="3047199" y="1316955"/>
                  </a:lnTo>
                  <a:lnTo>
                    <a:pt x="3048481" y="1310966"/>
                  </a:lnTo>
                  <a:lnTo>
                    <a:pt x="3049763" y="1342599"/>
                  </a:lnTo>
                  <a:lnTo>
                    <a:pt x="3051045" y="1342599"/>
                  </a:lnTo>
                  <a:lnTo>
                    <a:pt x="3052327" y="1289755"/>
                  </a:lnTo>
                  <a:lnTo>
                    <a:pt x="3053608" y="1289755"/>
                  </a:lnTo>
                  <a:lnTo>
                    <a:pt x="3054890" y="1289755"/>
                  </a:lnTo>
                  <a:lnTo>
                    <a:pt x="3056172" y="1289755"/>
                  </a:lnTo>
                  <a:lnTo>
                    <a:pt x="3057454" y="1289755"/>
                  </a:lnTo>
                  <a:lnTo>
                    <a:pt x="3058736" y="1289755"/>
                  </a:lnTo>
                  <a:lnTo>
                    <a:pt x="3060018" y="1283535"/>
                  </a:lnTo>
                  <a:lnTo>
                    <a:pt x="3061299" y="1266068"/>
                  </a:lnTo>
                  <a:lnTo>
                    <a:pt x="3062581" y="1256631"/>
                  </a:lnTo>
                  <a:lnTo>
                    <a:pt x="3063863" y="1251993"/>
                  </a:lnTo>
                  <a:lnTo>
                    <a:pt x="3065145" y="1196051"/>
                  </a:lnTo>
                  <a:lnTo>
                    <a:pt x="3066427" y="1219376"/>
                  </a:lnTo>
                  <a:lnTo>
                    <a:pt x="3067709" y="1131169"/>
                  </a:lnTo>
                  <a:lnTo>
                    <a:pt x="3068991" y="1072750"/>
                  </a:lnTo>
                  <a:lnTo>
                    <a:pt x="3070272" y="1135095"/>
                  </a:lnTo>
                  <a:lnTo>
                    <a:pt x="3071554" y="1135095"/>
                  </a:lnTo>
                  <a:lnTo>
                    <a:pt x="3072836" y="1158781"/>
                  </a:lnTo>
                  <a:lnTo>
                    <a:pt x="3074118" y="1158781"/>
                  </a:lnTo>
                  <a:lnTo>
                    <a:pt x="3075400" y="1119069"/>
                  </a:lnTo>
                  <a:lnTo>
                    <a:pt x="3076682" y="1102839"/>
                  </a:lnTo>
                  <a:lnTo>
                    <a:pt x="3077963" y="1102839"/>
                  </a:lnTo>
                  <a:lnTo>
                    <a:pt x="3079245" y="1102839"/>
                  </a:lnTo>
                  <a:lnTo>
                    <a:pt x="3080527" y="1102839"/>
                  </a:lnTo>
                  <a:lnTo>
                    <a:pt x="3081809" y="1102839"/>
                  </a:lnTo>
                  <a:lnTo>
                    <a:pt x="3083091" y="1102839"/>
                  </a:lnTo>
                  <a:lnTo>
                    <a:pt x="3084373" y="1141432"/>
                  </a:lnTo>
                  <a:lnTo>
                    <a:pt x="3085655" y="1152941"/>
                  </a:lnTo>
                  <a:lnTo>
                    <a:pt x="3086936" y="1141432"/>
                  </a:lnTo>
                  <a:lnTo>
                    <a:pt x="3088218" y="1185807"/>
                  </a:lnTo>
                  <a:lnTo>
                    <a:pt x="3089500" y="1135095"/>
                  </a:lnTo>
                  <a:lnTo>
                    <a:pt x="3090782" y="1128573"/>
                  </a:lnTo>
                  <a:lnTo>
                    <a:pt x="3092064" y="1039716"/>
                  </a:lnTo>
                  <a:lnTo>
                    <a:pt x="3093346" y="943014"/>
                  </a:lnTo>
                  <a:lnTo>
                    <a:pt x="3094627" y="963169"/>
                  </a:lnTo>
                  <a:lnTo>
                    <a:pt x="3095909" y="935631"/>
                  </a:lnTo>
                  <a:lnTo>
                    <a:pt x="3097191" y="935631"/>
                  </a:lnTo>
                  <a:lnTo>
                    <a:pt x="3098473" y="888650"/>
                  </a:lnTo>
                  <a:lnTo>
                    <a:pt x="3099755" y="888650"/>
                  </a:lnTo>
                  <a:lnTo>
                    <a:pt x="3101037" y="888650"/>
                  </a:lnTo>
                  <a:lnTo>
                    <a:pt x="3102318" y="877470"/>
                  </a:lnTo>
                  <a:lnTo>
                    <a:pt x="3103600" y="836827"/>
                  </a:lnTo>
                  <a:lnTo>
                    <a:pt x="3104882" y="785412"/>
                  </a:lnTo>
                  <a:lnTo>
                    <a:pt x="3106164" y="776020"/>
                  </a:lnTo>
                  <a:lnTo>
                    <a:pt x="3107446" y="766777"/>
                  </a:lnTo>
                  <a:lnTo>
                    <a:pt x="3108728" y="766777"/>
                  </a:lnTo>
                  <a:lnTo>
                    <a:pt x="3110010" y="766777"/>
                  </a:lnTo>
                  <a:lnTo>
                    <a:pt x="3111291" y="768614"/>
                  </a:lnTo>
                  <a:lnTo>
                    <a:pt x="3112573" y="838897"/>
                  </a:lnTo>
                  <a:lnTo>
                    <a:pt x="3113855" y="851475"/>
                  </a:lnTo>
                  <a:lnTo>
                    <a:pt x="3115137" y="888650"/>
                  </a:lnTo>
                  <a:lnTo>
                    <a:pt x="3116419" y="888650"/>
                  </a:lnTo>
                  <a:lnTo>
                    <a:pt x="3117701" y="935631"/>
                  </a:lnTo>
                  <a:lnTo>
                    <a:pt x="3118982" y="935631"/>
                  </a:lnTo>
                  <a:lnTo>
                    <a:pt x="3120264" y="935631"/>
                  </a:lnTo>
                  <a:lnTo>
                    <a:pt x="3121546" y="947988"/>
                  </a:lnTo>
                  <a:lnTo>
                    <a:pt x="3122828" y="997472"/>
                  </a:lnTo>
                  <a:lnTo>
                    <a:pt x="3124110" y="1088403"/>
                  </a:lnTo>
                  <a:lnTo>
                    <a:pt x="3125392" y="1223356"/>
                  </a:lnTo>
                  <a:lnTo>
                    <a:pt x="3126674" y="1256200"/>
                  </a:lnTo>
                  <a:lnTo>
                    <a:pt x="3127955" y="1342471"/>
                  </a:lnTo>
                  <a:lnTo>
                    <a:pt x="3129237" y="1342471"/>
                  </a:lnTo>
                  <a:lnTo>
                    <a:pt x="3130519" y="1318511"/>
                  </a:lnTo>
                  <a:lnTo>
                    <a:pt x="3131801" y="1247815"/>
                  </a:lnTo>
                  <a:lnTo>
                    <a:pt x="3133083" y="1173617"/>
                  </a:lnTo>
                  <a:lnTo>
                    <a:pt x="3134365" y="1173617"/>
                  </a:lnTo>
                  <a:lnTo>
                    <a:pt x="3135646" y="1173617"/>
                  </a:lnTo>
                  <a:lnTo>
                    <a:pt x="3136928" y="1173617"/>
                  </a:lnTo>
                  <a:lnTo>
                    <a:pt x="3138210" y="1173617"/>
                  </a:lnTo>
                  <a:lnTo>
                    <a:pt x="3139492" y="1173617"/>
                  </a:lnTo>
                  <a:lnTo>
                    <a:pt x="3140774" y="1173617"/>
                  </a:lnTo>
                  <a:lnTo>
                    <a:pt x="3142056" y="1173617"/>
                  </a:lnTo>
                  <a:lnTo>
                    <a:pt x="3143338" y="1173617"/>
                  </a:lnTo>
                  <a:lnTo>
                    <a:pt x="3144619" y="1173617"/>
                  </a:lnTo>
                  <a:lnTo>
                    <a:pt x="3145901" y="1173617"/>
                  </a:lnTo>
                  <a:lnTo>
                    <a:pt x="3147183" y="1173617"/>
                  </a:lnTo>
                  <a:lnTo>
                    <a:pt x="3148465" y="1127766"/>
                  </a:lnTo>
                  <a:lnTo>
                    <a:pt x="3149747" y="1028151"/>
                  </a:lnTo>
                  <a:lnTo>
                    <a:pt x="3151029" y="1045586"/>
                  </a:lnTo>
                  <a:lnTo>
                    <a:pt x="3152310" y="1104485"/>
                  </a:lnTo>
                  <a:lnTo>
                    <a:pt x="3153592" y="1104485"/>
                  </a:lnTo>
                  <a:lnTo>
                    <a:pt x="3154874" y="1104485"/>
                  </a:lnTo>
                  <a:lnTo>
                    <a:pt x="3156156" y="1104485"/>
                  </a:lnTo>
                  <a:lnTo>
                    <a:pt x="3157438" y="1104485"/>
                  </a:lnTo>
                  <a:lnTo>
                    <a:pt x="3158720" y="1104485"/>
                  </a:lnTo>
                  <a:lnTo>
                    <a:pt x="3160001" y="1104485"/>
                  </a:lnTo>
                  <a:lnTo>
                    <a:pt x="3161283" y="1036804"/>
                  </a:lnTo>
                  <a:lnTo>
                    <a:pt x="3162565" y="940543"/>
                  </a:lnTo>
                  <a:lnTo>
                    <a:pt x="3163847" y="897750"/>
                  </a:lnTo>
                  <a:lnTo>
                    <a:pt x="3165129" y="888650"/>
                  </a:lnTo>
                  <a:lnTo>
                    <a:pt x="3166411" y="923110"/>
                  </a:lnTo>
                  <a:lnTo>
                    <a:pt x="3167693" y="893439"/>
                  </a:lnTo>
                  <a:lnTo>
                    <a:pt x="3168974" y="940693"/>
                  </a:lnTo>
                  <a:lnTo>
                    <a:pt x="3170256" y="922755"/>
                  </a:lnTo>
                  <a:lnTo>
                    <a:pt x="3171538" y="899659"/>
                  </a:lnTo>
                  <a:lnTo>
                    <a:pt x="3172820" y="863077"/>
                  </a:lnTo>
                  <a:lnTo>
                    <a:pt x="3174102" y="847331"/>
                  </a:lnTo>
                  <a:lnTo>
                    <a:pt x="3175384" y="847331"/>
                  </a:lnTo>
                  <a:lnTo>
                    <a:pt x="3176665" y="847331"/>
                  </a:lnTo>
                  <a:lnTo>
                    <a:pt x="3177947" y="847331"/>
                  </a:lnTo>
                  <a:lnTo>
                    <a:pt x="3179229" y="847331"/>
                  </a:lnTo>
                  <a:lnTo>
                    <a:pt x="3180511" y="886594"/>
                  </a:lnTo>
                  <a:lnTo>
                    <a:pt x="3181793" y="926694"/>
                  </a:lnTo>
                  <a:lnTo>
                    <a:pt x="3183075" y="950901"/>
                  </a:lnTo>
                  <a:lnTo>
                    <a:pt x="3184357" y="983560"/>
                  </a:lnTo>
                  <a:lnTo>
                    <a:pt x="3185638" y="976150"/>
                  </a:lnTo>
                  <a:lnTo>
                    <a:pt x="3186920" y="1055413"/>
                  </a:lnTo>
                  <a:lnTo>
                    <a:pt x="3188202" y="1086044"/>
                  </a:lnTo>
                  <a:lnTo>
                    <a:pt x="3189484" y="1107242"/>
                  </a:lnTo>
                  <a:lnTo>
                    <a:pt x="3190766" y="1032004"/>
                  </a:lnTo>
                  <a:lnTo>
                    <a:pt x="3192048" y="1101073"/>
                  </a:lnTo>
                  <a:lnTo>
                    <a:pt x="3193329" y="1104604"/>
                  </a:lnTo>
                  <a:lnTo>
                    <a:pt x="3194611" y="1104604"/>
                  </a:lnTo>
                  <a:lnTo>
                    <a:pt x="3195893" y="1104604"/>
                  </a:lnTo>
                  <a:lnTo>
                    <a:pt x="3197175" y="1104604"/>
                  </a:lnTo>
                  <a:lnTo>
                    <a:pt x="3198457" y="1104604"/>
                  </a:lnTo>
                  <a:lnTo>
                    <a:pt x="3199739" y="1104604"/>
                  </a:lnTo>
                  <a:lnTo>
                    <a:pt x="3201020" y="1136921"/>
                  </a:lnTo>
                  <a:lnTo>
                    <a:pt x="3202302" y="1150363"/>
                  </a:lnTo>
                  <a:lnTo>
                    <a:pt x="3203584" y="1193644"/>
                  </a:lnTo>
                  <a:lnTo>
                    <a:pt x="3204866" y="1193644"/>
                  </a:lnTo>
                  <a:lnTo>
                    <a:pt x="3206148" y="1191203"/>
                  </a:lnTo>
                  <a:lnTo>
                    <a:pt x="3207430" y="1050838"/>
                  </a:lnTo>
                  <a:lnTo>
                    <a:pt x="3208712" y="1090578"/>
                  </a:lnTo>
                  <a:lnTo>
                    <a:pt x="3209993" y="1086044"/>
                  </a:lnTo>
                  <a:lnTo>
                    <a:pt x="3211275" y="1098958"/>
                  </a:lnTo>
                  <a:lnTo>
                    <a:pt x="3212557" y="1102737"/>
                  </a:lnTo>
                  <a:lnTo>
                    <a:pt x="3213839" y="1078235"/>
                  </a:lnTo>
                  <a:lnTo>
                    <a:pt x="3215121" y="1051768"/>
                  </a:lnTo>
                  <a:lnTo>
                    <a:pt x="3216403" y="1051768"/>
                  </a:lnTo>
                  <a:lnTo>
                    <a:pt x="3217684" y="1076653"/>
                  </a:lnTo>
                  <a:lnTo>
                    <a:pt x="3218966" y="1037980"/>
                  </a:lnTo>
                  <a:lnTo>
                    <a:pt x="3220248" y="1034067"/>
                  </a:lnTo>
                  <a:lnTo>
                    <a:pt x="3221530" y="1054896"/>
                  </a:lnTo>
                  <a:lnTo>
                    <a:pt x="3222812" y="1008510"/>
                  </a:lnTo>
                  <a:lnTo>
                    <a:pt x="3224094" y="958728"/>
                  </a:lnTo>
                  <a:lnTo>
                    <a:pt x="3225376" y="958728"/>
                  </a:lnTo>
                  <a:lnTo>
                    <a:pt x="3226657" y="1026228"/>
                  </a:lnTo>
                  <a:lnTo>
                    <a:pt x="3227939" y="1060209"/>
                  </a:lnTo>
                  <a:lnTo>
                    <a:pt x="3229221" y="1144143"/>
                  </a:lnTo>
                  <a:lnTo>
                    <a:pt x="3230503" y="1131699"/>
                  </a:lnTo>
                  <a:lnTo>
                    <a:pt x="3231785" y="1093946"/>
                  </a:lnTo>
                  <a:lnTo>
                    <a:pt x="3233067" y="1077967"/>
                  </a:lnTo>
                  <a:lnTo>
                    <a:pt x="3234348" y="1104604"/>
                  </a:lnTo>
                  <a:lnTo>
                    <a:pt x="3235630" y="1104604"/>
                  </a:lnTo>
                  <a:lnTo>
                    <a:pt x="3236912" y="1137702"/>
                  </a:lnTo>
                  <a:lnTo>
                    <a:pt x="3238194" y="1193644"/>
                  </a:lnTo>
                  <a:lnTo>
                    <a:pt x="3239476" y="1138323"/>
                  </a:lnTo>
                  <a:lnTo>
                    <a:pt x="3240758" y="1190299"/>
                  </a:lnTo>
                  <a:lnTo>
                    <a:pt x="3242039" y="1262497"/>
                  </a:lnTo>
                  <a:lnTo>
                    <a:pt x="3243321" y="1286097"/>
                  </a:lnTo>
                  <a:lnTo>
                    <a:pt x="3244603" y="1289755"/>
                  </a:lnTo>
                  <a:lnTo>
                    <a:pt x="3245885" y="1289755"/>
                  </a:lnTo>
                  <a:lnTo>
                    <a:pt x="3247167" y="1283535"/>
                  </a:lnTo>
                  <a:lnTo>
                    <a:pt x="3248449" y="1266068"/>
                  </a:lnTo>
                  <a:lnTo>
                    <a:pt x="3249731" y="1275385"/>
                  </a:lnTo>
                  <a:lnTo>
                    <a:pt x="3251012" y="1313834"/>
                  </a:lnTo>
                  <a:lnTo>
                    <a:pt x="3252294" y="1342471"/>
                  </a:lnTo>
                  <a:lnTo>
                    <a:pt x="3253576" y="1342471"/>
                  </a:lnTo>
                  <a:lnTo>
                    <a:pt x="3254858" y="1342471"/>
                  </a:lnTo>
                  <a:lnTo>
                    <a:pt x="3256140" y="1342471"/>
                  </a:lnTo>
                  <a:lnTo>
                    <a:pt x="3257422" y="1342471"/>
                  </a:lnTo>
                  <a:lnTo>
                    <a:pt x="3258703" y="1342471"/>
                  </a:lnTo>
                  <a:lnTo>
                    <a:pt x="3259985" y="1342471"/>
                  </a:lnTo>
                  <a:lnTo>
                    <a:pt x="3261267" y="1342471"/>
                  </a:lnTo>
                  <a:lnTo>
                    <a:pt x="3262549" y="1277703"/>
                  </a:lnTo>
                  <a:lnTo>
                    <a:pt x="3263831" y="1251993"/>
                  </a:lnTo>
                  <a:lnTo>
                    <a:pt x="3265113" y="1251993"/>
                  </a:lnTo>
                  <a:lnTo>
                    <a:pt x="3266395" y="1251993"/>
                  </a:lnTo>
                  <a:lnTo>
                    <a:pt x="3267676" y="1227362"/>
                  </a:lnTo>
                  <a:lnTo>
                    <a:pt x="3268958" y="1173617"/>
                  </a:lnTo>
                  <a:lnTo>
                    <a:pt x="3270240" y="1169960"/>
                  </a:lnTo>
                  <a:lnTo>
                    <a:pt x="3271522" y="1104485"/>
                  </a:lnTo>
                  <a:lnTo>
                    <a:pt x="3272804" y="1104485"/>
                  </a:lnTo>
                  <a:lnTo>
                    <a:pt x="3274086" y="1104485"/>
                  </a:lnTo>
                  <a:lnTo>
                    <a:pt x="3275367" y="1104485"/>
                  </a:lnTo>
                  <a:lnTo>
                    <a:pt x="3276649" y="1104485"/>
                  </a:lnTo>
                  <a:lnTo>
                    <a:pt x="3277931" y="1104485"/>
                  </a:lnTo>
                  <a:lnTo>
                    <a:pt x="3279213" y="1104485"/>
                  </a:lnTo>
                  <a:lnTo>
                    <a:pt x="3280495" y="1104485"/>
                  </a:lnTo>
                  <a:lnTo>
                    <a:pt x="3281777" y="1152009"/>
                  </a:lnTo>
                  <a:lnTo>
                    <a:pt x="3283059" y="1169960"/>
                  </a:lnTo>
                  <a:lnTo>
                    <a:pt x="3284340" y="1104485"/>
                  </a:lnTo>
                  <a:lnTo>
                    <a:pt x="3285622" y="1066604"/>
                  </a:lnTo>
                  <a:lnTo>
                    <a:pt x="3286904" y="965737"/>
                  </a:lnTo>
                  <a:lnTo>
                    <a:pt x="3288186" y="930760"/>
                  </a:lnTo>
                  <a:lnTo>
                    <a:pt x="3289468" y="866499"/>
                  </a:lnTo>
                  <a:lnTo>
                    <a:pt x="3290750" y="866499"/>
                  </a:lnTo>
                  <a:lnTo>
                    <a:pt x="3292031" y="845153"/>
                  </a:lnTo>
                  <a:lnTo>
                    <a:pt x="3293313" y="845153"/>
                  </a:lnTo>
                  <a:lnTo>
                    <a:pt x="3294595" y="800758"/>
                  </a:lnTo>
                  <a:lnTo>
                    <a:pt x="3295877" y="766777"/>
                  </a:lnTo>
                  <a:lnTo>
                    <a:pt x="3297159" y="748716"/>
                  </a:lnTo>
                  <a:lnTo>
                    <a:pt x="3298441" y="731194"/>
                  </a:lnTo>
                  <a:lnTo>
                    <a:pt x="3299722" y="731194"/>
                  </a:lnTo>
                  <a:lnTo>
                    <a:pt x="3301004" y="731194"/>
                  </a:lnTo>
                  <a:lnTo>
                    <a:pt x="3302286" y="732922"/>
                  </a:lnTo>
                  <a:lnTo>
                    <a:pt x="3303568" y="822324"/>
                  </a:lnTo>
                  <a:lnTo>
                    <a:pt x="3304850" y="826972"/>
                  </a:lnTo>
                  <a:lnTo>
                    <a:pt x="3306132" y="904940"/>
                  </a:lnTo>
                  <a:lnTo>
                    <a:pt x="3307414" y="949359"/>
                  </a:lnTo>
                  <a:lnTo>
                    <a:pt x="3308695" y="1005486"/>
                  </a:lnTo>
                  <a:lnTo>
                    <a:pt x="3309977" y="1045401"/>
                  </a:lnTo>
                  <a:lnTo>
                    <a:pt x="3311259" y="1067553"/>
                  </a:lnTo>
                  <a:lnTo>
                    <a:pt x="3312541" y="1067553"/>
                  </a:lnTo>
                  <a:lnTo>
                    <a:pt x="3313823" y="1119445"/>
                  </a:lnTo>
                  <a:lnTo>
                    <a:pt x="3315105" y="1165604"/>
                  </a:lnTo>
                  <a:lnTo>
                    <a:pt x="3316386" y="1130909"/>
                  </a:lnTo>
                  <a:lnTo>
                    <a:pt x="3317668" y="1146663"/>
                  </a:lnTo>
                  <a:lnTo>
                    <a:pt x="3318950" y="1148101"/>
                  </a:lnTo>
                  <a:lnTo>
                    <a:pt x="3320232" y="1104604"/>
                  </a:lnTo>
                  <a:lnTo>
                    <a:pt x="3321514" y="1073974"/>
                  </a:lnTo>
                  <a:lnTo>
                    <a:pt x="3322796" y="1096910"/>
                  </a:lnTo>
                  <a:lnTo>
                    <a:pt x="3324078" y="1094990"/>
                  </a:lnTo>
                  <a:lnTo>
                    <a:pt x="3325359" y="1157851"/>
                  </a:lnTo>
                  <a:lnTo>
                    <a:pt x="3326641" y="1085890"/>
                  </a:lnTo>
                  <a:lnTo>
                    <a:pt x="3327923" y="1104604"/>
                  </a:lnTo>
                  <a:lnTo>
                    <a:pt x="3329205" y="1064109"/>
                  </a:lnTo>
                  <a:lnTo>
                    <a:pt x="3330487" y="1017128"/>
                  </a:lnTo>
                  <a:lnTo>
                    <a:pt x="3331769" y="996635"/>
                  </a:lnTo>
                  <a:lnTo>
                    <a:pt x="3333050" y="1008988"/>
                  </a:lnTo>
                  <a:lnTo>
                    <a:pt x="3334332" y="1018509"/>
                  </a:lnTo>
                  <a:lnTo>
                    <a:pt x="3335614" y="1030643"/>
                  </a:lnTo>
                  <a:lnTo>
                    <a:pt x="3336896" y="1015299"/>
                  </a:lnTo>
                  <a:lnTo>
                    <a:pt x="3338178" y="964900"/>
                  </a:lnTo>
                  <a:lnTo>
                    <a:pt x="3339460" y="996635"/>
                  </a:lnTo>
                  <a:lnTo>
                    <a:pt x="3340741" y="1021615"/>
                  </a:lnTo>
                  <a:lnTo>
                    <a:pt x="3342023" y="1030184"/>
                  </a:lnTo>
                  <a:lnTo>
                    <a:pt x="3343305" y="1030184"/>
                  </a:lnTo>
                  <a:lnTo>
                    <a:pt x="3344587" y="1042394"/>
                  </a:lnTo>
                  <a:lnTo>
                    <a:pt x="3345869" y="1064109"/>
                  </a:lnTo>
                  <a:lnTo>
                    <a:pt x="3347151" y="1103166"/>
                  </a:lnTo>
                  <a:lnTo>
                    <a:pt x="3348433" y="1146663"/>
                  </a:lnTo>
                  <a:lnTo>
                    <a:pt x="3349714" y="1206001"/>
                  </a:lnTo>
                  <a:lnTo>
                    <a:pt x="3350996" y="1239884"/>
                  </a:lnTo>
                  <a:lnTo>
                    <a:pt x="3352278" y="1264141"/>
                  </a:lnTo>
                  <a:lnTo>
                    <a:pt x="3353560" y="1187234"/>
                  </a:lnTo>
                  <a:lnTo>
                    <a:pt x="3354842" y="1224267"/>
                  </a:lnTo>
                  <a:lnTo>
                    <a:pt x="3356124" y="1254171"/>
                  </a:lnTo>
                  <a:lnTo>
                    <a:pt x="3357405" y="1289755"/>
                  </a:lnTo>
                  <a:lnTo>
                    <a:pt x="3358687" y="1289755"/>
                  </a:lnTo>
                  <a:lnTo>
                    <a:pt x="3359969" y="1289755"/>
                  </a:lnTo>
                  <a:lnTo>
                    <a:pt x="3361251" y="1289755"/>
                  </a:lnTo>
                  <a:lnTo>
                    <a:pt x="3362533" y="1289755"/>
                  </a:lnTo>
                  <a:lnTo>
                    <a:pt x="3363815" y="1289755"/>
                  </a:lnTo>
                  <a:lnTo>
                    <a:pt x="3365097" y="1275261"/>
                  </a:lnTo>
                  <a:lnTo>
                    <a:pt x="3366378" y="1220622"/>
                  </a:lnTo>
                  <a:lnTo>
                    <a:pt x="3367660" y="1220622"/>
                  </a:lnTo>
                  <a:lnTo>
                    <a:pt x="3368942" y="1170639"/>
                  </a:lnTo>
                  <a:lnTo>
                    <a:pt x="3370224" y="1152562"/>
                  </a:lnTo>
                  <a:lnTo>
                    <a:pt x="3371506" y="1135095"/>
                  </a:lnTo>
                  <a:lnTo>
                    <a:pt x="3372788" y="1177690"/>
                  </a:lnTo>
                  <a:lnTo>
                    <a:pt x="3374069" y="1217425"/>
                  </a:lnTo>
                  <a:lnTo>
                    <a:pt x="3375351" y="1173617"/>
                  </a:lnTo>
                  <a:lnTo>
                    <a:pt x="3376633" y="1152009"/>
                  </a:lnTo>
                  <a:lnTo>
                    <a:pt x="3377915" y="1104485"/>
                  </a:lnTo>
                  <a:lnTo>
                    <a:pt x="3379197" y="1104485"/>
                  </a:lnTo>
                  <a:lnTo>
                    <a:pt x="3380479" y="1104485"/>
                  </a:lnTo>
                  <a:lnTo>
                    <a:pt x="3381761" y="1104485"/>
                  </a:lnTo>
                  <a:lnTo>
                    <a:pt x="3383042" y="1094783"/>
                  </a:lnTo>
                  <a:lnTo>
                    <a:pt x="3384324" y="1039716"/>
                  </a:lnTo>
                  <a:lnTo>
                    <a:pt x="3385606" y="1042644"/>
                  </a:lnTo>
                  <a:lnTo>
                    <a:pt x="3386888" y="1085766"/>
                  </a:lnTo>
                  <a:lnTo>
                    <a:pt x="3388170" y="1102839"/>
                  </a:lnTo>
                  <a:lnTo>
                    <a:pt x="3389452" y="1102155"/>
                  </a:lnTo>
                  <a:lnTo>
                    <a:pt x="3390733" y="1060209"/>
                  </a:lnTo>
                  <a:lnTo>
                    <a:pt x="3392015" y="1037130"/>
                  </a:lnTo>
                  <a:lnTo>
                    <a:pt x="3393297" y="1044571"/>
                  </a:lnTo>
                  <a:lnTo>
                    <a:pt x="3394579" y="1018480"/>
                  </a:lnTo>
                  <a:lnTo>
                    <a:pt x="3395861" y="998103"/>
                  </a:lnTo>
                  <a:lnTo>
                    <a:pt x="3397143" y="1035258"/>
                  </a:lnTo>
                  <a:lnTo>
                    <a:pt x="3398424" y="1006621"/>
                  </a:lnTo>
                  <a:lnTo>
                    <a:pt x="3399706" y="961340"/>
                  </a:lnTo>
                  <a:lnTo>
                    <a:pt x="3400988" y="963629"/>
                  </a:lnTo>
                  <a:lnTo>
                    <a:pt x="3402270" y="979818"/>
                  </a:lnTo>
                  <a:lnTo>
                    <a:pt x="3403552" y="963837"/>
                  </a:lnTo>
                  <a:lnTo>
                    <a:pt x="3404834" y="968708"/>
                  </a:lnTo>
                  <a:lnTo>
                    <a:pt x="3406116" y="986082"/>
                  </a:lnTo>
                  <a:lnTo>
                    <a:pt x="3407397" y="1014467"/>
                  </a:lnTo>
                  <a:lnTo>
                    <a:pt x="3408679" y="1031325"/>
                  </a:lnTo>
                  <a:lnTo>
                    <a:pt x="3409961" y="1070263"/>
                  </a:lnTo>
                  <a:lnTo>
                    <a:pt x="3411243" y="1128834"/>
                  </a:lnTo>
                  <a:lnTo>
                    <a:pt x="3412525" y="1122947"/>
                  </a:lnTo>
                  <a:lnTo>
                    <a:pt x="3413807" y="1154258"/>
                  </a:lnTo>
                  <a:lnTo>
                    <a:pt x="3415088" y="1159003"/>
                  </a:lnTo>
                  <a:lnTo>
                    <a:pt x="3416370" y="1187641"/>
                  </a:lnTo>
                  <a:lnTo>
                    <a:pt x="3417652" y="1185387"/>
                  </a:lnTo>
                  <a:lnTo>
                    <a:pt x="3418934" y="1222620"/>
                  </a:lnTo>
                  <a:lnTo>
                    <a:pt x="3420216" y="1236956"/>
                  </a:lnTo>
                  <a:lnTo>
                    <a:pt x="3421498" y="1264141"/>
                  </a:lnTo>
                  <a:lnTo>
                    <a:pt x="3422780" y="1323735"/>
                  </a:lnTo>
                  <a:lnTo>
                    <a:pt x="3424061" y="1342599"/>
                  </a:lnTo>
                  <a:lnTo>
                    <a:pt x="3425343" y="1342599"/>
                  </a:lnTo>
                  <a:lnTo>
                    <a:pt x="3426625" y="1342599"/>
                  </a:lnTo>
                  <a:lnTo>
                    <a:pt x="3427907" y="1241958"/>
                  </a:lnTo>
                  <a:lnTo>
                    <a:pt x="3429189" y="1104485"/>
                  </a:lnTo>
                  <a:lnTo>
                    <a:pt x="3430471" y="1104485"/>
                  </a:lnTo>
                  <a:lnTo>
                    <a:pt x="3431752" y="1104485"/>
                  </a:lnTo>
                  <a:lnTo>
                    <a:pt x="3433034" y="1031021"/>
                  </a:lnTo>
                  <a:lnTo>
                    <a:pt x="3434316" y="973512"/>
                  </a:lnTo>
                  <a:lnTo>
                    <a:pt x="3435598" y="916385"/>
                  </a:lnTo>
                  <a:lnTo>
                    <a:pt x="3436880" y="873057"/>
                  </a:lnTo>
                  <a:lnTo>
                    <a:pt x="3438162" y="812536"/>
                  </a:lnTo>
                  <a:lnTo>
                    <a:pt x="3439443" y="804658"/>
                  </a:lnTo>
                  <a:lnTo>
                    <a:pt x="3440725" y="804658"/>
                  </a:lnTo>
                  <a:lnTo>
                    <a:pt x="3442007" y="804658"/>
                  </a:lnTo>
                  <a:lnTo>
                    <a:pt x="3443289" y="789211"/>
                  </a:lnTo>
                  <a:lnTo>
                    <a:pt x="3444571" y="766777"/>
                  </a:lnTo>
                  <a:lnTo>
                    <a:pt x="3445853" y="732922"/>
                  </a:lnTo>
                  <a:lnTo>
                    <a:pt x="3447135" y="774160"/>
                  </a:lnTo>
                  <a:lnTo>
                    <a:pt x="3448416" y="768614"/>
                  </a:lnTo>
                  <a:lnTo>
                    <a:pt x="3449698" y="766777"/>
                  </a:lnTo>
                  <a:lnTo>
                    <a:pt x="3450980" y="766777"/>
                  </a:lnTo>
                  <a:lnTo>
                    <a:pt x="3452262" y="777887"/>
                  </a:lnTo>
                  <a:lnTo>
                    <a:pt x="3453544" y="789211"/>
                  </a:lnTo>
                  <a:lnTo>
                    <a:pt x="3454826" y="787308"/>
                  </a:lnTo>
                  <a:lnTo>
                    <a:pt x="3456107" y="804658"/>
                  </a:lnTo>
                  <a:lnTo>
                    <a:pt x="3457389" y="836827"/>
                  </a:lnTo>
                  <a:lnTo>
                    <a:pt x="3458671" y="824556"/>
                  </a:lnTo>
                  <a:lnTo>
                    <a:pt x="3459953" y="755874"/>
                  </a:lnTo>
                  <a:lnTo>
                    <a:pt x="3461235" y="717543"/>
                  </a:lnTo>
                  <a:lnTo>
                    <a:pt x="3462517" y="710835"/>
                  </a:lnTo>
                  <a:lnTo>
                    <a:pt x="3463799" y="731193"/>
                  </a:lnTo>
                  <a:lnTo>
                    <a:pt x="3465080" y="764945"/>
                  </a:lnTo>
                  <a:lnTo>
                    <a:pt x="3466362" y="766777"/>
                  </a:lnTo>
                  <a:lnTo>
                    <a:pt x="3467644" y="802704"/>
                  </a:lnTo>
                  <a:lnTo>
                    <a:pt x="3468926" y="804658"/>
                  </a:lnTo>
                  <a:lnTo>
                    <a:pt x="3470208" y="804658"/>
                  </a:lnTo>
                  <a:lnTo>
                    <a:pt x="3471490" y="840975"/>
                  </a:lnTo>
                  <a:lnTo>
                    <a:pt x="3472771" y="873057"/>
                  </a:lnTo>
                  <a:lnTo>
                    <a:pt x="3474053" y="928339"/>
                  </a:lnTo>
                  <a:lnTo>
                    <a:pt x="3475335" y="1005681"/>
                  </a:lnTo>
                  <a:lnTo>
                    <a:pt x="3476617" y="1121978"/>
                  </a:lnTo>
                  <a:lnTo>
                    <a:pt x="3477899" y="1165201"/>
                  </a:lnTo>
                  <a:lnTo>
                    <a:pt x="3479181" y="1294645"/>
                  </a:lnTo>
                  <a:lnTo>
                    <a:pt x="3480462" y="1247306"/>
                  </a:lnTo>
                  <a:lnTo>
                    <a:pt x="3481744" y="1173641"/>
                  </a:lnTo>
                  <a:lnTo>
                    <a:pt x="3483026" y="1158781"/>
                  </a:lnTo>
                  <a:lnTo>
                    <a:pt x="3484308" y="1158781"/>
                  </a:lnTo>
                  <a:lnTo>
                    <a:pt x="3485590" y="1132946"/>
                  </a:lnTo>
                  <a:lnTo>
                    <a:pt x="3486872" y="1102839"/>
                  </a:lnTo>
                  <a:lnTo>
                    <a:pt x="3488154" y="1102839"/>
                  </a:lnTo>
                  <a:lnTo>
                    <a:pt x="3489435" y="1064125"/>
                  </a:lnTo>
                  <a:lnTo>
                    <a:pt x="3490717" y="1004787"/>
                  </a:lnTo>
                  <a:lnTo>
                    <a:pt x="3491999" y="1004787"/>
                  </a:lnTo>
                  <a:lnTo>
                    <a:pt x="3493281" y="1004787"/>
                  </a:lnTo>
                  <a:lnTo>
                    <a:pt x="3494563" y="1004787"/>
                  </a:lnTo>
                  <a:lnTo>
                    <a:pt x="3495845" y="998568"/>
                  </a:lnTo>
                  <a:lnTo>
                    <a:pt x="3497126" y="981101"/>
                  </a:lnTo>
                  <a:lnTo>
                    <a:pt x="3498408" y="978296"/>
                  </a:lnTo>
                  <a:lnTo>
                    <a:pt x="3499690" y="960611"/>
                  </a:lnTo>
                  <a:lnTo>
                    <a:pt x="3500972" y="1028151"/>
                  </a:lnTo>
                  <a:lnTo>
                    <a:pt x="3502254" y="1128573"/>
                  </a:lnTo>
                  <a:lnTo>
                    <a:pt x="3503536" y="1140938"/>
                  </a:lnTo>
                  <a:lnTo>
                    <a:pt x="3504818" y="1127356"/>
                  </a:lnTo>
                  <a:lnTo>
                    <a:pt x="3506099" y="1105513"/>
                  </a:lnTo>
                  <a:lnTo>
                    <a:pt x="3507381" y="1039666"/>
                  </a:lnTo>
                  <a:lnTo>
                    <a:pt x="3508663" y="1039666"/>
                  </a:lnTo>
                  <a:lnTo>
                    <a:pt x="3509945" y="1071667"/>
                  </a:lnTo>
                  <a:lnTo>
                    <a:pt x="3511227" y="1051768"/>
                  </a:lnTo>
                  <a:lnTo>
                    <a:pt x="3512509" y="1051768"/>
                  </a:lnTo>
                  <a:lnTo>
                    <a:pt x="3513790" y="1051768"/>
                  </a:lnTo>
                  <a:lnTo>
                    <a:pt x="3515072" y="1051768"/>
                  </a:lnTo>
                  <a:lnTo>
                    <a:pt x="3516354" y="1051768"/>
                  </a:lnTo>
                  <a:lnTo>
                    <a:pt x="3517636" y="1051768"/>
                  </a:lnTo>
                  <a:lnTo>
                    <a:pt x="3518918" y="1076748"/>
                  </a:lnTo>
                  <a:lnTo>
                    <a:pt x="3520200" y="1102839"/>
                  </a:lnTo>
                  <a:lnTo>
                    <a:pt x="3521482" y="1079153"/>
                  </a:lnTo>
                  <a:lnTo>
                    <a:pt x="3522763" y="1080306"/>
                  </a:lnTo>
                  <a:lnTo>
                    <a:pt x="3524045" y="1042644"/>
                  </a:lnTo>
                  <a:lnTo>
                    <a:pt x="3525327" y="1101233"/>
                  </a:lnTo>
                  <a:lnTo>
                    <a:pt x="3526609" y="1284703"/>
                  </a:lnTo>
                  <a:lnTo>
                    <a:pt x="3527891" y="1319861"/>
                  </a:lnTo>
                  <a:lnTo>
                    <a:pt x="3529173" y="1335514"/>
                  </a:lnTo>
                  <a:lnTo>
                    <a:pt x="3530454" y="1342599"/>
                  </a:lnTo>
                  <a:lnTo>
                    <a:pt x="3531736" y="1342599"/>
                  </a:lnTo>
                  <a:lnTo>
                    <a:pt x="3533018" y="1342599"/>
                  </a:lnTo>
                  <a:lnTo>
                    <a:pt x="3534300" y="1342599"/>
                  </a:lnTo>
                  <a:lnTo>
                    <a:pt x="3535582" y="1342599"/>
                  </a:lnTo>
                  <a:lnTo>
                    <a:pt x="3536864" y="1342599"/>
                  </a:lnTo>
                  <a:lnTo>
                    <a:pt x="3538145" y="1327635"/>
                  </a:lnTo>
                  <a:lnTo>
                    <a:pt x="3539427" y="1257634"/>
                  </a:lnTo>
                  <a:lnTo>
                    <a:pt x="3540709" y="1124580"/>
                  </a:lnTo>
                  <a:lnTo>
                    <a:pt x="3541991" y="1011599"/>
                  </a:lnTo>
                  <a:lnTo>
                    <a:pt x="3543273" y="974004"/>
                  </a:lnTo>
                  <a:lnTo>
                    <a:pt x="3544555" y="1015730"/>
                  </a:lnTo>
                  <a:lnTo>
                    <a:pt x="3545837" y="895896"/>
                  </a:lnTo>
                  <a:lnTo>
                    <a:pt x="3547118" y="945679"/>
                  </a:lnTo>
                  <a:lnTo>
                    <a:pt x="3548400" y="924021"/>
                  </a:lnTo>
                  <a:lnTo>
                    <a:pt x="3549682" y="936412"/>
                  </a:lnTo>
                  <a:lnTo>
                    <a:pt x="3550964" y="885078"/>
                  </a:lnTo>
                  <a:lnTo>
                    <a:pt x="3552246" y="828610"/>
                  </a:lnTo>
                  <a:lnTo>
                    <a:pt x="3553528" y="764018"/>
                  </a:lnTo>
                  <a:lnTo>
                    <a:pt x="3554809" y="718759"/>
                  </a:lnTo>
                  <a:lnTo>
                    <a:pt x="3556091" y="717671"/>
                  </a:lnTo>
                  <a:lnTo>
                    <a:pt x="3557373" y="728643"/>
                  </a:lnTo>
                  <a:lnTo>
                    <a:pt x="3558655" y="750071"/>
                  </a:lnTo>
                  <a:lnTo>
                    <a:pt x="3559937" y="798107"/>
                  </a:lnTo>
                  <a:lnTo>
                    <a:pt x="3561219" y="909609"/>
                  </a:lnTo>
                  <a:lnTo>
                    <a:pt x="3562501" y="869910"/>
                  </a:lnTo>
                  <a:lnTo>
                    <a:pt x="3563782" y="903050"/>
                  </a:lnTo>
                  <a:lnTo>
                    <a:pt x="3565064" y="930080"/>
                  </a:lnTo>
                  <a:lnTo>
                    <a:pt x="3566346" y="927670"/>
                  </a:lnTo>
                  <a:lnTo>
                    <a:pt x="3567628" y="947236"/>
                  </a:lnTo>
                  <a:lnTo>
                    <a:pt x="3568910" y="959805"/>
                  </a:lnTo>
                  <a:lnTo>
                    <a:pt x="3570192" y="1027838"/>
                  </a:lnTo>
                  <a:lnTo>
                    <a:pt x="3571473" y="1086084"/>
                  </a:lnTo>
                  <a:lnTo>
                    <a:pt x="3572755" y="1169387"/>
                  </a:lnTo>
                  <a:lnTo>
                    <a:pt x="3574037" y="1242622"/>
                  </a:lnTo>
                  <a:lnTo>
                    <a:pt x="3575319" y="1244575"/>
                  </a:lnTo>
                  <a:lnTo>
                    <a:pt x="3576601" y="1244575"/>
                  </a:lnTo>
                  <a:lnTo>
                    <a:pt x="3577883" y="1227226"/>
                  </a:lnTo>
                  <a:lnTo>
                    <a:pt x="3579164" y="1214077"/>
                  </a:lnTo>
                  <a:lnTo>
                    <a:pt x="3580446" y="1213239"/>
                  </a:lnTo>
                  <a:lnTo>
                    <a:pt x="3581728" y="1315575"/>
                  </a:lnTo>
                  <a:lnTo>
                    <a:pt x="3583010" y="1304979"/>
                  </a:lnTo>
                  <a:lnTo>
                    <a:pt x="3584292" y="1338707"/>
                  </a:lnTo>
                  <a:lnTo>
                    <a:pt x="3585574" y="1313953"/>
                  </a:lnTo>
                  <a:lnTo>
                    <a:pt x="3586856" y="1306556"/>
                  </a:lnTo>
                  <a:lnTo>
                    <a:pt x="3588137" y="1282479"/>
                  </a:lnTo>
                  <a:lnTo>
                    <a:pt x="3589419" y="1214403"/>
                  </a:lnTo>
                  <a:lnTo>
                    <a:pt x="3590701" y="1138037"/>
                  </a:lnTo>
                  <a:lnTo>
                    <a:pt x="3591983" y="1042644"/>
                  </a:lnTo>
                  <a:lnTo>
                    <a:pt x="3593265" y="1014007"/>
                  </a:lnTo>
                  <a:lnTo>
                    <a:pt x="3594547" y="981390"/>
                  </a:lnTo>
                  <a:lnTo>
                    <a:pt x="3595828" y="977084"/>
                  </a:lnTo>
                  <a:lnTo>
                    <a:pt x="3597110" y="897109"/>
                  </a:lnTo>
                  <a:lnTo>
                    <a:pt x="3598392" y="848057"/>
                  </a:lnTo>
                  <a:lnTo>
                    <a:pt x="3599674" y="808911"/>
                  </a:lnTo>
                  <a:lnTo>
                    <a:pt x="3600956" y="807023"/>
                  </a:lnTo>
                  <a:lnTo>
                    <a:pt x="3602238" y="756896"/>
                  </a:lnTo>
                  <a:lnTo>
                    <a:pt x="3603520" y="702070"/>
                  </a:lnTo>
                  <a:lnTo>
                    <a:pt x="3604801" y="698559"/>
                  </a:lnTo>
                  <a:lnTo>
                    <a:pt x="3606083" y="713928"/>
                  </a:lnTo>
                  <a:lnTo>
                    <a:pt x="3607365" y="726030"/>
                  </a:lnTo>
                  <a:lnTo>
                    <a:pt x="3608647" y="726030"/>
                  </a:lnTo>
                  <a:lnTo>
                    <a:pt x="3609929" y="749736"/>
                  </a:lnTo>
                  <a:lnTo>
                    <a:pt x="3611211" y="739638"/>
                  </a:lnTo>
                  <a:lnTo>
                    <a:pt x="3612492" y="738388"/>
                  </a:lnTo>
                  <a:lnTo>
                    <a:pt x="3613774" y="705602"/>
                  </a:lnTo>
                  <a:lnTo>
                    <a:pt x="3615056" y="678033"/>
                  </a:lnTo>
                  <a:lnTo>
                    <a:pt x="3616338" y="732728"/>
                  </a:lnTo>
                  <a:lnTo>
                    <a:pt x="3617620" y="692011"/>
                  </a:lnTo>
                  <a:lnTo>
                    <a:pt x="3618902" y="700014"/>
                  </a:lnTo>
                  <a:lnTo>
                    <a:pt x="3620183" y="753104"/>
                  </a:lnTo>
                  <a:lnTo>
                    <a:pt x="3621465" y="782039"/>
                  </a:lnTo>
                  <a:lnTo>
                    <a:pt x="3622747" y="801621"/>
                  </a:lnTo>
                  <a:lnTo>
                    <a:pt x="3624029" y="744622"/>
                  </a:lnTo>
                  <a:lnTo>
                    <a:pt x="3625311" y="673648"/>
                  </a:lnTo>
                  <a:lnTo>
                    <a:pt x="3626593" y="647499"/>
                  </a:lnTo>
                  <a:lnTo>
                    <a:pt x="3627875" y="621242"/>
                  </a:lnTo>
                  <a:lnTo>
                    <a:pt x="3629156" y="707693"/>
                  </a:lnTo>
                  <a:lnTo>
                    <a:pt x="3630438" y="737140"/>
                  </a:lnTo>
                  <a:lnTo>
                    <a:pt x="3631720" y="813222"/>
                  </a:lnTo>
                  <a:lnTo>
                    <a:pt x="3633002" y="815780"/>
                  </a:lnTo>
                  <a:lnTo>
                    <a:pt x="3634284" y="830049"/>
                  </a:lnTo>
                  <a:lnTo>
                    <a:pt x="3635566" y="761938"/>
                  </a:lnTo>
                  <a:lnTo>
                    <a:pt x="3636847" y="727870"/>
                  </a:lnTo>
                  <a:lnTo>
                    <a:pt x="3638129" y="741261"/>
                  </a:lnTo>
                  <a:lnTo>
                    <a:pt x="3639411" y="751220"/>
                  </a:lnTo>
                  <a:lnTo>
                    <a:pt x="3640693" y="772310"/>
                  </a:lnTo>
                  <a:lnTo>
                    <a:pt x="3641975" y="802919"/>
                  </a:lnTo>
                  <a:lnTo>
                    <a:pt x="3643257" y="876467"/>
                  </a:lnTo>
                  <a:lnTo>
                    <a:pt x="3644539" y="922280"/>
                  </a:lnTo>
                  <a:lnTo>
                    <a:pt x="3645820" y="923819"/>
                  </a:lnTo>
                  <a:lnTo>
                    <a:pt x="3647102" y="982142"/>
                  </a:lnTo>
                  <a:lnTo>
                    <a:pt x="3648384" y="923923"/>
                  </a:lnTo>
                  <a:lnTo>
                    <a:pt x="3649666" y="863150"/>
                  </a:lnTo>
                  <a:lnTo>
                    <a:pt x="3650948" y="782047"/>
                  </a:lnTo>
                  <a:lnTo>
                    <a:pt x="3652230" y="837063"/>
                  </a:lnTo>
                  <a:lnTo>
                    <a:pt x="3653511" y="859541"/>
                  </a:lnTo>
                  <a:lnTo>
                    <a:pt x="3654793" y="959198"/>
                  </a:lnTo>
                  <a:lnTo>
                    <a:pt x="3656075" y="1030160"/>
                  </a:lnTo>
                  <a:lnTo>
                    <a:pt x="3657357" y="1046897"/>
                  </a:lnTo>
                  <a:lnTo>
                    <a:pt x="3658639" y="1004787"/>
                  </a:lnTo>
                  <a:lnTo>
                    <a:pt x="3659921" y="984814"/>
                  </a:lnTo>
                  <a:lnTo>
                    <a:pt x="3661203" y="928673"/>
                  </a:lnTo>
                  <a:lnTo>
                    <a:pt x="3662484" y="854277"/>
                  </a:lnTo>
                  <a:lnTo>
                    <a:pt x="3663766" y="816779"/>
                  </a:lnTo>
                  <a:lnTo>
                    <a:pt x="3665048" y="723056"/>
                  </a:lnTo>
                  <a:lnTo>
                    <a:pt x="3666330" y="583877"/>
                  </a:lnTo>
                  <a:lnTo>
                    <a:pt x="3667612" y="561477"/>
                  </a:lnTo>
                  <a:lnTo>
                    <a:pt x="3668894" y="517887"/>
                  </a:lnTo>
                  <a:lnTo>
                    <a:pt x="3670175" y="462928"/>
                  </a:lnTo>
                  <a:lnTo>
                    <a:pt x="3671457" y="448888"/>
                  </a:lnTo>
                  <a:lnTo>
                    <a:pt x="3672739" y="397817"/>
                  </a:lnTo>
                  <a:lnTo>
                    <a:pt x="3674021" y="381418"/>
                  </a:lnTo>
                  <a:lnTo>
                    <a:pt x="3675303" y="366392"/>
                  </a:lnTo>
                  <a:lnTo>
                    <a:pt x="3676585" y="302329"/>
                  </a:lnTo>
                  <a:lnTo>
                    <a:pt x="3677866" y="256757"/>
                  </a:lnTo>
                  <a:lnTo>
                    <a:pt x="3679148" y="223123"/>
                  </a:lnTo>
                  <a:lnTo>
                    <a:pt x="3680430" y="208771"/>
                  </a:lnTo>
                  <a:lnTo>
                    <a:pt x="3681712" y="183112"/>
                  </a:lnTo>
                  <a:lnTo>
                    <a:pt x="3682994" y="155931"/>
                  </a:lnTo>
                  <a:lnTo>
                    <a:pt x="3684276" y="276922"/>
                  </a:lnTo>
                  <a:lnTo>
                    <a:pt x="3685558" y="276242"/>
                  </a:lnTo>
                  <a:lnTo>
                    <a:pt x="3686839" y="277274"/>
                  </a:lnTo>
                  <a:lnTo>
                    <a:pt x="3688121" y="249197"/>
                  </a:lnTo>
                  <a:lnTo>
                    <a:pt x="3689403" y="264985"/>
                  </a:lnTo>
                  <a:lnTo>
                    <a:pt x="3690685" y="271421"/>
                  </a:lnTo>
                  <a:lnTo>
                    <a:pt x="3691967" y="308827"/>
                  </a:lnTo>
                  <a:lnTo>
                    <a:pt x="3693249" y="316463"/>
                  </a:lnTo>
                  <a:lnTo>
                    <a:pt x="3694530" y="339987"/>
                  </a:lnTo>
                  <a:lnTo>
                    <a:pt x="3695812" y="397240"/>
                  </a:lnTo>
                  <a:lnTo>
                    <a:pt x="3697094" y="460687"/>
                  </a:lnTo>
                  <a:lnTo>
                    <a:pt x="3698376" y="511027"/>
                  </a:lnTo>
                  <a:lnTo>
                    <a:pt x="3699658" y="543032"/>
                  </a:lnTo>
                  <a:lnTo>
                    <a:pt x="3700940" y="582354"/>
                  </a:lnTo>
                  <a:lnTo>
                    <a:pt x="3702222" y="595694"/>
                  </a:lnTo>
                  <a:lnTo>
                    <a:pt x="3703503" y="578793"/>
                  </a:lnTo>
                  <a:lnTo>
                    <a:pt x="3704785" y="605018"/>
                  </a:lnTo>
                  <a:lnTo>
                    <a:pt x="3706067" y="569286"/>
                  </a:lnTo>
                  <a:lnTo>
                    <a:pt x="3707349" y="664367"/>
                  </a:lnTo>
                  <a:lnTo>
                    <a:pt x="3708631" y="765675"/>
                  </a:lnTo>
                  <a:lnTo>
                    <a:pt x="3709913" y="738617"/>
                  </a:lnTo>
                  <a:lnTo>
                    <a:pt x="3711194" y="746100"/>
                  </a:lnTo>
                  <a:lnTo>
                    <a:pt x="3712476" y="747555"/>
                  </a:lnTo>
                  <a:lnTo>
                    <a:pt x="3713758" y="753013"/>
                  </a:lnTo>
                  <a:lnTo>
                    <a:pt x="3715040" y="705602"/>
                  </a:lnTo>
                  <a:lnTo>
                    <a:pt x="3716322" y="679049"/>
                  </a:lnTo>
                  <a:lnTo>
                    <a:pt x="3717604" y="656898"/>
                  </a:lnTo>
                  <a:lnTo>
                    <a:pt x="3718885" y="671201"/>
                  </a:lnTo>
                  <a:lnTo>
                    <a:pt x="3720167" y="683582"/>
                  </a:lnTo>
                  <a:lnTo>
                    <a:pt x="3721449" y="737140"/>
                  </a:lnTo>
                  <a:lnTo>
                    <a:pt x="3722731" y="745929"/>
                  </a:lnTo>
                  <a:lnTo>
                    <a:pt x="3724013" y="752288"/>
                  </a:lnTo>
                  <a:lnTo>
                    <a:pt x="3725295" y="756137"/>
                  </a:lnTo>
                  <a:lnTo>
                    <a:pt x="3726577" y="766525"/>
                  </a:lnTo>
                  <a:lnTo>
                    <a:pt x="3727858" y="774025"/>
                  </a:lnTo>
                  <a:lnTo>
                    <a:pt x="3729140" y="818448"/>
                  </a:lnTo>
                  <a:lnTo>
                    <a:pt x="3730422" y="794536"/>
                  </a:lnTo>
                  <a:lnTo>
                    <a:pt x="3731704" y="818694"/>
                  </a:lnTo>
                  <a:lnTo>
                    <a:pt x="3732986" y="850128"/>
                  </a:lnTo>
                  <a:lnTo>
                    <a:pt x="3734268" y="818515"/>
                  </a:lnTo>
                  <a:lnTo>
                    <a:pt x="3735549" y="836827"/>
                  </a:lnTo>
                  <a:lnTo>
                    <a:pt x="3736831" y="785412"/>
                  </a:lnTo>
                  <a:lnTo>
                    <a:pt x="3738113" y="778611"/>
                  </a:lnTo>
                  <a:lnTo>
                    <a:pt x="3739395" y="783610"/>
                  </a:lnTo>
                  <a:lnTo>
                    <a:pt x="3740677" y="778792"/>
                  </a:lnTo>
                  <a:lnTo>
                    <a:pt x="3741959" y="759908"/>
                  </a:lnTo>
                  <a:lnTo>
                    <a:pt x="3743241" y="771212"/>
                  </a:lnTo>
                  <a:lnTo>
                    <a:pt x="3744522" y="785145"/>
                  </a:lnTo>
                  <a:lnTo>
                    <a:pt x="3745804" y="751941"/>
                  </a:lnTo>
                  <a:lnTo>
                    <a:pt x="3747086" y="721908"/>
                  </a:lnTo>
                  <a:lnTo>
                    <a:pt x="3748368" y="649840"/>
                  </a:lnTo>
                  <a:lnTo>
                    <a:pt x="3749650" y="599077"/>
                  </a:lnTo>
                  <a:lnTo>
                    <a:pt x="3750932" y="576883"/>
                  </a:lnTo>
                  <a:lnTo>
                    <a:pt x="3752213" y="573626"/>
                  </a:lnTo>
                  <a:lnTo>
                    <a:pt x="3753495" y="620368"/>
                  </a:lnTo>
                  <a:lnTo>
                    <a:pt x="3754777" y="614605"/>
                  </a:lnTo>
                  <a:lnTo>
                    <a:pt x="3756059" y="646000"/>
                  </a:lnTo>
                  <a:lnTo>
                    <a:pt x="3757341" y="612571"/>
                  </a:lnTo>
                  <a:lnTo>
                    <a:pt x="3758623" y="610543"/>
                  </a:lnTo>
                  <a:lnTo>
                    <a:pt x="3759904" y="601505"/>
                  </a:lnTo>
                  <a:lnTo>
                    <a:pt x="3761186" y="626962"/>
                  </a:lnTo>
                  <a:lnTo>
                    <a:pt x="3762468" y="613037"/>
                  </a:lnTo>
                  <a:lnTo>
                    <a:pt x="3763750" y="548194"/>
                  </a:lnTo>
                  <a:lnTo>
                    <a:pt x="3765032" y="575796"/>
                  </a:lnTo>
                  <a:lnTo>
                    <a:pt x="3766314" y="599077"/>
                  </a:lnTo>
                  <a:lnTo>
                    <a:pt x="3767596" y="664826"/>
                  </a:lnTo>
                  <a:lnTo>
                    <a:pt x="3768877" y="721908"/>
                  </a:lnTo>
                  <a:lnTo>
                    <a:pt x="3770159" y="750475"/>
                  </a:lnTo>
                  <a:lnTo>
                    <a:pt x="3771441" y="785145"/>
                  </a:lnTo>
                  <a:lnTo>
                    <a:pt x="3772723" y="783610"/>
                  </a:lnTo>
                  <a:lnTo>
                    <a:pt x="3774005" y="823644"/>
                  </a:lnTo>
                  <a:lnTo>
                    <a:pt x="3775287" y="845415"/>
                  </a:lnTo>
                  <a:lnTo>
                    <a:pt x="3776568" y="933190"/>
                  </a:lnTo>
                  <a:lnTo>
                    <a:pt x="3777850" y="1028151"/>
                  </a:lnTo>
                  <a:lnTo>
                    <a:pt x="3779132" y="1104485"/>
                  </a:lnTo>
                  <a:lnTo>
                    <a:pt x="3780414" y="1114350"/>
                  </a:lnTo>
                  <a:lnTo>
                    <a:pt x="3781696" y="1131169"/>
                  </a:lnTo>
                  <a:lnTo>
                    <a:pt x="3782978" y="1104485"/>
                  </a:lnTo>
                  <a:lnTo>
                    <a:pt x="3784260" y="1088403"/>
                  </a:lnTo>
                  <a:lnTo>
                    <a:pt x="3785541" y="1033905"/>
                  </a:lnTo>
                  <a:lnTo>
                    <a:pt x="3786823" y="925929"/>
                  </a:lnTo>
                  <a:lnTo>
                    <a:pt x="3788105" y="888650"/>
                  </a:lnTo>
                  <a:lnTo>
                    <a:pt x="3789387" y="888650"/>
                  </a:lnTo>
                  <a:lnTo>
                    <a:pt x="3790669" y="860013"/>
                  </a:lnTo>
                  <a:lnTo>
                    <a:pt x="3791951" y="868676"/>
                  </a:lnTo>
                  <a:lnTo>
                    <a:pt x="3793232" y="866499"/>
                  </a:lnTo>
                  <a:lnTo>
                    <a:pt x="3794514" y="810557"/>
                  </a:lnTo>
                  <a:lnTo>
                    <a:pt x="3795796" y="757677"/>
                  </a:lnTo>
                  <a:lnTo>
                    <a:pt x="3797078" y="686341"/>
                  </a:lnTo>
                  <a:lnTo>
                    <a:pt x="3798360" y="632876"/>
                  </a:lnTo>
                  <a:lnTo>
                    <a:pt x="3799642" y="607166"/>
                  </a:lnTo>
                  <a:lnTo>
                    <a:pt x="3800924" y="628512"/>
                  </a:lnTo>
                  <a:lnTo>
                    <a:pt x="3802205" y="635804"/>
                  </a:lnTo>
                  <a:lnTo>
                    <a:pt x="3803487" y="643187"/>
                  </a:lnTo>
                  <a:lnTo>
                    <a:pt x="3804769" y="670562"/>
                  </a:lnTo>
                  <a:lnTo>
                    <a:pt x="3806051" y="712505"/>
                  </a:lnTo>
                  <a:lnTo>
                    <a:pt x="3807333" y="731193"/>
                  </a:lnTo>
                  <a:lnTo>
                    <a:pt x="3808615" y="731193"/>
                  </a:lnTo>
                  <a:lnTo>
                    <a:pt x="3809896" y="724329"/>
                  </a:lnTo>
                  <a:lnTo>
                    <a:pt x="3811178" y="650664"/>
                  </a:lnTo>
                  <a:lnTo>
                    <a:pt x="3812460" y="627065"/>
                  </a:lnTo>
                  <a:lnTo>
                    <a:pt x="3813742" y="640222"/>
                  </a:lnTo>
                  <a:lnTo>
                    <a:pt x="3815024" y="635804"/>
                  </a:lnTo>
                  <a:lnTo>
                    <a:pt x="3816306" y="676823"/>
                  </a:lnTo>
                  <a:lnTo>
                    <a:pt x="3817587" y="715859"/>
                  </a:lnTo>
                  <a:lnTo>
                    <a:pt x="3818869" y="714179"/>
                  </a:lnTo>
                  <a:lnTo>
                    <a:pt x="3820151" y="673684"/>
                  </a:lnTo>
                  <a:lnTo>
                    <a:pt x="3821433" y="649161"/>
                  </a:lnTo>
                  <a:lnTo>
                    <a:pt x="3822715" y="635804"/>
                  </a:lnTo>
                  <a:lnTo>
                    <a:pt x="3823997" y="635804"/>
                  </a:lnTo>
                  <a:lnTo>
                    <a:pt x="3825279" y="637273"/>
                  </a:lnTo>
                  <a:lnTo>
                    <a:pt x="3826560" y="635804"/>
                  </a:lnTo>
                  <a:lnTo>
                    <a:pt x="3827842" y="635804"/>
                  </a:lnTo>
                  <a:lnTo>
                    <a:pt x="3829124" y="650664"/>
                  </a:lnTo>
                  <a:lnTo>
                    <a:pt x="3830406" y="712505"/>
                  </a:lnTo>
                  <a:lnTo>
                    <a:pt x="3831688" y="692774"/>
                  </a:lnTo>
                  <a:lnTo>
                    <a:pt x="3832970" y="707509"/>
                  </a:lnTo>
                  <a:lnTo>
                    <a:pt x="3834251" y="739889"/>
                  </a:lnTo>
                  <a:lnTo>
                    <a:pt x="3835533" y="763120"/>
                  </a:lnTo>
                  <a:lnTo>
                    <a:pt x="3836815" y="694393"/>
                  </a:lnTo>
                  <a:lnTo>
                    <a:pt x="3838097" y="678399"/>
                  </a:lnTo>
                  <a:lnTo>
                    <a:pt x="3839379" y="655196"/>
                  </a:lnTo>
                  <a:lnTo>
                    <a:pt x="3840661" y="683151"/>
                  </a:lnTo>
                  <a:lnTo>
                    <a:pt x="3841943" y="643187"/>
                  </a:lnTo>
                  <a:lnTo>
                    <a:pt x="3843224" y="581197"/>
                  </a:lnTo>
                  <a:lnTo>
                    <a:pt x="3844506" y="598841"/>
                  </a:lnTo>
                  <a:lnTo>
                    <a:pt x="3845788" y="561477"/>
                  </a:lnTo>
                  <a:lnTo>
                    <a:pt x="3847070" y="534937"/>
                  </a:lnTo>
                  <a:lnTo>
                    <a:pt x="3848352" y="513106"/>
                  </a:lnTo>
                  <a:lnTo>
                    <a:pt x="3849634" y="507183"/>
                  </a:lnTo>
                  <a:lnTo>
                    <a:pt x="3850915" y="527569"/>
                  </a:lnTo>
                  <a:lnTo>
                    <a:pt x="3852197" y="538655"/>
                  </a:lnTo>
                  <a:lnTo>
                    <a:pt x="3853479" y="553771"/>
                  </a:lnTo>
                  <a:lnTo>
                    <a:pt x="3854761" y="556328"/>
                  </a:lnTo>
                  <a:lnTo>
                    <a:pt x="3856043" y="625621"/>
                  </a:lnTo>
                  <a:lnTo>
                    <a:pt x="3857325" y="658237"/>
                  </a:lnTo>
                  <a:lnTo>
                    <a:pt x="3858606" y="684744"/>
                  </a:lnTo>
                  <a:lnTo>
                    <a:pt x="3859888" y="667457"/>
                  </a:lnTo>
                  <a:lnTo>
                    <a:pt x="3861170" y="672121"/>
                  </a:lnTo>
                  <a:lnTo>
                    <a:pt x="3862452" y="629963"/>
                  </a:lnTo>
                  <a:lnTo>
                    <a:pt x="3863734" y="565368"/>
                  </a:lnTo>
                  <a:lnTo>
                    <a:pt x="3865016" y="598841"/>
                  </a:lnTo>
                  <a:lnTo>
                    <a:pt x="3866298" y="628512"/>
                  </a:lnTo>
                  <a:lnTo>
                    <a:pt x="3867579" y="664367"/>
                  </a:lnTo>
                  <a:lnTo>
                    <a:pt x="3868861" y="634338"/>
                  </a:lnTo>
                  <a:lnTo>
                    <a:pt x="3870143" y="635804"/>
                  </a:lnTo>
                  <a:lnTo>
                    <a:pt x="3871425" y="635804"/>
                  </a:lnTo>
                  <a:lnTo>
                    <a:pt x="3872707" y="635804"/>
                  </a:lnTo>
                  <a:lnTo>
                    <a:pt x="3873989" y="590632"/>
                  </a:lnTo>
                  <a:lnTo>
                    <a:pt x="3875270" y="579862"/>
                  </a:lnTo>
                  <a:lnTo>
                    <a:pt x="3876552" y="589274"/>
                  </a:lnTo>
                  <a:lnTo>
                    <a:pt x="3877834" y="607166"/>
                  </a:lnTo>
                  <a:lnTo>
                    <a:pt x="3879116" y="605771"/>
                  </a:lnTo>
                  <a:lnTo>
                    <a:pt x="3880398" y="612783"/>
                  </a:lnTo>
                  <a:lnTo>
                    <a:pt x="3881680" y="683151"/>
                  </a:lnTo>
                  <a:lnTo>
                    <a:pt x="3882962" y="750497"/>
                  </a:lnTo>
                  <a:lnTo>
                    <a:pt x="3884243" y="842840"/>
                  </a:lnTo>
                  <a:lnTo>
                    <a:pt x="3885525" y="844813"/>
                  </a:lnTo>
                  <a:lnTo>
                    <a:pt x="3886807" y="849542"/>
                  </a:lnTo>
                  <a:lnTo>
                    <a:pt x="3888089" y="894884"/>
                  </a:lnTo>
                  <a:lnTo>
                    <a:pt x="3889371" y="928433"/>
                  </a:lnTo>
                  <a:lnTo>
                    <a:pt x="3890653" y="901442"/>
                  </a:lnTo>
                  <a:lnTo>
                    <a:pt x="3891934" y="870924"/>
                  </a:lnTo>
                  <a:lnTo>
                    <a:pt x="3893216" y="825752"/>
                  </a:lnTo>
                  <a:lnTo>
                    <a:pt x="3894498" y="777101"/>
                  </a:lnTo>
                  <a:lnTo>
                    <a:pt x="3895780" y="777101"/>
                  </a:lnTo>
                  <a:lnTo>
                    <a:pt x="3897062" y="790595"/>
                  </a:lnTo>
                  <a:lnTo>
                    <a:pt x="3898344" y="763911"/>
                  </a:lnTo>
                  <a:lnTo>
                    <a:pt x="3899626" y="786514"/>
                  </a:lnTo>
                  <a:lnTo>
                    <a:pt x="3900907" y="807208"/>
                  </a:lnTo>
                  <a:lnTo>
                    <a:pt x="3902189" y="804406"/>
                  </a:lnTo>
                  <a:lnTo>
                    <a:pt x="3903471" y="758764"/>
                  </a:lnTo>
                  <a:lnTo>
                    <a:pt x="3904753" y="717084"/>
                  </a:lnTo>
                  <a:lnTo>
                    <a:pt x="3906035" y="684770"/>
                  </a:lnTo>
                  <a:lnTo>
                    <a:pt x="3907317" y="607166"/>
                  </a:lnTo>
                  <a:lnTo>
                    <a:pt x="3908598" y="596092"/>
                  </a:lnTo>
                  <a:lnTo>
                    <a:pt x="3909880" y="557611"/>
                  </a:lnTo>
                  <a:lnTo>
                    <a:pt x="3911162" y="564068"/>
                  </a:lnTo>
                  <a:lnTo>
                    <a:pt x="3912444" y="600220"/>
                  </a:lnTo>
                  <a:lnTo>
                    <a:pt x="3913726" y="614196"/>
                  </a:lnTo>
                  <a:lnTo>
                    <a:pt x="3915008" y="600220"/>
                  </a:lnTo>
                  <a:lnTo>
                    <a:pt x="3916289" y="581197"/>
                  </a:lnTo>
                  <a:lnTo>
                    <a:pt x="3917571" y="641703"/>
                  </a:lnTo>
                  <a:lnTo>
                    <a:pt x="3918853" y="615612"/>
                  </a:lnTo>
                  <a:lnTo>
                    <a:pt x="3920135" y="521499"/>
                  </a:lnTo>
                  <a:lnTo>
                    <a:pt x="3921417" y="504830"/>
                  </a:lnTo>
                  <a:lnTo>
                    <a:pt x="3922699" y="552496"/>
                  </a:lnTo>
                  <a:lnTo>
                    <a:pt x="3923981" y="579862"/>
                  </a:lnTo>
                  <a:lnTo>
                    <a:pt x="3925262" y="551224"/>
                  </a:lnTo>
                  <a:lnTo>
                    <a:pt x="3926544" y="600833"/>
                  </a:lnTo>
                  <a:lnTo>
                    <a:pt x="3927826" y="588986"/>
                  </a:lnTo>
                  <a:lnTo>
                    <a:pt x="3929108" y="605797"/>
                  </a:lnTo>
                  <a:lnTo>
                    <a:pt x="3930390" y="588249"/>
                  </a:lnTo>
                  <a:lnTo>
                    <a:pt x="3931672" y="594079"/>
                  </a:lnTo>
                  <a:lnTo>
                    <a:pt x="3932953" y="587283"/>
                  </a:lnTo>
                  <a:lnTo>
                    <a:pt x="3934235" y="535568"/>
                  </a:lnTo>
                  <a:lnTo>
                    <a:pt x="3935517" y="518150"/>
                  </a:lnTo>
                  <a:lnTo>
                    <a:pt x="3936799" y="481558"/>
                  </a:lnTo>
                  <a:lnTo>
                    <a:pt x="3938081" y="466436"/>
                  </a:lnTo>
                  <a:lnTo>
                    <a:pt x="3939363" y="464084"/>
                  </a:lnTo>
                  <a:lnTo>
                    <a:pt x="3940645" y="411710"/>
                  </a:lnTo>
                  <a:lnTo>
                    <a:pt x="3941926" y="387177"/>
                  </a:lnTo>
                  <a:lnTo>
                    <a:pt x="3943208" y="366935"/>
                  </a:lnTo>
                  <a:lnTo>
                    <a:pt x="3944490" y="380352"/>
                  </a:lnTo>
                  <a:lnTo>
                    <a:pt x="3945772" y="394553"/>
                  </a:lnTo>
                  <a:lnTo>
                    <a:pt x="3947054" y="342173"/>
                  </a:lnTo>
                  <a:lnTo>
                    <a:pt x="3948336" y="403992"/>
                  </a:lnTo>
                  <a:lnTo>
                    <a:pt x="3949617" y="336563"/>
                  </a:lnTo>
                  <a:lnTo>
                    <a:pt x="3950899" y="362694"/>
                  </a:lnTo>
                  <a:lnTo>
                    <a:pt x="3952181" y="383324"/>
                  </a:lnTo>
                  <a:lnTo>
                    <a:pt x="3953463" y="447822"/>
                  </a:lnTo>
                  <a:lnTo>
                    <a:pt x="3954745" y="486342"/>
                  </a:lnTo>
                  <a:lnTo>
                    <a:pt x="3956027" y="526350"/>
                  </a:lnTo>
                  <a:lnTo>
                    <a:pt x="3957308" y="581197"/>
                  </a:lnTo>
                  <a:lnTo>
                    <a:pt x="3958590" y="665910"/>
                  </a:lnTo>
                  <a:lnTo>
                    <a:pt x="3959872" y="887492"/>
                  </a:lnTo>
                  <a:lnTo>
                    <a:pt x="3961154" y="942626"/>
                  </a:lnTo>
                  <a:lnTo>
                    <a:pt x="3962436" y="854277"/>
                  </a:lnTo>
                  <a:lnTo>
                    <a:pt x="3963718" y="811282"/>
                  </a:lnTo>
                  <a:lnTo>
                    <a:pt x="3965000" y="701190"/>
                  </a:lnTo>
                  <a:lnTo>
                    <a:pt x="3966281" y="666763"/>
                  </a:lnTo>
                  <a:lnTo>
                    <a:pt x="3967563" y="609917"/>
                  </a:lnTo>
                  <a:lnTo>
                    <a:pt x="3968845" y="550791"/>
                  </a:lnTo>
                  <a:lnTo>
                    <a:pt x="3970127" y="492134"/>
                  </a:lnTo>
                  <a:lnTo>
                    <a:pt x="3971409" y="501085"/>
                  </a:lnTo>
                  <a:lnTo>
                    <a:pt x="3972691" y="428484"/>
                  </a:lnTo>
                  <a:lnTo>
                    <a:pt x="3973972" y="395009"/>
                  </a:lnTo>
                  <a:lnTo>
                    <a:pt x="3975254" y="356268"/>
                  </a:lnTo>
                  <a:lnTo>
                    <a:pt x="3976536" y="304173"/>
                  </a:lnTo>
                  <a:lnTo>
                    <a:pt x="3977818" y="295131"/>
                  </a:lnTo>
                  <a:lnTo>
                    <a:pt x="3979100" y="289485"/>
                  </a:lnTo>
                  <a:lnTo>
                    <a:pt x="3980382" y="231338"/>
                  </a:lnTo>
                  <a:lnTo>
                    <a:pt x="3981664" y="261583"/>
                  </a:lnTo>
                  <a:lnTo>
                    <a:pt x="3982945" y="309907"/>
                  </a:lnTo>
                  <a:lnTo>
                    <a:pt x="3984227" y="266908"/>
                  </a:lnTo>
                  <a:lnTo>
                    <a:pt x="3985509" y="283186"/>
                  </a:lnTo>
                  <a:lnTo>
                    <a:pt x="3986791" y="309517"/>
                  </a:lnTo>
                  <a:lnTo>
                    <a:pt x="3988073" y="335639"/>
                  </a:lnTo>
                  <a:lnTo>
                    <a:pt x="3989355" y="386907"/>
                  </a:lnTo>
                  <a:lnTo>
                    <a:pt x="3990636" y="420321"/>
                  </a:lnTo>
                  <a:lnTo>
                    <a:pt x="3991918" y="444635"/>
                  </a:lnTo>
                  <a:lnTo>
                    <a:pt x="3993200" y="502487"/>
                  </a:lnTo>
                  <a:lnTo>
                    <a:pt x="3994482" y="604378"/>
                  </a:lnTo>
                  <a:lnTo>
                    <a:pt x="3995764" y="757677"/>
                  </a:lnTo>
                  <a:lnTo>
                    <a:pt x="3997046" y="840975"/>
                  </a:lnTo>
                  <a:lnTo>
                    <a:pt x="3998327" y="888650"/>
                  </a:lnTo>
                  <a:lnTo>
                    <a:pt x="3999609" y="893182"/>
                  </a:lnTo>
                  <a:lnTo>
                    <a:pt x="4000891" y="933190"/>
                  </a:lnTo>
                  <a:lnTo>
                    <a:pt x="4002173" y="866499"/>
                  </a:lnTo>
                  <a:lnTo>
                    <a:pt x="4003455" y="923528"/>
                  </a:lnTo>
                  <a:lnTo>
                    <a:pt x="4004737" y="986702"/>
                  </a:lnTo>
                  <a:lnTo>
                    <a:pt x="4006019" y="992062"/>
                  </a:lnTo>
                  <a:lnTo>
                    <a:pt x="4007300" y="955529"/>
                  </a:lnTo>
                  <a:lnTo>
                    <a:pt x="4008582" y="840975"/>
                  </a:lnTo>
                  <a:lnTo>
                    <a:pt x="4009864" y="750497"/>
                  </a:lnTo>
                  <a:lnTo>
                    <a:pt x="4011146" y="775608"/>
                  </a:lnTo>
                  <a:lnTo>
                    <a:pt x="4012428" y="681506"/>
                  </a:lnTo>
                  <a:lnTo>
                    <a:pt x="4013710" y="641831"/>
                  </a:lnTo>
                  <a:lnTo>
                    <a:pt x="4014991" y="617215"/>
                  </a:lnTo>
                  <a:lnTo>
                    <a:pt x="4016273" y="611556"/>
                  </a:lnTo>
                  <a:lnTo>
                    <a:pt x="4017555" y="564559"/>
                  </a:lnTo>
                  <a:lnTo>
                    <a:pt x="4018837" y="543578"/>
                  </a:lnTo>
                  <a:lnTo>
                    <a:pt x="4020119" y="469587"/>
                  </a:lnTo>
                  <a:lnTo>
                    <a:pt x="4021401" y="432102"/>
                  </a:lnTo>
                  <a:lnTo>
                    <a:pt x="4022683" y="368929"/>
                  </a:lnTo>
                  <a:lnTo>
                    <a:pt x="4023964" y="344170"/>
                  </a:lnTo>
                  <a:lnTo>
                    <a:pt x="4025246" y="327192"/>
                  </a:lnTo>
                  <a:lnTo>
                    <a:pt x="4026528" y="351326"/>
                  </a:lnTo>
                  <a:lnTo>
                    <a:pt x="4027810" y="350440"/>
                  </a:lnTo>
                  <a:lnTo>
                    <a:pt x="4029092" y="355625"/>
                  </a:lnTo>
                  <a:lnTo>
                    <a:pt x="4030374" y="345860"/>
                  </a:lnTo>
                  <a:lnTo>
                    <a:pt x="4031655" y="332730"/>
                  </a:lnTo>
                  <a:lnTo>
                    <a:pt x="4032937" y="337817"/>
                  </a:lnTo>
                  <a:lnTo>
                    <a:pt x="4034219" y="296716"/>
                  </a:lnTo>
                  <a:lnTo>
                    <a:pt x="4035501" y="331106"/>
                  </a:lnTo>
                  <a:lnTo>
                    <a:pt x="4036783" y="346309"/>
                  </a:lnTo>
                  <a:lnTo>
                    <a:pt x="4038065" y="369990"/>
                  </a:lnTo>
                  <a:lnTo>
                    <a:pt x="4039347" y="442752"/>
                  </a:lnTo>
                  <a:lnTo>
                    <a:pt x="4040628" y="483034"/>
                  </a:lnTo>
                  <a:lnTo>
                    <a:pt x="4041910" y="539082"/>
                  </a:lnTo>
                  <a:lnTo>
                    <a:pt x="4043192" y="550364"/>
                  </a:lnTo>
                  <a:lnTo>
                    <a:pt x="4044474" y="571111"/>
                  </a:lnTo>
                  <a:lnTo>
                    <a:pt x="4045756" y="597795"/>
                  </a:lnTo>
                  <a:lnTo>
                    <a:pt x="4047038" y="582399"/>
                  </a:lnTo>
                  <a:lnTo>
                    <a:pt x="4048319" y="563092"/>
                  </a:lnTo>
                  <a:lnTo>
                    <a:pt x="4049601" y="516583"/>
                  </a:lnTo>
                  <a:lnTo>
                    <a:pt x="4050883" y="502048"/>
                  </a:lnTo>
                  <a:lnTo>
                    <a:pt x="4052165" y="539082"/>
                  </a:lnTo>
                  <a:lnTo>
                    <a:pt x="4053447" y="590688"/>
                  </a:lnTo>
                  <a:lnTo>
                    <a:pt x="4054729" y="588310"/>
                  </a:lnTo>
                  <a:lnTo>
                    <a:pt x="4056010" y="613925"/>
                  </a:lnTo>
                  <a:lnTo>
                    <a:pt x="4057292" y="598831"/>
                  </a:lnTo>
                  <a:lnTo>
                    <a:pt x="4058574" y="565116"/>
                  </a:lnTo>
                  <a:lnTo>
                    <a:pt x="4059856" y="515440"/>
                  </a:lnTo>
                  <a:lnTo>
                    <a:pt x="4061138" y="473206"/>
                  </a:lnTo>
                  <a:lnTo>
                    <a:pt x="4062420" y="473206"/>
                  </a:lnTo>
                  <a:lnTo>
                    <a:pt x="4063702" y="477511"/>
                  </a:lnTo>
                  <a:lnTo>
                    <a:pt x="4064983" y="519404"/>
                  </a:lnTo>
                  <a:lnTo>
                    <a:pt x="4066265" y="506066"/>
                  </a:lnTo>
                  <a:lnTo>
                    <a:pt x="4067547" y="554450"/>
                  </a:lnTo>
                  <a:lnTo>
                    <a:pt x="4068829" y="660428"/>
                  </a:lnTo>
                  <a:lnTo>
                    <a:pt x="4070111" y="649161"/>
                  </a:lnTo>
                  <a:lnTo>
                    <a:pt x="4071393" y="615612"/>
                  </a:lnTo>
                  <a:lnTo>
                    <a:pt x="4072674" y="594722"/>
                  </a:lnTo>
                  <a:lnTo>
                    <a:pt x="4073956" y="652120"/>
                  </a:lnTo>
                  <a:lnTo>
                    <a:pt x="4075238" y="621242"/>
                  </a:lnTo>
                  <a:lnTo>
                    <a:pt x="4076520" y="638708"/>
                  </a:lnTo>
                  <a:lnTo>
                    <a:pt x="4077802" y="647379"/>
                  </a:lnTo>
                  <a:lnTo>
                    <a:pt x="4079084" y="728920"/>
                  </a:lnTo>
                  <a:lnTo>
                    <a:pt x="4080366" y="783594"/>
                  </a:lnTo>
                  <a:lnTo>
                    <a:pt x="4081647" y="815571"/>
                  </a:lnTo>
                  <a:lnTo>
                    <a:pt x="4082929" y="807353"/>
                  </a:lnTo>
                  <a:lnTo>
                    <a:pt x="4084211" y="872603"/>
                  </a:lnTo>
                  <a:lnTo>
                    <a:pt x="4085493" y="909926"/>
                  </a:lnTo>
                  <a:lnTo>
                    <a:pt x="4086775" y="1023144"/>
                  </a:lnTo>
                  <a:lnTo>
                    <a:pt x="4088057" y="1055791"/>
                  </a:lnTo>
                  <a:lnTo>
                    <a:pt x="4089338" y="975085"/>
                  </a:lnTo>
                  <a:lnTo>
                    <a:pt x="4090620" y="941270"/>
                  </a:lnTo>
                  <a:lnTo>
                    <a:pt x="4091902" y="907152"/>
                  </a:lnTo>
                  <a:lnTo>
                    <a:pt x="4093184" y="867817"/>
                  </a:lnTo>
                  <a:lnTo>
                    <a:pt x="4094466" y="824984"/>
                  </a:lnTo>
                  <a:lnTo>
                    <a:pt x="4095748" y="823176"/>
                  </a:lnTo>
                  <a:lnTo>
                    <a:pt x="4097029" y="794322"/>
                  </a:lnTo>
                  <a:lnTo>
                    <a:pt x="4098311" y="773054"/>
                  </a:lnTo>
                  <a:lnTo>
                    <a:pt x="4099593" y="758611"/>
                  </a:lnTo>
                  <a:lnTo>
                    <a:pt x="4100875" y="750069"/>
                  </a:lnTo>
                  <a:lnTo>
                    <a:pt x="4102157" y="751633"/>
                  </a:lnTo>
                  <a:lnTo>
                    <a:pt x="4103439" y="742530"/>
                  </a:lnTo>
                  <a:lnTo>
                    <a:pt x="4104721" y="789290"/>
                  </a:lnTo>
                  <a:lnTo>
                    <a:pt x="4106002" y="756032"/>
                  </a:lnTo>
                  <a:lnTo>
                    <a:pt x="4107284" y="756110"/>
                  </a:lnTo>
                  <a:lnTo>
                    <a:pt x="4108566" y="749506"/>
                  </a:lnTo>
                  <a:lnTo>
                    <a:pt x="4109848" y="736996"/>
                  </a:lnTo>
                  <a:lnTo>
                    <a:pt x="4111130" y="725091"/>
                  </a:lnTo>
                  <a:lnTo>
                    <a:pt x="4112412" y="702767"/>
                  </a:lnTo>
                  <a:lnTo>
                    <a:pt x="4113693" y="686456"/>
                  </a:lnTo>
                  <a:lnTo>
                    <a:pt x="4114975" y="657950"/>
                  </a:lnTo>
                  <a:lnTo>
                    <a:pt x="4116257" y="642406"/>
                  </a:lnTo>
                  <a:lnTo>
                    <a:pt x="4117539" y="616816"/>
                  </a:lnTo>
                  <a:lnTo>
                    <a:pt x="4118821" y="641019"/>
                  </a:lnTo>
                  <a:lnTo>
                    <a:pt x="4120103" y="600234"/>
                  </a:lnTo>
                  <a:lnTo>
                    <a:pt x="4121385" y="572851"/>
                  </a:lnTo>
                  <a:lnTo>
                    <a:pt x="4122666" y="546709"/>
                  </a:lnTo>
                  <a:lnTo>
                    <a:pt x="4123948" y="441755"/>
                  </a:lnTo>
                  <a:lnTo>
                    <a:pt x="4125230" y="466751"/>
                  </a:lnTo>
                  <a:lnTo>
                    <a:pt x="4126512" y="497224"/>
                  </a:lnTo>
                  <a:lnTo>
                    <a:pt x="4127794" y="542964"/>
                  </a:lnTo>
                  <a:lnTo>
                    <a:pt x="4129076" y="590186"/>
                  </a:lnTo>
                  <a:lnTo>
                    <a:pt x="4130357" y="605797"/>
                  </a:lnTo>
                  <a:lnTo>
                    <a:pt x="4131639" y="609139"/>
                  </a:lnTo>
                  <a:lnTo>
                    <a:pt x="4132921" y="561477"/>
                  </a:lnTo>
                  <a:lnTo>
                    <a:pt x="4134203" y="583877"/>
                  </a:lnTo>
                  <a:lnTo>
                    <a:pt x="4135485" y="579861"/>
                  </a:lnTo>
                  <a:lnTo>
                    <a:pt x="4136767" y="579861"/>
                  </a:lnTo>
                  <a:lnTo>
                    <a:pt x="4138048" y="615612"/>
                  </a:lnTo>
                  <a:lnTo>
                    <a:pt x="4139330" y="664367"/>
                  </a:lnTo>
                  <a:lnTo>
                    <a:pt x="4140612" y="631418"/>
                  </a:lnTo>
                  <a:lnTo>
                    <a:pt x="4141894" y="649161"/>
                  </a:lnTo>
                  <a:lnTo>
                    <a:pt x="4143176" y="798566"/>
                  </a:lnTo>
                  <a:lnTo>
                    <a:pt x="4144458" y="820202"/>
                  </a:lnTo>
                  <a:lnTo>
                    <a:pt x="4145740" y="846313"/>
                  </a:lnTo>
                  <a:lnTo>
                    <a:pt x="4147021" y="911093"/>
                  </a:lnTo>
                  <a:lnTo>
                    <a:pt x="4148303" y="959198"/>
                  </a:lnTo>
                  <a:lnTo>
                    <a:pt x="4149585" y="1042066"/>
                  </a:lnTo>
                  <a:lnTo>
                    <a:pt x="4150867" y="1054219"/>
                  </a:lnTo>
                  <a:lnTo>
                    <a:pt x="4152149" y="1127356"/>
                  </a:lnTo>
                  <a:lnTo>
                    <a:pt x="4153431" y="1054219"/>
                  </a:lnTo>
                  <a:lnTo>
                    <a:pt x="4154712" y="1004787"/>
                  </a:lnTo>
                  <a:lnTo>
                    <a:pt x="4155994" y="1004787"/>
                  </a:lnTo>
                  <a:lnTo>
                    <a:pt x="4157276" y="1004787"/>
                  </a:lnTo>
                  <a:lnTo>
                    <a:pt x="4158558" y="965498"/>
                  </a:lnTo>
                  <a:lnTo>
                    <a:pt x="4159840" y="1025465"/>
                  </a:lnTo>
                  <a:lnTo>
                    <a:pt x="4161122" y="1051768"/>
                  </a:lnTo>
                  <a:lnTo>
                    <a:pt x="4162404" y="1014587"/>
                  </a:lnTo>
                  <a:lnTo>
                    <a:pt x="4163685" y="981101"/>
                  </a:lnTo>
                  <a:lnTo>
                    <a:pt x="4164967" y="971484"/>
                  </a:lnTo>
                  <a:lnTo>
                    <a:pt x="4166249" y="860013"/>
                  </a:lnTo>
                  <a:lnTo>
                    <a:pt x="4167531" y="777887"/>
                  </a:lnTo>
                  <a:lnTo>
                    <a:pt x="4168813" y="731193"/>
                  </a:lnTo>
                  <a:lnTo>
                    <a:pt x="4170095" y="702556"/>
                  </a:lnTo>
                  <a:lnTo>
                    <a:pt x="4171376" y="661294"/>
                  </a:lnTo>
                  <a:lnTo>
                    <a:pt x="4172658" y="709170"/>
                  </a:lnTo>
                  <a:lnTo>
                    <a:pt x="4173940" y="715859"/>
                  </a:lnTo>
                  <a:lnTo>
                    <a:pt x="4175222" y="669007"/>
                  </a:lnTo>
                  <a:lnTo>
                    <a:pt x="4176504" y="632876"/>
                  </a:lnTo>
                  <a:lnTo>
                    <a:pt x="4177786" y="617031"/>
                  </a:lnTo>
                  <a:lnTo>
                    <a:pt x="4179068" y="531241"/>
                  </a:lnTo>
                  <a:lnTo>
                    <a:pt x="4180349" y="468419"/>
                  </a:lnTo>
                  <a:lnTo>
                    <a:pt x="4181631" y="547778"/>
                  </a:lnTo>
                  <a:lnTo>
                    <a:pt x="4182913" y="469132"/>
                  </a:lnTo>
                  <a:lnTo>
                    <a:pt x="4184195" y="420267"/>
                  </a:lnTo>
                  <a:lnTo>
                    <a:pt x="4185477" y="393244"/>
                  </a:lnTo>
                  <a:lnTo>
                    <a:pt x="4186759" y="418467"/>
                  </a:lnTo>
                  <a:lnTo>
                    <a:pt x="4188040" y="440490"/>
                  </a:lnTo>
                  <a:lnTo>
                    <a:pt x="4189322" y="455351"/>
                  </a:lnTo>
                  <a:lnTo>
                    <a:pt x="4190604" y="482529"/>
                  </a:lnTo>
                  <a:lnTo>
                    <a:pt x="4191886" y="552759"/>
                  </a:lnTo>
                  <a:lnTo>
                    <a:pt x="4193168" y="528539"/>
                  </a:lnTo>
                  <a:lnTo>
                    <a:pt x="4194450" y="506258"/>
                  </a:lnTo>
                  <a:lnTo>
                    <a:pt x="4195731" y="541526"/>
                  </a:lnTo>
                  <a:lnTo>
                    <a:pt x="4197013" y="461177"/>
                  </a:lnTo>
                  <a:lnTo>
                    <a:pt x="4198295" y="473060"/>
                  </a:lnTo>
                  <a:lnTo>
                    <a:pt x="4199577" y="458021"/>
                  </a:lnTo>
                  <a:lnTo>
                    <a:pt x="4200859" y="414606"/>
                  </a:lnTo>
                  <a:lnTo>
                    <a:pt x="4202141" y="441627"/>
                  </a:lnTo>
                  <a:lnTo>
                    <a:pt x="4203423" y="395772"/>
                  </a:lnTo>
                  <a:lnTo>
                    <a:pt x="4204704" y="375842"/>
                  </a:lnTo>
                  <a:lnTo>
                    <a:pt x="4205986" y="365251"/>
                  </a:lnTo>
                  <a:lnTo>
                    <a:pt x="4207268" y="339997"/>
                  </a:lnTo>
                  <a:lnTo>
                    <a:pt x="4208550" y="328793"/>
                  </a:lnTo>
                  <a:lnTo>
                    <a:pt x="4209832" y="316993"/>
                  </a:lnTo>
                  <a:lnTo>
                    <a:pt x="4211114" y="321441"/>
                  </a:lnTo>
                  <a:lnTo>
                    <a:pt x="4212395" y="346739"/>
                  </a:lnTo>
                  <a:lnTo>
                    <a:pt x="4213677" y="363504"/>
                  </a:lnTo>
                  <a:lnTo>
                    <a:pt x="4214959" y="369200"/>
                  </a:lnTo>
                  <a:lnTo>
                    <a:pt x="4216241" y="415924"/>
                  </a:lnTo>
                  <a:lnTo>
                    <a:pt x="4217523" y="419455"/>
                  </a:lnTo>
                  <a:lnTo>
                    <a:pt x="4218805" y="474424"/>
                  </a:lnTo>
                  <a:lnTo>
                    <a:pt x="4220087" y="469294"/>
                  </a:lnTo>
                  <a:lnTo>
                    <a:pt x="4221368" y="456868"/>
                  </a:lnTo>
                  <a:lnTo>
                    <a:pt x="4222650" y="545385"/>
                  </a:lnTo>
                  <a:lnTo>
                    <a:pt x="4223932" y="578924"/>
                  </a:lnTo>
                  <a:lnTo>
                    <a:pt x="4225214" y="558682"/>
                  </a:lnTo>
                  <a:lnTo>
                    <a:pt x="4226496" y="533529"/>
                  </a:lnTo>
                  <a:lnTo>
                    <a:pt x="4227778" y="454767"/>
                  </a:lnTo>
                  <a:lnTo>
                    <a:pt x="4229059" y="436566"/>
                  </a:lnTo>
                  <a:lnTo>
                    <a:pt x="4230341" y="410280"/>
                  </a:lnTo>
                  <a:lnTo>
                    <a:pt x="4231623" y="375621"/>
                  </a:lnTo>
                  <a:lnTo>
                    <a:pt x="4232905" y="356419"/>
                  </a:lnTo>
                  <a:lnTo>
                    <a:pt x="4234187" y="377523"/>
                  </a:lnTo>
                  <a:lnTo>
                    <a:pt x="4235469" y="354245"/>
                  </a:lnTo>
                  <a:lnTo>
                    <a:pt x="4236750" y="327366"/>
                  </a:lnTo>
                  <a:lnTo>
                    <a:pt x="4238032" y="300595"/>
                  </a:lnTo>
                  <a:lnTo>
                    <a:pt x="4239314" y="287266"/>
                  </a:lnTo>
                  <a:lnTo>
                    <a:pt x="4240596" y="363888"/>
                  </a:lnTo>
                  <a:lnTo>
                    <a:pt x="4241878" y="382487"/>
                  </a:lnTo>
                  <a:lnTo>
                    <a:pt x="4243160" y="404661"/>
                  </a:lnTo>
                  <a:lnTo>
                    <a:pt x="4244442" y="427087"/>
                  </a:lnTo>
                  <a:lnTo>
                    <a:pt x="4245723" y="464720"/>
                  </a:lnTo>
                  <a:lnTo>
                    <a:pt x="4247005" y="468686"/>
                  </a:lnTo>
                  <a:lnTo>
                    <a:pt x="4248287" y="488928"/>
                  </a:lnTo>
                  <a:lnTo>
                    <a:pt x="4249569" y="478720"/>
                  </a:lnTo>
                  <a:lnTo>
                    <a:pt x="4250851" y="497921"/>
                  </a:lnTo>
                  <a:lnTo>
                    <a:pt x="4252133" y="527954"/>
                  </a:lnTo>
                  <a:lnTo>
                    <a:pt x="4253414" y="542160"/>
                  </a:lnTo>
                  <a:lnTo>
                    <a:pt x="4254696" y="584668"/>
                  </a:lnTo>
                  <a:lnTo>
                    <a:pt x="4255978" y="586400"/>
                  </a:lnTo>
                  <a:lnTo>
                    <a:pt x="4257260" y="596342"/>
                  </a:lnTo>
                  <a:lnTo>
                    <a:pt x="4258542" y="547174"/>
                  </a:lnTo>
                  <a:lnTo>
                    <a:pt x="4259824" y="392626"/>
                  </a:lnTo>
                  <a:lnTo>
                    <a:pt x="4261106" y="332770"/>
                  </a:lnTo>
                  <a:lnTo>
                    <a:pt x="4262387" y="230433"/>
                  </a:lnTo>
                  <a:lnTo>
                    <a:pt x="4263669" y="205943"/>
                  </a:lnTo>
                  <a:lnTo>
                    <a:pt x="4264951" y="208063"/>
                  </a:lnTo>
                  <a:lnTo>
                    <a:pt x="4266233" y="231905"/>
                  </a:lnTo>
                  <a:lnTo>
                    <a:pt x="4267515" y="227498"/>
                  </a:lnTo>
                  <a:lnTo>
                    <a:pt x="4268797" y="243071"/>
                  </a:lnTo>
                  <a:lnTo>
                    <a:pt x="4270078" y="192000"/>
                  </a:lnTo>
                  <a:lnTo>
                    <a:pt x="4271360" y="162445"/>
                  </a:lnTo>
                  <a:lnTo>
                    <a:pt x="4272642" y="146293"/>
                  </a:lnTo>
                  <a:lnTo>
                    <a:pt x="4273924" y="115263"/>
                  </a:lnTo>
                  <a:lnTo>
                    <a:pt x="4275206" y="108651"/>
                  </a:lnTo>
                  <a:lnTo>
                    <a:pt x="4276488" y="136810"/>
                  </a:lnTo>
                  <a:lnTo>
                    <a:pt x="4277770" y="169696"/>
                  </a:lnTo>
                  <a:lnTo>
                    <a:pt x="4279051" y="225306"/>
                  </a:lnTo>
                  <a:lnTo>
                    <a:pt x="4280333" y="220948"/>
                  </a:lnTo>
                  <a:lnTo>
                    <a:pt x="4281615" y="233382"/>
                  </a:lnTo>
                  <a:lnTo>
                    <a:pt x="4282897" y="263722"/>
                  </a:lnTo>
                  <a:lnTo>
                    <a:pt x="4284179" y="253688"/>
                  </a:lnTo>
                  <a:lnTo>
                    <a:pt x="4285461" y="234862"/>
                  </a:lnTo>
                  <a:lnTo>
                    <a:pt x="4286742" y="240821"/>
                  </a:lnTo>
                  <a:lnTo>
                    <a:pt x="4288024" y="248356"/>
                  </a:lnTo>
                  <a:lnTo>
                    <a:pt x="4289306" y="277904"/>
                  </a:lnTo>
                  <a:lnTo>
                    <a:pt x="4290588" y="212327"/>
                  </a:lnTo>
                  <a:lnTo>
                    <a:pt x="4291870" y="159831"/>
                  </a:lnTo>
                  <a:lnTo>
                    <a:pt x="4293152" y="171024"/>
                  </a:lnTo>
                  <a:lnTo>
                    <a:pt x="4294433" y="245064"/>
                  </a:lnTo>
                  <a:lnTo>
                    <a:pt x="4295715" y="227383"/>
                  </a:lnTo>
                  <a:lnTo>
                    <a:pt x="4296997" y="232611"/>
                  </a:lnTo>
                  <a:lnTo>
                    <a:pt x="4298279" y="222402"/>
                  </a:lnTo>
                  <a:lnTo>
                    <a:pt x="4299561" y="214127"/>
                  </a:lnTo>
                  <a:lnTo>
                    <a:pt x="4300843" y="210616"/>
                  </a:lnTo>
                  <a:lnTo>
                    <a:pt x="4302125" y="183815"/>
                  </a:lnTo>
                  <a:lnTo>
                    <a:pt x="4303406" y="268272"/>
                  </a:lnTo>
                  <a:lnTo>
                    <a:pt x="4304688" y="330168"/>
                  </a:lnTo>
                  <a:lnTo>
                    <a:pt x="4305970" y="313357"/>
                  </a:lnTo>
                  <a:lnTo>
                    <a:pt x="4307252" y="355625"/>
                  </a:lnTo>
                  <a:lnTo>
                    <a:pt x="4308534" y="385933"/>
                  </a:lnTo>
                  <a:lnTo>
                    <a:pt x="4309816" y="444646"/>
                  </a:lnTo>
                  <a:lnTo>
                    <a:pt x="4311097" y="511317"/>
                  </a:lnTo>
                  <a:lnTo>
                    <a:pt x="4312379" y="525026"/>
                  </a:lnTo>
                  <a:lnTo>
                    <a:pt x="4313661" y="575301"/>
                  </a:lnTo>
                  <a:lnTo>
                    <a:pt x="4314943" y="552706"/>
                  </a:lnTo>
                  <a:lnTo>
                    <a:pt x="4316225" y="589878"/>
                  </a:lnTo>
                  <a:lnTo>
                    <a:pt x="4317507" y="601327"/>
                  </a:lnTo>
                  <a:lnTo>
                    <a:pt x="4318789" y="578648"/>
                  </a:lnTo>
                  <a:lnTo>
                    <a:pt x="4320070" y="542160"/>
                  </a:lnTo>
                  <a:lnTo>
                    <a:pt x="4321352" y="535917"/>
                  </a:lnTo>
                  <a:lnTo>
                    <a:pt x="4322634" y="459407"/>
                  </a:lnTo>
                  <a:lnTo>
                    <a:pt x="4323916" y="454419"/>
                  </a:lnTo>
                  <a:lnTo>
                    <a:pt x="4325198" y="401469"/>
                  </a:lnTo>
                  <a:lnTo>
                    <a:pt x="4326480" y="393420"/>
                  </a:lnTo>
                  <a:lnTo>
                    <a:pt x="4327761" y="313238"/>
                  </a:lnTo>
                  <a:lnTo>
                    <a:pt x="4329043" y="323491"/>
                  </a:lnTo>
                  <a:lnTo>
                    <a:pt x="4330325" y="343656"/>
                  </a:lnTo>
                  <a:lnTo>
                    <a:pt x="4331607" y="361774"/>
                  </a:lnTo>
                  <a:lnTo>
                    <a:pt x="4332889" y="369180"/>
                  </a:lnTo>
                  <a:lnTo>
                    <a:pt x="4334171" y="408678"/>
                  </a:lnTo>
                  <a:lnTo>
                    <a:pt x="4335452" y="398796"/>
                  </a:lnTo>
                  <a:lnTo>
                    <a:pt x="4336734" y="398796"/>
                  </a:lnTo>
                  <a:lnTo>
                    <a:pt x="4338016" y="497829"/>
                  </a:lnTo>
                  <a:lnTo>
                    <a:pt x="4339298" y="617031"/>
                  </a:lnTo>
                  <a:lnTo>
                    <a:pt x="4340580" y="722625"/>
                  </a:lnTo>
                  <a:lnTo>
                    <a:pt x="4341862" y="824556"/>
                  </a:lnTo>
                  <a:lnTo>
                    <a:pt x="4343144" y="860013"/>
                  </a:lnTo>
                  <a:lnTo>
                    <a:pt x="4344425" y="843060"/>
                  </a:lnTo>
                  <a:lnTo>
                    <a:pt x="4345707" y="777887"/>
                  </a:lnTo>
                  <a:lnTo>
                    <a:pt x="4346989" y="683151"/>
                  </a:lnTo>
                  <a:lnTo>
                    <a:pt x="4348271" y="582536"/>
                  </a:lnTo>
                  <a:lnTo>
                    <a:pt x="4349553" y="578347"/>
                  </a:lnTo>
                  <a:lnTo>
                    <a:pt x="4350835" y="565244"/>
                  </a:lnTo>
                  <a:lnTo>
                    <a:pt x="4352116" y="589217"/>
                  </a:lnTo>
                  <a:lnTo>
                    <a:pt x="4353398" y="573537"/>
                  </a:lnTo>
                  <a:lnTo>
                    <a:pt x="4354680" y="565834"/>
                  </a:lnTo>
                  <a:lnTo>
                    <a:pt x="4355962" y="509892"/>
                  </a:lnTo>
                  <a:lnTo>
                    <a:pt x="4357244" y="464062"/>
                  </a:lnTo>
                  <a:lnTo>
                    <a:pt x="4358526" y="434548"/>
                  </a:lnTo>
                  <a:lnTo>
                    <a:pt x="4359808" y="405851"/>
                  </a:lnTo>
                  <a:lnTo>
                    <a:pt x="4361089" y="396980"/>
                  </a:lnTo>
                  <a:lnTo>
                    <a:pt x="4362371" y="396980"/>
                  </a:lnTo>
                  <a:lnTo>
                    <a:pt x="4363653" y="399922"/>
                  </a:lnTo>
                  <a:lnTo>
                    <a:pt x="4364935" y="424006"/>
                  </a:lnTo>
                  <a:lnTo>
                    <a:pt x="4366217" y="449761"/>
                  </a:lnTo>
                  <a:lnTo>
                    <a:pt x="4367499" y="501416"/>
                  </a:lnTo>
                  <a:lnTo>
                    <a:pt x="4368780" y="546588"/>
                  </a:lnTo>
                  <a:lnTo>
                    <a:pt x="4370062" y="528648"/>
                  </a:lnTo>
                  <a:lnTo>
                    <a:pt x="4371344" y="512174"/>
                  </a:lnTo>
                  <a:lnTo>
                    <a:pt x="4372626" y="519593"/>
                  </a:lnTo>
                  <a:lnTo>
                    <a:pt x="4373908" y="577987"/>
                  </a:lnTo>
                  <a:lnTo>
                    <a:pt x="4375190" y="614196"/>
                  </a:lnTo>
                  <a:lnTo>
                    <a:pt x="4376471" y="717543"/>
                  </a:lnTo>
                  <a:lnTo>
                    <a:pt x="4377753" y="800758"/>
                  </a:lnTo>
                  <a:lnTo>
                    <a:pt x="4379035" y="900047"/>
                  </a:lnTo>
                  <a:lnTo>
                    <a:pt x="4380317" y="935631"/>
                  </a:lnTo>
                  <a:lnTo>
                    <a:pt x="4381599" y="935631"/>
                  </a:lnTo>
                  <a:lnTo>
                    <a:pt x="4382881" y="976126"/>
                  </a:lnTo>
                  <a:lnTo>
                    <a:pt x="4384163" y="989376"/>
                  </a:lnTo>
                  <a:lnTo>
                    <a:pt x="4385444" y="984040"/>
                  </a:lnTo>
                  <a:lnTo>
                    <a:pt x="4386726" y="864329"/>
                  </a:lnTo>
                  <a:lnTo>
                    <a:pt x="4388008" y="739889"/>
                  </a:lnTo>
                  <a:lnTo>
                    <a:pt x="4389290" y="644674"/>
                  </a:lnTo>
                  <a:lnTo>
                    <a:pt x="4390572" y="552496"/>
                  </a:lnTo>
                  <a:lnTo>
                    <a:pt x="4391854" y="514297"/>
                  </a:lnTo>
                  <a:lnTo>
                    <a:pt x="4393135" y="461836"/>
                  </a:lnTo>
                  <a:lnTo>
                    <a:pt x="4394417" y="421778"/>
                  </a:lnTo>
                  <a:lnTo>
                    <a:pt x="4395699" y="335683"/>
                  </a:lnTo>
                  <a:lnTo>
                    <a:pt x="4396981" y="272348"/>
                  </a:lnTo>
                  <a:lnTo>
                    <a:pt x="4398263" y="203830"/>
                  </a:lnTo>
                  <a:lnTo>
                    <a:pt x="4399545" y="147569"/>
                  </a:lnTo>
                  <a:lnTo>
                    <a:pt x="4400827" y="111047"/>
                  </a:lnTo>
                  <a:lnTo>
                    <a:pt x="4402108" y="109848"/>
                  </a:lnTo>
                  <a:lnTo>
                    <a:pt x="4403390" y="109848"/>
                  </a:lnTo>
                  <a:lnTo>
                    <a:pt x="4404672" y="114055"/>
                  </a:lnTo>
                  <a:lnTo>
                    <a:pt x="4405954" y="128096"/>
                  </a:lnTo>
                  <a:lnTo>
                    <a:pt x="4407236" y="148847"/>
                  </a:lnTo>
                  <a:lnTo>
                    <a:pt x="4408518" y="180404"/>
                  </a:lnTo>
                  <a:lnTo>
                    <a:pt x="4409799" y="203830"/>
                  </a:lnTo>
                  <a:lnTo>
                    <a:pt x="4411081" y="197538"/>
                  </a:lnTo>
                  <a:lnTo>
                    <a:pt x="4412363" y="194071"/>
                  </a:lnTo>
                  <a:lnTo>
                    <a:pt x="4413645" y="201725"/>
                  </a:lnTo>
                  <a:lnTo>
                    <a:pt x="4414927" y="258298"/>
                  </a:lnTo>
                  <a:lnTo>
                    <a:pt x="4416209" y="385770"/>
                  </a:lnTo>
                  <a:lnTo>
                    <a:pt x="4417491" y="473534"/>
                  </a:lnTo>
                  <a:lnTo>
                    <a:pt x="4418772" y="532842"/>
                  </a:lnTo>
                  <a:lnTo>
                    <a:pt x="4420054" y="658459"/>
                  </a:lnTo>
                  <a:lnTo>
                    <a:pt x="4421336" y="666789"/>
                  </a:lnTo>
                  <a:lnTo>
                    <a:pt x="4422618" y="697375"/>
                  </a:lnTo>
                  <a:lnTo>
                    <a:pt x="4423900" y="714419"/>
                  </a:lnTo>
                  <a:lnTo>
                    <a:pt x="4425182" y="743219"/>
                  </a:lnTo>
                  <a:lnTo>
                    <a:pt x="4426463" y="806877"/>
                  </a:lnTo>
                  <a:lnTo>
                    <a:pt x="4427745" y="855543"/>
                  </a:lnTo>
                  <a:lnTo>
                    <a:pt x="4429027" y="919215"/>
                  </a:lnTo>
                  <a:lnTo>
                    <a:pt x="4430309" y="983780"/>
                  </a:lnTo>
                  <a:lnTo>
                    <a:pt x="4431591" y="1077967"/>
                  </a:lnTo>
                  <a:lnTo>
                    <a:pt x="4432873" y="1134710"/>
                  </a:lnTo>
                  <a:lnTo>
                    <a:pt x="4434154" y="1152634"/>
                  </a:lnTo>
                  <a:lnTo>
                    <a:pt x="4435436" y="1174398"/>
                  </a:lnTo>
                  <a:lnTo>
                    <a:pt x="4436718" y="1160408"/>
                  </a:lnTo>
                  <a:lnTo>
                    <a:pt x="4438000" y="1214048"/>
                  </a:lnTo>
                  <a:lnTo>
                    <a:pt x="4439282" y="1111584"/>
                  </a:lnTo>
                  <a:lnTo>
                    <a:pt x="4440564" y="1024055"/>
                  </a:lnTo>
                  <a:lnTo>
                    <a:pt x="4441846" y="875972"/>
                  </a:lnTo>
                  <a:lnTo>
                    <a:pt x="4443127" y="777195"/>
                  </a:lnTo>
                  <a:lnTo>
                    <a:pt x="4444409" y="742163"/>
                  </a:lnTo>
                  <a:lnTo>
                    <a:pt x="4445691" y="665910"/>
                  </a:lnTo>
                  <a:lnTo>
                    <a:pt x="4446973" y="665910"/>
                  </a:lnTo>
                  <a:lnTo>
                    <a:pt x="4448255" y="665910"/>
                  </a:lnTo>
                  <a:lnTo>
                    <a:pt x="4449537" y="656715"/>
                  </a:lnTo>
                  <a:lnTo>
                    <a:pt x="4450818" y="628512"/>
                  </a:lnTo>
                  <a:lnTo>
                    <a:pt x="4452100" y="586570"/>
                  </a:lnTo>
                  <a:lnTo>
                    <a:pt x="4453382" y="561477"/>
                  </a:lnTo>
                  <a:lnTo>
                    <a:pt x="4454664" y="579861"/>
                  </a:lnTo>
                  <a:lnTo>
                    <a:pt x="4455946" y="557611"/>
                  </a:lnTo>
                  <a:lnTo>
                    <a:pt x="4457228" y="562771"/>
                  </a:lnTo>
                  <a:lnTo>
                    <a:pt x="4458510" y="589274"/>
                  </a:lnTo>
                  <a:lnTo>
                    <a:pt x="4459791" y="621310"/>
                  </a:lnTo>
                  <a:lnTo>
                    <a:pt x="4461073" y="714179"/>
                  </a:lnTo>
                  <a:lnTo>
                    <a:pt x="4462355" y="808584"/>
                  </a:lnTo>
                  <a:lnTo>
                    <a:pt x="4463637" y="845153"/>
                  </a:lnTo>
                  <a:lnTo>
                    <a:pt x="4464919" y="812536"/>
                  </a:lnTo>
                  <a:lnTo>
                    <a:pt x="4466201" y="700914"/>
                  </a:lnTo>
                  <a:lnTo>
                    <a:pt x="4467482" y="665910"/>
                  </a:lnTo>
                  <a:lnTo>
                    <a:pt x="4468764" y="675252"/>
                  </a:lnTo>
                  <a:lnTo>
                    <a:pt x="4470046" y="624180"/>
                  </a:lnTo>
                  <a:lnTo>
                    <a:pt x="4471328" y="646166"/>
                  </a:lnTo>
                  <a:lnTo>
                    <a:pt x="4472610" y="646166"/>
                  </a:lnTo>
                  <a:lnTo>
                    <a:pt x="4473892" y="694946"/>
                  </a:lnTo>
                  <a:lnTo>
                    <a:pt x="4475173" y="631106"/>
                  </a:lnTo>
                  <a:lnTo>
                    <a:pt x="4476455" y="599634"/>
                  </a:lnTo>
                  <a:lnTo>
                    <a:pt x="4477737" y="644928"/>
                  </a:lnTo>
                  <a:lnTo>
                    <a:pt x="4479019" y="666093"/>
                  </a:lnTo>
                  <a:lnTo>
                    <a:pt x="4480301" y="634025"/>
                  </a:lnTo>
                  <a:lnTo>
                    <a:pt x="4481583" y="575796"/>
                  </a:lnTo>
                  <a:lnTo>
                    <a:pt x="4482865" y="581631"/>
                  </a:lnTo>
                  <a:lnTo>
                    <a:pt x="4484146" y="515457"/>
                  </a:lnTo>
                  <a:lnTo>
                    <a:pt x="4485428" y="532927"/>
                  </a:lnTo>
                  <a:lnTo>
                    <a:pt x="4486710" y="549885"/>
                  </a:lnTo>
                  <a:lnTo>
                    <a:pt x="4487992" y="506258"/>
                  </a:lnTo>
                  <a:lnTo>
                    <a:pt x="4489274" y="502904"/>
                  </a:lnTo>
                  <a:lnTo>
                    <a:pt x="4490556" y="506258"/>
                  </a:lnTo>
                  <a:lnTo>
                    <a:pt x="4491837" y="483982"/>
                  </a:lnTo>
                  <a:lnTo>
                    <a:pt x="4493119" y="470731"/>
                  </a:lnTo>
                  <a:lnTo>
                    <a:pt x="4494401" y="525001"/>
                  </a:lnTo>
                  <a:lnTo>
                    <a:pt x="4495683" y="516348"/>
                  </a:lnTo>
                  <a:lnTo>
                    <a:pt x="4496965" y="427684"/>
                  </a:lnTo>
                  <a:lnTo>
                    <a:pt x="4498247" y="388485"/>
                  </a:lnTo>
                  <a:lnTo>
                    <a:pt x="4499529" y="359961"/>
                  </a:lnTo>
                  <a:lnTo>
                    <a:pt x="4500810" y="361468"/>
                  </a:lnTo>
                  <a:lnTo>
                    <a:pt x="4502092" y="347672"/>
                  </a:lnTo>
                  <a:lnTo>
                    <a:pt x="4503374" y="416804"/>
                  </a:lnTo>
                  <a:lnTo>
                    <a:pt x="4504656" y="444034"/>
                  </a:lnTo>
                  <a:lnTo>
                    <a:pt x="4505938" y="340987"/>
                  </a:lnTo>
                  <a:lnTo>
                    <a:pt x="4507220" y="376681"/>
                  </a:lnTo>
                  <a:lnTo>
                    <a:pt x="4508501" y="406688"/>
                  </a:lnTo>
                  <a:lnTo>
                    <a:pt x="4509783" y="403716"/>
                  </a:lnTo>
                  <a:lnTo>
                    <a:pt x="4511065" y="426895"/>
                  </a:lnTo>
                  <a:lnTo>
                    <a:pt x="4512347" y="448888"/>
                  </a:lnTo>
                  <a:lnTo>
                    <a:pt x="4513629" y="445695"/>
                  </a:lnTo>
                  <a:lnTo>
                    <a:pt x="4514911" y="452098"/>
                  </a:lnTo>
                  <a:lnTo>
                    <a:pt x="4516192" y="441465"/>
                  </a:lnTo>
                  <a:lnTo>
                    <a:pt x="4517474" y="457488"/>
                  </a:lnTo>
                  <a:lnTo>
                    <a:pt x="4518756" y="509748"/>
                  </a:lnTo>
                  <a:lnTo>
                    <a:pt x="4520038" y="507139"/>
                  </a:lnTo>
                  <a:lnTo>
                    <a:pt x="4521320" y="504126"/>
                  </a:lnTo>
                  <a:lnTo>
                    <a:pt x="4522602" y="482529"/>
                  </a:lnTo>
                  <a:lnTo>
                    <a:pt x="4523884" y="468783"/>
                  </a:lnTo>
                  <a:lnTo>
                    <a:pt x="4525165" y="468783"/>
                  </a:lnTo>
                  <a:lnTo>
                    <a:pt x="4526447" y="442219"/>
                  </a:lnTo>
                  <a:lnTo>
                    <a:pt x="4527729" y="419299"/>
                  </a:lnTo>
                  <a:lnTo>
                    <a:pt x="4529011" y="406941"/>
                  </a:lnTo>
                  <a:lnTo>
                    <a:pt x="4530293" y="415151"/>
                  </a:lnTo>
                  <a:lnTo>
                    <a:pt x="4531575" y="397240"/>
                  </a:lnTo>
                  <a:lnTo>
                    <a:pt x="4532856" y="398042"/>
                  </a:lnTo>
                  <a:lnTo>
                    <a:pt x="4534138" y="394041"/>
                  </a:lnTo>
                  <a:lnTo>
                    <a:pt x="4535420" y="405313"/>
                  </a:lnTo>
                  <a:lnTo>
                    <a:pt x="4536702" y="489605"/>
                  </a:lnTo>
                  <a:lnTo>
                    <a:pt x="4537984" y="497556"/>
                  </a:lnTo>
                  <a:lnTo>
                    <a:pt x="4539266" y="561833"/>
                  </a:lnTo>
                  <a:lnTo>
                    <a:pt x="4540548" y="621834"/>
                  </a:lnTo>
                  <a:lnTo>
                    <a:pt x="4541829" y="687173"/>
                  </a:lnTo>
                  <a:lnTo>
                    <a:pt x="4543111" y="713761"/>
                  </a:lnTo>
                  <a:lnTo>
                    <a:pt x="4544393" y="734154"/>
                  </a:lnTo>
                  <a:lnTo>
                    <a:pt x="4545675" y="772429"/>
                  </a:lnTo>
                  <a:lnTo>
                    <a:pt x="4546957" y="842948"/>
                  </a:lnTo>
                  <a:lnTo>
                    <a:pt x="4548239" y="920795"/>
                  </a:lnTo>
                  <a:lnTo>
                    <a:pt x="4549520" y="959198"/>
                  </a:lnTo>
                  <a:lnTo>
                    <a:pt x="4550802" y="993607"/>
                  </a:lnTo>
                  <a:lnTo>
                    <a:pt x="4552084" y="980466"/>
                  </a:lnTo>
                  <a:lnTo>
                    <a:pt x="4553366" y="1023131"/>
                  </a:lnTo>
                  <a:lnTo>
                    <a:pt x="4554648" y="1030160"/>
                  </a:lnTo>
                  <a:lnTo>
                    <a:pt x="4555930" y="956780"/>
                  </a:lnTo>
                  <a:lnTo>
                    <a:pt x="4557212" y="901035"/>
                  </a:lnTo>
                  <a:lnTo>
                    <a:pt x="4558493" y="795007"/>
                  </a:lnTo>
                  <a:lnTo>
                    <a:pt x="4559775" y="786844"/>
                  </a:lnTo>
                  <a:lnTo>
                    <a:pt x="4561057" y="755280"/>
                  </a:lnTo>
                  <a:lnTo>
                    <a:pt x="4562339" y="679021"/>
                  </a:lnTo>
                  <a:lnTo>
                    <a:pt x="4563621" y="689916"/>
                  </a:lnTo>
                  <a:lnTo>
                    <a:pt x="4564903" y="712331"/>
                  </a:lnTo>
                  <a:lnTo>
                    <a:pt x="4566184" y="717347"/>
                  </a:lnTo>
                  <a:lnTo>
                    <a:pt x="4567466" y="597465"/>
                  </a:lnTo>
                  <a:lnTo>
                    <a:pt x="4568748" y="672312"/>
                  </a:lnTo>
                  <a:lnTo>
                    <a:pt x="4570030" y="661737"/>
                  </a:lnTo>
                  <a:lnTo>
                    <a:pt x="4571312" y="680206"/>
                  </a:lnTo>
                  <a:lnTo>
                    <a:pt x="4572594" y="659788"/>
                  </a:lnTo>
                  <a:lnTo>
                    <a:pt x="4573875" y="673748"/>
                  </a:lnTo>
                  <a:lnTo>
                    <a:pt x="4575157" y="685423"/>
                  </a:lnTo>
                  <a:lnTo>
                    <a:pt x="4576439" y="719126"/>
                  </a:lnTo>
                  <a:lnTo>
                    <a:pt x="4577721" y="777432"/>
                  </a:lnTo>
                  <a:lnTo>
                    <a:pt x="4579003" y="785145"/>
                  </a:lnTo>
                  <a:lnTo>
                    <a:pt x="4580285" y="817052"/>
                  </a:lnTo>
                  <a:lnTo>
                    <a:pt x="4581567" y="866634"/>
                  </a:lnTo>
                  <a:lnTo>
                    <a:pt x="4582848" y="775901"/>
                  </a:lnTo>
                  <a:lnTo>
                    <a:pt x="4584130" y="751941"/>
                  </a:lnTo>
                  <a:lnTo>
                    <a:pt x="4585412" y="717740"/>
                  </a:lnTo>
                  <a:lnTo>
                    <a:pt x="4586694" y="709493"/>
                  </a:lnTo>
                  <a:lnTo>
                    <a:pt x="4587976" y="651348"/>
                  </a:lnTo>
                  <a:lnTo>
                    <a:pt x="4589258" y="638425"/>
                  </a:lnTo>
                  <a:lnTo>
                    <a:pt x="4590539" y="537413"/>
                  </a:lnTo>
                  <a:lnTo>
                    <a:pt x="4591821" y="537413"/>
                  </a:lnTo>
                  <a:lnTo>
                    <a:pt x="4593103" y="492057"/>
                  </a:lnTo>
                  <a:lnTo>
                    <a:pt x="4594385" y="461836"/>
                  </a:lnTo>
                  <a:lnTo>
                    <a:pt x="4595667" y="442520"/>
                  </a:lnTo>
                  <a:lnTo>
                    <a:pt x="4596949" y="438312"/>
                  </a:lnTo>
                  <a:lnTo>
                    <a:pt x="4598231" y="419743"/>
                  </a:lnTo>
                  <a:lnTo>
                    <a:pt x="4599512" y="368249"/>
                  </a:lnTo>
                  <a:lnTo>
                    <a:pt x="4600794" y="352645"/>
                  </a:lnTo>
                  <a:lnTo>
                    <a:pt x="4602076" y="326082"/>
                  </a:lnTo>
                  <a:lnTo>
                    <a:pt x="4603358" y="324353"/>
                  </a:lnTo>
                  <a:lnTo>
                    <a:pt x="4604640" y="348134"/>
                  </a:lnTo>
                  <a:lnTo>
                    <a:pt x="4605922" y="340099"/>
                  </a:lnTo>
                  <a:lnTo>
                    <a:pt x="4607203" y="349033"/>
                  </a:lnTo>
                  <a:lnTo>
                    <a:pt x="4608485" y="329555"/>
                  </a:lnTo>
                  <a:lnTo>
                    <a:pt x="4609767" y="309860"/>
                  </a:lnTo>
                  <a:lnTo>
                    <a:pt x="4611049" y="283513"/>
                  </a:lnTo>
                  <a:lnTo>
                    <a:pt x="4612331" y="283513"/>
                  </a:lnTo>
                  <a:lnTo>
                    <a:pt x="4613613" y="298187"/>
                  </a:lnTo>
                  <a:lnTo>
                    <a:pt x="4614894" y="291620"/>
                  </a:lnTo>
                  <a:lnTo>
                    <a:pt x="4616176" y="303994"/>
                  </a:lnTo>
                  <a:lnTo>
                    <a:pt x="4617458" y="285933"/>
                  </a:lnTo>
                  <a:lnTo>
                    <a:pt x="4618740" y="299841"/>
                  </a:lnTo>
                  <a:lnTo>
                    <a:pt x="4620022" y="409782"/>
                  </a:lnTo>
                  <a:lnTo>
                    <a:pt x="4621304" y="464433"/>
                  </a:lnTo>
                  <a:lnTo>
                    <a:pt x="4622586" y="493763"/>
                  </a:lnTo>
                  <a:lnTo>
                    <a:pt x="4623867" y="444822"/>
                  </a:lnTo>
                  <a:lnTo>
                    <a:pt x="4625149" y="470597"/>
                  </a:lnTo>
                  <a:lnTo>
                    <a:pt x="4626431" y="466974"/>
                  </a:lnTo>
                  <a:lnTo>
                    <a:pt x="4627713" y="493763"/>
                  </a:lnTo>
                  <a:lnTo>
                    <a:pt x="4628995" y="530825"/>
                  </a:lnTo>
                  <a:lnTo>
                    <a:pt x="4630277" y="579065"/>
                  </a:lnTo>
                  <a:lnTo>
                    <a:pt x="4631558" y="609345"/>
                  </a:lnTo>
                  <a:lnTo>
                    <a:pt x="4632840" y="593449"/>
                  </a:lnTo>
                  <a:lnTo>
                    <a:pt x="4634122" y="588986"/>
                  </a:lnTo>
                  <a:lnTo>
                    <a:pt x="4635404" y="562895"/>
                  </a:lnTo>
                  <a:lnTo>
                    <a:pt x="4636686" y="600209"/>
                  </a:lnTo>
                  <a:lnTo>
                    <a:pt x="4637968" y="609345"/>
                  </a:lnTo>
                  <a:lnTo>
                    <a:pt x="4639250" y="568236"/>
                  </a:lnTo>
                  <a:lnTo>
                    <a:pt x="4640531" y="645119"/>
                  </a:lnTo>
                  <a:lnTo>
                    <a:pt x="4641813" y="633240"/>
                  </a:lnTo>
                  <a:lnTo>
                    <a:pt x="4643095" y="654728"/>
                  </a:lnTo>
                  <a:lnTo>
                    <a:pt x="4644377" y="609917"/>
                  </a:lnTo>
                  <a:lnTo>
                    <a:pt x="4645659" y="553519"/>
                  </a:lnTo>
                  <a:lnTo>
                    <a:pt x="4646941" y="540896"/>
                  </a:lnTo>
                  <a:lnTo>
                    <a:pt x="4648222" y="524188"/>
                  </a:lnTo>
                  <a:lnTo>
                    <a:pt x="4649504" y="527666"/>
                  </a:lnTo>
                  <a:lnTo>
                    <a:pt x="4650786" y="544475"/>
                  </a:lnTo>
                  <a:lnTo>
                    <a:pt x="4652068" y="569221"/>
                  </a:lnTo>
                  <a:lnTo>
                    <a:pt x="4653350" y="605918"/>
                  </a:lnTo>
                  <a:lnTo>
                    <a:pt x="4654632" y="595057"/>
                  </a:lnTo>
                  <a:lnTo>
                    <a:pt x="4655913" y="575811"/>
                  </a:lnTo>
                  <a:lnTo>
                    <a:pt x="4657195" y="555345"/>
                  </a:lnTo>
                  <a:lnTo>
                    <a:pt x="4658477" y="532041"/>
                  </a:lnTo>
                  <a:lnTo>
                    <a:pt x="4659759" y="446564"/>
                  </a:lnTo>
                  <a:lnTo>
                    <a:pt x="4661041" y="421163"/>
                  </a:lnTo>
                  <a:lnTo>
                    <a:pt x="4662323" y="336563"/>
                  </a:lnTo>
                  <a:lnTo>
                    <a:pt x="4663605" y="353552"/>
                  </a:lnTo>
                  <a:lnTo>
                    <a:pt x="4664886" y="383324"/>
                  </a:lnTo>
                  <a:lnTo>
                    <a:pt x="4666168" y="371982"/>
                  </a:lnTo>
                  <a:lnTo>
                    <a:pt x="4667450" y="354460"/>
                  </a:lnTo>
                  <a:lnTo>
                    <a:pt x="4668732" y="281102"/>
                  </a:lnTo>
                  <a:lnTo>
                    <a:pt x="4670014" y="246841"/>
                  </a:lnTo>
                  <a:lnTo>
                    <a:pt x="4671296" y="246841"/>
                  </a:lnTo>
                  <a:lnTo>
                    <a:pt x="4672577" y="253688"/>
                  </a:lnTo>
                  <a:lnTo>
                    <a:pt x="4673859" y="287552"/>
                  </a:lnTo>
                  <a:lnTo>
                    <a:pt x="4675141" y="299841"/>
                  </a:lnTo>
                  <a:lnTo>
                    <a:pt x="4676423" y="310703"/>
                  </a:lnTo>
                  <a:lnTo>
                    <a:pt x="4677705" y="333049"/>
                  </a:lnTo>
                  <a:lnTo>
                    <a:pt x="4678987" y="338329"/>
                  </a:lnTo>
                  <a:lnTo>
                    <a:pt x="4680269" y="362694"/>
                  </a:lnTo>
                  <a:lnTo>
                    <a:pt x="4681550" y="400759"/>
                  </a:lnTo>
                  <a:lnTo>
                    <a:pt x="4682832" y="435177"/>
                  </a:lnTo>
                  <a:lnTo>
                    <a:pt x="4684114" y="501319"/>
                  </a:lnTo>
                  <a:lnTo>
                    <a:pt x="4685396" y="557611"/>
                  </a:lnTo>
                  <a:lnTo>
                    <a:pt x="4686678" y="611374"/>
                  </a:lnTo>
                  <a:lnTo>
                    <a:pt x="4687960" y="741644"/>
                  </a:lnTo>
                  <a:lnTo>
                    <a:pt x="4689241" y="804658"/>
                  </a:lnTo>
                  <a:lnTo>
                    <a:pt x="4690523" y="836827"/>
                  </a:lnTo>
                  <a:lnTo>
                    <a:pt x="4691805" y="845153"/>
                  </a:lnTo>
                  <a:lnTo>
                    <a:pt x="4693087" y="845153"/>
                  </a:lnTo>
                  <a:lnTo>
                    <a:pt x="4694369" y="868676"/>
                  </a:lnTo>
                  <a:lnTo>
                    <a:pt x="4695651" y="909327"/>
                  </a:lnTo>
                  <a:lnTo>
                    <a:pt x="4696933" y="1002932"/>
                  </a:lnTo>
                  <a:lnTo>
                    <a:pt x="4698214" y="1042644"/>
                  </a:lnTo>
                  <a:lnTo>
                    <a:pt x="4699496" y="1042644"/>
                  </a:lnTo>
                  <a:lnTo>
                    <a:pt x="4700778" y="1042644"/>
                  </a:lnTo>
                  <a:lnTo>
                    <a:pt x="4702060" y="1042644"/>
                  </a:lnTo>
                  <a:lnTo>
                    <a:pt x="4703342" y="1042644"/>
                  </a:lnTo>
                  <a:lnTo>
                    <a:pt x="4704624" y="1051515"/>
                  </a:lnTo>
                  <a:lnTo>
                    <a:pt x="4705905" y="1104485"/>
                  </a:lnTo>
                  <a:lnTo>
                    <a:pt x="4707187" y="1124383"/>
                  </a:lnTo>
                  <a:lnTo>
                    <a:pt x="4708469" y="1173617"/>
                  </a:lnTo>
                  <a:lnTo>
                    <a:pt x="4709751" y="1173617"/>
                  </a:lnTo>
                  <a:lnTo>
                    <a:pt x="4711033" y="1173617"/>
                  </a:lnTo>
                  <a:lnTo>
                    <a:pt x="4712315" y="1121020"/>
                  </a:lnTo>
                  <a:lnTo>
                    <a:pt x="4713596" y="1066604"/>
                  </a:lnTo>
                  <a:lnTo>
                    <a:pt x="4714878" y="1094783"/>
                  </a:lnTo>
                  <a:lnTo>
                    <a:pt x="4716160" y="1051515"/>
                  </a:lnTo>
                  <a:lnTo>
                    <a:pt x="4717442" y="1104485"/>
                  </a:lnTo>
                  <a:lnTo>
                    <a:pt x="4718724" y="1078961"/>
                  </a:lnTo>
                  <a:lnTo>
                    <a:pt x="4720006" y="958065"/>
                  </a:lnTo>
                  <a:lnTo>
                    <a:pt x="4721288" y="935631"/>
                  </a:lnTo>
                  <a:lnTo>
                    <a:pt x="4722569" y="935631"/>
                  </a:lnTo>
                  <a:lnTo>
                    <a:pt x="4723851" y="935631"/>
                  </a:lnTo>
                  <a:lnTo>
                    <a:pt x="4725133" y="933190"/>
                  </a:lnTo>
                  <a:lnTo>
                    <a:pt x="4726415" y="939704"/>
                  </a:lnTo>
                  <a:lnTo>
                    <a:pt x="4727697" y="884078"/>
                  </a:lnTo>
                  <a:lnTo>
                    <a:pt x="4728979" y="785145"/>
                  </a:lnTo>
                  <a:lnTo>
                    <a:pt x="4730260" y="766057"/>
                  </a:lnTo>
                  <a:lnTo>
                    <a:pt x="4731542" y="724069"/>
                  </a:lnTo>
                  <a:lnTo>
                    <a:pt x="4732824" y="716328"/>
                  </a:lnTo>
                  <a:lnTo>
                    <a:pt x="4734106" y="757003"/>
                  </a:lnTo>
                  <a:lnTo>
                    <a:pt x="4735388" y="759332"/>
                  </a:lnTo>
                  <a:lnTo>
                    <a:pt x="4736670" y="741261"/>
                  </a:lnTo>
                  <a:lnTo>
                    <a:pt x="4737952" y="789900"/>
                  </a:lnTo>
                  <a:lnTo>
                    <a:pt x="4739233" y="819283"/>
                  </a:lnTo>
                  <a:lnTo>
                    <a:pt x="4740515" y="797980"/>
                  </a:lnTo>
                  <a:lnTo>
                    <a:pt x="4741797" y="757563"/>
                  </a:lnTo>
                  <a:lnTo>
                    <a:pt x="4743079" y="737303"/>
                  </a:lnTo>
                  <a:lnTo>
                    <a:pt x="4744361" y="738352"/>
                  </a:lnTo>
                  <a:lnTo>
                    <a:pt x="4745643" y="758649"/>
                  </a:lnTo>
                  <a:lnTo>
                    <a:pt x="4746924" y="722379"/>
                  </a:lnTo>
                  <a:lnTo>
                    <a:pt x="4748206" y="785801"/>
                  </a:lnTo>
                  <a:lnTo>
                    <a:pt x="4749488" y="885560"/>
                  </a:lnTo>
                  <a:lnTo>
                    <a:pt x="4750770" y="901979"/>
                  </a:lnTo>
                  <a:lnTo>
                    <a:pt x="4752052" y="969540"/>
                  </a:lnTo>
                  <a:lnTo>
                    <a:pt x="4753334" y="1010559"/>
                  </a:lnTo>
                  <a:lnTo>
                    <a:pt x="4754615" y="1036292"/>
                  </a:lnTo>
                  <a:lnTo>
                    <a:pt x="4755897" y="1064930"/>
                  </a:lnTo>
                  <a:lnTo>
                    <a:pt x="4757179" y="1030184"/>
                  </a:lnTo>
                  <a:lnTo>
                    <a:pt x="4758461" y="1056361"/>
                  </a:lnTo>
                  <a:lnTo>
                    <a:pt x="4759743" y="1037939"/>
                  </a:lnTo>
                  <a:lnTo>
                    <a:pt x="4761025" y="1033013"/>
                  </a:lnTo>
                  <a:lnTo>
                    <a:pt x="4762307" y="1031381"/>
                  </a:lnTo>
                  <a:lnTo>
                    <a:pt x="4763588" y="999646"/>
                  </a:lnTo>
                  <a:lnTo>
                    <a:pt x="4764870" y="969552"/>
                  </a:lnTo>
                  <a:lnTo>
                    <a:pt x="4766152" y="1018222"/>
                  </a:lnTo>
                  <a:lnTo>
                    <a:pt x="4767434" y="1030184"/>
                  </a:lnTo>
                  <a:lnTo>
                    <a:pt x="4768716" y="1026228"/>
                  </a:lnTo>
                  <a:lnTo>
                    <a:pt x="4769998" y="1034067"/>
                  </a:lnTo>
                  <a:lnTo>
                    <a:pt x="4771279" y="999445"/>
                  </a:lnTo>
                  <a:lnTo>
                    <a:pt x="4772561" y="882914"/>
                  </a:lnTo>
                  <a:lnTo>
                    <a:pt x="4773843" y="859228"/>
                  </a:lnTo>
                  <a:lnTo>
                    <a:pt x="4775125" y="798305"/>
                  </a:lnTo>
                  <a:lnTo>
                    <a:pt x="4776407" y="751839"/>
                  </a:lnTo>
                  <a:lnTo>
                    <a:pt x="4777689" y="647662"/>
                  </a:lnTo>
                  <a:lnTo>
                    <a:pt x="4778971" y="632876"/>
                  </a:lnTo>
                  <a:lnTo>
                    <a:pt x="4780252" y="612783"/>
                  </a:lnTo>
                  <a:lnTo>
                    <a:pt x="4781534" y="625621"/>
                  </a:lnTo>
                  <a:lnTo>
                    <a:pt x="4782816" y="635804"/>
                  </a:lnTo>
                  <a:lnTo>
                    <a:pt x="4784098" y="659764"/>
                  </a:lnTo>
                  <a:lnTo>
                    <a:pt x="4785380" y="665910"/>
                  </a:lnTo>
                  <a:lnTo>
                    <a:pt x="4786662" y="665910"/>
                  </a:lnTo>
                  <a:lnTo>
                    <a:pt x="4787943" y="665910"/>
                  </a:lnTo>
                  <a:lnTo>
                    <a:pt x="4789225" y="665910"/>
                  </a:lnTo>
                  <a:lnTo>
                    <a:pt x="4790507" y="696016"/>
                  </a:lnTo>
                  <a:lnTo>
                    <a:pt x="4791789" y="731194"/>
                  </a:lnTo>
                  <a:lnTo>
                    <a:pt x="4793071" y="729470"/>
                  </a:lnTo>
                  <a:lnTo>
                    <a:pt x="4794353" y="729470"/>
                  </a:lnTo>
                  <a:lnTo>
                    <a:pt x="4795635" y="681563"/>
                  </a:lnTo>
                  <a:lnTo>
                    <a:pt x="4796916" y="644674"/>
                  </a:lnTo>
                  <a:lnTo>
                    <a:pt x="4798198" y="644674"/>
                  </a:lnTo>
                  <a:lnTo>
                    <a:pt x="4799480" y="664367"/>
                  </a:lnTo>
                  <a:lnTo>
                    <a:pt x="4800762" y="662829"/>
                  </a:lnTo>
                  <a:lnTo>
                    <a:pt x="4802044" y="685823"/>
                  </a:lnTo>
                  <a:lnTo>
                    <a:pt x="4803326" y="641159"/>
                  </a:lnTo>
                  <a:lnTo>
                    <a:pt x="4804607" y="520842"/>
                  </a:lnTo>
                  <a:lnTo>
                    <a:pt x="4805889" y="454466"/>
                  </a:lnTo>
                  <a:lnTo>
                    <a:pt x="4807171" y="402071"/>
                  </a:lnTo>
                  <a:lnTo>
                    <a:pt x="4808453" y="349519"/>
                  </a:lnTo>
                  <a:lnTo>
                    <a:pt x="4809735" y="353928"/>
                  </a:lnTo>
                  <a:lnTo>
                    <a:pt x="4811017" y="302675"/>
                  </a:lnTo>
                  <a:lnTo>
                    <a:pt x="4812298" y="257166"/>
                  </a:lnTo>
                  <a:lnTo>
                    <a:pt x="4813580" y="232392"/>
                  </a:lnTo>
                  <a:lnTo>
                    <a:pt x="4814862" y="272441"/>
                  </a:lnTo>
                  <a:lnTo>
                    <a:pt x="4816144" y="291972"/>
                  </a:lnTo>
                  <a:lnTo>
                    <a:pt x="4817426" y="284668"/>
                  </a:lnTo>
                  <a:lnTo>
                    <a:pt x="4818708" y="286226"/>
                  </a:lnTo>
                  <a:lnTo>
                    <a:pt x="4819990" y="285187"/>
                  </a:lnTo>
                  <a:lnTo>
                    <a:pt x="4821271" y="301664"/>
                  </a:lnTo>
                  <a:lnTo>
                    <a:pt x="4822553" y="271082"/>
                  </a:lnTo>
                  <a:lnTo>
                    <a:pt x="4823835" y="339721"/>
                  </a:lnTo>
                  <a:lnTo>
                    <a:pt x="4825117" y="386491"/>
                  </a:lnTo>
                  <a:lnTo>
                    <a:pt x="4826399" y="430622"/>
                  </a:lnTo>
                  <a:lnTo>
                    <a:pt x="4827681" y="483173"/>
                  </a:lnTo>
                  <a:lnTo>
                    <a:pt x="4828962" y="550019"/>
                  </a:lnTo>
                  <a:lnTo>
                    <a:pt x="4830244" y="652486"/>
                  </a:lnTo>
                  <a:lnTo>
                    <a:pt x="4831526" y="680206"/>
                  </a:lnTo>
                  <a:lnTo>
                    <a:pt x="4832808" y="789896"/>
                  </a:lnTo>
                  <a:lnTo>
                    <a:pt x="4834090" y="937404"/>
                  </a:lnTo>
                  <a:lnTo>
                    <a:pt x="4835372" y="881916"/>
                  </a:lnTo>
                  <a:lnTo>
                    <a:pt x="4836654" y="994761"/>
                  </a:lnTo>
                  <a:lnTo>
                    <a:pt x="4837935" y="1060522"/>
                  </a:lnTo>
                  <a:lnTo>
                    <a:pt x="4839217" y="1104485"/>
                  </a:lnTo>
                  <a:lnTo>
                    <a:pt x="4840499" y="1173617"/>
                  </a:lnTo>
                  <a:lnTo>
                    <a:pt x="4841781" y="1173617"/>
                  </a:lnTo>
                  <a:lnTo>
                    <a:pt x="4843063" y="1173617"/>
                  </a:lnTo>
                  <a:lnTo>
                    <a:pt x="4844345" y="1159124"/>
                  </a:lnTo>
                  <a:lnTo>
                    <a:pt x="4845626" y="1104485"/>
                  </a:lnTo>
                  <a:lnTo>
                    <a:pt x="4846908" y="1104485"/>
                  </a:lnTo>
                  <a:lnTo>
                    <a:pt x="4848190" y="1104485"/>
                  </a:lnTo>
                  <a:lnTo>
                    <a:pt x="4849472" y="1066604"/>
                  </a:lnTo>
                  <a:lnTo>
                    <a:pt x="4850754" y="1011218"/>
                  </a:lnTo>
                  <a:lnTo>
                    <a:pt x="4852036" y="947988"/>
                  </a:lnTo>
                  <a:lnTo>
                    <a:pt x="4853317" y="881916"/>
                  </a:lnTo>
                  <a:lnTo>
                    <a:pt x="4854599" y="830659"/>
                  </a:lnTo>
                  <a:lnTo>
                    <a:pt x="4855881" y="729470"/>
                  </a:lnTo>
                  <a:lnTo>
                    <a:pt x="4857163" y="653681"/>
                  </a:lnTo>
                  <a:lnTo>
                    <a:pt x="4858445" y="532470"/>
                  </a:lnTo>
                  <a:lnTo>
                    <a:pt x="4859727" y="449956"/>
                  </a:lnTo>
                  <a:lnTo>
                    <a:pt x="4861009" y="417716"/>
                  </a:lnTo>
                  <a:lnTo>
                    <a:pt x="4862290" y="417716"/>
                  </a:lnTo>
                  <a:lnTo>
                    <a:pt x="4863572" y="421778"/>
                  </a:lnTo>
                  <a:lnTo>
                    <a:pt x="4864854" y="438312"/>
                  </a:lnTo>
                  <a:lnTo>
                    <a:pt x="4866136" y="421778"/>
                  </a:lnTo>
                  <a:lnTo>
                    <a:pt x="4867418" y="397817"/>
                  </a:lnTo>
                  <a:lnTo>
                    <a:pt x="4868700" y="390043"/>
                  </a:lnTo>
                  <a:lnTo>
                    <a:pt x="4869981" y="339213"/>
                  </a:lnTo>
                  <a:lnTo>
                    <a:pt x="4871263" y="299013"/>
                  </a:lnTo>
                  <a:lnTo>
                    <a:pt x="4872545" y="309860"/>
                  </a:lnTo>
                  <a:lnTo>
                    <a:pt x="4873827" y="339213"/>
                  </a:lnTo>
                  <a:lnTo>
                    <a:pt x="4875109" y="404705"/>
                  </a:lnTo>
                  <a:lnTo>
                    <a:pt x="4876391" y="468419"/>
                  </a:lnTo>
                  <a:lnTo>
                    <a:pt x="4877673" y="533702"/>
                  </a:lnTo>
                  <a:lnTo>
                    <a:pt x="4878954" y="619880"/>
                  </a:lnTo>
                  <a:lnTo>
                    <a:pt x="4880236" y="641703"/>
                  </a:lnTo>
                  <a:lnTo>
                    <a:pt x="4881518" y="579861"/>
                  </a:lnTo>
                  <a:lnTo>
                    <a:pt x="4882800" y="532470"/>
                  </a:lnTo>
                  <a:lnTo>
                    <a:pt x="4884082" y="510729"/>
                  </a:lnTo>
                  <a:lnTo>
                    <a:pt x="4885364" y="511916"/>
                  </a:lnTo>
                  <a:lnTo>
                    <a:pt x="4886645" y="504830"/>
                  </a:lnTo>
                  <a:lnTo>
                    <a:pt x="4887927" y="486342"/>
                  </a:lnTo>
                  <a:lnTo>
                    <a:pt x="4889209" y="546164"/>
                  </a:lnTo>
                  <a:lnTo>
                    <a:pt x="4890491" y="607166"/>
                  </a:lnTo>
                  <a:lnTo>
                    <a:pt x="4891773" y="547425"/>
                  </a:lnTo>
                  <a:lnTo>
                    <a:pt x="4893055" y="502487"/>
                  </a:lnTo>
                  <a:lnTo>
                    <a:pt x="4894336" y="445695"/>
                  </a:lnTo>
                  <a:lnTo>
                    <a:pt x="4895618" y="499077"/>
                  </a:lnTo>
                  <a:lnTo>
                    <a:pt x="4896900" y="540273"/>
                  </a:lnTo>
                  <a:lnTo>
                    <a:pt x="4898182" y="548230"/>
                  </a:lnTo>
                  <a:lnTo>
                    <a:pt x="4899464" y="571464"/>
                  </a:lnTo>
                  <a:lnTo>
                    <a:pt x="4900746" y="683733"/>
                  </a:lnTo>
                  <a:lnTo>
                    <a:pt x="4902028" y="740253"/>
                  </a:lnTo>
                  <a:lnTo>
                    <a:pt x="4903309" y="744665"/>
                  </a:lnTo>
                  <a:lnTo>
                    <a:pt x="4904591" y="763911"/>
                  </a:lnTo>
                  <a:lnTo>
                    <a:pt x="4905873" y="804406"/>
                  </a:lnTo>
                  <a:lnTo>
                    <a:pt x="4907155" y="857004"/>
                  </a:lnTo>
                  <a:lnTo>
                    <a:pt x="4908437" y="894884"/>
                  </a:lnTo>
                  <a:lnTo>
                    <a:pt x="4909719" y="937129"/>
                  </a:lnTo>
                  <a:lnTo>
                    <a:pt x="4911000" y="1052968"/>
                  </a:lnTo>
                  <a:lnTo>
                    <a:pt x="4912282" y="1137782"/>
                  </a:lnTo>
                  <a:lnTo>
                    <a:pt x="4913564" y="1279331"/>
                  </a:lnTo>
                  <a:lnTo>
                    <a:pt x="4914846" y="1342599"/>
                  </a:lnTo>
                  <a:lnTo>
                    <a:pt x="4916128" y="1342599"/>
                  </a:lnTo>
                  <a:lnTo>
                    <a:pt x="4917410" y="1342599"/>
                  </a:lnTo>
                  <a:lnTo>
                    <a:pt x="4918692" y="1342599"/>
                  </a:lnTo>
                  <a:lnTo>
                    <a:pt x="4919973" y="1342599"/>
                  </a:lnTo>
                  <a:lnTo>
                    <a:pt x="4921255" y="1342599"/>
                  </a:lnTo>
                  <a:lnTo>
                    <a:pt x="4922537" y="1342471"/>
                  </a:lnTo>
                  <a:lnTo>
                    <a:pt x="4923819" y="1342471"/>
                  </a:lnTo>
                  <a:lnTo>
                    <a:pt x="4925101" y="1342471"/>
                  </a:lnTo>
                  <a:lnTo>
                    <a:pt x="4926383" y="1342471"/>
                  </a:lnTo>
                  <a:lnTo>
                    <a:pt x="4927664" y="1342471"/>
                  </a:lnTo>
                  <a:lnTo>
                    <a:pt x="4928946" y="1300023"/>
                  </a:lnTo>
                  <a:lnTo>
                    <a:pt x="4930228" y="1251993"/>
                  </a:lnTo>
                  <a:lnTo>
                    <a:pt x="4931510" y="1223356"/>
                  </a:lnTo>
                  <a:lnTo>
                    <a:pt x="4932792" y="1173617"/>
                  </a:lnTo>
                  <a:lnTo>
                    <a:pt x="4934074" y="1173617"/>
                  </a:lnTo>
                  <a:lnTo>
                    <a:pt x="4935356" y="1173617"/>
                  </a:lnTo>
                  <a:lnTo>
                    <a:pt x="4936637" y="1173617"/>
                  </a:lnTo>
                  <a:lnTo>
                    <a:pt x="4937919" y="1173617"/>
                  </a:lnTo>
                  <a:lnTo>
                    <a:pt x="4939201" y="1173617"/>
                  </a:lnTo>
                  <a:lnTo>
                    <a:pt x="4940483" y="1173617"/>
                  </a:lnTo>
                  <a:lnTo>
                    <a:pt x="4941765" y="1173617"/>
                  </a:lnTo>
                  <a:lnTo>
                    <a:pt x="4943047" y="1173617"/>
                  </a:lnTo>
                  <a:lnTo>
                    <a:pt x="4944328" y="1173617"/>
                  </a:lnTo>
                  <a:lnTo>
                    <a:pt x="4945610" y="1173617"/>
                  </a:lnTo>
                  <a:lnTo>
                    <a:pt x="4946892" y="1173617"/>
                  </a:lnTo>
                  <a:lnTo>
                    <a:pt x="4948174" y="1207598"/>
                  </a:lnTo>
                  <a:lnTo>
                    <a:pt x="4949456" y="1251993"/>
                  </a:lnTo>
                  <a:lnTo>
                    <a:pt x="4950738" y="1251993"/>
                  </a:lnTo>
                  <a:lnTo>
                    <a:pt x="4952019" y="1251993"/>
                  </a:lnTo>
                  <a:lnTo>
                    <a:pt x="4953301" y="1251993"/>
                  </a:lnTo>
                  <a:lnTo>
                    <a:pt x="4954583" y="1101233"/>
                  </a:lnTo>
                  <a:lnTo>
                    <a:pt x="4955865" y="1031425"/>
                  </a:lnTo>
                  <a:lnTo>
                    <a:pt x="4957147" y="974367"/>
                  </a:lnTo>
                  <a:lnTo>
                    <a:pt x="4958429" y="899068"/>
                  </a:lnTo>
                  <a:lnTo>
                    <a:pt x="4959711" y="852533"/>
                  </a:lnTo>
                  <a:lnTo>
                    <a:pt x="4960992" y="813782"/>
                  </a:lnTo>
                  <a:lnTo>
                    <a:pt x="4962274" y="813782"/>
                  </a:lnTo>
                  <a:lnTo>
                    <a:pt x="4963556" y="813782"/>
                  </a:lnTo>
                  <a:lnTo>
                    <a:pt x="4964838" y="796116"/>
                  </a:lnTo>
                  <a:lnTo>
                    <a:pt x="4966120" y="751941"/>
                  </a:lnTo>
                  <a:lnTo>
                    <a:pt x="4967402" y="750475"/>
                  </a:lnTo>
                  <a:lnTo>
                    <a:pt x="4968683" y="723304"/>
                  </a:lnTo>
                  <a:lnTo>
                    <a:pt x="4969965" y="710859"/>
                  </a:lnTo>
                  <a:lnTo>
                    <a:pt x="4971247" y="723304"/>
                  </a:lnTo>
                  <a:lnTo>
                    <a:pt x="4972529" y="723304"/>
                  </a:lnTo>
                  <a:lnTo>
                    <a:pt x="4973811" y="783594"/>
                  </a:lnTo>
                  <a:lnTo>
                    <a:pt x="4975093" y="816779"/>
                  </a:lnTo>
                  <a:lnTo>
                    <a:pt x="4976375" y="864756"/>
                  </a:lnTo>
                  <a:lnTo>
                    <a:pt x="4977656" y="935511"/>
                  </a:lnTo>
                  <a:lnTo>
                    <a:pt x="4978938" y="928339"/>
                  </a:lnTo>
                  <a:lnTo>
                    <a:pt x="4980220" y="986702"/>
                  </a:lnTo>
                  <a:lnTo>
                    <a:pt x="4981502" y="986702"/>
                  </a:lnTo>
                  <a:lnTo>
                    <a:pt x="4982784" y="986702"/>
                  </a:lnTo>
                  <a:lnTo>
                    <a:pt x="4984066" y="1016808"/>
                  </a:lnTo>
                  <a:lnTo>
                    <a:pt x="4985347" y="1104485"/>
                  </a:lnTo>
                  <a:lnTo>
                    <a:pt x="4986629" y="1107755"/>
                  </a:lnTo>
                  <a:lnTo>
                    <a:pt x="4987911" y="1173617"/>
                  </a:lnTo>
                  <a:lnTo>
                    <a:pt x="4989193" y="1235458"/>
                  </a:lnTo>
                  <a:lnTo>
                    <a:pt x="4990475" y="1251993"/>
                  </a:lnTo>
                  <a:lnTo>
                    <a:pt x="4991757" y="1188477"/>
                  </a:lnTo>
                  <a:lnTo>
                    <a:pt x="4993038" y="1173617"/>
                  </a:lnTo>
                  <a:lnTo>
                    <a:pt x="4994320" y="1251993"/>
                  </a:lnTo>
                  <a:lnTo>
                    <a:pt x="4995602" y="1251993"/>
                  </a:lnTo>
                  <a:lnTo>
                    <a:pt x="4996884" y="1251993"/>
                  </a:lnTo>
                  <a:lnTo>
                    <a:pt x="4998166" y="1251993"/>
                  </a:lnTo>
                  <a:lnTo>
                    <a:pt x="4999448" y="1223356"/>
                  </a:lnTo>
                  <a:lnTo>
                    <a:pt x="5000730" y="1173617"/>
                  </a:lnTo>
                  <a:lnTo>
                    <a:pt x="5002011" y="1173617"/>
                  </a:lnTo>
                  <a:lnTo>
                    <a:pt x="5003293" y="1173617"/>
                  </a:lnTo>
                  <a:lnTo>
                    <a:pt x="5004575" y="1173617"/>
                  </a:lnTo>
                  <a:lnTo>
                    <a:pt x="5005857" y="1173617"/>
                  </a:lnTo>
                  <a:lnTo>
                    <a:pt x="5007139" y="1173617"/>
                  </a:lnTo>
                  <a:lnTo>
                    <a:pt x="5008421" y="1173617"/>
                  </a:lnTo>
                  <a:lnTo>
                    <a:pt x="5009702" y="1066604"/>
                  </a:lnTo>
                  <a:lnTo>
                    <a:pt x="5010984" y="1085239"/>
                  </a:lnTo>
                  <a:lnTo>
                    <a:pt x="5012266" y="1107390"/>
                  </a:lnTo>
                  <a:lnTo>
                    <a:pt x="5013548" y="955035"/>
                  </a:lnTo>
                  <a:lnTo>
                    <a:pt x="5014830" y="872806"/>
                  </a:lnTo>
                  <a:lnTo>
                    <a:pt x="5016112" y="781117"/>
                  </a:lnTo>
                  <a:lnTo>
                    <a:pt x="5017394" y="738695"/>
                  </a:lnTo>
                  <a:lnTo>
                    <a:pt x="5018675" y="699750"/>
                  </a:lnTo>
                  <a:lnTo>
                    <a:pt x="5019957" y="667662"/>
                  </a:lnTo>
                  <a:lnTo>
                    <a:pt x="5021239" y="622912"/>
                  </a:lnTo>
                  <a:lnTo>
                    <a:pt x="5022521" y="604506"/>
                  </a:lnTo>
                  <a:lnTo>
                    <a:pt x="5023803" y="586660"/>
                  </a:lnTo>
                  <a:lnTo>
                    <a:pt x="5025085" y="577560"/>
                  </a:lnTo>
                  <a:lnTo>
                    <a:pt x="5026366" y="553961"/>
                  </a:lnTo>
                  <a:lnTo>
                    <a:pt x="5027648" y="539708"/>
                  </a:lnTo>
                  <a:lnTo>
                    <a:pt x="5028930" y="546019"/>
                  </a:lnTo>
                  <a:lnTo>
                    <a:pt x="5030212" y="514251"/>
                  </a:lnTo>
                  <a:lnTo>
                    <a:pt x="5031494" y="477402"/>
                  </a:lnTo>
                  <a:lnTo>
                    <a:pt x="5032776" y="511830"/>
                  </a:lnTo>
                  <a:lnTo>
                    <a:pt x="5034057" y="549753"/>
                  </a:lnTo>
                  <a:lnTo>
                    <a:pt x="5035339" y="546063"/>
                  </a:lnTo>
                  <a:lnTo>
                    <a:pt x="5036621" y="609252"/>
                  </a:lnTo>
                  <a:lnTo>
                    <a:pt x="5037903" y="580362"/>
                  </a:lnTo>
                  <a:lnTo>
                    <a:pt x="5039185" y="633751"/>
                  </a:lnTo>
                  <a:lnTo>
                    <a:pt x="5040467" y="677756"/>
                  </a:lnTo>
                  <a:lnTo>
                    <a:pt x="5041749" y="701590"/>
                  </a:lnTo>
                  <a:lnTo>
                    <a:pt x="5043030" y="704771"/>
                  </a:lnTo>
                  <a:lnTo>
                    <a:pt x="5044312" y="717671"/>
                  </a:lnTo>
                  <a:lnTo>
                    <a:pt x="5045594" y="692753"/>
                  </a:lnTo>
                  <a:lnTo>
                    <a:pt x="5046876" y="778049"/>
                  </a:lnTo>
                  <a:lnTo>
                    <a:pt x="5048158" y="819087"/>
                  </a:lnTo>
                  <a:lnTo>
                    <a:pt x="5049440" y="901870"/>
                  </a:lnTo>
                  <a:lnTo>
                    <a:pt x="5050721" y="886397"/>
                  </a:lnTo>
                  <a:lnTo>
                    <a:pt x="5052003" y="911671"/>
                  </a:lnTo>
                  <a:lnTo>
                    <a:pt x="5053285" y="986702"/>
                  </a:lnTo>
                  <a:lnTo>
                    <a:pt x="5054567" y="1042644"/>
                  </a:lnTo>
                  <a:lnTo>
                    <a:pt x="5055849" y="1042644"/>
                  </a:lnTo>
                  <a:lnTo>
                    <a:pt x="5057131" y="1131169"/>
                  </a:lnTo>
                  <a:lnTo>
                    <a:pt x="5058413" y="1219376"/>
                  </a:lnTo>
                  <a:lnTo>
                    <a:pt x="5059694" y="1251993"/>
                  </a:lnTo>
                  <a:lnTo>
                    <a:pt x="5060976" y="1219376"/>
                  </a:lnTo>
                  <a:lnTo>
                    <a:pt x="5062258" y="1166326"/>
                  </a:lnTo>
                  <a:lnTo>
                    <a:pt x="5063540" y="1042644"/>
                  </a:lnTo>
                  <a:lnTo>
                    <a:pt x="5064822" y="1042644"/>
                  </a:lnTo>
                  <a:lnTo>
                    <a:pt x="5066104" y="1042644"/>
                  </a:lnTo>
                  <a:lnTo>
                    <a:pt x="5067385" y="1042644"/>
                  </a:lnTo>
                  <a:lnTo>
                    <a:pt x="5068667" y="1042644"/>
                  </a:lnTo>
                  <a:lnTo>
                    <a:pt x="5069949" y="1042644"/>
                  </a:lnTo>
                  <a:lnTo>
                    <a:pt x="5071231" y="947988"/>
                  </a:lnTo>
                  <a:lnTo>
                    <a:pt x="5072513" y="866499"/>
                  </a:lnTo>
                  <a:lnTo>
                    <a:pt x="5073795" y="804658"/>
                  </a:lnTo>
                  <a:lnTo>
                    <a:pt x="5075077" y="804658"/>
                  </a:lnTo>
                  <a:lnTo>
                    <a:pt x="5076358" y="804658"/>
                  </a:lnTo>
                  <a:lnTo>
                    <a:pt x="5077640" y="804658"/>
                  </a:lnTo>
                  <a:lnTo>
                    <a:pt x="5078922" y="798817"/>
                  </a:lnTo>
                  <a:lnTo>
                    <a:pt x="5080204" y="719232"/>
                  </a:lnTo>
                  <a:lnTo>
                    <a:pt x="5081486" y="719232"/>
                  </a:lnTo>
                  <a:lnTo>
                    <a:pt x="5082768" y="731193"/>
                  </a:lnTo>
                  <a:lnTo>
                    <a:pt x="5084049" y="731193"/>
                  </a:lnTo>
                  <a:lnTo>
                    <a:pt x="5085331" y="720926"/>
                  </a:lnTo>
                  <a:lnTo>
                    <a:pt x="5086613" y="689549"/>
                  </a:lnTo>
                  <a:lnTo>
                    <a:pt x="5087895" y="640222"/>
                  </a:lnTo>
                  <a:lnTo>
                    <a:pt x="5089177" y="668465"/>
                  </a:lnTo>
                  <a:lnTo>
                    <a:pt x="5090459" y="728372"/>
                  </a:lnTo>
                  <a:lnTo>
                    <a:pt x="5091740" y="743202"/>
                  </a:lnTo>
                  <a:lnTo>
                    <a:pt x="5093022" y="782047"/>
                  </a:lnTo>
                  <a:lnTo>
                    <a:pt x="5094304" y="782047"/>
                  </a:lnTo>
                  <a:lnTo>
                    <a:pt x="5095586" y="782047"/>
                  </a:lnTo>
                  <a:lnTo>
                    <a:pt x="5096868" y="782047"/>
                  </a:lnTo>
                  <a:lnTo>
                    <a:pt x="5098150" y="786699"/>
                  </a:lnTo>
                  <a:lnTo>
                    <a:pt x="5099432" y="873814"/>
                  </a:lnTo>
                  <a:lnTo>
                    <a:pt x="5100713" y="938673"/>
                  </a:lnTo>
                  <a:lnTo>
                    <a:pt x="5101995" y="936659"/>
                  </a:lnTo>
                  <a:lnTo>
                    <a:pt x="5103277" y="868421"/>
                  </a:lnTo>
                  <a:lnTo>
                    <a:pt x="5104559" y="857781"/>
                  </a:lnTo>
                  <a:lnTo>
                    <a:pt x="5105841" y="892158"/>
                  </a:lnTo>
                  <a:lnTo>
                    <a:pt x="5107123" y="955035"/>
                  </a:lnTo>
                  <a:lnTo>
                    <a:pt x="5108404" y="1023211"/>
                  </a:lnTo>
                  <a:lnTo>
                    <a:pt x="5109686" y="1035839"/>
                  </a:lnTo>
                  <a:lnTo>
                    <a:pt x="5110968" y="1031021"/>
                  </a:lnTo>
                  <a:lnTo>
                    <a:pt x="5112250" y="1042644"/>
                  </a:lnTo>
                  <a:lnTo>
                    <a:pt x="5113532" y="1042644"/>
                  </a:lnTo>
                  <a:lnTo>
                    <a:pt x="5114814" y="1042644"/>
                  </a:lnTo>
                  <a:lnTo>
                    <a:pt x="5116096" y="1042644"/>
                  </a:lnTo>
                  <a:lnTo>
                    <a:pt x="5117377" y="1042644"/>
                  </a:lnTo>
                  <a:lnTo>
                    <a:pt x="5118659" y="1042644"/>
                  </a:lnTo>
                  <a:lnTo>
                    <a:pt x="5119941" y="1042644"/>
                  </a:lnTo>
                  <a:lnTo>
                    <a:pt x="5121223" y="1144980"/>
                  </a:lnTo>
                  <a:lnTo>
                    <a:pt x="5122505" y="1286529"/>
                  </a:lnTo>
                  <a:lnTo>
                    <a:pt x="5123787" y="1342471"/>
                  </a:lnTo>
                  <a:lnTo>
                    <a:pt x="5125068" y="1342471"/>
                  </a:lnTo>
                  <a:lnTo>
                    <a:pt x="5126350" y="1313834"/>
                  </a:lnTo>
                  <a:lnTo>
                    <a:pt x="5127632" y="1243667"/>
                  </a:lnTo>
                  <a:lnTo>
                    <a:pt x="5128914" y="1173617"/>
                  </a:lnTo>
                  <a:lnTo>
                    <a:pt x="5130196" y="1173617"/>
                  </a:lnTo>
                  <a:lnTo>
                    <a:pt x="5131478" y="1144980"/>
                  </a:lnTo>
                  <a:lnTo>
                    <a:pt x="5132759" y="1104485"/>
                  </a:lnTo>
                  <a:lnTo>
                    <a:pt x="5134041" y="1104485"/>
                  </a:lnTo>
                  <a:lnTo>
                    <a:pt x="5135323" y="1140994"/>
                  </a:lnTo>
                  <a:lnTo>
                    <a:pt x="5136605" y="1135095"/>
                  </a:lnTo>
                  <a:lnTo>
                    <a:pt x="5137887" y="1158781"/>
                  </a:lnTo>
                  <a:lnTo>
                    <a:pt x="5139169" y="1158781"/>
                  </a:lnTo>
                  <a:lnTo>
                    <a:pt x="5140451" y="1113609"/>
                  </a:lnTo>
                  <a:lnTo>
                    <a:pt x="5141732" y="1054219"/>
                  </a:lnTo>
                  <a:lnTo>
                    <a:pt x="5143014" y="1004787"/>
                  </a:lnTo>
                  <a:lnTo>
                    <a:pt x="5144296" y="1004787"/>
                  </a:lnTo>
                  <a:lnTo>
                    <a:pt x="5145578" y="967613"/>
                  </a:lnTo>
                  <a:lnTo>
                    <a:pt x="5146860" y="965498"/>
                  </a:lnTo>
                  <a:lnTo>
                    <a:pt x="5148142" y="1004787"/>
                  </a:lnTo>
                  <a:lnTo>
                    <a:pt x="5149423" y="1004787"/>
                  </a:lnTo>
                  <a:lnTo>
                    <a:pt x="5150705" y="991396"/>
                  </a:lnTo>
                  <a:lnTo>
                    <a:pt x="5151987" y="963390"/>
                  </a:lnTo>
                  <a:lnTo>
                    <a:pt x="5153269" y="948845"/>
                  </a:lnTo>
                  <a:lnTo>
                    <a:pt x="5154551" y="897109"/>
                  </a:lnTo>
                  <a:lnTo>
                    <a:pt x="5155833" y="850875"/>
                  </a:lnTo>
                  <a:lnTo>
                    <a:pt x="5157115" y="731194"/>
                  </a:lnTo>
                  <a:lnTo>
                    <a:pt x="5158396" y="731194"/>
                  </a:lnTo>
                  <a:lnTo>
                    <a:pt x="5159678" y="611374"/>
                  </a:lnTo>
                  <a:lnTo>
                    <a:pt x="5160960" y="600833"/>
                  </a:lnTo>
                  <a:lnTo>
                    <a:pt x="5162242" y="532863"/>
                  </a:lnTo>
                  <a:lnTo>
                    <a:pt x="5163524" y="490385"/>
                  </a:lnTo>
                  <a:lnTo>
                    <a:pt x="5164806" y="574246"/>
                  </a:lnTo>
                  <a:lnTo>
                    <a:pt x="5166087" y="574246"/>
                  </a:lnTo>
                  <a:lnTo>
                    <a:pt x="5167369" y="575811"/>
                  </a:lnTo>
                  <a:lnTo>
                    <a:pt x="5168651" y="573921"/>
                  </a:lnTo>
                  <a:lnTo>
                    <a:pt x="5169933" y="554431"/>
                  </a:lnTo>
                  <a:lnTo>
                    <a:pt x="5171215" y="568286"/>
                  </a:lnTo>
                  <a:lnTo>
                    <a:pt x="5172497" y="562705"/>
                  </a:lnTo>
                  <a:lnTo>
                    <a:pt x="5173778" y="593104"/>
                  </a:lnTo>
                  <a:lnTo>
                    <a:pt x="5175060" y="610921"/>
                  </a:lnTo>
                  <a:lnTo>
                    <a:pt x="5176342" y="614955"/>
                  </a:lnTo>
                  <a:lnTo>
                    <a:pt x="5177624" y="595057"/>
                  </a:lnTo>
                  <a:lnTo>
                    <a:pt x="5178906" y="671201"/>
                  </a:lnTo>
                  <a:lnTo>
                    <a:pt x="5180188" y="779775"/>
                  </a:lnTo>
                  <a:lnTo>
                    <a:pt x="5181470" y="882376"/>
                  </a:lnTo>
                  <a:lnTo>
                    <a:pt x="5182751" y="831996"/>
                  </a:lnTo>
                  <a:lnTo>
                    <a:pt x="5184033" y="796654"/>
                  </a:lnTo>
                  <a:lnTo>
                    <a:pt x="5185315" y="696365"/>
                  </a:lnTo>
                  <a:lnTo>
                    <a:pt x="5186597" y="607166"/>
                  </a:lnTo>
                  <a:lnTo>
                    <a:pt x="5187879" y="583877"/>
                  </a:lnTo>
                  <a:lnTo>
                    <a:pt x="5189161" y="631418"/>
                  </a:lnTo>
                  <a:lnTo>
                    <a:pt x="5190442" y="604378"/>
                  </a:lnTo>
                  <a:lnTo>
                    <a:pt x="5191724" y="565368"/>
                  </a:lnTo>
                  <a:lnTo>
                    <a:pt x="5193006" y="544906"/>
                  </a:lnTo>
                  <a:lnTo>
                    <a:pt x="5194288" y="498990"/>
                  </a:lnTo>
                  <a:lnTo>
                    <a:pt x="5195570" y="448888"/>
                  </a:lnTo>
                  <a:lnTo>
                    <a:pt x="5196852" y="449956"/>
                  </a:lnTo>
                  <a:lnTo>
                    <a:pt x="5198134" y="407682"/>
                  </a:lnTo>
                  <a:lnTo>
                    <a:pt x="5199415" y="343656"/>
                  </a:lnTo>
                  <a:lnTo>
                    <a:pt x="5200697" y="276311"/>
                  </a:lnTo>
                  <a:lnTo>
                    <a:pt x="5201979" y="228230"/>
                  </a:lnTo>
                  <a:lnTo>
                    <a:pt x="5203261" y="299455"/>
                  </a:lnTo>
                  <a:lnTo>
                    <a:pt x="5204543" y="340807"/>
                  </a:lnTo>
                  <a:lnTo>
                    <a:pt x="5205825" y="352484"/>
                  </a:lnTo>
                  <a:lnTo>
                    <a:pt x="5207106" y="343635"/>
                  </a:lnTo>
                  <a:lnTo>
                    <a:pt x="5208388" y="306761"/>
                  </a:lnTo>
                  <a:lnTo>
                    <a:pt x="5209670" y="252948"/>
                  </a:lnTo>
                  <a:lnTo>
                    <a:pt x="5210952" y="219434"/>
                  </a:lnTo>
                  <a:lnTo>
                    <a:pt x="5212234" y="176614"/>
                  </a:lnTo>
                  <a:lnTo>
                    <a:pt x="5213516" y="196778"/>
                  </a:lnTo>
                  <a:lnTo>
                    <a:pt x="5214798" y="232005"/>
                  </a:lnTo>
                  <a:lnTo>
                    <a:pt x="5216079" y="235039"/>
                  </a:lnTo>
                  <a:lnTo>
                    <a:pt x="5217361" y="269483"/>
                  </a:lnTo>
                  <a:lnTo>
                    <a:pt x="5218643" y="315765"/>
                  </a:lnTo>
                  <a:lnTo>
                    <a:pt x="5219925" y="367534"/>
                  </a:lnTo>
                  <a:lnTo>
                    <a:pt x="5221207" y="409392"/>
                  </a:lnTo>
                  <a:lnTo>
                    <a:pt x="5222489" y="411416"/>
                  </a:lnTo>
                  <a:lnTo>
                    <a:pt x="5223770" y="420267"/>
                  </a:lnTo>
                  <a:lnTo>
                    <a:pt x="5225052" y="347235"/>
                  </a:lnTo>
                  <a:lnTo>
                    <a:pt x="5226334" y="360854"/>
                  </a:lnTo>
                  <a:lnTo>
                    <a:pt x="5227616" y="409675"/>
                  </a:lnTo>
                  <a:lnTo>
                    <a:pt x="5228898" y="510729"/>
                  </a:lnTo>
                  <a:lnTo>
                    <a:pt x="5230180" y="637273"/>
                  </a:lnTo>
                  <a:lnTo>
                    <a:pt x="5231461" y="754076"/>
                  </a:lnTo>
                  <a:lnTo>
                    <a:pt x="5232743" y="827107"/>
                  </a:lnTo>
                  <a:lnTo>
                    <a:pt x="5234025" y="809195"/>
                  </a:lnTo>
                  <a:lnTo>
                    <a:pt x="5235307" y="786699"/>
                  </a:lnTo>
                  <a:lnTo>
                    <a:pt x="5236589" y="750475"/>
                  </a:lnTo>
                  <a:lnTo>
                    <a:pt x="5237871" y="675034"/>
                  </a:lnTo>
                  <a:lnTo>
                    <a:pt x="5239153" y="722842"/>
                  </a:lnTo>
                  <a:lnTo>
                    <a:pt x="5240434" y="775769"/>
                  </a:lnTo>
                  <a:lnTo>
                    <a:pt x="5241716" y="790595"/>
                  </a:lnTo>
                  <a:lnTo>
                    <a:pt x="5242998" y="748464"/>
                  </a:lnTo>
                  <a:lnTo>
                    <a:pt x="5244280" y="700897"/>
                  </a:lnTo>
                  <a:lnTo>
                    <a:pt x="5245562" y="654728"/>
                  </a:lnTo>
                  <a:lnTo>
                    <a:pt x="5246844" y="570158"/>
                  </a:lnTo>
                  <a:lnTo>
                    <a:pt x="5248125" y="506258"/>
                  </a:lnTo>
                  <a:lnTo>
                    <a:pt x="5249407" y="540721"/>
                  </a:lnTo>
                  <a:lnTo>
                    <a:pt x="5250689" y="548817"/>
                  </a:lnTo>
                  <a:lnTo>
                    <a:pt x="5251971" y="547189"/>
                  </a:lnTo>
                  <a:lnTo>
                    <a:pt x="5253253" y="483173"/>
                  </a:lnTo>
                  <a:lnTo>
                    <a:pt x="5254535" y="479948"/>
                  </a:lnTo>
                  <a:lnTo>
                    <a:pt x="5255817" y="459407"/>
                  </a:lnTo>
                  <a:lnTo>
                    <a:pt x="5257098" y="444987"/>
                  </a:lnTo>
                  <a:lnTo>
                    <a:pt x="5258380" y="440426"/>
                  </a:lnTo>
                  <a:lnTo>
                    <a:pt x="5259662" y="348781"/>
                  </a:lnTo>
                  <a:lnTo>
                    <a:pt x="5260944" y="391229"/>
                  </a:lnTo>
                  <a:lnTo>
                    <a:pt x="5262226" y="382079"/>
                  </a:lnTo>
                  <a:lnTo>
                    <a:pt x="5263508" y="403729"/>
                  </a:lnTo>
                  <a:lnTo>
                    <a:pt x="5264789" y="408142"/>
                  </a:lnTo>
                  <a:lnTo>
                    <a:pt x="5266071" y="432844"/>
                  </a:lnTo>
                  <a:lnTo>
                    <a:pt x="5267353" y="426949"/>
                  </a:lnTo>
                  <a:lnTo>
                    <a:pt x="5268635" y="415225"/>
                  </a:lnTo>
                  <a:lnTo>
                    <a:pt x="5269917" y="382733"/>
                  </a:lnTo>
                  <a:lnTo>
                    <a:pt x="5271199" y="289826"/>
                  </a:lnTo>
                  <a:lnTo>
                    <a:pt x="5272480" y="292503"/>
                  </a:lnTo>
                  <a:lnTo>
                    <a:pt x="5273762" y="317163"/>
                  </a:lnTo>
                  <a:lnTo>
                    <a:pt x="5275044" y="348043"/>
                  </a:lnTo>
                  <a:lnTo>
                    <a:pt x="5276326" y="306075"/>
                  </a:lnTo>
                  <a:lnTo>
                    <a:pt x="5277608" y="287826"/>
                  </a:lnTo>
                  <a:lnTo>
                    <a:pt x="5278890" y="303335"/>
                  </a:lnTo>
                  <a:lnTo>
                    <a:pt x="5280172" y="314848"/>
                  </a:lnTo>
                  <a:lnTo>
                    <a:pt x="5281453" y="310511"/>
                  </a:lnTo>
                  <a:lnTo>
                    <a:pt x="5282735" y="251001"/>
                  </a:lnTo>
                  <a:lnTo>
                    <a:pt x="5284017" y="175695"/>
                  </a:lnTo>
                  <a:lnTo>
                    <a:pt x="5285299" y="180404"/>
                  </a:lnTo>
                  <a:lnTo>
                    <a:pt x="5286581" y="190624"/>
                  </a:lnTo>
                  <a:lnTo>
                    <a:pt x="5287863" y="189937"/>
                  </a:lnTo>
                  <a:lnTo>
                    <a:pt x="5289144" y="196843"/>
                  </a:lnTo>
                  <a:lnTo>
                    <a:pt x="5290426" y="207355"/>
                  </a:lnTo>
                  <a:lnTo>
                    <a:pt x="5291708" y="178381"/>
                  </a:lnTo>
                  <a:lnTo>
                    <a:pt x="5292990" y="143749"/>
                  </a:lnTo>
                  <a:lnTo>
                    <a:pt x="5294272" y="97403"/>
                  </a:lnTo>
                  <a:lnTo>
                    <a:pt x="5295554" y="126246"/>
                  </a:lnTo>
                  <a:lnTo>
                    <a:pt x="5296836" y="120119"/>
                  </a:lnTo>
                  <a:lnTo>
                    <a:pt x="5298117" y="68236"/>
                  </a:lnTo>
                  <a:lnTo>
                    <a:pt x="5299399" y="63236"/>
                  </a:lnTo>
                  <a:lnTo>
                    <a:pt x="5300681" y="141112"/>
                  </a:lnTo>
                  <a:lnTo>
                    <a:pt x="5301963" y="184601"/>
                  </a:lnTo>
                  <a:lnTo>
                    <a:pt x="5303245" y="184931"/>
                  </a:lnTo>
                  <a:lnTo>
                    <a:pt x="5304527" y="139801"/>
                  </a:lnTo>
                  <a:lnTo>
                    <a:pt x="5305808" y="140836"/>
                  </a:lnTo>
                  <a:lnTo>
                    <a:pt x="5307090" y="147086"/>
                  </a:lnTo>
                  <a:lnTo>
                    <a:pt x="5308372" y="128025"/>
                  </a:lnTo>
                  <a:lnTo>
                    <a:pt x="5309654" y="125497"/>
                  </a:lnTo>
                  <a:lnTo>
                    <a:pt x="5310936" y="129548"/>
                  </a:lnTo>
                  <a:lnTo>
                    <a:pt x="5312218" y="137221"/>
                  </a:lnTo>
                  <a:lnTo>
                    <a:pt x="5313500" y="150762"/>
                  </a:lnTo>
                  <a:lnTo>
                    <a:pt x="5314781" y="170588"/>
                  </a:lnTo>
                  <a:lnTo>
                    <a:pt x="5316063" y="201354"/>
                  </a:lnTo>
                  <a:lnTo>
                    <a:pt x="5317345" y="232611"/>
                  </a:lnTo>
                  <a:lnTo>
                    <a:pt x="5318627" y="196208"/>
                  </a:lnTo>
                  <a:lnTo>
                    <a:pt x="5319909" y="202649"/>
                  </a:lnTo>
                  <a:lnTo>
                    <a:pt x="5321191" y="186347"/>
                  </a:lnTo>
                  <a:lnTo>
                    <a:pt x="5322472" y="126246"/>
                  </a:lnTo>
                  <a:lnTo>
                    <a:pt x="5323754" y="155283"/>
                  </a:lnTo>
                  <a:lnTo>
                    <a:pt x="5325036" y="152701"/>
                  </a:lnTo>
                  <a:lnTo>
                    <a:pt x="5326318" y="125630"/>
                  </a:lnTo>
                  <a:lnTo>
                    <a:pt x="5327600" y="69353"/>
                  </a:lnTo>
                  <a:lnTo>
                    <a:pt x="5328882" y="50648"/>
                  </a:lnTo>
                  <a:lnTo>
                    <a:pt x="5330163" y="50107"/>
                  </a:lnTo>
                  <a:lnTo>
                    <a:pt x="5331445" y="52275"/>
                  </a:lnTo>
                  <a:lnTo>
                    <a:pt x="5332727" y="55541"/>
                  </a:lnTo>
                  <a:lnTo>
                    <a:pt x="5334009" y="113959"/>
                  </a:lnTo>
                  <a:lnTo>
                    <a:pt x="5335291" y="138767"/>
                  </a:lnTo>
                  <a:lnTo>
                    <a:pt x="5336573" y="194167"/>
                  </a:lnTo>
                  <a:lnTo>
                    <a:pt x="5337855" y="178996"/>
                  </a:lnTo>
                  <a:lnTo>
                    <a:pt x="5339136" y="160512"/>
                  </a:lnTo>
                  <a:lnTo>
                    <a:pt x="5340418" y="138983"/>
                  </a:lnTo>
                  <a:lnTo>
                    <a:pt x="5341700" y="111310"/>
                  </a:lnTo>
                  <a:lnTo>
                    <a:pt x="5342982" y="119519"/>
                  </a:lnTo>
                  <a:lnTo>
                    <a:pt x="5344264" y="116049"/>
                  </a:lnTo>
                  <a:lnTo>
                    <a:pt x="5345546" y="101946"/>
                  </a:lnTo>
                  <a:lnTo>
                    <a:pt x="5346827" y="135843"/>
                  </a:lnTo>
                  <a:lnTo>
                    <a:pt x="5348109" y="159579"/>
                  </a:lnTo>
                  <a:lnTo>
                    <a:pt x="5349391" y="166138"/>
                  </a:lnTo>
                  <a:lnTo>
                    <a:pt x="5350673" y="169918"/>
                  </a:lnTo>
                  <a:lnTo>
                    <a:pt x="5351955" y="167552"/>
                  </a:lnTo>
                  <a:lnTo>
                    <a:pt x="5353237" y="162668"/>
                  </a:lnTo>
                  <a:lnTo>
                    <a:pt x="5354519" y="33219"/>
                  </a:lnTo>
                  <a:lnTo>
                    <a:pt x="5355800" y="0"/>
                  </a:lnTo>
                  <a:lnTo>
                    <a:pt x="5357082" y="15650"/>
                  </a:lnTo>
                  <a:lnTo>
                    <a:pt x="5358364" y="36564"/>
                  </a:lnTo>
                  <a:lnTo>
                    <a:pt x="5359646" y="108185"/>
                  </a:lnTo>
                  <a:lnTo>
                    <a:pt x="5360928" y="123433"/>
                  </a:lnTo>
                  <a:lnTo>
                    <a:pt x="5362210" y="130983"/>
                  </a:lnTo>
                  <a:lnTo>
                    <a:pt x="5363491" y="126963"/>
                  </a:lnTo>
                  <a:lnTo>
                    <a:pt x="5364773" y="185537"/>
                  </a:lnTo>
                  <a:lnTo>
                    <a:pt x="5366055" y="144428"/>
                  </a:lnTo>
                  <a:lnTo>
                    <a:pt x="5367337" y="122731"/>
                  </a:lnTo>
                  <a:lnTo>
                    <a:pt x="5368619" y="114002"/>
                  </a:lnTo>
                  <a:lnTo>
                    <a:pt x="5369901" y="113615"/>
                  </a:lnTo>
                  <a:lnTo>
                    <a:pt x="5371182" y="88586"/>
                  </a:lnTo>
                  <a:lnTo>
                    <a:pt x="5372464" y="87473"/>
                  </a:lnTo>
                  <a:lnTo>
                    <a:pt x="5373746" y="152866"/>
                  </a:lnTo>
                  <a:lnTo>
                    <a:pt x="5375028" y="168395"/>
                  </a:lnTo>
                  <a:lnTo>
                    <a:pt x="5376310" y="178121"/>
                  </a:lnTo>
                  <a:lnTo>
                    <a:pt x="5377592" y="115616"/>
                  </a:lnTo>
                  <a:lnTo>
                    <a:pt x="5378874" y="110340"/>
                  </a:lnTo>
                  <a:lnTo>
                    <a:pt x="5380155" y="130983"/>
                  </a:lnTo>
                  <a:lnTo>
                    <a:pt x="5381437" y="130625"/>
                  </a:lnTo>
                  <a:lnTo>
                    <a:pt x="5382719" y="99823"/>
                  </a:lnTo>
                  <a:lnTo>
                    <a:pt x="5384001" y="125497"/>
                  </a:lnTo>
                  <a:lnTo>
                    <a:pt x="5385283" y="188098"/>
                  </a:lnTo>
                  <a:lnTo>
                    <a:pt x="5386565" y="213180"/>
                  </a:lnTo>
                  <a:lnTo>
                    <a:pt x="5387846" y="129333"/>
                  </a:lnTo>
                  <a:lnTo>
                    <a:pt x="5389128" y="133683"/>
                  </a:lnTo>
                  <a:lnTo>
                    <a:pt x="5390410" y="213755"/>
                  </a:lnTo>
                  <a:lnTo>
                    <a:pt x="5391692" y="252160"/>
                  </a:lnTo>
                  <a:lnTo>
                    <a:pt x="5392974" y="249115"/>
                  </a:lnTo>
                  <a:lnTo>
                    <a:pt x="5394256" y="281102"/>
                  </a:lnTo>
                  <a:lnTo>
                    <a:pt x="5395538" y="287552"/>
                  </a:lnTo>
                  <a:lnTo>
                    <a:pt x="5396819" y="371046"/>
                  </a:lnTo>
                  <a:lnTo>
                    <a:pt x="5398101" y="433095"/>
                  </a:lnTo>
                  <a:lnTo>
                    <a:pt x="5399383" y="457488"/>
                  </a:lnTo>
                  <a:lnTo>
                    <a:pt x="5400665" y="476193"/>
                  </a:lnTo>
                  <a:lnTo>
                    <a:pt x="5401947" y="520293"/>
                  </a:lnTo>
                  <a:lnTo>
                    <a:pt x="5403229" y="546164"/>
                  </a:lnTo>
                  <a:lnTo>
                    <a:pt x="5404510" y="632876"/>
                  </a:lnTo>
                  <a:lnTo>
                    <a:pt x="5405792" y="707509"/>
                  </a:lnTo>
                  <a:lnTo>
                    <a:pt x="5407074" y="804658"/>
                  </a:lnTo>
                  <a:lnTo>
                    <a:pt x="5408356" y="845153"/>
                  </a:lnTo>
                  <a:lnTo>
                    <a:pt x="5409638" y="939347"/>
                  </a:lnTo>
                  <a:lnTo>
                    <a:pt x="5410920" y="972140"/>
                  </a:lnTo>
                  <a:lnTo>
                    <a:pt x="5412201" y="963390"/>
                  </a:lnTo>
                  <a:lnTo>
                    <a:pt x="5413483" y="1072516"/>
                  </a:lnTo>
                  <a:lnTo>
                    <a:pt x="5414765" y="1078535"/>
                  </a:lnTo>
                  <a:lnTo>
                    <a:pt x="5416047" y="1028065"/>
                  </a:lnTo>
                  <a:lnTo>
                    <a:pt x="5417329" y="899674"/>
                  </a:lnTo>
                  <a:lnTo>
                    <a:pt x="5418611" y="866618"/>
                  </a:lnTo>
                  <a:lnTo>
                    <a:pt x="5419893" y="827428"/>
                  </a:lnTo>
                  <a:lnTo>
                    <a:pt x="5421174" y="760827"/>
                  </a:lnTo>
                  <a:lnTo>
                    <a:pt x="5422456" y="726914"/>
                  </a:lnTo>
                  <a:lnTo>
                    <a:pt x="5423738" y="693880"/>
                  </a:lnTo>
                  <a:lnTo>
                    <a:pt x="5425020" y="675611"/>
                  </a:lnTo>
                  <a:lnTo>
                    <a:pt x="5426302" y="606874"/>
                  </a:lnTo>
                  <a:lnTo>
                    <a:pt x="5427584" y="575291"/>
                  </a:lnTo>
                  <a:lnTo>
                    <a:pt x="5428865" y="527226"/>
                  </a:lnTo>
                  <a:lnTo>
                    <a:pt x="5430147" y="465580"/>
                  </a:lnTo>
                  <a:lnTo>
                    <a:pt x="5431429" y="388732"/>
                  </a:lnTo>
                  <a:lnTo>
                    <a:pt x="5432711" y="338908"/>
                  </a:lnTo>
                  <a:lnTo>
                    <a:pt x="5433993" y="316086"/>
                  </a:lnTo>
                  <a:lnTo>
                    <a:pt x="5435275" y="329923"/>
                  </a:lnTo>
                  <a:lnTo>
                    <a:pt x="5436557" y="364278"/>
                  </a:lnTo>
                  <a:lnTo>
                    <a:pt x="5437838" y="364874"/>
                  </a:lnTo>
                  <a:lnTo>
                    <a:pt x="5439120" y="350440"/>
                  </a:lnTo>
                  <a:lnTo>
                    <a:pt x="5440402" y="419719"/>
                  </a:lnTo>
                  <a:lnTo>
                    <a:pt x="5441684" y="439575"/>
                  </a:lnTo>
                  <a:lnTo>
                    <a:pt x="5442966" y="456219"/>
                  </a:lnTo>
                  <a:lnTo>
                    <a:pt x="5444248" y="485505"/>
                  </a:lnTo>
                  <a:lnTo>
                    <a:pt x="5445529" y="544321"/>
                  </a:lnTo>
                  <a:lnTo>
                    <a:pt x="5446811" y="552908"/>
                  </a:lnTo>
                  <a:lnTo>
                    <a:pt x="5448093" y="603457"/>
                  </a:lnTo>
                  <a:lnTo>
                    <a:pt x="5449375" y="725330"/>
                  </a:lnTo>
                  <a:lnTo>
                    <a:pt x="5450657" y="814341"/>
                  </a:lnTo>
                  <a:lnTo>
                    <a:pt x="5451939" y="815780"/>
                  </a:lnTo>
                  <a:lnTo>
                    <a:pt x="5453221" y="840648"/>
                  </a:lnTo>
                  <a:lnTo>
                    <a:pt x="5454502" y="815780"/>
                  </a:lnTo>
                  <a:lnTo>
                    <a:pt x="5455784" y="761939"/>
                  </a:lnTo>
                  <a:lnTo>
                    <a:pt x="5457066" y="730081"/>
                  </a:lnTo>
                  <a:lnTo>
                    <a:pt x="5458348" y="709040"/>
                  </a:lnTo>
                  <a:lnTo>
                    <a:pt x="5459630" y="688000"/>
                  </a:lnTo>
                  <a:lnTo>
                    <a:pt x="5460912" y="666691"/>
                  </a:lnTo>
                  <a:lnTo>
                    <a:pt x="5462193" y="664156"/>
                  </a:lnTo>
                  <a:lnTo>
                    <a:pt x="5463475" y="675729"/>
                  </a:lnTo>
                  <a:lnTo>
                    <a:pt x="5464757" y="666691"/>
                  </a:lnTo>
                  <a:lnTo>
                    <a:pt x="5466039" y="652903"/>
                  </a:lnTo>
                  <a:lnTo>
                    <a:pt x="5467321" y="650959"/>
                  </a:lnTo>
                  <a:lnTo>
                    <a:pt x="5468603" y="636585"/>
                  </a:lnTo>
                  <a:lnTo>
                    <a:pt x="5469884" y="606147"/>
                  </a:lnTo>
                  <a:lnTo>
                    <a:pt x="5471166" y="562705"/>
                  </a:lnTo>
                  <a:lnTo>
                    <a:pt x="5472448" y="575811"/>
                  </a:lnTo>
                  <a:lnTo>
                    <a:pt x="5473730" y="614955"/>
                  </a:lnTo>
                  <a:lnTo>
                    <a:pt x="5475012" y="687004"/>
                  </a:lnTo>
                  <a:lnTo>
                    <a:pt x="5476294" y="766057"/>
                  </a:lnTo>
                  <a:lnTo>
                    <a:pt x="5477576" y="843491"/>
                  </a:lnTo>
                  <a:lnTo>
                    <a:pt x="5478857" y="861306"/>
                  </a:lnTo>
                  <a:lnTo>
                    <a:pt x="5480139" y="862856"/>
                  </a:lnTo>
                  <a:lnTo>
                    <a:pt x="5481421" y="804658"/>
                  </a:lnTo>
                  <a:lnTo>
                    <a:pt x="5482703" y="796883"/>
                  </a:lnTo>
                  <a:lnTo>
                    <a:pt x="5483985" y="743404"/>
                  </a:lnTo>
                  <a:lnTo>
                    <a:pt x="5485267" y="759485"/>
                  </a:lnTo>
                  <a:lnTo>
                    <a:pt x="5486548" y="776020"/>
                  </a:lnTo>
                  <a:lnTo>
                    <a:pt x="5487830" y="810557"/>
                  </a:lnTo>
                  <a:lnTo>
                    <a:pt x="5489112" y="914023"/>
                  </a:lnTo>
                  <a:lnTo>
                    <a:pt x="5490394" y="935631"/>
                  </a:lnTo>
                  <a:lnTo>
                    <a:pt x="5491676" y="921138"/>
                  </a:lnTo>
                  <a:lnTo>
                    <a:pt x="5492958" y="870862"/>
                  </a:lnTo>
                  <a:lnTo>
                    <a:pt x="5494240" y="794956"/>
                  </a:lnTo>
                  <a:lnTo>
                    <a:pt x="5495521" y="731193"/>
                  </a:lnTo>
                  <a:lnTo>
                    <a:pt x="5496803" y="831618"/>
                  </a:lnTo>
                  <a:lnTo>
                    <a:pt x="5498085" y="722414"/>
                  </a:lnTo>
                  <a:lnTo>
                    <a:pt x="5499367" y="696790"/>
                  </a:lnTo>
                  <a:lnTo>
                    <a:pt x="5500649" y="643854"/>
                  </a:lnTo>
                  <a:lnTo>
                    <a:pt x="5501931" y="661729"/>
                  </a:lnTo>
                  <a:lnTo>
                    <a:pt x="5503212" y="677756"/>
                  </a:lnTo>
                  <a:lnTo>
                    <a:pt x="5504494" y="686967"/>
                  </a:lnTo>
                  <a:lnTo>
                    <a:pt x="5505776" y="650460"/>
                  </a:lnTo>
                  <a:lnTo>
                    <a:pt x="5507058" y="587267"/>
                  </a:lnTo>
                  <a:lnTo>
                    <a:pt x="5508340" y="562613"/>
                  </a:lnTo>
                  <a:lnTo>
                    <a:pt x="5509622" y="527078"/>
                  </a:lnTo>
                  <a:lnTo>
                    <a:pt x="5510903" y="454214"/>
                  </a:lnTo>
                  <a:lnTo>
                    <a:pt x="5512185" y="412152"/>
                  </a:lnTo>
                  <a:lnTo>
                    <a:pt x="5513467" y="412152"/>
                  </a:lnTo>
                  <a:lnTo>
                    <a:pt x="5514749" y="407659"/>
                  </a:lnTo>
                  <a:lnTo>
                    <a:pt x="5516031" y="409427"/>
                  </a:lnTo>
                  <a:lnTo>
                    <a:pt x="5517313" y="441804"/>
                  </a:lnTo>
                  <a:lnTo>
                    <a:pt x="5518595" y="382765"/>
                  </a:lnTo>
                  <a:lnTo>
                    <a:pt x="5519876" y="386965"/>
                  </a:lnTo>
                  <a:lnTo>
                    <a:pt x="5521158" y="321414"/>
                  </a:lnTo>
                  <a:lnTo>
                    <a:pt x="5522440" y="309791"/>
                  </a:lnTo>
                  <a:lnTo>
                    <a:pt x="5523722" y="298836"/>
                  </a:lnTo>
                  <a:lnTo>
                    <a:pt x="5525004" y="335044"/>
                  </a:lnTo>
                  <a:lnTo>
                    <a:pt x="5526286" y="384071"/>
                  </a:lnTo>
                  <a:lnTo>
                    <a:pt x="5527567" y="391823"/>
                  </a:lnTo>
                  <a:lnTo>
                    <a:pt x="5528849" y="431072"/>
                  </a:lnTo>
                  <a:lnTo>
                    <a:pt x="5530131" y="494709"/>
                  </a:lnTo>
                  <a:lnTo>
                    <a:pt x="5531413" y="555499"/>
                  </a:lnTo>
                  <a:lnTo>
                    <a:pt x="5532695" y="593449"/>
                  </a:lnTo>
                  <a:lnTo>
                    <a:pt x="5533977" y="640057"/>
                  </a:lnTo>
                  <a:lnTo>
                    <a:pt x="5535259" y="620968"/>
                  </a:lnTo>
                  <a:lnTo>
                    <a:pt x="5536540" y="641271"/>
                  </a:lnTo>
                  <a:lnTo>
                    <a:pt x="5537822" y="708129"/>
                  </a:lnTo>
                  <a:lnTo>
                    <a:pt x="5539104" y="747555"/>
                  </a:lnTo>
                  <a:lnTo>
                    <a:pt x="5540386" y="778966"/>
                  </a:lnTo>
                  <a:lnTo>
                    <a:pt x="5541668" y="828642"/>
                  </a:lnTo>
                  <a:lnTo>
                    <a:pt x="5542950" y="817052"/>
                  </a:lnTo>
                  <a:lnTo>
                    <a:pt x="5544231" y="713761"/>
                  </a:lnTo>
                  <a:lnTo>
                    <a:pt x="5545513" y="669651"/>
                  </a:lnTo>
                  <a:lnTo>
                    <a:pt x="5546795" y="731505"/>
                  </a:lnTo>
                  <a:lnTo>
                    <a:pt x="5548077" y="748744"/>
                  </a:lnTo>
                  <a:lnTo>
                    <a:pt x="5549359" y="813377"/>
                  </a:lnTo>
                  <a:lnTo>
                    <a:pt x="5550641" y="863077"/>
                  </a:lnTo>
                  <a:lnTo>
                    <a:pt x="5551922" y="818694"/>
                  </a:lnTo>
                  <a:lnTo>
                    <a:pt x="5553204" y="775901"/>
                  </a:lnTo>
                  <a:lnTo>
                    <a:pt x="5554486" y="750475"/>
                  </a:lnTo>
                  <a:lnTo>
                    <a:pt x="5555768" y="815571"/>
                  </a:lnTo>
                  <a:lnTo>
                    <a:pt x="5557050" y="851065"/>
                  </a:lnTo>
                  <a:lnTo>
                    <a:pt x="5558332" y="838942"/>
                  </a:lnTo>
                  <a:lnTo>
                    <a:pt x="5559614" y="833043"/>
                  </a:lnTo>
                  <a:lnTo>
                    <a:pt x="5560895" y="843406"/>
                  </a:lnTo>
                  <a:lnTo>
                    <a:pt x="5562177" y="885182"/>
                  </a:lnTo>
                  <a:lnTo>
                    <a:pt x="5563459" y="978877"/>
                  </a:lnTo>
                  <a:lnTo>
                    <a:pt x="5564741" y="1036137"/>
                  </a:lnTo>
                  <a:lnTo>
                    <a:pt x="5566023" y="1042392"/>
                  </a:lnTo>
                  <a:lnTo>
                    <a:pt x="5567305" y="1037980"/>
                  </a:lnTo>
                  <a:lnTo>
                    <a:pt x="5568586" y="1019411"/>
                  </a:lnTo>
                  <a:lnTo>
                    <a:pt x="5569868" y="884751"/>
                  </a:lnTo>
                  <a:lnTo>
                    <a:pt x="5571150" y="843888"/>
                  </a:lnTo>
                  <a:lnTo>
                    <a:pt x="5572432" y="840466"/>
                  </a:lnTo>
                  <a:lnTo>
                    <a:pt x="5573714" y="846313"/>
                  </a:lnTo>
                  <a:lnTo>
                    <a:pt x="5574996" y="790096"/>
                  </a:lnTo>
                  <a:lnTo>
                    <a:pt x="5576278" y="783574"/>
                  </a:lnTo>
                  <a:lnTo>
                    <a:pt x="5577559" y="724329"/>
                  </a:lnTo>
                  <a:lnTo>
                    <a:pt x="5578841" y="731193"/>
                  </a:lnTo>
                  <a:lnTo>
                    <a:pt x="5580123" y="731193"/>
                  </a:lnTo>
                  <a:lnTo>
                    <a:pt x="5581405" y="731193"/>
                  </a:lnTo>
                  <a:lnTo>
                    <a:pt x="5582687" y="709170"/>
                  </a:lnTo>
                  <a:lnTo>
                    <a:pt x="5583969" y="669007"/>
                  </a:lnTo>
                  <a:lnTo>
                    <a:pt x="5585250" y="721733"/>
                  </a:lnTo>
                  <a:lnTo>
                    <a:pt x="5586532" y="728255"/>
                  </a:lnTo>
                  <a:lnTo>
                    <a:pt x="5587814" y="681829"/>
                  </a:lnTo>
                  <a:lnTo>
                    <a:pt x="5589096" y="658535"/>
                  </a:lnTo>
                  <a:lnTo>
                    <a:pt x="5590378" y="717740"/>
                  </a:lnTo>
                  <a:lnTo>
                    <a:pt x="5591660" y="737448"/>
                  </a:lnTo>
                  <a:lnTo>
                    <a:pt x="5592942" y="778966"/>
                  </a:lnTo>
                  <a:lnTo>
                    <a:pt x="5594223" y="842175"/>
                  </a:lnTo>
                  <a:lnTo>
                    <a:pt x="5595505" y="813782"/>
                  </a:lnTo>
                  <a:lnTo>
                    <a:pt x="5596787" y="813782"/>
                  </a:lnTo>
                  <a:lnTo>
                    <a:pt x="5598069" y="794536"/>
                  </a:lnTo>
                  <a:lnTo>
                    <a:pt x="5599351" y="774375"/>
                  </a:lnTo>
                  <a:lnTo>
                    <a:pt x="5600633" y="736018"/>
                  </a:lnTo>
                  <a:lnTo>
                    <a:pt x="5601914" y="807415"/>
                  </a:lnTo>
                  <a:lnTo>
                    <a:pt x="5603196" y="887220"/>
                  </a:lnTo>
                  <a:lnTo>
                    <a:pt x="5604478" y="978939"/>
                  </a:lnTo>
                  <a:lnTo>
                    <a:pt x="5605760" y="945793"/>
                  </a:lnTo>
                  <a:lnTo>
                    <a:pt x="5607042" y="1056667"/>
                  </a:lnTo>
                  <a:lnTo>
                    <a:pt x="5608324" y="1180907"/>
                  </a:lnTo>
                  <a:lnTo>
                    <a:pt x="5609605" y="1189465"/>
                  </a:lnTo>
                  <a:lnTo>
                    <a:pt x="5610887" y="1193749"/>
                  </a:lnTo>
                  <a:lnTo>
                    <a:pt x="5612169" y="1160319"/>
                  </a:lnTo>
                  <a:lnTo>
                    <a:pt x="5613451" y="1106042"/>
                  </a:lnTo>
                  <a:lnTo>
                    <a:pt x="5614733" y="1145368"/>
                  </a:lnTo>
                  <a:lnTo>
                    <a:pt x="5616015" y="1134294"/>
                  </a:lnTo>
                  <a:lnTo>
                    <a:pt x="5617297" y="1095385"/>
                  </a:lnTo>
                  <a:lnTo>
                    <a:pt x="5618578" y="1085404"/>
                  </a:lnTo>
                  <a:lnTo>
                    <a:pt x="5619860" y="1062262"/>
                  </a:lnTo>
                  <a:lnTo>
                    <a:pt x="5621142" y="988443"/>
                  </a:lnTo>
                  <a:lnTo>
                    <a:pt x="5622424" y="867177"/>
                  </a:lnTo>
                  <a:lnTo>
                    <a:pt x="5623706" y="785835"/>
                  </a:lnTo>
                  <a:lnTo>
                    <a:pt x="5624988" y="748947"/>
                  </a:lnTo>
                  <a:lnTo>
                    <a:pt x="5626269" y="715858"/>
                  </a:lnTo>
                  <a:lnTo>
                    <a:pt x="5627551" y="697764"/>
                  </a:lnTo>
                  <a:lnTo>
                    <a:pt x="5628833" y="649338"/>
                  </a:lnTo>
                  <a:lnTo>
                    <a:pt x="5630115" y="620037"/>
                  </a:lnTo>
                  <a:lnTo>
                    <a:pt x="5631397" y="680811"/>
                  </a:lnTo>
                  <a:lnTo>
                    <a:pt x="5632679" y="678180"/>
                  </a:lnTo>
                  <a:lnTo>
                    <a:pt x="5633961" y="691108"/>
                  </a:lnTo>
                  <a:lnTo>
                    <a:pt x="5635242" y="697375"/>
                  </a:lnTo>
                  <a:lnTo>
                    <a:pt x="5636524" y="673433"/>
                  </a:lnTo>
                  <a:lnTo>
                    <a:pt x="5637806" y="719178"/>
                  </a:lnTo>
                  <a:lnTo>
                    <a:pt x="5639088" y="735226"/>
                  </a:lnTo>
                  <a:lnTo>
                    <a:pt x="5640370" y="758196"/>
                  </a:lnTo>
                  <a:lnTo>
                    <a:pt x="5641652" y="780505"/>
                  </a:lnTo>
                  <a:lnTo>
                    <a:pt x="5642933" y="741758"/>
                  </a:lnTo>
                  <a:lnTo>
                    <a:pt x="5644215" y="775901"/>
                  </a:lnTo>
                  <a:lnTo>
                    <a:pt x="5645497" y="786699"/>
                  </a:lnTo>
                  <a:lnTo>
                    <a:pt x="5646779" y="813782"/>
                  </a:lnTo>
                  <a:lnTo>
                    <a:pt x="5648061" y="821991"/>
                  </a:lnTo>
                  <a:lnTo>
                    <a:pt x="5649343" y="891555"/>
                  </a:lnTo>
                  <a:lnTo>
                    <a:pt x="5650624" y="895370"/>
                  </a:lnTo>
                  <a:lnTo>
                    <a:pt x="5651906" y="886397"/>
                  </a:lnTo>
                  <a:lnTo>
                    <a:pt x="5653188" y="971484"/>
                  </a:lnTo>
                  <a:lnTo>
                    <a:pt x="5654470" y="943926"/>
                  </a:lnTo>
                  <a:lnTo>
                    <a:pt x="5655752" y="920474"/>
                  </a:lnTo>
                  <a:lnTo>
                    <a:pt x="5657034" y="920795"/>
                  </a:lnTo>
                  <a:lnTo>
                    <a:pt x="5658316" y="978304"/>
                  </a:lnTo>
                  <a:lnTo>
                    <a:pt x="5659597" y="1079306"/>
                  </a:lnTo>
                  <a:lnTo>
                    <a:pt x="5660879" y="1188888"/>
                  </a:lnTo>
                  <a:lnTo>
                    <a:pt x="5662161" y="1289755"/>
                  </a:lnTo>
                  <a:lnTo>
                    <a:pt x="5663443" y="1223892"/>
                  </a:lnTo>
                  <a:lnTo>
                    <a:pt x="5664725" y="1220622"/>
                  </a:lnTo>
                  <a:lnTo>
                    <a:pt x="5666007" y="1297312"/>
                  </a:lnTo>
                  <a:lnTo>
                    <a:pt x="5667288" y="1295277"/>
                  </a:lnTo>
                  <a:lnTo>
                    <a:pt x="5668570" y="1223521"/>
                  </a:lnTo>
                  <a:lnTo>
                    <a:pt x="5669852" y="1291508"/>
                  </a:lnTo>
                  <a:lnTo>
                    <a:pt x="5671134" y="1296600"/>
                  </a:lnTo>
                  <a:lnTo>
                    <a:pt x="5672416" y="1222115"/>
                  </a:lnTo>
                  <a:lnTo>
                    <a:pt x="5673698" y="1199347"/>
                  </a:lnTo>
                  <a:lnTo>
                    <a:pt x="5674980" y="1183894"/>
                  </a:lnTo>
                  <a:lnTo>
                    <a:pt x="5676261" y="1138016"/>
                  </a:lnTo>
                  <a:lnTo>
                    <a:pt x="5677543" y="1114643"/>
                  </a:lnTo>
                  <a:lnTo>
                    <a:pt x="5678825" y="1079440"/>
                  </a:lnTo>
                  <a:lnTo>
                    <a:pt x="5680107" y="1042701"/>
                  </a:lnTo>
                  <a:lnTo>
                    <a:pt x="5681389" y="1014797"/>
                  </a:lnTo>
                  <a:lnTo>
                    <a:pt x="5682671" y="1017288"/>
                  </a:lnTo>
                  <a:lnTo>
                    <a:pt x="5683952" y="982281"/>
                  </a:lnTo>
                  <a:lnTo>
                    <a:pt x="5685234" y="954507"/>
                  </a:lnTo>
                  <a:lnTo>
                    <a:pt x="5686516" y="917294"/>
                  </a:lnTo>
                  <a:lnTo>
                    <a:pt x="5687798" y="950529"/>
                  </a:lnTo>
                  <a:lnTo>
                    <a:pt x="5689080" y="939186"/>
                  </a:lnTo>
                  <a:lnTo>
                    <a:pt x="5690362" y="949190"/>
                  </a:lnTo>
                  <a:lnTo>
                    <a:pt x="5691643" y="900441"/>
                  </a:lnTo>
                  <a:lnTo>
                    <a:pt x="5692925" y="901770"/>
                  </a:lnTo>
                  <a:lnTo>
                    <a:pt x="5694207" y="917725"/>
                  </a:lnTo>
                  <a:lnTo>
                    <a:pt x="5695489" y="903345"/>
                  </a:lnTo>
                  <a:lnTo>
                    <a:pt x="5696771" y="891100"/>
                  </a:lnTo>
                  <a:lnTo>
                    <a:pt x="5698053" y="855071"/>
                  </a:lnTo>
                  <a:lnTo>
                    <a:pt x="5699335" y="790560"/>
                  </a:lnTo>
                  <a:lnTo>
                    <a:pt x="5700616" y="783177"/>
                  </a:lnTo>
                  <a:lnTo>
                    <a:pt x="5701898" y="788911"/>
                  </a:lnTo>
                  <a:lnTo>
                    <a:pt x="5703180" y="814142"/>
                  </a:lnTo>
                  <a:lnTo>
                    <a:pt x="5704462" y="860423"/>
                  </a:lnTo>
                  <a:lnTo>
                    <a:pt x="5705744" y="831174"/>
                  </a:lnTo>
                  <a:lnTo>
                    <a:pt x="5707026" y="840210"/>
                  </a:lnTo>
                  <a:lnTo>
                    <a:pt x="5708307" y="847709"/>
                  </a:lnTo>
                  <a:lnTo>
                    <a:pt x="5709589" y="856154"/>
                  </a:lnTo>
                  <a:lnTo>
                    <a:pt x="5710871" y="864723"/>
                  </a:lnTo>
                  <a:lnTo>
                    <a:pt x="5712153" y="855304"/>
                  </a:lnTo>
                  <a:lnTo>
                    <a:pt x="5713435" y="847709"/>
                  </a:lnTo>
                  <a:lnTo>
                    <a:pt x="5714717" y="856154"/>
                  </a:lnTo>
                  <a:lnTo>
                    <a:pt x="5715999" y="893921"/>
                  </a:lnTo>
                  <a:lnTo>
                    <a:pt x="5717280" y="930413"/>
                  </a:lnTo>
                  <a:lnTo>
                    <a:pt x="5718562" y="964189"/>
                  </a:lnTo>
                  <a:lnTo>
                    <a:pt x="5719844" y="944748"/>
                  </a:lnTo>
                  <a:lnTo>
                    <a:pt x="5721126" y="1057742"/>
                  </a:lnTo>
                  <a:lnTo>
                    <a:pt x="5722408" y="1086020"/>
                  </a:lnTo>
                  <a:lnTo>
                    <a:pt x="5723690" y="1111263"/>
                  </a:lnTo>
                  <a:lnTo>
                    <a:pt x="5724971" y="1278851"/>
                  </a:lnTo>
                  <a:lnTo>
                    <a:pt x="5726253" y="1251993"/>
                  </a:lnTo>
                  <a:lnTo>
                    <a:pt x="5727535" y="1211498"/>
                  </a:lnTo>
                  <a:lnTo>
                    <a:pt x="5728817" y="1173617"/>
                  </a:lnTo>
                  <a:lnTo>
                    <a:pt x="5730099" y="1173617"/>
                  </a:lnTo>
                  <a:lnTo>
                    <a:pt x="5731381" y="1215424"/>
                  </a:lnTo>
                  <a:lnTo>
                    <a:pt x="5732663" y="1199875"/>
                  </a:lnTo>
                  <a:lnTo>
                    <a:pt x="5733944" y="1124383"/>
                  </a:lnTo>
                  <a:lnTo>
                    <a:pt x="5735226" y="1045586"/>
                  </a:lnTo>
                  <a:lnTo>
                    <a:pt x="5736508" y="1042644"/>
                  </a:lnTo>
                  <a:lnTo>
                    <a:pt x="5737790" y="1128573"/>
                  </a:lnTo>
                  <a:lnTo>
                    <a:pt x="5739072" y="1158781"/>
                  </a:lnTo>
                  <a:lnTo>
                    <a:pt x="5740354" y="1158781"/>
                  </a:lnTo>
                  <a:lnTo>
                    <a:pt x="5741635" y="1084455"/>
                  </a:lnTo>
                  <a:lnTo>
                    <a:pt x="5742917" y="976150"/>
                  </a:lnTo>
                  <a:lnTo>
                    <a:pt x="5744199" y="946797"/>
                  </a:lnTo>
                  <a:lnTo>
                    <a:pt x="5745481" y="884751"/>
                  </a:lnTo>
                  <a:lnTo>
                    <a:pt x="5746763" y="872011"/>
                  </a:lnTo>
                  <a:lnTo>
                    <a:pt x="5748045" y="882914"/>
                  </a:lnTo>
                  <a:lnTo>
                    <a:pt x="5749326" y="882914"/>
                  </a:lnTo>
                  <a:lnTo>
                    <a:pt x="5750608" y="882914"/>
                  </a:lnTo>
                  <a:lnTo>
                    <a:pt x="5751890" y="907257"/>
                  </a:lnTo>
                  <a:lnTo>
                    <a:pt x="5753172" y="948845"/>
                  </a:lnTo>
                  <a:lnTo>
                    <a:pt x="5754454" y="1002534"/>
                  </a:lnTo>
                  <a:lnTo>
                    <a:pt x="5755736" y="1004787"/>
                  </a:lnTo>
                  <a:lnTo>
                    <a:pt x="5757018" y="981101"/>
                  </a:lnTo>
                  <a:lnTo>
                    <a:pt x="5758299" y="888650"/>
                  </a:lnTo>
                  <a:lnTo>
                    <a:pt x="5759581" y="888650"/>
                  </a:lnTo>
                  <a:lnTo>
                    <a:pt x="5760863" y="953005"/>
                  </a:lnTo>
                  <a:lnTo>
                    <a:pt x="5762145" y="992062"/>
                  </a:lnTo>
                  <a:lnTo>
                    <a:pt x="5763427" y="1019877"/>
                  </a:lnTo>
                  <a:lnTo>
                    <a:pt x="5764709" y="1050460"/>
                  </a:lnTo>
                  <a:lnTo>
                    <a:pt x="5765990" y="1092263"/>
                  </a:lnTo>
                  <a:lnTo>
                    <a:pt x="5767272" y="1165604"/>
                  </a:lnTo>
                  <a:lnTo>
                    <a:pt x="5768554" y="1128458"/>
                  </a:lnTo>
                  <a:lnTo>
                    <a:pt x="5769836" y="1128458"/>
                  </a:lnTo>
                  <a:lnTo>
                    <a:pt x="5771118" y="1132871"/>
                  </a:lnTo>
                  <a:lnTo>
                    <a:pt x="5772400" y="1104233"/>
                  </a:lnTo>
                  <a:lnTo>
                    <a:pt x="5773682" y="1104604"/>
                  </a:lnTo>
                  <a:lnTo>
                    <a:pt x="5774963" y="1104604"/>
                  </a:lnTo>
                  <a:lnTo>
                    <a:pt x="5776245" y="1117506"/>
                  </a:lnTo>
                  <a:lnTo>
                    <a:pt x="5777527" y="1065767"/>
                  </a:lnTo>
                  <a:lnTo>
                    <a:pt x="5778809" y="1058065"/>
                  </a:lnTo>
                  <a:lnTo>
                    <a:pt x="5780091" y="1116553"/>
                  </a:lnTo>
                  <a:lnTo>
                    <a:pt x="5781373" y="1228150"/>
                  </a:lnTo>
                  <a:lnTo>
                    <a:pt x="5782654" y="1288887"/>
                  </a:lnTo>
                  <a:lnTo>
                    <a:pt x="5783936" y="1314034"/>
                  </a:lnTo>
                  <a:lnTo>
                    <a:pt x="5785218" y="1243153"/>
                  </a:lnTo>
                  <a:lnTo>
                    <a:pt x="5786500" y="1195039"/>
                  </a:lnTo>
                  <a:lnTo>
                    <a:pt x="5787782" y="1206672"/>
                  </a:lnTo>
                  <a:lnTo>
                    <a:pt x="5789064" y="1150805"/>
                  </a:lnTo>
                  <a:lnTo>
                    <a:pt x="5790345" y="1108811"/>
                  </a:lnTo>
                  <a:lnTo>
                    <a:pt x="5791627" y="1097051"/>
                  </a:lnTo>
                  <a:lnTo>
                    <a:pt x="5792909" y="1108811"/>
                  </a:lnTo>
                  <a:lnTo>
                    <a:pt x="5794191" y="1108811"/>
                  </a:lnTo>
                  <a:lnTo>
                    <a:pt x="5795473" y="1117966"/>
                  </a:lnTo>
                  <a:lnTo>
                    <a:pt x="5796755" y="1137448"/>
                  </a:lnTo>
                  <a:lnTo>
                    <a:pt x="5798037" y="1155326"/>
                  </a:lnTo>
                  <a:lnTo>
                    <a:pt x="5799318" y="1139756"/>
                  </a:lnTo>
                  <a:lnTo>
                    <a:pt x="5800600" y="1078102"/>
                  </a:lnTo>
                  <a:lnTo>
                    <a:pt x="5801882" y="1097591"/>
                  </a:lnTo>
                  <a:lnTo>
                    <a:pt x="5803164" y="1027550"/>
                  </a:lnTo>
                  <a:lnTo>
                    <a:pt x="5804446" y="1068246"/>
                  </a:lnTo>
                  <a:lnTo>
                    <a:pt x="5805728" y="1017010"/>
                  </a:lnTo>
                  <a:lnTo>
                    <a:pt x="5807009" y="1046759"/>
                  </a:lnTo>
                  <a:lnTo>
                    <a:pt x="5808291" y="1050460"/>
                  </a:lnTo>
                  <a:lnTo>
                    <a:pt x="5809573" y="1104485"/>
                  </a:lnTo>
                  <a:lnTo>
                    <a:pt x="5810855" y="1207598"/>
                  </a:lnTo>
                  <a:lnTo>
                    <a:pt x="5812137" y="1251993"/>
                  </a:lnTo>
                  <a:lnTo>
                    <a:pt x="5813419" y="1251993"/>
                  </a:lnTo>
                  <a:lnTo>
                    <a:pt x="5814701" y="1251993"/>
                  </a:lnTo>
                  <a:lnTo>
                    <a:pt x="5815982" y="1219376"/>
                  </a:lnTo>
                  <a:lnTo>
                    <a:pt x="5817264" y="1173617"/>
                  </a:lnTo>
                  <a:lnTo>
                    <a:pt x="5818546" y="1173617"/>
                  </a:lnTo>
                  <a:lnTo>
                    <a:pt x="5819828" y="1173617"/>
                  </a:lnTo>
                  <a:lnTo>
                    <a:pt x="5821110" y="1235458"/>
                  </a:lnTo>
                  <a:lnTo>
                    <a:pt x="5822392" y="1251993"/>
                  </a:lnTo>
                  <a:lnTo>
                    <a:pt x="5823673" y="1251993"/>
                  </a:lnTo>
                  <a:lnTo>
                    <a:pt x="5824955" y="1251993"/>
                  </a:lnTo>
                  <a:lnTo>
                    <a:pt x="5826237" y="1173617"/>
                  </a:lnTo>
                  <a:lnTo>
                    <a:pt x="5827519" y="1173617"/>
                  </a:lnTo>
                  <a:lnTo>
                    <a:pt x="5828801" y="1173617"/>
                  </a:lnTo>
                  <a:lnTo>
                    <a:pt x="5830083" y="1173617"/>
                  </a:lnTo>
                  <a:lnTo>
                    <a:pt x="5831365" y="1173617"/>
                  </a:lnTo>
                  <a:lnTo>
                    <a:pt x="5832646" y="1173617"/>
                  </a:lnTo>
                  <a:lnTo>
                    <a:pt x="5833928" y="1173617"/>
                  </a:lnTo>
                  <a:lnTo>
                    <a:pt x="5835210" y="1177297"/>
                  </a:lnTo>
                  <a:lnTo>
                    <a:pt x="5836492" y="1173617"/>
                  </a:lnTo>
                  <a:lnTo>
                    <a:pt x="5837774" y="1121020"/>
                  </a:lnTo>
                  <a:lnTo>
                    <a:pt x="5839056" y="1104485"/>
                  </a:lnTo>
                  <a:lnTo>
                    <a:pt x="5840337" y="1104485"/>
                  </a:lnTo>
                  <a:lnTo>
                    <a:pt x="5841619" y="1104485"/>
                  </a:lnTo>
                  <a:lnTo>
                    <a:pt x="5842901" y="1091584"/>
                  </a:lnTo>
                  <a:lnTo>
                    <a:pt x="5844183" y="1042644"/>
                  </a:lnTo>
                  <a:lnTo>
                    <a:pt x="5845465" y="1104485"/>
                  </a:lnTo>
                  <a:lnTo>
                    <a:pt x="5846747" y="1085239"/>
                  </a:lnTo>
                  <a:lnTo>
                    <a:pt x="5848028" y="923528"/>
                  </a:lnTo>
                  <a:lnTo>
                    <a:pt x="5849310" y="888650"/>
                  </a:lnTo>
                  <a:lnTo>
                    <a:pt x="5850592" y="888650"/>
                  </a:lnTo>
                  <a:lnTo>
                    <a:pt x="5851874" y="888650"/>
                  </a:lnTo>
                  <a:lnTo>
                    <a:pt x="5853156" y="864329"/>
                  </a:lnTo>
                  <a:lnTo>
                    <a:pt x="5854438" y="910966"/>
                  </a:lnTo>
                  <a:lnTo>
                    <a:pt x="5855720" y="904987"/>
                  </a:lnTo>
                  <a:lnTo>
                    <a:pt x="5857001" y="873814"/>
                  </a:lnTo>
                  <a:lnTo>
                    <a:pt x="5858283" y="875623"/>
                  </a:lnTo>
                  <a:lnTo>
                    <a:pt x="5859565" y="847331"/>
                  </a:lnTo>
                  <a:lnTo>
                    <a:pt x="5860847" y="847331"/>
                  </a:lnTo>
                  <a:lnTo>
                    <a:pt x="5862129" y="854277"/>
                  </a:lnTo>
                  <a:lnTo>
                    <a:pt x="5863411" y="872011"/>
                  </a:lnTo>
                  <a:lnTo>
                    <a:pt x="5864692" y="821991"/>
                  </a:lnTo>
                  <a:lnTo>
                    <a:pt x="5865974" y="808911"/>
                  </a:lnTo>
                  <a:lnTo>
                    <a:pt x="5867256" y="861306"/>
                  </a:lnTo>
                  <a:lnTo>
                    <a:pt x="5868538" y="833680"/>
                  </a:lnTo>
                  <a:lnTo>
                    <a:pt x="5869820" y="782047"/>
                  </a:lnTo>
                  <a:lnTo>
                    <a:pt x="5871102" y="753410"/>
                  </a:lnTo>
                  <a:lnTo>
                    <a:pt x="5872384" y="754883"/>
                  </a:lnTo>
                  <a:lnTo>
                    <a:pt x="5873665" y="731197"/>
                  </a:lnTo>
                  <a:lnTo>
                    <a:pt x="5874947" y="743115"/>
                  </a:lnTo>
                  <a:lnTo>
                    <a:pt x="5876229" y="697645"/>
                  </a:lnTo>
                  <a:lnTo>
                    <a:pt x="5877511" y="704203"/>
                  </a:lnTo>
                  <a:lnTo>
                    <a:pt x="5878793" y="731194"/>
                  </a:lnTo>
                  <a:lnTo>
                    <a:pt x="5880075" y="731194"/>
                  </a:lnTo>
                  <a:lnTo>
                    <a:pt x="5881356" y="731194"/>
                  </a:lnTo>
                  <a:lnTo>
                    <a:pt x="5882638" y="741644"/>
                  </a:lnTo>
                  <a:lnTo>
                    <a:pt x="5883920" y="794956"/>
                  </a:lnTo>
                  <a:lnTo>
                    <a:pt x="5885202" y="822535"/>
                  </a:lnTo>
                  <a:lnTo>
                    <a:pt x="5886484" y="881916"/>
                  </a:lnTo>
                  <a:lnTo>
                    <a:pt x="5887766" y="955529"/>
                  </a:lnTo>
                  <a:lnTo>
                    <a:pt x="5889047" y="1042644"/>
                  </a:lnTo>
                  <a:lnTo>
                    <a:pt x="5890329" y="1101233"/>
                  </a:lnTo>
                  <a:lnTo>
                    <a:pt x="5891611" y="1134591"/>
                  </a:lnTo>
                  <a:lnTo>
                    <a:pt x="5892893" y="1243667"/>
                  </a:lnTo>
                  <a:lnTo>
                    <a:pt x="5894175" y="1277703"/>
                  </a:lnTo>
                  <a:lnTo>
                    <a:pt x="5895457" y="1342471"/>
                  </a:lnTo>
                  <a:lnTo>
                    <a:pt x="5896739" y="1342471"/>
                  </a:lnTo>
                  <a:lnTo>
                    <a:pt x="5898020" y="1342471"/>
                  </a:lnTo>
                  <a:lnTo>
                    <a:pt x="5899302" y="1342471"/>
                  </a:lnTo>
                  <a:lnTo>
                    <a:pt x="5900584" y="1327978"/>
                  </a:lnTo>
                  <a:lnTo>
                    <a:pt x="5901866" y="1243667"/>
                  </a:lnTo>
                  <a:lnTo>
                    <a:pt x="5903148" y="1173617"/>
                  </a:lnTo>
                  <a:lnTo>
                    <a:pt x="5904430" y="1173617"/>
                  </a:lnTo>
                  <a:lnTo>
                    <a:pt x="5905711" y="1173617"/>
                  </a:lnTo>
                  <a:lnTo>
                    <a:pt x="5906993" y="1173617"/>
                  </a:lnTo>
                  <a:lnTo>
                    <a:pt x="5908275" y="1173617"/>
                  </a:lnTo>
                  <a:lnTo>
                    <a:pt x="5909557" y="1173617"/>
                  </a:lnTo>
                  <a:lnTo>
                    <a:pt x="5910839" y="1124383"/>
                  </a:lnTo>
                  <a:lnTo>
                    <a:pt x="5912121" y="1104485"/>
                  </a:lnTo>
                  <a:lnTo>
                    <a:pt x="5913403" y="1104485"/>
                  </a:lnTo>
                  <a:lnTo>
                    <a:pt x="5914684" y="1104485"/>
                  </a:lnTo>
                  <a:lnTo>
                    <a:pt x="5915966" y="1104485"/>
                  </a:lnTo>
                  <a:lnTo>
                    <a:pt x="5917248" y="1104485"/>
                  </a:lnTo>
                  <a:lnTo>
                    <a:pt x="5918530" y="1082092"/>
                  </a:lnTo>
                  <a:lnTo>
                    <a:pt x="5919812" y="994761"/>
                  </a:lnTo>
                  <a:lnTo>
                    <a:pt x="5921094" y="947988"/>
                  </a:lnTo>
                  <a:lnTo>
                    <a:pt x="5922375" y="986702"/>
                  </a:lnTo>
                  <a:lnTo>
                    <a:pt x="5923657" y="986702"/>
                  </a:lnTo>
                  <a:lnTo>
                    <a:pt x="5924939" y="986702"/>
                  </a:lnTo>
                  <a:lnTo>
                    <a:pt x="5926221" y="978752"/>
                  </a:lnTo>
                  <a:lnTo>
                    <a:pt x="5927503" y="935631"/>
                  </a:lnTo>
                  <a:lnTo>
                    <a:pt x="5928785" y="937404"/>
                  </a:lnTo>
                  <a:lnTo>
                    <a:pt x="5930066" y="895155"/>
                  </a:lnTo>
                  <a:lnTo>
                    <a:pt x="5931348" y="962424"/>
                  </a:lnTo>
                  <a:lnTo>
                    <a:pt x="5932630" y="945111"/>
                  </a:lnTo>
                  <a:lnTo>
                    <a:pt x="5933912" y="928433"/>
                  </a:lnTo>
                  <a:lnTo>
                    <a:pt x="5935194" y="919864"/>
                  </a:lnTo>
                  <a:lnTo>
                    <a:pt x="5936476" y="894884"/>
                  </a:lnTo>
                  <a:lnTo>
                    <a:pt x="5937758" y="864696"/>
                  </a:lnTo>
                  <a:lnTo>
                    <a:pt x="5939039" y="858534"/>
                  </a:lnTo>
                  <a:lnTo>
                    <a:pt x="5940321" y="857004"/>
                  </a:lnTo>
                  <a:lnTo>
                    <a:pt x="5941603" y="833043"/>
                  </a:lnTo>
                  <a:lnTo>
                    <a:pt x="5942885" y="833043"/>
                  </a:lnTo>
                  <a:lnTo>
                    <a:pt x="5944167" y="833043"/>
                  </a:lnTo>
                  <a:lnTo>
                    <a:pt x="5945449" y="837462"/>
                  </a:lnTo>
                  <a:lnTo>
                    <a:pt x="5946730" y="863150"/>
                  </a:lnTo>
                  <a:lnTo>
                    <a:pt x="5948012" y="918865"/>
                  </a:lnTo>
                  <a:lnTo>
                    <a:pt x="5949294" y="973858"/>
                  </a:lnTo>
                  <a:lnTo>
                    <a:pt x="5950576" y="919034"/>
                  </a:lnTo>
                  <a:lnTo>
                    <a:pt x="5951858" y="945001"/>
                  </a:lnTo>
                  <a:lnTo>
                    <a:pt x="5953140" y="924827"/>
                  </a:lnTo>
                  <a:lnTo>
                    <a:pt x="5954422" y="895155"/>
                  </a:lnTo>
                  <a:lnTo>
                    <a:pt x="5955703" y="882914"/>
                  </a:lnTo>
                  <a:lnTo>
                    <a:pt x="5956985" y="847331"/>
                  </a:lnTo>
                  <a:lnTo>
                    <a:pt x="5958267" y="884756"/>
                  </a:lnTo>
                  <a:lnTo>
                    <a:pt x="5959549" y="888844"/>
                  </a:lnTo>
                  <a:lnTo>
                    <a:pt x="5960831" y="872491"/>
                  </a:lnTo>
                  <a:lnTo>
                    <a:pt x="5962113" y="847903"/>
                  </a:lnTo>
                  <a:lnTo>
                    <a:pt x="5963394" y="833043"/>
                  </a:lnTo>
                  <a:lnTo>
                    <a:pt x="5964676" y="833043"/>
                  </a:lnTo>
                  <a:lnTo>
                    <a:pt x="5965958" y="833043"/>
                  </a:lnTo>
                  <a:lnTo>
                    <a:pt x="5967240" y="833043"/>
                  </a:lnTo>
                  <a:lnTo>
                    <a:pt x="5968522" y="833043"/>
                  </a:lnTo>
                  <a:lnTo>
                    <a:pt x="5969804" y="833043"/>
                  </a:lnTo>
                  <a:lnTo>
                    <a:pt x="5971086" y="833043"/>
                  </a:lnTo>
                  <a:lnTo>
                    <a:pt x="5972367" y="860284"/>
                  </a:lnTo>
                  <a:lnTo>
                    <a:pt x="5973649" y="837140"/>
                  </a:lnTo>
                  <a:lnTo>
                    <a:pt x="5974931" y="890472"/>
                  </a:lnTo>
                  <a:lnTo>
                    <a:pt x="5976213" y="970714"/>
                  </a:lnTo>
                  <a:lnTo>
                    <a:pt x="5977495" y="1019411"/>
                  </a:lnTo>
                  <a:lnTo>
                    <a:pt x="5978777" y="1046426"/>
                  </a:lnTo>
                  <a:lnTo>
                    <a:pt x="5980058" y="1099821"/>
                  </a:lnTo>
                  <a:lnTo>
                    <a:pt x="5981340" y="1078535"/>
                  </a:lnTo>
                  <a:lnTo>
                    <a:pt x="5982622" y="1015690"/>
                  </a:lnTo>
                  <a:lnTo>
                    <a:pt x="5983904" y="990645"/>
                  </a:lnTo>
                  <a:lnTo>
                    <a:pt x="5985186" y="990645"/>
                  </a:lnTo>
                  <a:lnTo>
                    <a:pt x="5986468" y="990645"/>
                  </a:lnTo>
                  <a:lnTo>
                    <a:pt x="5987749" y="926908"/>
                  </a:lnTo>
                  <a:lnTo>
                    <a:pt x="5989031" y="907556"/>
                  </a:lnTo>
                  <a:lnTo>
                    <a:pt x="5990313" y="810907"/>
                  </a:lnTo>
                  <a:lnTo>
                    <a:pt x="5991595" y="760827"/>
                  </a:lnTo>
                  <a:lnTo>
                    <a:pt x="5992877" y="766307"/>
                  </a:lnTo>
                  <a:lnTo>
                    <a:pt x="5994159" y="730012"/>
                  </a:lnTo>
                  <a:lnTo>
                    <a:pt x="5995441" y="695830"/>
                  </a:lnTo>
                  <a:lnTo>
                    <a:pt x="5996722" y="631870"/>
                  </a:lnTo>
                  <a:lnTo>
                    <a:pt x="5998004" y="653877"/>
                  </a:lnTo>
                  <a:lnTo>
                    <a:pt x="5999286" y="635639"/>
                  </a:lnTo>
                  <a:lnTo>
                    <a:pt x="6000568" y="604922"/>
                  </a:lnTo>
                  <a:lnTo>
                    <a:pt x="6001850" y="606915"/>
                  </a:lnTo>
                  <a:lnTo>
                    <a:pt x="6003132" y="594079"/>
                  </a:lnTo>
                  <a:lnTo>
                    <a:pt x="6004413" y="604352"/>
                  </a:lnTo>
                  <a:lnTo>
                    <a:pt x="6005695" y="599888"/>
                  </a:lnTo>
                  <a:lnTo>
                    <a:pt x="6006977" y="608850"/>
                  </a:lnTo>
                  <a:lnTo>
                    <a:pt x="6008259" y="617033"/>
                  </a:lnTo>
                  <a:lnTo>
                    <a:pt x="6009541" y="675729"/>
                  </a:lnTo>
                  <a:lnTo>
                    <a:pt x="6010823" y="616983"/>
                  </a:lnTo>
                  <a:lnTo>
                    <a:pt x="6012105" y="629297"/>
                  </a:lnTo>
                  <a:lnTo>
                    <a:pt x="6013386" y="659076"/>
                  </a:lnTo>
                  <a:lnTo>
                    <a:pt x="6014668" y="680179"/>
                  </a:lnTo>
                  <a:lnTo>
                    <a:pt x="6015950" y="735895"/>
                  </a:lnTo>
                  <a:lnTo>
                    <a:pt x="6017232" y="768742"/>
                  </a:lnTo>
                  <a:lnTo>
                    <a:pt x="6018514" y="722380"/>
                  </a:lnTo>
                  <a:lnTo>
                    <a:pt x="6019796" y="685937"/>
                  </a:lnTo>
                  <a:lnTo>
                    <a:pt x="6021077" y="704771"/>
                  </a:lnTo>
                  <a:lnTo>
                    <a:pt x="6022359" y="629297"/>
                  </a:lnTo>
                  <a:lnTo>
                    <a:pt x="6023641" y="632189"/>
                  </a:lnTo>
                  <a:lnTo>
                    <a:pt x="6024923" y="589667"/>
                  </a:lnTo>
                  <a:lnTo>
                    <a:pt x="6026205" y="568945"/>
                  </a:lnTo>
                  <a:lnTo>
                    <a:pt x="6027487" y="524815"/>
                  </a:lnTo>
                  <a:lnTo>
                    <a:pt x="6028768" y="560321"/>
                  </a:lnTo>
                  <a:lnTo>
                    <a:pt x="6030050" y="608523"/>
                  </a:lnTo>
                  <a:lnTo>
                    <a:pt x="6031332" y="617999"/>
                  </a:lnTo>
                  <a:lnTo>
                    <a:pt x="6032614" y="607914"/>
                  </a:lnTo>
                  <a:lnTo>
                    <a:pt x="6033896" y="611927"/>
                  </a:lnTo>
                  <a:lnTo>
                    <a:pt x="6035178" y="562940"/>
                  </a:lnTo>
                  <a:lnTo>
                    <a:pt x="6036460" y="566684"/>
                  </a:lnTo>
                  <a:lnTo>
                    <a:pt x="6037741" y="542005"/>
                  </a:lnTo>
                  <a:lnTo>
                    <a:pt x="6039023" y="563959"/>
                  </a:lnTo>
                  <a:lnTo>
                    <a:pt x="6040305" y="581256"/>
                  </a:lnTo>
                  <a:lnTo>
                    <a:pt x="6041587" y="629243"/>
                  </a:lnTo>
                  <a:lnTo>
                    <a:pt x="6042869" y="672466"/>
                  </a:lnTo>
                  <a:lnTo>
                    <a:pt x="6044151" y="697334"/>
                  </a:lnTo>
                  <a:lnTo>
                    <a:pt x="6045432" y="747555"/>
                  </a:lnTo>
                  <a:lnTo>
                    <a:pt x="6046714" y="765298"/>
                  </a:lnTo>
                  <a:lnTo>
                    <a:pt x="6047996" y="793365"/>
                  </a:lnTo>
                  <a:lnTo>
                    <a:pt x="6049278" y="741071"/>
                  </a:lnTo>
                  <a:lnTo>
                    <a:pt x="6050560" y="551224"/>
                  </a:lnTo>
                  <a:lnTo>
                    <a:pt x="6051842" y="551224"/>
                  </a:lnTo>
                  <a:lnTo>
                    <a:pt x="6053124" y="543651"/>
                  </a:lnTo>
                  <a:lnTo>
                    <a:pt x="6054405" y="597465"/>
                  </a:lnTo>
                  <a:lnTo>
                    <a:pt x="6055687" y="635804"/>
                  </a:lnTo>
                  <a:lnTo>
                    <a:pt x="6056969" y="653681"/>
                  </a:lnTo>
                  <a:lnTo>
                    <a:pt x="6058251" y="593355"/>
                  </a:lnTo>
                  <a:lnTo>
                    <a:pt x="6059533" y="514297"/>
                  </a:lnTo>
                  <a:lnTo>
                    <a:pt x="6060815" y="414688"/>
                  </a:lnTo>
                  <a:lnTo>
                    <a:pt x="6062096" y="335683"/>
                  </a:lnTo>
                  <a:lnTo>
                    <a:pt x="6063378" y="349033"/>
                  </a:lnTo>
                  <a:lnTo>
                    <a:pt x="6064660" y="341875"/>
                  </a:lnTo>
                  <a:lnTo>
                    <a:pt x="6065942" y="337445"/>
                  </a:lnTo>
                  <a:lnTo>
                    <a:pt x="6067224" y="323491"/>
                  </a:lnTo>
                  <a:lnTo>
                    <a:pt x="6068506" y="335683"/>
                  </a:lnTo>
                  <a:lnTo>
                    <a:pt x="6069787" y="386194"/>
                  </a:lnTo>
                  <a:lnTo>
                    <a:pt x="6071069" y="391977"/>
                  </a:lnTo>
                  <a:lnTo>
                    <a:pt x="6072351" y="474044"/>
                  </a:lnTo>
                  <a:lnTo>
                    <a:pt x="6073633" y="494709"/>
                  </a:lnTo>
                  <a:lnTo>
                    <a:pt x="6074915" y="480677"/>
                  </a:lnTo>
                  <a:lnTo>
                    <a:pt x="6076197" y="479754"/>
                  </a:lnTo>
                  <a:lnTo>
                    <a:pt x="6077479" y="557603"/>
                  </a:lnTo>
                  <a:lnTo>
                    <a:pt x="6078760" y="635226"/>
                  </a:lnTo>
                  <a:lnTo>
                    <a:pt x="6080042" y="756360"/>
                  </a:lnTo>
                  <a:lnTo>
                    <a:pt x="6081324" y="918842"/>
                  </a:lnTo>
                  <a:lnTo>
                    <a:pt x="6082606" y="944755"/>
                  </a:lnTo>
                  <a:lnTo>
                    <a:pt x="6083888" y="985520"/>
                  </a:lnTo>
                  <a:lnTo>
                    <a:pt x="6085170" y="995532"/>
                  </a:lnTo>
                  <a:lnTo>
                    <a:pt x="6086451" y="1021796"/>
                  </a:lnTo>
                  <a:lnTo>
                    <a:pt x="6087733" y="1050838"/>
                  </a:lnTo>
                  <a:lnTo>
                    <a:pt x="6089015" y="1088152"/>
                  </a:lnTo>
                  <a:lnTo>
                    <a:pt x="6090297" y="1132871"/>
                  </a:lnTo>
                  <a:lnTo>
                    <a:pt x="6091579" y="1182204"/>
                  </a:lnTo>
                  <a:lnTo>
                    <a:pt x="6092861" y="1158781"/>
                  </a:lnTo>
                  <a:lnTo>
                    <a:pt x="6094143" y="1188888"/>
                  </a:lnTo>
                  <a:lnTo>
                    <a:pt x="6095424" y="1158781"/>
                  </a:lnTo>
                  <a:lnTo>
                    <a:pt x="6096706" y="1150042"/>
                  </a:lnTo>
                  <a:lnTo>
                    <a:pt x="6097988" y="1030160"/>
                  </a:lnTo>
                  <a:lnTo>
                    <a:pt x="6099270" y="1004787"/>
                  </a:lnTo>
                  <a:lnTo>
                    <a:pt x="6100552" y="1004787"/>
                  </a:lnTo>
                  <a:lnTo>
                    <a:pt x="6101834" y="1004787"/>
                  </a:lnTo>
                  <a:lnTo>
                    <a:pt x="6103115" y="1025641"/>
                  </a:lnTo>
                  <a:lnTo>
                    <a:pt x="6104397" y="1014965"/>
                  </a:lnTo>
                  <a:lnTo>
                    <a:pt x="6105679" y="900047"/>
                  </a:lnTo>
                  <a:lnTo>
                    <a:pt x="6106961" y="838897"/>
                  </a:lnTo>
                  <a:lnTo>
                    <a:pt x="6108243" y="768614"/>
                  </a:lnTo>
                  <a:lnTo>
                    <a:pt x="6109525" y="731193"/>
                  </a:lnTo>
                  <a:lnTo>
                    <a:pt x="6110807" y="712505"/>
                  </a:lnTo>
                  <a:lnTo>
                    <a:pt x="6112088" y="697645"/>
                  </a:lnTo>
                  <a:lnTo>
                    <a:pt x="6113370" y="691159"/>
                  </a:lnTo>
                  <a:lnTo>
                    <a:pt x="6114652" y="697645"/>
                  </a:lnTo>
                  <a:lnTo>
                    <a:pt x="6115934" y="659764"/>
                  </a:lnTo>
                  <a:lnTo>
                    <a:pt x="6117216" y="662829"/>
                  </a:lnTo>
                  <a:lnTo>
                    <a:pt x="6118498" y="635804"/>
                  </a:lnTo>
                  <a:lnTo>
                    <a:pt x="6119779" y="668324"/>
                  </a:lnTo>
                  <a:lnTo>
                    <a:pt x="6121061" y="669908"/>
                  </a:lnTo>
                  <a:lnTo>
                    <a:pt x="6122343" y="746598"/>
                  </a:lnTo>
                  <a:lnTo>
                    <a:pt x="6123625" y="729001"/>
                  </a:lnTo>
                  <a:lnTo>
                    <a:pt x="6124907" y="766057"/>
                  </a:lnTo>
                  <a:lnTo>
                    <a:pt x="6126189" y="819983"/>
                  </a:lnTo>
                  <a:lnTo>
                    <a:pt x="6127470" y="870924"/>
                  </a:lnTo>
                  <a:lnTo>
                    <a:pt x="6128752" y="894884"/>
                  </a:lnTo>
                  <a:lnTo>
                    <a:pt x="6130034" y="913099"/>
                  </a:lnTo>
                  <a:lnTo>
                    <a:pt x="6131316" y="928433"/>
                  </a:lnTo>
                  <a:lnTo>
                    <a:pt x="6132598" y="944179"/>
                  </a:lnTo>
                  <a:lnTo>
                    <a:pt x="6133880" y="964017"/>
                  </a:lnTo>
                  <a:lnTo>
                    <a:pt x="6135162" y="1015755"/>
                  </a:lnTo>
                  <a:lnTo>
                    <a:pt x="6136443" y="1111263"/>
                  </a:lnTo>
                  <a:lnTo>
                    <a:pt x="6137725" y="1183942"/>
                  </a:lnTo>
                  <a:lnTo>
                    <a:pt x="6139007" y="1307177"/>
                  </a:lnTo>
                  <a:lnTo>
                    <a:pt x="6140289" y="1261927"/>
                  </a:lnTo>
                  <a:lnTo>
                    <a:pt x="6141571" y="1196936"/>
                  </a:lnTo>
                  <a:lnTo>
                    <a:pt x="6142853" y="1266068"/>
                  </a:lnTo>
                  <a:lnTo>
                    <a:pt x="6144134" y="1259546"/>
                  </a:lnTo>
                  <a:lnTo>
                    <a:pt x="6145416" y="1094783"/>
                  </a:lnTo>
                  <a:lnTo>
                    <a:pt x="6146698" y="1085239"/>
                  </a:lnTo>
                  <a:lnTo>
                    <a:pt x="6147980" y="1104485"/>
                  </a:lnTo>
                  <a:lnTo>
                    <a:pt x="6149262" y="1104485"/>
                  </a:lnTo>
                  <a:lnTo>
                    <a:pt x="6150544" y="943014"/>
                  </a:lnTo>
                  <a:lnTo>
                    <a:pt x="6151826" y="877470"/>
                  </a:lnTo>
                  <a:lnTo>
                    <a:pt x="6153107" y="791119"/>
                  </a:lnTo>
                  <a:lnTo>
                    <a:pt x="6154389" y="766777"/>
                  </a:lnTo>
                  <a:lnTo>
                    <a:pt x="6155671" y="766777"/>
                  </a:lnTo>
                  <a:lnTo>
                    <a:pt x="6156953" y="696016"/>
                  </a:lnTo>
                  <a:lnTo>
                    <a:pt x="6158235" y="751839"/>
                  </a:lnTo>
                  <a:lnTo>
                    <a:pt x="6159517" y="785169"/>
                  </a:lnTo>
                  <a:lnTo>
                    <a:pt x="6160798" y="774375"/>
                  </a:lnTo>
                  <a:lnTo>
                    <a:pt x="6162080" y="736018"/>
                  </a:lnTo>
                  <a:lnTo>
                    <a:pt x="6163362" y="723304"/>
                  </a:lnTo>
                  <a:lnTo>
                    <a:pt x="6164644" y="756360"/>
                  </a:lnTo>
                  <a:lnTo>
                    <a:pt x="6165926" y="769819"/>
                  </a:lnTo>
                  <a:lnTo>
                    <a:pt x="6167208" y="708129"/>
                  </a:lnTo>
                  <a:lnTo>
                    <a:pt x="6168489" y="695999"/>
                  </a:lnTo>
                  <a:lnTo>
                    <a:pt x="6169771" y="724703"/>
                  </a:lnTo>
                  <a:lnTo>
                    <a:pt x="6171053" y="714978"/>
                  </a:lnTo>
                  <a:lnTo>
                    <a:pt x="6172335" y="713602"/>
                  </a:lnTo>
                  <a:lnTo>
                    <a:pt x="6173617" y="797206"/>
                  </a:lnTo>
                  <a:lnTo>
                    <a:pt x="6174899" y="777101"/>
                  </a:lnTo>
                  <a:lnTo>
                    <a:pt x="6176181" y="823382"/>
                  </a:lnTo>
                  <a:lnTo>
                    <a:pt x="6177462" y="837875"/>
                  </a:lnTo>
                  <a:lnTo>
                    <a:pt x="6178744" y="753568"/>
                  </a:lnTo>
                  <a:lnTo>
                    <a:pt x="6180026" y="752288"/>
                  </a:lnTo>
                  <a:lnTo>
                    <a:pt x="6181308" y="765217"/>
                  </a:lnTo>
                  <a:lnTo>
                    <a:pt x="6182590" y="757425"/>
                  </a:lnTo>
                  <a:lnTo>
                    <a:pt x="6183872" y="751011"/>
                  </a:lnTo>
                  <a:lnTo>
                    <a:pt x="6185153" y="761308"/>
                  </a:lnTo>
                  <a:lnTo>
                    <a:pt x="6186435" y="819983"/>
                  </a:lnTo>
                  <a:lnTo>
                    <a:pt x="6187717" y="833043"/>
                  </a:lnTo>
                  <a:lnTo>
                    <a:pt x="6188999" y="888399"/>
                  </a:lnTo>
                  <a:lnTo>
                    <a:pt x="6190281" y="931896"/>
                  </a:lnTo>
                  <a:lnTo>
                    <a:pt x="6191563" y="972586"/>
                  </a:lnTo>
                  <a:lnTo>
                    <a:pt x="6192845" y="963284"/>
                  </a:lnTo>
                  <a:lnTo>
                    <a:pt x="6194126" y="914575"/>
                  </a:lnTo>
                  <a:lnTo>
                    <a:pt x="6195408" y="1002314"/>
                  </a:lnTo>
                  <a:lnTo>
                    <a:pt x="6196690" y="935631"/>
                  </a:lnTo>
                  <a:lnTo>
                    <a:pt x="6197972" y="981390"/>
                  </a:lnTo>
                  <a:lnTo>
                    <a:pt x="6199254" y="1054502"/>
                  </a:lnTo>
                  <a:lnTo>
                    <a:pt x="6200536" y="1045586"/>
                  </a:lnTo>
                  <a:lnTo>
                    <a:pt x="6201817" y="1063555"/>
                  </a:lnTo>
                  <a:lnTo>
                    <a:pt x="6203099" y="1042644"/>
                  </a:lnTo>
                  <a:lnTo>
                    <a:pt x="6204381" y="1042644"/>
                  </a:lnTo>
                  <a:lnTo>
                    <a:pt x="6205663" y="1042644"/>
                  </a:lnTo>
                  <a:lnTo>
                    <a:pt x="6206945" y="1005681"/>
                  </a:lnTo>
                  <a:lnTo>
                    <a:pt x="6208227" y="986702"/>
                  </a:lnTo>
                  <a:lnTo>
                    <a:pt x="6209509" y="1011218"/>
                  </a:lnTo>
                  <a:lnTo>
                    <a:pt x="6210790" y="1036804"/>
                  </a:lnTo>
                  <a:lnTo>
                    <a:pt x="6212072" y="1022452"/>
                  </a:lnTo>
                  <a:lnTo>
                    <a:pt x="6213354" y="986702"/>
                  </a:lnTo>
                  <a:lnTo>
                    <a:pt x="6214636" y="938082"/>
                  </a:lnTo>
                  <a:lnTo>
                    <a:pt x="6215918" y="897750"/>
                  </a:lnTo>
                  <a:lnTo>
                    <a:pt x="6217200" y="898465"/>
                  </a:lnTo>
                  <a:lnTo>
                    <a:pt x="6218481" y="873814"/>
                  </a:lnTo>
                  <a:lnTo>
                    <a:pt x="6219763" y="915298"/>
                  </a:lnTo>
                  <a:lnTo>
                    <a:pt x="6221045" y="847903"/>
                  </a:lnTo>
                  <a:lnTo>
                    <a:pt x="6222327" y="858534"/>
                  </a:lnTo>
                  <a:lnTo>
                    <a:pt x="6223609" y="833043"/>
                  </a:lnTo>
                  <a:lnTo>
                    <a:pt x="6224891" y="815694"/>
                  </a:lnTo>
                  <a:lnTo>
                    <a:pt x="6226172" y="812851"/>
                  </a:lnTo>
                  <a:lnTo>
                    <a:pt x="6227454" y="804406"/>
                  </a:lnTo>
                  <a:lnTo>
                    <a:pt x="6228736" y="786514"/>
                  </a:lnTo>
                  <a:lnTo>
                    <a:pt x="6230018" y="789232"/>
                  </a:lnTo>
                  <a:lnTo>
                    <a:pt x="6231300" y="814271"/>
                  </a:lnTo>
                  <a:lnTo>
                    <a:pt x="6232582" y="817120"/>
                  </a:lnTo>
                  <a:lnTo>
                    <a:pt x="6233864" y="814271"/>
                  </a:lnTo>
                  <a:lnTo>
                    <a:pt x="6235145" y="827203"/>
                  </a:lnTo>
                  <a:lnTo>
                    <a:pt x="6236427" y="863390"/>
                  </a:lnTo>
                  <a:lnTo>
                    <a:pt x="6237709" y="775901"/>
                  </a:lnTo>
                  <a:lnTo>
                    <a:pt x="6238991" y="801077"/>
                  </a:lnTo>
                  <a:lnTo>
                    <a:pt x="6240273" y="777887"/>
                  </a:lnTo>
                  <a:lnTo>
                    <a:pt x="6241555" y="772306"/>
                  </a:lnTo>
                  <a:lnTo>
                    <a:pt x="6242836" y="804658"/>
                  </a:lnTo>
                  <a:lnTo>
                    <a:pt x="6244118" y="828618"/>
                  </a:lnTo>
                  <a:lnTo>
                    <a:pt x="6245400" y="860013"/>
                  </a:lnTo>
                  <a:lnTo>
                    <a:pt x="6246682" y="888650"/>
                  </a:lnTo>
                  <a:lnTo>
                    <a:pt x="6247964" y="918756"/>
                  </a:lnTo>
                  <a:lnTo>
                    <a:pt x="6249246" y="935631"/>
                  </a:lnTo>
                  <a:lnTo>
                    <a:pt x="6250528" y="909327"/>
                  </a:lnTo>
                  <a:lnTo>
                    <a:pt x="6251809" y="914023"/>
                  </a:lnTo>
                  <a:lnTo>
                    <a:pt x="6253091" y="965737"/>
                  </a:lnTo>
                  <a:lnTo>
                    <a:pt x="6254373" y="986702"/>
                  </a:lnTo>
                  <a:lnTo>
                    <a:pt x="6255655" y="1022452"/>
                  </a:lnTo>
                  <a:lnTo>
                    <a:pt x="6256937" y="1101233"/>
                  </a:lnTo>
                  <a:lnTo>
                    <a:pt x="6258219" y="1104485"/>
                  </a:lnTo>
                  <a:lnTo>
                    <a:pt x="6259500" y="1072750"/>
                  </a:lnTo>
                  <a:lnTo>
                    <a:pt x="6260782" y="1028151"/>
                  </a:lnTo>
                  <a:lnTo>
                    <a:pt x="6262064" y="953005"/>
                  </a:lnTo>
                  <a:lnTo>
                    <a:pt x="6263346" y="935631"/>
                  </a:lnTo>
                  <a:lnTo>
                    <a:pt x="6264628" y="935631"/>
                  </a:lnTo>
                  <a:lnTo>
                    <a:pt x="6265910" y="935631"/>
                  </a:lnTo>
                  <a:lnTo>
                    <a:pt x="6267191" y="935631"/>
                  </a:lnTo>
                  <a:lnTo>
                    <a:pt x="6268473" y="935631"/>
                  </a:lnTo>
                  <a:lnTo>
                    <a:pt x="6269755" y="940543"/>
                  </a:lnTo>
                  <a:lnTo>
                    <a:pt x="6271037" y="935631"/>
                  </a:lnTo>
                  <a:lnTo>
                    <a:pt x="6272319" y="888650"/>
                  </a:lnTo>
                  <a:lnTo>
                    <a:pt x="6273601" y="845153"/>
                  </a:lnTo>
                  <a:lnTo>
                    <a:pt x="6274883" y="845153"/>
                  </a:lnTo>
                  <a:lnTo>
                    <a:pt x="6276164" y="836827"/>
                  </a:lnTo>
                  <a:lnTo>
                    <a:pt x="6277446" y="845153"/>
                  </a:lnTo>
                  <a:lnTo>
                    <a:pt x="6278728" y="888650"/>
                  </a:lnTo>
                  <a:lnTo>
                    <a:pt x="6280010" y="900047"/>
                  </a:lnTo>
                  <a:lnTo>
                    <a:pt x="6281292" y="968317"/>
                  </a:lnTo>
                  <a:lnTo>
                    <a:pt x="6282574" y="921138"/>
                  </a:lnTo>
                  <a:lnTo>
                    <a:pt x="6283855" y="888650"/>
                  </a:lnTo>
                  <a:lnTo>
                    <a:pt x="6285137" y="888650"/>
                  </a:lnTo>
                  <a:lnTo>
                    <a:pt x="6286419" y="888650"/>
                  </a:lnTo>
                  <a:lnTo>
                    <a:pt x="6287701" y="888650"/>
                  </a:lnTo>
                  <a:lnTo>
                    <a:pt x="6288983" y="881916"/>
                  </a:lnTo>
                  <a:lnTo>
                    <a:pt x="6290265" y="853598"/>
                  </a:lnTo>
                  <a:lnTo>
                    <a:pt x="6291547" y="981101"/>
                  </a:lnTo>
                  <a:lnTo>
                    <a:pt x="6292828" y="1011207"/>
                  </a:lnTo>
                  <a:lnTo>
                    <a:pt x="6294110" y="959278"/>
                  </a:lnTo>
                  <a:lnTo>
                    <a:pt x="6295392" y="991396"/>
                  </a:lnTo>
                  <a:lnTo>
                    <a:pt x="6296674" y="1004787"/>
                  </a:lnTo>
                  <a:lnTo>
                    <a:pt x="6297956" y="1009320"/>
                  </a:lnTo>
                  <a:lnTo>
                    <a:pt x="6299238" y="1020806"/>
                  </a:lnTo>
                  <a:lnTo>
                    <a:pt x="6300519" y="1004787"/>
                  </a:lnTo>
                  <a:lnTo>
                    <a:pt x="6301801" y="1044477"/>
                  </a:lnTo>
                  <a:lnTo>
                    <a:pt x="6303083" y="1027808"/>
                  </a:lnTo>
                  <a:lnTo>
                    <a:pt x="6304365" y="938673"/>
                  </a:lnTo>
                  <a:lnTo>
                    <a:pt x="6305647" y="920795"/>
                  </a:lnTo>
                  <a:lnTo>
                    <a:pt x="6306929" y="859541"/>
                  </a:lnTo>
                  <a:lnTo>
                    <a:pt x="6308210" y="825307"/>
                  </a:lnTo>
                  <a:lnTo>
                    <a:pt x="6309492" y="840466"/>
                  </a:lnTo>
                  <a:lnTo>
                    <a:pt x="6310774" y="785225"/>
                  </a:lnTo>
                  <a:lnTo>
                    <a:pt x="6312056" y="756818"/>
                  </a:lnTo>
                  <a:lnTo>
                    <a:pt x="6313338" y="748341"/>
                  </a:lnTo>
                  <a:lnTo>
                    <a:pt x="6314620" y="637273"/>
                  </a:lnTo>
                  <a:lnTo>
                    <a:pt x="6315902" y="607166"/>
                  </a:lnTo>
                  <a:lnTo>
                    <a:pt x="6317183" y="607166"/>
                  </a:lnTo>
                  <a:lnTo>
                    <a:pt x="6318465" y="621310"/>
                  </a:lnTo>
                  <a:lnTo>
                    <a:pt x="6319747" y="607166"/>
                  </a:lnTo>
                  <a:lnTo>
                    <a:pt x="6321029" y="619880"/>
                  </a:lnTo>
                  <a:lnTo>
                    <a:pt x="6322311" y="643187"/>
                  </a:lnTo>
                  <a:lnTo>
                    <a:pt x="6323593" y="676823"/>
                  </a:lnTo>
                  <a:lnTo>
                    <a:pt x="6324874" y="665910"/>
                  </a:lnTo>
                  <a:lnTo>
                    <a:pt x="6326156" y="719232"/>
                  </a:lnTo>
                  <a:lnTo>
                    <a:pt x="6327438" y="776020"/>
                  </a:lnTo>
                  <a:lnTo>
                    <a:pt x="6328720" y="804658"/>
                  </a:lnTo>
                  <a:lnTo>
                    <a:pt x="6330002" y="851475"/>
                  </a:lnTo>
                  <a:lnTo>
                    <a:pt x="6331284" y="906994"/>
                  </a:lnTo>
                  <a:lnTo>
                    <a:pt x="6332566" y="976126"/>
                  </a:lnTo>
                  <a:lnTo>
                    <a:pt x="6333847" y="992062"/>
                  </a:lnTo>
                  <a:lnTo>
                    <a:pt x="6335129" y="1042644"/>
                  </a:lnTo>
                  <a:lnTo>
                    <a:pt x="6336411" y="1042644"/>
                  </a:lnTo>
                  <a:lnTo>
                    <a:pt x="6337693" y="1051515"/>
                  </a:lnTo>
                  <a:lnTo>
                    <a:pt x="6338975" y="1104485"/>
                  </a:lnTo>
                  <a:lnTo>
                    <a:pt x="6340257" y="1104485"/>
                  </a:lnTo>
                  <a:lnTo>
                    <a:pt x="6341538" y="1019623"/>
                  </a:lnTo>
                  <a:lnTo>
                    <a:pt x="6342820" y="1054502"/>
                  </a:lnTo>
                  <a:lnTo>
                    <a:pt x="6344102" y="1014007"/>
                  </a:lnTo>
                  <a:lnTo>
                    <a:pt x="6345384" y="888650"/>
                  </a:lnTo>
                  <a:lnTo>
                    <a:pt x="6346666" y="864329"/>
                  </a:lnTo>
                  <a:lnTo>
                    <a:pt x="6347948" y="845153"/>
                  </a:lnTo>
                  <a:lnTo>
                    <a:pt x="6349230" y="845153"/>
                  </a:lnTo>
                  <a:lnTo>
                    <a:pt x="6350511" y="845153"/>
                  </a:lnTo>
                  <a:lnTo>
                    <a:pt x="6351793" y="845153"/>
                  </a:lnTo>
                  <a:lnTo>
                    <a:pt x="6353075" y="881916"/>
                  </a:lnTo>
                  <a:lnTo>
                    <a:pt x="6354357" y="888650"/>
                  </a:lnTo>
                  <a:lnTo>
                    <a:pt x="6355639" y="888650"/>
                  </a:lnTo>
                  <a:lnTo>
                    <a:pt x="6356921" y="888650"/>
                  </a:lnTo>
                  <a:lnTo>
                    <a:pt x="6358202" y="888650"/>
                  </a:lnTo>
                  <a:lnTo>
                    <a:pt x="6359484" y="888650"/>
                  </a:lnTo>
                  <a:lnTo>
                    <a:pt x="6360766" y="960611"/>
                  </a:lnTo>
                  <a:lnTo>
                    <a:pt x="6362048" y="935631"/>
                  </a:lnTo>
                  <a:lnTo>
                    <a:pt x="6363330" y="989376"/>
                  </a:lnTo>
                  <a:lnTo>
                    <a:pt x="6364612" y="1104485"/>
                  </a:lnTo>
                  <a:lnTo>
                    <a:pt x="6365893" y="1078961"/>
                  </a:lnTo>
                  <a:lnTo>
                    <a:pt x="6367175" y="1104485"/>
                  </a:lnTo>
                  <a:lnTo>
                    <a:pt x="6368457" y="1104485"/>
                  </a:lnTo>
                  <a:lnTo>
                    <a:pt x="6369739" y="1094783"/>
                  </a:lnTo>
                  <a:lnTo>
                    <a:pt x="6371021" y="1042644"/>
                  </a:lnTo>
                  <a:lnTo>
                    <a:pt x="6372303" y="1042644"/>
                  </a:lnTo>
                  <a:lnTo>
                    <a:pt x="6373585" y="1042644"/>
                  </a:lnTo>
                  <a:lnTo>
                    <a:pt x="6374866" y="1014007"/>
                  </a:lnTo>
                  <a:lnTo>
                    <a:pt x="6376148" y="986702"/>
                  </a:lnTo>
                  <a:lnTo>
                    <a:pt x="6377430" y="986702"/>
                  </a:lnTo>
                  <a:lnTo>
                    <a:pt x="6378712" y="986702"/>
                  </a:lnTo>
                  <a:lnTo>
                    <a:pt x="6379994" y="950491"/>
                  </a:lnTo>
                  <a:lnTo>
                    <a:pt x="6381276" y="986702"/>
                  </a:lnTo>
                  <a:lnTo>
                    <a:pt x="6382557" y="1011218"/>
                  </a:lnTo>
                  <a:lnTo>
                    <a:pt x="6383839" y="1042644"/>
                  </a:lnTo>
                  <a:lnTo>
                    <a:pt x="6385121" y="1101233"/>
                  </a:lnTo>
                  <a:lnTo>
                    <a:pt x="6386403" y="1104485"/>
                  </a:lnTo>
                  <a:lnTo>
                    <a:pt x="6387685" y="1104485"/>
                  </a:lnTo>
                  <a:lnTo>
                    <a:pt x="6388967" y="1114350"/>
                  </a:lnTo>
                  <a:lnTo>
                    <a:pt x="6390249" y="1173617"/>
                  </a:lnTo>
                  <a:lnTo>
                    <a:pt x="6391530" y="1134591"/>
                  </a:lnTo>
                  <a:lnTo>
                    <a:pt x="6392812" y="1104485"/>
                  </a:lnTo>
                  <a:lnTo>
                    <a:pt x="6394094" y="1121020"/>
                  </a:lnTo>
                  <a:lnTo>
                    <a:pt x="6395376" y="1104485"/>
                  </a:lnTo>
                  <a:lnTo>
                    <a:pt x="6396658" y="1104485"/>
                  </a:lnTo>
                  <a:lnTo>
                    <a:pt x="6397940" y="1104485"/>
                  </a:lnTo>
                  <a:lnTo>
                    <a:pt x="6399221" y="1131169"/>
                  </a:lnTo>
                  <a:lnTo>
                    <a:pt x="6400503" y="1104485"/>
                  </a:lnTo>
                  <a:lnTo>
                    <a:pt x="6401785" y="1104485"/>
                  </a:lnTo>
                  <a:lnTo>
                    <a:pt x="6403067" y="1104485"/>
                  </a:lnTo>
                  <a:lnTo>
                    <a:pt x="6404349" y="1104485"/>
                  </a:lnTo>
                  <a:lnTo>
                    <a:pt x="6405631" y="1104485"/>
                  </a:lnTo>
                  <a:lnTo>
                    <a:pt x="6406912" y="1072750"/>
                  </a:lnTo>
                  <a:lnTo>
                    <a:pt x="6408194" y="1042644"/>
                  </a:lnTo>
                  <a:lnTo>
                    <a:pt x="6409476" y="1042644"/>
                  </a:lnTo>
                  <a:lnTo>
                    <a:pt x="6410758" y="1075848"/>
                  </a:lnTo>
                  <a:lnTo>
                    <a:pt x="6412040" y="1104485"/>
                  </a:lnTo>
                  <a:lnTo>
                    <a:pt x="6413322" y="1121020"/>
                  </a:lnTo>
                  <a:lnTo>
                    <a:pt x="6414604" y="1173617"/>
                  </a:lnTo>
                  <a:lnTo>
                    <a:pt x="6415885" y="1173617"/>
                  </a:lnTo>
                  <a:lnTo>
                    <a:pt x="6417167" y="1173617"/>
                  </a:lnTo>
                  <a:lnTo>
                    <a:pt x="6418449" y="1290432"/>
                  </a:lnTo>
                  <a:lnTo>
                    <a:pt x="6419731" y="1342599"/>
                  </a:lnTo>
                  <a:lnTo>
                    <a:pt x="6421013" y="1342599"/>
                  </a:lnTo>
                  <a:lnTo>
                    <a:pt x="6422295" y="1342599"/>
                  </a:lnTo>
                  <a:lnTo>
                    <a:pt x="6423576" y="1342599"/>
                  </a:lnTo>
                  <a:lnTo>
                    <a:pt x="6424858" y="1342599"/>
                  </a:lnTo>
                  <a:lnTo>
                    <a:pt x="6426140" y="1342599"/>
                  </a:lnTo>
                  <a:lnTo>
                    <a:pt x="6427422" y="1342599"/>
                  </a:lnTo>
                  <a:lnTo>
                    <a:pt x="6428704" y="1342599"/>
                  </a:lnTo>
                  <a:lnTo>
                    <a:pt x="6429986" y="1342599"/>
                  </a:lnTo>
                  <a:lnTo>
                    <a:pt x="6431268" y="1342599"/>
                  </a:lnTo>
                  <a:lnTo>
                    <a:pt x="6432549" y="1342599"/>
                  </a:lnTo>
                  <a:lnTo>
                    <a:pt x="6433831" y="1342599"/>
                  </a:lnTo>
                  <a:lnTo>
                    <a:pt x="6435113" y="1342599"/>
                  </a:lnTo>
                  <a:lnTo>
                    <a:pt x="6436395" y="1342599"/>
                  </a:lnTo>
                  <a:lnTo>
                    <a:pt x="6437677" y="1342599"/>
                  </a:lnTo>
                  <a:lnTo>
                    <a:pt x="6438959" y="1342599"/>
                  </a:lnTo>
                  <a:lnTo>
                    <a:pt x="6440240" y="1252255"/>
                  </a:lnTo>
                  <a:lnTo>
                    <a:pt x="6441522" y="1283387"/>
                  </a:lnTo>
                  <a:lnTo>
                    <a:pt x="6442804" y="1229631"/>
                  </a:lnTo>
                  <a:lnTo>
                    <a:pt x="6444086" y="1244715"/>
                  </a:lnTo>
                  <a:lnTo>
                    <a:pt x="6445368" y="1246153"/>
                  </a:lnTo>
                  <a:lnTo>
                    <a:pt x="6446650" y="1285692"/>
                  </a:lnTo>
                  <a:lnTo>
                    <a:pt x="6447931" y="1285692"/>
                  </a:lnTo>
                  <a:lnTo>
                    <a:pt x="6449213" y="1277743"/>
                  </a:lnTo>
                  <a:lnTo>
                    <a:pt x="6450495" y="1234621"/>
                  </a:lnTo>
                  <a:lnTo>
                    <a:pt x="6451777" y="1234621"/>
                  </a:lnTo>
                  <a:lnTo>
                    <a:pt x="6453059" y="1192173"/>
                  </a:lnTo>
                  <a:lnTo>
                    <a:pt x="6454341" y="1187641"/>
                  </a:lnTo>
                  <a:lnTo>
                    <a:pt x="6455623" y="1187641"/>
                  </a:lnTo>
                  <a:lnTo>
                    <a:pt x="6456904" y="1187641"/>
                  </a:lnTo>
                  <a:lnTo>
                    <a:pt x="6458186" y="1201344"/>
                  </a:lnTo>
                  <a:lnTo>
                    <a:pt x="6459468" y="1227330"/>
                  </a:lnTo>
                  <a:lnTo>
                    <a:pt x="6460750" y="1193644"/>
                  </a:lnTo>
                  <a:lnTo>
                    <a:pt x="6462032" y="1189302"/>
                  </a:lnTo>
                  <a:lnTo>
                    <a:pt x="6463314" y="1215706"/>
                  </a:lnTo>
                  <a:lnTo>
                    <a:pt x="6464595" y="1096619"/>
                  </a:lnTo>
                  <a:lnTo>
                    <a:pt x="6465877" y="1037399"/>
                  </a:lnTo>
                  <a:lnTo>
                    <a:pt x="6467159" y="935631"/>
                  </a:lnTo>
                  <a:lnTo>
                    <a:pt x="6468441" y="943014"/>
                  </a:lnTo>
                  <a:lnTo>
                    <a:pt x="6469723" y="1069536"/>
                  </a:lnTo>
                  <a:lnTo>
                    <a:pt x="6471005" y="1079153"/>
                  </a:lnTo>
                  <a:lnTo>
                    <a:pt x="6472287" y="1129255"/>
                  </a:lnTo>
                  <a:lnTo>
                    <a:pt x="6473568" y="1158781"/>
                  </a:lnTo>
                  <a:lnTo>
                    <a:pt x="6474850" y="1158781"/>
                  </a:lnTo>
                  <a:lnTo>
                    <a:pt x="6476132" y="1158781"/>
                  </a:lnTo>
                  <a:lnTo>
                    <a:pt x="6477414" y="1179693"/>
                  </a:lnTo>
                  <a:lnTo>
                    <a:pt x="6478696" y="1237157"/>
                  </a:lnTo>
                  <a:lnTo>
                    <a:pt x="6479978" y="1289755"/>
                  </a:lnTo>
                  <a:lnTo>
                    <a:pt x="6481259" y="1289755"/>
                  </a:lnTo>
                  <a:lnTo>
                    <a:pt x="6482541" y="1297138"/>
                  </a:lnTo>
                  <a:lnTo>
                    <a:pt x="6483823" y="1342599"/>
                  </a:lnTo>
                  <a:lnTo>
                    <a:pt x="6485105" y="1342599"/>
                  </a:lnTo>
                  <a:lnTo>
                    <a:pt x="6486387" y="1342599"/>
                  </a:lnTo>
                  <a:lnTo>
                    <a:pt x="6487669" y="1342599"/>
                  </a:lnTo>
                  <a:lnTo>
                    <a:pt x="6488951" y="1342599"/>
                  </a:lnTo>
                  <a:lnTo>
                    <a:pt x="6490232" y="1342599"/>
                  </a:lnTo>
                  <a:lnTo>
                    <a:pt x="6491514" y="1342599"/>
                  </a:lnTo>
                  <a:lnTo>
                    <a:pt x="6492796" y="1342599"/>
                  </a:lnTo>
                  <a:lnTo>
                    <a:pt x="6494078" y="1342599"/>
                  </a:lnTo>
                  <a:lnTo>
                    <a:pt x="6495360" y="1342599"/>
                  </a:lnTo>
                  <a:lnTo>
                    <a:pt x="6496642" y="1342599"/>
                  </a:lnTo>
                  <a:lnTo>
                    <a:pt x="6497923" y="1342599"/>
                  </a:lnTo>
                  <a:lnTo>
                    <a:pt x="6499205" y="1342599"/>
                  </a:lnTo>
                  <a:lnTo>
                    <a:pt x="6500487" y="1342599"/>
                  </a:lnTo>
                  <a:lnTo>
                    <a:pt x="6501769" y="1342599"/>
                  </a:lnTo>
                  <a:lnTo>
                    <a:pt x="6503051" y="1342599"/>
                  </a:lnTo>
                  <a:lnTo>
                    <a:pt x="6504333" y="1342599"/>
                  </a:lnTo>
                  <a:lnTo>
                    <a:pt x="6505614" y="1342599"/>
                  </a:lnTo>
                  <a:lnTo>
                    <a:pt x="6506896" y="1342599"/>
                  </a:lnTo>
                  <a:lnTo>
                    <a:pt x="6508178" y="1342599"/>
                  </a:lnTo>
                  <a:lnTo>
                    <a:pt x="6509460" y="1342599"/>
                  </a:lnTo>
                  <a:lnTo>
                    <a:pt x="6510742" y="1342599"/>
                  </a:lnTo>
                  <a:lnTo>
                    <a:pt x="6512024" y="1342599"/>
                  </a:lnTo>
                  <a:lnTo>
                    <a:pt x="6513306" y="1289755"/>
                  </a:lnTo>
                  <a:lnTo>
                    <a:pt x="6514587" y="1280928"/>
                  </a:lnTo>
                  <a:lnTo>
                    <a:pt x="6515869" y="1173617"/>
                  </a:lnTo>
                  <a:lnTo>
                    <a:pt x="6517151" y="1173617"/>
                  </a:lnTo>
                  <a:lnTo>
                    <a:pt x="6518433" y="1173617"/>
                  </a:lnTo>
                  <a:lnTo>
                    <a:pt x="6519715" y="1144980"/>
                  </a:lnTo>
                  <a:lnTo>
                    <a:pt x="6520997" y="1101233"/>
                  </a:lnTo>
                  <a:lnTo>
                    <a:pt x="6522278" y="1042644"/>
                  </a:lnTo>
                  <a:lnTo>
                    <a:pt x="6523560" y="1042644"/>
                  </a:lnTo>
                  <a:lnTo>
                    <a:pt x="6524842" y="1042644"/>
                  </a:lnTo>
                  <a:lnTo>
                    <a:pt x="6526124" y="938082"/>
                  </a:lnTo>
                  <a:lnTo>
                    <a:pt x="6527406" y="824556"/>
                  </a:lnTo>
                  <a:lnTo>
                    <a:pt x="6528688" y="857221"/>
                  </a:lnTo>
                  <a:lnTo>
                    <a:pt x="6529970" y="788467"/>
                  </a:lnTo>
                  <a:lnTo>
                    <a:pt x="6531251" y="862054"/>
                  </a:lnTo>
                  <a:lnTo>
                    <a:pt x="6532533" y="890472"/>
                  </a:lnTo>
                  <a:lnTo>
                    <a:pt x="6533815" y="968848"/>
                  </a:lnTo>
                  <a:lnTo>
                    <a:pt x="6535097" y="978939"/>
                  </a:lnTo>
                  <a:lnTo>
                    <a:pt x="6536379" y="941014"/>
                  </a:lnTo>
                  <a:lnTo>
                    <a:pt x="6537661" y="925361"/>
                  </a:lnTo>
                  <a:lnTo>
                    <a:pt x="6538942" y="930013"/>
                  </a:lnTo>
                  <a:lnTo>
                    <a:pt x="6540224" y="923819"/>
                  </a:lnTo>
                  <a:lnTo>
                    <a:pt x="6541506" y="964900"/>
                  </a:lnTo>
                  <a:lnTo>
                    <a:pt x="6542788" y="964900"/>
                  </a:lnTo>
                  <a:lnTo>
                    <a:pt x="6544070" y="964900"/>
                  </a:lnTo>
                  <a:lnTo>
                    <a:pt x="6545352" y="1028460"/>
                  </a:lnTo>
                  <a:lnTo>
                    <a:pt x="6546633" y="1123546"/>
                  </a:lnTo>
                  <a:lnTo>
                    <a:pt x="6547915" y="1174250"/>
                  </a:lnTo>
                  <a:lnTo>
                    <a:pt x="6549197" y="1214980"/>
                  </a:lnTo>
                  <a:lnTo>
                    <a:pt x="6550479" y="1244715"/>
                  </a:lnTo>
                  <a:lnTo>
                    <a:pt x="6551761" y="1216078"/>
                  </a:lnTo>
                  <a:lnTo>
                    <a:pt x="6553043" y="1085890"/>
                  </a:lnTo>
                  <a:lnTo>
                    <a:pt x="6554325" y="1099593"/>
                  </a:lnTo>
                  <a:lnTo>
                    <a:pt x="6555606" y="1157851"/>
                  </a:lnTo>
                  <a:lnTo>
                    <a:pt x="6556888" y="1183942"/>
                  </a:lnTo>
                  <a:lnTo>
                    <a:pt x="6558170" y="1197435"/>
                  </a:lnTo>
                  <a:lnTo>
                    <a:pt x="6559452" y="1209636"/>
                  </a:lnTo>
                  <a:lnTo>
                    <a:pt x="6560734" y="1235471"/>
                  </a:lnTo>
                  <a:lnTo>
                    <a:pt x="6562016" y="1221546"/>
                  </a:lnTo>
                  <a:lnTo>
                    <a:pt x="6563297" y="1235471"/>
                  </a:lnTo>
                  <a:lnTo>
                    <a:pt x="6564579" y="1239884"/>
                  </a:lnTo>
                  <a:lnTo>
                    <a:pt x="6565861" y="1300657"/>
                  </a:lnTo>
                  <a:lnTo>
                    <a:pt x="6567143" y="1220062"/>
                  </a:lnTo>
                  <a:lnTo>
                    <a:pt x="6568425" y="1196741"/>
                  </a:lnTo>
                  <a:lnTo>
                    <a:pt x="6569707" y="1180989"/>
                  </a:lnTo>
                  <a:lnTo>
                    <a:pt x="6570989" y="1211285"/>
                  </a:lnTo>
                  <a:lnTo>
                    <a:pt x="6572270" y="1258433"/>
                  </a:lnTo>
                  <a:lnTo>
                    <a:pt x="6573552" y="1203537"/>
                  </a:lnTo>
                  <a:lnTo>
                    <a:pt x="6574834" y="1175358"/>
                  </a:lnTo>
                  <a:lnTo>
                    <a:pt x="6576116" y="1193993"/>
                  </a:lnTo>
                  <a:lnTo>
                    <a:pt x="6577398" y="1171111"/>
                  </a:lnTo>
                  <a:lnTo>
                    <a:pt x="6578680" y="1228768"/>
                  </a:lnTo>
                  <a:lnTo>
                    <a:pt x="6579961" y="1214997"/>
                  </a:lnTo>
                  <a:lnTo>
                    <a:pt x="6581243" y="1190017"/>
                  </a:lnTo>
                  <a:lnTo>
                    <a:pt x="6582525" y="1190017"/>
                  </a:lnTo>
                  <a:lnTo>
                    <a:pt x="6583807" y="1186765"/>
                  </a:lnTo>
                  <a:lnTo>
                    <a:pt x="6585089" y="1158282"/>
                  </a:lnTo>
                  <a:lnTo>
                    <a:pt x="6586371" y="1154097"/>
                  </a:lnTo>
                  <a:lnTo>
                    <a:pt x="6587652" y="1223439"/>
                  </a:lnTo>
                  <a:lnTo>
                    <a:pt x="6588934" y="1282978"/>
                  </a:lnTo>
                  <a:lnTo>
                    <a:pt x="6590216" y="1306331"/>
                  </a:lnTo>
                  <a:lnTo>
                    <a:pt x="6591498" y="1251265"/>
                  </a:lnTo>
                  <a:lnTo>
                    <a:pt x="6592780" y="1225077"/>
                  </a:lnTo>
                  <a:lnTo>
                    <a:pt x="6594062" y="1253734"/>
                  </a:lnTo>
                  <a:lnTo>
                    <a:pt x="6595344" y="1270577"/>
                  </a:lnTo>
                  <a:lnTo>
                    <a:pt x="6596625" y="1325781"/>
                  </a:lnTo>
                  <a:lnTo>
                    <a:pt x="6597907" y="1342599"/>
                  </a:lnTo>
                  <a:lnTo>
                    <a:pt x="6599189" y="1325245"/>
                  </a:lnTo>
                  <a:lnTo>
                    <a:pt x="6600471" y="1342599"/>
                  </a:lnTo>
                  <a:lnTo>
                    <a:pt x="6601753" y="1342599"/>
                  </a:lnTo>
                  <a:lnTo>
                    <a:pt x="6603035" y="1342599"/>
                  </a:lnTo>
                  <a:lnTo>
                    <a:pt x="6604316" y="1342599"/>
                  </a:lnTo>
                  <a:lnTo>
                    <a:pt x="6605598" y="1342599"/>
                  </a:lnTo>
                  <a:lnTo>
                    <a:pt x="6606880" y="1342599"/>
                  </a:lnTo>
                  <a:lnTo>
                    <a:pt x="6608162" y="1333694"/>
                  </a:lnTo>
                  <a:lnTo>
                    <a:pt x="6609444" y="1339364"/>
                  </a:lnTo>
                  <a:lnTo>
                    <a:pt x="6610726" y="1342599"/>
                  </a:lnTo>
                  <a:lnTo>
                    <a:pt x="6612008" y="1342599"/>
                  </a:lnTo>
                  <a:lnTo>
                    <a:pt x="6613289" y="1296784"/>
                  </a:lnTo>
                  <a:lnTo>
                    <a:pt x="6614571" y="1254613"/>
                  </a:lnTo>
                  <a:lnTo>
                    <a:pt x="6615853" y="1239999"/>
                  </a:lnTo>
                  <a:lnTo>
                    <a:pt x="6617135" y="1149445"/>
                  </a:lnTo>
                  <a:lnTo>
                    <a:pt x="6618417" y="1152066"/>
                  </a:lnTo>
                  <a:lnTo>
                    <a:pt x="6619699" y="1120231"/>
                  </a:lnTo>
                  <a:lnTo>
                    <a:pt x="6620980" y="1144748"/>
                  </a:lnTo>
                  <a:lnTo>
                    <a:pt x="6622262" y="1139210"/>
                  </a:lnTo>
                  <a:lnTo>
                    <a:pt x="6623544" y="1186447"/>
                  </a:lnTo>
                  <a:lnTo>
                    <a:pt x="6624826" y="1131868"/>
                  </a:lnTo>
                  <a:lnTo>
                    <a:pt x="6626108" y="1157557"/>
                  </a:lnTo>
                  <a:lnTo>
                    <a:pt x="6627390" y="1192648"/>
                  </a:lnTo>
                  <a:lnTo>
                    <a:pt x="6628672" y="1180569"/>
                  </a:lnTo>
                  <a:lnTo>
                    <a:pt x="6629953" y="1160272"/>
                  </a:lnTo>
                  <a:lnTo>
                    <a:pt x="6631235" y="1136920"/>
                  </a:lnTo>
                  <a:lnTo>
                    <a:pt x="6632517" y="1213849"/>
                  </a:lnTo>
                  <a:lnTo>
                    <a:pt x="6633799" y="1277548"/>
                  </a:lnTo>
                  <a:lnTo>
                    <a:pt x="6635081" y="1288848"/>
                  </a:lnTo>
                  <a:lnTo>
                    <a:pt x="6636363" y="1310826"/>
                  </a:lnTo>
                  <a:lnTo>
                    <a:pt x="6637644" y="1297030"/>
                  </a:lnTo>
                  <a:lnTo>
                    <a:pt x="6638926" y="1244575"/>
                  </a:lnTo>
                  <a:lnTo>
                    <a:pt x="6640208" y="1244575"/>
                  </a:lnTo>
                  <a:lnTo>
                    <a:pt x="6641490" y="1234873"/>
                  </a:lnTo>
                  <a:lnTo>
                    <a:pt x="6642772" y="1221117"/>
                  </a:lnTo>
                  <a:lnTo>
                    <a:pt x="6644054" y="1283371"/>
                  </a:lnTo>
                  <a:lnTo>
                    <a:pt x="6645335" y="1202465"/>
                  </a:lnTo>
                  <a:lnTo>
                    <a:pt x="6646617" y="1250332"/>
                  </a:lnTo>
                  <a:lnTo>
                    <a:pt x="6647899" y="1283387"/>
                  </a:lnTo>
                  <a:lnTo>
                    <a:pt x="6649181" y="1262411"/>
                  </a:lnTo>
                  <a:lnTo>
                    <a:pt x="6650463" y="1266068"/>
                  </a:lnTo>
                  <a:lnTo>
                    <a:pt x="6651745" y="1266068"/>
                  </a:lnTo>
                  <a:lnTo>
                    <a:pt x="6653027" y="1266068"/>
                  </a:lnTo>
                  <a:lnTo>
                    <a:pt x="6654308" y="1266068"/>
                  </a:lnTo>
                  <a:lnTo>
                    <a:pt x="6655590" y="1248007"/>
                  </a:lnTo>
                  <a:lnTo>
                    <a:pt x="6656872" y="1196936"/>
                  </a:lnTo>
                  <a:lnTo>
                    <a:pt x="6658154" y="1196936"/>
                  </a:lnTo>
                  <a:lnTo>
                    <a:pt x="6659436" y="1196936"/>
                  </a:lnTo>
                  <a:lnTo>
                    <a:pt x="6660718" y="1141497"/>
                  </a:lnTo>
                  <a:lnTo>
                    <a:pt x="6661999" y="1173617"/>
                  </a:lnTo>
                  <a:lnTo>
                    <a:pt x="6663281" y="1181000"/>
                  </a:lnTo>
                  <a:lnTo>
                    <a:pt x="6664563" y="1251993"/>
                  </a:lnTo>
                  <a:lnTo>
                    <a:pt x="6665845" y="1251993"/>
                  </a:lnTo>
                  <a:lnTo>
                    <a:pt x="6667127" y="1181000"/>
                  </a:lnTo>
                  <a:lnTo>
                    <a:pt x="6668409" y="1234890"/>
                  </a:lnTo>
                  <a:lnTo>
                    <a:pt x="6669691" y="1196936"/>
                  </a:lnTo>
                  <a:lnTo>
                    <a:pt x="6670972" y="1283387"/>
                  </a:lnTo>
                  <a:lnTo>
                    <a:pt x="6672254" y="1297312"/>
                  </a:lnTo>
                  <a:lnTo>
                    <a:pt x="6673536" y="1299168"/>
                  </a:lnTo>
                  <a:lnTo>
                    <a:pt x="6674818" y="1299186"/>
                  </a:lnTo>
                  <a:lnTo>
                    <a:pt x="6676100" y="1324285"/>
                  </a:lnTo>
                  <a:lnTo>
                    <a:pt x="6677382" y="1285692"/>
                  </a:lnTo>
                  <a:lnTo>
                    <a:pt x="6678663" y="1320438"/>
                  </a:lnTo>
                  <a:lnTo>
                    <a:pt x="6679945" y="1312488"/>
                  </a:lnTo>
                  <a:lnTo>
                    <a:pt x="6681227" y="1252493"/>
                  </a:lnTo>
                  <a:lnTo>
                    <a:pt x="6682509" y="1206793"/>
                  </a:lnTo>
                  <a:lnTo>
                    <a:pt x="6683791" y="1144293"/>
                  </a:lnTo>
                  <a:lnTo>
                    <a:pt x="6685073" y="1138394"/>
                  </a:lnTo>
                  <a:lnTo>
                    <a:pt x="6686354" y="1174711"/>
                  </a:lnTo>
                  <a:lnTo>
                    <a:pt x="6687636" y="1189465"/>
                  </a:lnTo>
                  <a:lnTo>
                    <a:pt x="6688918" y="1222386"/>
                  </a:lnTo>
                  <a:lnTo>
                    <a:pt x="6690200" y="1187641"/>
                  </a:lnTo>
                  <a:lnTo>
                    <a:pt x="6691482" y="1148101"/>
                  </a:lnTo>
                  <a:lnTo>
                    <a:pt x="6692764" y="1130909"/>
                  </a:lnTo>
                  <a:lnTo>
                    <a:pt x="6694046" y="1102839"/>
                  </a:lnTo>
                  <a:lnTo>
                    <a:pt x="6695327" y="1119069"/>
                  </a:lnTo>
                  <a:lnTo>
                    <a:pt x="6696609" y="1158781"/>
                  </a:lnTo>
                  <a:lnTo>
                    <a:pt x="6697891" y="1152562"/>
                  </a:lnTo>
                  <a:lnTo>
                    <a:pt x="6699173" y="1130849"/>
                  </a:lnTo>
                  <a:lnTo>
                    <a:pt x="6700455" y="1127766"/>
                  </a:lnTo>
                  <a:lnTo>
                    <a:pt x="6701737" y="1199875"/>
                  </a:lnTo>
                  <a:lnTo>
                    <a:pt x="6703018" y="1327978"/>
                  </a:lnTo>
                  <a:lnTo>
                    <a:pt x="6704300" y="1342471"/>
                  </a:lnTo>
                  <a:lnTo>
                    <a:pt x="6705582" y="1342471"/>
                  </a:lnTo>
                  <a:lnTo>
                    <a:pt x="6706864" y="1342471"/>
                  </a:lnTo>
                  <a:lnTo>
                    <a:pt x="6708146" y="1295490"/>
                  </a:lnTo>
                  <a:lnTo>
                    <a:pt x="6709428" y="1231396"/>
                  </a:lnTo>
                  <a:lnTo>
                    <a:pt x="6710710" y="1241958"/>
                  </a:lnTo>
                  <a:lnTo>
                    <a:pt x="6711991" y="1161723"/>
                  </a:lnTo>
                  <a:lnTo>
                    <a:pt x="6713273" y="1027899"/>
                  </a:lnTo>
                  <a:lnTo>
                    <a:pt x="6714555" y="1105827"/>
                  </a:lnTo>
                  <a:lnTo>
                    <a:pt x="6715837" y="1080270"/>
                  </a:lnTo>
                  <a:lnTo>
                    <a:pt x="6717119" y="1044412"/>
                  </a:lnTo>
                  <a:lnTo>
                    <a:pt x="6718401" y="1068146"/>
                  </a:lnTo>
                  <a:lnTo>
                    <a:pt x="6719682" y="1089235"/>
                  </a:lnTo>
                  <a:lnTo>
                    <a:pt x="6720964" y="1104542"/>
                  </a:lnTo>
                  <a:lnTo>
                    <a:pt x="6722246" y="1135264"/>
                  </a:lnTo>
                  <a:lnTo>
                    <a:pt x="6723528" y="1112658"/>
                  </a:lnTo>
                  <a:lnTo>
                    <a:pt x="6724810" y="1086503"/>
                  </a:lnTo>
                  <a:lnTo>
                    <a:pt x="6726092" y="1111503"/>
                  </a:lnTo>
                  <a:lnTo>
                    <a:pt x="6727374" y="1104638"/>
                  </a:lnTo>
                  <a:lnTo>
                    <a:pt x="6728655" y="1111503"/>
                  </a:lnTo>
                  <a:lnTo>
                    <a:pt x="6729937" y="1102821"/>
                  </a:lnTo>
                  <a:lnTo>
                    <a:pt x="6731219" y="1117983"/>
                  </a:lnTo>
                  <a:lnTo>
                    <a:pt x="6732501" y="1154965"/>
                  </a:lnTo>
                  <a:lnTo>
                    <a:pt x="6733783" y="1156346"/>
                  </a:lnTo>
                  <a:lnTo>
                    <a:pt x="6735065" y="1207029"/>
                  </a:lnTo>
                  <a:lnTo>
                    <a:pt x="6736346" y="1254252"/>
                  </a:lnTo>
                  <a:lnTo>
                    <a:pt x="6737628" y="1286628"/>
                  </a:lnTo>
                  <a:lnTo>
                    <a:pt x="6738910" y="1342599"/>
                  </a:lnTo>
                  <a:lnTo>
                    <a:pt x="6740192" y="1342599"/>
                  </a:lnTo>
                  <a:lnTo>
                    <a:pt x="6741474" y="1342599"/>
                  </a:lnTo>
                  <a:lnTo>
                    <a:pt x="6742756" y="1342599"/>
                  </a:lnTo>
                  <a:lnTo>
                    <a:pt x="6744037" y="1342599"/>
                  </a:lnTo>
                  <a:lnTo>
                    <a:pt x="6745319" y="1287602"/>
                  </a:lnTo>
                  <a:lnTo>
                    <a:pt x="6746601" y="1297312"/>
                  </a:lnTo>
                  <a:lnTo>
                    <a:pt x="6747883" y="1297312"/>
                  </a:lnTo>
                  <a:lnTo>
                    <a:pt x="6749165" y="1342599"/>
                  </a:lnTo>
                  <a:lnTo>
                    <a:pt x="6750447" y="1342599"/>
                  </a:lnTo>
                  <a:lnTo>
                    <a:pt x="6751729" y="1342599"/>
                  </a:lnTo>
                  <a:lnTo>
                    <a:pt x="6753010" y="1342599"/>
                  </a:lnTo>
                  <a:lnTo>
                    <a:pt x="6754292" y="1342599"/>
                  </a:lnTo>
                  <a:lnTo>
                    <a:pt x="6755574" y="1342599"/>
                  </a:lnTo>
                  <a:lnTo>
                    <a:pt x="6756856" y="1342599"/>
                  </a:lnTo>
                  <a:lnTo>
                    <a:pt x="6758138" y="1342599"/>
                  </a:lnTo>
                  <a:lnTo>
                    <a:pt x="6759420" y="1342599"/>
                  </a:lnTo>
                  <a:lnTo>
                    <a:pt x="6760701" y="1342599"/>
                  </a:lnTo>
                  <a:lnTo>
                    <a:pt x="6761983" y="1342599"/>
                  </a:lnTo>
                  <a:lnTo>
                    <a:pt x="6763265" y="1342599"/>
                  </a:lnTo>
                  <a:lnTo>
                    <a:pt x="6764547" y="1342599"/>
                  </a:lnTo>
                  <a:lnTo>
                    <a:pt x="6765829" y="1342599"/>
                  </a:lnTo>
                  <a:lnTo>
                    <a:pt x="6767111" y="1342599"/>
                  </a:lnTo>
                  <a:lnTo>
                    <a:pt x="6768393" y="1342599"/>
                  </a:lnTo>
                  <a:lnTo>
                    <a:pt x="6769674" y="1342599"/>
                  </a:lnTo>
                  <a:lnTo>
                    <a:pt x="6770956" y="1342599"/>
                  </a:lnTo>
                  <a:lnTo>
                    <a:pt x="6772238" y="1342599"/>
                  </a:lnTo>
                  <a:lnTo>
                    <a:pt x="6773520" y="1342599"/>
                  </a:lnTo>
                  <a:lnTo>
                    <a:pt x="6774802" y="1342599"/>
                  </a:lnTo>
                  <a:lnTo>
                    <a:pt x="6776084" y="1342599"/>
                  </a:lnTo>
                  <a:lnTo>
                    <a:pt x="6777365" y="1342599"/>
                  </a:lnTo>
                  <a:lnTo>
                    <a:pt x="6778647" y="1342599"/>
                  </a:lnTo>
                  <a:lnTo>
                    <a:pt x="6779929" y="1342599"/>
                  </a:lnTo>
                  <a:lnTo>
                    <a:pt x="6781211" y="1342599"/>
                  </a:lnTo>
                  <a:lnTo>
                    <a:pt x="6782493" y="1342599"/>
                  </a:lnTo>
                  <a:lnTo>
                    <a:pt x="6783775" y="1342599"/>
                  </a:lnTo>
                  <a:lnTo>
                    <a:pt x="6785056" y="1342599"/>
                  </a:lnTo>
                  <a:lnTo>
                    <a:pt x="6786338" y="1342599"/>
                  </a:lnTo>
                  <a:lnTo>
                    <a:pt x="6787620" y="1342599"/>
                  </a:lnTo>
                  <a:lnTo>
                    <a:pt x="6788902" y="1301724"/>
                  </a:lnTo>
                  <a:lnTo>
                    <a:pt x="6790184" y="1342599"/>
                  </a:lnTo>
                  <a:lnTo>
                    <a:pt x="6791466" y="1342599"/>
                  </a:lnTo>
                  <a:lnTo>
                    <a:pt x="6792748" y="1324617"/>
                  </a:lnTo>
                  <a:lnTo>
                    <a:pt x="6794029" y="1300657"/>
                  </a:lnTo>
                  <a:lnTo>
                    <a:pt x="6795311" y="1273087"/>
                  </a:lnTo>
                  <a:lnTo>
                    <a:pt x="6796593" y="1300582"/>
                  </a:lnTo>
                  <a:lnTo>
                    <a:pt x="6797875" y="1289755"/>
                  </a:lnTo>
                  <a:lnTo>
                    <a:pt x="6799157" y="1289755"/>
                  </a:lnTo>
                  <a:lnTo>
                    <a:pt x="6800439" y="1289755"/>
                  </a:lnTo>
                  <a:lnTo>
                    <a:pt x="6801720" y="1323735"/>
                  </a:lnTo>
                  <a:lnTo>
                    <a:pt x="6803002" y="1342599"/>
                  </a:lnTo>
                  <a:lnTo>
                    <a:pt x="6804284" y="1342599"/>
                  </a:lnTo>
                  <a:lnTo>
                    <a:pt x="6805566" y="1342599"/>
                  </a:lnTo>
                  <a:lnTo>
                    <a:pt x="6806848" y="1342599"/>
                  </a:lnTo>
                  <a:lnTo>
                    <a:pt x="6808130" y="1342599"/>
                  </a:lnTo>
                  <a:lnTo>
                    <a:pt x="6809412" y="1342599"/>
                  </a:lnTo>
                  <a:lnTo>
                    <a:pt x="6810693" y="1342599"/>
                  </a:lnTo>
                  <a:lnTo>
                    <a:pt x="6811975" y="1342599"/>
                  </a:lnTo>
                  <a:lnTo>
                    <a:pt x="6813257" y="1342599"/>
                  </a:lnTo>
                  <a:lnTo>
                    <a:pt x="6814539" y="1342471"/>
                  </a:lnTo>
                  <a:lnTo>
                    <a:pt x="6815821" y="1342471"/>
                  </a:lnTo>
                  <a:lnTo>
                    <a:pt x="6817103" y="1342471"/>
                  </a:lnTo>
                  <a:lnTo>
                    <a:pt x="6818384" y="1342471"/>
                  </a:lnTo>
                  <a:lnTo>
                    <a:pt x="6819666" y="1342471"/>
                  </a:lnTo>
                  <a:lnTo>
                    <a:pt x="6820948" y="1342471"/>
                  </a:lnTo>
                  <a:lnTo>
                    <a:pt x="6822230" y="1342599"/>
                  </a:lnTo>
                  <a:lnTo>
                    <a:pt x="6823512" y="1342599"/>
                  </a:lnTo>
                  <a:lnTo>
                    <a:pt x="6824794" y="1342599"/>
                  </a:lnTo>
                  <a:lnTo>
                    <a:pt x="6826075" y="1342599"/>
                  </a:lnTo>
                  <a:lnTo>
                    <a:pt x="6827357" y="1342599"/>
                  </a:lnTo>
                  <a:lnTo>
                    <a:pt x="6828639" y="1342599"/>
                  </a:lnTo>
                  <a:lnTo>
                    <a:pt x="6829921" y="1342599"/>
                  </a:lnTo>
                  <a:lnTo>
                    <a:pt x="6831203" y="1342599"/>
                  </a:lnTo>
                  <a:lnTo>
                    <a:pt x="6832485" y="1342599"/>
                  </a:lnTo>
                  <a:lnTo>
                    <a:pt x="6833767" y="1342599"/>
                  </a:lnTo>
                  <a:lnTo>
                    <a:pt x="6835048" y="1342599"/>
                  </a:lnTo>
                  <a:lnTo>
                    <a:pt x="6836330" y="1342599"/>
                  </a:lnTo>
                  <a:lnTo>
                    <a:pt x="6837612" y="1342599"/>
                  </a:lnTo>
                  <a:lnTo>
                    <a:pt x="6838894" y="1289755"/>
                  </a:lnTo>
                  <a:lnTo>
                    <a:pt x="6840176" y="1237157"/>
                  </a:lnTo>
                  <a:lnTo>
                    <a:pt x="6841458" y="1152562"/>
                  </a:lnTo>
                  <a:lnTo>
                    <a:pt x="6842739" y="1128573"/>
                  </a:lnTo>
                  <a:lnTo>
                    <a:pt x="6844021" y="1042644"/>
                  </a:lnTo>
                  <a:lnTo>
                    <a:pt x="6845303" y="1042644"/>
                  </a:lnTo>
                  <a:lnTo>
                    <a:pt x="6846585" y="1042644"/>
                  </a:lnTo>
                  <a:lnTo>
                    <a:pt x="6847867" y="1048543"/>
                  </a:lnTo>
                  <a:lnTo>
                    <a:pt x="6849149" y="1066604"/>
                  </a:lnTo>
                  <a:lnTo>
                    <a:pt x="6850431" y="1128573"/>
                  </a:lnTo>
                  <a:lnTo>
                    <a:pt x="6851712" y="1143823"/>
                  </a:lnTo>
                  <a:lnTo>
                    <a:pt x="6852994" y="1102839"/>
                  </a:lnTo>
                  <a:lnTo>
                    <a:pt x="6854276" y="1102839"/>
                  </a:lnTo>
                  <a:lnTo>
                    <a:pt x="6855558" y="1102839"/>
                  </a:lnTo>
                  <a:lnTo>
                    <a:pt x="6856840" y="1116333"/>
                  </a:lnTo>
                  <a:lnTo>
                    <a:pt x="6858122" y="1158781"/>
                  </a:lnTo>
                  <a:lnTo>
                    <a:pt x="6859403" y="1204540"/>
                  </a:lnTo>
                  <a:lnTo>
                    <a:pt x="6860685" y="1247306"/>
                  </a:lnTo>
                  <a:lnTo>
                    <a:pt x="6861967" y="1164680"/>
                  </a:lnTo>
                  <a:lnTo>
                    <a:pt x="6863249" y="1158781"/>
                  </a:lnTo>
                  <a:lnTo>
                    <a:pt x="6864531" y="1158781"/>
                  </a:lnTo>
                  <a:lnTo>
                    <a:pt x="6865813" y="1127356"/>
                  </a:lnTo>
                  <a:lnTo>
                    <a:pt x="6867095" y="1102839"/>
                  </a:lnTo>
                  <a:lnTo>
                    <a:pt x="6868376" y="1084455"/>
                  </a:lnTo>
                  <a:lnTo>
                    <a:pt x="6869658" y="1079153"/>
                  </a:lnTo>
                  <a:lnTo>
                    <a:pt x="6870940" y="1077595"/>
                  </a:lnTo>
                  <a:lnTo>
                    <a:pt x="6872222" y="1042644"/>
                  </a:lnTo>
                  <a:lnTo>
                    <a:pt x="6873504" y="1042644"/>
                  </a:lnTo>
                  <a:lnTo>
                    <a:pt x="6874786" y="1042644"/>
                  </a:lnTo>
                  <a:lnTo>
                    <a:pt x="6876067" y="1042644"/>
                  </a:lnTo>
                  <a:lnTo>
                    <a:pt x="6877349" y="1042644"/>
                  </a:lnTo>
                  <a:lnTo>
                    <a:pt x="6878631" y="1042644"/>
                  </a:lnTo>
                  <a:lnTo>
                    <a:pt x="6879913" y="1078961"/>
                  </a:lnTo>
                  <a:lnTo>
                    <a:pt x="6881195" y="1166326"/>
                  </a:lnTo>
                  <a:lnTo>
                    <a:pt x="6882477" y="1173617"/>
                  </a:lnTo>
                  <a:lnTo>
                    <a:pt x="6883758" y="1173617"/>
                  </a:lnTo>
                  <a:lnTo>
                    <a:pt x="6885040" y="1215424"/>
                  </a:lnTo>
                  <a:lnTo>
                    <a:pt x="6886322" y="1251993"/>
                  </a:lnTo>
                  <a:lnTo>
                    <a:pt x="6887604" y="1342599"/>
                  </a:lnTo>
                  <a:lnTo>
                    <a:pt x="6888886" y="1342599"/>
                  </a:lnTo>
                  <a:lnTo>
                    <a:pt x="6890168" y="1342599"/>
                  </a:lnTo>
                  <a:lnTo>
                    <a:pt x="6891450" y="1342599"/>
                  </a:lnTo>
                  <a:lnTo>
                    <a:pt x="6892731" y="1342599"/>
                  </a:lnTo>
                  <a:lnTo>
                    <a:pt x="6894013" y="1342599"/>
                  </a:lnTo>
                  <a:lnTo>
                    <a:pt x="6895295" y="1342599"/>
                  </a:lnTo>
                  <a:lnTo>
                    <a:pt x="6896577" y="1342599"/>
                  </a:lnTo>
                  <a:lnTo>
                    <a:pt x="6897859" y="1342599"/>
                  </a:lnTo>
                  <a:lnTo>
                    <a:pt x="6899141" y="1342599"/>
                  </a:lnTo>
                  <a:lnTo>
                    <a:pt x="6900422" y="1342599"/>
                  </a:lnTo>
                  <a:lnTo>
                    <a:pt x="6901704" y="1342599"/>
                  </a:lnTo>
                  <a:lnTo>
                    <a:pt x="6902986" y="1342599"/>
                  </a:lnTo>
                  <a:lnTo>
                    <a:pt x="6904268" y="1342599"/>
                  </a:lnTo>
                  <a:lnTo>
                    <a:pt x="6905550" y="1342599"/>
                  </a:lnTo>
                  <a:lnTo>
                    <a:pt x="6906832" y="1342599"/>
                  </a:lnTo>
                  <a:lnTo>
                    <a:pt x="6908114" y="1342599"/>
                  </a:lnTo>
                  <a:lnTo>
                    <a:pt x="6909395" y="1342599"/>
                  </a:lnTo>
                  <a:lnTo>
                    <a:pt x="6910677" y="1342599"/>
                  </a:lnTo>
                  <a:lnTo>
                    <a:pt x="6911959" y="1342599"/>
                  </a:lnTo>
                  <a:lnTo>
                    <a:pt x="6913241" y="1342599"/>
                  </a:lnTo>
                  <a:lnTo>
                    <a:pt x="6914523" y="1342599"/>
                  </a:lnTo>
                  <a:lnTo>
                    <a:pt x="6915805" y="1342599"/>
                  </a:lnTo>
                  <a:lnTo>
                    <a:pt x="6917086" y="1342599"/>
                  </a:lnTo>
                  <a:lnTo>
                    <a:pt x="6918368" y="1342471"/>
                  </a:lnTo>
                  <a:lnTo>
                    <a:pt x="6919650" y="1251993"/>
                  </a:lnTo>
                  <a:lnTo>
                    <a:pt x="6920932" y="1273451"/>
                  </a:lnTo>
                  <a:lnTo>
                    <a:pt x="6922214" y="1289755"/>
                  </a:lnTo>
                  <a:lnTo>
                    <a:pt x="6923496" y="1289755"/>
                  </a:lnTo>
                  <a:lnTo>
                    <a:pt x="6924777" y="1289755"/>
                  </a:lnTo>
                  <a:lnTo>
                    <a:pt x="6926059" y="1289755"/>
                  </a:lnTo>
                  <a:lnTo>
                    <a:pt x="6927341" y="1289755"/>
                  </a:lnTo>
                  <a:lnTo>
                    <a:pt x="6928623" y="1289755"/>
                  </a:lnTo>
                  <a:lnTo>
                    <a:pt x="6929905" y="1289755"/>
                  </a:lnTo>
                  <a:lnTo>
                    <a:pt x="6931187" y="1289755"/>
                  </a:lnTo>
                  <a:lnTo>
                    <a:pt x="6932469" y="1289755"/>
                  </a:lnTo>
                  <a:lnTo>
                    <a:pt x="6933750" y="1342599"/>
                  </a:lnTo>
                  <a:lnTo>
                    <a:pt x="6935032" y="1342599"/>
                  </a:lnTo>
                  <a:lnTo>
                    <a:pt x="6936314" y="1342599"/>
                  </a:lnTo>
                  <a:lnTo>
                    <a:pt x="6937596" y="1342599"/>
                  </a:lnTo>
                  <a:lnTo>
                    <a:pt x="6938878" y="1342599"/>
                  </a:lnTo>
                  <a:lnTo>
                    <a:pt x="6940160" y="1342599"/>
                  </a:lnTo>
                  <a:lnTo>
                    <a:pt x="6941441" y="1342599"/>
                  </a:lnTo>
                  <a:lnTo>
                    <a:pt x="6942723" y="1342599"/>
                  </a:lnTo>
                  <a:lnTo>
                    <a:pt x="6944005" y="1342599"/>
                  </a:lnTo>
                  <a:lnTo>
                    <a:pt x="6945287" y="1342599"/>
                  </a:lnTo>
                  <a:lnTo>
                    <a:pt x="6946569" y="1342599"/>
                  </a:lnTo>
                  <a:lnTo>
                    <a:pt x="6947851" y="1342599"/>
                  </a:lnTo>
                  <a:lnTo>
                    <a:pt x="6949133" y="1337525"/>
                  </a:lnTo>
                  <a:lnTo>
                    <a:pt x="6950414" y="1337525"/>
                  </a:lnTo>
                  <a:lnTo>
                    <a:pt x="6951696" y="1337525"/>
                  </a:lnTo>
                  <a:lnTo>
                    <a:pt x="6952978" y="1337525"/>
                  </a:lnTo>
                  <a:lnTo>
                    <a:pt x="6954260" y="1337525"/>
                  </a:lnTo>
                  <a:lnTo>
                    <a:pt x="6955542" y="1297784"/>
                  </a:lnTo>
                  <a:lnTo>
                    <a:pt x="6956824" y="1328568"/>
                  </a:lnTo>
                  <a:lnTo>
                    <a:pt x="6958105" y="1342599"/>
                  </a:lnTo>
                  <a:lnTo>
                    <a:pt x="6959387" y="1342599"/>
                  </a:lnTo>
                  <a:lnTo>
                    <a:pt x="6960669" y="1342599"/>
                  </a:lnTo>
                  <a:lnTo>
                    <a:pt x="6961951" y="1304979"/>
                  </a:lnTo>
                  <a:lnTo>
                    <a:pt x="6963233" y="1262159"/>
                  </a:lnTo>
                  <a:lnTo>
                    <a:pt x="6964515" y="1246153"/>
                  </a:lnTo>
                  <a:lnTo>
                    <a:pt x="6965796" y="1287611"/>
                  </a:lnTo>
                  <a:lnTo>
                    <a:pt x="6967078" y="1342599"/>
                  </a:lnTo>
                  <a:lnTo>
                    <a:pt x="6968360" y="1342599"/>
                  </a:lnTo>
                  <a:lnTo>
                    <a:pt x="6969642" y="1342471"/>
                  </a:lnTo>
                  <a:lnTo>
                    <a:pt x="6970924" y="1342471"/>
                  </a:lnTo>
                  <a:lnTo>
                    <a:pt x="6972206" y="1342471"/>
                  </a:lnTo>
                  <a:lnTo>
                    <a:pt x="6973488" y="1342471"/>
                  </a:lnTo>
                  <a:lnTo>
                    <a:pt x="6974769" y="1342471"/>
                  </a:lnTo>
                  <a:lnTo>
                    <a:pt x="6976051" y="1342471"/>
                  </a:lnTo>
                  <a:lnTo>
                    <a:pt x="6977333" y="1342471"/>
                  </a:lnTo>
                  <a:lnTo>
                    <a:pt x="6978615" y="1277703"/>
                  </a:lnTo>
                  <a:lnTo>
                    <a:pt x="6979897" y="1251993"/>
                  </a:lnTo>
                  <a:lnTo>
                    <a:pt x="6981179" y="1251993"/>
                  </a:lnTo>
                  <a:lnTo>
                    <a:pt x="6982460" y="1251993"/>
                  </a:lnTo>
                  <a:lnTo>
                    <a:pt x="6983742" y="1251993"/>
                  </a:lnTo>
                  <a:lnTo>
                    <a:pt x="6985024" y="1243667"/>
                  </a:lnTo>
                  <a:lnTo>
                    <a:pt x="6986306" y="1134591"/>
                  </a:lnTo>
                  <a:lnTo>
                    <a:pt x="6987588" y="1082092"/>
                  </a:lnTo>
                  <a:lnTo>
                    <a:pt x="6988870" y="1042644"/>
                  </a:lnTo>
                  <a:lnTo>
                    <a:pt x="6990152" y="1042644"/>
                  </a:lnTo>
                  <a:lnTo>
                    <a:pt x="6991433" y="1042644"/>
                  </a:lnTo>
                  <a:lnTo>
                    <a:pt x="6992715" y="1042644"/>
                  </a:lnTo>
                  <a:lnTo>
                    <a:pt x="6993997" y="1042644"/>
                  </a:lnTo>
                  <a:lnTo>
                    <a:pt x="6995279" y="1042644"/>
                  </a:lnTo>
                  <a:lnTo>
                    <a:pt x="6996561" y="1042644"/>
                  </a:lnTo>
                  <a:lnTo>
                    <a:pt x="6997843" y="1085239"/>
                  </a:lnTo>
                  <a:lnTo>
                    <a:pt x="6999124" y="1104485"/>
                  </a:lnTo>
                  <a:lnTo>
                    <a:pt x="7000406" y="1104485"/>
                  </a:lnTo>
                  <a:lnTo>
                    <a:pt x="7001688" y="1104485"/>
                  </a:lnTo>
                  <a:lnTo>
                    <a:pt x="7002970" y="1104485"/>
                  </a:lnTo>
                  <a:lnTo>
                    <a:pt x="7004252" y="1111043"/>
                  </a:lnTo>
                  <a:lnTo>
                    <a:pt x="7005534" y="1215424"/>
                  </a:lnTo>
                  <a:lnTo>
                    <a:pt x="7006816" y="1282099"/>
                  </a:lnTo>
                  <a:lnTo>
                    <a:pt x="7008097" y="1342471"/>
                  </a:lnTo>
                  <a:lnTo>
                    <a:pt x="7009379" y="1342599"/>
                  </a:lnTo>
                  <a:lnTo>
                    <a:pt x="7010661" y="1342599"/>
                  </a:lnTo>
                  <a:lnTo>
                    <a:pt x="7011943" y="1342599"/>
                  </a:lnTo>
                  <a:lnTo>
                    <a:pt x="7013225" y="1302170"/>
                  </a:lnTo>
                  <a:lnTo>
                    <a:pt x="7014507" y="1271693"/>
                  </a:lnTo>
                  <a:lnTo>
                    <a:pt x="7015788" y="1220622"/>
                  </a:lnTo>
                  <a:lnTo>
                    <a:pt x="7017070" y="1220622"/>
                  </a:lnTo>
                  <a:lnTo>
                    <a:pt x="7018352" y="1220622"/>
                  </a:lnTo>
                  <a:lnTo>
                    <a:pt x="7019634" y="1204540"/>
                  </a:lnTo>
                  <a:lnTo>
                    <a:pt x="7020916" y="1158781"/>
                  </a:lnTo>
                  <a:lnTo>
                    <a:pt x="7022198" y="1158781"/>
                  </a:lnTo>
                  <a:lnTo>
                    <a:pt x="7023479" y="1158781"/>
                  </a:lnTo>
                  <a:lnTo>
                    <a:pt x="7024761" y="1158781"/>
                  </a:lnTo>
                  <a:lnTo>
                    <a:pt x="7026043" y="1158781"/>
                  </a:lnTo>
                  <a:lnTo>
                    <a:pt x="7027325" y="1158781"/>
                  </a:lnTo>
                  <a:lnTo>
                    <a:pt x="7028607" y="1152562"/>
                  </a:lnTo>
                  <a:lnTo>
                    <a:pt x="7029889" y="1168299"/>
                  </a:lnTo>
                  <a:lnTo>
                    <a:pt x="7031171" y="1196936"/>
                  </a:lnTo>
                  <a:lnTo>
                    <a:pt x="7032452" y="1238390"/>
                  </a:lnTo>
                  <a:lnTo>
                    <a:pt x="7033734" y="1192252"/>
                  </a:lnTo>
                  <a:lnTo>
                    <a:pt x="7035016" y="1251993"/>
                  </a:lnTo>
                  <a:lnTo>
                    <a:pt x="7036298" y="1251993"/>
                  </a:lnTo>
                  <a:lnTo>
                    <a:pt x="7037580" y="1251993"/>
                  </a:lnTo>
                  <a:lnTo>
                    <a:pt x="7038862" y="1273339"/>
                  </a:lnTo>
                  <a:lnTo>
                    <a:pt x="7040143" y="1304590"/>
                  </a:lnTo>
                  <a:lnTo>
                    <a:pt x="7041425" y="1231396"/>
                  </a:lnTo>
                  <a:lnTo>
                    <a:pt x="7042707" y="1173617"/>
                  </a:lnTo>
                  <a:lnTo>
                    <a:pt x="7043989" y="1045586"/>
                  </a:lnTo>
                  <a:lnTo>
                    <a:pt x="7045271" y="1096619"/>
                  </a:lnTo>
                  <a:lnTo>
                    <a:pt x="7046553" y="1046897"/>
                  </a:lnTo>
                  <a:lnTo>
                    <a:pt x="7047835" y="1004787"/>
                  </a:lnTo>
                  <a:lnTo>
                    <a:pt x="7049116" y="1081478"/>
                  </a:lnTo>
                  <a:lnTo>
                    <a:pt x="7050398" y="1085890"/>
                  </a:lnTo>
                  <a:lnTo>
                    <a:pt x="7051680" y="1085890"/>
                  </a:lnTo>
                  <a:lnTo>
                    <a:pt x="7052962" y="1085890"/>
                  </a:lnTo>
                  <a:lnTo>
                    <a:pt x="7054244" y="1085890"/>
                  </a:lnTo>
                  <a:lnTo>
                    <a:pt x="7055526" y="1085890"/>
                  </a:lnTo>
                  <a:lnTo>
                    <a:pt x="7056807" y="1085890"/>
                  </a:lnTo>
                  <a:lnTo>
                    <a:pt x="7058089" y="1085890"/>
                  </a:lnTo>
                  <a:lnTo>
                    <a:pt x="7059371" y="1104233"/>
                  </a:lnTo>
                  <a:lnTo>
                    <a:pt x="7060653" y="1145228"/>
                  </a:lnTo>
                  <a:lnTo>
                    <a:pt x="7061935" y="1183942"/>
                  </a:lnTo>
                  <a:lnTo>
                    <a:pt x="7063217" y="1298473"/>
                  </a:lnTo>
                  <a:lnTo>
                    <a:pt x="7064498" y="1289755"/>
                  </a:lnTo>
                  <a:lnTo>
                    <a:pt x="7065780" y="1342599"/>
                  </a:lnTo>
                  <a:lnTo>
                    <a:pt x="7067062" y="1342599"/>
                  </a:lnTo>
                  <a:lnTo>
                    <a:pt x="7068344" y="1333744"/>
                  </a:lnTo>
                  <a:lnTo>
                    <a:pt x="7069626" y="1173617"/>
                  </a:lnTo>
                  <a:lnTo>
                    <a:pt x="7070908" y="1173617"/>
                  </a:lnTo>
                  <a:lnTo>
                    <a:pt x="7072190" y="1148484"/>
                  </a:lnTo>
                  <a:lnTo>
                    <a:pt x="7073471" y="1104485"/>
                  </a:lnTo>
                  <a:lnTo>
                    <a:pt x="7074753" y="1063555"/>
                  </a:lnTo>
                  <a:lnTo>
                    <a:pt x="7076035" y="1135095"/>
                  </a:lnTo>
                  <a:lnTo>
                    <a:pt x="7077317" y="1112074"/>
                  </a:lnTo>
                  <a:lnTo>
                    <a:pt x="7078599" y="1102839"/>
                  </a:lnTo>
                  <a:lnTo>
                    <a:pt x="7079881" y="1153439"/>
                  </a:lnTo>
                  <a:lnTo>
                    <a:pt x="7081162" y="1128458"/>
                  </a:lnTo>
                  <a:lnTo>
                    <a:pt x="7082444" y="1132871"/>
                  </a:lnTo>
                  <a:lnTo>
                    <a:pt x="7083726" y="1132871"/>
                  </a:lnTo>
                  <a:lnTo>
                    <a:pt x="7085008" y="1132871"/>
                  </a:lnTo>
                  <a:lnTo>
                    <a:pt x="7086290" y="1142735"/>
                  </a:lnTo>
                  <a:lnTo>
                    <a:pt x="7087572" y="1186616"/>
                  </a:lnTo>
                  <a:lnTo>
                    <a:pt x="7088854" y="1239884"/>
                  </a:lnTo>
                  <a:lnTo>
                    <a:pt x="7090135" y="1239884"/>
                  </a:lnTo>
                  <a:lnTo>
                    <a:pt x="7091417" y="1260795"/>
                  </a:lnTo>
                  <a:lnTo>
                    <a:pt x="7092699" y="1301724"/>
                  </a:lnTo>
                  <a:lnTo>
                    <a:pt x="7093981" y="1342599"/>
                  </a:lnTo>
                  <a:lnTo>
                    <a:pt x="7095263" y="1342599"/>
                  </a:lnTo>
                  <a:lnTo>
                    <a:pt x="7096545" y="1342599"/>
                  </a:lnTo>
                  <a:lnTo>
                    <a:pt x="7097826" y="1342599"/>
                  </a:lnTo>
                  <a:lnTo>
                    <a:pt x="7099108" y="1342599"/>
                  </a:lnTo>
                  <a:lnTo>
                    <a:pt x="7100390" y="1342599"/>
                  </a:lnTo>
                  <a:lnTo>
                    <a:pt x="7101672" y="1342471"/>
                  </a:lnTo>
                  <a:lnTo>
                    <a:pt x="7102954" y="1342471"/>
                  </a:lnTo>
                  <a:lnTo>
                    <a:pt x="7104236" y="1342471"/>
                  </a:lnTo>
                  <a:lnTo>
                    <a:pt x="7105517" y="1342471"/>
                  </a:lnTo>
                  <a:lnTo>
                    <a:pt x="7106799" y="1342471"/>
                  </a:lnTo>
                  <a:lnTo>
                    <a:pt x="7108081" y="1342471"/>
                  </a:lnTo>
                  <a:lnTo>
                    <a:pt x="7109363" y="1342471"/>
                  </a:lnTo>
                  <a:lnTo>
                    <a:pt x="7110645" y="1342471"/>
                  </a:lnTo>
                  <a:lnTo>
                    <a:pt x="7111927" y="1342471"/>
                  </a:lnTo>
                  <a:lnTo>
                    <a:pt x="7113209" y="1342471"/>
                  </a:lnTo>
                  <a:lnTo>
                    <a:pt x="7114490" y="1342471"/>
                  </a:lnTo>
                  <a:lnTo>
                    <a:pt x="7115772" y="1342471"/>
                  </a:lnTo>
                  <a:lnTo>
                    <a:pt x="7117054" y="1342471"/>
                  </a:lnTo>
                  <a:lnTo>
                    <a:pt x="7118336" y="1342471"/>
                  </a:lnTo>
                  <a:lnTo>
                    <a:pt x="7119618" y="1342471"/>
                  </a:lnTo>
                  <a:lnTo>
                    <a:pt x="7120900" y="1342471"/>
                  </a:lnTo>
                  <a:lnTo>
                    <a:pt x="7122181" y="1342471"/>
                  </a:lnTo>
                  <a:lnTo>
                    <a:pt x="7123463" y="1342471"/>
                  </a:lnTo>
                  <a:lnTo>
                    <a:pt x="7124745" y="1342471"/>
                  </a:lnTo>
                  <a:lnTo>
                    <a:pt x="7126027" y="1342471"/>
                  </a:lnTo>
                  <a:lnTo>
                    <a:pt x="7127309" y="1342471"/>
                  </a:lnTo>
                  <a:lnTo>
                    <a:pt x="7128591" y="1342471"/>
                  </a:lnTo>
                  <a:lnTo>
                    <a:pt x="7129873" y="1342471"/>
                  </a:lnTo>
                  <a:lnTo>
                    <a:pt x="7131154" y="1342471"/>
                  </a:lnTo>
                  <a:lnTo>
                    <a:pt x="7132436" y="1342471"/>
                  </a:lnTo>
                  <a:lnTo>
                    <a:pt x="7133718" y="1342471"/>
                  </a:lnTo>
                  <a:lnTo>
                    <a:pt x="7135000" y="1342471"/>
                  </a:lnTo>
                  <a:lnTo>
                    <a:pt x="7136282" y="1342471"/>
                  </a:lnTo>
                  <a:lnTo>
                    <a:pt x="7137564" y="1342471"/>
                  </a:lnTo>
                  <a:lnTo>
                    <a:pt x="7138845" y="1342599"/>
                  </a:lnTo>
                  <a:lnTo>
                    <a:pt x="7140127" y="1342599"/>
                  </a:lnTo>
                  <a:lnTo>
                    <a:pt x="7141409" y="1342599"/>
                  </a:lnTo>
                  <a:lnTo>
                    <a:pt x="7142691" y="1342599"/>
                  </a:lnTo>
                  <a:lnTo>
                    <a:pt x="7143973" y="1342599"/>
                  </a:lnTo>
                  <a:lnTo>
                    <a:pt x="7145255" y="1342599"/>
                  </a:lnTo>
                  <a:lnTo>
                    <a:pt x="7146537" y="1342599"/>
                  </a:lnTo>
                  <a:lnTo>
                    <a:pt x="7147818" y="1342599"/>
                  </a:lnTo>
                  <a:lnTo>
                    <a:pt x="7149100" y="1342599"/>
                  </a:lnTo>
                  <a:lnTo>
                    <a:pt x="7150382" y="1342599"/>
                  </a:lnTo>
                  <a:lnTo>
                    <a:pt x="7151664" y="1342599"/>
                  </a:lnTo>
                  <a:lnTo>
                    <a:pt x="7152946" y="1342599"/>
                  </a:lnTo>
                  <a:lnTo>
                    <a:pt x="7154228" y="1342599"/>
                  </a:lnTo>
                  <a:lnTo>
                    <a:pt x="7155509" y="1342599"/>
                  </a:lnTo>
                  <a:lnTo>
                    <a:pt x="7156791" y="1342599"/>
                  </a:lnTo>
                  <a:lnTo>
                    <a:pt x="7158073" y="1342599"/>
                  </a:lnTo>
                  <a:lnTo>
                    <a:pt x="7159355" y="1342599"/>
                  </a:lnTo>
                  <a:lnTo>
                    <a:pt x="7160637" y="1342599"/>
                  </a:lnTo>
                  <a:lnTo>
                    <a:pt x="7161919" y="1342599"/>
                  </a:lnTo>
                  <a:lnTo>
                    <a:pt x="7163200" y="1342599"/>
                  </a:lnTo>
                  <a:lnTo>
                    <a:pt x="7164482" y="1342599"/>
                  </a:lnTo>
                  <a:lnTo>
                    <a:pt x="7165764" y="1342471"/>
                  </a:lnTo>
                  <a:lnTo>
                    <a:pt x="7167046" y="1342471"/>
                  </a:lnTo>
                  <a:lnTo>
                    <a:pt x="7168328" y="1342471"/>
                  </a:lnTo>
                  <a:lnTo>
                    <a:pt x="7169610" y="1342471"/>
                  </a:lnTo>
                  <a:lnTo>
                    <a:pt x="7170892" y="1342471"/>
                  </a:lnTo>
                  <a:lnTo>
                    <a:pt x="7172173" y="1342471"/>
                  </a:lnTo>
                  <a:lnTo>
                    <a:pt x="7173455" y="1342471"/>
                  </a:lnTo>
                  <a:lnTo>
                    <a:pt x="7174737" y="1342471"/>
                  </a:lnTo>
                  <a:lnTo>
                    <a:pt x="7176019" y="1342471"/>
                  </a:lnTo>
                  <a:lnTo>
                    <a:pt x="7177301" y="1342471"/>
                  </a:lnTo>
                  <a:lnTo>
                    <a:pt x="7178583" y="1342471"/>
                  </a:lnTo>
                  <a:lnTo>
                    <a:pt x="7179864" y="1342471"/>
                  </a:lnTo>
                  <a:lnTo>
                    <a:pt x="7181146" y="1342471"/>
                  </a:lnTo>
                  <a:lnTo>
                    <a:pt x="7182428" y="1342599"/>
                  </a:lnTo>
                  <a:lnTo>
                    <a:pt x="7183710" y="1342599"/>
                  </a:lnTo>
                  <a:lnTo>
                    <a:pt x="7184992" y="1342599"/>
                  </a:lnTo>
                  <a:lnTo>
                    <a:pt x="7186274" y="1342599"/>
                  </a:lnTo>
                  <a:lnTo>
                    <a:pt x="7187556" y="1342599"/>
                  </a:lnTo>
                  <a:lnTo>
                    <a:pt x="7188837" y="1342599"/>
                  </a:lnTo>
                  <a:lnTo>
                    <a:pt x="7190119" y="1342599"/>
                  </a:lnTo>
                  <a:lnTo>
                    <a:pt x="7191401" y="1342599"/>
                  </a:lnTo>
                  <a:lnTo>
                    <a:pt x="7192683" y="1342599"/>
                  </a:lnTo>
                  <a:lnTo>
                    <a:pt x="7193965" y="1342599"/>
                  </a:lnTo>
                  <a:lnTo>
                    <a:pt x="7195247" y="1342599"/>
                  </a:lnTo>
                  <a:lnTo>
                    <a:pt x="7196528" y="1342599"/>
                  </a:lnTo>
                  <a:lnTo>
                    <a:pt x="7197810" y="1342599"/>
                  </a:lnTo>
                  <a:lnTo>
                    <a:pt x="7199092" y="1342599"/>
                  </a:lnTo>
                  <a:lnTo>
                    <a:pt x="7200374" y="1342599"/>
                  </a:lnTo>
                  <a:lnTo>
                    <a:pt x="7201656" y="1342599"/>
                  </a:lnTo>
                  <a:lnTo>
                    <a:pt x="7202938" y="1342599"/>
                  </a:lnTo>
                  <a:lnTo>
                    <a:pt x="7204219" y="1291053"/>
                  </a:lnTo>
                  <a:lnTo>
                    <a:pt x="7205501" y="1285692"/>
                  </a:lnTo>
                  <a:lnTo>
                    <a:pt x="7206783" y="1246153"/>
                  </a:lnTo>
                  <a:lnTo>
                    <a:pt x="7208065" y="1251514"/>
                  </a:lnTo>
                  <a:lnTo>
                    <a:pt x="7209347" y="1265132"/>
                  </a:lnTo>
                  <a:lnTo>
                    <a:pt x="7210629" y="1244715"/>
                  </a:lnTo>
                  <a:lnTo>
                    <a:pt x="7211911" y="1244715"/>
                  </a:lnTo>
                  <a:lnTo>
                    <a:pt x="7213192" y="1135321"/>
                  </a:lnTo>
                  <a:lnTo>
                    <a:pt x="7214474" y="1128458"/>
                  </a:lnTo>
                  <a:lnTo>
                    <a:pt x="7215756" y="1114533"/>
                  </a:lnTo>
                  <a:lnTo>
                    <a:pt x="7217038" y="1021560"/>
                  </a:lnTo>
                  <a:lnTo>
                    <a:pt x="7218320" y="947988"/>
                  </a:lnTo>
                  <a:lnTo>
                    <a:pt x="7219602" y="1069536"/>
                  </a:lnTo>
                  <a:lnTo>
                    <a:pt x="7220883" y="1096619"/>
                  </a:lnTo>
                  <a:lnTo>
                    <a:pt x="7222165" y="1206834"/>
                  </a:lnTo>
                  <a:lnTo>
                    <a:pt x="7223447" y="1295239"/>
                  </a:lnTo>
                  <a:lnTo>
                    <a:pt x="7224729" y="1342599"/>
                  </a:lnTo>
                  <a:lnTo>
                    <a:pt x="7226011" y="1342599"/>
                  </a:lnTo>
                  <a:lnTo>
                    <a:pt x="7227293" y="1342599"/>
                  </a:lnTo>
                  <a:lnTo>
                    <a:pt x="7228575" y="1342599"/>
                  </a:lnTo>
                  <a:lnTo>
                    <a:pt x="7229856" y="1342599"/>
                  </a:lnTo>
                  <a:lnTo>
                    <a:pt x="7231138" y="1342599"/>
                  </a:lnTo>
                  <a:lnTo>
                    <a:pt x="7232420" y="1342599"/>
                  </a:lnTo>
                  <a:lnTo>
                    <a:pt x="7233702" y="1342599"/>
                  </a:lnTo>
                  <a:lnTo>
                    <a:pt x="7234984" y="1342599"/>
                  </a:lnTo>
                  <a:lnTo>
                    <a:pt x="7236266" y="1342599"/>
                  </a:lnTo>
                  <a:lnTo>
                    <a:pt x="7237547" y="1342599"/>
                  </a:lnTo>
                  <a:lnTo>
                    <a:pt x="7238829" y="1342599"/>
                  </a:lnTo>
                  <a:lnTo>
                    <a:pt x="7240111" y="1269990"/>
                  </a:lnTo>
                  <a:lnTo>
                    <a:pt x="7241393" y="1244342"/>
                  </a:lnTo>
                  <a:lnTo>
                    <a:pt x="7242675" y="1297312"/>
                  </a:lnTo>
                  <a:lnTo>
                    <a:pt x="7243957" y="1283387"/>
                  </a:lnTo>
                  <a:lnTo>
                    <a:pt x="7245239" y="1220622"/>
                  </a:lnTo>
                  <a:lnTo>
                    <a:pt x="7246520" y="1283387"/>
                  </a:lnTo>
                  <a:lnTo>
                    <a:pt x="7247802" y="1297312"/>
                  </a:lnTo>
                  <a:lnTo>
                    <a:pt x="7249084" y="1301724"/>
                  </a:lnTo>
                  <a:lnTo>
                    <a:pt x="7250366" y="1342599"/>
                  </a:lnTo>
                  <a:lnTo>
                    <a:pt x="7251648" y="1342599"/>
                  </a:lnTo>
                  <a:lnTo>
                    <a:pt x="7252930" y="1342599"/>
                  </a:lnTo>
                  <a:lnTo>
                    <a:pt x="7254211" y="1342599"/>
                  </a:lnTo>
                  <a:lnTo>
                    <a:pt x="7255493" y="1342599"/>
                  </a:lnTo>
                  <a:lnTo>
                    <a:pt x="7256775" y="1342599"/>
                  </a:lnTo>
                  <a:lnTo>
                    <a:pt x="7258057" y="1342599"/>
                  </a:lnTo>
                  <a:lnTo>
                    <a:pt x="7259339" y="1342599"/>
                  </a:lnTo>
                  <a:lnTo>
                    <a:pt x="7260621" y="1342599"/>
                  </a:lnTo>
                  <a:lnTo>
                    <a:pt x="7261902" y="1342599"/>
                  </a:lnTo>
                  <a:lnTo>
                    <a:pt x="7263184" y="1342599"/>
                  </a:lnTo>
                  <a:lnTo>
                    <a:pt x="7264466" y="1342599"/>
                  </a:lnTo>
                  <a:lnTo>
                    <a:pt x="7265748" y="1342599"/>
                  </a:lnTo>
                  <a:lnTo>
                    <a:pt x="7267030" y="1342599"/>
                  </a:lnTo>
                  <a:lnTo>
                    <a:pt x="7268312" y="1342599"/>
                  </a:lnTo>
                  <a:lnTo>
                    <a:pt x="7269594" y="1342599"/>
                  </a:lnTo>
                  <a:lnTo>
                    <a:pt x="7270875" y="1342471"/>
                  </a:lnTo>
                  <a:lnTo>
                    <a:pt x="7272157" y="1342471"/>
                  </a:lnTo>
                  <a:lnTo>
                    <a:pt x="7273439" y="1264707"/>
                  </a:lnTo>
                  <a:lnTo>
                    <a:pt x="7274721" y="1251993"/>
                  </a:lnTo>
                  <a:lnTo>
                    <a:pt x="7276003" y="1251993"/>
                  </a:lnTo>
                  <a:lnTo>
                    <a:pt x="7277285" y="1247815"/>
                  </a:lnTo>
                  <a:lnTo>
                    <a:pt x="7278566" y="1173617"/>
                  </a:lnTo>
                  <a:lnTo>
                    <a:pt x="7279848" y="1173617"/>
                  </a:lnTo>
                  <a:lnTo>
                    <a:pt x="7281130" y="1104485"/>
                  </a:lnTo>
                  <a:lnTo>
                    <a:pt x="7282412" y="1072750"/>
                  </a:lnTo>
                  <a:lnTo>
                    <a:pt x="7283694" y="1042644"/>
                  </a:lnTo>
                  <a:lnTo>
                    <a:pt x="7284976" y="994761"/>
                  </a:lnTo>
                  <a:lnTo>
                    <a:pt x="7286258" y="986702"/>
                  </a:lnTo>
                  <a:lnTo>
                    <a:pt x="7287539" y="950491"/>
                  </a:lnTo>
                  <a:lnTo>
                    <a:pt x="7288821" y="935631"/>
                  </a:lnTo>
                  <a:lnTo>
                    <a:pt x="7290103" y="900047"/>
                  </a:lnTo>
                  <a:lnTo>
                    <a:pt x="7291385" y="888650"/>
                  </a:lnTo>
                  <a:lnTo>
                    <a:pt x="7292667" y="928339"/>
                  </a:lnTo>
                  <a:lnTo>
                    <a:pt x="7293949" y="935631"/>
                  </a:lnTo>
                  <a:lnTo>
                    <a:pt x="7295230" y="935631"/>
                  </a:lnTo>
                  <a:lnTo>
                    <a:pt x="7296512" y="938082"/>
                  </a:lnTo>
                  <a:lnTo>
                    <a:pt x="7297794" y="986702"/>
                  </a:lnTo>
                  <a:lnTo>
                    <a:pt x="7299076" y="986702"/>
                  </a:lnTo>
                  <a:lnTo>
                    <a:pt x="7300358" y="1042644"/>
                  </a:lnTo>
                  <a:lnTo>
                    <a:pt x="7301640" y="1072750"/>
                  </a:lnTo>
                  <a:lnTo>
                    <a:pt x="7302921" y="1060522"/>
                  </a:lnTo>
                  <a:lnTo>
                    <a:pt x="7304203" y="1094783"/>
                  </a:lnTo>
                  <a:lnTo>
                    <a:pt x="7305485" y="1104485"/>
                  </a:lnTo>
                  <a:lnTo>
                    <a:pt x="7306767" y="1152009"/>
                  </a:lnTo>
                  <a:lnTo>
                    <a:pt x="7308049" y="1173617"/>
                  </a:lnTo>
                  <a:lnTo>
                    <a:pt x="7309331" y="1231396"/>
                  </a:lnTo>
                  <a:lnTo>
                    <a:pt x="7310613" y="1251993"/>
                  </a:lnTo>
                  <a:lnTo>
                    <a:pt x="7311894" y="1215424"/>
                  </a:lnTo>
                  <a:lnTo>
                    <a:pt x="7313176" y="1173617"/>
                  </a:lnTo>
                  <a:lnTo>
                    <a:pt x="7314458" y="1173617"/>
                  </a:lnTo>
                  <a:lnTo>
                    <a:pt x="7315740" y="1173617"/>
                  </a:lnTo>
                  <a:lnTo>
                    <a:pt x="7317022" y="1173617"/>
                  </a:lnTo>
                  <a:lnTo>
                    <a:pt x="7318304" y="1173617"/>
                  </a:lnTo>
                  <a:lnTo>
                    <a:pt x="7319585" y="1173617"/>
                  </a:lnTo>
                  <a:lnTo>
                    <a:pt x="7320867" y="1162714"/>
                  </a:lnTo>
                  <a:lnTo>
                    <a:pt x="7322149" y="1152009"/>
                  </a:lnTo>
                  <a:lnTo>
                    <a:pt x="7323431" y="1173617"/>
                  </a:lnTo>
                  <a:lnTo>
                    <a:pt x="7324713" y="1173617"/>
                  </a:lnTo>
                  <a:lnTo>
                    <a:pt x="7325995" y="1173617"/>
                  </a:lnTo>
                  <a:lnTo>
                    <a:pt x="7327277" y="1173617"/>
                  </a:lnTo>
                  <a:lnTo>
                    <a:pt x="7328558" y="1173617"/>
                  </a:lnTo>
                  <a:lnTo>
                    <a:pt x="7329840" y="1124383"/>
                  </a:lnTo>
                  <a:lnTo>
                    <a:pt x="7331122" y="1134591"/>
                  </a:lnTo>
                  <a:lnTo>
                    <a:pt x="7332404" y="1173617"/>
                  </a:lnTo>
                  <a:lnTo>
                    <a:pt x="7333686" y="1173617"/>
                  </a:lnTo>
                  <a:lnTo>
                    <a:pt x="7334968" y="1131169"/>
                  </a:lnTo>
                  <a:lnTo>
                    <a:pt x="7336249" y="1104485"/>
                  </a:lnTo>
                  <a:lnTo>
                    <a:pt x="7337531" y="1104485"/>
                  </a:lnTo>
                  <a:lnTo>
                    <a:pt x="7338813" y="1104485"/>
                  </a:lnTo>
                  <a:lnTo>
                    <a:pt x="7340095" y="1114350"/>
                  </a:lnTo>
                  <a:lnTo>
                    <a:pt x="7341377" y="1173617"/>
                  </a:lnTo>
                  <a:lnTo>
                    <a:pt x="7342659" y="1173617"/>
                  </a:lnTo>
                  <a:lnTo>
                    <a:pt x="7343940" y="1173617"/>
                  </a:lnTo>
                  <a:lnTo>
                    <a:pt x="7345222" y="1173617"/>
                  </a:lnTo>
                  <a:lnTo>
                    <a:pt x="7346504" y="1173617"/>
                  </a:lnTo>
                  <a:lnTo>
                    <a:pt x="7347786" y="1173617"/>
                  </a:lnTo>
                  <a:lnTo>
                    <a:pt x="7349068" y="1227362"/>
                  </a:lnTo>
                  <a:lnTo>
                    <a:pt x="7350350" y="1251993"/>
                  </a:lnTo>
                  <a:lnTo>
                    <a:pt x="7351632" y="1251993"/>
                  </a:lnTo>
                  <a:lnTo>
                    <a:pt x="7352913" y="1251993"/>
                  </a:lnTo>
                  <a:lnTo>
                    <a:pt x="7354195" y="1304590"/>
                  </a:lnTo>
                  <a:lnTo>
                    <a:pt x="7355477" y="1286529"/>
                  </a:lnTo>
                  <a:lnTo>
                    <a:pt x="7356759" y="1251993"/>
                  </a:lnTo>
                  <a:lnTo>
                    <a:pt x="7358041" y="1219376"/>
                  </a:lnTo>
                  <a:lnTo>
                    <a:pt x="7359323" y="1173617"/>
                  </a:lnTo>
                  <a:lnTo>
                    <a:pt x="7360604" y="1173617"/>
                  </a:lnTo>
                  <a:lnTo>
                    <a:pt x="7361886" y="1173617"/>
                  </a:lnTo>
                  <a:lnTo>
                    <a:pt x="7363168" y="1252951"/>
                  </a:lnTo>
                  <a:lnTo>
                    <a:pt x="7364450" y="1266068"/>
                  </a:lnTo>
                  <a:lnTo>
                    <a:pt x="7365732" y="1289755"/>
                  </a:lnTo>
                  <a:lnTo>
                    <a:pt x="7367014" y="1289755"/>
                  </a:lnTo>
                  <a:lnTo>
                    <a:pt x="7368296" y="1289755"/>
                  </a:lnTo>
                  <a:lnTo>
                    <a:pt x="7369577" y="1289755"/>
                  </a:lnTo>
                  <a:lnTo>
                    <a:pt x="7370859" y="1289755"/>
                  </a:lnTo>
                  <a:lnTo>
                    <a:pt x="7372141" y="1289755"/>
                  </a:lnTo>
                  <a:lnTo>
                    <a:pt x="7373423" y="1289755"/>
                  </a:lnTo>
                  <a:lnTo>
                    <a:pt x="7374705" y="1335514"/>
                  </a:lnTo>
                  <a:lnTo>
                    <a:pt x="7375987" y="1342599"/>
                  </a:lnTo>
                  <a:lnTo>
                    <a:pt x="7377268" y="1342599"/>
                  </a:lnTo>
                  <a:lnTo>
                    <a:pt x="7378550" y="1342599"/>
                  </a:lnTo>
                  <a:lnTo>
                    <a:pt x="7379832" y="1342599"/>
                  </a:lnTo>
                  <a:lnTo>
                    <a:pt x="7381114" y="1342599"/>
                  </a:lnTo>
                  <a:lnTo>
                    <a:pt x="7382396" y="1342599"/>
                  </a:lnTo>
                  <a:lnTo>
                    <a:pt x="7383678" y="1342599"/>
                  </a:lnTo>
                  <a:lnTo>
                    <a:pt x="7384960" y="1342471"/>
                  </a:lnTo>
                  <a:lnTo>
                    <a:pt x="7386241" y="1342471"/>
                  </a:lnTo>
                  <a:lnTo>
                    <a:pt x="7387523" y="1342471"/>
                  </a:lnTo>
                  <a:lnTo>
                    <a:pt x="7388805" y="1342471"/>
                  </a:lnTo>
                  <a:lnTo>
                    <a:pt x="7390087" y="1342471"/>
                  </a:lnTo>
                  <a:lnTo>
                    <a:pt x="7391369" y="1342471"/>
                  </a:lnTo>
                  <a:lnTo>
                    <a:pt x="7392651" y="1342471"/>
                  </a:lnTo>
                  <a:lnTo>
                    <a:pt x="7393932" y="1342471"/>
                  </a:lnTo>
                  <a:lnTo>
                    <a:pt x="7395214" y="1342471"/>
                  </a:lnTo>
                  <a:lnTo>
                    <a:pt x="7396496" y="1342471"/>
                  </a:lnTo>
                  <a:lnTo>
                    <a:pt x="7397778" y="1342471"/>
                  </a:lnTo>
                  <a:lnTo>
                    <a:pt x="7399060" y="1342471"/>
                  </a:lnTo>
                  <a:lnTo>
                    <a:pt x="7400342" y="1342471"/>
                  </a:lnTo>
                  <a:lnTo>
                    <a:pt x="7401623" y="1342471"/>
                  </a:lnTo>
                  <a:lnTo>
                    <a:pt x="7402905" y="1290993"/>
                  </a:lnTo>
                  <a:lnTo>
                    <a:pt x="7404187" y="1231396"/>
                  </a:lnTo>
                  <a:lnTo>
                    <a:pt x="7405469" y="1117675"/>
                  </a:lnTo>
                  <a:lnTo>
                    <a:pt x="7406751" y="1060522"/>
                  </a:lnTo>
                  <a:lnTo>
                    <a:pt x="7408033" y="1042644"/>
                  </a:lnTo>
                  <a:lnTo>
                    <a:pt x="7409315" y="1125478"/>
                  </a:lnTo>
                  <a:lnTo>
                    <a:pt x="7410596" y="1135095"/>
                  </a:lnTo>
                  <a:lnTo>
                    <a:pt x="7411878" y="1135095"/>
                  </a:lnTo>
                  <a:lnTo>
                    <a:pt x="7413160" y="1158781"/>
                  </a:lnTo>
                  <a:lnTo>
                    <a:pt x="7414442" y="1158781"/>
                  </a:lnTo>
                  <a:lnTo>
                    <a:pt x="7415724" y="1158781"/>
                  </a:lnTo>
                  <a:lnTo>
                    <a:pt x="7417006" y="1158781"/>
                  </a:lnTo>
                  <a:lnTo>
                    <a:pt x="7418287" y="1158781"/>
                  </a:lnTo>
                  <a:lnTo>
                    <a:pt x="7419569" y="1158781"/>
                  </a:lnTo>
                  <a:lnTo>
                    <a:pt x="7420851" y="1158781"/>
                  </a:lnTo>
                  <a:lnTo>
                    <a:pt x="7422133" y="1191985"/>
                  </a:lnTo>
                  <a:lnTo>
                    <a:pt x="7423415" y="1237157"/>
                  </a:lnTo>
                  <a:lnTo>
                    <a:pt x="7424697" y="1342599"/>
                  </a:lnTo>
                  <a:lnTo>
                    <a:pt x="7425979" y="1342599"/>
                  </a:lnTo>
                  <a:lnTo>
                    <a:pt x="7427260" y="1342599"/>
                  </a:lnTo>
                  <a:lnTo>
                    <a:pt x="7428542" y="1342599"/>
                  </a:lnTo>
                  <a:lnTo>
                    <a:pt x="7429824" y="1342599"/>
                  </a:lnTo>
                  <a:lnTo>
                    <a:pt x="7431106" y="1342599"/>
                  </a:lnTo>
                  <a:lnTo>
                    <a:pt x="7432388" y="1342599"/>
                  </a:lnTo>
                  <a:lnTo>
                    <a:pt x="7433670" y="1342599"/>
                  </a:lnTo>
                  <a:lnTo>
                    <a:pt x="7434951" y="1342599"/>
                  </a:lnTo>
                  <a:lnTo>
                    <a:pt x="7436233" y="1342599"/>
                  </a:lnTo>
                  <a:lnTo>
                    <a:pt x="7437515" y="1342599"/>
                  </a:lnTo>
                  <a:lnTo>
                    <a:pt x="7438797" y="1342599"/>
                  </a:lnTo>
                  <a:lnTo>
                    <a:pt x="7440079" y="1342599"/>
                  </a:lnTo>
                  <a:lnTo>
                    <a:pt x="7441361" y="1342599"/>
                  </a:lnTo>
                  <a:lnTo>
                    <a:pt x="7442642" y="1342599"/>
                  </a:lnTo>
                  <a:lnTo>
                    <a:pt x="7443924" y="1342599"/>
                  </a:lnTo>
                  <a:lnTo>
                    <a:pt x="7445206" y="1342599"/>
                  </a:lnTo>
                  <a:lnTo>
                    <a:pt x="7446488" y="1342599"/>
                  </a:lnTo>
                  <a:lnTo>
                    <a:pt x="7447770" y="1342599"/>
                  </a:lnTo>
                  <a:lnTo>
                    <a:pt x="7449052" y="1341634"/>
                  </a:lnTo>
                  <a:lnTo>
                    <a:pt x="7450334" y="1342599"/>
                  </a:lnTo>
                  <a:lnTo>
                    <a:pt x="7451615" y="1342599"/>
                  </a:lnTo>
                  <a:lnTo>
                    <a:pt x="7452897" y="1342599"/>
                  </a:lnTo>
                  <a:lnTo>
                    <a:pt x="7454179" y="1342599"/>
                  </a:lnTo>
                  <a:lnTo>
                    <a:pt x="7455461" y="1342599"/>
                  </a:lnTo>
                  <a:lnTo>
                    <a:pt x="7456743" y="1342599"/>
                  </a:lnTo>
                  <a:lnTo>
                    <a:pt x="7458025" y="1342599"/>
                  </a:lnTo>
                  <a:lnTo>
                    <a:pt x="7459306" y="1342599"/>
                  </a:lnTo>
                  <a:lnTo>
                    <a:pt x="7460588" y="1342599"/>
                  </a:lnTo>
                  <a:lnTo>
                    <a:pt x="7461870" y="1342599"/>
                  </a:lnTo>
                  <a:lnTo>
                    <a:pt x="7463152" y="1342599"/>
                  </a:lnTo>
                  <a:lnTo>
                    <a:pt x="7464434" y="1342599"/>
                  </a:lnTo>
                  <a:lnTo>
                    <a:pt x="7465716" y="1342599"/>
                  </a:lnTo>
                  <a:lnTo>
                    <a:pt x="7466998" y="1342599"/>
                  </a:lnTo>
                  <a:lnTo>
                    <a:pt x="7468279" y="1342599"/>
                  </a:lnTo>
                  <a:lnTo>
                    <a:pt x="7469561" y="1342599"/>
                  </a:lnTo>
                  <a:lnTo>
                    <a:pt x="7470843" y="1342599"/>
                  </a:lnTo>
                  <a:lnTo>
                    <a:pt x="7472125" y="1342599"/>
                  </a:lnTo>
                  <a:lnTo>
                    <a:pt x="7473407" y="1342599"/>
                  </a:lnTo>
                  <a:lnTo>
                    <a:pt x="7474689" y="1342599"/>
                  </a:lnTo>
                  <a:lnTo>
                    <a:pt x="7475970" y="1342599"/>
                  </a:lnTo>
                  <a:lnTo>
                    <a:pt x="7477252" y="1342599"/>
                  </a:lnTo>
                  <a:lnTo>
                    <a:pt x="7478534" y="1342599"/>
                  </a:lnTo>
                  <a:lnTo>
                    <a:pt x="7479816" y="1338413"/>
                  </a:lnTo>
                  <a:lnTo>
                    <a:pt x="7481098" y="1342599"/>
                  </a:lnTo>
                  <a:lnTo>
                    <a:pt x="7482380" y="1297312"/>
                  </a:lnTo>
                  <a:lnTo>
                    <a:pt x="7483661" y="1220622"/>
                  </a:lnTo>
                  <a:lnTo>
                    <a:pt x="7484943" y="1214403"/>
                  </a:lnTo>
                  <a:lnTo>
                    <a:pt x="7486225" y="1183819"/>
                  </a:lnTo>
                  <a:lnTo>
                    <a:pt x="7487507" y="1206801"/>
                  </a:lnTo>
                  <a:lnTo>
                    <a:pt x="7488789" y="1266068"/>
                  </a:lnTo>
                  <a:lnTo>
                    <a:pt x="7490071" y="1289755"/>
                  </a:lnTo>
                  <a:lnTo>
                    <a:pt x="7491353" y="1342599"/>
                  </a:lnTo>
                  <a:lnTo>
                    <a:pt x="7492634" y="1342599"/>
                  </a:lnTo>
                  <a:lnTo>
                    <a:pt x="7493916" y="1342599"/>
                  </a:lnTo>
                  <a:lnTo>
                    <a:pt x="7495198" y="1342599"/>
                  </a:lnTo>
                  <a:lnTo>
                    <a:pt x="7496480" y="1342599"/>
                  </a:lnTo>
                  <a:lnTo>
                    <a:pt x="7497762" y="1342599"/>
                  </a:lnTo>
                  <a:lnTo>
                    <a:pt x="7499044" y="1342599"/>
                  </a:lnTo>
                  <a:lnTo>
                    <a:pt x="7500325" y="1342599"/>
                  </a:lnTo>
                  <a:lnTo>
                    <a:pt x="7501607" y="1342599"/>
                  </a:lnTo>
                  <a:lnTo>
                    <a:pt x="7502889" y="1342599"/>
                  </a:lnTo>
                  <a:lnTo>
                    <a:pt x="7504171" y="1342599"/>
                  </a:lnTo>
                  <a:lnTo>
                    <a:pt x="7505453" y="1342599"/>
                  </a:lnTo>
                  <a:lnTo>
                    <a:pt x="7506735" y="1342599"/>
                  </a:lnTo>
                  <a:lnTo>
                    <a:pt x="7508017" y="1342599"/>
                  </a:lnTo>
                  <a:lnTo>
                    <a:pt x="7509298" y="1342599"/>
                  </a:lnTo>
                  <a:lnTo>
                    <a:pt x="7510580" y="1342599"/>
                  </a:lnTo>
                  <a:lnTo>
                    <a:pt x="7511862" y="1342599"/>
                  </a:lnTo>
                  <a:lnTo>
                    <a:pt x="7513144" y="1342599"/>
                  </a:lnTo>
                  <a:lnTo>
                    <a:pt x="7514426" y="1342599"/>
                  </a:lnTo>
                  <a:lnTo>
                    <a:pt x="7515708" y="1342599"/>
                  </a:lnTo>
                  <a:lnTo>
                    <a:pt x="7516989" y="1342599"/>
                  </a:lnTo>
                  <a:lnTo>
                    <a:pt x="7518271" y="1342471"/>
                  </a:lnTo>
                  <a:lnTo>
                    <a:pt x="7519553" y="1342471"/>
                  </a:lnTo>
                  <a:lnTo>
                    <a:pt x="7520835" y="1342471"/>
                  </a:lnTo>
                  <a:lnTo>
                    <a:pt x="7522117" y="1342471"/>
                  </a:lnTo>
                  <a:lnTo>
                    <a:pt x="7523399" y="1342471"/>
                  </a:lnTo>
                  <a:lnTo>
                    <a:pt x="7524681" y="1342471"/>
                  </a:lnTo>
                  <a:lnTo>
                    <a:pt x="7525962" y="1342471"/>
                  </a:lnTo>
                  <a:lnTo>
                    <a:pt x="7527244" y="1342471"/>
                  </a:lnTo>
                  <a:lnTo>
                    <a:pt x="7528526" y="1342471"/>
                  </a:lnTo>
                  <a:lnTo>
                    <a:pt x="7529808" y="1342471"/>
                  </a:lnTo>
                  <a:lnTo>
                    <a:pt x="7531090" y="1342471"/>
                  </a:lnTo>
                  <a:lnTo>
                    <a:pt x="7532372" y="1342471"/>
                  </a:lnTo>
                  <a:lnTo>
                    <a:pt x="7533653" y="1342471"/>
                  </a:lnTo>
                  <a:lnTo>
                    <a:pt x="7534935" y="1342471"/>
                  </a:lnTo>
                  <a:lnTo>
                    <a:pt x="7536217" y="1342471"/>
                  </a:lnTo>
                  <a:lnTo>
                    <a:pt x="7537499" y="1342471"/>
                  </a:lnTo>
                  <a:lnTo>
                    <a:pt x="7538781" y="1342471"/>
                  </a:lnTo>
                  <a:lnTo>
                    <a:pt x="7540063" y="1342471"/>
                  </a:lnTo>
                  <a:lnTo>
                    <a:pt x="7541344" y="1342599"/>
                  </a:lnTo>
                  <a:lnTo>
                    <a:pt x="7542626" y="1342599"/>
                  </a:lnTo>
                  <a:lnTo>
                    <a:pt x="7543908" y="1342599"/>
                  </a:lnTo>
                  <a:lnTo>
                    <a:pt x="7545190" y="1342599"/>
                  </a:lnTo>
                  <a:lnTo>
                    <a:pt x="7546472" y="1342599"/>
                  </a:lnTo>
                  <a:lnTo>
                    <a:pt x="7547754" y="1342599"/>
                  </a:lnTo>
                  <a:lnTo>
                    <a:pt x="7549036" y="1342599"/>
                  </a:lnTo>
                  <a:lnTo>
                    <a:pt x="7550317" y="1342599"/>
                  </a:lnTo>
                  <a:lnTo>
                    <a:pt x="7551599" y="1342599"/>
                  </a:lnTo>
                  <a:lnTo>
                    <a:pt x="7552881" y="1342599"/>
                  </a:lnTo>
                  <a:lnTo>
                    <a:pt x="7554163" y="1342599"/>
                  </a:lnTo>
                  <a:lnTo>
                    <a:pt x="7555445" y="1342599"/>
                  </a:lnTo>
                  <a:lnTo>
                    <a:pt x="7556727" y="1342599"/>
                  </a:lnTo>
                  <a:lnTo>
                    <a:pt x="7558008" y="1342599"/>
                  </a:lnTo>
                  <a:lnTo>
                    <a:pt x="7559290" y="1342599"/>
                  </a:lnTo>
                  <a:lnTo>
                    <a:pt x="7560572" y="1342599"/>
                  </a:lnTo>
                  <a:lnTo>
                    <a:pt x="7561854" y="1342599"/>
                  </a:lnTo>
                  <a:lnTo>
                    <a:pt x="7563136" y="1342599"/>
                  </a:lnTo>
                  <a:lnTo>
                    <a:pt x="7564418" y="1342599"/>
                  </a:lnTo>
                  <a:lnTo>
                    <a:pt x="7565700" y="1342599"/>
                  </a:lnTo>
                  <a:lnTo>
                    <a:pt x="7566981" y="1342599"/>
                  </a:lnTo>
                  <a:lnTo>
                    <a:pt x="7568263" y="1342599"/>
                  </a:lnTo>
                  <a:lnTo>
                    <a:pt x="7569545" y="1342599"/>
                  </a:lnTo>
                  <a:lnTo>
                    <a:pt x="7570827" y="1342599"/>
                  </a:lnTo>
                  <a:lnTo>
                    <a:pt x="7572109" y="1342599"/>
                  </a:lnTo>
                  <a:lnTo>
                    <a:pt x="7573391" y="1342599"/>
                  </a:lnTo>
                  <a:lnTo>
                    <a:pt x="7574672" y="1342599"/>
                  </a:lnTo>
                  <a:lnTo>
                    <a:pt x="7575954" y="1342599"/>
                  </a:lnTo>
                  <a:lnTo>
                    <a:pt x="7577236" y="1342599"/>
                  </a:lnTo>
                  <a:lnTo>
                    <a:pt x="7578518" y="1342599"/>
                  </a:lnTo>
                  <a:lnTo>
                    <a:pt x="7579800" y="1342599"/>
                  </a:lnTo>
                  <a:lnTo>
                    <a:pt x="7581082" y="1342599"/>
                  </a:lnTo>
                  <a:lnTo>
                    <a:pt x="7582363" y="1342599"/>
                  </a:lnTo>
                  <a:lnTo>
                    <a:pt x="7583645" y="1342599"/>
                  </a:lnTo>
                  <a:lnTo>
                    <a:pt x="7584927" y="1342599"/>
                  </a:lnTo>
                  <a:lnTo>
                    <a:pt x="7586209" y="1342599"/>
                  </a:lnTo>
                  <a:lnTo>
                    <a:pt x="7587491" y="1342599"/>
                  </a:lnTo>
                  <a:lnTo>
                    <a:pt x="7588773" y="1342599"/>
                  </a:lnTo>
                  <a:lnTo>
                    <a:pt x="7590055" y="1342599"/>
                  </a:lnTo>
                  <a:lnTo>
                    <a:pt x="7591336" y="1342599"/>
                  </a:lnTo>
                  <a:lnTo>
                    <a:pt x="7592618" y="1342599"/>
                  </a:lnTo>
                  <a:lnTo>
                    <a:pt x="7593900" y="1342599"/>
                  </a:lnTo>
                  <a:lnTo>
                    <a:pt x="7595182" y="1342599"/>
                  </a:lnTo>
                  <a:lnTo>
                    <a:pt x="7596464" y="1342599"/>
                  </a:lnTo>
                  <a:lnTo>
                    <a:pt x="7597746" y="1342599"/>
                  </a:lnTo>
                  <a:lnTo>
                    <a:pt x="7599027" y="1342599"/>
                  </a:lnTo>
                  <a:lnTo>
                    <a:pt x="7600309" y="1342599"/>
                  </a:lnTo>
                  <a:lnTo>
                    <a:pt x="7601591" y="1342599"/>
                  </a:lnTo>
                  <a:lnTo>
                    <a:pt x="7602873" y="1342599"/>
                  </a:lnTo>
                  <a:lnTo>
                    <a:pt x="7604155" y="1342599"/>
                  </a:lnTo>
                  <a:lnTo>
                    <a:pt x="7605437" y="1342599"/>
                  </a:lnTo>
                  <a:lnTo>
                    <a:pt x="7606719" y="1342599"/>
                  </a:lnTo>
                  <a:lnTo>
                    <a:pt x="7608000" y="1342471"/>
                  </a:lnTo>
                  <a:lnTo>
                    <a:pt x="7609282" y="1342471"/>
                  </a:lnTo>
                  <a:lnTo>
                    <a:pt x="7610564" y="1342471"/>
                  </a:lnTo>
                  <a:lnTo>
                    <a:pt x="7611846" y="1342471"/>
                  </a:lnTo>
                  <a:lnTo>
                    <a:pt x="7613128" y="1342471"/>
                  </a:lnTo>
                  <a:lnTo>
                    <a:pt x="7614410" y="1342471"/>
                  </a:lnTo>
                  <a:lnTo>
                    <a:pt x="7615691" y="1342471"/>
                  </a:lnTo>
                  <a:lnTo>
                    <a:pt x="7616973" y="1342471"/>
                  </a:lnTo>
                  <a:lnTo>
                    <a:pt x="7618255" y="1342471"/>
                  </a:lnTo>
                  <a:lnTo>
                    <a:pt x="7619537" y="1342599"/>
                  </a:lnTo>
                  <a:lnTo>
                    <a:pt x="7620819" y="1342599"/>
                  </a:lnTo>
                  <a:lnTo>
                    <a:pt x="7622101" y="1342599"/>
                  </a:lnTo>
                  <a:lnTo>
                    <a:pt x="7623382" y="1342599"/>
                  </a:lnTo>
                  <a:lnTo>
                    <a:pt x="7624664" y="1342599"/>
                  </a:lnTo>
                  <a:lnTo>
                    <a:pt x="7625946" y="1342599"/>
                  </a:lnTo>
                  <a:lnTo>
                    <a:pt x="7627228" y="1342599"/>
                  </a:lnTo>
                  <a:lnTo>
                    <a:pt x="7628510" y="1342599"/>
                  </a:lnTo>
                  <a:lnTo>
                    <a:pt x="7629792" y="1342599"/>
                  </a:lnTo>
                  <a:lnTo>
                    <a:pt x="7631074" y="1342599"/>
                  </a:lnTo>
                  <a:lnTo>
                    <a:pt x="7632355" y="1342599"/>
                  </a:lnTo>
                  <a:lnTo>
                    <a:pt x="7633637" y="1342599"/>
                  </a:lnTo>
                  <a:lnTo>
                    <a:pt x="7634919" y="1342599"/>
                  </a:lnTo>
                  <a:lnTo>
                    <a:pt x="7636201" y="1342599"/>
                  </a:lnTo>
                  <a:lnTo>
                    <a:pt x="7637483" y="1342599"/>
                  </a:lnTo>
                  <a:lnTo>
                    <a:pt x="7638765" y="1342599"/>
                  </a:lnTo>
                  <a:lnTo>
                    <a:pt x="7640046" y="1342599"/>
                  </a:lnTo>
                  <a:lnTo>
                    <a:pt x="7641328" y="1289755"/>
                  </a:lnTo>
                  <a:lnTo>
                    <a:pt x="7642610" y="1289755"/>
                  </a:lnTo>
                  <a:lnTo>
                    <a:pt x="7643892" y="1289755"/>
                  </a:lnTo>
                  <a:lnTo>
                    <a:pt x="7645174" y="1250729"/>
                  </a:lnTo>
                  <a:lnTo>
                    <a:pt x="7646456" y="1220622"/>
                  </a:lnTo>
                  <a:lnTo>
                    <a:pt x="7647738" y="1220622"/>
                  </a:lnTo>
                  <a:lnTo>
                    <a:pt x="7649019" y="1214403"/>
                  </a:lnTo>
                  <a:lnTo>
                    <a:pt x="7650301" y="1196936"/>
                  </a:lnTo>
                  <a:lnTo>
                    <a:pt x="7651583" y="1104485"/>
                  </a:lnTo>
                  <a:lnTo>
                    <a:pt x="7652865" y="1072750"/>
                  </a:lnTo>
                  <a:lnTo>
                    <a:pt x="7654147" y="1104485"/>
                  </a:lnTo>
                  <a:lnTo>
                    <a:pt x="7655429" y="1104485"/>
                  </a:lnTo>
                  <a:lnTo>
                    <a:pt x="7656710" y="1131169"/>
                  </a:lnTo>
                  <a:lnTo>
                    <a:pt x="7657992" y="1173617"/>
                  </a:lnTo>
                  <a:lnTo>
                    <a:pt x="7659274" y="1173617"/>
                  </a:lnTo>
                  <a:lnTo>
                    <a:pt x="7660556" y="1173617"/>
                  </a:lnTo>
                  <a:lnTo>
                    <a:pt x="7661838" y="1173617"/>
                  </a:lnTo>
                  <a:lnTo>
                    <a:pt x="7663120" y="1173617"/>
                  </a:lnTo>
                  <a:lnTo>
                    <a:pt x="7664402" y="1215424"/>
                  </a:lnTo>
                  <a:lnTo>
                    <a:pt x="7665683" y="1251993"/>
                  </a:lnTo>
                  <a:lnTo>
                    <a:pt x="7666965" y="1251993"/>
                  </a:lnTo>
                  <a:lnTo>
                    <a:pt x="7668247" y="1251993"/>
                  </a:lnTo>
                  <a:lnTo>
                    <a:pt x="7669529" y="1251993"/>
                  </a:lnTo>
                  <a:lnTo>
                    <a:pt x="7670811" y="1251993"/>
                  </a:lnTo>
                  <a:lnTo>
                    <a:pt x="7672093" y="1313834"/>
                  </a:lnTo>
                  <a:lnTo>
                    <a:pt x="7673374" y="1342471"/>
                  </a:lnTo>
                  <a:lnTo>
                    <a:pt x="7674656" y="1342471"/>
                  </a:lnTo>
                  <a:lnTo>
                    <a:pt x="7675938" y="1342599"/>
                  </a:lnTo>
                  <a:lnTo>
                    <a:pt x="7677220" y="1342599"/>
                  </a:lnTo>
                  <a:lnTo>
                    <a:pt x="7678502" y="1342599"/>
                  </a:lnTo>
                  <a:lnTo>
                    <a:pt x="7679784" y="1342599"/>
                  </a:lnTo>
                  <a:lnTo>
                    <a:pt x="7681065" y="1342599"/>
                  </a:lnTo>
                  <a:lnTo>
                    <a:pt x="7682347" y="1342599"/>
                  </a:lnTo>
                  <a:lnTo>
                    <a:pt x="7683629" y="1342599"/>
                  </a:lnTo>
                  <a:lnTo>
                    <a:pt x="7684911" y="1342599"/>
                  </a:lnTo>
                  <a:lnTo>
                    <a:pt x="7686193" y="1342599"/>
                  </a:lnTo>
                  <a:lnTo>
                    <a:pt x="7687475" y="1342599"/>
                  </a:lnTo>
                  <a:lnTo>
                    <a:pt x="7688757" y="1342599"/>
                  </a:lnTo>
                  <a:lnTo>
                    <a:pt x="7690038" y="1342599"/>
                  </a:lnTo>
                  <a:lnTo>
                    <a:pt x="7691320" y="1342599"/>
                  </a:lnTo>
                  <a:lnTo>
                    <a:pt x="7692602" y="1342599"/>
                  </a:lnTo>
                  <a:lnTo>
                    <a:pt x="7693884" y="1342599"/>
                  </a:lnTo>
                  <a:lnTo>
                    <a:pt x="7695166" y="1342599"/>
                  </a:lnTo>
                  <a:lnTo>
                    <a:pt x="7696448" y="1294332"/>
                  </a:lnTo>
                  <a:lnTo>
                    <a:pt x="7697729" y="1173617"/>
                  </a:lnTo>
                  <a:lnTo>
                    <a:pt x="7699011" y="1173617"/>
                  </a:lnTo>
                  <a:lnTo>
                    <a:pt x="7700293" y="1173617"/>
                  </a:lnTo>
                  <a:lnTo>
                    <a:pt x="7701575" y="1173617"/>
                  </a:lnTo>
                  <a:lnTo>
                    <a:pt x="7702857" y="1173617"/>
                  </a:lnTo>
                  <a:lnTo>
                    <a:pt x="7704139" y="1173617"/>
                  </a:lnTo>
                  <a:lnTo>
                    <a:pt x="7705421" y="1173617"/>
                  </a:lnTo>
                  <a:lnTo>
                    <a:pt x="7706702" y="1173617"/>
                  </a:lnTo>
                  <a:lnTo>
                    <a:pt x="7707984" y="1173617"/>
                  </a:lnTo>
                  <a:lnTo>
                    <a:pt x="7709266" y="1173617"/>
                  </a:lnTo>
                  <a:lnTo>
                    <a:pt x="7710548" y="1173617"/>
                  </a:lnTo>
                  <a:lnTo>
                    <a:pt x="7711830" y="1173617"/>
                  </a:lnTo>
                  <a:lnTo>
                    <a:pt x="7713112" y="1227362"/>
                  </a:lnTo>
                  <a:lnTo>
                    <a:pt x="7714393" y="1251993"/>
                  </a:lnTo>
                  <a:lnTo>
                    <a:pt x="7715675" y="1295490"/>
                  </a:lnTo>
                  <a:lnTo>
                    <a:pt x="7716957" y="1342471"/>
                  </a:lnTo>
                  <a:lnTo>
                    <a:pt x="7718239" y="1342471"/>
                  </a:lnTo>
                  <a:lnTo>
                    <a:pt x="7719521" y="1342471"/>
                  </a:lnTo>
                  <a:lnTo>
                    <a:pt x="7720803" y="1342471"/>
                  </a:lnTo>
                  <a:lnTo>
                    <a:pt x="7722084" y="1342471"/>
                  </a:lnTo>
                  <a:lnTo>
                    <a:pt x="7723366" y="1342471"/>
                  </a:lnTo>
                  <a:lnTo>
                    <a:pt x="7724648" y="1342471"/>
                  </a:lnTo>
                  <a:lnTo>
                    <a:pt x="7725930" y="1342471"/>
                  </a:lnTo>
                  <a:lnTo>
                    <a:pt x="7727212" y="1342471"/>
                  </a:lnTo>
                  <a:lnTo>
                    <a:pt x="7728494" y="1342471"/>
                  </a:lnTo>
                  <a:lnTo>
                    <a:pt x="7729776" y="1342471"/>
                  </a:lnTo>
                  <a:lnTo>
                    <a:pt x="7731057" y="1342471"/>
                  </a:lnTo>
                  <a:lnTo>
                    <a:pt x="7732339" y="1342471"/>
                  </a:lnTo>
                  <a:lnTo>
                    <a:pt x="7733621" y="1342471"/>
                  </a:lnTo>
                  <a:lnTo>
                    <a:pt x="7734903" y="1342471"/>
                  </a:lnTo>
                  <a:lnTo>
                    <a:pt x="7736185" y="1342599"/>
                  </a:lnTo>
                  <a:lnTo>
                    <a:pt x="7737467" y="1302170"/>
                  </a:lnTo>
                  <a:lnTo>
                    <a:pt x="7738748" y="1289755"/>
                  </a:lnTo>
                  <a:lnTo>
                    <a:pt x="7740030" y="1289755"/>
                  </a:lnTo>
                  <a:lnTo>
                    <a:pt x="7741312" y="1289755"/>
                  </a:lnTo>
                  <a:lnTo>
                    <a:pt x="7742594" y="1289755"/>
                  </a:lnTo>
                  <a:lnTo>
                    <a:pt x="7743876" y="1289755"/>
                  </a:lnTo>
                  <a:lnTo>
                    <a:pt x="7745158" y="1289755"/>
                  </a:lnTo>
                  <a:lnTo>
                    <a:pt x="7746440" y="1342599"/>
                  </a:lnTo>
                  <a:lnTo>
                    <a:pt x="7747721" y="1342599"/>
                  </a:lnTo>
                  <a:lnTo>
                    <a:pt x="7749003" y="1342599"/>
                  </a:lnTo>
                  <a:lnTo>
                    <a:pt x="7750285" y="1342599"/>
                  </a:lnTo>
                  <a:lnTo>
                    <a:pt x="7751567" y="1342599"/>
                  </a:lnTo>
                  <a:lnTo>
                    <a:pt x="7752849" y="1342599"/>
                  </a:lnTo>
                  <a:lnTo>
                    <a:pt x="7754131" y="1342599"/>
                  </a:lnTo>
                  <a:lnTo>
                    <a:pt x="7755412" y="1342599"/>
                  </a:lnTo>
                  <a:lnTo>
                    <a:pt x="7756694" y="1342599"/>
                  </a:lnTo>
                  <a:lnTo>
                    <a:pt x="7757976" y="1342599"/>
                  </a:lnTo>
                  <a:lnTo>
                    <a:pt x="7759258" y="1342599"/>
                  </a:lnTo>
                  <a:lnTo>
                    <a:pt x="7760540" y="1342599"/>
                  </a:lnTo>
                  <a:lnTo>
                    <a:pt x="7761822" y="1342599"/>
                  </a:lnTo>
                  <a:lnTo>
                    <a:pt x="7763104" y="1342599"/>
                  </a:lnTo>
                  <a:lnTo>
                    <a:pt x="7764385" y="1342599"/>
                  </a:lnTo>
                  <a:lnTo>
                    <a:pt x="7765667" y="1342599"/>
                  </a:lnTo>
                  <a:lnTo>
                    <a:pt x="7766949" y="1342599"/>
                  </a:lnTo>
                  <a:lnTo>
                    <a:pt x="7768231" y="1342599"/>
                  </a:lnTo>
                  <a:lnTo>
                    <a:pt x="7769513" y="1342599"/>
                  </a:lnTo>
                  <a:lnTo>
                    <a:pt x="7770795" y="1342599"/>
                  </a:lnTo>
                  <a:lnTo>
                    <a:pt x="7772076" y="1342599"/>
                  </a:lnTo>
                  <a:lnTo>
                    <a:pt x="7773358" y="1337922"/>
                  </a:lnTo>
                  <a:lnTo>
                    <a:pt x="7774640" y="1188477"/>
                  </a:lnTo>
                  <a:lnTo>
                    <a:pt x="7775922" y="1305305"/>
                  </a:lnTo>
                  <a:lnTo>
                    <a:pt x="7777204" y="1342599"/>
                  </a:lnTo>
                  <a:lnTo>
                    <a:pt x="7778486" y="1342599"/>
                  </a:lnTo>
                  <a:lnTo>
                    <a:pt x="7779767" y="1342599"/>
                  </a:lnTo>
                  <a:lnTo>
                    <a:pt x="7781049" y="1342599"/>
                  </a:lnTo>
                  <a:lnTo>
                    <a:pt x="7782331" y="1342599"/>
                  </a:lnTo>
                  <a:lnTo>
                    <a:pt x="7783613" y="1342599"/>
                  </a:lnTo>
                  <a:lnTo>
                    <a:pt x="7784895" y="1342599"/>
                  </a:lnTo>
                  <a:lnTo>
                    <a:pt x="7786177" y="1342599"/>
                  </a:lnTo>
                  <a:lnTo>
                    <a:pt x="7787459" y="1342599"/>
                  </a:lnTo>
                  <a:lnTo>
                    <a:pt x="7788740" y="1342599"/>
                  </a:lnTo>
                  <a:lnTo>
                    <a:pt x="7790022" y="1342599"/>
                  </a:lnTo>
                  <a:lnTo>
                    <a:pt x="7791304" y="1342599"/>
                  </a:lnTo>
                  <a:lnTo>
                    <a:pt x="7792586" y="1342599"/>
                  </a:lnTo>
                  <a:lnTo>
                    <a:pt x="7793868" y="1342599"/>
                  </a:lnTo>
                  <a:lnTo>
                    <a:pt x="7795150" y="1342599"/>
                  </a:lnTo>
                  <a:lnTo>
                    <a:pt x="7796431" y="1342599"/>
                  </a:lnTo>
                  <a:lnTo>
                    <a:pt x="7797713" y="1342599"/>
                  </a:lnTo>
                  <a:lnTo>
                    <a:pt x="7798995" y="1342599"/>
                  </a:lnTo>
                  <a:lnTo>
                    <a:pt x="7800277" y="1342599"/>
                  </a:lnTo>
                  <a:lnTo>
                    <a:pt x="7801559" y="1342599"/>
                  </a:lnTo>
                  <a:lnTo>
                    <a:pt x="7802841" y="1342599"/>
                  </a:lnTo>
                  <a:lnTo>
                    <a:pt x="7804123" y="1342599"/>
                  </a:lnTo>
                  <a:lnTo>
                    <a:pt x="7805404" y="1342599"/>
                  </a:lnTo>
                  <a:lnTo>
                    <a:pt x="7806686" y="1342599"/>
                  </a:lnTo>
                  <a:lnTo>
                    <a:pt x="7807968" y="1342599"/>
                  </a:lnTo>
                  <a:lnTo>
                    <a:pt x="7809250" y="1342599"/>
                  </a:lnTo>
                  <a:lnTo>
                    <a:pt x="7810532" y="1342599"/>
                  </a:lnTo>
                  <a:lnTo>
                    <a:pt x="7811814" y="1342599"/>
                  </a:lnTo>
                  <a:lnTo>
                    <a:pt x="7813095" y="1342599"/>
                  </a:lnTo>
                  <a:lnTo>
                    <a:pt x="7814377" y="1342599"/>
                  </a:lnTo>
                  <a:lnTo>
                    <a:pt x="7815659" y="1342599"/>
                  </a:lnTo>
                  <a:lnTo>
                    <a:pt x="7816941" y="1342599"/>
                  </a:lnTo>
                  <a:lnTo>
                    <a:pt x="7818223" y="1342599"/>
                  </a:lnTo>
                  <a:lnTo>
                    <a:pt x="7819505" y="1342599"/>
                  </a:lnTo>
                  <a:lnTo>
                    <a:pt x="7820786" y="1342599"/>
                  </a:lnTo>
                  <a:lnTo>
                    <a:pt x="7822068" y="1342599"/>
                  </a:lnTo>
                  <a:lnTo>
                    <a:pt x="7823350" y="1342599"/>
                  </a:lnTo>
                  <a:lnTo>
                    <a:pt x="7824632" y="1342599"/>
                  </a:lnTo>
                  <a:lnTo>
                    <a:pt x="7825914" y="1342599"/>
                  </a:lnTo>
                  <a:lnTo>
                    <a:pt x="7827196" y="1342599"/>
                  </a:lnTo>
                  <a:lnTo>
                    <a:pt x="7828478" y="1342599"/>
                  </a:lnTo>
                  <a:lnTo>
                    <a:pt x="7829759" y="1342599"/>
                  </a:lnTo>
                  <a:lnTo>
                    <a:pt x="7831041" y="1342599"/>
                  </a:lnTo>
                  <a:lnTo>
                    <a:pt x="7832323" y="1342599"/>
                  </a:lnTo>
                  <a:lnTo>
                    <a:pt x="7833605" y="1342599"/>
                  </a:lnTo>
                  <a:lnTo>
                    <a:pt x="7834887" y="1342599"/>
                  </a:lnTo>
                  <a:lnTo>
                    <a:pt x="7836169" y="1342599"/>
                  </a:lnTo>
                  <a:lnTo>
                    <a:pt x="7837450" y="1342599"/>
                  </a:lnTo>
                  <a:lnTo>
                    <a:pt x="7838732" y="1342599"/>
                  </a:lnTo>
                  <a:lnTo>
                    <a:pt x="7840014" y="1342599"/>
                  </a:lnTo>
                  <a:lnTo>
                    <a:pt x="7841296" y="1342599"/>
                  </a:lnTo>
                  <a:lnTo>
                    <a:pt x="7842578" y="1342599"/>
                  </a:lnTo>
                  <a:lnTo>
                    <a:pt x="7843860" y="1342599"/>
                  </a:lnTo>
                  <a:lnTo>
                    <a:pt x="7845142" y="1342599"/>
                  </a:lnTo>
                  <a:lnTo>
                    <a:pt x="7846423" y="1342599"/>
                  </a:lnTo>
                  <a:lnTo>
                    <a:pt x="7847705" y="1342599"/>
                  </a:lnTo>
                  <a:lnTo>
                    <a:pt x="7848987" y="1342599"/>
                  </a:lnTo>
                  <a:lnTo>
                    <a:pt x="7850269" y="1342599"/>
                  </a:lnTo>
                  <a:lnTo>
                    <a:pt x="7851551" y="1342599"/>
                  </a:lnTo>
                  <a:lnTo>
                    <a:pt x="7852833" y="1342599"/>
                  </a:lnTo>
                  <a:lnTo>
                    <a:pt x="7854114" y="1342599"/>
                  </a:lnTo>
                  <a:lnTo>
                    <a:pt x="7855396" y="1342599"/>
                  </a:lnTo>
                  <a:lnTo>
                    <a:pt x="7856678" y="1342599"/>
                  </a:lnTo>
                  <a:lnTo>
                    <a:pt x="7857960" y="1342599"/>
                  </a:lnTo>
                  <a:lnTo>
                    <a:pt x="7859242" y="1342599"/>
                  </a:lnTo>
                  <a:lnTo>
                    <a:pt x="7860524" y="1342599"/>
                  </a:lnTo>
                  <a:lnTo>
                    <a:pt x="7861805" y="1342599"/>
                  </a:lnTo>
                  <a:lnTo>
                    <a:pt x="7863087" y="1342599"/>
                  </a:lnTo>
                  <a:lnTo>
                    <a:pt x="7864369" y="1342599"/>
                  </a:lnTo>
                  <a:lnTo>
                    <a:pt x="7865651" y="1342599"/>
                  </a:lnTo>
                  <a:lnTo>
                    <a:pt x="7866933" y="1342599"/>
                  </a:lnTo>
                  <a:lnTo>
                    <a:pt x="7868215" y="1342599"/>
                  </a:lnTo>
                  <a:lnTo>
                    <a:pt x="7869497" y="1342599"/>
                  </a:lnTo>
                  <a:lnTo>
                    <a:pt x="7870778" y="1342599"/>
                  </a:lnTo>
                  <a:lnTo>
                    <a:pt x="7872060" y="1342599"/>
                  </a:lnTo>
                  <a:lnTo>
                    <a:pt x="7873342" y="1342599"/>
                  </a:lnTo>
                  <a:lnTo>
                    <a:pt x="7874624" y="1342599"/>
                  </a:lnTo>
                  <a:lnTo>
                    <a:pt x="7875906" y="1342599"/>
                  </a:lnTo>
                  <a:lnTo>
                    <a:pt x="7877188" y="1342599"/>
                  </a:lnTo>
                  <a:lnTo>
                    <a:pt x="7878469" y="1342599"/>
                  </a:lnTo>
                  <a:lnTo>
                    <a:pt x="7879751" y="1342599"/>
                  </a:lnTo>
                  <a:lnTo>
                    <a:pt x="7881033" y="1328568"/>
                  </a:lnTo>
                  <a:lnTo>
                    <a:pt x="7882315" y="1328568"/>
                  </a:lnTo>
                  <a:lnTo>
                    <a:pt x="7883597" y="1328568"/>
                  </a:lnTo>
                  <a:lnTo>
                    <a:pt x="7884879" y="1328568"/>
                  </a:lnTo>
                  <a:lnTo>
                    <a:pt x="7886161" y="1328568"/>
                  </a:lnTo>
                  <a:lnTo>
                    <a:pt x="7887442" y="1328568"/>
                  </a:lnTo>
                  <a:lnTo>
                    <a:pt x="7888724" y="1314908"/>
                  </a:lnTo>
                  <a:lnTo>
                    <a:pt x="7890006" y="1341127"/>
                  </a:lnTo>
                  <a:lnTo>
                    <a:pt x="7891288" y="1334344"/>
                  </a:lnTo>
                  <a:lnTo>
                    <a:pt x="7892570" y="1313687"/>
                  </a:lnTo>
                  <a:lnTo>
                    <a:pt x="7893852" y="1342599"/>
                  </a:lnTo>
                  <a:lnTo>
                    <a:pt x="7895133" y="1314475"/>
                  </a:lnTo>
                  <a:lnTo>
                    <a:pt x="7896415" y="1342599"/>
                  </a:lnTo>
                  <a:lnTo>
                    <a:pt x="7897697" y="1342599"/>
                  </a:lnTo>
                  <a:lnTo>
                    <a:pt x="7898979" y="1342599"/>
                  </a:lnTo>
                  <a:lnTo>
                    <a:pt x="7900261" y="1342599"/>
                  </a:lnTo>
                  <a:lnTo>
                    <a:pt x="7901543" y="1342599"/>
                  </a:lnTo>
                  <a:lnTo>
                    <a:pt x="7902825" y="1342599"/>
                  </a:lnTo>
                  <a:lnTo>
                    <a:pt x="7904106" y="1342599"/>
                  </a:lnTo>
                  <a:lnTo>
                    <a:pt x="7905388" y="1342599"/>
                  </a:lnTo>
                  <a:lnTo>
                    <a:pt x="7906670" y="1342599"/>
                  </a:lnTo>
                  <a:lnTo>
                    <a:pt x="7907952" y="1342599"/>
                  </a:lnTo>
                  <a:lnTo>
                    <a:pt x="7909234" y="1342599"/>
                  </a:lnTo>
                  <a:lnTo>
                    <a:pt x="7910516" y="1342599"/>
                  </a:lnTo>
                  <a:lnTo>
                    <a:pt x="7911797" y="1342599"/>
                  </a:lnTo>
                  <a:lnTo>
                    <a:pt x="7913079" y="1342599"/>
                  </a:lnTo>
                  <a:lnTo>
                    <a:pt x="7914361" y="1342599"/>
                  </a:lnTo>
                  <a:lnTo>
                    <a:pt x="7915643" y="1342599"/>
                  </a:lnTo>
                  <a:lnTo>
                    <a:pt x="7916925" y="1328568"/>
                  </a:lnTo>
                  <a:lnTo>
                    <a:pt x="7918207" y="1328568"/>
                  </a:lnTo>
                  <a:lnTo>
                    <a:pt x="7919488" y="1257998"/>
                  </a:lnTo>
                  <a:lnTo>
                    <a:pt x="7920770" y="1257998"/>
                  </a:lnTo>
                  <a:lnTo>
                    <a:pt x="7922052" y="1222386"/>
                  </a:lnTo>
                  <a:lnTo>
                    <a:pt x="7923334" y="1222386"/>
                  </a:lnTo>
                  <a:lnTo>
                    <a:pt x="7924616" y="1222386"/>
                  </a:lnTo>
                  <a:lnTo>
                    <a:pt x="7925898" y="1244486"/>
                  </a:lnTo>
                  <a:lnTo>
                    <a:pt x="7927180" y="1251514"/>
                  </a:lnTo>
                  <a:lnTo>
                    <a:pt x="7928461" y="1268675"/>
                  </a:lnTo>
                  <a:lnTo>
                    <a:pt x="7929743" y="1297312"/>
                  </a:lnTo>
                  <a:lnTo>
                    <a:pt x="7931025" y="1282463"/>
                  </a:lnTo>
                  <a:lnTo>
                    <a:pt x="7932307" y="1266068"/>
                  </a:lnTo>
                  <a:lnTo>
                    <a:pt x="7933589" y="1321387"/>
                  </a:lnTo>
                  <a:lnTo>
                    <a:pt x="7934871" y="1313834"/>
                  </a:lnTo>
                  <a:lnTo>
                    <a:pt x="7936152" y="1342471"/>
                  </a:lnTo>
                  <a:lnTo>
                    <a:pt x="7937434" y="1342471"/>
                  </a:lnTo>
                  <a:lnTo>
                    <a:pt x="7938716" y="1342471"/>
                  </a:lnTo>
                  <a:lnTo>
                    <a:pt x="7939998" y="1342471"/>
                  </a:lnTo>
                  <a:lnTo>
                    <a:pt x="7941280" y="1342471"/>
                  </a:lnTo>
                  <a:lnTo>
                    <a:pt x="7942562" y="1342471"/>
                  </a:lnTo>
                  <a:lnTo>
                    <a:pt x="7943844" y="1342471"/>
                  </a:lnTo>
                  <a:lnTo>
                    <a:pt x="7945125" y="1342471"/>
                  </a:lnTo>
                  <a:lnTo>
                    <a:pt x="7946407" y="1342471"/>
                  </a:lnTo>
                  <a:lnTo>
                    <a:pt x="7947689" y="1342471"/>
                  </a:lnTo>
                  <a:lnTo>
                    <a:pt x="7948971" y="1342471"/>
                  </a:lnTo>
                  <a:lnTo>
                    <a:pt x="7950253" y="1342471"/>
                  </a:lnTo>
                  <a:lnTo>
                    <a:pt x="7951535" y="1342471"/>
                  </a:lnTo>
                  <a:lnTo>
                    <a:pt x="7952816" y="1342471"/>
                  </a:lnTo>
                  <a:lnTo>
                    <a:pt x="7954098" y="1342471"/>
                  </a:lnTo>
                  <a:lnTo>
                    <a:pt x="7955380" y="1342471"/>
                  </a:lnTo>
                  <a:lnTo>
                    <a:pt x="7956662" y="1342471"/>
                  </a:lnTo>
                  <a:lnTo>
                    <a:pt x="7957944" y="1342471"/>
                  </a:lnTo>
                  <a:lnTo>
                    <a:pt x="7959226" y="1342471"/>
                  </a:lnTo>
                  <a:lnTo>
                    <a:pt x="7960507" y="1342471"/>
                  </a:lnTo>
                  <a:lnTo>
                    <a:pt x="7961789" y="1342471"/>
                  </a:lnTo>
                  <a:lnTo>
                    <a:pt x="7963071" y="1342471"/>
                  </a:lnTo>
                  <a:lnTo>
                    <a:pt x="7964353" y="1342471"/>
                  </a:lnTo>
                  <a:lnTo>
                    <a:pt x="7965635" y="1342599"/>
                  </a:lnTo>
                  <a:lnTo>
                    <a:pt x="7966917" y="1342599"/>
                  </a:lnTo>
                  <a:lnTo>
                    <a:pt x="7968199" y="1342599"/>
                  </a:lnTo>
                  <a:lnTo>
                    <a:pt x="7969480" y="1342599"/>
                  </a:lnTo>
                  <a:lnTo>
                    <a:pt x="7970762" y="1342599"/>
                  </a:lnTo>
                  <a:lnTo>
                    <a:pt x="7972044" y="1342599"/>
                  </a:lnTo>
                  <a:lnTo>
                    <a:pt x="7973326" y="1342599"/>
                  </a:lnTo>
                  <a:lnTo>
                    <a:pt x="7974608" y="1342599"/>
                  </a:lnTo>
                  <a:lnTo>
                    <a:pt x="7975890" y="1342599"/>
                  </a:lnTo>
                  <a:lnTo>
                    <a:pt x="7977171" y="1342599"/>
                  </a:lnTo>
                  <a:lnTo>
                    <a:pt x="7978453" y="1342599"/>
                  </a:lnTo>
                  <a:lnTo>
                    <a:pt x="7979735" y="1342599"/>
                  </a:lnTo>
                  <a:lnTo>
                    <a:pt x="7981017" y="1342599"/>
                  </a:lnTo>
                  <a:lnTo>
                    <a:pt x="7982299" y="1342599"/>
                  </a:lnTo>
                  <a:lnTo>
                    <a:pt x="7983581" y="1342599"/>
                  </a:lnTo>
                  <a:lnTo>
                    <a:pt x="7984863" y="1342599"/>
                  </a:lnTo>
                  <a:lnTo>
                    <a:pt x="7986144" y="1342599"/>
                  </a:lnTo>
                  <a:lnTo>
                    <a:pt x="7987426" y="1342599"/>
                  </a:lnTo>
                  <a:lnTo>
                    <a:pt x="7988708" y="1342599"/>
                  </a:lnTo>
                  <a:lnTo>
                    <a:pt x="7989990" y="1342599"/>
                  </a:lnTo>
                  <a:lnTo>
                    <a:pt x="7991272" y="1342471"/>
                  </a:lnTo>
                  <a:lnTo>
                    <a:pt x="7992554" y="1342471"/>
                  </a:lnTo>
                  <a:lnTo>
                    <a:pt x="7993835" y="1342599"/>
                  </a:lnTo>
                  <a:lnTo>
                    <a:pt x="7995117" y="1342599"/>
                  </a:lnTo>
                  <a:lnTo>
                    <a:pt x="7996399" y="1342599"/>
                  </a:lnTo>
                  <a:lnTo>
                    <a:pt x="7997681" y="1342599"/>
                  </a:lnTo>
                  <a:lnTo>
                    <a:pt x="7998963" y="1342599"/>
                  </a:lnTo>
                  <a:lnTo>
                    <a:pt x="8000245" y="1342599"/>
                  </a:lnTo>
                  <a:lnTo>
                    <a:pt x="8001526" y="1342599"/>
                  </a:lnTo>
                  <a:lnTo>
                    <a:pt x="8002808" y="1342599"/>
                  </a:lnTo>
                  <a:lnTo>
                    <a:pt x="8004090" y="1342599"/>
                  </a:lnTo>
                  <a:lnTo>
                    <a:pt x="8005372" y="1342599"/>
                  </a:lnTo>
                  <a:lnTo>
                    <a:pt x="8006654" y="1342599"/>
                  </a:lnTo>
                  <a:lnTo>
                    <a:pt x="8007936" y="1342599"/>
                  </a:lnTo>
                  <a:lnTo>
                    <a:pt x="8009218" y="1342599"/>
                  </a:lnTo>
                  <a:lnTo>
                    <a:pt x="8010499" y="1342599"/>
                  </a:lnTo>
                  <a:lnTo>
                    <a:pt x="8011781" y="1342599"/>
                  </a:lnTo>
                  <a:lnTo>
                    <a:pt x="8013063" y="1342599"/>
                  </a:lnTo>
                  <a:lnTo>
                    <a:pt x="8014345" y="1342599"/>
                  </a:lnTo>
                  <a:lnTo>
                    <a:pt x="8015627" y="1342599"/>
                  </a:lnTo>
                  <a:lnTo>
                    <a:pt x="8016909" y="1342599"/>
                  </a:lnTo>
                  <a:lnTo>
                    <a:pt x="8018190" y="1342599"/>
                  </a:lnTo>
                  <a:lnTo>
                    <a:pt x="8019472" y="1342599"/>
                  </a:lnTo>
                  <a:lnTo>
                    <a:pt x="8020754" y="1342599"/>
                  </a:lnTo>
                  <a:lnTo>
                    <a:pt x="8022036" y="1342599"/>
                  </a:lnTo>
                  <a:lnTo>
                    <a:pt x="8023318" y="1342599"/>
                  </a:lnTo>
                  <a:lnTo>
                    <a:pt x="8024600" y="1342599"/>
                  </a:lnTo>
                  <a:lnTo>
                    <a:pt x="8025882" y="1342599"/>
                  </a:lnTo>
                  <a:lnTo>
                    <a:pt x="8027163" y="1342599"/>
                  </a:lnTo>
                  <a:lnTo>
                    <a:pt x="8028445" y="1342599"/>
                  </a:lnTo>
                  <a:lnTo>
                    <a:pt x="8029727" y="1342599"/>
                  </a:lnTo>
                  <a:lnTo>
                    <a:pt x="8031009" y="1342599"/>
                  </a:lnTo>
                  <a:lnTo>
                    <a:pt x="8032291" y="1342599"/>
                  </a:lnTo>
                  <a:lnTo>
                    <a:pt x="8033573" y="1342599"/>
                  </a:lnTo>
                  <a:lnTo>
                    <a:pt x="8034854" y="1342599"/>
                  </a:lnTo>
                  <a:lnTo>
                    <a:pt x="8036136" y="1342599"/>
                  </a:lnTo>
                  <a:lnTo>
                    <a:pt x="8037418" y="1342599"/>
                  </a:lnTo>
                  <a:lnTo>
                    <a:pt x="8038700" y="1342599"/>
                  </a:lnTo>
                  <a:lnTo>
                    <a:pt x="8039982" y="1342599"/>
                  </a:lnTo>
                  <a:lnTo>
                    <a:pt x="8041264" y="1342599"/>
                  </a:lnTo>
                  <a:lnTo>
                    <a:pt x="8042546" y="1342599"/>
                  </a:lnTo>
                  <a:lnTo>
                    <a:pt x="8043827" y="1342599"/>
                  </a:lnTo>
                  <a:lnTo>
                    <a:pt x="8045109" y="1342599"/>
                  </a:lnTo>
                  <a:lnTo>
                    <a:pt x="8046391" y="1342599"/>
                  </a:lnTo>
                  <a:lnTo>
                    <a:pt x="8047673" y="1342599"/>
                  </a:lnTo>
                  <a:lnTo>
                    <a:pt x="8048955" y="1342599"/>
                  </a:lnTo>
                  <a:lnTo>
                    <a:pt x="8050237" y="1342599"/>
                  </a:lnTo>
                  <a:lnTo>
                    <a:pt x="8051518" y="1342599"/>
                  </a:lnTo>
                  <a:lnTo>
                    <a:pt x="8052800" y="1342599"/>
                  </a:lnTo>
                  <a:lnTo>
                    <a:pt x="8054082" y="1342599"/>
                  </a:lnTo>
                  <a:lnTo>
                    <a:pt x="8055364" y="1342599"/>
                  </a:lnTo>
                  <a:lnTo>
                    <a:pt x="8056646" y="1342599"/>
                  </a:lnTo>
                  <a:lnTo>
                    <a:pt x="8057928" y="1342599"/>
                  </a:lnTo>
                  <a:lnTo>
                    <a:pt x="8059209" y="1342599"/>
                  </a:lnTo>
                  <a:lnTo>
                    <a:pt x="8060491" y="1342599"/>
                  </a:lnTo>
                  <a:lnTo>
                    <a:pt x="8061773" y="1342599"/>
                  </a:lnTo>
                  <a:lnTo>
                    <a:pt x="8063055" y="1342599"/>
                  </a:lnTo>
                  <a:lnTo>
                    <a:pt x="8064337" y="1342599"/>
                  </a:lnTo>
                  <a:lnTo>
                    <a:pt x="8065619" y="1342599"/>
                  </a:lnTo>
                  <a:lnTo>
                    <a:pt x="8066901" y="1342599"/>
                  </a:lnTo>
                  <a:lnTo>
                    <a:pt x="8068182" y="1342599"/>
                  </a:lnTo>
                  <a:lnTo>
                    <a:pt x="8069464" y="1342599"/>
                  </a:lnTo>
                  <a:lnTo>
                    <a:pt x="8070746" y="1342599"/>
                  </a:lnTo>
                  <a:lnTo>
                    <a:pt x="8072028" y="1342599"/>
                  </a:lnTo>
                  <a:lnTo>
                    <a:pt x="8073310" y="1342599"/>
                  </a:lnTo>
                  <a:lnTo>
                    <a:pt x="8074592" y="1342599"/>
                  </a:lnTo>
                  <a:lnTo>
                    <a:pt x="8075873" y="1342599"/>
                  </a:lnTo>
                  <a:lnTo>
                    <a:pt x="8077155" y="1342599"/>
                  </a:lnTo>
                  <a:lnTo>
                    <a:pt x="8078437" y="1342599"/>
                  </a:lnTo>
                  <a:lnTo>
                    <a:pt x="8079719" y="1342599"/>
                  </a:lnTo>
                  <a:lnTo>
                    <a:pt x="8081001" y="1342599"/>
                  </a:lnTo>
                  <a:lnTo>
                    <a:pt x="8082283" y="1342599"/>
                  </a:lnTo>
                  <a:lnTo>
                    <a:pt x="8083565" y="1342599"/>
                  </a:lnTo>
                  <a:lnTo>
                    <a:pt x="8084846" y="1342599"/>
                  </a:lnTo>
                  <a:lnTo>
                    <a:pt x="8086128" y="1342599"/>
                  </a:lnTo>
                  <a:lnTo>
                    <a:pt x="8087410" y="1342599"/>
                  </a:lnTo>
                  <a:lnTo>
                    <a:pt x="8088692" y="1342599"/>
                  </a:lnTo>
                  <a:lnTo>
                    <a:pt x="8089974" y="1342599"/>
                  </a:lnTo>
                  <a:lnTo>
                    <a:pt x="8091256" y="1342599"/>
                  </a:lnTo>
                  <a:lnTo>
                    <a:pt x="8092537" y="1342599"/>
                  </a:lnTo>
                  <a:lnTo>
                    <a:pt x="8093819" y="1342599"/>
                  </a:lnTo>
                  <a:lnTo>
                    <a:pt x="8095101" y="1342599"/>
                  </a:lnTo>
                  <a:lnTo>
                    <a:pt x="8096383" y="1342599"/>
                  </a:lnTo>
                  <a:lnTo>
                    <a:pt x="8097665" y="1342599"/>
                  </a:lnTo>
                  <a:lnTo>
                    <a:pt x="8098947" y="1289755"/>
                  </a:lnTo>
                  <a:lnTo>
                    <a:pt x="8100228" y="1256451"/>
                  </a:lnTo>
                  <a:lnTo>
                    <a:pt x="8101510" y="1173617"/>
                  </a:lnTo>
                  <a:lnTo>
                    <a:pt x="8102792" y="1173617"/>
                  </a:lnTo>
                  <a:lnTo>
                    <a:pt x="8104074" y="1173617"/>
                  </a:lnTo>
                  <a:lnTo>
                    <a:pt x="8105356" y="1173617"/>
                  </a:lnTo>
                  <a:lnTo>
                    <a:pt x="8106638" y="1173617"/>
                  </a:lnTo>
                  <a:lnTo>
                    <a:pt x="8107920" y="1173617"/>
                  </a:lnTo>
                  <a:lnTo>
                    <a:pt x="8109201" y="1173617"/>
                  </a:lnTo>
                  <a:lnTo>
                    <a:pt x="8110483" y="1173617"/>
                  </a:lnTo>
                  <a:lnTo>
                    <a:pt x="8111765" y="1173617"/>
                  </a:lnTo>
                  <a:lnTo>
                    <a:pt x="8113047" y="1173617"/>
                  </a:lnTo>
                  <a:lnTo>
                    <a:pt x="8114329" y="1235458"/>
                  </a:lnTo>
                  <a:lnTo>
                    <a:pt x="8115611" y="1264707"/>
                  </a:lnTo>
                  <a:lnTo>
                    <a:pt x="8116892" y="1342471"/>
                  </a:lnTo>
                  <a:lnTo>
                    <a:pt x="8118174" y="1342471"/>
                  </a:lnTo>
                  <a:lnTo>
                    <a:pt x="8119456" y="1342471"/>
                  </a:lnTo>
                  <a:lnTo>
                    <a:pt x="8120738" y="1342471"/>
                  </a:lnTo>
                  <a:lnTo>
                    <a:pt x="8122020" y="1342471"/>
                  </a:lnTo>
                  <a:lnTo>
                    <a:pt x="8123302" y="1342599"/>
                  </a:lnTo>
                  <a:lnTo>
                    <a:pt x="8124584" y="1342599"/>
                  </a:lnTo>
                  <a:lnTo>
                    <a:pt x="8125865" y="1319861"/>
                  </a:lnTo>
                  <a:lnTo>
                    <a:pt x="8127147" y="1342599"/>
                  </a:lnTo>
                  <a:lnTo>
                    <a:pt x="8128429" y="1342599"/>
                  </a:lnTo>
                  <a:lnTo>
                    <a:pt x="8129711" y="1342599"/>
                  </a:lnTo>
                  <a:lnTo>
                    <a:pt x="8130993" y="1342599"/>
                  </a:lnTo>
                  <a:lnTo>
                    <a:pt x="8132275" y="1342599"/>
                  </a:lnTo>
                  <a:lnTo>
                    <a:pt x="8133556" y="1342599"/>
                  </a:lnTo>
                  <a:lnTo>
                    <a:pt x="8134838" y="1342599"/>
                  </a:lnTo>
                  <a:lnTo>
                    <a:pt x="8136120" y="1342599"/>
                  </a:lnTo>
                  <a:lnTo>
                    <a:pt x="8137402" y="1342599"/>
                  </a:lnTo>
                  <a:lnTo>
                    <a:pt x="8138684" y="1342599"/>
                  </a:lnTo>
                  <a:lnTo>
                    <a:pt x="8139966" y="1342599"/>
                  </a:lnTo>
                  <a:lnTo>
                    <a:pt x="8141247" y="1342599"/>
                  </a:lnTo>
                  <a:lnTo>
                    <a:pt x="8142529" y="1342599"/>
                  </a:lnTo>
                  <a:lnTo>
                    <a:pt x="8143811" y="1342599"/>
                  </a:lnTo>
                  <a:lnTo>
                    <a:pt x="8145093" y="1342599"/>
                  </a:lnTo>
                  <a:lnTo>
                    <a:pt x="8146375" y="1342599"/>
                  </a:lnTo>
                  <a:lnTo>
                    <a:pt x="8147657" y="1342599"/>
                  </a:lnTo>
                  <a:lnTo>
                    <a:pt x="8148939" y="1342599"/>
                  </a:lnTo>
                  <a:lnTo>
                    <a:pt x="8150220" y="1342599"/>
                  </a:lnTo>
                  <a:lnTo>
                    <a:pt x="8151502" y="1342599"/>
                  </a:lnTo>
                  <a:lnTo>
                    <a:pt x="8152784" y="1342599"/>
                  </a:lnTo>
                  <a:lnTo>
                    <a:pt x="8154066" y="1342599"/>
                  </a:lnTo>
                  <a:lnTo>
                    <a:pt x="8155348" y="1342599"/>
                  </a:lnTo>
                  <a:lnTo>
                    <a:pt x="8156630" y="1342599"/>
                  </a:lnTo>
                  <a:lnTo>
                    <a:pt x="8157911" y="1342599"/>
                  </a:lnTo>
                  <a:lnTo>
                    <a:pt x="8159193" y="1342599"/>
                  </a:lnTo>
                  <a:lnTo>
                    <a:pt x="8160475" y="1342599"/>
                  </a:lnTo>
                  <a:lnTo>
                    <a:pt x="8161757" y="1342599"/>
                  </a:lnTo>
                  <a:lnTo>
                    <a:pt x="8163039" y="1342599"/>
                  </a:lnTo>
                  <a:lnTo>
                    <a:pt x="8164321" y="1342599"/>
                  </a:lnTo>
                  <a:lnTo>
                    <a:pt x="8165603" y="1342599"/>
                  </a:lnTo>
                  <a:lnTo>
                    <a:pt x="8166884" y="1342599"/>
                  </a:lnTo>
                  <a:lnTo>
                    <a:pt x="8168166" y="1342599"/>
                  </a:lnTo>
                  <a:lnTo>
                    <a:pt x="8169448" y="1342599"/>
                  </a:lnTo>
                  <a:lnTo>
                    <a:pt x="8170730" y="1342599"/>
                  </a:lnTo>
                  <a:lnTo>
                    <a:pt x="8172012" y="1342599"/>
                  </a:lnTo>
                  <a:lnTo>
                    <a:pt x="8173294" y="1342599"/>
                  </a:lnTo>
                  <a:lnTo>
                    <a:pt x="8174575" y="1342599"/>
                  </a:lnTo>
                  <a:lnTo>
                    <a:pt x="8175857" y="1342599"/>
                  </a:lnTo>
                  <a:lnTo>
                    <a:pt x="8177139" y="1301724"/>
                  </a:lnTo>
                  <a:lnTo>
                    <a:pt x="8178421" y="1297312"/>
                  </a:lnTo>
                  <a:lnTo>
                    <a:pt x="8179703" y="1297312"/>
                  </a:lnTo>
                  <a:lnTo>
                    <a:pt x="8180985" y="1220622"/>
                  </a:lnTo>
                  <a:lnTo>
                    <a:pt x="8182267" y="1214137"/>
                  </a:lnTo>
                  <a:lnTo>
                    <a:pt x="8183548" y="1235471"/>
                  </a:lnTo>
                  <a:lnTo>
                    <a:pt x="8184830" y="1203509"/>
                  </a:lnTo>
                  <a:lnTo>
                    <a:pt x="8186112" y="1196095"/>
                  </a:lnTo>
                  <a:lnTo>
                    <a:pt x="8187394" y="1193644"/>
                  </a:lnTo>
                  <a:lnTo>
                    <a:pt x="8188676" y="1209942"/>
                  </a:lnTo>
                  <a:lnTo>
                    <a:pt x="8189958" y="1246153"/>
                  </a:lnTo>
                  <a:lnTo>
                    <a:pt x="8191239" y="1246153"/>
                  </a:lnTo>
                  <a:lnTo>
                    <a:pt x="8192521" y="1259647"/>
                  </a:lnTo>
                  <a:lnTo>
                    <a:pt x="8193803" y="1302095"/>
                  </a:lnTo>
                  <a:lnTo>
                    <a:pt x="8195085" y="1299168"/>
                  </a:lnTo>
                  <a:lnTo>
                    <a:pt x="8196367" y="1246153"/>
                  </a:lnTo>
                  <a:lnTo>
                    <a:pt x="8197649" y="1246153"/>
                  </a:lnTo>
                  <a:lnTo>
                    <a:pt x="8198930" y="1246153"/>
                  </a:lnTo>
                  <a:lnTo>
                    <a:pt x="8200212" y="1246153"/>
                  </a:lnTo>
                  <a:lnTo>
                    <a:pt x="8201494" y="1251514"/>
                  </a:lnTo>
                  <a:lnTo>
                    <a:pt x="8202776" y="1235471"/>
                  </a:lnTo>
                  <a:lnTo>
                    <a:pt x="8204058" y="1251575"/>
                  </a:lnTo>
                  <a:lnTo>
                    <a:pt x="8205340" y="1315807"/>
                  </a:lnTo>
                  <a:lnTo>
                    <a:pt x="8206622" y="1252951"/>
                  </a:lnTo>
                  <a:lnTo>
                    <a:pt x="8207903" y="1173617"/>
                  </a:lnTo>
                  <a:lnTo>
                    <a:pt x="8209185" y="1173617"/>
                  </a:lnTo>
                  <a:lnTo>
                    <a:pt x="8210467" y="1173617"/>
                  </a:lnTo>
                  <a:lnTo>
                    <a:pt x="8211749" y="1173617"/>
                  </a:lnTo>
                  <a:lnTo>
                    <a:pt x="8213031" y="1173617"/>
                  </a:lnTo>
                  <a:lnTo>
                    <a:pt x="8214313" y="1177297"/>
                  </a:lnTo>
                  <a:lnTo>
                    <a:pt x="8215594" y="1251993"/>
                  </a:lnTo>
                  <a:lnTo>
                    <a:pt x="8216876" y="1331327"/>
                  </a:lnTo>
                  <a:lnTo>
                    <a:pt x="8218158" y="1342599"/>
                  </a:lnTo>
                  <a:lnTo>
                    <a:pt x="8219440" y="1342599"/>
                  </a:lnTo>
                  <a:lnTo>
                    <a:pt x="8220722" y="1342599"/>
                  </a:lnTo>
                  <a:lnTo>
                    <a:pt x="8222004" y="1342599"/>
                  </a:lnTo>
                  <a:lnTo>
                    <a:pt x="8223286" y="1342599"/>
                  </a:lnTo>
                  <a:lnTo>
                    <a:pt x="8224567" y="1342599"/>
                  </a:lnTo>
                  <a:lnTo>
                    <a:pt x="8225849" y="1342599"/>
                  </a:lnTo>
                  <a:lnTo>
                    <a:pt x="8227131" y="1342599"/>
                  </a:lnTo>
                  <a:lnTo>
                    <a:pt x="8228413" y="1342599"/>
                  </a:lnTo>
                  <a:lnTo>
                    <a:pt x="8229695" y="1342599"/>
                  </a:lnTo>
                  <a:lnTo>
                    <a:pt x="8230977" y="1342599"/>
                  </a:lnTo>
                  <a:lnTo>
                    <a:pt x="8232258" y="1342599"/>
                  </a:lnTo>
                  <a:lnTo>
                    <a:pt x="8233540" y="1342599"/>
                  </a:lnTo>
                  <a:lnTo>
                    <a:pt x="8234822" y="1342599"/>
                  </a:lnTo>
                  <a:lnTo>
                    <a:pt x="8236104" y="1342599"/>
                  </a:lnTo>
                  <a:lnTo>
                    <a:pt x="8237386" y="1342599"/>
                  </a:lnTo>
                  <a:lnTo>
                    <a:pt x="8238668" y="1342599"/>
                  </a:lnTo>
                  <a:lnTo>
                    <a:pt x="8239949" y="1342599"/>
                  </a:lnTo>
                  <a:lnTo>
                    <a:pt x="8241231" y="1297138"/>
                  </a:lnTo>
                  <a:lnTo>
                    <a:pt x="8242513" y="1250729"/>
                  </a:lnTo>
                  <a:lnTo>
                    <a:pt x="8243795" y="1220622"/>
                  </a:lnTo>
                  <a:lnTo>
                    <a:pt x="8245077" y="1214403"/>
                  </a:lnTo>
                  <a:lnTo>
                    <a:pt x="8246359" y="1220622"/>
                  </a:lnTo>
                  <a:lnTo>
                    <a:pt x="8247641" y="1279878"/>
                  </a:lnTo>
                  <a:lnTo>
                    <a:pt x="8248922" y="1257634"/>
                  </a:lnTo>
                  <a:lnTo>
                    <a:pt x="8250204" y="1220622"/>
                  </a:lnTo>
                  <a:lnTo>
                    <a:pt x="8251486" y="1220622"/>
                  </a:lnTo>
                  <a:lnTo>
                    <a:pt x="8252768" y="1220622"/>
                  </a:lnTo>
                  <a:lnTo>
                    <a:pt x="8254050" y="1279331"/>
                  </a:lnTo>
                  <a:lnTo>
                    <a:pt x="8255332" y="1293356"/>
                  </a:lnTo>
                  <a:lnTo>
                    <a:pt x="8256613" y="1342599"/>
                  </a:lnTo>
                  <a:lnTo>
                    <a:pt x="8257895" y="1342599"/>
                  </a:lnTo>
                  <a:lnTo>
                    <a:pt x="8259177" y="1342599"/>
                  </a:lnTo>
                  <a:lnTo>
                    <a:pt x="8260459" y="1342599"/>
                  </a:lnTo>
                  <a:lnTo>
                    <a:pt x="8261741" y="1342599"/>
                  </a:lnTo>
                  <a:lnTo>
                    <a:pt x="8263023" y="1342599"/>
                  </a:lnTo>
                  <a:lnTo>
                    <a:pt x="8264305" y="1342599"/>
                  </a:lnTo>
                  <a:lnTo>
                    <a:pt x="8265586" y="1342599"/>
                  </a:lnTo>
                  <a:lnTo>
                    <a:pt x="8266868" y="1342599"/>
                  </a:lnTo>
                  <a:lnTo>
                    <a:pt x="8268150" y="1342599"/>
                  </a:lnTo>
                  <a:lnTo>
                    <a:pt x="8269432" y="1342599"/>
                  </a:lnTo>
                  <a:lnTo>
                    <a:pt x="8270714" y="1342599"/>
                  </a:lnTo>
                  <a:lnTo>
                    <a:pt x="8271996" y="1342599"/>
                  </a:lnTo>
                  <a:lnTo>
                    <a:pt x="8273277" y="1342599"/>
                  </a:lnTo>
                  <a:lnTo>
                    <a:pt x="8274559" y="1342599"/>
                  </a:lnTo>
                  <a:lnTo>
                    <a:pt x="8275841" y="1342599"/>
                  </a:lnTo>
                  <a:lnTo>
                    <a:pt x="8277123" y="1342599"/>
                  </a:lnTo>
                  <a:lnTo>
                    <a:pt x="8278405" y="1317908"/>
                  </a:lnTo>
                  <a:lnTo>
                    <a:pt x="8279687" y="1257998"/>
                  </a:lnTo>
                  <a:lnTo>
                    <a:pt x="8280969" y="1257998"/>
                  </a:lnTo>
                  <a:lnTo>
                    <a:pt x="8282250" y="1257998"/>
                  </a:lnTo>
                  <a:lnTo>
                    <a:pt x="8283532" y="1257998"/>
                  </a:lnTo>
                  <a:lnTo>
                    <a:pt x="8284814" y="1255745"/>
                  </a:lnTo>
                  <a:lnTo>
                    <a:pt x="8286096" y="1255745"/>
                  </a:lnTo>
                  <a:lnTo>
                    <a:pt x="8287378" y="1285733"/>
                  </a:lnTo>
                  <a:lnTo>
                    <a:pt x="8288660" y="1342599"/>
                  </a:lnTo>
                  <a:lnTo>
                    <a:pt x="8289941" y="1342599"/>
                  </a:lnTo>
                  <a:lnTo>
                    <a:pt x="8291223" y="1342599"/>
                  </a:lnTo>
                  <a:lnTo>
                    <a:pt x="8292505" y="1342599"/>
                  </a:lnTo>
                  <a:lnTo>
                    <a:pt x="8293787" y="1342599"/>
                  </a:lnTo>
                  <a:lnTo>
                    <a:pt x="8295069" y="1342599"/>
                  </a:lnTo>
                  <a:lnTo>
                    <a:pt x="8296351" y="1342599"/>
                  </a:lnTo>
                  <a:lnTo>
                    <a:pt x="8297632" y="1342599"/>
                  </a:lnTo>
                  <a:lnTo>
                    <a:pt x="8298914" y="1342599"/>
                  </a:lnTo>
                  <a:lnTo>
                    <a:pt x="8300196" y="1342599"/>
                  </a:lnTo>
                  <a:lnTo>
                    <a:pt x="8301478" y="1342599"/>
                  </a:lnTo>
                  <a:lnTo>
                    <a:pt x="8302760" y="1342599"/>
                  </a:lnTo>
                  <a:lnTo>
                    <a:pt x="8304042" y="1342599"/>
                  </a:lnTo>
                  <a:lnTo>
                    <a:pt x="8305324" y="1342599"/>
                  </a:lnTo>
                  <a:lnTo>
                    <a:pt x="8306605" y="1342599"/>
                  </a:lnTo>
                  <a:lnTo>
                    <a:pt x="8307887" y="1342599"/>
                  </a:lnTo>
                  <a:lnTo>
                    <a:pt x="8309169" y="1271702"/>
                  </a:lnTo>
                  <a:lnTo>
                    <a:pt x="8310451" y="1222386"/>
                  </a:lnTo>
                  <a:lnTo>
                    <a:pt x="8311733" y="1199038"/>
                  </a:lnTo>
                  <a:lnTo>
                    <a:pt x="8313015" y="1234621"/>
                  </a:lnTo>
                  <a:lnTo>
                    <a:pt x="8314296" y="1195082"/>
                  </a:lnTo>
                  <a:lnTo>
                    <a:pt x="8315578" y="1174398"/>
                  </a:lnTo>
                  <a:lnTo>
                    <a:pt x="8316860" y="1146663"/>
                  </a:lnTo>
                  <a:lnTo>
                    <a:pt x="8318142" y="1146663"/>
                  </a:lnTo>
                  <a:lnTo>
                    <a:pt x="8319424" y="1085890"/>
                  </a:lnTo>
                  <a:lnTo>
                    <a:pt x="8320706" y="1085890"/>
                  </a:lnTo>
                  <a:lnTo>
                    <a:pt x="8321988" y="1101909"/>
                  </a:lnTo>
                  <a:lnTo>
                    <a:pt x="8323269" y="1132871"/>
                  </a:lnTo>
                  <a:lnTo>
                    <a:pt x="8324551" y="1189302"/>
                  </a:lnTo>
                  <a:lnTo>
                    <a:pt x="8325833" y="1297312"/>
                  </a:lnTo>
                  <a:lnTo>
                    <a:pt x="8327115" y="1278851"/>
                  </a:lnTo>
                  <a:lnTo>
                    <a:pt x="8328397" y="1342599"/>
                  </a:lnTo>
                  <a:lnTo>
                    <a:pt x="8329679" y="1342599"/>
                  </a:lnTo>
                  <a:lnTo>
                    <a:pt x="8330960" y="1342599"/>
                  </a:lnTo>
                  <a:lnTo>
                    <a:pt x="8332242" y="1342599"/>
                  </a:lnTo>
                  <a:lnTo>
                    <a:pt x="8333524" y="1342599"/>
                  </a:lnTo>
                  <a:lnTo>
                    <a:pt x="8334806" y="1342599"/>
                  </a:lnTo>
                  <a:lnTo>
                    <a:pt x="8336088" y="1342471"/>
                  </a:lnTo>
                  <a:lnTo>
                    <a:pt x="8337370" y="1342471"/>
                  </a:lnTo>
                  <a:lnTo>
                    <a:pt x="8338651" y="1342471"/>
                  </a:lnTo>
                  <a:lnTo>
                    <a:pt x="8339933" y="1342471"/>
                  </a:lnTo>
                  <a:lnTo>
                    <a:pt x="8341215" y="1342471"/>
                  </a:lnTo>
                  <a:lnTo>
                    <a:pt x="8342497" y="1342471"/>
                  </a:lnTo>
                  <a:lnTo>
                    <a:pt x="8343779" y="1342471"/>
                  </a:lnTo>
                  <a:lnTo>
                    <a:pt x="8345061" y="1342471"/>
                  </a:lnTo>
                  <a:lnTo>
                    <a:pt x="8346343" y="1342471"/>
                  </a:lnTo>
                  <a:lnTo>
                    <a:pt x="8347624" y="1342471"/>
                  </a:lnTo>
                  <a:lnTo>
                    <a:pt x="8348906" y="1342471"/>
                  </a:lnTo>
                  <a:lnTo>
                    <a:pt x="8350188" y="1342471"/>
                  </a:lnTo>
                  <a:lnTo>
                    <a:pt x="8351470" y="1342471"/>
                  </a:lnTo>
                  <a:lnTo>
                    <a:pt x="8352752" y="1342471"/>
                  </a:lnTo>
                  <a:lnTo>
                    <a:pt x="8354034" y="1342471"/>
                  </a:lnTo>
                  <a:lnTo>
                    <a:pt x="8355315" y="1342599"/>
                  </a:lnTo>
                  <a:lnTo>
                    <a:pt x="8356597" y="1342599"/>
                  </a:lnTo>
                  <a:lnTo>
                    <a:pt x="8357879" y="1342599"/>
                  </a:lnTo>
                  <a:lnTo>
                    <a:pt x="8359161" y="1342599"/>
                  </a:lnTo>
                  <a:lnTo>
                    <a:pt x="8360443" y="1342599"/>
                  </a:lnTo>
                  <a:lnTo>
                    <a:pt x="8361725" y="1342599"/>
                  </a:lnTo>
                  <a:lnTo>
                    <a:pt x="8363007" y="1342599"/>
                  </a:lnTo>
                  <a:lnTo>
                    <a:pt x="8364288" y="1342599"/>
                  </a:lnTo>
                  <a:lnTo>
                    <a:pt x="8365570" y="1342599"/>
                  </a:lnTo>
                  <a:lnTo>
                    <a:pt x="8366852" y="1342599"/>
                  </a:lnTo>
                  <a:lnTo>
                    <a:pt x="8368134" y="1342599"/>
                  </a:lnTo>
                  <a:lnTo>
                    <a:pt x="8369416" y="1342599"/>
                  </a:lnTo>
                  <a:lnTo>
                    <a:pt x="8370698" y="1342599"/>
                  </a:lnTo>
                  <a:lnTo>
                    <a:pt x="8371979" y="1342599"/>
                  </a:lnTo>
                  <a:lnTo>
                    <a:pt x="8373261" y="1342599"/>
                  </a:lnTo>
                  <a:lnTo>
                    <a:pt x="8374543" y="1342471"/>
                  </a:lnTo>
                  <a:lnTo>
                    <a:pt x="8375825" y="1342471"/>
                  </a:lnTo>
                  <a:lnTo>
                    <a:pt x="8375825" y="1342599"/>
                  </a:lnTo>
                  <a:lnTo>
                    <a:pt x="8374543" y="1342599"/>
                  </a:lnTo>
                  <a:lnTo>
                    <a:pt x="8373261" y="1342599"/>
                  </a:lnTo>
                  <a:lnTo>
                    <a:pt x="8371979" y="1342599"/>
                  </a:lnTo>
                  <a:lnTo>
                    <a:pt x="8370698" y="1342599"/>
                  </a:lnTo>
                  <a:lnTo>
                    <a:pt x="8369416" y="1342599"/>
                  </a:lnTo>
                  <a:lnTo>
                    <a:pt x="8368134" y="1342599"/>
                  </a:lnTo>
                  <a:lnTo>
                    <a:pt x="8366852" y="1342599"/>
                  </a:lnTo>
                  <a:lnTo>
                    <a:pt x="8365570" y="1342599"/>
                  </a:lnTo>
                  <a:lnTo>
                    <a:pt x="8364288" y="1342599"/>
                  </a:lnTo>
                  <a:lnTo>
                    <a:pt x="8363007" y="1342599"/>
                  </a:lnTo>
                  <a:lnTo>
                    <a:pt x="8361725" y="1342599"/>
                  </a:lnTo>
                  <a:lnTo>
                    <a:pt x="8360443" y="1342599"/>
                  </a:lnTo>
                  <a:lnTo>
                    <a:pt x="8359161" y="1342599"/>
                  </a:lnTo>
                  <a:lnTo>
                    <a:pt x="8357879" y="1342599"/>
                  </a:lnTo>
                  <a:lnTo>
                    <a:pt x="8356597" y="1342599"/>
                  </a:lnTo>
                  <a:lnTo>
                    <a:pt x="8355315" y="1342599"/>
                  </a:lnTo>
                  <a:lnTo>
                    <a:pt x="8354034" y="1342599"/>
                  </a:lnTo>
                  <a:lnTo>
                    <a:pt x="8352752" y="1342599"/>
                  </a:lnTo>
                  <a:lnTo>
                    <a:pt x="8351470" y="1342599"/>
                  </a:lnTo>
                  <a:lnTo>
                    <a:pt x="8350188" y="1342599"/>
                  </a:lnTo>
                  <a:lnTo>
                    <a:pt x="8348906" y="1342599"/>
                  </a:lnTo>
                  <a:lnTo>
                    <a:pt x="8347624" y="1342599"/>
                  </a:lnTo>
                  <a:lnTo>
                    <a:pt x="8346343" y="1342599"/>
                  </a:lnTo>
                  <a:lnTo>
                    <a:pt x="8345061" y="1342599"/>
                  </a:lnTo>
                  <a:lnTo>
                    <a:pt x="8343779" y="1342599"/>
                  </a:lnTo>
                  <a:lnTo>
                    <a:pt x="8342497" y="1342599"/>
                  </a:lnTo>
                  <a:lnTo>
                    <a:pt x="8341215" y="1342599"/>
                  </a:lnTo>
                  <a:lnTo>
                    <a:pt x="8339933" y="1342599"/>
                  </a:lnTo>
                  <a:lnTo>
                    <a:pt x="8338651" y="1342599"/>
                  </a:lnTo>
                  <a:lnTo>
                    <a:pt x="8337370" y="1342599"/>
                  </a:lnTo>
                  <a:lnTo>
                    <a:pt x="8336088" y="1342599"/>
                  </a:lnTo>
                  <a:lnTo>
                    <a:pt x="8334806" y="1342599"/>
                  </a:lnTo>
                  <a:lnTo>
                    <a:pt x="8333524" y="1342599"/>
                  </a:lnTo>
                  <a:lnTo>
                    <a:pt x="8332242" y="1342599"/>
                  </a:lnTo>
                  <a:lnTo>
                    <a:pt x="8330960" y="1342599"/>
                  </a:lnTo>
                  <a:lnTo>
                    <a:pt x="8329679" y="1342599"/>
                  </a:lnTo>
                  <a:lnTo>
                    <a:pt x="8328397" y="1342599"/>
                  </a:lnTo>
                  <a:lnTo>
                    <a:pt x="8327115" y="1342599"/>
                  </a:lnTo>
                  <a:lnTo>
                    <a:pt x="8325833" y="1342599"/>
                  </a:lnTo>
                  <a:lnTo>
                    <a:pt x="8324551" y="1342599"/>
                  </a:lnTo>
                  <a:lnTo>
                    <a:pt x="8323269" y="1342599"/>
                  </a:lnTo>
                  <a:lnTo>
                    <a:pt x="8321988" y="1342599"/>
                  </a:lnTo>
                  <a:lnTo>
                    <a:pt x="8320706" y="1342599"/>
                  </a:lnTo>
                  <a:lnTo>
                    <a:pt x="8319424" y="1342599"/>
                  </a:lnTo>
                  <a:lnTo>
                    <a:pt x="8318142" y="1342599"/>
                  </a:lnTo>
                  <a:lnTo>
                    <a:pt x="8316860" y="1342599"/>
                  </a:lnTo>
                  <a:lnTo>
                    <a:pt x="8315578" y="1342599"/>
                  </a:lnTo>
                  <a:lnTo>
                    <a:pt x="8314296" y="1342599"/>
                  </a:lnTo>
                  <a:lnTo>
                    <a:pt x="8313015" y="1342599"/>
                  </a:lnTo>
                  <a:lnTo>
                    <a:pt x="8311733" y="1342599"/>
                  </a:lnTo>
                  <a:lnTo>
                    <a:pt x="8310451" y="1342599"/>
                  </a:lnTo>
                  <a:lnTo>
                    <a:pt x="8309169" y="1342599"/>
                  </a:lnTo>
                  <a:lnTo>
                    <a:pt x="8307887" y="1342599"/>
                  </a:lnTo>
                  <a:lnTo>
                    <a:pt x="8306605" y="1342599"/>
                  </a:lnTo>
                  <a:lnTo>
                    <a:pt x="8305324" y="1342599"/>
                  </a:lnTo>
                  <a:lnTo>
                    <a:pt x="8304042" y="1342599"/>
                  </a:lnTo>
                  <a:lnTo>
                    <a:pt x="8302760" y="1342599"/>
                  </a:lnTo>
                  <a:lnTo>
                    <a:pt x="8301478" y="1342599"/>
                  </a:lnTo>
                  <a:lnTo>
                    <a:pt x="8300196" y="1342599"/>
                  </a:lnTo>
                  <a:lnTo>
                    <a:pt x="8298914" y="1342599"/>
                  </a:lnTo>
                  <a:lnTo>
                    <a:pt x="8297632" y="1342599"/>
                  </a:lnTo>
                  <a:lnTo>
                    <a:pt x="8296351" y="1342599"/>
                  </a:lnTo>
                  <a:lnTo>
                    <a:pt x="8295069" y="1342599"/>
                  </a:lnTo>
                  <a:lnTo>
                    <a:pt x="8293787" y="1342599"/>
                  </a:lnTo>
                  <a:lnTo>
                    <a:pt x="8292505" y="1342599"/>
                  </a:lnTo>
                  <a:lnTo>
                    <a:pt x="8291223" y="1342599"/>
                  </a:lnTo>
                  <a:lnTo>
                    <a:pt x="8289941" y="1342599"/>
                  </a:lnTo>
                  <a:lnTo>
                    <a:pt x="8288660" y="1342599"/>
                  </a:lnTo>
                  <a:lnTo>
                    <a:pt x="8287378" y="1342599"/>
                  </a:lnTo>
                  <a:lnTo>
                    <a:pt x="8286096" y="1342599"/>
                  </a:lnTo>
                  <a:lnTo>
                    <a:pt x="8284814" y="1342599"/>
                  </a:lnTo>
                  <a:lnTo>
                    <a:pt x="8283532" y="1342599"/>
                  </a:lnTo>
                  <a:lnTo>
                    <a:pt x="8282250" y="1342599"/>
                  </a:lnTo>
                  <a:lnTo>
                    <a:pt x="8280969" y="1342599"/>
                  </a:lnTo>
                  <a:lnTo>
                    <a:pt x="8279687" y="1342599"/>
                  </a:lnTo>
                  <a:lnTo>
                    <a:pt x="8278405" y="1342599"/>
                  </a:lnTo>
                  <a:lnTo>
                    <a:pt x="8277123" y="1342599"/>
                  </a:lnTo>
                  <a:lnTo>
                    <a:pt x="8275841" y="1342599"/>
                  </a:lnTo>
                  <a:lnTo>
                    <a:pt x="8274559" y="1342599"/>
                  </a:lnTo>
                  <a:lnTo>
                    <a:pt x="8273277" y="1342599"/>
                  </a:lnTo>
                  <a:lnTo>
                    <a:pt x="8271996" y="1342599"/>
                  </a:lnTo>
                  <a:lnTo>
                    <a:pt x="8270714" y="1342599"/>
                  </a:lnTo>
                  <a:lnTo>
                    <a:pt x="8269432" y="1342599"/>
                  </a:lnTo>
                  <a:lnTo>
                    <a:pt x="8268150" y="1342599"/>
                  </a:lnTo>
                  <a:lnTo>
                    <a:pt x="8266868" y="1342599"/>
                  </a:lnTo>
                  <a:lnTo>
                    <a:pt x="8265586" y="1342599"/>
                  </a:lnTo>
                  <a:lnTo>
                    <a:pt x="8264305" y="1342599"/>
                  </a:lnTo>
                  <a:lnTo>
                    <a:pt x="8263023" y="1342599"/>
                  </a:lnTo>
                  <a:lnTo>
                    <a:pt x="8261741" y="1342599"/>
                  </a:lnTo>
                  <a:lnTo>
                    <a:pt x="8260459" y="1342599"/>
                  </a:lnTo>
                  <a:lnTo>
                    <a:pt x="8259177" y="1342599"/>
                  </a:lnTo>
                  <a:lnTo>
                    <a:pt x="8257895" y="1342599"/>
                  </a:lnTo>
                  <a:lnTo>
                    <a:pt x="8256613" y="1342599"/>
                  </a:lnTo>
                  <a:lnTo>
                    <a:pt x="8255332" y="1342599"/>
                  </a:lnTo>
                  <a:lnTo>
                    <a:pt x="8254050" y="1342599"/>
                  </a:lnTo>
                  <a:lnTo>
                    <a:pt x="8252768" y="1342599"/>
                  </a:lnTo>
                  <a:lnTo>
                    <a:pt x="8251486" y="1342599"/>
                  </a:lnTo>
                  <a:lnTo>
                    <a:pt x="8250204" y="1342599"/>
                  </a:lnTo>
                  <a:lnTo>
                    <a:pt x="8248922" y="1342599"/>
                  </a:lnTo>
                  <a:lnTo>
                    <a:pt x="8247641" y="1342599"/>
                  </a:lnTo>
                  <a:lnTo>
                    <a:pt x="8246359" y="1342599"/>
                  </a:lnTo>
                  <a:lnTo>
                    <a:pt x="8245077" y="1342599"/>
                  </a:lnTo>
                  <a:lnTo>
                    <a:pt x="8243795" y="1342599"/>
                  </a:lnTo>
                  <a:lnTo>
                    <a:pt x="8242513" y="1342599"/>
                  </a:lnTo>
                  <a:lnTo>
                    <a:pt x="8241231" y="1342599"/>
                  </a:lnTo>
                  <a:lnTo>
                    <a:pt x="8239949" y="1342599"/>
                  </a:lnTo>
                  <a:lnTo>
                    <a:pt x="8238668" y="1342599"/>
                  </a:lnTo>
                  <a:lnTo>
                    <a:pt x="8237386" y="1342599"/>
                  </a:lnTo>
                  <a:lnTo>
                    <a:pt x="8236104" y="1342599"/>
                  </a:lnTo>
                  <a:lnTo>
                    <a:pt x="8234822" y="1342599"/>
                  </a:lnTo>
                  <a:lnTo>
                    <a:pt x="8233540" y="1342599"/>
                  </a:lnTo>
                  <a:lnTo>
                    <a:pt x="8232258" y="1342599"/>
                  </a:lnTo>
                  <a:lnTo>
                    <a:pt x="8230977" y="1342599"/>
                  </a:lnTo>
                  <a:lnTo>
                    <a:pt x="8229695" y="1342599"/>
                  </a:lnTo>
                  <a:lnTo>
                    <a:pt x="8228413" y="1342599"/>
                  </a:lnTo>
                  <a:lnTo>
                    <a:pt x="8227131" y="1342599"/>
                  </a:lnTo>
                  <a:lnTo>
                    <a:pt x="8225849" y="1342599"/>
                  </a:lnTo>
                  <a:lnTo>
                    <a:pt x="8224567" y="1342599"/>
                  </a:lnTo>
                  <a:lnTo>
                    <a:pt x="8223286" y="1342599"/>
                  </a:lnTo>
                  <a:lnTo>
                    <a:pt x="8222004" y="1342599"/>
                  </a:lnTo>
                  <a:lnTo>
                    <a:pt x="8220722" y="1342599"/>
                  </a:lnTo>
                  <a:lnTo>
                    <a:pt x="8219440" y="1342599"/>
                  </a:lnTo>
                  <a:lnTo>
                    <a:pt x="8218158" y="1342599"/>
                  </a:lnTo>
                  <a:lnTo>
                    <a:pt x="8216876" y="1342599"/>
                  </a:lnTo>
                  <a:lnTo>
                    <a:pt x="8215594" y="1342599"/>
                  </a:lnTo>
                  <a:lnTo>
                    <a:pt x="8214313" y="1342599"/>
                  </a:lnTo>
                  <a:lnTo>
                    <a:pt x="8213031" y="1342599"/>
                  </a:lnTo>
                  <a:lnTo>
                    <a:pt x="8211749" y="1342599"/>
                  </a:lnTo>
                  <a:lnTo>
                    <a:pt x="8210467" y="1342599"/>
                  </a:lnTo>
                  <a:lnTo>
                    <a:pt x="8209185" y="1342599"/>
                  </a:lnTo>
                  <a:lnTo>
                    <a:pt x="8207903" y="1342599"/>
                  </a:lnTo>
                  <a:lnTo>
                    <a:pt x="8206622" y="1342599"/>
                  </a:lnTo>
                  <a:lnTo>
                    <a:pt x="8205340" y="1342599"/>
                  </a:lnTo>
                  <a:lnTo>
                    <a:pt x="8204058" y="1342599"/>
                  </a:lnTo>
                  <a:lnTo>
                    <a:pt x="8202776" y="1342599"/>
                  </a:lnTo>
                  <a:lnTo>
                    <a:pt x="8201494" y="1342599"/>
                  </a:lnTo>
                  <a:lnTo>
                    <a:pt x="8200212" y="1342599"/>
                  </a:lnTo>
                  <a:lnTo>
                    <a:pt x="8198930" y="1342599"/>
                  </a:lnTo>
                  <a:lnTo>
                    <a:pt x="8197649" y="1342599"/>
                  </a:lnTo>
                  <a:lnTo>
                    <a:pt x="8196367" y="1342599"/>
                  </a:lnTo>
                  <a:lnTo>
                    <a:pt x="8195085" y="1342599"/>
                  </a:lnTo>
                  <a:lnTo>
                    <a:pt x="8193803" y="1342599"/>
                  </a:lnTo>
                  <a:lnTo>
                    <a:pt x="8192521" y="1342599"/>
                  </a:lnTo>
                  <a:lnTo>
                    <a:pt x="8191239" y="1342599"/>
                  </a:lnTo>
                  <a:lnTo>
                    <a:pt x="8189958" y="1342599"/>
                  </a:lnTo>
                  <a:lnTo>
                    <a:pt x="8188676" y="1342599"/>
                  </a:lnTo>
                  <a:lnTo>
                    <a:pt x="8187394" y="1342599"/>
                  </a:lnTo>
                  <a:lnTo>
                    <a:pt x="8186112" y="1342599"/>
                  </a:lnTo>
                  <a:lnTo>
                    <a:pt x="8184830" y="1342599"/>
                  </a:lnTo>
                  <a:lnTo>
                    <a:pt x="8183548" y="1342599"/>
                  </a:lnTo>
                  <a:lnTo>
                    <a:pt x="8182267" y="1342599"/>
                  </a:lnTo>
                  <a:lnTo>
                    <a:pt x="8180985" y="1342599"/>
                  </a:lnTo>
                  <a:lnTo>
                    <a:pt x="8179703" y="1342599"/>
                  </a:lnTo>
                  <a:lnTo>
                    <a:pt x="8178421" y="1342599"/>
                  </a:lnTo>
                  <a:lnTo>
                    <a:pt x="8177139" y="1342599"/>
                  </a:lnTo>
                  <a:lnTo>
                    <a:pt x="8175857" y="1342599"/>
                  </a:lnTo>
                  <a:lnTo>
                    <a:pt x="8174575" y="1342599"/>
                  </a:lnTo>
                  <a:lnTo>
                    <a:pt x="8173294" y="1342599"/>
                  </a:lnTo>
                  <a:lnTo>
                    <a:pt x="8172012" y="1342599"/>
                  </a:lnTo>
                  <a:lnTo>
                    <a:pt x="8170730" y="1342599"/>
                  </a:lnTo>
                  <a:lnTo>
                    <a:pt x="8169448" y="1342599"/>
                  </a:lnTo>
                  <a:lnTo>
                    <a:pt x="8168166" y="1342599"/>
                  </a:lnTo>
                  <a:lnTo>
                    <a:pt x="8166884" y="1342599"/>
                  </a:lnTo>
                  <a:lnTo>
                    <a:pt x="8165603" y="1342599"/>
                  </a:lnTo>
                  <a:lnTo>
                    <a:pt x="8164321" y="1342599"/>
                  </a:lnTo>
                  <a:lnTo>
                    <a:pt x="8163039" y="1342599"/>
                  </a:lnTo>
                  <a:lnTo>
                    <a:pt x="8161757" y="1342599"/>
                  </a:lnTo>
                  <a:lnTo>
                    <a:pt x="8160475" y="1342599"/>
                  </a:lnTo>
                  <a:lnTo>
                    <a:pt x="8159193" y="1342599"/>
                  </a:lnTo>
                  <a:lnTo>
                    <a:pt x="8157911" y="1342599"/>
                  </a:lnTo>
                  <a:lnTo>
                    <a:pt x="8156630" y="1342599"/>
                  </a:lnTo>
                  <a:lnTo>
                    <a:pt x="8155348" y="1342599"/>
                  </a:lnTo>
                  <a:lnTo>
                    <a:pt x="8154066" y="1342599"/>
                  </a:lnTo>
                  <a:lnTo>
                    <a:pt x="8152784" y="1342599"/>
                  </a:lnTo>
                  <a:lnTo>
                    <a:pt x="8151502" y="1342599"/>
                  </a:lnTo>
                  <a:lnTo>
                    <a:pt x="8150220" y="1342599"/>
                  </a:lnTo>
                  <a:lnTo>
                    <a:pt x="8148939" y="1342599"/>
                  </a:lnTo>
                  <a:lnTo>
                    <a:pt x="8147657" y="1342599"/>
                  </a:lnTo>
                  <a:lnTo>
                    <a:pt x="8146375" y="1342599"/>
                  </a:lnTo>
                  <a:lnTo>
                    <a:pt x="8145093" y="1342599"/>
                  </a:lnTo>
                  <a:lnTo>
                    <a:pt x="8143811" y="1342599"/>
                  </a:lnTo>
                  <a:lnTo>
                    <a:pt x="8142529" y="1342599"/>
                  </a:lnTo>
                  <a:lnTo>
                    <a:pt x="8141247" y="1342599"/>
                  </a:lnTo>
                  <a:lnTo>
                    <a:pt x="8139966" y="1342599"/>
                  </a:lnTo>
                  <a:lnTo>
                    <a:pt x="8138684" y="1342599"/>
                  </a:lnTo>
                  <a:lnTo>
                    <a:pt x="8137402" y="1342599"/>
                  </a:lnTo>
                  <a:lnTo>
                    <a:pt x="8136120" y="1342599"/>
                  </a:lnTo>
                  <a:lnTo>
                    <a:pt x="8134838" y="1342599"/>
                  </a:lnTo>
                  <a:lnTo>
                    <a:pt x="8133556" y="1342599"/>
                  </a:lnTo>
                  <a:lnTo>
                    <a:pt x="8132275" y="1342599"/>
                  </a:lnTo>
                  <a:lnTo>
                    <a:pt x="8130993" y="1342599"/>
                  </a:lnTo>
                  <a:lnTo>
                    <a:pt x="8129711" y="1342599"/>
                  </a:lnTo>
                  <a:lnTo>
                    <a:pt x="8128429" y="1342599"/>
                  </a:lnTo>
                  <a:lnTo>
                    <a:pt x="8127147" y="1342599"/>
                  </a:lnTo>
                  <a:lnTo>
                    <a:pt x="8125865" y="1342599"/>
                  </a:lnTo>
                  <a:lnTo>
                    <a:pt x="8124584" y="1342599"/>
                  </a:lnTo>
                  <a:lnTo>
                    <a:pt x="8123302" y="1342599"/>
                  </a:lnTo>
                  <a:lnTo>
                    <a:pt x="8122020" y="1342599"/>
                  </a:lnTo>
                  <a:lnTo>
                    <a:pt x="8120738" y="1342599"/>
                  </a:lnTo>
                  <a:lnTo>
                    <a:pt x="8119456" y="1342599"/>
                  </a:lnTo>
                  <a:lnTo>
                    <a:pt x="8118174" y="1342599"/>
                  </a:lnTo>
                  <a:lnTo>
                    <a:pt x="8116892" y="1342599"/>
                  </a:lnTo>
                  <a:lnTo>
                    <a:pt x="8115611" y="1342599"/>
                  </a:lnTo>
                  <a:lnTo>
                    <a:pt x="8114329" y="1342599"/>
                  </a:lnTo>
                  <a:lnTo>
                    <a:pt x="8113047" y="1342599"/>
                  </a:lnTo>
                  <a:lnTo>
                    <a:pt x="8111765" y="1342599"/>
                  </a:lnTo>
                  <a:lnTo>
                    <a:pt x="8110483" y="1342599"/>
                  </a:lnTo>
                  <a:lnTo>
                    <a:pt x="8109201" y="1342599"/>
                  </a:lnTo>
                  <a:lnTo>
                    <a:pt x="8107920" y="1342599"/>
                  </a:lnTo>
                  <a:lnTo>
                    <a:pt x="8106638" y="1342599"/>
                  </a:lnTo>
                  <a:lnTo>
                    <a:pt x="8105356" y="1342599"/>
                  </a:lnTo>
                  <a:lnTo>
                    <a:pt x="8104074" y="1342599"/>
                  </a:lnTo>
                  <a:lnTo>
                    <a:pt x="8102792" y="1342599"/>
                  </a:lnTo>
                  <a:lnTo>
                    <a:pt x="8101510" y="1342599"/>
                  </a:lnTo>
                  <a:lnTo>
                    <a:pt x="8100228" y="1342599"/>
                  </a:lnTo>
                  <a:lnTo>
                    <a:pt x="8098947" y="1342599"/>
                  </a:lnTo>
                  <a:lnTo>
                    <a:pt x="8097665" y="1342599"/>
                  </a:lnTo>
                  <a:lnTo>
                    <a:pt x="8096383" y="1342599"/>
                  </a:lnTo>
                  <a:lnTo>
                    <a:pt x="8095101" y="1342599"/>
                  </a:lnTo>
                  <a:lnTo>
                    <a:pt x="8093819" y="1342599"/>
                  </a:lnTo>
                  <a:lnTo>
                    <a:pt x="8092537" y="1342599"/>
                  </a:lnTo>
                  <a:lnTo>
                    <a:pt x="8091256" y="1342599"/>
                  </a:lnTo>
                  <a:lnTo>
                    <a:pt x="8089974" y="1342599"/>
                  </a:lnTo>
                  <a:lnTo>
                    <a:pt x="8088692" y="1342599"/>
                  </a:lnTo>
                  <a:lnTo>
                    <a:pt x="8087410" y="1342599"/>
                  </a:lnTo>
                  <a:lnTo>
                    <a:pt x="8086128" y="1342599"/>
                  </a:lnTo>
                  <a:lnTo>
                    <a:pt x="8084846" y="1342599"/>
                  </a:lnTo>
                  <a:lnTo>
                    <a:pt x="8083565" y="1342599"/>
                  </a:lnTo>
                  <a:lnTo>
                    <a:pt x="8082283" y="1342599"/>
                  </a:lnTo>
                  <a:lnTo>
                    <a:pt x="8081001" y="1342599"/>
                  </a:lnTo>
                  <a:lnTo>
                    <a:pt x="8079719" y="1342599"/>
                  </a:lnTo>
                  <a:lnTo>
                    <a:pt x="8078437" y="1342599"/>
                  </a:lnTo>
                  <a:lnTo>
                    <a:pt x="8077155" y="1342599"/>
                  </a:lnTo>
                  <a:lnTo>
                    <a:pt x="8075873" y="1342599"/>
                  </a:lnTo>
                  <a:lnTo>
                    <a:pt x="8074592" y="1342599"/>
                  </a:lnTo>
                  <a:lnTo>
                    <a:pt x="8073310" y="1342599"/>
                  </a:lnTo>
                  <a:lnTo>
                    <a:pt x="8072028" y="1342599"/>
                  </a:lnTo>
                  <a:lnTo>
                    <a:pt x="8070746" y="1342599"/>
                  </a:lnTo>
                  <a:lnTo>
                    <a:pt x="8069464" y="1342599"/>
                  </a:lnTo>
                  <a:lnTo>
                    <a:pt x="8068182" y="1342599"/>
                  </a:lnTo>
                  <a:lnTo>
                    <a:pt x="8066901" y="1342599"/>
                  </a:lnTo>
                  <a:lnTo>
                    <a:pt x="8065619" y="1342599"/>
                  </a:lnTo>
                  <a:lnTo>
                    <a:pt x="8064337" y="1342599"/>
                  </a:lnTo>
                  <a:lnTo>
                    <a:pt x="8063055" y="1342599"/>
                  </a:lnTo>
                  <a:lnTo>
                    <a:pt x="8061773" y="1342599"/>
                  </a:lnTo>
                  <a:lnTo>
                    <a:pt x="8060491" y="1342599"/>
                  </a:lnTo>
                  <a:lnTo>
                    <a:pt x="8059209" y="1342599"/>
                  </a:lnTo>
                  <a:lnTo>
                    <a:pt x="8057928" y="1342599"/>
                  </a:lnTo>
                  <a:lnTo>
                    <a:pt x="8056646" y="1342599"/>
                  </a:lnTo>
                  <a:lnTo>
                    <a:pt x="8055364" y="1342599"/>
                  </a:lnTo>
                  <a:lnTo>
                    <a:pt x="8054082" y="1342599"/>
                  </a:lnTo>
                  <a:lnTo>
                    <a:pt x="8052800" y="1342599"/>
                  </a:lnTo>
                  <a:lnTo>
                    <a:pt x="8051518" y="1342599"/>
                  </a:lnTo>
                  <a:lnTo>
                    <a:pt x="8050237" y="1342599"/>
                  </a:lnTo>
                  <a:lnTo>
                    <a:pt x="8048955" y="1342599"/>
                  </a:lnTo>
                  <a:lnTo>
                    <a:pt x="8047673" y="1342599"/>
                  </a:lnTo>
                  <a:lnTo>
                    <a:pt x="8046391" y="1342599"/>
                  </a:lnTo>
                  <a:lnTo>
                    <a:pt x="8045109" y="1342599"/>
                  </a:lnTo>
                  <a:lnTo>
                    <a:pt x="8043827" y="1342599"/>
                  </a:lnTo>
                  <a:lnTo>
                    <a:pt x="8042546" y="1342599"/>
                  </a:lnTo>
                  <a:lnTo>
                    <a:pt x="8041264" y="1342599"/>
                  </a:lnTo>
                  <a:lnTo>
                    <a:pt x="8039982" y="1342599"/>
                  </a:lnTo>
                  <a:lnTo>
                    <a:pt x="8038700" y="1342599"/>
                  </a:lnTo>
                  <a:lnTo>
                    <a:pt x="8037418" y="1342599"/>
                  </a:lnTo>
                  <a:lnTo>
                    <a:pt x="8036136" y="1342599"/>
                  </a:lnTo>
                  <a:lnTo>
                    <a:pt x="8034854" y="1342599"/>
                  </a:lnTo>
                  <a:lnTo>
                    <a:pt x="8033573" y="1342599"/>
                  </a:lnTo>
                  <a:lnTo>
                    <a:pt x="8032291" y="1342599"/>
                  </a:lnTo>
                  <a:lnTo>
                    <a:pt x="8031009" y="1342599"/>
                  </a:lnTo>
                  <a:lnTo>
                    <a:pt x="8029727" y="1342599"/>
                  </a:lnTo>
                  <a:lnTo>
                    <a:pt x="8028445" y="1342599"/>
                  </a:lnTo>
                  <a:lnTo>
                    <a:pt x="8027163" y="1342599"/>
                  </a:lnTo>
                  <a:lnTo>
                    <a:pt x="8025882" y="1342599"/>
                  </a:lnTo>
                  <a:lnTo>
                    <a:pt x="8024600" y="1342599"/>
                  </a:lnTo>
                  <a:lnTo>
                    <a:pt x="8023318" y="1342599"/>
                  </a:lnTo>
                  <a:lnTo>
                    <a:pt x="8022036" y="1342599"/>
                  </a:lnTo>
                  <a:lnTo>
                    <a:pt x="8020754" y="1342599"/>
                  </a:lnTo>
                  <a:lnTo>
                    <a:pt x="8019472" y="1342599"/>
                  </a:lnTo>
                  <a:lnTo>
                    <a:pt x="8018190" y="1342599"/>
                  </a:lnTo>
                  <a:lnTo>
                    <a:pt x="8016909" y="1342599"/>
                  </a:lnTo>
                  <a:lnTo>
                    <a:pt x="8015627" y="1342599"/>
                  </a:lnTo>
                  <a:lnTo>
                    <a:pt x="8014345" y="1342599"/>
                  </a:lnTo>
                  <a:lnTo>
                    <a:pt x="8013063" y="1342599"/>
                  </a:lnTo>
                  <a:lnTo>
                    <a:pt x="8011781" y="1342599"/>
                  </a:lnTo>
                  <a:lnTo>
                    <a:pt x="8010499" y="1342599"/>
                  </a:lnTo>
                  <a:lnTo>
                    <a:pt x="8009218" y="1342599"/>
                  </a:lnTo>
                  <a:lnTo>
                    <a:pt x="8007936" y="1342599"/>
                  </a:lnTo>
                  <a:lnTo>
                    <a:pt x="8006654" y="1342599"/>
                  </a:lnTo>
                  <a:lnTo>
                    <a:pt x="8005372" y="1342599"/>
                  </a:lnTo>
                  <a:lnTo>
                    <a:pt x="8004090" y="1342599"/>
                  </a:lnTo>
                  <a:lnTo>
                    <a:pt x="8002808" y="1342599"/>
                  </a:lnTo>
                  <a:lnTo>
                    <a:pt x="8001526" y="1342599"/>
                  </a:lnTo>
                  <a:lnTo>
                    <a:pt x="8000245" y="1342599"/>
                  </a:lnTo>
                  <a:lnTo>
                    <a:pt x="7998963" y="1342599"/>
                  </a:lnTo>
                  <a:lnTo>
                    <a:pt x="7997681" y="1342599"/>
                  </a:lnTo>
                  <a:lnTo>
                    <a:pt x="7996399" y="1342599"/>
                  </a:lnTo>
                  <a:lnTo>
                    <a:pt x="7995117" y="1342599"/>
                  </a:lnTo>
                  <a:lnTo>
                    <a:pt x="7993835" y="1342599"/>
                  </a:lnTo>
                  <a:lnTo>
                    <a:pt x="7992554" y="1342599"/>
                  </a:lnTo>
                  <a:lnTo>
                    <a:pt x="7991272" y="1342599"/>
                  </a:lnTo>
                  <a:lnTo>
                    <a:pt x="7989990" y="1342599"/>
                  </a:lnTo>
                  <a:lnTo>
                    <a:pt x="7988708" y="1342599"/>
                  </a:lnTo>
                  <a:lnTo>
                    <a:pt x="7987426" y="1342599"/>
                  </a:lnTo>
                  <a:lnTo>
                    <a:pt x="7986144" y="1342599"/>
                  </a:lnTo>
                  <a:lnTo>
                    <a:pt x="7984863" y="1342599"/>
                  </a:lnTo>
                  <a:lnTo>
                    <a:pt x="7983581" y="1342599"/>
                  </a:lnTo>
                  <a:lnTo>
                    <a:pt x="7982299" y="1342599"/>
                  </a:lnTo>
                  <a:lnTo>
                    <a:pt x="7981017" y="1342599"/>
                  </a:lnTo>
                  <a:lnTo>
                    <a:pt x="7979735" y="1342599"/>
                  </a:lnTo>
                  <a:lnTo>
                    <a:pt x="7978453" y="1342599"/>
                  </a:lnTo>
                  <a:lnTo>
                    <a:pt x="7977171" y="1342599"/>
                  </a:lnTo>
                  <a:lnTo>
                    <a:pt x="7975890" y="1342599"/>
                  </a:lnTo>
                  <a:lnTo>
                    <a:pt x="7974608" y="1342599"/>
                  </a:lnTo>
                  <a:lnTo>
                    <a:pt x="7973326" y="1342599"/>
                  </a:lnTo>
                  <a:lnTo>
                    <a:pt x="7972044" y="1342599"/>
                  </a:lnTo>
                  <a:lnTo>
                    <a:pt x="7970762" y="1342599"/>
                  </a:lnTo>
                  <a:lnTo>
                    <a:pt x="7969480" y="1342599"/>
                  </a:lnTo>
                  <a:lnTo>
                    <a:pt x="7968199" y="1342599"/>
                  </a:lnTo>
                  <a:lnTo>
                    <a:pt x="7966917" y="1342599"/>
                  </a:lnTo>
                  <a:lnTo>
                    <a:pt x="7965635" y="1342599"/>
                  </a:lnTo>
                  <a:lnTo>
                    <a:pt x="7964353" y="1342599"/>
                  </a:lnTo>
                  <a:lnTo>
                    <a:pt x="7963071" y="1342599"/>
                  </a:lnTo>
                  <a:lnTo>
                    <a:pt x="7961789" y="1342599"/>
                  </a:lnTo>
                  <a:lnTo>
                    <a:pt x="7960507" y="1342599"/>
                  </a:lnTo>
                  <a:lnTo>
                    <a:pt x="7959226" y="1342599"/>
                  </a:lnTo>
                  <a:lnTo>
                    <a:pt x="7957944" y="1342599"/>
                  </a:lnTo>
                  <a:lnTo>
                    <a:pt x="7956662" y="1342599"/>
                  </a:lnTo>
                  <a:lnTo>
                    <a:pt x="7955380" y="1342599"/>
                  </a:lnTo>
                  <a:lnTo>
                    <a:pt x="7954098" y="1342599"/>
                  </a:lnTo>
                  <a:lnTo>
                    <a:pt x="7952816" y="1342599"/>
                  </a:lnTo>
                  <a:lnTo>
                    <a:pt x="7951535" y="1342599"/>
                  </a:lnTo>
                  <a:lnTo>
                    <a:pt x="7950253" y="1342599"/>
                  </a:lnTo>
                  <a:lnTo>
                    <a:pt x="7948971" y="1342599"/>
                  </a:lnTo>
                  <a:lnTo>
                    <a:pt x="7947689" y="1342599"/>
                  </a:lnTo>
                  <a:lnTo>
                    <a:pt x="7946407" y="1342599"/>
                  </a:lnTo>
                  <a:lnTo>
                    <a:pt x="7945125" y="1342599"/>
                  </a:lnTo>
                  <a:lnTo>
                    <a:pt x="7943844" y="1342599"/>
                  </a:lnTo>
                  <a:lnTo>
                    <a:pt x="7942562" y="1342599"/>
                  </a:lnTo>
                  <a:lnTo>
                    <a:pt x="7941280" y="1342599"/>
                  </a:lnTo>
                  <a:lnTo>
                    <a:pt x="7939998" y="1342599"/>
                  </a:lnTo>
                  <a:lnTo>
                    <a:pt x="7938716" y="1342599"/>
                  </a:lnTo>
                  <a:lnTo>
                    <a:pt x="7937434" y="1342599"/>
                  </a:lnTo>
                  <a:lnTo>
                    <a:pt x="7936152" y="1342599"/>
                  </a:lnTo>
                  <a:lnTo>
                    <a:pt x="7934871" y="1342599"/>
                  </a:lnTo>
                  <a:lnTo>
                    <a:pt x="7933589" y="1342599"/>
                  </a:lnTo>
                  <a:lnTo>
                    <a:pt x="7932307" y="1342599"/>
                  </a:lnTo>
                  <a:lnTo>
                    <a:pt x="7931025" y="1342599"/>
                  </a:lnTo>
                  <a:lnTo>
                    <a:pt x="7929743" y="1342599"/>
                  </a:lnTo>
                  <a:lnTo>
                    <a:pt x="7928461" y="1342599"/>
                  </a:lnTo>
                  <a:lnTo>
                    <a:pt x="7927180" y="1342599"/>
                  </a:lnTo>
                  <a:lnTo>
                    <a:pt x="7925898" y="1342599"/>
                  </a:lnTo>
                  <a:lnTo>
                    <a:pt x="7924616" y="1342599"/>
                  </a:lnTo>
                  <a:lnTo>
                    <a:pt x="7923334" y="1342599"/>
                  </a:lnTo>
                  <a:lnTo>
                    <a:pt x="7922052" y="1342599"/>
                  </a:lnTo>
                  <a:lnTo>
                    <a:pt x="7920770" y="1342599"/>
                  </a:lnTo>
                  <a:lnTo>
                    <a:pt x="7919488" y="1342599"/>
                  </a:lnTo>
                  <a:lnTo>
                    <a:pt x="7918207" y="1342599"/>
                  </a:lnTo>
                  <a:lnTo>
                    <a:pt x="7916925" y="1342599"/>
                  </a:lnTo>
                  <a:lnTo>
                    <a:pt x="7915643" y="1342599"/>
                  </a:lnTo>
                  <a:lnTo>
                    <a:pt x="7914361" y="1342599"/>
                  </a:lnTo>
                  <a:lnTo>
                    <a:pt x="7913079" y="1342599"/>
                  </a:lnTo>
                  <a:lnTo>
                    <a:pt x="7911797" y="1342599"/>
                  </a:lnTo>
                  <a:lnTo>
                    <a:pt x="7910516" y="1342599"/>
                  </a:lnTo>
                  <a:lnTo>
                    <a:pt x="7909234" y="1342599"/>
                  </a:lnTo>
                  <a:lnTo>
                    <a:pt x="7907952" y="1342599"/>
                  </a:lnTo>
                  <a:lnTo>
                    <a:pt x="7906670" y="1342599"/>
                  </a:lnTo>
                  <a:lnTo>
                    <a:pt x="7905388" y="1342599"/>
                  </a:lnTo>
                  <a:lnTo>
                    <a:pt x="7904106" y="1342599"/>
                  </a:lnTo>
                  <a:lnTo>
                    <a:pt x="7902825" y="1342599"/>
                  </a:lnTo>
                  <a:lnTo>
                    <a:pt x="7901543" y="1342599"/>
                  </a:lnTo>
                  <a:lnTo>
                    <a:pt x="7900261" y="1342599"/>
                  </a:lnTo>
                  <a:lnTo>
                    <a:pt x="7898979" y="1342599"/>
                  </a:lnTo>
                  <a:lnTo>
                    <a:pt x="7897697" y="1342599"/>
                  </a:lnTo>
                  <a:lnTo>
                    <a:pt x="7896415" y="1342599"/>
                  </a:lnTo>
                  <a:lnTo>
                    <a:pt x="7895133" y="1342599"/>
                  </a:lnTo>
                  <a:lnTo>
                    <a:pt x="7893852" y="1342599"/>
                  </a:lnTo>
                  <a:lnTo>
                    <a:pt x="7892570" y="1342599"/>
                  </a:lnTo>
                  <a:lnTo>
                    <a:pt x="7891288" y="1342599"/>
                  </a:lnTo>
                  <a:lnTo>
                    <a:pt x="7890006" y="1342599"/>
                  </a:lnTo>
                  <a:lnTo>
                    <a:pt x="7888724" y="1342599"/>
                  </a:lnTo>
                  <a:lnTo>
                    <a:pt x="7887442" y="1342599"/>
                  </a:lnTo>
                  <a:lnTo>
                    <a:pt x="7886161" y="1342599"/>
                  </a:lnTo>
                  <a:lnTo>
                    <a:pt x="7884879" y="1342599"/>
                  </a:lnTo>
                  <a:lnTo>
                    <a:pt x="7883597" y="1342599"/>
                  </a:lnTo>
                  <a:lnTo>
                    <a:pt x="7882315" y="1342599"/>
                  </a:lnTo>
                  <a:lnTo>
                    <a:pt x="7881033" y="1342599"/>
                  </a:lnTo>
                  <a:lnTo>
                    <a:pt x="7879751" y="1342599"/>
                  </a:lnTo>
                  <a:lnTo>
                    <a:pt x="7878469" y="1342599"/>
                  </a:lnTo>
                  <a:lnTo>
                    <a:pt x="7877188" y="1342599"/>
                  </a:lnTo>
                  <a:lnTo>
                    <a:pt x="7875906" y="1342599"/>
                  </a:lnTo>
                  <a:lnTo>
                    <a:pt x="7874624" y="1342599"/>
                  </a:lnTo>
                  <a:lnTo>
                    <a:pt x="7873342" y="1342599"/>
                  </a:lnTo>
                  <a:lnTo>
                    <a:pt x="7872060" y="1342599"/>
                  </a:lnTo>
                  <a:lnTo>
                    <a:pt x="7870778" y="1342599"/>
                  </a:lnTo>
                  <a:lnTo>
                    <a:pt x="7869497" y="1342599"/>
                  </a:lnTo>
                  <a:lnTo>
                    <a:pt x="7868215" y="1342599"/>
                  </a:lnTo>
                  <a:lnTo>
                    <a:pt x="7866933" y="1342599"/>
                  </a:lnTo>
                  <a:lnTo>
                    <a:pt x="7865651" y="1342599"/>
                  </a:lnTo>
                  <a:lnTo>
                    <a:pt x="7864369" y="1342599"/>
                  </a:lnTo>
                  <a:lnTo>
                    <a:pt x="7863087" y="1342599"/>
                  </a:lnTo>
                  <a:lnTo>
                    <a:pt x="7861805" y="1342599"/>
                  </a:lnTo>
                  <a:lnTo>
                    <a:pt x="7860524" y="1342599"/>
                  </a:lnTo>
                  <a:lnTo>
                    <a:pt x="7859242" y="1342599"/>
                  </a:lnTo>
                  <a:lnTo>
                    <a:pt x="7857960" y="1342599"/>
                  </a:lnTo>
                  <a:lnTo>
                    <a:pt x="7856678" y="1342599"/>
                  </a:lnTo>
                  <a:lnTo>
                    <a:pt x="7855396" y="1342599"/>
                  </a:lnTo>
                  <a:lnTo>
                    <a:pt x="7854114" y="1342599"/>
                  </a:lnTo>
                  <a:lnTo>
                    <a:pt x="7852833" y="1342599"/>
                  </a:lnTo>
                  <a:lnTo>
                    <a:pt x="7851551" y="1342599"/>
                  </a:lnTo>
                  <a:lnTo>
                    <a:pt x="7850269" y="1342599"/>
                  </a:lnTo>
                  <a:lnTo>
                    <a:pt x="7848987" y="1342599"/>
                  </a:lnTo>
                  <a:lnTo>
                    <a:pt x="7847705" y="1342599"/>
                  </a:lnTo>
                  <a:lnTo>
                    <a:pt x="7846423" y="1342599"/>
                  </a:lnTo>
                  <a:lnTo>
                    <a:pt x="7845142" y="1342599"/>
                  </a:lnTo>
                  <a:lnTo>
                    <a:pt x="7843860" y="1342599"/>
                  </a:lnTo>
                  <a:lnTo>
                    <a:pt x="7842578" y="1342599"/>
                  </a:lnTo>
                  <a:lnTo>
                    <a:pt x="7841296" y="1342599"/>
                  </a:lnTo>
                  <a:lnTo>
                    <a:pt x="7840014" y="1342599"/>
                  </a:lnTo>
                  <a:lnTo>
                    <a:pt x="7838732" y="1342599"/>
                  </a:lnTo>
                  <a:lnTo>
                    <a:pt x="7837450" y="1342599"/>
                  </a:lnTo>
                  <a:lnTo>
                    <a:pt x="7836169" y="1342599"/>
                  </a:lnTo>
                  <a:lnTo>
                    <a:pt x="7834887" y="1342599"/>
                  </a:lnTo>
                  <a:lnTo>
                    <a:pt x="7833605" y="1342599"/>
                  </a:lnTo>
                  <a:lnTo>
                    <a:pt x="7832323" y="1342599"/>
                  </a:lnTo>
                  <a:lnTo>
                    <a:pt x="7831041" y="1342599"/>
                  </a:lnTo>
                  <a:lnTo>
                    <a:pt x="7829759" y="1342599"/>
                  </a:lnTo>
                  <a:lnTo>
                    <a:pt x="7828478" y="1342599"/>
                  </a:lnTo>
                  <a:lnTo>
                    <a:pt x="7827196" y="1342599"/>
                  </a:lnTo>
                  <a:lnTo>
                    <a:pt x="7825914" y="1342599"/>
                  </a:lnTo>
                  <a:lnTo>
                    <a:pt x="7824632" y="1342599"/>
                  </a:lnTo>
                  <a:lnTo>
                    <a:pt x="7823350" y="1342599"/>
                  </a:lnTo>
                  <a:lnTo>
                    <a:pt x="7822068" y="1342599"/>
                  </a:lnTo>
                  <a:lnTo>
                    <a:pt x="7820786" y="1342599"/>
                  </a:lnTo>
                  <a:lnTo>
                    <a:pt x="7819505" y="1342599"/>
                  </a:lnTo>
                  <a:lnTo>
                    <a:pt x="7818223" y="1342599"/>
                  </a:lnTo>
                  <a:lnTo>
                    <a:pt x="7816941" y="1342599"/>
                  </a:lnTo>
                  <a:lnTo>
                    <a:pt x="7815659" y="1342599"/>
                  </a:lnTo>
                  <a:lnTo>
                    <a:pt x="7814377" y="1342599"/>
                  </a:lnTo>
                  <a:lnTo>
                    <a:pt x="7813095" y="1342599"/>
                  </a:lnTo>
                  <a:lnTo>
                    <a:pt x="7811814" y="1342599"/>
                  </a:lnTo>
                  <a:lnTo>
                    <a:pt x="7810532" y="1342599"/>
                  </a:lnTo>
                  <a:lnTo>
                    <a:pt x="7809250" y="1342599"/>
                  </a:lnTo>
                  <a:lnTo>
                    <a:pt x="7807968" y="1342599"/>
                  </a:lnTo>
                  <a:lnTo>
                    <a:pt x="7806686" y="1342599"/>
                  </a:lnTo>
                  <a:lnTo>
                    <a:pt x="7805404" y="1342599"/>
                  </a:lnTo>
                  <a:lnTo>
                    <a:pt x="7804123" y="1342599"/>
                  </a:lnTo>
                  <a:lnTo>
                    <a:pt x="7802841" y="1342599"/>
                  </a:lnTo>
                  <a:lnTo>
                    <a:pt x="7801559" y="1342599"/>
                  </a:lnTo>
                  <a:lnTo>
                    <a:pt x="7800277" y="1342599"/>
                  </a:lnTo>
                  <a:lnTo>
                    <a:pt x="7798995" y="1342599"/>
                  </a:lnTo>
                  <a:lnTo>
                    <a:pt x="7797713" y="1342599"/>
                  </a:lnTo>
                  <a:lnTo>
                    <a:pt x="7796431" y="1342599"/>
                  </a:lnTo>
                  <a:lnTo>
                    <a:pt x="7795150" y="1342599"/>
                  </a:lnTo>
                  <a:lnTo>
                    <a:pt x="7793868" y="1342599"/>
                  </a:lnTo>
                  <a:lnTo>
                    <a:pt x="7792586" y="1342599"/>
                  </a:lnTo>
                  <a:lnTo>
                    <a:pt x="7791304" y="1342599"/>
                  </a:lnTo>
                  <a:lnTo>
                    <a:pt x="7790022" y="1342599"/>
                  </a:lnTo>
                  <a:lnTo>
                    <a:pt x="7788740" y="1342599"/>
                  </a:lnTo>
                  <a:lnTo>
                    <a:pt x="7787459" y="1342599"/>
                  </a:lnTo>
                  <a:lnTo>
                    <a:pt x="7786177" y="1342599"/>
                  </a:lnTo>
                  <a:lnTo>
                    <a:pt x="7784895" y="1342599"/>
                  </a:lnTo>
                  <a:lnTo>
                    <a:pt x="7783613" y="1342599"/>
                  </a:lnTo>
                  <a:lnTo>
                    <a:pt x="7782331" y="1342599"/>
                  </a:lnTo>
                  <a:lnTo>
                    <a:pt x="7781049" y="1342599"/>
                  </a:lnTo>
                  <a:lnTo>
                    <a:pt x="7779767" y="1342599"/>
                  </a:lnTo>
                  <a:lnTo>
                    <a:pt x="7778486" y="1342599"/>
                  </a:lnTo>
                  <a:lnTo>
                    <a:pt x="7777204" y="1342599"/>
                  </a:lnTo>
                  <a:lnTo>
                    <a:pt x="7775922" y="1342599"/>
                  </a:lnTo>
                  <a:lnTo>
                    <a:pt x="7774640" y="1342599"/>
                  </a:lnTo>
                  <a:lnTo>
                    <a:pt x="7773358" y="1342599"/>
                  </a:lnTo>
                  <a:lnTo>
                    <a:pt x="7772076" y="1342599"/>
                  </a:lnTo>
                  <a:lnTo>
                    <a:pt x="7770795" y="1342599"/>
                  </a:lnTo>
                  <a:lnTo>
                    <a:pt x="7769513" y="1342599"/>
                  </a:lnTo>
                  <a:lnTo>
                    <a:pt x="7768231" y="1342599"/>
                  </a:lnTo>
                  <a:lnTo>
                    <a:pt x="7766949" y="1342599"/>
                  </a:lnTo>
                  <a:lnTo>
                    <a:pt x="7765667" y="1342599"/>
                  </a:lnTo>
                  <a:lnTo>
                    <a:pt x="7764385" y="1342599"/>
                  </a:lnTo>
                  <a:lnTo>
                    <a:pt x="7763104" y="1342599"/>
                  </a:lnTo>
                  <a:lnTo>
                    <a:pt x="7761822" y="1342599"/>
                  </a:lnTo>
                  <a:lnTo>
                    <a:pt x="7760540" y="1342599"/>
                  </a:lnTo>
                  <a:lnTo>
                    <a:pt x="7759258" y="1342599"/>
                  </a:lnTo>
                  <a:lnTo>
                    <a:pt x="7757976" y="1342599"/>
                  </a:lnTo>
                  <a:lnTo>
                    <a:pt x="7756694" y="1342599"/>
                  </a:lnTo>
                  <a:lnTo>
                    <a:pt x="7755412" y="1342599"/>
                  </a:lnTo>
                  <a:lnTo>
                    <a:pt x="7754131" y="1342599"/>
                  </a:lnTo>
                  <a:lnTo>
                    <a:pt x="7752849" y="1342599"/>
                  </a:lnTo>
                  <a:lnTo>
                    <a:pt x="7751567" y="1342599"/>
                  </a:lnTo>
                  <a:lnTo>
                    <a:pt x="7750285" y="1342599"/>
                  </a:lnTo>
                  <a:lnTo>
                    <a:pt x="7749003" y="1342599"/>
                  </a:lnTo>
                  <a:lnTo>
                    <a:pt x="7747721" y="1342599"/>
                  </a:lnTo>
                  <a:lnTo>
                    <a:pt x="7746440" y="1342599"/>
                  </a:lnTo>
                  <a:lnTo>
                    <a:pt x="7745158" y="1342599"/>
                  </a:lnTo>
                  <a:lnTo>
                    <a:pt x="7743876" y="1342599"/>
                  </a:lnTo>
                  <a:lnTo>
                    <a:pt x="7742594" y="1342599"/>
                  </a:lnTo>
                  <a:lnTo>
                    <a:pt x="7741312" y="1342599"/>
                  </a:lnTo>
                  <a:lnTo>
                    <a:pt x="7740030" y="1342599"/>
                  </a:lnTo>
                  <a:lnTo>
                    <a:pt x="7738748" y="1342599"/>
                  </a:lnTo>
                  <a:lnTo>
                    <a:pt x="7737467" y="1342599"/>
                  </a:lnTo>
                  <a:lnTo>
                    <a:pt x="7736185" y="1342599"/>
                  </a:lnTo>
                  <a:lnTo>
                    <a:pt x="7734903" y="1342599"/>
                  </a:lnTo>
                  <a:lnTo>
                    <a:pt x="7733621" y="1342599"/>
                  </a:lnTo>
                  <a:lnTo>
                    <a:pt x="7732339" y="1342599"/>
                  </a:lnTo>
                  <a:lnTo>
                    <a:pt x="7731057" y="1342599"/>
                  </a:lnTo>
                  <a:lnTo>
                    <a:pt x="7729776" y="1342599"/>
                  </a:lnTo>
                  <a:lnTo>
                    <a:pt x="7728494" y="1342599"/>
                  </a:lnTo>
                  <a:lnTo>
                    <a:pt x="7727212" y="1342599"/>
                  </a:lnTo>
                  <a:lnTo>
                    <a:pt x="7725930" y="1342599"/>
                  </a:lnTo>
                  <a:lnTo>
                    <a:pt x="7724648" y="1342599"/>
                  </a:lnTo>
                  <a:lnTo>
                    <a:pt x="7723366" y="1342599"/>
                  </a:lnTo>
                  <a:lnTo>
                    <a:pt x="7722084" y="1342599"/>
                  </a:lnTo>
                  <a:lnTo>
                    <a:pt x="7720803" y="1342599"/>
                  </a:lnTo>
                  <a:lnTo>
                    <a:pt x="7719521" y="1342599"/>
                  </a:lnTo>
                  <a:lnTo>
                    <a:pt x="7718239" y="1342599"/>
                  </a:lnTo>
                  <a:lnTo>
                    <a:pt x="7716957" y="1342599"/>
                  </a:lnTo>
                  <a:lnTo>
                    <a:pt x="7715675" y="1342599"/>
                  </a:lnTo>
                  <a:lnTo>
                    <a:pt x="7714393" y="1342599"/>
                  </a:lnTo>
                  <a:lnTo>
                    <a:pt x="7713112" y="1342599"/>
                  </a:lnTo>
                  <a:lnTo>
                    <a:pt x="7711830" y="1342599"/>
                  </a:lnTo>
                  <a:lnTo>
                    <a:pt x="7710548" y="1342599"/>
                  </a:lnTo>
                  <a:lnTo>
                    <a:pt x="7709266" y="1342599"/>
                  </a:lnTo>
                  <a:lnTo>
                    <a:pt x="7707984" y="1342599"/>
                  </a:lnTo>
                  <a:lnTo>
                    <a:pt x="7706702" y="1342599"/>
                  </a:lnTo>
                  <a:lnTo>
                    <a:pt x="7705421" y="1342599"/>
                  </a:lnTo>
                  <a:lnTo>
                    <a:pt x="7704139" y="1342599"/>
                  </a:lnTo>
                  <a:lnTo>
                    <a:pt x="7702857" y="1342599"/>
                  </a:lnTo>
                  <a:lnTo>
                    <a:pt x="7701575" y="1342599"/>
                  </a:lnTo>
                  <a:lnTo>
                    <a:pt x="7700293" y="1342599"/>
                  </a:lnTo>
                  <a:lnTo>
                    <a:pt x="7699011" y="1342599"/>
                  </a:lnTo>
                  <a:lnTo>
                    <a:pt x="7697729" y="1342599"/>
                  </a:lnTo>
                  <a:lnTo>
                    <a:pt x="7696448" y="1342599"/>
                  </a:lnTo>
                  <a:lnTo>
                    <a:pt x="7695166" y="1342599"/>
                  </a:lnTo>
                  <a:lnTo>
                    <a:pt x="7693884" y="1342599"/>
                  </a:lnTo>
                  <a:lnTo>
                    <a:pt x="7692602" y="1342599"/>
                  </a:lnTo>
                  <a:lnTo>
                    <a:pt x="7691320" y="1342599"/>
                  </a:lnTo>
                  <a:lnTo>
                    <a:pt x="7690038" y="1342599"/>
                  </a:lnTo>
                  <a:lnTo>
                    <a:pt x="7688757" y="1342599"/>
                  </a:lnTo>
                  <a:lnTo>
                    <a:pt x="7687475" y="1342599"/>
                  </a:lnTo>
                  <a:lnTo>
                    <a:pt x="7686193" y="1342599"/>
                  </a:lnTo>
                  <a:lnTo>
                    <a:pt x="7684911" y="1342599"/>
                  </a:lnTo>
                  <a:lnTo>
                    <a:pt x="7683629" y="1342599"/>
                  </a:lnTo>
                  <a:lnTo>
                    <a:pt x="7682347" y="1342599"/>
                  </a:lnTo>
                  <a:lnTo>
                    <a:pt x="7681065" y="1342599"/>
                  </a:lnTo>
                  <a:lnTo>
                    <a:pt x="7679784" y="1342599"/>
                  </a:lnTo>
                  <a:lnTo>
                    <a:pt x="7678502" y="1342599"/>
                  </a:lnTo>
                  <a:lnTo>
                    <a:pt x="7677220" y="1342599"/>
                  </a:lnTo>
                  <a:lnTo>
                    <a:pt x="7675938" y="1342599"/>
                  </a:lnTo>
                  <a:lnTo>
                    <a:pt x="7674656" y="1342599"/>
                  </a:lnTo>
                  <a:lnTo>
                    <a:pt x="7673374" y="1342599"/>
                  </a:lnTo>
                  <a:lnTo>
                    <a:pt x="7672093" y="1342599"/>
                  </a:lnTo>
                  <a:lnTo>
                    <a:pt x="7670811" y="1342599"/>
                  </a:lnTo>
                  <a:lnTo>
                    <a:pt x="7669529" y="1342599"/>
                  </a:lnTo>
                  <a:lnTo>
                    <a:pt x="7668247" y="1342599"/>
                  </a:lnTo>
                  <a:lnTo>
                    <a:pt x="7666965" y="1342599"/>
                  </a:lnTo>
                  <a:lnTo>
                    <a:pt x="7665683" y="1342599"/>
                  </a:lnTo>
                  <a:lnTo>
                    <a:pt x="7664402" y="1342599"/>
                  </a:lnTo>
                  <a:lnTo>
                    <a:pt x="7663120" y="1342599"/>
                  </a:lnTo>
                  <a:lnTo>
                    <a:pt x="7661838" y="1342599"/>
                  </a:lnTo>
                  <a:lnTo>
                    <a:pt x="7660556" y="1342599"/>
                  </a:lnTo>
                  <a:lnTo>
                    <a:pt x="7659274" y="1342599"/>
                  </a:lnTo>
                  <a:lnTo>
                    <a:pt x="7657992" y="1342599"/>
                  </a:lnTo>
                  <a:lnTo>
                    <a:pt x="7656710" y="1342599"/>
                  </a:lnTo>
                  <a:lnTo>
                    <a:pt x="7655429" y="1342599"/>
                  </a:lnTo>
                  <a:lnTo>
                    <a:pt x="7654147" y="1342599"/>
                  </a:lnTo>
                  <a:lnTo>
                    <a:pt x="7652865" y="1342599"/>
                  </a:lnTo>
                  <a:lnTo>
                    <a:pt x="7651583" y="1342599"/>
                  </a:lnTo>
                  <a:lnTo>
                    <a:pt x="7650301" y="1342599"/>
                  </a:lnTo>
                  <a:lnTo>
                    <a:pt x="7649019" y="1342599"/>
                  </a:lnTo>
                  <a:lnTo>
                    <a:pt x="7647738" y="1342599"/>
                  </a:lnTo>
                  <a:lnTo>
                    <a:pt x="7646456" y="1342599"/>
                  </a:lnTo>
                  <a:lnTo>
                    <a:pt x="7645174" y="1342599"/>
                  </a:lnTo>
                  <a:lnTo>
                    <a:pt x="7643892" y="1342599"/>
                  </a:lnTo>
                  <a:lnTo>
                    <a:pt x="7642610" y="1342599"/>
                  </a:lnTo>
                  <a:lnTo>
                    <a:pt x="7641328" y="1342599"/>
                  </a:lnTo>
                  <a:lnTo>
                    <a:pt x="7640046" y="1342599"/>
                  </a:lnTo>
                  <a:lnTo>
                    <a:pt x="7638765" y="1342599"/>
                  </a:lnTo>
                  <a:lnTo>
                    <a:pt x="7637483" y="1342599"/>
                  </a:lnTo>
                  <a:lnTo>
                    <a:pt x="7636201" y="1342599"/>
                  </a:lnTo>
                  <a:lnTo>
                    <a:pt x="7634919" y="1342599"/>
                  </a:lnTo>
                  <a:lnTo>
                    <a:pt x="7633637" y="1342599"/>
                  </a:lnTo>
                  <a:lnTo>
                    <a:pt x="7632355" y="1342599"/>
                  </a:lnTo>
                  <a:lnTo>
                    <a:pt x="7631074" y="1342599"/>
                  </a:lnTo>
                  <a:lnTo>
                    <a:pt x="7629792" y="1342599"/>
                  </a:lnTo>
                  <a:lnTo>
                    <a:pt x="7628510" y="1342599"/>
                  </a:lnTo>
                  <a:lnTo>
                    <a:pt x="7627228" y="1342599"/>
                  </a:lnTo>
                  <a:lnTo>
                    <a:pt x="7625946" y="1342599"/>
                  </a:lnTo>
                  <a:lnTo>
                    <a:pt x="7624664" y="1342599"/>
                  </a:lnTo>
                  <a:lnTo>
                    <a:pt x="7623382" y="1342599"/>
                  </a:lnTo>
                  <a:lnTo>
                    <a:pt x="7622101" y="1342599"/>
                  </a:lnTo>
                  <a:lnTo>
                    <a:pt x="7620819" y="1342599"/>
                  </a:lnTo>
                  <a:lnTo>
                    <a:pt x="7619537" y="1342599"/>
                  </a:lnTo>
                  <a:lnTo>
                    <a:pt x="7618255" y="1342599"/>
                  </a:lnTo>
                  <a:lnTo>
                    <a:pt x="7616973" y="1342599"/>
                  </a:lnTo>
                  <a:lnTo>
                    <a:pt x="7615691" y="1342599"/>
                  </a:lnTo>
                  <a:lnTo>
                    <a:pt x="7614410" y="1342599"/>
                  </a:lnTo>
                  <a:lnTo>
                    <a:pt x="7613128" y="1342599"/>
                  </a:lnTo>
                  <a:lnTo>
                    <a:pt x="7611846" y="1342599"/>
                  </a:lnTo>
                  <a:lnTo>
                    <a:pt x="7610564" y="1342599"/>
                  </a:lnTo>
                  <a:lnTo>
                    <a:pt x="7609282" y="1342599"/>
                  </a:lnTo>
                  <a:lnTo>
                    <a:pt x="7608000" y="1342599"/>
                  </a:lnTo>
                  <a:lnTo>
                    <a:pt x="7606719" y="1342599"/>
                  </a:lnTo>
                  <a:lnTo>
                    <a:pt x="7605437" y="1342599"/>
                  </a:lnTo>
                  <a:lnTo>
                    <a:pt x="7604155" y="1342599"/>
                  </a:lnTo>
                  <a:lnTo>
                    <a:pt x="7602873" y="1342599"/>
                  </a:lnTo>
                  <a:lnTo>
                    <a:pt x="7601591" y="1342599"/>
                  </a:lnTo>
                  <a:lnTo>
                    <a:pt x="7600309" y="1342599"/>
                  </a:lnTo>
                  <a:lnTo>
                    <a:pt x="7599027" y="1342599"/>
                  </a:lnTo>
                  <a:lnTo>
                    <a:pt x="7597746" y="1342599"/>
                  </a:lnTo>
                  <a:lnTo>
                    <a:pt x="7596464" y="1342599"/>
                  </a:lnTo>
                  <a:lnTo>
                    <a:pt x="7595182" y="1342599"/>
                  </a:lnTo>
                  <a:lnTo>
                    <a:pt x="7593900" y="1342599"/>
                  </a:lnTo>
                  <a:lnTo>
                    <a:pt x="7592618" y="1342599"/>
                  </a:lnTo>
                  <a:lnTo>
                    <a:pt x="7591336" y="1342599"/>
                  </a:lnTo>
                  <a:lnTo>
                    <a:pt x="7590055" y="1342599"/>
                  </a:lnTo>
                  <a:lnTo>
                    <a:pt x="7588773" y="1342599"/>
                  </a:lnTo>
                  <a:lnTo>
                    <a:pt x="7587491" y="1342599"/>
                  </a:lnTo>
                  <a:lnTo>
                    <a:pt x="7586209" y="1342599"/>
                  </a:lnTo>
                  <a:lnTo>
                    <a:pt x="7584927" y="1342599"/>
                  </a:lnTo>
                  <a:lnTo>
                    <a:pt x="7583645" y="1342599"/>
                  </a:lnTo>
                  <a:lnTo>
                    <a:pt x="7582363" y="1342599"/>
                  </a:lnTo>
                  <a:lnTo>
                    <a:pt x="7581082" y="1342599"/>
                  </a:lnTo>
                  <a:lnTo>
                    <a:pt x="7579800" y="1342599"/>
                  </a:lnTo>
                  <a:lnTo>
                    <a:pt x="7578518" y="1342599"/>
                  </a:lnTo>
                  <a:lnTo>
                    <a:pt x="7577236" y="1342599"/>
                  </a:lnTo>
                  <a:lnTo>
                    <a:pt x="7575954" y="1342599"/>
                  </a:lnTo>
                  <a:lnTo>
                    <a:pt x="7574672" y="1342599"/>
                  </a:lnTo>
                  <a:lnTo>
                    <a:pt x="7573391" y="1342599"/>
                  </a:lnTo>
                  <a:lnTo>
                    <a:pt x="7572109" y="1342599"/>
                  </a:lnTo>
                  <a:lnTo>
                    <a:pt x="7570827" y="1342599"/>
                  </a:lnTo>
                  <a:lnTo>
                    <a:pt x="7569545" y="1342599"/>
                  </a:lnTo>
                  <a:lnTo>
                    <a:pt x="7568263" y="1342599"/>
                  </a:lnTo>
                  <a:lnTo>
                    <a:pt x="7566981" y="1342599"/>
                  </a:lnTo>
                  <a:lnTo>
                    <a:pt x="7565700" y="1342599"/>
                  </a:lnTo>
                  <a:lnTo>
                    <a:pt x="7564418" y="1342599"/>
                  </a:lnTo>
                  <a:lnTo>
                    <a:pt x="7563136" y="1342599"/>
                  </a:lnTo>
                  <a:lnTo>
                    <a:pt x="7561854" y="1342599"/>
                  </a:lnTo>
                  <a:lnTo>
                    <a:pt x="7560572" y="1342599"/>
                  </a:lnTo>
                  <a:lnTo>
                    <a:pt x="7559290" y="1342599"/>
                  </a:lnTo>
                  <a:lnTo>
                    <a:pt x="7558008" y="1342599"/>
                  </a:lnTo>
                  <a:lnTo>
                    <a:pt x="7556727" y="1342599"/>
                  </a:lnTo>
                  <a:lnTo>
                    <a:pt x="7555445" y="1342599"/>
                  </a:lnTo>
                  <a:lnTo>
                    <a:pt x="7554163" y="1342599"/>
                  </a:lnTo>
                  <a:lnTo>
                    <a:pt x="7552881" y="1342599"/>
                  </a:lnTo>
                  <a:lnTo>
                    <a:pt x="7551599" y="1342599"/>
                  </a:lnTo>
                  <a:lnTo>
                    <a:pt x="7550317" y="1342599"/>
                  </a:lnTo>
                  <a:lnTo>
                    <a:pt x="7549036" y="1342599"/>
                  </a:lnTo>
                  <a:lnTo>
                    <a:pt x="7547754" y="1342599"/>
                  </a:lnTo>
                  <a:lnTo>
                    <a:pt x="7546472" y="1342599"/>
                  </a:lnTo>
                  <a:lnTo>
                    <a:pt x="7545190" y="1342599"/>
                  </a:lnTo>
                  <a:lnTo>
                    <a:pt x="7543908" y="1342599"/>
                  </a:lnTo>
                  <a:lnTo>
                    <a:pt x="7542626" y="1342599"/>
                  </a:lnTo>
                  <a:lnTo>
                    <a:pt x="7541344" y="1342599"/>
                  </a:lnTo>
                  <a:lnTo>
                    <a:pt x="7540063" y="1342599"/>
                  </a:lnTo>
                  <a:lnTo>
                    <a:pt x="7538781" y="1342599"/>
                  </a:lnTo>
                  <a:lnTo>
                    <a:pt x="7537499" y="1342599"/>
                  </a:lnTo>
                  <a:lnTo>
                    <a:pt x="7536217" y="1342599"/>
                  </a:lnTo>
                  <a:lnTo>
                    <a:pt x="7534935" y="1342599"/>
                  </a:lnTo>
                  <a:lnTo>
                    <a:pt x="7533653" y="1342599"/>
                  </a:lnTo>
                  <a:lnTo>
                    <a:pt x="7532372" y="1342599"/>
                  </a:lnTo>
                  <a:lnTo>
                    <a:pt x="7531090" y="1342599"/>
                  </a:lnTo>
                  <a:lnTo>
                    <a:pt x="7529808" y="1342599"/>
                  </a:lnTo>
                  <a:lnTo>
                    <a:pt x="7528526" y="1342599"/>
                  </a:lnTo>
                  <a:lnTo>
                    <a:pt x="7527244" y="1342599"/>
                  </a:lnTo>
                  <a:lnTo>
                    <a:pt x="7525962" y="1342599"/>
                  </a:lnTo>
                  <a:lnTo>
                    <a:pt x="7524681" y="1342599"/>
                  </a:lnTo>
                  <a:lnTo>
                    <a:pt x="7523399" y="1342599"/>
                  </a:lnTo>
                  <a:lnTo>
                    <a:pt x="7522117" y="1342599"/>
                  </a:lnTo>
                  <a:lnTo>
                    <a:pt x="7520835" y="1342599"/>
                  </a:lnTo>
                  <a:lnTo>
                    <a:pt x="7519553" y="1342599"/>
                  </a:lnTo>
                  <a:lnTo>
                    <a:pt x="7518271" y="1342599"/>
                  </a:lnTo>
                  <a:lnTo>
                    <a:pt x="7516989" y="1342599"/>
                  </a:lnTo>
                  <a:lnTo>
                    <a:pt x="7515708" y="1342599"/>
                  </a:lnTo>
                  <a:lnTo>
                    <a:pt x="7514426" y="1342599"/>
                  </a:lnTo>
                  <a:lnTo>
                    <a:pt x="7513144" y="1342599"/>
                  </a:lnTo>
                  <a:lnTo>
                    <a:pt x="7511862" y="1342599"/>
                  </a:lnTo>
                  <a:lnTo>
                    <a:pt x="7510580" y="1342599"/>
                  </a:lnTo>
                  <a:lnTo>
                    <a:pt x="7509298" y="1342599"/>
                  </a:lnTo>
                  <a:lnTo>
                    <a:pt x="7508017" y="1342599"/>
                  </a:lnTo>
                  <a:lnTo>
                    <a:pt x="7506735" y="1342599"/>
                  </a:lnTo>
                  <a:lnTo>
                    <a:pt x="7505453" y="1342599"/>
                  </a:lnTo>
                  <a:lnTo>
                    <a:pt x="7504171" y="1342599"/>
                  </a:lnTo>
                  <a:lnTo>
                    <a:pt x="7502889" y="1342599"/>
                  </a:lnTo>
                  <a:lnTo>
                    <a:pt x="7501607" y="1342599"/>
                  </a:lnTo>
                  <a:lnTo>
                    <a:pt x="7500325" y="1342599"/>
                  </a:lnTo>
                  <a:lnTo>
                    <a:pt x="7499044" y="1342599"/>
                  </a:lnTo>
                  <a:lnTo>
                    <a:pt x="7497762" y="1342599"/>
                  </a:lnTo>
                  <a:lnTo>
                    <a:pt x="7496480" y="1342599"/>
                  </a:lnTo>
                  <a:lnTo>
                    <a:pt x="7495198" y="1342599"/>
                  </a:lnTo>
                  <a:lnTo>
                    <a:pt x="7493916" y="1342599"/>
                  </a:lnTo>
                  <a:lnTo>
                    <a:pt x="7492634" y="1342599"/>
                  </a:lnTo>
                  <a:lnTo>
                    <a:pt x="7491353" y="1342599"/>
                  </a:lnTo>
                  <a:lnTo>
                    <a:pt x="7490071" y="1342599"/>
                  </a:lnTo>
                  <a:lnTo>
                    <a:pt x="7488789" y="1342599"/>
                  </a:lnTo>
                  <a:lnTo>
                    <a:pt x="7487507" y="1342599"/>
                  </a:lnTo>
                  <a:lnTo>
                    <a:pt x="7486225" y="1342599"/>
                  </a:lnTo>
                  <a:lnTo>
                    <a:pt x="7484943" y="1342599"/>
                  </a:lnTo>
                  <a:lnTo>
                    <a:pt x="7483661" y="1342599"/>
                  </a:lnTo>
                  <a:lnTo>
                    <a:pt x="7482380" y="1342599"/>
                  </a:lnTo>
                  <a:lnTo>
                    <a:pt x="7481098" y="1342599"/>
                  </a:lnTo>
                  <a:lnTo>
                    <a:pt x="7479816" y="1342599"/>
                  </a:lnTo>
                  <a:lnTo>
                    <a:pt x="7478534" y="1342599"/>
                  </a:lnTo>
                  <a:lnTo>
                    <a:pt x="7477252" y="1342599"/>
                  </a:lnTo>
                  <a:lnTo>
                    <a:pt x="7475970" y="1342599"/>
                  </a:lnTo>
                  <a:lnTo>
                    <a:pt x="7474689" y="1342599"/>
                  </a:lnTo>
                  <a:lnTo>
                    <a:pt x="7473407" y="1342599"/>
                  </a:lnTo>
                  <a:lnTo>
                    <a:pt x="7472125" y="1342599"/>
                  </a:lnTo>
                  <a:lnTo>
                    <a:pt x="7470843" y="1342599"/>
                  </a:lnTo>
                  <a:lnTo>
                    <a:pt x="7469561" y="1342599"/>
                  </a:lnTo>
                  <a:lnTo>
                    <a:pt x="7468279" y="1342599"/>
                  </a:lnTo>
                  <a:lnTo>
                    <a:pt x="7466998" y="1342599"/>
                  </a:lnTo>
                  <a:lnTo>
                    <a:pt x="7465716" y="1342599"/>
                  </a:lnTo>
                  <a:lnTo>
                    <a:pt x="7464434" y="1342599"/>
                  </a:lnTo>
                  <a:lnTo>
                    <a:pt x="7463152" y="1342599"/>
                  </a:lnTo>
                  <a:lnTo>
                    <a:pt x="7461870" y="1342599"/>
                  </a:lnTo>
                  <a:lnTo>
                    <a:pt x="7460588" y="1342599"/>
                  </a:lnTo>
                  <a:lnTo>
                    <a:pt x="7459306" y="1342599"/>
                  </a:lnTo>
                  <a:lnTo>
                    <a:pt x="7458025" y="1342599"/>
                  </a:lnTo>
                  <a:lnTo>
                    <a:pt x="7456743" y="1342599"/>
                  </a:lnTo>
                  <a:lnTo>
                    <a:pt x="7455461" y="1342599"/>
                  </a:lnTo>
                  <a:lnTo>
                    <a:pt x="7454179" y="1342599"/>
                  </a:lnTo>
                  <a:lnTo>
                    <a:pt x="7452897" y="1342599"/>
                  </a:lnTo>
                  <a:lnTo>
                    <a:pt x="7451615" y="1342599"/>
                  </a:lnTo>
                  <a:lnTo>
                    <a:pt x="7450334" y="1342599"/>
                  </a:lnTo>
                  <a:lnTo>
                    <a:pt x="7449052" y="1342599"/>
                  </a:lnTo>
                  <a:lnTo>
                    <a:pt x="7447770" y="1342599"/>
                  </a:lnTo>
                  <a:lnTo>
                    <a:pt x="7446488" y="1342599"/>
                  </a:lnTo>
                  <a:lnTo>
                    <a:pt x="7445206" y="1342599"/>
                  </a:lnTo>
                  <a:lnTo>
                    <a:pt x="7443924" y="1342599"/>
                  </a:lnTo>
                  <a:lnTo>
                    <a:pt x="7442642" y="1342599"/>
                  </a:lnTo>
                  <a:lnTo>
                    <a:pt x="7441361" y="1342599"/>
                  </a:lnTo>
                  <a:lnTo>
                    <a:pt x="7440079" y="1342599"/>
                  </a:lnTo>
                  <a:lnTo>
                    <a:pt x="7438797" y="1342599"/>
                  </a:lnTo>
                  <a:lnTo>
                    <a:pt x="7437515" y="1342599"/>
                  </a:lnTo>
                  <a:lnTo>
                    <a:pt x="7436233" y="1342599"/>
                  </a:lnTo>
                  <a:lnTo>
                    <a:pt x="7434951" y="1342599"/>
                  </a:lnTo>
                  <a:lnTo>
                    <a:pt x="7433670" y="1342599"/>
                  </a:lnTo>
                  <a:lnTo>
                    <a:pt x="7432388" y="1342599"/>
                  </a:lnTo>
                  <a:lnTo>
                    <a:pt x="7431106" y="1342599"/>
                  </a:lnTo>
                  <a:lnTo>
                    <a:pt x="7429824" y="1342599"/>
                  </a:lnTo>
                  <a:lnTo>
                    <a:pt x="7428542" y="1342599"/>
                  </a:lnTo>
                  <a:lnTo>
                    <a:pt x="7427260" y="1342599"/>
                  </a:lnTo>
                  <a:lnTo>
                    <a:pt x="7425979" y="1342599"/>
                  </a:lnTo>
                  <a:lnTo>
                    <a:pt x="7424697" y="1342599"/>
                  </a:lnTo>
                  <a:lnTo>
                    <a:pt x="7423415" y="1342599"/>
                  </a:lnTo>
                  <a:lnTo>
                    <a:pt x="7422133" y="1342599"/>
                  </a:lnTo>
                  <a:lnTo>
                    <a:pt x="7420851" y="1342599"/>
                  </a:lnTo>
                  <a:lnTo>
                    <a:pt x="7419569" y="1342599"/>
                  </a:lnTo>
                  <a:lnTo>
                    <a:pt x="7418287" y="1342599"/>
                  </a:lnTo>
                  <a:lnTo>
                    <a:pt x="7417006" y="1342599"/>
                  </a:lnTo>
                  <a:lnTo>
                    <a:pt x="7415724" y="1342599"/>
                  </a:lnTo>
                  <a:lnTo>
                    <a:pt x="7414442" y="1342599"/>
                  </a:lnTo>
                  <a:lnTo>
                    <a:pt x="7413160" y="1342599"/>
                  </a:lnTo>
                  <a:lnTo>
                    <a:pt x="7411878" y="1342599"/>
                  </a:lnTo>
                  <a:lnTo>
                    <a:pt x="7410596" y="1342599"/>
                  </a:lnTo>
                  <a:lnTo>
                    <a:pt x="7409315" y="1342599"/>
                  </a:lnTo>
                  <a:lnTo>
                    <a:pt x="7408033" y="1342599"/>
                  </a:lnTo>
                  <a:lnTo>
                    <a:pt x="7406751" y="1342599"/>
                  </a:lnTo>
                  <a:lnTo>
                    <a:pt x="7405469" y="1342599"/>
                  </a:lnTo>
                  <a:lnTo>
                    <a:pt x="7404187" y="1342599"/>
                  </a:lnTo>
                  <a:lnTo>
                    <a:pt x="7402905" y="1342599"/>
                  </a:lnTo>
                  <a:lnTo>
                    <a:pt x="7401623" y="1342599"/>
                  </a:lnTo>
                  <a:lnTo>
                    <a:pt x="7400342" y="1342599"/>
                  </a:lnTo>
                  <a:lnTo>
                    <a:pt x="7399060" y="1342599"/>
                  </a:lnTo>
                  <a:lnTo>
                    <a:pt x="7397778" y="1342599"/>
                  </a:lnTo>
                  <a:lnTo>
                    <a:pt x="7396496" y="1342599"/>
                  </a:lnTo>
                  <a:lnTo>
                    <a:pt x="7395214" y="1342599"/>
                  </a:lnTo>
                  <a:lnTo>
                    <a:pt x="7393932" y="1342599"/>
                  </a:lnTo>
                  <a:lnTo>
                    <a:pt x="7392651" y="1342599"/>
                  </a:lnTo>
                  <a:lnTo>
                    <a:pt x="7391369" y="1342599"/>
                  </a:lnTo>
                  <a:lnTo>
                    <a:pt x="7390087" y="1342599"/>
                  </a:lnTo>
                  <a:lnTo>
                    <a:pt x="7388805" y="1342599"/>
                  </a:lnTo>
                  <a:lnTo>
                    <a:pt x="7387523" y="1342599"/>
                  </a:lnTo>
                  <a:lnTo>
                    <a:pt x="7386241" y="1342599"/>
                  </a:lnTo>
                  <a:lnTo>
                    <a:pt x="7384960" y="1342599"/>
                  </a:lnTo>
                  <a:lnTo>
                    <a:pt x="7383678" y="1342599"/>
                  </a:lnTo>
                  <a:lnTo>
                    <a:pt x="7382396" y="1342599"/>
                  </a:lnTo>
                  <a:lnTo>
                    <a:pt x="7381114" y="1342599"/>
                  </a:lnTo>
                  <a:lnTo>
                    <a:pt x="7379832" y="1342599"/>
                  </a:lnTo>
                  <a:lnTo>
                    <a:pt x="7378550" y="1342599"/>
                  </a:lnTo>
                  <a:lnTo>
                    <a:pt x="7377268" y="1342599"/>
                  </a:lnTo>
                  <a:lnTo>
                    <a:pt x="7375987" y="1342599"/>
                  </a:lnTo>
                  <a:lnTo>
                    <a:pt x="7374705" y="1342599"/>
                  </a:lnTo>
                  <a:lnTo>
                    <a:pt x="7373423" y="1342599"/>
                  </a:lnTo>
                  <a:lnTo>
                    <a:pt x="7372141" y="1342599"/>
                  </a:lnTo>
                  <a:lnTo>
                    <a:pt x="7370859" y="1342599"/>
                  </a:lnTo>
                  <a:lnTo>
                    <a:pt x="7369577" y="1342599"/>
                  </a:lnTo>
                  <a:lnTo>
                    <a:pt x="7368296" y="1342599"/>
                  </a:lnTo>
                  <a:lnTo>
                    <a:pt x="7367014" y="1342599"/>
                  </a:lnTo>
                  <a:lnTo>
                    <a:pt x="7365732" y="1342599"/>
                  </a:lnTo>
                  <a:lnTo>
                    <a:pt x="7364450" y="1342599"/>
                  </a:lnTo>
                  <a:lnTo>
                    <a:pt x="7363168" y="1342599"/>
                  </a:lnTo>
                  <a:lnTo>
                    <a:pt x="7361886" y="1342599"/>
                  </a:lnTo>
                  <a:lnTo>
                    <a:pt x="7360604" y="1342599"/>
                  </a:lnTo>
                  <a:lnTo>
                    <a:pt x="7359323" y="1342599"/>
                  </a:lnTo>
                  <a:lnTo>
                    <a:pt x="7358041" y="1342599"/>
                  </a:lnTo>
                  <a:lnTo>
                    <a:pt x="7356759" y="1342599"/>
                  </a:lnTo>
                  <a:lnTo>
                    <a:pt x="7355477" y="1342599"/>
                  </a:lnTo>
                  <a:lnTo>
                    <a:pt x="7354195" y="1342599"/>
                  </a:lnTo>
                  <a:lnTo>
                    <a:pt x="7352913" y="1342599"/>
                  </a:lnTo>
                  <a:lnTo>
                    <a:pt x="7351632" y="1342599"/>
                  </a:lnTo>
                  <a:lnTo>
                    <a:pt x="7350350" y="1342599"/>
                  </a:lnTo>
                  <a:lnTo>
                    <a:pt x="7349068" y="1342599"/>
                  </a:lnTo>
                  <a:lnTo>
                    <a:pt x="7347786" y="1342599"/>
                  </a:lnTo>
                  <a:lnTo>
                    <a:pt x="7346504" y="1342599"/>
                  </a:lnTo>
                  <a:lnTo>
                    <a:pt x="7345222" y="1342599"/>
                  </a:lnTo>
                  <a:lnTo>
                    <a:pt x="7343940" y="1342599"/>
                  </a:lnTo>
                  <a:lnTo>
                    <a:pt x="7342659" y="1342599"/>
                  </a:lnTo>
                  <a:lnTo>
                    <a:pt x="7341377" y="1342599"/>
                  </a:lnTo>
                  <a:lnTo>
                    <a:pt x="7340095" y="1342599"/>
                  </a:lnTo>
                  <a:lnTo>
                    <a:pt x="7338813" y="1342599"/>
                  </a:lnTo>
                  <a:lnTo>
                    <a:pt x="7337531" y="1342599"/>
                  </a:lnTo>
                  <a:lnTo>
                    <a:pt x="7336249" y="1342599"/>
                  </a:lnTo>
                  <a:lnTo>
                    <a:pt x="7334968" y="1342599"/>
                  </a:lnTo>
                  <a:lnTo>
                    <a:pt x="7333686" y="1342599"/>
                  </a:lnTo>
                  <a:lnTo>
                    <a:pt x="7332404" y="1342599"/>
                  </a:lnTo>
                  <a:lnTo>
                    <a:pt x="7331122" y="1342599"/>
                  </a:lnTo>
                  <a:lnTo>
                    <a:pt x="7329840" y="1342599"/>
                  </a:lnTo>
                  <a:lnTo>
                    <a:pt x="7328558" y="1342599"/>
                  </a:lnTo>
                  <a:lnTo>
                    <a:pt x="7327277" y="1342599"/>
                  </a:lnTo>
                  <a:lnTo>
                    <a:pt x="7325995" y="1342599"/>
                  </a:lnTo>
                  <a:lnTo>
                    <a:pt x="7324713" y="1342599"/>
                  </a:lnTo>
                  <a:lnTo>
                    <a:pt x="7323431" y="1342599"/>
                  </a:lnTo>
                  <a:lnTo>
                    <a:pt x="7322149" y="1342599"/>
                  </a:lnTo>
                  <a:lnTo>
                    <a:pt x="7320867" y="1342599"/>
                  </a:lnTo>
                  <a:lnTo>
                    <a:pt x="7319585" y="1342599"/>
                  </a:lnTo>
                  <a:lnTo>
                    <a:pt x="7318304" y="1342599"/>
                  </a:lnTo>
                  <a:lnTo>
                    <a:pt x="7317022" y="1342599"/>
                  </a:lnTo>
                  <a:lnTo>
                    <a:pt x="7315740" y="1342599"/>
                  </a:lnTo>
                  <a:lnTo>
                    <a:pt x="7314458" y="1342599"/>
                  </a:lnTo>
                  <a:lnTo>
                    <a:pt x="7313176" y="1342599"/>
                  </a:lnTo>
                  <a:lnTo>
                    <a:pt x="7311894" y="1342599"/>
                  </a:lnTo>
                  <a:lnTo>
                    <a:pt x="7310613" y="1342599"/>
                  </a:lnTo>
                  <a:lnTo>
                    <a:pt x="7309331" y="1342599"/>
                  </a:lnTo>
                  <a:lnTo>
                    <a:pt x="7308049" y="1342599"/>
                  </a:lnTo>
                  <a:lnTo>
                    <a:pt x="7306767" y="1342599"/>
                  </a:lnTo>
                  <a:lnTo>
                    <a:pt x="7305485" y="1342599"/>
                  </a:lnTo>
                  <a:lnTo>
                    <a:pt x="7304203" y="1342599"/>
                  </a:lnTo>
                  <a:lnTo>
                    <a:pt x="7302921" y="1342599"/>
                  </a:lnTo>
                  <a:lnTo>
                    <a:pt x="7301640" y="1342599"/>
                  </a:lnTo>
                  <a:lnTo>
                    <a:pt x="7300358" y="1342599"/>
                  </a:lnTo>
                  <a:lnTo>
                    <a:pt x="7299076" y="1342599"/>
                  </a:lnTo>
                  <a:lnTo>
                    <a:pt x="7297794" y="1342599"/>
                  </a:lnTo>
                  <a:lnTo>
                    <a:pt x="7296512" y="1342599"/>
                  </a:lnTo>
                  <a:lnTo>
                    <a:pt x="7295230" y="1342599"/>
                  </a:lnTo>
                  <a:lnTo>
                    <a:pt x="7293949" y="1342599"/>
                  </a:lnTo>
                  <a:lnTo>
                    <a:pt x="7292667" y="1342599"/>
                  </a:lnTo>
                  <a:lnTo>
                    <a:pt x="7291385" y="1342599"/>
                  </a:lnTo>
                  <a:lnTo>
                    <a:pt x="7290103" y="1342599"/>
                  </a:lnTo>
                  <a:lnTo>
                    <a:pt x="7288821" y="1342599"/>
                  </a:lnTo>
                  <a:lnTo>
                    <a:pt x="7287539" y="1342599"/>
                  </a:lnTo>
                  <a:lnTo>
                    <a:pt x="7286258" y="1342599"/>
                  </a:lnTo>
                  <a:lnTo>
                    <a:pt x="7284976" y="1342599"/>
                  </a:lnTo>
                  <a:lnTo>
                    <a:pt x="7283694" y="1342599"/>
                  </a:lnTo>
                  <a:lnTo>
                    <a:pt x="7282412" y="1342599"/>
                  </a:lnTo>
                  <a:lnTo>
                    <a:pt x="7281130" y="1342599"/>
                  </a:lnTo>
                  <a:lnTo>
                    <a:pt x="7279848" y="1342599"/>
                  </a:lnTo>
                  <a:lnTo>
                    <a:pt x="7278566" y="1342599"/>
                  </a:lnTo>
                  <a:lnTo>
                    <a:pt x="7277285" y="1342599"/>
                  </a:lnTo>
                  <a:lnTo>
                    <a:pt x="7276003" y="1342599"/>
                  </a:lnTo>
                  <a:lnTo>
                    <a:pt x="7274721" y="1342599"/>
                  </a:lnTo>
                  <a:lnTo>
                    <a:pt x="7273439" y="1342599"/>
                  </a:lnTo>
                  <a:lnTo>
                    <a:pt x="7272157" y="1342599"/>
                  </a:lnTo>
                  <a:lnTo>
                    <a:pt x="7270875" y="1342599"/>
                  </a:lnTo>
                  <a:lnTo>
                    <a:pt x="7269594" y="1342599"/>
                  </a:lnTo>
                  <a:lnTo>
                    <a:pt x="7268312" y="1342599"/>
                  </a:lnTo>
                  <a:lnTo>
                    <a:pt x="7267030" y="1342599"/>
                  </a:lnTo>
                  <a:lnTo>
                    <a:pt x="7265748" y="1342599"/>
                  </a:lnTo>
                  <a:lnTo>
                    <a:pt x="7264466" y="1342599"/>
                  </a:lnTo>
                  <a:lnTo>
                    <a:pt x="7263184" y="1342599"/>
                  </a:lnTo>
                  <a:lnTo>
                    <a:pt x="7261902" y="1342599"/>
                  </a:lnTo>
                  <a:lnTo>
                    <a:pt x="7260621" y="1342599"/>
                  </a:lnTo>
                  <a:lnTo>
                    <a:pt x="7259339" y="1342599"/>
                  </a:lnTo>
                  <a:lnTo>
                    <a:pt x="7258057" y="1342599"/>
                  </a:lnTo>
                  <a:lnTo>
                    <a:pt x="7256775" y="1342599"/>
                  </a:lnTo>
                  <a:lnTo>
                    <a:pt x="7255493" y="1342599"/>
                  </a:lnTo>
                  <a:lnTo>
                    <a:pt x="7254211" y="1342599"/>
                  </a:lnTo>
                  <a:lnTo>
                    <a:pt x="7252930" y="1342599"/>
                  </a:lnTo>
                  <a:lnTo>
                    <a:pt x="7251648" y="1342599"/>
                  </a:lnTo>
                  <a:lnTo>
                    <a:pt x="7250366" y="1342599"/>
                  </a:lnTo>
                  <a:lnTo>
                    <a:pt x="7249084" y="1342599"/>
                  </a:lnTo>
                  <a:lnTo>
                    <a:pt x="7247802" y="1342599"/>
                  </a:lnTo>
                  <a:lnTo>
                    <a:pt x="7246520" y="1342599"/>
                  </a:lnTo>
                  <a:lnTo>
                    <a:pt x="7245239" y="1342599"/>
                  </a:lnTo>
                  <a:lnTo>
                    <a:pt x="7243957" y="1342599"/>
                  </a:lnTo>
                  <a:lnTo>
                    <a:pt x="7242675" y="1342599"/>
                  </a:lnTo>
                  <a:lnTo>
                    <a:pt x="7241393" y="1342599"/>
                  </a:lnTo>
                  <a:lnTo>
                    <a:pt x="7240111" y="1342599"/>
                  </a:lnTo>
                  <a:lnTo>
                    <a:pt x="7238829" y="1342599"/>
                  </a:lnTo>
                  <a:lnTo>
                    <a:pt x="7237547" y="1342599"/>
                  </a:lnTo>
                  <a:lnTo>
                    <a:pt x="7236266" y="1342599"/>
                  </a:lnTo>
                  <a:lnTo>
                    <a:pt x="7234984" y="1342599"/>
                  </a:lnTo>
                  <a:lnTo>
                    <a:pt x="7233702" y="1342599"/>
                  </a:lnTo>
                  <a:lnTo>
                    <a:pt x="7232420" y="1342599"/>
                  </a:lnTo>
                  <a:lnTo>
                    <a:pt x="7231138" y="1342599"/>
                  </a:lnTo>
                  <a:lnTo>
                    <a:pt x="7229856" y="1342599"/>
                  </a:lnTo>
                  <a:lnTo>
                    <a:pt x="7228575" y="1342599"/>
                  </a:lnTo>
                  <a:lnTo>
                    <a:pt x="7227293" y="1342599"/>
                  </a:lnTo>
                  <a:lnTo>
                    <a:pt x="7226011" y="1342599"/>
                  </a:lnTo>
                  <a:lnTo>
                    <a:pt x="7224729" y="1342599"/>
                  </a:lnTo>
                  <a:lnTo>
                    <a:pt x="7223447" y="1342599"/>
                  </a:lnTo>
                  <a:lnTo>
                    <a:pt x="7222165" y="1342599"/>
                  </a:lnTo>
                  <a:lnTo>
                    <a:pt x="7220883" y="1342599"/>
                  </a:lnTo>
                  <a:lnTo>
                    <a:pt x="7219602" y="1342599"/>
                  </a:lnTo>
                  <a:lnTo>
                    <a:pt x="7218320" y="1342599"/>
                  </a:lnTo>
                  <a:lnTo>
                    <a:pt x="7217038" y="1342599"/>
                  </a:lnTo>
                  <a:lnTo>
                    <a:pt x="7215756" y="1342599"/>
                  </a:lnTo>
                  <a:lnTo>
                    <a:pt x="7214474" y="1342599"/>
                  </a:lnTo>
                  <a:lnTo>
                    <a:pt x="7213192" y="1342599"/>
                  </a:lnTo>
                  <a:lnTo>
                    <a:pt x="7211911" y="1342599"/>
                  </a:lnTo>
                  <a:lnTo>
                    <a:pt x="7210629" y="1342599"/>
                  </a:lnTo>
                  <a:lnTo>
                    <a:pt x="7209347" y="1342599"/>
                  </a:lnTo>
                  <a:lnTo>
                    <a:pt x="7208065" y="1342599"/>
                  </a:lnTo>
                  <a:lnTo>
                    <a:pt x="7206783" y="1342599"/>
                  </a:lnTo>
                  <a:lnTo>
                    <a:pt x="7205501" y="1342599"/>
                  </a:lnTo>
                  <a:lnTo>
                    <a:pt x="7204219" y="1342599"/>
                  </a:lnTo>
                  <a:lnTo>
                    <a:pt x="7202938" y="1342599"/>
                  </a:lnTo>
                  <a:lnTo>
                    <a:pt x="7201656" y="1342599"/>
                  </a:lnTo>
                  <a:lnTo>
                    <a:pt x="7200374" y="1342599"/>
                  </a:lnTo>
                  <a:lnTo>
                    <a:pt x="7199092" y="1342599"/>
                  </a:lnTo>
                  <a:lnTo>
                    <a:pt x="7197810" y="1342599"/>
                  </a:lnTo>
                  <a:lnTo>
                    <a:pt x="7196528" y="1342599"/>
                  </a:lnTo>
                  <a:lnTo>
                    <a:pt x="7195247" y="1342599"/>
                  </a:lnTo>
                  <a:lnTo>
                    <a:pt x="7193965" y="1342599"/>
                  </a:lnTo>
                  <a:lnTo>
                    <a:pt x="7192683" y="1342599"/>
                  </a:lnTo>
                  <a:lnTo>
                    <a:pt x="7191401" y="1342599"/>
                  </a:lnTo>
                  <a:lnTo>
                    <a:pt x="7190119" y="1342599"/>
                  </a:lnTo>
                  <a:lnTo>
                    <a:pt x="7188837" y="1342599"/>
                  </a:lnTo>
                  <a:lnTo>
                    <a:pt x="7187556" y="1342599"/>
                  </a:lnTo>
                  <a:lnTo>
                    <a:pt x="7186274" y="1342599"/>
                  </a:lnTo>
                  <a:lnTo>
                    <a:pt x="7184992" y="1342599"/>
                  </a:lnTo>
                  <a:lnTo>
                    <a:pt x="7183710" y="1342599"/>
                  </a:lnTo>
                  <a:lnTo>
                    <a:pt x="7182428" y="1342599"/>
                  </a:lnTo>
                  <a:lnTo>
                    <a:pt x="7181146" y="1342599"/>
                  </a:lnTo>
                  <a:lnTo>
                    <a:pt x="7179864" y="1342599"/>
                  </a:lnTo>
                  <a:lnTo>
                    <a:pt x="7178583" y="1342599"/>
                  </a:lnTo>
                  <a:lnTo>
                    <a:pt x="7177301" y="1342599"/>
                  </a:lnTo>
                  <a:lnTo>
                    <a:pt x="7176019" y="1342599"/>
                  </a:lnTo>
                  <a:lnTo>
                    <a:pt x="7174737" y="1342599"/>
                  </a:lnTo>
                  <a:lnTo>
                    <a:pt x="7173455" y="1342599"/>
                  </a:lnTo>
                  <a:lnTo>
                    <a:pt x="7172173" y="1342599"/>
                  </a:lnTo>
                  <a:lnTo>
                    <a:pt x="7170892" y="1342599"/>
                  </a:lnTo>
                  <a:lnTo>
                    <a:pt x="7169610" y="1342599"/>
                  </a:lnTo>
                  <a:lnTo>
                    <a:pt x="7168328" y="1342599"/>
                  </a:lnTo>
                  <a:lnTo>
                    <a:pt x="7167046" y="1342599"/>
                  </a:lnTo>
                  <a:lnTo>
                    <a:pt x="7165764" y="1342599"/>
                  </a:lnTo>
                  <a:lnTo>
                    <a:pt x="7164482" y="1342599"/>
                  </a:lnTo>
                  <a:lnTo>
                    <a:pt x="7163200" y="1342599"/>
                  </a:lnTo>
                  <a:lnTo>
                    <a:pt x="7161919" y="1342599"/>
                  </a:lnTo>
                  <a:lnTo>
                    <a:pt x="7160637" y="1342599"/>
                  </a:lnTo>
                  <a:lnTo>
                    <a:pt x="7159355" y="1342599"/>
                  </a:lnTo>
                  <a:lnTo>
                    <a:pt x="7158073" y="1342599"/>
                  </a:lnTo>
                  <a:lnTo>
                    <a:pt x="7156791" y="1342599"/>
                  </a:lnTo>
                  <a:lnTo>
                    <a:pt x="7155509" y="1342599"/>
                  </a:lnTo>
                  <a:lnTo>
                    <a:pt x="7154228" y="1342599"/>
                  </a:lnTo>
                  <a:lnTo>
                    <a:pt x="7152946" y="1342599"/>
                  </a:lnTo>
                  <a:lnTo>
                    <a:pt x="7151664" y="1342599"/>
                  </a:lnTo>
                  <a:lnTo>
                    <a:pt x="7150382" y="1342599"/>
                  </a:lnTo>
                  <a:lnTo>
                    <a:pt x="7149100" y="1342599"/>
                  </a:lnTo>
                  <a:lnTo>
                    <a:pt x="7147818" y="1342599"/>
                  </a:lnTo>
                  <a:lnTo>
                    <a:pt x="7146537" y="1342599"/>
                  </a:lnTo>
                  <a:lnTo>
                    <a:pt x="7145255" y="1342599"/>
                  </a:lnTo>
                  <a:lnTo>
                    <a:pt x="7143973" y="1342599"/>
                  </a:lnTo>
                  <a:lnTo>
                    <a:pt x="7142691" y="1342599"/>
                  </a:lnTo>
                  <a:lnTo>
                    <a:pt x="7141409" y="1342599"/>
                  </a:lnTo>
                  <a:lnTo>
                    <a:pt x="7140127" y="1342599"/>
                  </a:lnTo>
                  <a:lnTo>
                    <a:pt x="7138845" y="1342599"/>
                  </a:lnTo>
                  <a:lnTo>
                    <a:pt x="7137564" y="1342599"/>
                  </a:lnTo>
                  <a:lnTo>
                    <a:pt x="7136282" y="1342599"/>
                  </a:lnTo>
                  <a:lnTo>
                    <a:pt x="7135000" y="1342599"/>
                  </a:lnTo>
                  <a:lnTo>
                    <a:pt x="7133718" y="1342599"/>
                  </a:lnTo>
                  <a:lnTo>
                    <a:pt x="7132436" y="1342599"/>
                  </a:lnTo>
                  <a:lnTo>
                    <a:pt x="7131154" y="1342599"/>
                  </a:lnTo>
                  <a:lnTo>
                    <a:pt x="7129873" y="1342599"/>
                  </a:lnTo>
                  <a:lnTo>
                    <a:pt x="7128591" y="1342599"/>
                  </a:lnTo>
                  <a:lnTo>
                    <a:pt x="7127309" y="1342599"/>
                  </a:lnTo>
                  <a:lnTo>
                    <a:pt x="7126027" y="1342599"/>
                  </a:lnTo>
                  <a:lnTo>
                    <a:pt x="7124745" y="1342599"/>
                  </a:lnTo>
                  <a:lnTo>
                    <a:pt x="7123463" y="1342599"/>
                  </a:lnTo>
                  <a:lnTo>
                    <a:pt x="7122181" y="1342599"/>
                  </a:lnTo>
                  <a:lnTo>
                    <a:pt x="7120900" y="1342599"/>
                  </a:lnTo>
                  <a:lnTo>
                    <a:pt x="7119618" y="1342599"/>
                  </a:lnTo>
                  <a:lnTo>
                    <a:pt x="7118336" y="1342599"/>
                  </a:lnTo>
                  <a:lnTo>
                    <a:pt x="7117054" y="1342599"/>
                  </a:lnTo>
                  <a:lnTo>
                    <a:pt x="7115772" y="1342599"/>
                  </a:lnTo>
                  <a:lnTo>
                    <a:pt x="7114490" y="1342599"/>
                  </a:lnTo>
                  <a:lnTo>
                    <a:pt x="7113209" y="1342599"/>
                  </a:lnTo>
                  <a:lnTo>
                    <a:pt x="7111927" y="1342599"/>
                  </a:lnTo>
                  <a:lnTo>
                    <a:pt x="7110645" y="1342599"/>
                  </a:lnTo>
                  <a:lnTo>
                    <a:pt x="7109363" y="1342599"/>
                  </a:lnTo>
                  <a:lnTo>
                    <a:pt x="7108081" y="1342599"/>
                  </a:lnTo>
                  <a:lnTo>
                    <a:pt x="7106799" y="1342599"/>
                  </a:lnTo>
                  <a:lnTo>
                    <a:pt x="7105517" y="1342599"/>
                  </a:lnTo>
                  <a:lnTo>
                    <a:pt x="7104236" y="1342599"/>
                  </a:lnTo>
                  <a:lnTo>
                    <a:pt x="7102954" y="1342599"/>
                  </a:lnTo>
                  <a:lnTo>
                    <a:pt x="7101672" y="1342599"/>
                  </a:lnTo>
                  <a:lnTo>
                    <a:pt x="7100390" y="1342599"/>
                  </a:lnTo>
                  <a:lnTo>
                    <a:pt x="7099108" y="1342599"/>
                  </a:lnTo>
                  <a:lnTo>
                    <a:pt x="7097826" y="1342599"/>
                  </a:lnTo>
                  <a:lnTo>
                    <a:pt x="7096545" y="1342599"/>
                  </a:lnTo>
                  <a:lnTo>
                    <a:pt x="7095263" y="1342599"/>
                  </a:lnTo>
                  <a:lnTo>
                    <a:pt x="7093981" y="1342599"/>
                  </a:lnTo>
                  <a:lnTo>
                    <a:pt x="7092699" y="1342599"/>
                  </a:lnTo>
                  <a:lnTo>
                    <a:pt x="7091417" y="1342599"/>
                  </a:lnTo>
                  <a:lnTo>
                    <a:pt x="7090135" y="1342599"/>
                  </a:lnTo>
                  <a:lnTo>
                    <a:pt x="7088854" y="1342599"/>
                  </a:lnTo>
                  <a:lnTo>
                    <a:pt x="7087572" y="1342599"/>
                  </a:lnTo>
                  <a:lnTo>
                    <a:pt x="7086290" y="1342599"/>
                  </a:lnTo>
                  <a:lnTo>
                    <a:pt x="7085008" y="1342599"/>
                  </a:lnTo>
                  <a:lnTo>
                    <a:pt x="7083726" y="1342599"/>
                  </a:lnTo>
                  <a:lnTo>
                    <a:pt x="7082444" y="1342599"/>
                  </a:lnTo>
                  <a:lnTo>
                    <a:pt x="7081162" y="1342599"/>
                  </a:lnTo>
                  <a:lnTo>
                    <a:pt x="7079881" y="1342599"/>
                  </a:lnTo>
                  <a:lnTo>
                    <a:pt x="7078599" y="1342599"/>
                  </a:lnTo>
                  <a:lnTo>
                    <a:pt x="7077317" y="1342599"/>
                  </a:lnTo>
                  <a:lnTo>
                    <a:pt x="7076035" y="1342599"/>
                  </a:lnTo>
                  <a:lnTo>
                    <a:pt x="7074753" y="1342599"/>
                  </a:lnTo>
                  <a:lnTo>
                    <a:pt x="7073471" y="1342599"/>
                  </a:lnTo>
                  <a:lnTo>
                    <a:pt x="7072190" y="1342599"/>
                  </a:lnTo>
                  <a:lnTo>
                    <a:pt x="7070908" y="1342599"/>
                  </a:lnTo>
                  <a:lnTo>
                    <a:pt x="7069626" y="1342599"/>
                  </a:lnTo>
                  <a:lnTo>
                    <a:pt x="7068344" y="1342599"/>
                  </a:lnTo>
                  <a:lnTo>
                    <a:pt x="7067062" y="1342599"/>
                  </a:lnTo>
                  <a:lnTo>
                    <a:pt x="7065780" y="1342599"/>
                  </a:lnTo>
                  <a:lnTo>
                    <a:pt x="7064498" y="1342599"/>
                  </a:lnTo>
                  <a:lnTo>
                    <a:pt x="7063217" y="1342599"/>
                  </a:lnTo>
                  <a:lnTo>
                    <a:pt x="7061935" y="1342599"/>
                  </a:lnTo>
                  <a:lnTo>
                    <a:pt x="7060653" y="1342599"/>
                  </a:lnTo>
                  <a:lnTo>
                    <a:pt x="7059371" y="1342599"/>
                  </a:lnTo>
                  <a:lnTo>
                    <a:pt x="7058089" y="1342599"/>
                  </a:lnTo>
                  <a:lnTo>
                    <a:pt x="7056807" y="1342599"/>
                  </a:lnTo>
                  <a:lnTo>
                    <a:pt x="7055526" y="1342599"/>
                  </a:lnTo>
                  <a:lnTo>
                    <a:pt x="7054244" y="1342599"/>
                  </a:lnTo>
                  <a:lnTo>
                    <a:pt x="7052962" y="1342599"/>
                  </a:lnTo>
                  <a:lnTo>
                    <a:pt x="7051680" y="1342599"/>
                  </a:lnTo>
                  <a:lnTo>
                    <a:pt x="7050398" y="1342599"/>
                  </a:lnTo>
                  <a:lnTo>
                    <a:pt x="7049116" y="1342599"/>
                  </a:lnTo>
                  <a:lnTo>
                    <a:pt x="7047835" y="1342599"/>
                  </a:lnTo>
                  <a:lnTo>
                    <a:pt x="7046553" y="1342599"/>
                  </a:lnTo>
                  <a:lnTo>
                    <a:pt x="7045271" y="1342599"/>
                  </a:lnTo>
                  <a:lnTo>
                    <a:pt x="7043989" y="1342599"/>
                  </a:lnTo>
                  <a:lnTo>
                    <a:pt x="7042707" y="1342599"/>
                  </a:lnTo>
                  <a:lnTo>
                    <a:pt x="7041425" y="1342599"/>
                  </a:lnTo>
                  <a:lnTo>
                    <a:pt x="7040143" y="1342599"/>
                  </a:lnTo>
                  <a:lnTo>
                    <a:pt x="7038862" y="1342599"/>
                  </a:lnTo>
                  <a:lnTo>
                    <a:pt x="7037580" y="1342599"/>
                  </a:lnTo>
                  <a:lnTo>
                    <a:pt x="7036298" y="1342599"/>
                  </a:lnTo>
                  <a:lnTo>
                    <a:pt x="7035016" y="1342599"/>
                  </a:lnTo>
                  <a:lnTo>
                    <a:pt x="7033734" y="1342599"/>
                  </a:lnTo>
                  <a:lnTo>
                    <a:pt x="7032452" y="1342599"/>
                  </a:lnTo>
                  <a:lnTo>
                    <a:pt x="7031171" y="1342599"/>
                  </a:lnTo>
                  <a:lnTo>
                    <a:pt x="7029889" y="1342599"/>
                  </a:lnTo>
                  <a:lnTo>
                    <a:pt x="7028607" y="1342599"/>
                  </a:lnTo>
                  <a:lnTo>
                    <a:pt x="7027325" y="1342599"/>
                  </a:lnTo>
                  <a:lnTo>
                    <a:pt x="7026043" y="1342599"/>
                  </a:lnTo>
                  <a:lnTo>
                    <a:pt x="7024761" y="1342599"/>
                  </a:lnTo>
                  <a:lnTo>
                    <a:pt x="7023479" y="1342599"/>
                  </a:lnTo>
                  <a:lnTo>
                    <a:pt x="7022198" y="1342599"/>
                  </a:lnTo>
                  <a:lnTo>
                    <a:pt x="7020916" y="1342599"/>
                  </a:lnTo>
                  <a:lnTo>
                    <a:pt x="7019634" y="1342599"/>
                  </a:lnTo>
                  <a:lnTo>
                    <a:pt x="7018352" y="1342599"/>
                  </a:lnTo>
                  <a:lnTo>
                    <a:pt x="7017070" y="1342599"/>
                  </a:lnTo>
                  <a:lnTo>
                    <a:pt x="7015788" y="1342599"/>
                  </a:lnTo>
                  <a:lnTo>
                    <a:pt x="7014507" y="1342599"/>
                  </a:lnTo>
                  <a:lnTo>
                    <a:pt x="7013225" y="1342599"/>
                  </a:lnTo>
                  <a:lnTo>
                    <a:pt x="7011943" y="1342599"/>
                  </a:lnTo>
                  <a:lnTo>
                    <a:pt x="7010661" y="1342599"/>
                  </a:lnTo>
                  <a:lnTo>
                    <a:pt x="7009379" y="1342599"/>
                  </a:lnTo>
                  <a:lnTo>
                    <a:pt x="7008097" y="1342599"/>
                  </a:lnTo>
                  <a:lnTo>
                    <a:pt x="7006816" y="1342599"/>
                  </a:lnTo>
                  <a:lnTo>
                    <a:pt x="7005534" y="1342599"/>
                  </a:lnTo>
                  <a:lnTo>
                    <a:pt x="7004252" y="1342599"/>
                  </a:lnTo>
                  <a:lnTo>
                    <a:pt x="7002970" y="1342599"/>
                  </a:lnTo>
                  <a:lnTo>
                    <a:pt x="7001688" y="1342599"/>
                  </a:lnTo>
                  <a:lnTo>
                    <a:pt x="7000406" y="1342599"/>
                  </a:lnTo>
                  <a:lnTo>
                    <a:pt x="6999124" y="1342599"/>
                  </a:lnTo>
                  <a:lnTo>
                    <a:pt x="6997843" y="1342599"/>
                  </a:lnTo>
                  <a:lnTo>
                    <a:pt x="6996561" y="1342599"/>
                  </a:lnTo>
                  <a:lnTo>
                    <a:pt x="6995279" y="1342599"/>
                  </a:lnTo>
                  <a:lnTo>
                    <a:pt x="6993997" y="1342599"/>
                  </a:lnTo>
                  <a:lnTo>
                    <a:pt x="6992715" y="1342599"/>
                  </a:lnTo>
                  <a:lnTo>
                    <a:pt x="6991433" y="1342599"/>
                  </a:lnTo>
                  <a:lnTo>
                    <a:pt x="6990152" y="1342599"/>
                  </a:lnTo>
                  <a:lnTo>
                    <a:pt x="6988870" y="1342599"/>
                  </a:lnTo>
                  <a:lnTo>
                    <a:pt x="6987588" y="1342599"/>
                  </a:lnTo>
                  <a:lnTo>
                    <a:pt x="6986306" y="1342599"/>
                  </a:lnTo>
                  <a:lnTo>
                    <a:pt x="6985024" y="1342599"/>
                  </a:lnTo>
                  <a:lnTo>
                    <a:pt x="6983742" y="1342599"/>
                  </a:lnTo>
                  <a:lnTo>
                    <a:pt x="6982460" y="1342599"/>
                  </a:lnTo>
                  <a:lnTo>
                    <a:pt x="6981179" y="1342599"/>
                  </a:lnTo>
                  <a:lnTo>
                    <a:pt x="6979897" y="1342599"/>
                  </a:lnTo>
                  <a:lnTo>
                    <a:pt x="6978615" y="1342599"/>
                  </a:lnTo>
                  <a:lnTo>
                    <a:pt x="6977333" y="1342599"/>
                  </a:lnTo>
                  <a:lnTo>
                    <a:pt x="6976051" y="1342599"/>
                  </a:lnTo>
                  <a:lnTo>
                    <a:pt x="6974769" y="1342599"/>
                  </a:lnTo>
                  <a:lnTo>
                    <a:pt x="6973488" y="1342599"/>
                  </a:lnTo>
                  <a:lnTo>
                    <a:pt x="6972206" y="1342599"/>
                  </a:lnTo>
                  <a:lnTo>
                    <a:pt x="6970924" y="1342599"/>
                  </a:lnTo>
                  <a:lnTo>
                    <a:pt x="6969642" y="1342599"/>
                  </a:lnTo>
                  <a:lnTo>
                    <a:pt x="6968360" y="1342599"/>
                  </a:lnTo>
                  <a:lnTo>
                    <a:pt x="6967078" y="1342599"/>
                  </a:lnTo>
                  <a:lnTo>
                    <a:pt x="6965796" y="1342599"/>
                  </a:lnTo>
                  <a:lnTo>
                    <a:pt x="6964515" y="1342599"/>
                  </a:lnTo>
                  <a:lnTo>
                    <a:pt x="6963233" y="1342599"/>
                  </a:lnTo>
                  <a:lnTo>
                    <a:pt x="6961951" y="1342599"/>
                  </a:lnTo>
                  <a:lnTo>
                    <a:pt x="6960669" y="1342599"/>
                  </a:lnTo>
                  <a:lnTo>
                    <a:pt x="6959387" y="1342599"/>
                  </a:lnTo>
                  <a:lnTo>
                    <a:pt x="6958105" y="1342599"/>
                  </a:lnTo>
                  <a:lnTo>
                    <a:pt x="6956824" y="1342599"/>
                  </a:lnTo>
                  <a:lnTo>
                    <a:pt x="6955542" y="1342599"/>
                  </a:lnTo>
                  <a:lnTo>
                    <a:pt x="6954260" y="1342599"/>
                  </a:lnTo>
                  <a:lnTo>
                    <a:pt x="6952978" y="1342599"/>
                  </a:lnTo>
                  <a:lnTo>
                    <a:pt x="6951696" y="1342599"/>
                  </a:lnTo>
                  <a:lnTo>
                    <a:pt x="6950414" y="1342599"/>
                  </a:lnTo>
                  <a:lnTo>
                    <a:pt x="6949133" y="1342599"/>
                  </a:lnTo>
                  <a:lnTo>
                    <a:pt x="6947851" y="1342599"/>
                  </a:lnTo>
                  <a:lnTo>
                    <a:pt x="6946569" y="1342599"/>
                  </a:lnTo>
                  <a:lnTo>
                    <a:pt x="6945287" y="1342599"/>
                  </a:lnTo>
                  <a:lnTo>
                    <a:pt x="6944005" y="1342599"/>
                  </a:lnTo>
                  <a:lnTo>
                    <a:pt x="6942723" y="1342599"/>
                  </a:lnTo>
                  <a:lnTo>
                    <a:pt x="6941441" y="1342599"/>
                  </a:lnTo>
                  <a:lnTo>
                    <a:pt x="6940160" y="1342599"/>
                  </a:lnTo>
                  <a:lnTo>
                    <a:pt x="6938878" y="1342599"/>
                  </a:lnTo>
                  <a:lnTo>
                    <a:pt x="6937596" y="1342599"/>
                  </a:lnTo>
                  <a:lnTo>
                    <a:pt x="6936314" y="1342599"/>
                  </a:lnTo>
                  <a:lnTo>
                    <a:pt x="6935032" y="1342599"/>
                  </a:lnTo>
                  <a:lnTo>
                    <a:pt x="6933750" y="1342599"/>
                  </a:lnTo>
                  <a:lnTo>
                    <a:pt x="6932469" y="1342599"/>
                  </a:lnTo>
                  <a:lnTo>
                    <a:pt x="6931187" y="1342599"/>
                  </a:lnTo>
                  <a:lnTo>
                    <a:pt x="6929905" y="1342599"/>
                  </a:lnTo>
                  <a:lnTo>
                    <a:pt x="6928623" y="1342599"/>
                  </a:lnTo>
                  <a:lnTo>
                    <a:pt x="6927341" y="1342599"/>
                  </a:lnTo>
                  <a:lnTo>
                    <a:pt x="6926059" y="1342599"/>
                  </a:lnTo>
                  <a:lnTo>
                    <a:pt x="6924777" y="1342599"/>
                  </a:lnTo>
                  <a:lnTo>
                    <a:pt x="6923496" y="1342599"/>
                  </a:lnTo>
                  <a:lnTo>
                    <a:pt x="6922214" y="1342599"/>
                  </a:lnTo>
                  <a:lnTo>
                    <a:pt x="6920932" y="1342599"/>
                  </a:lnTo>
                  <a:lnTo>
                    <a:pt x="6919650" y="1342599"/>
                  </a:lnTo>
                  <a:lnTo>
                    <a:pt x="6918368" y="1342599"/>
                  </a:lnTo>
                  <a:lnTo>
                    <a:pt x="6917086" y="1342599"/>
                  </a:lnTo>
                  <a:lnTo>
                    <a:pt x="6915805" y="1342599"/>
                  </a:lnTo>
                  <a:lnTo>
                    <a:pt x="6914523" y="1342599"/>
                  </a:lnTo>
                  <a:lnTo>
                    <a:pt x="6913241" y="1342599"/>
                  </a:lnTo>
                  <a:lnTo>
                    <a:pt x="6911959" y="1342599"/>
                  </a:lnTo>
                  <a:lnTo>
                    <a:pt x="6910677" y="1342599"/>
                  </a:lnTo>
                  <a:lnTo>
                    <a:pt x="6909395" y="1342599"/>
                  </a:lnTo>
                  <a:lnTo>
                    <a:pt x="6908114" y="1342599"/>
                  </a:lnTo>
                  <a:lnTo>
                    <a:pt x="6906832" y="1342599"/>
                  </a:lnTo>
                  <a:lnTo>
                    <a:pt x="6905550" y="1342599"/>
                  </a:lnTo>
                  <a:lnTo>
                    <a:pt x="6904268" y="1342599"/>
                  </a:lnTo>
                  <a:lnTo>
                    <a:pt x="6902986" y="1342599"/>
                  </a:lnTo>
                  <a:lnTo>
                    <a:pt x="6901704" y="1342599"/>
                  </a:lnTo>
                  <a:lnTo>
                    <a:pt x="6900422" y="1342599"/>
                  </a:lnTo>
                  <a:lnTo>
                    <a:pt x="6899141" y="1342599"/>
                  </a:lnTo>
                  <a:lnTo>
                    <a:pt x="6897859" y="1342599"/>
                  </a:lnTo>
                  <a:lnTo>
                    <a:pt x="6896577" y="1342599"/>
                  </a:lnTo>
                  <a:lnTo>
                    <a:pt x="6895295" y="1342599"/>
                  </a:lnTo>
                  <a:lnTo>
                    <a:pt x="6894013" y="1342599"/>
                  </a:lnTo>
                  <a:lnTo>
                    <a:pt x="6892731" y="1342599"/>
                  </a:lnTo>
                  <a:lnTo>
                    <a:pt x="6891450" y="1342599"/>
                  </a:lnTo>
                  <a:lnTo>
                    <a:pt x="6890168" y="1342599"/>
                  </a:lnTo>
                  <a:lnTo>
                    <a:pt x="6888886" y="1342599"/>
                  </a:lnTo>
                  <a:lnTo>
                    <a:pt x="6887604" y="1342599"/>
                  </a:lnTo>
                  <a:lnTo>
                    <a:pt x="6886322" y="1342599"/>
                  </a:lnTo>
                  <a:lnTo>
                    <a:pt x="6885040" y="1342599"/>
                  </a:lnTo>
                  <a:lnTo>
                    <a:pt x="6883758" y="1342599"/>
                  </a:lnTo>
                  <a:lnTo>
                    <a:pt x="6882477" y="1342599"/>
                  </a:lnTo>
                  <a:lnTo>
                    <a:pt x="6881195" y="1342599"/>
                  </a:lnTo>
                  <a:lnTo>
                    <a:pt x="6879913" y="1342599"/>
                  </a:lnTo>
                  <a:lnTo>
                    <a:pt x="6878631" y="1342599"/>
                  </a:lnTo>
                  <a:lnTo>
                    <a:pt x="6877349" y="1342599"/>
                  </a:lnTo>
                  <a:lnTo>
                    <a:pt x="6876067" y="1342599"/>
                  </a:lnTo>
                  <a:lnTo>
                    <a:pt x="6874786" y="1342599"/>
                  </a:lnTo>
                  <a:lnTo>
                    <a:pt x="6873504" y="1342599"/>
                  </a:lnTo>
                  <a:lnTo>
                    <a:pt x="6872222" y="1342599"/>
                  </a:lnTo>
                  <a:lnTo>
                    <a:pt x="6870940" y="1342599"/>
                  </a:lnTo>
                  <a:lnTo>
                    <a:pt x="6869658" y="1342599"/>
                  </a:lnTo>
                  <a:lnTo>
                    <a:pt x="6868376" y="1342599"/>
                  </a:lnTo>
                  <a:lnTo>
                    <a:pt x="6867095" y="1342599"/>
                  </a:lnTo>
                  <a:lnTo>
                    <a:pt x="6865813" y="1342599"/>
                  </a:lnTo>
                  <a:lnTo>
                    <a:pt x="6864531" y="1342599"/>
                  </a:lnTo>
                  <a:lnTo>
                    <a:pt x="6863249" y="1342599"/>
                  </a:lnTo>
                  <a:lnTo>
                    <a:pt x="6861967" y="1342599"/>
                  </a:lnTo>
                  <a:lnTo>
                    <a:pt x="6860685" y="1342599"/>
                  </a:lnTo>
                  <a:lnTo>
                    <a:pt x="6859403" y="1342599"/>
                  </a:lnTo>
                  <a:lnTo>
                    <a:pt x="6858122" y="1342599"/>
                  </a:lnTo>
                  <a:lnTo>
                    <a:pt x="6856840" y="1342599"/>
                  </a:lnTo>
                  <a:lnTo>
                    <a:pt x="6855558" y="1342599"/>
                  </a:lnTo>
                  <a:lnTo>
                    <a:pt x="6854276" y="1342599"/>
                  </a:lnTo>
                  <a:lnTo>
                    <a:pt x="6852994" y="1342599"/>
                  </a:lnTo>
                  <a:lnTo>
                    <a:pt x="6851712" y="1342599"/>
                  </a:lnTo>
                  <a:lnTo>
                    <a:pt x="6850431" y="1342599"/>
                  </a:lnTo>
                  <a:lnTo>
                    <a:pt x="6849149" y="1342599"/>
                  </a:lnTo>
                  <a:lnTo>
                    <a:pt x="6847867" y="1342599"/>
                  </a:lnTo>
                  <a:lnTo>
                    <a:pt x="6846585" y="1342599"/>
                  </a:lnTo>
                  <a:lnTo>
                    <a:pt x="6845303" y="1342599"/>
                  </a:lnTo>
                  <a:lnTo>
                    <a:pt x="6844021" y="1342599"/>
                  </a:lnTo>
                  <a:lnTo>
                    <a:pt x="6842739" y="1342599"/>
                  </a:lnTo>
                  <a:lnTo>
                    <a:pt x="6841458" y="1342599"/>
                  </a:lnTo>
                  <a:lnTo>
                    <a:pt x="6840176" y="1342599"/>
                  </a:lnTo>
                  <a:lnTo>
                    <a:pt x="6838894" y="1342599"/>
                  </a:lnTo>
                  <a:lnTo>
                    <a:pt x="6837612" y="1342599"/>
                  </a:lnTo>
                  <a:lnTo>
                    <a:pt x="6836330" y="1342599"/>
                  </a:lnTo>
                  <a:lnTo>
                    <a:pt x="6835048" y="1342599"/>
                  </a:lnTo>
                  <a:lnTo>
                    <a:pt x="6833767" y="1342599"/>
                  </a:lnTo>
                  <a:lnTo>
                    <a:pt x="6832485" y="1342599"/>
                  </a:lnTo>
                  <a:lnTo>
                    <a:pt x="6831203" y="1342599"/>
                  </a:lnTo>
                  <a:lnTo>
                    <a:pt x="6829921" y="1342599"/>
                  </a:lnTo>
                  <a:lnTo>
                    <a:pt x="6828639" y="1342599"/>
                  </a:lnTo>
                  <a:lnTo>
                    <a:pt x="6827357" y="1342599"/>
                  </a:lnTo>
                  <a:lnTo>
                    <a:pt x="6826075" y="1342599"/>
                  </a:lnTo>
                  <a:lnTo>
                    <a:pt x="6824794" y="1342599"/>
                  </a:lnTo>
                  <a:lnTo>
                    <a:pt x="6823512" y="1342599"/>
                  </a:lnTo>
                  <a:lnTo>
                    <a:pt x="6822230" y="1342599"/>
                  </a:lnTo>
                  <a:lnTo>
                    <a:pt x="6820948" y="1342599"/>
                  </a:lnTo>
                  <a:lnTo>
                    <a:pt x="6819666" y="1342599"/>
                  </a:lnTo>
                  <a:lnTo>
                    <a:pt x="6818384" y="1342599"/>
                  </a:lnTo>
                  <a:lnTo>
                    <a:pt x="6817103" y="1342599"/>
                  </a:lnTo>
                  <a:lnTo>
                    <a:pt x="6815821" y="1342599"/>
                  </a:lnTo>
                  <a:lnTo>
                    <a:pt x="6814539" y="1342599"/>
                  </a:lnTo>
                  <a:lnTo>
                    <a:pt x="6813257" y="1342599"/>
                  </a:lnTo>
                  <a:lnTo>
                    <a:pt x="6811975" y="1342599"/>
                  </a:lnTo>
                  <a:lnTo>
                    <a:pt x="6810693" y="1342599"/>
                  </a:lnTo>
                  <a:lnTo>
                    <a:pt x="6809412" y="1342599"/>
                  </a:lnTo>
                  <a:lnTo>
                    <a:pt x="6808130" y="1342599"/>
                  </a:lnTo>
                  <a:lnTo>
                    <a:pt x="6806848" y="1342599"/>
                  </a:lnTo>
                  <a:lnTo>
                    <a:pt x="6805566" y="1342599"/>
                  </a:lnTo>
                  <a:lnTo>
                    <a:pt x="6804284" y="1342599"/>
                  </a:lnTo>
                  <a:lnTo>
                    <a:pt x="6803002" y="1342599"/>
                  </a:lnTo>
                  <a:lnTo>
                    <a:pt x="6801720" y="1342599"/>
                  </a:lnTo>
                  <a:lnTo>
                    <a:pt x="6800439" y="1342599"/>
                  </a:lnTo>
                  <a:lnTo>
                    <a:pt x="6799157" y="1342599"/>
                  </a:lnTo>
                  <a:lnTo>
                    <a:pt x="6797875" y="1342599"/>
                  </a:lnTo>
                  <a:lnTo>
                    <a:pt x="6796593" y="1342599"/>
                  </a:lnTo>
                  <a:lnTo>
                    <a:pt x="6795311" y="1342599"/>
                  </a:lnTo>
                  <a:lnTo>
                    <a:pt x="6794029" y="1342599"/>
                  </a:lnTo>
                  <a:lnTo>
                    <a:pt x="6792748" y="1342599"/>
                  </a:lnTo>
                  <a:lnTo>
                    <a:pt x="6791466" y="1342599"/>
                  </a:lnTo>
                  <a:lnTo>
                    <a:pt x="6790184" y="1342599"/>
                  </a:lnTo>
                  <a:lnTo>
                    <a:pt x="6788902" y="1342599"/>
                  </a:lnTo>
                  <a:lnTo>
                    <a:pt x="6787620" y="1342599"/>
                  </a:lnTo>
                  <a:lnTo>
                    <a:pt x="6786338" y="1342599"/>
                  </a:lnTo>
                  <a:lnTo>
                    <a:pt x="6785056" y="1342599"/>
                  </a:lnTo>
                  <a:lnTo>
                    <a:pt x="6783775" y="1342599"/>
                  </a:lnTo>
                  <a:lnTo>
                    <a:pt x="6782493" y="1342599"/>
                  </a:lnTo>
                  <a:lnTo>
                    <a:pt x="6781211" y="1342599"/>
                  </a:lnTo>
                  <a:lnTo>
                    <a:pt x="6779929" y="1342599"/>
                  </a:lnTo>
                  <a:lnTo>
                    <a:pt x="6778647" y="1342599"/>
                  </a:lnTo>
                  <a:lnTo>
                    <a:pt x="6777365" y="1342599"/>
                  </a:lnTo>
                  <a:lnTo>
                    <a:pt x="6776084" y="1342599"/>
                  </a:lnTo>
                  <a:lnTo>
                    <a:pt x="6774802" y="1342599"/>
                  </a:lnTo>
                  <a:lnTo>
                    <a:pt x="6773520" y="1342599"/>
                  </a:lnTo>
                  <a:lnTo>
                    <a:pt x="6772238" y="1342599"/>
                  </a:lnTo>
                  <a:lnTo>
                    <a:pt x="6770956" y="1342599"/>
                  </a:lnTo>
                  <a:lnTo>
                    <a:pt x="6769674" y="1342599"/>
                  </a:lnTo>
                  <a:lnTo>
                    <a:pt x="6768393" y="1342599"/>
                  </a:lnTo>
                  <a:lnTo>
                    <a:pt x="6767111" y="1342599"/>
                  </a:lnTo>
                  <a:lnTo>
                    <a:pt x="6765829" y="1342599"/>
                  </a:lnTo>
                  <a:lnTo>
                    <a:pt x="6764547" y="1342599"/>
                  </a:lnTo>
                  <a:lnTo>
                    <a:pt x="6763265" y="1342599"/>
                  </a:lnTo>
                  <a:lnTo>
                    <a:pt x="6761983" y="1342599"/>
                  </a:lnTo>
                  <a:lnTo>
                    <a:pt x="6760701" y="1342599"/>
                  </a:lnTo>
                  <a:lnTo>
                    <a:pt x="6759420" y="1342599"/>
                  </a:lnTo>
                  <a:lnTo>
                    <a:pt x="6758138" y="1342599"/>
                  </a:lnTo>
                  <a:lnTo>
                    <a:pt x="6756856" y="1342599"/>
                  </a:lnTo>
                  <a:lnTo>
                    <a:pt x="6755574" y="1342599"/>
                  </a:lnTo>
                  <a:lnTo>
                    <a:pt x="6754292" y="1342599"/>
                  </a:lnTo>
                  <a:lnTo>
                    <a:pt x="6753010" y="1342599"/>
                  </a:lnTo>
                  <a:lnTo>
                    <a:pt x="6751729" y="1342599"/>
                  </a:lnTo>
                  <a:lnTo>
                    <a:pt x="6750447" y="1342599"/>
                  </a:lnTo>
                  <a:lnTo>
                    <a:pt x="6749165" y="1342599"/>
                  </a:lnTo>
                  <a:lnTo>
                    <a:pt x="6747883" y="1342599"/>
                  </a:lnTo>
                  <a:lnTo>
                    <a:pt x="6746601" y="1342599"/>
                  </a:lnTo>
                  <a:lnTo>
                    <a:pt x="6745319" y="1342599"/>
                  </a:lnTo>
                  <a:lnTo>
                    <a:pt x="6744037" y="1342599"/>
                  </a:lnTo>
                  <a:lnTo>
                    <a:pt x="6742756" y="1342599"/>
                  </a:lnTo>
                  <a:lnTo>
                    <a:pt x="6741474" y="1342599"/>
                  </a:lnTo>
                  <a:lnTo>
                    <a:pt x="6740192" y="1342599"/>
                  </a:lnTo>
                  <a:lnTo>
                    <a:pt x="6738910" y="1342599"/>
                  </a:lnTo>
                  <a:lnTo>
                    <a:pt x="6737628" y="1342599"/>
                  </a:lnTo>
                  <a:lnTo>
                    <a:pt x="6736346" y="1342599"/>
                  </a:lnTo>
                  <a:lnTo>
                    <a:pt x="6735065" y="1342599"/>
                  </a:lnTo>
                  <a:lnTo>
                    <a:pt x="6733783" y="1342599"/>
                  </a:lnTo>
                  <a:lnTo>
                    <a:pt x="6732501" y="1342599"/>
                  </a:lnTo>
                  <a:lnTo>
                    <a:pt x="6731219" y="1342599"/>
                  </a:lnTo>
                  <a:lnTo>
                    <a:pt x="6729937" y="1342599"/>
                  </a:lnTo>
                  <a:lnTo>
                    <a:pt x="6728655" y="1342599"/>
                  </a:lnTo>
                  <a:lnTo>
                    <a:pt x="6727374" y="1342599"/>
                  </a:lnTo>
                  <a:lnTo>
                    <a:pt x="6726092" y="1342599"/>
                  </a:lnTo>
                  <a:lnTo>
                    <a:pt x="6724810" y="1342599"/>
                  </a:lnTo>
                  <a:lnTo>
                    <a:pt x="6723528" y="1342599"/>
                  </a:lnTo>
                  <a:lnTo>
                    <a:pt x="6722246" y="1342599"/>
                  </a:lnTo>
                  <a:lnTo>
                    <a:pt x="6720964" y="1342599"/>
                  </a:lnTo>
                  <a:lnTo>
                    <a:pt x="6719682" y="1342599"/>
                  </a:lnTo>
                  <a:lnTo>
                    <a:pt x="6718401" y="1342599"/>
                  </a:lnTo>
                  <a:lnTo>
                    <a:pt x="6717119" y="1342599"/>
                  </a:lnTo>
                  <a:lnTo>
                    <a:pt x="6715837" y="1342599"/>
                  </a:lnTo>
                  <a:lnTo>
                    <a:pt x="6714555" y="1342599"/>
                  </a:lnTo>
                  <a:lnTo>
                    <a:pt x="6713273" y="1342599"/>
                  </a:lnTo>
                  <a:lnTo>
                    <a:pt x="6711991" y="1342599"/>
                  </a:lnTo>
                  <a:lnTo>
                    <a:pt x="6710710" y="1342599"/>
                  </a:lnTo>
                  <a:lnTo>
                    <a:pt x="6709428" y="1342599"/>
                  </a:lnTo>
                  <a:lnTo>
                    <a:pt x="6708146" y="1342599"/>
                  </a:lnTo>
                  <a:lnTo>
                    <a:pt x="6706864" y="1342599"/>
                  </a:lnTo>
                  <a:lnTo>
                    <a:pt x="6705582" y="1342599"/>
                  </a:lnTo>
                  <a:lnTo>
                    <a:pt x="6704300" y="1342599"/>
                  </a:lnTo>
                  <a:lnTo>
                    <a:pt x="6703018" y="1342599"/>
                  </a:lnTo>
                  <a:lnTo>
                    <a:pt x="6701737" y="1342599"/>
                  </a:lnTo>
                  <a:lnTo>
                    <a:pt x="6700455" y="1342599"/>
                  </a:lnTo>
                  <a:lnTo>
                    <a:pt x="6699173" y="1342599"/>
                  </a:lnTo>
                  <a:lnTo>
                    <a:pt x="6697891" y="1342599"/>
                  </a:lnTo>
                  <a:lnTo>
                    <a:pt x="6696609" y="1342599"/>
                  </a:lnTo>
                  <a:lnTo>
                    <a:pt x="6695327" y="1342599"/>
                  </a:lnTo>
                  <a:lnTo>
                    <a:pt x="6694046" y="1342599"/>
                  </a:lnTo>
                  <a:lnTo>
                    <a:pt x="6692764" y="1342599"/>
                  </a:lnTo>
                  <a:lnTo>
                    <a:pt x="6691482" y="1342599"/>
                  </a:lnTo>
                  <a:lnTo>
                    <a:pt x="6690200" y="1342599"/>
                  </a:lnTo>
                  <a:lnTo>
                    <a:pt x="6688918" y="1342599"/>
                  </a:lnTo>
                  <a:lnTo>
                    <a:pt x="6687636" y="1342599"/>
                  </a:lnTo>
                  <a:lnTo>
                    <a:pt x="6686354" y="1342599"/>
                  </a:lnTo>
                  <a:lnTo>
                    <a:pt x="6685073" y="1342599"/>
                  </a:lnTo>
                  <a:lnTo>
                    <a:pt x="6683791" y="1342599"/>
                  </a:lnTo>
                  <a:lnTo>
                    <a:pt x="6682509" y="1342599"/>
                  </a:lnTo>
                  <a:lnTo>
                    <a:pt x="6681227" y="1342599"/>
                  </a:lnTo>
                  <a:lnTo>
                    <a:pt x="6679945" y="1342599"/>
                  </a:lnTo>
                  <a:lnTo>
                    <a:pt x="6678663" y="1342599"/>
                  </a:lnTo>
                  <a:lnTo>
                    <a:pt x="6677382" y="1342599"/>
                  </a:lnTo>
                  <a:lnTo>
                    <a:pt x="6676100" y="1342599"/>
                  </a:lnTo>
                  <a:lnTo>
                    <a:pt x="6674818" y="1342599"/>
                  </a:lnTo>
                  <a:lnTo>
                    <a:pt x="6673536" y="1342599"/>
                  </a:lnTo>
                  <a:lnTo>
                    <a:pt x="6672254" y="1342599"/>
                  </a:lnTo>
                  <a:lnTo>
                    <a:pt x="6670972" y="1342599"/>
                  </a:lnTo>
                  <a:lnTo>
                    <a:pt x="6669691" y="1342599"/>
                  </a:lnTo>
                  <a:lnTo>
                    <a:pt x="6668409" y="1342599"/>
                  </a:lnTo>
                  <a:lnTo>
                    <a:pt x="6667127" y="1342599"/>
                  </a:lnTo>
                  <a:lnTo>
                    <a:pt x="6665845" y="1342599"/>
                  </a:lnTo>
                  <a:lnTo>
                    <a:pt x="6664563" y="1342599"/>
                  </a:lnTo>
                  <a:lnTo>
                    <a:pt x="6663281" y="1342599"/>
                  </a:lnTo>
                  <a:lnTo>
                    <a:pt x="6661999" y="1342599"/>
                  </a:lnTo>
                  <a:lnTo>
                    <a:pt x="6660718" y="1342599"/>
                  </a:lnTo>
                  <a:lnTo>
                    <a:pt x="6659436" y="1342599"/>
                  </a:lnTo>
                  <a:lnTo>
                    <a:pt x="6658154" y="1342599"/>
                  </a:lnTo>
                  <a:lnTo>
                    <a:pt x="6656872" y="1342599"/>
                  </a:lnTo>
                  <a:lnTo>
                    <a:pt x="6655590" y="1342599"/>
                  </a:lnTo>
                  <a:lnTo>
                    <a:pt x="6654308" y="1342599"/>
                  </a:lnTo>
                  <a:lnTo>
                    <a:pt x="6653027" y="1342599"/>
                  </a:lnTo>
                  <a:lnTo>
                    <a:pt x="6651745" y="1342599"/>
                  </a:lnTo>
                  <a:lnTo>
                    <a:pt x="6650463" y="1342599"/>
                  </a:lnTo>
                  <a:lnTo>
                    <a:pt x="6649181" y="1342599"/>
                  </a:lnTo>
                  <a:lnTo>
                    <a:pt x="6647899" y="1342599"/>
                  </a:lnTo>
                  <a:lnTo>
                    <a:pt x="6646617" y="1342599"/>
                  </a:lnTo>
                  <a:lnTo>
                    <a:pt x="6645335" y="1342599"/>
                  </a:lnTo>
                  <a:lnTo>
                    <a:pt x="6644054" y="1342599"/>
                  </a:lnTo>
                  <a:lnTo>
                    <a:pt x="6642772" y="1342599"/>
                  </a:lnTo>
                  <a:lnTo>
                    <a:pt x="6641490" y="1342599"/>
                  </a:lnTo>
                  <a:lnTo>
                    <a:pt x="6640208" y="1342599"/>
                  </a:lnTo>
                  <a:lnTo>
                    <a:pt x="6638926" y="1342599"/>
                  </a:lnTo>
                  <a:lnTo>
                    <a:pt x="6637644" y="1342599"/>
                  </a:lnTo>
                  <a:lnTo>
                    <a:pt x="6636363" y="1342599"/>
                  </a:lnTo>
                  <a:lnTo>
                    <a:pt x="6635081" y="1342599"/>
                  </a:lnTo>
                  <a:lnTo>
                    <a:pt x="6633799" y="1342599"/>
                  </a:lnTo>
                  <a:lnTo>
                    <a:pt x="6632517" y="1342599"/>
                  </a:lnTo>
                  <a:lnTo>
                    <a:pt x="6631235" y="1342599"/>
                  </a:lnTo>
                  <a:lnTo>
                    <a:pt x="6629953" y="1342599"/>
                  </a:lnTo>
                  <a:lnTo>
                    <a:pt x="6628672" y="1342599"/>
                  </a:lnTo>
                  <a:lnTo>
                    <a:pt x="6627390" y="1342599"/>
                  </a:lnTo>
                  <a:lnTo>
                    <a:pt x="6626108" y="1342599"/>
                  </a:lnTo>
                  <a:lnTo>
                    <a:pt x="6624826" y="1342599"/>
                  </a:lnTo>
                  <a:lnTo>
                    <a:pt x="6623544" y="1342599"/>
                  </a:lnTo>
                  <a:lnTo>
                    <a:pt x="6622262" y="1342599"/>
                  </a:lnTo>
                  <a:lnTo>
                    <a:pt x="6620980" y="1342599"/>
                  </a:lnTo>
                  <a:lnTo>
                    <a:pt x="6619699" y="1342599"/>
                  </a:lnTo>
                  <a:lnTo>
                    <a:pt x="6618417" y="1342599"/>
                  </a:lnTo>
                  <a:lnTo>
                    <a:pt x="6617135" y="1342599"/>
                  </a:lnTo>
                  <a:lnTo>
                    <a:pt x="6615853" y="1342599"/>
                  </a:lnTo>
                  <a:lnTo>
                    <a:pt x="6614571" y="1342599"/>
                  </a:lnTo>
                  <a:lnTo>
                    <a:pt x="6613289" y="1342599"/>
                  </a:lnTo>
                  <a:lnTo>
                    <a:pt x="6612008" y="1342599"/>
                  </a:lnTo>
                  <a:lnTo>
                    <a:pt x="6610726" y="1342599"/>
                  </a:lnTo>
                  <a:lnTo>
                    <a:pt x="6609444" y="1342599"/>
                  </a:lnTo>
                  <a:lnTo>
                    <a:pt x="6608162" y="1342599"/>
                  </a:lnTo>
                  <a:lnTo>
                    <a:pt x="6606880" y="1342599"/>
                  </a:lnTo>
                  <a:lnTo>
                    <a:pt x="6605598" y="1342599"/>
                  </a:lnTo>
                  <a:lnTo>
                    <a:pt x="6604316" y="1342599"/>
                  </a:lnTo>
                  <a:lnTo>
                    <a:pt x="6603035" y="1342599"/>
                  </a:lnTo>
                  <a:lnTo>
                    <a:pt x="6601753" y="1342599"/>
                  </a:lnTo>
                  <a:lnTo>
                    <a:pt x="6600471" y="1342599"/>
                  </a:lnTo>
                  <a:lnTo>
                    <a:pt x="6599189" y="1342599"/>
                  </a:lnTo>
                  <a:lnTo>
                    <a:pt x="6597907" y="1342599"/>
                  </a:lnTo>
                  <a:lnTo>
                    <a:pt x="6596625" y="1342599"/>
                  </a:lnTo>
                  <a:lnTo>
                    <a:pt x="6595344" y="1342599"/>
                  </a:lnTo>
                  <a:lnTo>
                    <a:pt x="6594062" y="1342599"/>
                  </a:lnTo>
                  <a:lnTo>
                    <a:pt x="6592780" y="1342599"/>
                  </a:lnTo>
                  <a:lnTo>
                    <a:pt x="6591498" y="1342599"/>
                  </a:lnTo>
                  <a:lnTo>
                    <a:pt x="6590216" y="1342599"/>
                  </a:lnTo>
                  <a:lnTo>
                    <a:pt x="6588934" y="1342599"/>
                  </a:lnTo>
                  <a:lnTo>
                    <a:pt x="6587652" y="1342599"/>
                  </a:lnTo>
                  <a:lnTo>
                    <a:pt x="6586371" y="1342599"/>
                  </a:lnTo>
                  <a:lnTo>
                    <a:pt x="6585089" y="1342599"/>
                  </a:lnTo>
                  <a:lnTo>
                    <a:pt x="6583807" y="1342599"/>
                  </a:lnTo>
                  <a:lnTo>
                    <a:pt x="6582525" y="1342599"/>
                  </a:lnTo>
                  <a:lnTo>
                    <a:pt x="6581243" y="1342599"/>
                  </a:lnTo>
                  <a:lnTo>
                    <a:pt x="6579961" y="1342599"/>
                  </a:lnTo>
                  <a:lnTo>
                    <a:pt x="6578680" y="1342599"/>
                  </a:lnTo>
                  <a:lnTo>
                    <a:pt x="6577398" y="1342599"/>
                  </a:lnTo>
                  <a:lnTo>
                    <a:pt x="6576116" y="1342599"/>
                  </a:lnTo>
                  <a:lnTo>
                    <a:pt x="6574834" y="1342599"/>
                  </a:lnTo>
                  <a:lnTo>
                    <a:pt x="6573552" y="1342599"/>
                  </a:lnTo>
                  <a:lnTo>
                    <a:pt x="6572270" y="1342599"/>
                  </a:lnTo>
                  <a:lnTo>
                    <a:pt x="6570989" y="1342599"/>
                  </a:lnTo>
                  <a:lnTo>
                    <a:pt x="6569707" y="1342599"/>
                  </a:lnTo>
                  <a:lnTo>
                    <a:pt x="6568425" y="1342599"/>
                  </a:lnTo>
                  <a:lnTo>
                    <a:pt x="6567143" y="1342599"/>
                  </a:lnTo>
                  <a:lnTo>
                    <a:pt x="6565861" y="1342599"/>
                  </a:lnTo>
                  <a:lnTo>
                    <a:pt x="6564579" y="1342599"/>
                  </a:lnTo>
                  <a:lnTo>
                    <a:pt x="6563297" y="1342599"/>
                  </a:lnTo>
                  <a:lnTo>
                    <a:pt x="6562016" y="1342599"/>
                  </a:lnTo>
                  <a:lnTo>
                    <a:pt x="6560734" y="1342599"/>
                  </a:lnTo>
                  <a:lnTo>
                    <a:pt x="6559452" y="1342599"/>
                  </a:lnTo>
                  <a:lnTo>
                    <a:pt x="6558170" y="1342599"/>
                  </a:lnTo>
                  <a:lnTo>
                    <a:pt x="6556888" y="1342599"/>
                  </a:lnTo>
                  <a:lnTo>
                    <a:pt x="6555606" y="1342599"/>
                  </a:lnTo>
                  <a:lnTo>
                    <a:pt x="6554325" y="1342599"/>
                  </a:lnTo>
                  <a:lnTo>
                    <a:pt x="6553043" y="1342599"/>
                  </a:lnTo>
                  <a:lnTo>
                    <a:pt x="6551761" y="1342599"/>
                  </a:lnTo>
                  <a:lnTo>
                    <a:pt x="6550479" y="1342599"/>
                  </a:lnTo>
                  <a:lnTo>
                    <a:pt x="6549197" y="1342599"/>
                  </a:lnTo>
                  <a:lnTo>
                    <a:pt x="6547915" y="1342599"/>
                  </a:lnTo>
                  <a:lnTo>
                    <a:pt x="6546633" y="1342599"/>
                  </a:lnTo>
                  <a:lnTo>
                    <a:pt x="6545352" y="1342599"/>
                  </a:lnTo>
                  <a:lnTo>
                    <a:pt x="6544070" y="1342599"/>
                  </a:lnTo>
                  <a:lnTo>
                    <a:pt x="6542788" y="1342599"/>
                  </a:lnTo>
                  <a:lnTo>
                    <a:pt x="6541506" y="1342599"/>
                  </a:lnTo>
                  <a:lnTo>
                    <a:pt x="6540224" y="1342599"/>
                  </a:lnTo>
                  <a:lnTo>
                    <a:pt x="6538942" y="1342599"/>
                  </a:lnTo>
                  <a:lnTo>
                    <a:pt x="6537661" y="1342599"/>
                  </a:lnTo>
                  <a:lnTo>
                    <a:pt x="6536379" y="1342599"/>
                  </a:lnTo>
                  <a:lnTo>
                    <a:pt x="6535097" y="1342599"/>
                  </a:lnTo>
                  <a:lnTo>
                    <a:pt x="6533815" y="1342599"/>
                  </a:lnTo>
                  <a:lnTo>
                    <a:pt x="6532533" y="1342599"/>
                  </a:lnTo>
                  <a:lnTo>
                    <a:pt x="6531251" y="1342599"/>
                  </a:lnTo>
                  <a:lnTo>
                    <a:pt x="6529970" y="1342599"/>
                  </a:lnTo>
                  <a:lnTo>
                    <a:pt x="6528688" y="1342599"/>
                  </a:lnTo>
                  <a:lnTo>
                    <a:pt x="6527406" y="1342599"/>
                  </a:lnTo>
                  <a:lnTo>
                    <a:pt x="6526124" y="1342599"/>
                  </a:lnTo>
                  <a:lnTo>
                    <a:pt x="6524842" y="1342599"/>
                  </a:lnTo>
                  <a:lnTo>
                    <a:pt x="6523560" y="1342599"/>
                  </a:lnTo>
                  <a:lnTo>
                    <a:pt x="6522278" y="1342599"/>
                  </a:lnTo>
                  <a:lnTo>
                    <a:pt x="6520997" y="1342599"/>
                  </a:lnTo>
                  <a:lnTo>
                    <a:pt x="6519715" y="1342599"/>
                  </a:lnTo>
                  <a:lnTo>
                    <a:pt x="6518433" y="1342599"/>
                  </a:lnTo>
                  <a:lnTo>
                    <a:pt x="6517151" y="1342599"/>
                  </a:lnTo>
                  <a:lnTo>
                    <a:pt x="6515869" y="1342599"/>
                  </a:lnTo>
                  <a:lnTo>
                    <a:pt x="6514587" y="1342599"/>
                  </a:lnTo>
                  <a:lnTo>
                    <a:pt x="6513306" y="1342599"/>
                  </a:lnTo>
                  <a:lnTo>
                    <a:pt x="6512024" y="1342599"/>
                  </a:lnTo>
                  <a:lnTo>
                    <a:pt x="6510742" y="1342599"/>
                  </a:lnTo>
                  <a:lnTo>
                    <a:pt x="6509460" y="1342599"/>
                  </a:lnTo>
                  <a:lnTo>
                    <a:pt x="6508178" y="1342599"/>
                  </a:lnTo>
                  <a:lnTo>
                    <a:pt x="6506896" y="1342599"/>
                  </a:lnTo>
                  <a:lnTo>
                    <a:pt x="6505614" y="1342599"/>
                  </a:lnTo>
                  <a:lnTo>
                    <a:pt x="6504333" y="1342599"/>
                  </a:lnTo>
                  <a:lnTo>
                    <a:pt x="6503051" y="1342599"/>
                  </a:lnTo>
                  <a:lnTo>
                    <a:pt x="6501769" y="1342599"/>
                  </a:lnTo>
                  <a:lnTo>
                    <a:pt x="6500487" y="1342599"/>
                  </a:lnTo>
                  <a:lnTo>
                    <a:pt x="6499205" y="1342599"/>
                  </a:lnTo>
                  <a:lnTo>
                    <a:pt x="6497923" y="1342599"/>
                  </a:lnTo>
                  <a:lnTo>
                    <a:pt x="6496642" y="1342599"/>
                  </a:lnTo>
                  <a:lnTo>
                    <a:pt x="6495360" y="1342599"/>
                  </a:lnTo>
                  <a:lnTo>
                    <a:pt x="6494078" y="1342599"/>
                  </a:lnTo>
                  <a:lnTo>
                    <a:pt x="6492796" y="1342599"/>
                  </a:lnTo>
                  <a:lnTo>
                    <a:pt x="6491514" y="1342599"/>
                  </a:lnTo>
                  <a:lnTo>
                    <a:pt x="6490232" y="1342599"/>
                  </a:lnTo>
                  <a:lnTo>
                    <a:pt x="6488951" y="1342599"/>
                  </a:lnTo>
                  <a:lnTo>
                    <a:pt x="6487669" y="1342599"/>
                  </a:lnTo>
                  <a:lnTo>
                    <a:pt x="6486387" y="1342599"/>
                  </a:lnTo>
                  <a:lnTo>
                    <a:pt x="6485105" y="1342599"/>
                  </a:lnTo>
                  <a:lnTo>
                    <a:pt x="6483823" y="1342599"/>
                  </a:lnTo>
                  <a:lnTo>
                    <a:pt x="6482541" y="1342599"/>
                  </a:lnTo>
                  <a:lnTo>
                    <a:pt x="6481259" y="1342599"/>
                  </a:lnTo>
                  <a:lnTo>
                    <a:pt x="6479978" y="1342599"/>
                  </a:lnTo>
                  <a:lnTo>
                    <a:pt x="6478696" y="1342599"/>
                  </a:lnTo>
                  <a:lnTo>
                    <a:pt x="6477414" y="1342599"/>
                  </a:lnTo>
                  <a:lnTo>
                    <a:pt x="6476132" y="1342599"/>
                  </a:lnTo>
                  <a:lnTo>
                    <a:pt x="6474850" y="1342599"/>
                  </a:lnTo>
                  <a:lnTo>
                    <a:pt x="6473568" y="1342599"/>
                  </a:lnTo>
                  <a:lnTo>
                    <a:pt x="6472287" y="1342599"/>
                  </a:lnTo>
                  <a:lnTo>
                    <a:pt x="6471005" y="1342599"/>
                  </a:lnTo>
                  <a:lnTo>
                    <a:pt x="6469723" y="1342599"/>
                  </a:lnTo>
                  <a:lnTo>
                    <a:pt x="6468441" y="1342599"/>
                  </a:lnTo>
                  <a:lnTo>
                    <a:pt x="6467159" y="1342599"/>
                  </a:lnTo>
                  <a:lnTo>
                    <a:pt x="6465877" y="1342599"/>
                  </a:lnTo>
                  <a:lnTo>
                    <a:pt x="6464595" y="1342599"/>
                  </a:lnTo>
                  <a:lnTo>
                    <a:pt x="6463314" y="1342599"/>
                  </a:lnTo>
                  <a:lnTo>
                    <a:pt x="6462032" y="1342599"/>
                  </a:lnTo>
                  <a:lnTo>
                    <a:pt x="6460750" y="1342599"/>
                  </a:lnTo>
                  <a:lnTo>
                    <a:pt x="6459468" y="1342599"/>
                  </a:lnTo>
                  <a:lnTo>
                    <a:pt x="6458186" y="1342599"/>
                  </a:lnTo>
                  <a:lnTo>
                    <a:pt x="6456904" y="1342599"/>
                  </a:lnTo>
                  <a:lnTo>
                    <a:pt x="6455623" y="1342599"/>
                  </a:lnTo>
                  <a:lnTo>
                    <a:pt x="6454341" y="1342599"/>
                  </a:lnTo>
                  <a:lnTo>
                    <a:pt x="6453059" y="1342599"/>
                  </a:lnTo>
                  <a:lnTo>
                    <a:pt x="6451777" y="1342599"/>
                  </a:lnTo>
                  <a:lnTo>
                    <a:pt x="6450495" y="1342599"/>
                  </a:lnTo>
                  <a:lnTo>
                    <a:pt x="6449213" y="1342599"/>
                  </a:lnTo>
                  <a:lnTo>
                    <a:pt x="6447931" y="1342599"/>
                  </a:lnTo>
                  <a:lnTo>
                    <a:pt x="6446650" y="1342599"/>
                  </a:lnTo>
                  <a:lnTo>
                    <a:pt x="6445368" y="1342599"/>
                  </a:lnTo>
                  <a:lnTo>
                    <a:pt x="6444086" y="1342599"/>
                  </a:lnTo>
                  <a:lnTo>
                    <a:pt x="6442804" y="1342599"/>
                  </a:lnTo>
                  <a:lnTo>
                    <a:pt x="6441522" y="1342599"/>
                  </a:lnTo>
                  <a:lnTo>
                    <a:pt x="6440240" y="1342599"/>
                  </a:lnTo>
                  <a:lnTo>
                    <a:pt x="6438959" y="1342599"/>
                  </a:lnTo>
                  <a:lnTo>
                    <a:pt x="6437677" y="1342599"/>
                  </a:lnTo>
                  <a:lnTo>
                    <a:pt x="6436395" y="1342599"/>
                  </a:lnTo>
                  <a:lnTo>
                    <a:pt x="6435113" y="1342599"/>
                  </a:lnTo>
                  <a:lnTo>
                    <a:pt x="6433831" y="1342599"/>
                  </a:lnTo>
                  <a:lnTo>
                    <a:pt x="6432549" y="1342599"/>
                  </a:lnTo>
                  <a:lnTo>
                    <a:pt x="6431268" y="1342599"/>
                  </a:lnTo>
                  <a:lnTo>
                    <a:pt x="6429986" y="1342599"/>
                  </a:lnTo>
                  <a:lnTo>
                    <a:pt x="6428704" y="1342599"/>
                  </a:lnTo>
                  <a:lnTo>
                    <a:pt x="6427422" y="1342599"/>
                  </a:lnTo>
                  <a:lnTo>
                    <a:pt x="6426140" y="1342599"/>
                  </a:lnTo>
                  <a:lnTo>
                    <a:pt x="6424858" y="1342599"/>
                  </a:lnTo>
                  <a:lnTo>
                    <a:pt x="6423576" y="1342599"/>
                  </a:lnTo>
                  <a:lnTo>
                    <a:pt x="6422295" y="1342599"/>
                  </a:lnTo>
                  <a:lnTo>
                    <a:pt x="6421013" y="1342599"/>
                  </a:lnTo>
                  <a:lnTo>
                    <a:pt x="6419731" y="1342599"/>
                  </a:lnTo>
                  <a:lnTo>
                    <a:pt x="6418449" y="1342599"/>
                  </a:lnTo>
                  <a:lnTo>
                    <a:pt x="6417167" y="1342599"/>
                  </a:lnTo>
                  <a:lnTo>
                    <a:pt x="6415885" y="1342599"/>
                  </a:lnTo>
                  <a:lnTo>
                    <a:pt x="6414604" y="1342599"/>
                  </a:lnTo>
                  <a:lnTo>
                    <a:pt x="6413322" y="1342599"/>
                  </a:lnTo>
                  <a:lnTo>
                    <a:pt x="6412040" y="1342599"/>
                  </a:lnTo>
                  <a:lnTo>
                    <a:pt x="6410758" y="1342599"/>
                  </a:lnTo>
                  <a:lnTo>
                    <a:pt x="6409476" y="1342599"/>
                  </a:lnTo>
                  <a:lnTo>
                    <a:pt x="6408194" y="1342599"/>
                  </a:lnTo>
                  <a:lnTo>
                    <a:pt x="6406912" y="1342599"/>
                  </a:lnTo>
                  <a:lnTo>
                    <a:pt x="6405631" y="1342599"/>
                  </a:lnTo>
                  <a:lnTo>
                    <a:pt x="6404349" y="1342599"/>
                  </a:lnTo>
                  <a:lnTo>
                    <a:pt x="6403067" y="1342599"/>
                  </a:lnTo>
                  <a:lnTo>
                    <a:pt x="6401785" y="1342599"/>
                  </a:lnTo>
                  <a:lnTo>
                    <a:pt x="6400503" y="1342599"/>
                  </a:lnTo>
                  <a:lnTo>
                    <a:pt x="6399221" y="1342599"/>
                  </a:lnTo>
                  <a:lnTo>
                    <a:pt x="6397940" y="1342599"/>
                  </a:lnTo>
                  <a:lnTo>
                    <a:pt x="6396658" y="1342599"/>
                  </a:lnTo>
                  <a:lnTo>
                    <a:pt x="6395376" y="1342599"/>
                  </a:lnTo>
                  <a:lnTo>
                    <a:pt x="6394094" y="1342599"/>
                  </a:lnTo>
                  <a:lnTo>
                    <a:pt x="6392812" y="1342599"/>
                  </a:lnTo>
                  <a:lnTo>
                    <a:pt x="6391530" y="1342599"/>
                  </a:lnTo>
                  <a:lnTo>
                    <a:pt x="6390249" y="1342599"/>
                  </a:lnTo>
                  <a:lnTo>
                    <a:pt x="6388967" y="1342599"/>
                  </a:lnTo>
                  <a:lnTo>
                    <a:pt x="6387685" y="1342599"/>
                  </a:lnTo>
                  <a:lnTo>
                    <a:pt x="6386403" y="1342599"/>
                  </a:lnTo>
                  <a:lnTo>
                    <a:pt x="6385121" y="1342599"/>
                  </a:lnTo>
                  <a:lnTo>
                    <a:pt x="6383839" y="1342599"/>
                  </a:lnTo>
                  <a:lnTo>
                    <a:pt x="6382557" y="1342599"/>
                  </a:lnTo>
                  <a:lnTo>
                    <a:pt x="6381276" y="1342599"/>
                  </a:lnTo>
                  <a:lnTo>
                    <a:pt x="6379994" y="1342599"/>
                  </a:lnTo>
                  <a:lnTo>
                    <a:pt x="6378712" y="1342599"/>
                  </a:lnTo>
                  <a:lnTo>
                    <a:pt x="6377430" y="1342599"/>
                  </a:lnTo>
                  <a:lnTo>
                    <a:pt x="6376148" y="1342599"/>
                  </a:lnTo>
                  <a:lnTo>
                    <a:pt x="6374866" y="1342599"/>
                  </a:lnTo>
                  <a:lnTo>
                    <a:pt x="6373585" y="1342599"/>
                  </a:lnTo>
                  <a:lnTo>
                    <a:pt x="6372303" y="1342599"/>
                  </a:lnTo>
                  <a:lnTo>
                    <a:pt x="6371021" y="1342599"/>
                  </a:lnTo>
                  <a:lnTo>
                    <a:pt x="6369739" y="1342599"/>
                  </a:lnTo>
                  <a:lnTo>
                    <a:pt x="6368457" y="1342599"/>
                  </a:lnTo>
                  <a:lnTo>
                    <a:pt x="6367175" y="1342599"/>
                  </a:lnTo>
                  <a:lnTo>
                    <a:pt x="6365893" y="1342599"/>
                  </a:lnTo>
                  <a:lnTo>
                    <a:pt x="6364612" y="1342599"/>
                  </a:lnTo>
                  <a:lnTo>
                    <a:pt x="6363330" y="1342599"/>
                  </a:lnTo>
                  <a:lnTo>
                    <a:pt x="6362048" y="1342599"/>
                  </a:lnTo>
                  <a:lnTo>
                    <a:pt x="6360766" y="1342599"/>
                  </a:lnTo>
                  <a:lnTo>
                    <a:pt x="6359484" y="1342599"/>
                  </a:lnTo>
                  <a:lnTo>
                    <a:pt x="6358202" y="1342599"/>
                  </a:lnTo>
                  <a:lnTo>
                    <a:pt x="6356921" y="1342599"/>
                  </a:lnTo>
                  <a:lnTo>
                    <a:pt x="6355639" y="1342599"/>
                  </a:lnTo>
                  <a:lnTo>
                    <a:pt x="6354357" y="1342599"/>
                  </a:lnTo>
                  <a:lnTo>
                    <a:pt x="6353075" y="1342599"/>
                  </a:lnTo>
                  <a:lnTo>
                    <a:pt x="6351793" y="1342599"/>
                  </a:lnTo>
                  <a:lnTo>
                    <a:pt x="6350511" y="1342599"/>
                  </a:lnTo>
                  <a:lnTo>
                    <a:pt x="6349230" y="1342599"/>
                  </a:lnTo>
                  <a:lnTo>
                    <a:pt x="6347948" y="1342599"/>
                  </a:lnTo>
                  <a:lnTo>
                    <a:pt x="6346666" y="1342599"/>
                  </a:lnTo>
                  <a:lnTo>
                    <a:pt x="6345384" y="1342599"/>
                  </a:lnTo>
                  <a:lnTo>
                    <a:pt x="6344102" y="1342599"/>
                  </a:lnTo>
                  <a:lnTo>
                    <a:pt x="6342820" y="1342599"/>
                  </a:lnTo>
                  <a:lnTo>
                    <a:pt x="6341538" y="1342599"/>
                  </a:lnTo>
                  <a:lnTo>
                    <a:pt x="6340257" y="1342599"/>
                  </a:lnTo>
                  <a:lnTo>
                    <a:pt x="6338975" y="1342599"/>
                  </a:lnTo>
                  <a:lnTo>
                    <a:pt x="6337693" y="1342599"/>
                  </a:lnTo>
                  <a:lnTo>
                    <a:pt x="6336411" y="1342599"/>
                  </a:lnTo>
                  <a:lnTo>
                    <a:pt x="6335129" y="1342599"/>
                  </a:lnTo>
                  <a:lnTo>
                    <a:pt x="6333847" y="1342599"/>
                  </a:lnTo>
                  <a:lnTo>
                    <a:pt x="6332566" y="1342599"/>
                  </a:lnTo>
                  <a:lnTo>
                    <a:pt x="6331284" y="1342599"/>
                  </a:lnTo>
                  <a:lnTo>
                    <a:pt x="6330002" y="1342599"/>
                  </a:lnTo>
                  <a:lnTo>
                    <a:pt x="6328720" y="1342599"/>
                  </a:lnTo>
                  <a:lnTo>
                    <a:pt x="6327438" y="1342599"/>
                  </a:lnTo>
                  <a:lnTo>
                    <a:pt x="6326156" y="1342599"/>
                  </a:lnTo>
                  <a:lnTo>
                    <a:pt x="6324874" y="1342599"/>
                  </a:lnTo>
                  <a:lnTo>
                    <a:pt x="6323593" y="1342599"/>
                  </a:lnTo>
                  <a:lnTo>
                    <a:pt x="6322311" y="1342599"/>
                  </a:lnTo>
                  <a:lnTo>
                    <a:pt x="6321029" y="1342599"/>
                  </a:lnTo>
                  <a:lnTo>
                    <a:pt x="6319747" y="1342599"/>
                  </a:lnTo>
                  <a:lnTo>
                    <a:pt x="6318465" y="1342599"/>
                  </a:lnTo>
                  <a:lnTo>
                    <a:pt x="6317183" y="1342599"/>
                  </a:lnTo>
                  <a:lnTo>
                    <a:pt x="6315902" y="1342599"/>
                  </a:lnTo>
                  <a:lnTo>
                    <a:pt x="6314620" y="1342599"/>
                  </a:lnTo>
                  <a:lnTo>
                    <a:pt x="6313338" y="1342599"/>
                  </a:lnTo>
                  <a:lnTo>
                    <a:pt x="6312056" y="1342599"/>
                  </a:lnTo>
                  <a:lnTo>
                    <a:pt x="6310774" y="1342599"/>
                  </a:lnTo>
                  <a:lnTo>
                    <a:pt x="6309492" y="1342599"/>
                  </a:lnTo>
                  <a:lnTo>
                    <a:pt x="6308210" y="1342599"/>
                  </a:lnTo>
                  <a:lnTo>
                    <a:pt x="6306929" y="1342599"/>
                  </a:lnTo>
                  <a:lnTo>
                    <a:pt x="6305647" y="1342599"/>
                  </a:lnTo>
                  <a:lnTo>
                    <a:pt x="6304365" y="1342599"/>
                  </a:lnTo>
                  <a:lnTo>
                    <a:pt x="6303083" y="1342599"/>
                  </a:lnTo>
                  <a:lnTo>
                    <a:pt x="6301801" y="1342599"/>
                  </a:lnTo>
                  <a:lnTo>
                    <a:pt x="6300519" y="1342599"/>
                  </a:lnTo>
                  <a:lnTo>
                    <a:pt x="6299238" y="1342599"/>
                  </a:lnTo>
                  <a:lnTo>
                    <a:pt x="6297956" y="1342599"/>
                  </a:lnTo>
                  <a:lnTo>
                    <a:pt x="6296674" y="1342599"/>
                  </a:lnTo>
                  <a:lnTo>
                    <a:pt x="6295392" y="1342599"/>
                  </a:lnTo>
                  <a:lnTo>
                    <a:pt x="6294110" y="1342599"/>
                  </a:lnTo>
                  <a:lnTo>
                    <a:pt x="6292828" y="1342599"/>
                  </a:lnTo>
                  <a:lnTo>
                    <a:pt x="6291547" y="1342599"/>
                  </a:lnTo>
                  <a:lnTo>
                    <a:pt x="6290265" y="1342599"/>
                  </a:lnTo>
                  <a:lnTo>
                    <a:pt x="6288983" y="1342599"/>
                  </a:lnTo>
                  <a:lnTo>
                    <a:pt x="6287701" y="1342599"/>
                  </a:lnTo>
                  <a:lnTo>
                    <a:pt x="6286419" y="1342599"/>
                  </a:lnTo>
                  <a:lnTo>
                    <a:pt x="6285137" y="1342599"/>
                  </a:lnTo>
                  <a:lnTo>
                    <a:pt x="6283855" y="1342599"/>
                  </a:lnTo>
                  <a:lnTo>
                    <a:pt x="6282574" y="1342599"/>
                  </a:lnTo>
                  <a:lnTo>
                    <a:pt x="6281292" y="1342599"/>
                  </a:lnTo>
                  <a:lnTo>
                    <a:pt x="6280010" y="1342599"/>
                  </a:lnTo>
                  <a:lnTo>
                    <a:pt x="6278728" y="1342599"/>
                  </a:lnTo>
                  <a:lnTo>
                    <a:pt x="6277446" y="1342599"/>
                  </a:lnTo>
                  <a:lnTo>
                    <a:pt x="6276164" y="1342599"/>
                  </a:lnTo>
                  <a:lnTo>
                    <a:pt x="6274883" y="1342599"/>
                  </a:lnTo>
                  <a:lnTo>
                    <a:pt x="6273601" y="1342599"/>
                  </a:lnTo>
                  <a:lnTo>
                    <a:pt x="6272319" y="1342599"/>
                  </a:lnTo>
                  <a:lnTo>
                    <a:pt x="6271037" y="1342599"/>
                  </a:lnTo>
                  <a:lnTo>
                    <a:pt x="6269755" y="1342599"/>
                  </a:lnTo>
                  <a:lnTo>
                    <a:pt x="6268473" y="1342599"/>
                  </a:lnTo>
                  <a:lnTo>
                    <a:pt x="6267191" y="1342599"/>
                  </a:lnTo>
                  <a:lnTo>
                    <a:pt x="6265910" y="1342599"/>
                  </a:lnTo>
                  <a:lnTo>
                    <a:pt x="6264628" y="1342599"/>
                  </a:lnTo>
                  <a:lnTo>
                    <a:pt x="6263346" y="1342599"/>
                  </a:lnTo>
                  <a:lnTo>
                    <a:pt x="6262064" y="1342599"/>
                  </a:lnTo>
                  <a:lnTo>
                    <a:pt x="6260782" y="1342599"/>
                  </a:lnTo>
                  <a:lnTo>
                    <a:pt x="6259500" y="1342599"/>
                  </a:lnTo>
                  <a:lnTo>
                    <a:pt x="6258219" y="1342599"/>
                  </a:lnTo>
                  <a:lnTo>
                    <a:pt x="6256937" y="1342599"/>
                  </a:lnTo>
                  <a:lnTo>
                    <a:pt x="6255655" y="1342599"/>
                  </a:lnTo>
                  <a:lnTo>
                    <a:pt x="6254373" y="1342599"/>
                  </a:lnTo>
                  <a:lnTo>
                    <a:pt x="6253091" y="1342599"/>
                  </a:lnTo>
                  <a:lnTo>
                    <a:pt x="6251809" y="1342599"/>
                  </a:lnTo>
                  <a:lnTo>
                    <a:pt x="6250528" y="1342599"/>
                  </a:lnTo>
                  <a:lnTo>
                    <a:pt x="6249246" y="1342599"/>
                  </a:lnTo>
                  <a:lnTo>
                    <a:pt x="6247964" y="1342599"/>
                  </a:lnTo>
                  <a:lnTo>
                    <a:pt x="6246682" y="1342599"/>
                  </a:lnTo>
                  <a:lnTo>
                    <a:pt x="6245400" y="1342599"/>
                  </a:lnTo>
                  <a:lnTo>
                    <a:pt x="6244118" y="1342599"/>
                  </a:lnTo>
                  <a:lnTo>
                    <a:pt x="6242836" y="1342599"/>
                  </a:lnTo>
                  <a:lnTo>
                    <a:pt x="6241555" y="1342599"/>
                  </a:lnTo>
                  <a:lnTo>
                    <a:pt x="6240273" y="1342599"/>
                  </a:lnTo>
                  <a:lnTo>
                    <a:pt x="6238991" y="1342599"/>
                  </a:lnTo>
                  <a:lnTo>
                    <a:pt x="6237709" y="1342599"/>
                  </a:lnTo>
                  <a:lnTo>
                    <a:pt x="6236427" y="1342599"/>
                  </a:lnTo>
                  <a:lnTo>
                    <a:pt x="6235145" y="1342599"/>
                  </a:lnTo>
                  <a:lnTo>
                    <a:pt x="6233864" y="1342599"/>
                  </a:lnTo>
                  <a:lnTo>
                    <a:pt x="6232582" y="1342599"/>
                  </a:lnTo>
                  <a:lnTo>
                    <a:pt x="6231300" y="1342599"/>
                  </a:lnTo>
                  <a:lnTo>
                    <a:pt x="6230018" y="1342599"/>
                  </a:lnTo>
                  <a:lnTo>
                    <a:pt x="6228736" y="1342599"/>
                  </a:lnTo>
                  <a:lnTo>
                    <a:pt x="6227454" y="1342599"/>
                  </a:lnTo>
                  <a:lnTo>
                    <a:pt x="6226172" y="1342599"/>
                  </a:lnTo>
                  <a:lnTo>
                    <a:pt x="6224891" y="1342599"/>
                  </a:lnTo>
                  <a:lnTo>
                    <a:pt x="6223609" y="1342599"/>
                  </a:lnTo>
                  <a:lnTo>
                    <a:pt x="6222327" y="1342599"/>
                  </a:lnTo>
                  <a:lnTo>
                    <a:pt x="6221045" y="1342599"/>
                  </a:lnTo>
                  <a:lnTo>
                    <a:pt x="6219763" y="1342599"/>
                  </a:lnTo>
                  <a:lnTo>
                    <a:pt x="6218481" y="1342599"/>
                  </a:lnTo>
                  <a:lnTo>
                    <a:pt x="6217200" y="1342599"/>
                  </a:lnTo>
                  <a:lnTo>
                    <a:pt x="6215918" y="1342599"/>
                  </a:lnTo>
                  <a:lnTo>
                    <a:pt x="6214636" y="1342599"/>
                  </a:lnTo>
                  <a:lnTo>
                    <a:pt x="6213354" y="1342599"/>
                  </a:lnTo>
                  <a:lnTo>
                    <a:pt x="6212072" y="1342599"/>
                  </a:lnTo>
                  <a:lnTo>
                    <a:pt x="6210790" y="1342599"/>
                  </a:lnTo>
                  <a:lnTo>
                    <a:pt x="6209509" y="1342599"/>
                  </a:lnTo>
                  <a:lnTo>
                    <a:pt x="6208227" y="1342599"/>
                  </a:lnTo>
                  <a:lnTo>
                    <a:pt x="6206945" y="1342599"/>
                  </a:lnTo>
                  <a:lnTo>
                    <a:pt x="6205663" y="1342599"/>
                  </a:lnTo>
                  <a:lnTo>
                    <a:pt x="6204381" y="1342599"/>
                  </a:lnTo>
                  <a:lnTo>
                    <a:pt x="6203099" y="1342599"/>
                  </a:lnTo>
                  <a:lnTo>
                    <a:pt x="6201817" y="1342599"/>
                  </a:lnTo>
                  <a:lnTo>
                    <a:pt x="6200536" y="1342599"/>
                  </a:lnTo>
                  <a:lnTo>
                    <a:pt x="6199254" y="1342599"/>
                  </a:lnTo>
                  <a:lnTo>
                    <a:pt x="6197972" y="1342599"/>
                  </a:lnTo>
                  <a:lnTo>
                    <a:pt x="6196690" y="1342599"/>
                  </a:lnTo>
                  <a:lnTo>
                    <a:pt x="6195408" y="1342599"/>
                  </a:lnTo>
                  <a:lnTo>
                    <a:pt x="6194126" y="1342599"/>
                  </a:lnTo>
                  <a:lnTo>
                    <a:pt x="6192845" y="1342599"/>
                  </a:lnTo>
                  <a:lnTo>
                    <a:pt x="6191563" y="1342599"/>
                  </a:lnTo>
                  <a:lnTo>
                    <a:pt x="6190281" y="1342599"/>
                  </a:lnTo>
                  <a:lnTo>
                    <a:pt x="6188999" y="1342599"/>
                  </a:lnTo>
                  <a:lnTo>
                    <a:pt x="6187717" y="1342599"/>
                  </a:lnTo>
                  <a:lnTo>
                    <a:pt x="6186435" y="1342599"/>
                  </a:lnTo>
                  <a:lnTo>
                    <a:pt x="6185153" y="1342599"/>
                  </a:lnTo>
                  <a:lnTo>
                    <a:pt x="6183872" y="1342599"/>
                  </a:lnTo>
                  <a:lnTo>
                    <a:pt x="6182590" y="1342599"/>
                  </a:lnTo>
                  <a:lnTo>
                    <a:pt x="6181308" y="1342599"/>
                  </a:lnTo>
                  <a:lnTo>
                    <a:pt x="6180026" y="1342599"/>
                  </a:lnTo>
                  <a:lnTo>
                    <a:pt x="6178744" y="1342599"/>
                  </a:lnTo>
                  <a:lnTo>
                    <a:pt x="6177462" y="1342599"/>
                  </a:lnTo>
                  <a:lnTo>
                    <a:pt x="6176181" y="1342599"/>
                  </a:lnTo>
                  <a:lnTo>
                    <a:pt x="6174899" y="1342599"/>
                  </a:lnTo>
                  <a:lnTo>
                    <a:pt x="6173617" y="1342599"/>
                  </a:lnTo>
                  <a:lnTo>
                    <a:pt x="6172335" y="1342599"/>
                  </a:lnTo>
                  <a:lnTo>
                    <a:pt x="6171053" y="1342599"/>
                  </a:lnTo>
                  <a:lnTo>
                    <a:pt x="6169771" y="1342599"/>
                  </a:lnTo>
                  <a:lnTo>
                    <a:pt x="6168489" y="1342599"/>
                  </a:lnTo>
                  <a:lnTo>
                    <a:pt x="6167208" y="1342599"/>
                  </a:lnTo>
                  <a:lnTo>
                    <a:pt x="6165926" y="1342599"/>
                  </a:lnTo>
                  <a:lnTo>
                    <a:pt x="6164644" y="1342599"/>
                  </a:lnTo>
                  <a:lnTo>
                    <a:pt x="6163362" y="1342599"/>
                  </a:lnTo>
                  <a:lnTo>
                    <a:pt x="6162080" y="1342599"/>
                  </a:lnTo>
                  <a:lnTo>
                    <a:pt x="6160798" y="1342599"/>
                  </a:lnTo>
                  <a:lnTo>
                    <a:pt x="6159517" y="1342599"/>
                  </a:lnTo>
                  <a:lnTo>
                    <a:pt x="6158235" y="1342599"/>
                  </a:lnTo>
                  <a:lnTo>
                    <a:pt x="6156953" y="1342599"/>
                  </a:lnTo>
                  <a:lnTo>
                    <a:pt x="6155671" y="1342599"/>
                  </a:lnTo>
                  <a:lnTo>
                    <a:pt x="6154389" y="1342599"/>
                  </a:lnTo>
                  <a:lnTo>
                    <a:pt x="6153107" y="1342599"/>
                  </a:lnTo>
                  <a:lnTo>
                    <a:pt x="6151826" y="1342599"/>
                  </a:lnTo>
                  <a:lnTo>
                    <a:pt x="6150544" y="1342599"/>
                  </a:lnTo>
                  <a:lnTo>
                    <a:pt x="6149262" y="1342599"/>
                  </a:lnTo>
                  <a:lnTo>
                    <a:pt x="6147980" y="1342599"/>
                  </a:lnTo>
                  <a:lnTo>
                    <a:pt x="6146698" y="1342599"/>
                  </a:lnTo>
                  <a:lnTo>
                    <a:pt x="6145416" y="1342599"/>
                  </a:lnTo>
                  <a:lnTo>
                    <a:pt x="6144134" y="1342599"/>
                  </a:lnTo>
                  <a:lnTo>
                    <a:pt x="6142853" y="1342599"/>
                  </a:lnTo>
                  <a:lnTo>
                    <a:pt x="6141571" y="1342599"/>
                  </a:lnTo>
                  <a:lnTo>
                    <a:pt x="6140289" y="1342599"/>
                  </a:lnTo>
                  <a:lnTo>
                    <a:pt x="6139007" y="1342599"/>
                  </a:lnTo>
                  <a:lnTo>
                    <a:pt x="6137725" y="1342599"/>
                  </a:lnTo>
                  <a:lnTo>
                    <a:pt x="6136443" y="1342599"/>
                  </a:lnTo>
                  <a:lnTo>
                    <a:pt x="6135162" y="1342599"/>
                  </a:lnTo>
                  <a:lnTo>
                    <a:pt x="6133880" y="1342599"/>
                  </a:lnTo>
                  <a:lnTo>
                    <a:pt x="6132598" y="1342599"/>
                  </a:lnTo>
                  <a:lnTo>
                    <a:pt x="6131316" y="1342599"/>
                  </a:lnTo>
                  <a:lnTo>
                    <a:pt x="6130034" y="1342599"/>
                  </a:lnTo>
                  <a:lnTo>
                    <a:pt x="6128752" y="1342599"/>
                  </a:lnTo>
                  <a:lnTo>
                    <a:pt x="6127470" y="1342599"/>
                  </a:lnTo>
                  <a:lnTo>
                    <a:pt x="6126189" y="1342599"/>
                  </a:lnTo>
                  <a:lnTo>
                    <a:pt x="6124907" y="1342599"/>
                  </a:lnTo>
                  <a:lnTo>
                    <a:pt x="6123625" y="1342599"/>
                  </a:lnTo>
                  <a:lnTo>
                    <a:pt x="6122343" y="1342599"/>
                  </a:lnTo>
                  <a:lnTo>
                    <a:pt x="6121061" y="1342599"/>
                  </a:lnTo>
                  <a:lnTo>
                    <a:pt x="6119779" y="1342599"/>
                  </a:lnTo>
                  <a:lnTo>
                    <a:pt x="6118498" y="1342599"/>
                  </a:lnTo>
                  <a:lnTo>
                    <a:pt x="6117216" y="1342599"/>
                  </a:lnTo>
                  <a:lnTo>
                    <a:pt x="6115934" y="1342599"/>
                  </a:lnTo>
                  <a:lnTo>
                    <a:pt x="6114652" y="1342599"/>
                  </a:lnTo>
                  <a:lnTo>
                    <a:pt x="6113370" y="1342599"/>
                  </a:lnTo>
                  <a:lnTo>
                    <a:pt x="6112088" y="1342599"/>
                  </a:lnTo>
                  <a:lnTo>
                    <a:pt x="6110807" y="1342599"/>
                  </a:lnTo>
                  <a:lnTo>
                    <a:pt x="6109525" y="1342599"/>
                  </a:lnTo>
                  <a:lnTo>
                    <a:pt x="6108243" y="1342599"/>
                  </a:lnTo>
                  <a:lnTo>
                    <a:pt x="6106961" y="1342599"/>
                  </a:lnTo>
                  <a:lnTo>
                    <a:pt x="6105679" y="1342599"/>
                  </a:lnTo>
                  <a:lnTo>
                    <a:pt x="6104397" y="1342599"/>
                  </a:lnTo>
                  <a:lnTo>
                    <a:pt x="6103115" y="1342599"/>
                  </a:lnTo>
                  <a:lnTo>
                    <a:pt x="6101834" y="1342599"/>
                  </a:lnTo>
                  <a:lnTo>
                    <a:pt x="6100552" y="1342599"/>
                  </a:lnTo>
                  <a:lnTo>
                    <a:pt x="6099270" y="1342599"/>
                  </a:lnTo>
                  <a:lnTo>
                    <a:pt x="6097988" y="1342599"/>
                  </a:lnTo>
                  <a:lnTo>
                    <a:pt x="6096706" y="1342599"/>
                  </a:lnTo>
                  <a:lnTo>
                    <a:pt x="6095424" y="1342599"/>
                  </a:lnTo>
                  <a:lnTo>
                    <a:pt x="6094143" y="1342599"/>
                  </a:lnTo>
                  <a:lnTo>
                    <a:pt x="6092861" y="1342599"/>
                  </a:lnTo>
                  <a:lnTo>
                    <a:pt x="6091579" y="1342599"/>
                  </a:lnTo>
                  <a:lnTo>
                    <a:pt x="6090297" y="1342599"/>
                  </a:lnTo>
                  <a:lnTo>
                    <a:pt x="6089015" y="1342599"/>
                  </a:lnTo>
                  <a:lnTo>
                    <a:pt x="6087733" y="1342599"/>
                  </a:lnTo>
                  <a:lnTo>
                    <a:pt x="6086451" y="1342599"/>
                  </a:lnTo>
                  <a:lnTo>
                    <a:pt x="6085170" y="1342599"/>
                  </a:lnTo>
                  <a:lnTo>
                    <a:pt x="6083888" y="1342599"/>
                  </a:lnTo>
                  <a:lnTo>
                    <a:pt x="6082606" y="1342599"/>
                  </a:lnTo>
                  <a:lnTo>
                    <a:pt x="6081324" y="1342599"/>
                  </a:lnTo>
                  <a:lnTo>
                    <a:pt x="6080042" y="1342599"/>
                  </a:lnTo>
                  <a:lnTo>
                    <a:pt x="6078760" y="1342599"/>
                  </a:lnTo>
                  <a:lnTo>
                    <a:pt x="6077479" y="1342599"/>
                  </a:lnTo>
                  <a:lnTo>
                    <a:pt x="6076197" y="1342599"/>
                  </a:lnTo>
                  <a:lnTo>
                    <a:pt x="6074915" y="1342599"/>
                  </a:lnTo>
                  <a:lnTo>
                    <a:pt x="6073633" y="1342599"/>
                  </a:lnTo>
                  <a:lnTo>
                    <a:pt x="6072351" y="1342599"/>
                  </a:lnTo>
                  <a:lnTo>
                    <a:pt x="6071069" y="1342599"/>
                  </a:lnTo>
                  <a:lnTo>
                    <a:pt x="6069787" y="1342599"/>
                  </a:lnTo>
                  <a:lnTo>
                    <a:pt x="6068506" y="1342599"/>
                  </a:lnTo>
                  <a:lnTo>
                    <a:pt x="6067224" y="1342599"/>
                  </a:lnTo>
                  <a:lnTo>
                    <a:pt x="6065942" y="1342599"/>
                  </a:lnTo>
                  <a:lnTo>
                    <a:pt x="6064660" y="1342599"/>
                  </a:lnTo>
                  <a:lnTo>
                    <a:pt x="6063378" y="1342599"/>
                  </a:lnTo>
                  <a:lnTo>
                    <a:pt x="6062096" y="1342599"/>
                  </a:lnTo>
                  <a:lnTo>
                    <a:pt x="6060815" y="1342599"/>
                  </a:lnTo>
                  <a:lnTo>
                    <a:pt x="6059533" y="1342599"/>
                  </a:lnTo>
                  <a:lnTo>
                    <a:pt x="6058251" y="1342599"/>
                  </a:lnTo>
                  <a:lnTo>
                    <a:pt x="6056969" y="1342599"/>
                  </a:lnTo>
                  <a:lnTo>
                    <a:pt x="6055687" y="1342599"/>
                  </a:lnTo>
                  <a:lnTo>
                    <a:pt x="6054405" y="1342599"/>
                  </a:lnTo>
                  <a:lnTo>
                    <a:pt x="6053124" y="1342599"/>
                  </a:lnTo>
                  <a:lnTo>
                    <a:pt x="6051842" y="1342599"/>
                  </a:lnTo>
                  <a:lnTo>
                    <a:pt x="6050560" y="1342599"/>
                  </a:lnTo>
                  <a:lnTo>
                    <a:pt x="6049278" y="1342599"/>
                  </a:lnTo>
                  <a:lnTo>
                    <a:pt x="6047996" y="1342599"/>
                  </a:lnTo>
                  <a:lnTo>
                    <a:pt x="6046714" y="1342599"/>
                  </a:lnTo>
                  <a:lnTo>
                    <a:pt x="6045432" y="1342599"/>
                  </a:lnTo>
                  <a:lnTo>
                    <a:pt x="6044151" y="1342599"/>
                  </a:lnTo>
                  <a:lnTo>
                    <a:pt x="6042869" y="1342599"/>
                  </a:lnTo>
                  <a:lnTo>
                    <a:pt x="6041587" y="1342599"/>
                  </a:lnTo>
                  <a:lnTo>
                    <a:pt x="6040305" y="1342599"/>
                  </a:lnTo>
                  <a:lnTo>
                    <a:pt x="6039023" y="1342599"/>
                  </a:lnTo>
                  <a:lnTo>
                    <a:pt x="6037741" y="1342599"/>
                  </a:lnTo>
                  <a:lnTo>
                    <a:pt x="6036460" y="1342599"/>
                  </a:lnTo>
                  <a:lnTo>
                    <a:pt x="6035178" y="1342599"/>
                  </a:lnTo>
                  <a:lnTo>
                    <a:pt x="6033896" y="1342599"/>
                  </a:lnTo>
                  <a:lnTo>
                    <a:pt x="6032614" y="1342599"/>
                  </a:lnTo>
                  <a:lnTo>
                    <a:pt x="6031332" y="1342599"/>
                  </a:lnTo>
                  <a:lnTo>
                    <a:pt x="6030050" y="1342599"/>
                  </a:lnTo>
                  <a:lnTo>
                    <a:pt x="6028768" y="1342599"/>
                  </a:lnTo>
                  <a:lnTo>
                    <a:pt x="6027487" y="1342599"/>
                  </a:lnTo>
                  <a:lnTo>
                    <a:pt x="6026205" y="1342599"/>
                  </a:lnTo>
                  <a:lnTo>
                    <a:pt x="6024923" y="1342599"/>
                  </a:lnTo>
                  <a:lnTo>
                    <a:pt x="6023641" y="1342599"/>
                  </a:lnTo>
                  <a:lnTo>
                    <a:pt x="6022359" y="1342599"/>
                  </a:lnTo>
                  <a:lnTo>
                    <a:pt x="6021077" y="1342599"/>
                  </a:lnTo>
                  <a:lnTo>
                    <a:pt x="6019796" y="1342599"/>
                  </a:lnTo>
                  <a:lnTo>
                    <a:pt x="6018514" y="1342599"/>
                  </a:lnTo>
                  <a:lnTo>
                    <a:pt x="6017232" y="1342599"/>
                  </a:lnTo>
                  <a:lnTo>
                    <a:pt x="6015950" y="1342599"/>
                  </a:lnTo>
                  <a:lnTo>
                    <a:pt x="6014668" y="1342599"/>
                  </a:lnTo>
                  <a:lnTo>
                    <a:pt x="6013386" y="1342599"/>
                  </a:lnTo>
                  <a:lnTo>
                    <a:pt x="6012105" y="1342599"/>
                  </a:lnTo>
                  <a:lnTo>
                    <a:pt x="6010823" y="1342599"/>
                  </a:lnTo>
                  <a:lnTo>
                    <a:pt x="6009541" y="1342599"/>
                  </a:lnTo>
                  <a:lnTo>
                    <a:pt x="6008259" y="1342599"/>
                  </a:lnTo>
                  <a:lnTo>
                    <a:pt x="6006977" y="1342599"/>
                  </a:lnTo>
                  <a:lnTo>
                    <a:pt x="6005695" y="1342599"/>
                  </a:lnTo>
                  <a:lnTo>
                    <a:pt x="6004413" y="1342599"/>
                  </a:lnTo>
                  <a:lnTo>
                    <a:pt x="6003132" y="1342599"/>
                  </a:lnTo>
                  <a:lnTo>
                    <a:pt x="6001850" y="1342599"/>
                  </a:lnTo>
                  <a:lnTo>
                    <a:pt x="6000568" y="1342599"/>
                  </a:lnTo>
                  <a:lnTo>
                    <a:pt x="5999286" y="1342599"/>
                  </a:lnTo>
                  <a:lnTo>
                    <a:pt x="5998004" y="1342599"/>
                  </a:lnTo>
                  <a:lnTo>
                    <a:pt x="5996722" y="1342599"/>
                  </a:lnTo>
                  <a:lnTo>
                    <a:pt x="5995441" y="1342599"/>
                  </a:lnTo>
                  <a:lnTo>
                    <a:pt x="5994159" y="1342599"/>
                  </a:lnTo>
                  <a:lnTo>
                    <a:pt x="5992877" y="1342599"/>
                  </a:lnTo>
                  <a:lnTo>
                    <a:pt x="5991595" y="1342599"/>
                  </a:lnTo>
                  <a:lnTo>
                    <a:pt x="5990313" y="1342599"/>
                  </a:lnTo>
                  <a:lnTo>
                    <a:pt x="5989031" y="1342599"/>
                  </a:lnTo>
                  <a:lnTo>
                    <a:pt x="5987749" y="1342599"/>
                  </a:lnTo>
                  <a:lnTo>
                    <a:pt x="5986468" y="1342599"/>
                  </a:lnTo>
                  <a:lnTo>
                    <a:pt x="5985186" y="1342599"/>
                  </a:lnTo>
                  <a:lnTo>
                    <a:pt x="5983904" y="1342599"/>
                  </a:lnTo>
                  <a:lnTo>
                    <a:pt x="5982622" y="1342599"/>
                  </a:lnTo>
                  <a:lnTo>
                    <a:pt x="5981340" y="1342599"/>
                  </a:lnTo>
                  <a:lnTo>
                    <a:pt x="5980058" y="1342599"/>
                  </a:lnTo>
                  <a:lnTo>
                    <a:pt x="5978777" y="1342599"/>
                  </a:lnTo>
                  <a:lnTo>
                    <a:pt x="5977495" y="1342599"/>
                  </a:lnTo>
                  <a:lnTo>
                    <a:pt x="5976213" y="1342599"/>
                  </a:lnTo>
                  <a:lnTo>
                    <a:pt x="5974931" y="1342599"/>
                  </a:lnTo>
                  <a:lnTo>
                    <a:pt x="5973649" y="1342599"/>
                  </a:lnTo>
                  <a:lnTo>
                    <a:pt x="5972367" y="1342599"/>
                  </a:lnTo>
                  <a:lnTo>
                    <a:pt x="5971086" y="1342599"/>
                  </a:lnTo>
                  <a:lnTo>
                    <a:pt x="5969804" y="1342599"/>
                  </a:lnTo>
                  <a:lnTo>
                    <a:pt x="5968522" y="1342599"/>
                  </a:lnTo>
                  <a:lnTo>
                    <a:pt x="5967240" y="1342599"/>
                  </a:lnTo>
                  <a:lnTo>
                    <a:pt x="5965958" y="1342599"/>
                  </a:lnTo>
                  <a:lnTo>
                    <a:pt x="5964676" y="1342599"/>
                  </a:lnTo>
                  <a:lnTo>
                    <a:pt x="5963394" y="1342599"/>
                  </a:lnTo>
                  <a:lnTo>
                    <a:pt x="5962113" y="1342599"/>
                  </a:lnTo>
                  <a:lnTo>
                    <a:pt x="5960831" y="1342599"/>
                  </a:lnTo>
                  <a:lnTo>
                    <a:pt x="5959549" y="1342599"/>
                  </a:lnTo>
                  <a:lnTo>
                    <a:pt x="5958267" y="1342599"/>
                  </a:lnTo>
                  <a:lnTo>
                    <a:pt x="5956985" y="1342599"/>
                  </a:lnTo>
                  <a:lnTo>
                    <a:pt x="5955703" y="1342599"/>
                  </a:lnTo>
                  <a:lnTo>
                    <a:pt x="5954422" y="1342599"/>
                  </a:lnTo>
                  <a:lnTo>
                    <a:pt x="5953140" y="1342599"/>
                  </a:lnTo>
                  <a:lnTo>
                    <a:pt x="5951858" y="1342599"/>
                  </a:lnTo>
                  <a:lnTo>
                    <a:pt x="5950576" y="1342599"/>
                  </a:lnTo>
                  <a:lnTo>
                    <a:pt x="5949294" y="1342599"/>
                  </a:lnTo>
                  <a:lnTo>
                    <a:pt x="5948012" y="1342599"/>
                  </a:lnTo>
                  <a:lnTo>
                    <a:pt x="5946730" y="1342599"/>
                  </a:lnTo>
                  <a:lnTo>
                    <a:pt x="5945449" y="1342599"/>
                  </a:lnTo>
                  <a:lnTo>
                    <a:pt x="5944167" y="1342599"/>
                  </a:lnTo>
                  <a:lnTo>
                    <a:pt x="5942885" y="1342599"/>
                  </a:lnTo>
                  <a:lnTo>
                    <a:pt x="5941603" y="1342599"/>
                  </a:lnTo>
                  <a:lnTo>
                    <a:pt x="5940321" y="1342599"/>
                  </a:lnTo>
                  <a:lnTo>
                    <a:pt x="5939039" y="1342599"/>
                  </a:lnTo>
                  <a:lnTo>
                    <a:pt x="5937758" y="1342599"/>
                  </a:lnTo>
                  <a:lnTo>
                    <a:pt x="5936476" y="1342599"/>
                  </a:lnTo>
                  <a:lnTo>
                    <a:pt x="5935194" y="1342599"/>
                  </a:lnTo>
                  <a:lnTo>
                    <a:pt x="5933912" y="1342599"/>
                  </a:lnTo>
                  <a:lnTo>
                    <a:pt x="5932630" y="1342599"/>
                  </a:lnTo>
                  <a:lnTo>
                    <a:pt x="5931348" y="1342599"/>
                  </a:lnTo>
                  <a:lnTo>
                    <a:pt x="5930066" y="1342599"/>
                  </a:lnTo>
                  <a:lnTo>
                    <a:pt x="5928785" y="1342599"/>
                  </a:lnTo>
                  <a:lnTo>
                    <a:pt x="5927503" y="1342599"/>
                  </a:lnTo>
                  <a:lnTo>
                    <a:pt x="5926221" y="1342599"/>
                  </a:lnTo>
                  <a:lnTo>
                    <a:pt x="5924939" y="1342599"/>
                  </a:lnTo>
                  <a:lnTo>
                    <a:pt x="5923657" y="1342599"/>
                  </a:lnTo>
                  <a:lnTo>
                    <a:pt x="5922375" y="1342599"/>
                  </a:lnTo>
                  <a:lnTo>
                    <a:pt x="5921094" y="1342599"/>
                  </a:lnTo>
                  <a:lnTo>
                    <a:pt x="5919812" y="1342599"/>
                  </a:lnTo>
                  <a:lnTo>
                    <a:pt x="5918530" y="1342599"/>
                  </a:lnTo>
                  <a:lnTo>
                    <a:pt x="5917248" y="1342599"/>
                  </a:lnTo>
                  <a:lnTo>
                    <a:pt x="5915966" y="1342599"/>
                  </a:lnTo>
                  <a:lnTo>
                    <a:pt x="5914684" y="1342599"/>
                  </a:lnTo>
                  <a:lnTo>
                    <a:pt x="5913403" y="1342599"/>
                  </a:lnTo>
                  <a:lnTo>
                    <a:pt x="5912121" y="1342599"/>
                  </a:lnTo>
                  <a:lnTo>
                    <a:pt x="5910839" y="1342599"/>
                  </a:lnTo>
                  <a:lnTo>
                    <a:pt x="5909557" y="1342599"/>
                  </a:lnTo>
                  <a:lnTo>
                    <a:pt x="5908275" y="1342599"/>
                  </a:lnTo>
                  <a:lnTo>
                    <a:pt x="5906993" y="1342599"/>
                  </a:lnTo>
                  <a:lnTo>
                    <a:pt x="5905711" y="1342599"/>
                  </a:lnTo>
                  <a:lnTo>
                    <a:pt x="5904430" y="1342599"/>
                  </a:lnTo>
                  <a:lnTo>
                    <a:pt x="5903148" y="1342599"/>
                  </a:lnTo>
                  <a:lnTo>
                    <a:pt x="5901866" y="1342599"/>
                  </a:lnTo>
                  <a:lnTo>
                    <a:pt x="5900584" y="1342599"/>
                  </a:lnTo>
                  <a:lnTo>
                    <a:pt x="5899302" y="1342599"/>
                  </a:lnTo>
                  <a:lnTo>
                    <a:pt x="5898020" y="1342599"/>
                  </a:lnTo>
                  <a:lnTo>
                    <a:pt x="5896739" y="1342599"/>
                  </a:lnTo>
                  <a:lnTo>
                    <a:pt x="5895457" y="1342599"/>
                  </a:lnTo>
                  <a:lnTo>
                    <a:pt x="5894175" y="1342599"/>
                  </a:lnTo>
                  <a:lnTo>
                    <a:pt x="5892893" y="1342599"/>
                  </a:lnTo>
                  <a:lnTo>
                    <a:pt x="5891611" y="1342599"/>
                  </a:lnTo>
                  <a:lnTo>
                    <a:pt x="5890329" y="1342599"/>
                  </a:lnTo>
                  <a:lnTo>
                    <a:pt x="5889047" y="1342599"/>
                  </a:lnTo>
                  <a:lnTo>
                    <a:pt x="5887766" y="1342599"/>
                  </a:lnTo>
                  <a:lnTo>
                    <a:pt x="5886484" y="1342599"/>
                  </a:lnTo>
                  <a:lnTo>
                    <a:pt x="5885202" y="1342599"/>
                  </a:lnTo>
                  <a:lnTo>
                    <a:pt x="5883920" y="1342599"/>
                  </a:lnTo>
                  <a:lnTo>
                    <a:pt x="5882638" y="1342599"/>
                  </a:lnTo>
                  <a:lnTo>
                    <a:pt x="5881356" y="1342599"/>
                  </a:lnTo>
                  <a:lnTo>
                    <a:pt x="5880075" y="1342599"/>
                  </a:lnTo>
                  <a:lnTo>
                    <a:pt x="5878793" y="1342599"/>
                  </a:lnTo>
                  <a:lnTo>
                    <a:pt x="5877511" y="1342599"/>
                  </a:lnTo>
                  <a:lnTo>
                    <a:pt x="5876229" y="1342599"/>
                  </a:lnTo>
                  <a:lnTo>
                    <a:pt x="5874947" y="1342599"/>
                  </a:lnTo>
                  <a:lnTo>
                    <a:pt x="5873665" y="1342599"/>
                  </a:lnTo>
                  <a:lnTo>
                    <a:pt x="5872384" y="1342599"/>
                  </a:lnTo>
                  <a:lnTo>
                    <a:pt x="5871102" y="1342599"/>
                  </a:lnTo>
                  <a:lnTo>
                    <a:pt x="5869820" y="1342599"/>
                  </a:lnTo>
                  <a:lnTo>
                    <a:pt x="5868538" y="1342599"/>
                  </a:lnTo>
                  <a:lnTo>
                    <a:pt x="5867256" y="1342599"/>
                  </a:lnTo>
                  <a:lnTo>
                    <a:pt x="5865974" y="1342599"/>
                  </a:lnTo>
                  <a:lnTo>
                    <a:pt x="5864692" y="1342599"/>
                  </a:lnTo>
                  <a:lnTo>
                    <a:pt x="5863411" y="1342599"/>
                  </a:lnTo>
                  <a:lnTo>
                    <a:pt x="5862129" y="1342599"/>
                  </a:lnTo>
                  <a:lnTo>
                    <a:pt x="5860847" y="1342599"/>
                  </a:lnTo>
                  <a:lnTo>
                    <a:pt x="5859565" y="1342599"/>
                  </a:lnTo>
                  <a:lnTo>
                    <a:pt x="5858283" y="1342599"/>
                  </a:lnTo>
                  <a:lnTo>
                    <a:pt x="5857001" y="1342599"/>
                  </a:lnTo>
                  <a:lnTo>
                    <a:pt x="5855720" y="1342599"/>
                  </a:lnTo>
                  <a:lnTo>
                    <a:pt x="5854438" y="1342599"/>
                  </a:lnTo>
                  <a:lnTo>
                    <a:pt x="5853156" y="1342599"/>
                  </a:lnTo>
                  <a:lnTo>
                    <a:pt x="5851874" y="1342599"/>
                  </a:lnTo>
                  <a:lnTo>
                    <a:pt x="5850592" y="1342599"/>
                  </a:lnTo>
                  <a:lnTo>
                    <a:pt x="5849310" y="1342599"/>
                  </a:lnTo>
                  <a:lnTo>
                    <a:pt x="5848028" y="1342599"/>
                  </a:lnTo>
                  <a:lnTo>
                    <a:pt x="5846747" y="1342599"/>
                  </a:lnTo>
                  <a:lnTo>
                    <a:pt x="5845465" y="1342599"/>
                  </a:lnTo>
                  <a:lnTo>
                    <a:pt x="5844183" y="1342599"/>
                  </a:lnTo>
                  <a:lnTo>
                    <a:pt x="5842901" y="1342599"/>
                  </a:lnTo>
                  <a:lnTo>
                    <a:pt x="5841619" y="1342599"/>
                  </a:lnTo>
                  <a:lnTo>
                    <a:pt x="5840337" y="1342599"/>
                  </a:lnTo>
                  <a:lnTo>
                    <a:pt x="5839056" y="1342599"/>
                  </a:lnTo>
                  <a:lnTo>
                    <a:pt x="5837774" y="1342599"/>
                  </a:lnTo>
                  <a:lnTo>
                    <a:pt x="5836492" y="1342599"/>
                  </a:lnTo>
                  <a:lnTo>
                    <a:pt x="5835210" y="1342599"/>
                  </a:lnTo>
                  <a:lnTo>
                    <a:pt x="5833928" y="1342599"/>
                  </a:lnTo>
                  <a:lnTo>
                    <a:pt x="5832646" y="1342599"/>
                  </a:lnTo>
                  <a:lnTo>
                    <a:pt x="5831365" y="1342599"/>
                  </a:lnTo>
                  <a:lnTo>
                    <a:pt x="5830083" y="1342599"/>
                  </a:lnTo>
                  <a:lnTo>
                    <a:pt x="5828801" y="1342599"/>
                  </a:lnTo>
                  <a:lnTo>
                    <a:pt x="5827519" y="1342599"/>
                  </a:lnTo>
                  <a:lnTo>
                    <a:pt x="5826237" y="1342599"/>
                  </a:lnTo>
                  <a:lnTo>
                    <a:pt x="5824955" y="1342599"/>
                  </a:lnTo>
                  <a:lnTo>
                    <a:pt x="5823673" y="1342599"/>
                  </a:lnTo>
                  <a:lnTo>
                    <a:pt x="5822392" y="1342599"/>
                  </a:lnTo>
                  <a:lnTo>
                    <a:pt x="5821110" y="1342599"/>
                  </a:lnTo>
                  <a:lnTo>
                    <a:pt x="5819828" y="1342599"/>
                  </a:lnTo>
                  <a:lnTo>
                    <a:pt x="5818546" y="1342599"/>
                  </a:lnTo>
                  <a:lnTo>
                    <a:pt x="5817264" y="1342599"/>
                  </a:lnTo>
                  <a:lnTo>
                    <a:pt x="5815982" y="1342599"/>
                  </a:lnTo>
                  <a:lnTo>
                    <a:pt x="5814701" y="1342599"/>
                  </a:lnTo>
                  <a:lnTo>
                    <a:pt x="5813419" y="1342599"/>
                  </a:lnTo>
                  <a:lnTo>
                    <a:pt x="5812137" y="1342599"/>
                  </a:lnTo>
                  <a:lnTo>
                    <a:pt x="5810855" y="1342599"/>
                  </a:lnTo>
                  <a:lnTo>
                    <a:pt x="5809573" y="1342599"/>
                  </a:lnTo>
                  <a:lnTo>
                    <a:pt x="5808291" y="1342599"/>
                  </a:lnTo>
                  <a:lnTo>
                    <a:pt x="5807009" y="1342599"/>
                  </a:lnTo>
                  <a:lnTo>
                    <a:pt x="5805728" y="1342599"/>
                  </a:lnTo>
                  <a:lnTo>
                    <a:pt x="5804446" y="1342599"/>
                  </a:lnTo>
                  <a:lnTo>
                    <a:pt x="5803164" y="1342599"/>
                  </a:lnTo>
                  <a:lnTo>
                    <a:pt x="5801882" y="1342599"/>
                  </a:lnTo>
                  <a:lnTo>
                    <a:pt x="5800600" y="1342599"/>
                  </a:lnTo>
                  <a:lnTo>
                    <a:pt x="5799318" y="1342599"/>
                  </a:lnTo>
                  <a:lnTo>
                    <a:pt x="5798037" y="1342599"/>
                  </a:lnTo>
                  <a:lnTo>
                    <a:pt x="5796755" y="1342599"/>
                  </a:lnTo>
                  <a:lnTo>
                    <a:pt x="5795473" y="1342599"/>
                  </a:lnTo>
                  <a:lnTo>
                    <a:pt x="5794191" y="1342599"/>
                  </a:lnTo>
                  <a:lnTo>
                    <a:pt x="5792909" y="1342599"/>
                  </a:lnTo>
                  <a:lnTo>
                    <a:pt x="5791627" y="1342599"/>
                  </a:lnTo>
                  <a:lnTo>
                    <a:pt x="5790345" y="1342599"/>
                  </a:lnTo>
                  <a:lnTo>
                    <a:pt x="5789064" y="1342599"/>
                  </a:lnTo>
                  <a:lnTo>
                    <a:pt x="5787782" y="1342599"/>
                  </a:lnTo>
                  <a:lnTo>
                    <a:pt x="5786500" y="1342599"/>
                  </a:lnTo>
                  <a:lnTo>
                    <a:pt x="5785218" y="1342599"/>
                  </a:lnTo>
                  <a:lnTo>
                    <a:pt x="5783936" y="1342599"/>
                  </a:lnTo>
                  <a:lnTo>
                    <a:pt x="5782654" y="1342599"/>
                  </a:lnTo>
                  <a:lnTo>
                    <a:pt x="5781373" y="1342599"/>
                  </a:lnTo>
                  <a:lnTo>
                    <a:pt x="5780091" y="1342599"/>
                  </a:lnTo>
                  <a:lnTo>
                    <a:pt x="5778809" y="1342599"/>
                  </a:lnTo>
                  <a:lnTo>
                    <a:pt x="5777527" y="1342599"/>
                  </a:lnTo>
                  <a:lnTo>
                    <a:pt x="5776245" y="1342599"/>
                  </a:lnTo>
                  <a:lnTo>
                    <a:pt x="5774963" y="1342599"/>
                  </a:lnTo>
                  <a:lnTo>
                    <a:pt x="5773682" y="1342599"/>
                  </a:lnTo>
                  <a:lnTo>
                    <a:pt x="5772400" y="1342599"/>
                  </a:lnTo>
                  <a:lnTo>
                    <a:pt x="5771118" y="1342599"/>
                  </a:lnTo>
                  <a:lnTo>
                    <a:pt x="5769836" y="1342599"/>
                  </a:lnTo>
                  <a:lnTo>
                    <a:pt x="5768554" y="1342599"/>
                  </a:lnTo>
                  <a:lnTo>
                    <a:pt x="5767272" y="1342599"/>
                  </a:lnTo>
                  <a:lnTo>
                    <a:pt x="5765990" y="1342599"/>
                  </a:lnTo>
                  <a:lnTo>
                    <a:pt x="5764709" y="1342599"/>
                  </a:lnTo>
                  <a:lnTo>
                    <a:pt x="5763427" y="1342599"/>
                  </a:lnTo>
                  <a:lnTo>
                    <a:pt x="5762145" y="1342599"/>
                  </a:lnTo>
                  <a:lnTo>
                    <a:pt x="5760863" y="1342599"/>
                  </a:lnTo>
                  <a:lnTo>
                    <a:pt x="5759581" y="1342599"/>
                  </a:lnTo>
                  <a:lnTo>
                    <a:pt x="5758299" y="1342599"/>
                  </a:lnTo>
                  <a:lnTo>
                    <a:pt x="5757018" y="1342599"/>
                  </a:lnTo>
                  <a:lnTo>
                    <a:pt x="5755736" y="1342599"/>
                  </a:lnTo>
                  <a:lnTo>
                    <a:pt x="5754454" y="1342599"/>
                  </a:lnTo>
                  <a:lnTo>
                    <a:pt x="5753172" y="1342599"/>
                  </a:lnTo>
                  <a:lnTo>
                    <a:pt x="5751890" y="1342599"/>
                  </a:lnTo>
                  <a:lnTo>
                    <a:pt x="5750608" y="1342599"/>
                  </a:lnTo>
                  <a:lnTo>
                    <a:pt x="5749326" y="1342599"/>
                  </a:lnTo>
                  <a:lnTo>
                    <a:pt x="5748045" y="1342599"/>
                  </a:lnTo>
                  <a:lnTo>
                    <a:pt x="5746763" y="1342599"/>
                  </a:lnTo>
                  <a:lnTo>
                    <a:pt x="5745481" y="1342599"/>
                  </a:lnTo>
                  <a:lnTo>
                    <a:pt x="5744199" y="1342599"/>
                  </a:lnTo>
                  <a:lnTo>
                    <a:pt x="5742917" y="1342599"/>
                  </a:lnTo>
                  <a:lnTo>
                    <a:pt x="5741635" y="1342599"/>
                  </a:lnTo>
                  <a:lnTo>
                    <a:pt x="5740354" y="1342599"/>
                  </a:lnTo>
                  <a:lnTo>
                    <a:pt x="5739072" y="1342599"/>
                  </a:lnTo>
                  <a:lnTo>
                    <a:pt x="5737790" y="1342599"/>
                  </a:lnTo>
                  <a:lnTo>
                    <a:pt x="5736508" y="1342599"/>
                  </a:lnTo>
                  <a:lnTo>
                    <a:pt x="5735226" y="1342599"/>
                  </a:lnTo>
                  <a:lnTo>
                    <a:pt x="5733944" y="1342599"/>
                  </a:lnTo>
                  <a:lnTo>
                    <a:pt x="5732663" y="1342599"/>
                  </a:lnTo>
                  <a:lnTo>
                    <a:pt x="5731381" y="1342599"/>
                  </a:lnTo>
                  <a:lnTo>
                    <a:pt x="5730099" y="1342599"/>
                  </a:lnTo>
                  <a:lnTo>
                    <a:pt x="5728817" y="1342599"/>
                  </a:lnTo>
                  <a:lnTo>
                    <a:pt x="5727535" y="1342599"/>
                  </a:lnTo>
                  <a:lnTo>
                    <a:pt x="5726253" y="1342599"/>
                  </a:lnTo>
                  <a:lnTo>
                    <a:pt x="5724971" y="1342599"/>
                  </a:lnTo>
                  <a:lnTo>
                    <a:pt x="5723690" y="1342599"/>
                  </a:lnTo>
                  <a:lnTo>
                    <a:pt x="5722408" y="1342599"/>
                  </a:lnTo>
                  <a:lnTo>
                    <a:pt x="5721126" y="1342599"/>
                  </a:lnTo>
                  <a:lnTo>
                    <a:pt x="5719844" y="1342599"/>
                  </a:lnTo>
                  <a:lnTo>
                    <a:pt x="5718562" y="1342599"/>
                  </a:lnTo>
                  <a:lnTo>
                    <a:pt x="5717280" y="1342599"/>
                  </a:lnTo>
                  <a:lnTo>
                    <a:pt x="5715999" y="1342599"/>
                  </a:lnTo>
                  <a:lnTo>
                    <a:pt x="5714717" y="1342599"/>
                  </a:lnTo>
                  <a:lnTo>
                    <a:pt x="5713435" y="1342599"/>
                  </a:lnTo>
                  <a:lnTo>
                    <a:pt x="5712153" y="1342599"/>
                  </a:lnTo>
                  <a:lnTo>
                    <a:pt x="5710871" y="1342599"/>
                  </a:lnTo>
                  <a:lnTo>
                    <a:pt x="5709589" y="1342599"/>
                  </a:lnTo>
                  <a:lnTo>
                    <a:pt x="5708307" y="1342599"/>
                  </a:lnTo>
                  <a:lnTo>
                    <a:pt x="5707026" y="1342599"/>
                  </a:lnTo>
                  <a:lnTo>
                    <a:pt x="5705744" y="1342599"/>
                  </a:lnTo>
                  <a:lnTo>
                    <a:pt x="5704462" y="1342599"/>
                  </a:lnTo>
                  <a:lnTo>
                    <a:pt x="5703180" y="1342599"/>
                  </a:lnTo>
                  <a:lnTo>
                    <a:pt x="5701898" y="1342599"/>
                  </a:lnTo>
                  <a:lnTo>
                    <a:pt x="5700616" y="1342599"/>
                  </a:lnTo>
                  <a:lnTo>
                    <a:pt x="5699335" y="1342599"/>
                  </a:lnTo>
                  <a:lnTo>
                    <a:pt x="5698053" y="1342599"/>
                  </a:lnTo>
                  <a:lnTo>
                    <a:pt x="5696771" y="1342599"/>
                  </a:lnTo>
                  <a:lnTo>
                    <a:pt x="5695489" y="1342599"/>
                  </a:lnTo>
                  <a:lnTo>
                    <a:pt x="5694207" y="1342599"/>
                  </a:lnTo>
                  <a:lnTo>
                    <a:pt x="5692925" y="1342599"/>
                  </a:lnTo>
                  <a:lnTo>
                    <a:pt x="5691643" y="1342599"/>
                  </a:lnTo>
                  <a:lnTo>
                    <a:pt x="5690362" y="1342599"/>
                  </a:lnTo>
                  <a:lnTo>
                    <a:pt x="5689080" y="1342599"/>
                  </a:lnTo>
                  <a:lnTo>
                    <a:pt x="5687798" y="1342599"/>
                  </a:lnTo>
                  <a:lnTo>
                    <a:pt x="5686516" y="1342599"/>
                  </a:lnTo>
                  <a:lnTo>
                    <a:pt x="5685234" y="1342599"/>
                  </a:lnTo>
                  <a:lnTo>
                    <a:pt x="5683952" y="1342599"/>
                  </a:lnTo>
                  <a:lnTo>
                    <a:pt x="5682671" y="1342599"/>
                  </a:lnTo>
                  <a:lnTo>
                    <a:pt x="5681389" y="1342599"/>
                  </a:lnTo>
                  <a:lnTo>
                    <a:pt x="5680107" y="1342599"/>
                  </a:lnTo>
                  <a:lnTo>
                    <a:pt x="5678825" y="1342599"/>
                  </a:lnTo>
                  <a:lnTo>
                    <a:pt x="5677543" y="1342599"/>
                  </a:lnTo>
                  <a:lnTo>
                    <a:pt x="5676261" y="1342599"/>
                  </a:lnTo>
                  <a:lnTo>
                    <a:pt x="5674980" y="1342599"/>
                  </a:lnTo>
                  <a:lnTo>
                    <a:pt x="5673698" y="1342599"/>
                  </a:lnTo>
                  <a:lnTo>
                    <a:pt x="5672416" y="1342599"/>
                  </a:lnTo>
                  <a:lnTo>
                    <a:pt x="5671134" y="1342599"/>
                  </a:lnTo>
                  <a:lnTo>
                    <a:pt x="5669852" y="1342599"/>
                  </a:lnTo>
                  <a:lnTo>
                    <a:pt x="5668570" y="1342599"/>
                  </a:lnTo>
                  <a:lnTo>
                    <a:pt x="5667288" y="1342599"/>
                  </a:lnTo>
                  <a:lnTo>
                    <a:pt x="5666007" y="1342599"/>
                  </a:lnTo>
                  <a:lnTo>
                    <a:pt x="5664725" y="1342599"/>
                  </a:lnTo>
                  <a:lnTo>
                    <a:pt x="5663443" y="1342599"/>
                  </a:lnTo>
                  <a:lnTo>
                    <a:pt x="5662161" y="1342599"/>
                  </a:lnTo>
                  <a:lnTo>
                    <a:pt x="5660879" y="1342599"/>
                  </a:lnTo>
                  <a:lnTo>
                    <a:pt x="5659597" y="1342599"/>
                  </a:lnTo>
                  <a:lnTo>
                    <a:pt x="5658316" y="1342599"/>
                  </a:lnTo>
                  <a:lnTo>
                    <a:pt x="5657034" y="1342599"/>
                  </a:lnTo>
                  <a:lnTo>
                    <a:pt x="5655752" y="1342599"/>
                  </a:lnTo>
                  <a:lnTo>
                    <a:pt x="5654470" y="1342599"/>
                  </a:lnTo>
                  <a:lnTo>
                    <a:pt x="5653188" y="1342599"/>
                  </a:lnTo>
                  <a:lnTo>
                    <a:pt x="5651906" y="1342599"/>
                  </a:lnTo>
                  <a:lnTo>
                    <a:pt x="5650624" y="1342599"/>
                  </a:lnTo>
                  <a:lnTo>
                    <a:pt x="5649343" y="1342599"/>
                  </a:lnTo>
                  <a:lnTo>
                    <a:pt x="5648061" y="1342599"/>
                  </a:lnTo>
                  <a:lnTo>
                    <a:pt x="5646779" y="1342599"/>
                  </a:lnTo>
                  <a:lnTo>
                    <a:pt x="5645497" y="1342599"/>
                  </a:lnTo>
                  <a:lnTo>
                    <a:pt x="5644215" y="1342599"/>
                  </a:lnTo>
                  <a:lnTo>
                    <a:pt x="5642933" y="1342599"/>
                  </a:lnTo>
                  <a:lnTo>
                    <a:pt x="5641652" y="1342599"/>
                  </a:lnTo>
                  <a:lnTo>
                    <a:pt x="5640370" y="1342599"/>
                  </a:lnTo>
                  <a:lnTo>
                    <a:pt x="5639088" y="1342599"/>
                  </a:lnTo>
                  <a:lnTo>
                    <a:pt x="5637806" y="1342599"/>
                  </a:lnTo>
                  <a:lnTo>
                    <a:pt x="5636524" y="1342599"/>
                  </a:lnTo>
                  <a:lnTo>
                    <a:pt x="5635242" y="1342599"/>
                  </a:lnTo>
                  <a:lnTo>
                    <a:pt x="5633961" y="1342599"/>
                  </a:lnTo>
                  <a:lnTo>
                    <a:pt x="5632679" y="1342599"/>
                  </a:lnTo>
                  <a:lnTo>
                    <a:pt x="5631397" y="1342599"/>
                  </a:lnTo>
                  <a:lnTo>
                    <a:pt x="5630115" y="1342599"/>
                  </a:lnTo>
                  <a:lnTo>
                    <a:pt x="5628833" y="1342599"/>
                  </a:lnTo>
                  <a:lnTo>
                    <a:pt x="5627551" y="1342599"/>
                  </a:lnTo>
                  <a:lnTo>
                    <a:pt x="5626269" y="1342599"/>
                  </a:lnTo>
                  <a:lnTo>
                    <a:pt x="5624988" y="1342599"/>
                  </a:lnTo>
                  <a:lnTo>
                    <a:pt x="5623706" y="1342599"/>
                  </a:lnTo>
                  <a:lnTo>
                    <a:pt x="5622424" y="1342599"/>
                  </a:lnTo>
                  <a:lnTo>
                    <a:pt x="5621142" y="1342599"/>
                  </a:lnTo>
                  <a:lnTo>
                    <a:pt x="5619860" y="1342599"/>
                  </a:lnTo>
                  <a:lnTo>
                    <a:pt x="5618578" y="1342599"/>
                  </a:lnTo>
                  <a:lnTo>
                    <a:pt x="5617297" y="1342599"/>
                  </a:lnTo>
                  <a:lnTo>
                    <a:pt x="5616015" y="1342599"/>
                  </a:lnTo>
                  <a:lnTo>
                    <a:pt x="5614733" y="1342599"/>
                  </a:lnTo>
                  <a:lnTo>
                    <a:pt x="5613451" y="1342599"/>
                  </a:lnTo>
                  <a:lnTo>
                    <a:pt x="5612169" y="1342599"/>
                  </a:lnTo>
                  <a:lnTo>
                    <a:pt x="5610887" y="1342599"/>
                  </a:lnTo>
                  <a:lnTo>
                    <a:pt x="5609605" y="1342599"/>
                  </a:lnTo>
                  <a:lnTo>
                    <a:pt x="5608324" y="1342599"/>
                  </a:lnTo>
                  <a:lnTo>
                    <a:pt x="5607042" y="1342599"/>
                  </a:lnTo>
                  <a:lnTo>
                    <a:pt x="5605760" y="1342599"/>
                  </a:lnTo>
                  <a:lnTo>
                    <a:pt x="5604478" y="1342599"/>
                  </a:lnTo>
                  <a:lnTo>
                    <a:pt x="5603196" y="1342599"/>
                  </a:lnTo>
                  <a:lnTo>
                    <a:pt x="5601914" y="1342599"/>
                  </a:lnTo>
                  <a:lnTo>
                    <a:pt x="5600633" y="1342599"/>
                  </a:lnTo>
                  <a:lnTo>
                    <a:pt x="5599351" y="1342599"/>
                  </a:lnTo>
                  <a:lnTo>
                    <a:pt x="5598069" y="1342599"/>
                  </a:lnTo>
                  <a:lnTo>
                    <a:pt x="5596787" y="1342599"/>
                  </a:lnTo>
                  <a:lnTo>
                    <a:pt x="5595505" y="1342599"/>
                  </a:lnTo>
                  <a:lnTo>
                    <a:pt x="5594223" y="1342599"/>
                  </a:lnTo>
                  <a:lnTo>
                    <a:pt x="5592942" y="1342599"/>
                  </a:lnTo>
                  <a:lnTo>
                    <a:pt x="5591660" y="1342599"/>
                  </a:lnTo>
                  <a:lnTo>
                    <a:pt x="5590378" y="1342599"/>
                  </a:lnTo>
                  <a:lnTo>
                    <a:pt x="5589096" y="1342599"/>
                  </a:lnTo>
                  <a:lnTo>
                    <a:pt x="5587814" y="1342599"/>
                  </a:lnTo>
                  <a:lnTo>
                    <a:pt x="5586532" y="1342599"/>
                  </a:lnTo>
                  <a:lnTo>
                    <a:pt x="5585250" y="1342599"/>
                  </a:lnTo>
                  <a:lnTo>
                    <a:pt x="5583969" y="1342599"/>
                  </a:lnTo>
                  <a:lnTo>
                    <a:pt x="5582687" y="1342599"/>
                  </a:lnTo>
                  <a:lnTo>
                    <a:pt x="5581405" y="1342599"/>
                  </a:lnTo>
                  <a:lnTo>
                    <a:pt x="5580123" y="1342599"/>
                  </a:lnTo>
                  <a:lnTo>
                    <a:pt x="5578841" y="1342599"/>
                  </a:lnTo>
                  <a:lnTo>
                    <a:pt x="5577559" y="1342599"/>
                  </a:lnTo>
                  <a:lnTo>
                    <a:pt x="5576278" y="1342599"/>
                  </a:lnTo>
                  <a:lnTo>
                    <a:pt x="5574996" y="1342599"/>
                  </a:lnTo>
                  <a:lnTo>
                    <a:pt x="5573714" y="1342599"/>
                  </a:lnTo>
                  <a:lnTo>
                    <a:pt x="5572432" y="1342599"/>
                  </a:lnTo>
                  <a:lnTo>
                    <a:pt x="5571150" y="1342599"/>
                  </a:lnTo>
                  <a:lnTo>
                    <a:pt x="5569868" y="1342599"/>
                  </a:lnTo>
                  <a:lnTo>
                    <a:pt x="5568586" y="1342599"/>
                  </a:lnTo>
                  <a:lnTo>
                    <a:pt x="5567305" y="1342599"/>
                  </a:lnTo>
                  <a:lnTo>
                    <a:pt x="5566023" y="1342599"/>
                  </a:lnTo>
                  <a:lnTo>
                    <a:pt x="5564741" y="1342599"/>
                  </a:lnTo>
                  <a:lnTo>
                    <a:pt x="5563459" y="1342599"/>
                  </a:lnTo>
                  <a:lnTo>
                    <a:pt x="5562177" y="1342599"/>
                  </a:lnTo>
                  <a:lnTo>
                    <a:pt x="5560895" y="1342599"/>
                  </a:lnTo>
                  <a:lnTo>
                    <a:pt x="5559614" y="1342599"/>
                  </a:lnTo>
                  <a:lnTo>
                    <a:pt x="5558332" y="1342599"/>
                  </a:lnTo>
                  <a:lnTo>
                    <a:pt x="5557050" y="1342599"/>
                  </a:lnTo>
                  <a:lnTo>
                    <a:pt x="5555768" y="1342599"/>
                  </a:lnTo>
                  <a:lnTo>
                    <a:pt x="5554486" y="1342599"/>
                  </a:lnTo>
                  <a:lnTo>
                    <a:pt x="5553204" y="1342599"/>
                  </a:lnTo>
                  <a:lnTo>
                    <a:pt x="5551922" y="1342599"/>
                  </a:lnTo>
                  <a:lnTo>
                    <a:pt x="5550641" y="1342599"/>
                  </a:lnTo>
                  <a:lnTo>
                    <a:pt x="5549359" y="1342599"/>
                  </a:lnTo>
                  <a:lnTo>
                    <a:pt x="5548077" y="1342599"/>
                  </a:lnTo>
                  <a:lnTo>
                    <a:pt x="5546795" y="1342599"/>
                  </a:lnTo>
                  <a:lnTo>
                    <a:pt x="5545513" y="1342599"/>
                  </a:lnTo>
                  <a:lnTo>
                    <a:pt x="5544231" y="1342599"/>
                  </a:lnTo>
                  <a:lnTo>
                    <a:pt x="5542950" y="1342599"/>
                  </a:lnTo>
                  <a:lnTo>
                    <a:pt x="5541668" y="1342599"/>
                  </a:lnTo>
                  <a:lnTo>
                    <a:pt x="5540386" y="1342599"/>
                  </a:lnTo>
                  <a:lnTo>
                    <a:pt x="5539104" y="1342599"/>
                  </a:lnTo>
                  <a:lnTo>
                    <a:pt x="5537822" y="1342599"/>
                  </a:lnTo>
                  <a:lnTo>
                    <a:pt x="5536540" y="1342599"/>
                  </a:lnTo>
                  <a:lnTo>
                    <a:pt x="5535259" y="1342599"/>
                  </a:lnTo>
                  <a:lnTo>
                    <a:pt x="5533977" y="1342599"/>
                  </a:lnTo>
                  <a:lnTo>
                    <a:pt x="5532695" y="1342599"/>
                  </a:lnTo>
                  <a:lnTo>
                    <a:pt x="5531413" y="1342599"/>
                  </a:lnTo>
                  <a:lnTo>
                    <a:pt x="5530131" y="1342599"/>
                  </a:lnTo>
                  <a:lnTo>
                    <a:pt x="5528849" y="1342599"/>
                  </a:lnTo>
                  <a:lnTo>
                    <a:pt x="5527567" y="1342599"/>
                  </a:lnTo>
                  <a:lnTo>
                    <a:pt x="5526286" y="1342599"/>
                  </a:lnTo>
                  <a:lnTo>
                    <a:pt x="5525004" y="1342599"/>
                  </a:lnTo>
                  <a:lnTo>
                    <a:pt x="5523722" y="1342599"/>
                  </a:lnTo>
                  <a:lnTo>
                    <a:pt x="5522440" y="1342599"/>
                  </a:lnTo>
                  <a:lnTo>
                    <a:pt x="5521158" y="1342599"/>
                  </a:lnTo>
                  <a:lnTo>
                    <a:pt x="5519876" y="1342599"/>
                  </a:lnTo>
                  <a:lnTo>
                    <a:pt x="5518595" y="1342599"/>
                  </a:lnTo>
                  <a:lnTo>
                    <a:pt x="5517313" y="1342599"/>
                  </a:lnTo>
                  <a:lnTo>
                    <a:pt x="5516031" y="1342599"/>
                  </a:lnTo>
                  <a:lnTo>
                    <a:pt x="5514749" y="1342599"/>
                  </a:lnTo>
                  <a:lnTo>
                    <a:pt x="5513467" y="1342599"/>
                  </a:lnTo>
                  <a:lnTo>
                    <a:pt x="5512185" y="1342599"/>
                  </a:lnTo>
                  <a:lnTo>
                    <a:pt x="5510903" y="1342599"/>
                  </a:lnTo>
                  <a:lnTo>
                    <a:pt x="5509622" y="1342599"/>
                  </a:lnTo>
                  <a:lnTo>
                    <a:pt x="5508340" y="1342599"/>
                  </a:lnTo>
                  <a:lnTo>
                    <a:pt x="5507058" y="1342599"/>
                  </a:lnTo>
                  <a:lnTo>
                    <a:pt x="5505776" y="1342599"/>
                  </a:lnTo>
                  <a:lnTo>
                    <a:pt x="5504494" y="1342599"/>
                  </a:lnTo>
                  <a:lnTo>
                    <a:pt x="5503212" y="1342599"/>
                  </a:lnTo>
                  <a:lnTo>
                    <a:pt x="5501931" y="1342599"/>
                  </a:lnTo>
                  <a:lnTo>
                    <a:pt x="5500649" y="1342599"/>
                  </a:lnTo>
                  <a:lnTo>
                    <a:pt x="5499367" y="1342599"/>
                  </a:lnTo>
                  <a:lnTo>
                    <a:pt x="5498085" y="1342599"/>
                  </a:lnTo>
                  <a:lnTo>
                    <a:pt x="5496803" y="1342599"/>
                  </a:lnTo>
                  <a:lnTo>
                    <a:pt x="5495521" y="1342599"/>
                  </a:lnTo>
                  <a:lnTo>
                    <a:pt x="5494240" y="1342599"/>
                  </a:lnTo>
                  <a:lnTo>
                    <a:pt x="5492958" y="1342599"/>
                  </a:lnTo>
                  <a:lnTo>
                    <a:pt x="5491676" y="1342599"/>
                  </a:lnTo>
                  <a:lnTo>
                    <a:pt x="5490394" y="1342599"/>
                  </a:lnTo>
                  <a:lnTo>
                    <a:pt x="5489112" y="1342599"/>
                  </a:lnTo>
                  <a:lnTo>
                    <a:pt x="5487830" y="1342599"/>
                  </a:lnTo>
                  <a:lnTo>
                    <a:pt x="5486548" y="1342599"/>
                  </a:lnTo>
                  <a:lnTo>
                    <a:pt x="5485267" y="1342599"/>
                  </a:lnTo>
                  <a:lnTo>
                    <a:pt x="5483985" y="1342599"/>
                  </a:lnTo>
                  <a:lnTo>
                    <a:pt x="5482703" y="1342599"/>
                  </a:lnTo>
                  <a:lnTo>
                    <a:pt x="5481421" y="1342599"/>
                  </a:lnTo>
                  <a:lnTo>
                    <a:pt x="5480139" y="1342599"/>
                  </a:lnTo>
                  <a:lnTo>
                    <a:pt x="5478857" y="1342599"/>
                  </a:lnTo>
                  <a:lnTo>
                    <a:pt x="5477576" y="1342599"/>
                  </a:lnTo>
                  <a:lnTo>
                    <a:pt x="5476294" y="1342599"/>
                  </a:lnTo>
                  <a:lnTo>
                    <a:pt x="5475012" y="1342599"/>
                  </a:lnTo>
                  <a:lnTo>
                    <a:pt x="5473730" y="1342599"/>
                  </a:lnTo>
                  <a:lnTo>
                    <a:pt x="5472448" y="1342599"/>
                  </a:lnTo>
                  <a:lnTo>
                    <a:pt x="5471166" y="1342599"/>
                  </a:lnTo>
                  <a:lnTo>
                    <a:pt x="5469884" y="1342599"/>
                  </a:lnTo>
                  <a:lnTo>
                    <a:pt x="5468603" y="1342599"/>
                  </a:lnTo>
                  <a:lnTo>
                    <a:pt x="5467321" y="1342599"/>
                  </a:lnTo>
                  <a:lnTo>
                    <a:pt x="5466039" y="1342599"/>
                  </a:lnTo>
                  <a:lnTo>
                    <a:pt x="5464757" y="1342599"/>
                  </a:lnTo>
                  <a:lnTo>
                    <a:pt x="5463475" y="1342599"/>
                  </a:lnTo>
                  <a:lnTo>
                    <a:pt x="5462193" y="1342599"/>
                  </a:lnTo>
                  <a:lnTo>
                    <a:pt x="5460912" y="1342599"/>
                  </a:lnTo>
                  <a:lnTo>
                    <a:pt x="5459630" y="1342599"/>
                  </a:lnTo>
                  <a:lnTo>
                    <a:pt x="5458348" y="1342599"/>
                  </a:lnTo>
                  <a:lnTo>
                    <a:pt x="5457066" y="1342599"/>
                  </a:lnTo>
                  <a:lnTo>
                    <a:pt x="5455784" y="1342599"/>
                  </a:lnTo>
                  <a:lnTo>
                    <a:pt x="5454502" y="1342599"/>
                  </a:lnTo>
                  <a:lnTo>
                    <a:pt x="5453221" y="1342599"/>
                  </a:lnTo>
                  <a:lnTo>
                    <a:pt x="5451939" y="1342599"/>
                  </a:lnTo>
                  <a:lnTo>
                    <a:pt x="5450657" y="1342599"/>
                  </a:lnTo>
                  <a:lnTo>
                    <a:pt x="5449375" y="1342599"/>
                  </a:lnTo>
                  <a:lnTo>
                    <a:pt x="5448093" y="1342599"/>
                  </a:lnTo>
                  <a:lnTo>
                    <a:pt x="5446811" y="1342599"/>
                  </a:lnTo>
                  <a:lnTo>
                    <a:pt x="5445529" y="1342599"/>
                  </a:lnTo>
                  <a:lnTo>
                    <a:pt x="5444248" y="1342599"/>
                  </a:lnTo>
                  <a:lnTo>
                    <a:pt x="5442966" y="1342599"/>
                  </a:lnTo>
                  <a:lnTo>
                    <a:pt x="5441684" y="1342599"/>
                  </a:lnTo>
                  <a:lnTo>
                    <a:pt x="5440402" y="1342599"/>
                  </a:lnTo>
                  <a:lnTo>
                    <a:pt x="5439120" y="1342599"/>
                  </a:lnTo>
                  <a:lnTo>
                    <a:pt x="5437838" y="1342599"/>
                  </a:lnTo>
                  <a:lnTo>
                    <a:pt x="5436557" y="1342599"/>
                  </a:lnTo>
                  <a:lnTo>
                    <a:pt x="5435275" y="1342599"/>
                  </a:lnTo>
                  <a:lnTo>
                    <a:pt x="5433993" y="1342599"/>
                  </a:lnTo>
                  <a:lnTo>
                    <a:pt x="5432711" y="1342599"/>
                  </a:lnTo>
                  <a:lnTo>
                    <a:pt x="5431429" y="1342599"/>
                  </a:lnTo>
                  <a:lnTo>
                    <a:pt x="5430147" y="1342599"/>
                  </a:lnTo>
                  <a:lnTo>
                    <a:pt x="5428865" y="1342599"/>
                  </a:lnTo>
                  <a:lnTo>
                    <a:pt x="5427584" y="1342599"/>
                  </a:lnTo>
                  <a:lnTo>
                    <a:pt x="5426302" y="1342599"/>
                  </a:lnTo>
                  <a:lnTo>
                    <a:pt x="5425020" y="1342599"/>
                  </a:lnTo>
                  <a:lnTo>
                    <a:pt x="5423738" y="1342599"/>
                  </a:lnTo>
                  <a:lnTo>
                    <a:pt x="5422456" y="1342599"/>
                  </a:lnTo>
                  <a:lnTo>
                    <a:pt x="5421174" y="1342599"/>
                  </a:lnTo>
                  <a:lnTo>
                    <a:pt x="5419893" y="1342599"/>
                  </a:lnTo>
                  <a:lnTo>
                    <a:pt x="5418611" y="1342599"/>
                  </a:lnTo>
                  <a:lnTo>
                    <a:pt x="5417329" y="1342599"/>
                  </a:lnTo>
                  <a:lnTo>
                    <a:pt x="5416047" y="1342599"/>
                  </a:lnTo>
                  <a:lnTo>
                    <a:pt x="5414765" y="1342599"/>
                  </a:lnTo>
                  <a:lnTo>
                    <a:pt x="5413483" y="1342599"/>
                  </a:lnTo>
                  <a:lnTo>
                    <a:pt x="5412201" y="1342599"/>
                  </a:lnTo>
                  <a:lnTo>
                    <a:pt x="5410920" y="1342599"/>
                  </a:lnTo>
                  <a:lnTo>
                    <a:pt x="5409638" y="1342599"/>
                  </a:lnTo>
                  <a:lnTo>
                    <a:pt x="5408356" y="1342599"/>
                  </a:lnTo>
                  <a:lnTo>
                    <a:pt x="5407074" y="1342599"/>
                  </a:lnTo>
                  <a:lnTo>
                    <a:pt x="5405792" y="1342599"/>
                  </a:lnTo>
                  <a:lnTo>
                    <a:pt x="5404510" y="1342599"/>
                  </a:lnTo>
                  <a:lnTo>
                    <a:pt x="5403229" y="1342599"/>
                  </a:lnTo>
                  <a:lnTo>
                    <a:pt x="5401947" y="1342599"/>
                  </a:lnTo>
                  <a:lnTo>
                    <a:pt x="5400665" y="1342599"/>
                  </a:lnTo>
                  <a:lnTo>
                    <a:pt x="5399383" y="1342599"/>
                  </a:lnTo>
                  <a:lnTo>
                    <a:pt x="5398101" y="1342599"/>
                  </a:lnTo>
                  <a:lnTo>
                    <a:pt x="5396819" y="1342599"/>
                  </a:lnTo>
                  <a:lnTo>
                    <a:pt x="5395538" y="1342599"/>
                  </a:lnTo>
                  <a:lnTo>
                    <a:pt x="5394256" y="1342599"/>
                  </a:lnTo>
                  <a:lnTo>
                    <a:pt x="5392974" y="1342599"/>
                  </a:lnTo>
                  <a:lnTo>
                    <a:pt x="5391692" y="1342599"/>
                  </a:lnTo>
                  <a:lnTo>
                    <a:pt x="5390410" y="1342599"/>
                  </a:lnTo>
                  <a:lnTo>
                    <a:pt x="5389128" y="1342599"/>
                  </a:lnTo>
                  <a:lnTo>
                    <a:pt x="5387846" y="1342599"/>
                  </a:lnTo>
                  <a:lnTo>
                    <a:pt x="5386565" y="1342599"/>
                  </a:lnTo>
                  <a:lnTo>
                    <a:pt x="5385283" y="1342599"/>
                  </a:lnTo>
                  <a:lnTo>
                    <a:pt x="5384001" y="1342599"/>
                  </a:lnTo>
                  <a:lnTo>
                    <a:pt x="5382719" y="1342599"/>
                  </a:lnTo>
                  <a:lnTo>
                    <a:pt x="5381437" y="1342599"/>
                  </a:lnTo>
                  <a:lnTo>
                    <a:pt x="5380155" y="1342599"/>
                  </a:lnTo>
                  <a:lnTo>
                    <a:pt x="5378874" y="1342599"/>
                  </a:lnTo>
                  <a:lnTo>
                    <a:pt x="5377592" y="1342599"/>
                  </a:lnTo>
                  <a:lnTo>
                    <a:pt x="5376310" y="1342599"/>
                  </a:lnTo>
                  <a:lnTo>
                    <a:pt x="5375028" y="1342599"/>
                  </a:lnTo>
                  <a:lnTo>
                    <a:pt x="5373746" y="1342599"/>
                  </a:lnTo>
                  <a:lnTo>
                    <a:pt x="5372464" y="1342599"/>
                  </a:lnTo>
                  <a:lnTo>
                    <a:pt x="5371182" y="1342599"/>
                  </a:lnTo>
                  <a:lnTo>
                    <a:pt x="5369901" y="1342599"/>
                  </a:lnTo>
                  <a:lnTo>
                    <a:pt x="5368619" y="1342599"/>
                  </a:lnTo>
                  <a:lnTo>
                    <a:pt x="5367337" y="1342599"/>
                  </a:lnTo>
                  <a:lnTo>
                    <a:pt x="5366055" y="1342599"/>
                  </a:lnTo>
                  <a:lnTo>
                    <a:pt x="5364773" y="1342599"/>
                  </a:lnTo>
                  <a:lnTo>
                    <a:pt x="5363491" y="1342599"/>
                  </a:lnTo>
                  <a:lnTo>
                    <a:pt x="5362210" y="1342599"/>
                  </a:lnTo>
                  <a:lnTo>
                    <a:pt x="5360928" y="1342599"/>
                  </a:lnTo>
                  <a:lnTo>
                    <a:pt x="5359646" y="1342599"/>
                  </a:lnTo>
                  <a:lnTo>
                    <a:pt x="5358364" y="1342599"/>
                  </a:lnTo>
                  <a:lnTo>
                    <a:pt x="5357082" y="1342599"/>
                  </a:lnTo>
                  <a:lnTo>
                    <a:pt x="5355800" y="1342599"/>
                  </a:lnTo>
                  <a:lnTo>
                    <a:pt x="5354519" y="1342599"/>
                  </a:lnTo>
                  <a:lnTo>
                    <a:pt x="5353237" y="1342599"/>
                  </a:lnTo>
                  <a:lnTo>
                    <a:pt x="5351955" y="1342599"/>
                  </a:lnTo>
                  <a:lnTo>
                    <a:pt x="5350673" y="1342599"/>
                  </a:lnTo>
                  <a:lnTo>
                    <a:pt x="5349391" y="1342599"/>
                  </a:lnTo>
                  <a:lnTo>
                    <a:pt x="5348109" y="1342599"/>
                  </a:lnTo>
                  <a:lnTo>
                    <a:pt x="5346827" y="1342599"/>
                  </a:lnTo>
                  <a:lnTo>
                    <a:pt x="5345546" y="1342599"/>
                  </a:lnTo>
                  <a:lnTo>
                    <a:pt x="5344264" y="1342599"/>
                  </a:lnTo>
                  <a:lnTo>
                    <a:pt x="5342982" y="1342599"/>
                  </a:lnTo>
                  <a:lnTo>
                    <a:pt x="5341700" y="1342599"/>
                  </a:lnTo>
                  <a:lnTo>
                    <a:pt x="5340418" y="1342599"/>
                  </a:lnTo>
                  <a:lnTo>
                    <a:pt x="5339136" y="1342599"/>
                  </a:lnTo>
                  <a:lnTo>
                    <a:pt x="5337855" y="1342599"/>
                  </a:lnTo>
                  <a:lnTo>
                    <a:pt x="5336573" y="1342599"/>
                  </a:lnTo>
                  <a:lnTo>
                    <a:pt x="5335291" y="1342599"/>
                  </a:lnTo>
                  <a:lnTo>
                    <a:pt x="5334009" y="1342599"/>
                  </a:lnTo>
                  <a:lnTo>
                    <a:pt x="5332727" y="1342599"/>
                  </a:lnTo>
                  <a:lnTo>
                    <a:pt x="5331445" y="1342599"/>
                  </a:lnTo>
                  <a:lnTo>
                    <a:pt x="5330163" y="1342599"/>
                  </a:lnTo>
                  <a:lnTo>
                    <a:pt x="5328882" y="1342599"/>
                  </a:lnTo>
                  <a:lnTo>
                    <a:pt x="5327600" y="1342599"/>
                  </a:lnTo>
                  <a:lnTo>
                    <a:pt x="5326318" y="1342599"/>
                  </a:lnTo>
                  <a:lnTo>
                    <a:pt x="5325036" y="1342599"/>
                  </a:lnTo>
                  <a:lnTo>
                    <a:pt x="5323754" y="1342599"/>
                  </a:lnTo>
                  <a:lnTo>
                    <a:pt x="5322472" y="1342599"/>
                  </a:lnTo>
                  <a:lnTo>
                    <a:pt x="5321191" y="1342599"/>
                  </a:lnTo>
                  <a:lnTo>
                    <a:pt x="5319909" y="1342599"/>
                  </a:lnTo>
                  <a:lnTo>
                    <a:pt x="5318627" y="1342599"/>
                  </a:lnTo>
                  <a:lnTo>
                    <a:pt x="5317345" y="1342599"/>
                  </a:lnTo>
                  <a:lnTo>
                    <a:pt x="5316063" y="1342599"/>
                  </a:lnTo>
                  <a:lnTo>
                    <a:pt x="5314781" y="1342599"/>
                  </a:lnTo>
                  <a:lnTo>
                    <a:pt x="5313500" y="1342599"/>
                  </a:lnTo>
                  <a:lnTo>
                    <a:pt x="5312218" y="1342599"/>
                  </a:lnTo>
                  <a:lnTo>
                    <a:pt x="5310936" y="1342599"/>
                  </a:lnTo>
                  <a:lnTo>
                    <a:pt x="5309654" y="1342599"/>
                  </a:lnTo>
                  <a:lnTo>
                    <a:pt x="5308372" y="1342599"/>
                  </a:lnTo>
                  <a:lnTo>
                    <a:pt x="5307090" y="1342599"/>
                  </a:lnTo>
                  <a:lnTo>
                    <a:pt x="5305808" y="1342599"/>
                  </a:lnTo>
                  <a:lnTo>
                    <a:pt x="5304527" y="1342599"/>
                  </a:lnTo>
                  <a:lnTo>
                    <a:pt x="5303245" y="1342599"/>
                  </a:lnTo>
                  <a:lnTo>
                    <a:pt x="5301963" y="1342599"/>
                  </a:lnTo>
                  <a:lnTo>
                    <a:pt x="5300681" y="1342599"/>
                  </a:lnTo>
                  <a:lnTo>
                    <a:pt x="5299399" y="1342599"/>
                  </a:lnTo>
                  <a:lnTo>
                    <a:pt x="5298117" y="1342599"/>
                  </a:lnTo>
                  <a:lnTo>
                    <a:pt x="5296836" y="1342599"/>
                  </a:lnTo>
                  <a:lnTo>
                    <a:pt x="5295554" y="1342599"/>
                  </a:lnTo>
                  <a:lnTo>
                    <a:pt x="5294272" y="1342599"/>
                  </a:lnTo>
                  <a:lnTo>
                    <a:pt x="5292990" y="1342599"/>
                  </a:lnTo>
                  <a:lnTo>
                    <a:pt x="5291708" y="1342599"/>
                  </a:lnTo>
                  <a:lnTo>
                    <a:pt x="5290426" y="1342599"/>
                  </a:lnTo>
                  <a:lnTo>
                    <a:pt x="5289144" y="1342599"/>
                  </a:lnTo>
                  <a:lnTo>
                    <a:pt x="5287863" y="1342599"/>
                  </a:lnTo>
                  <a:lnTo>
                    <a:pt x="5286581" y="1342599"/>
                  </a:lnTo>
                  <a:lnTo>
                    <a:pt x="5285299" y="1342599"/>
                  </a:lnTo>
                  <a:lnTo>
                    <a:pt x="5284017" y="1342599"/>
                  </a:lnTo>
                  <a:lnTo>
                    <a:pt x="5282735" y="1342599"/>
                  </a:lnTo>
                  <a:lnTo>
                    <a:pt x="5281453" y="1342599"/>
                  </a:lnTo>
                  <a:lnTo>
                    <a:pt x="5280172" y="1342599"/>
                  </a:lnTo>
                  <a:lnTo>
                    <a:pt x="5278890" y="1342599"/>
                  </a:lnTo>
                  <a:lnTo>
                    <a:pt x="5277608" y="1342599"/>
                  </a:lnTo>
                  <a:lnTo>
                    <a:pt x="5276326" y="1342599"/>
                  </a:lnTo>
                  <a:lnTo>
                    <a:pt x="5275044" y="1342599"/>
                  </a:lnTo>
                  <a:lnTo>
                    <a:pt x="5273762" y="1342599"/>
                  </a:lnTo>
                  <a:lnTo>
                    <a:pt x="5272480" y="1342599"/>
                  </a:lnTo>
                  <a:lnTo>
                    <a:pt x="5271199" y="1342599"/>
                  </a:lnTo>
                  <a:lnTo>
                    <a:pt x="5269917" y="1342599"/>
                  </a:lnTo>
                  <a:lnTo>
                    <a:pt x="5268635" y="1342599"/>
                  </a:lnTo>
                  <a:lnTo>
                    <a:pt x="5267353" y="1342599"/>
                  </a:lnTo>
                  <a:lnTo>
                    <a:pt x="5266071" y="1342599"/>
                  </a:lnTo>
                  <a:lnTo>
                    <a:pt x="5264789" y="1342599"/>
                  </a:lnTo>
                  <a:lnTo>
                    <a:pt x="5263508" y="1342599"/>
                  </a:lnTo>
                  <a:lnTo>
                    <a:pt x="5262226" y="1342599"/>
                  </a:lnTo>
                  <a:lnTo>
                    <a:pt x="5260944" y="1342599"/>
                  </a:lnTo>
                  <a:lnTo>
                    <a:pt x="5259662" y="1342599"/>
                  </a:lnTo>
                  <a:lnTo>
                    <a:pt x="5258380" y="1342599"/>
                  </a:lnTo>
                  <a:lnTo>
                    <a:pt x="5257098" y="1342599"/>
                  </a:lnTo>
                  <a:lnTo>
                    <a:pt x="5255817" y="1342599"/>
                  </a:lnTo>
                  <a:lnTo>
                    <a:pt x="5254535" y="1342599"/>
                  </a:lnTo>
                  <a:lnTo>
                    <a:pt x="5253253" y="1342599"/>
                  </a:lnTo>
                  <a:lnTo>
                    <a:pt x="5251971" y="1342599"/>
                  </a:lnTo>
                  <a:lnTo>
                    <a:pt x="5250689" y="1342599"/>
                  </a:lnTo>
                  <a:lnTo>
                    <a:pt x="5249407" y="1342599"/>
                  </a:lnTo>
                  <a:lnTo>
                    <a:pt x="5248125" y="1342599"/>
                  </a:lnTo>
                  <a:lnTo>
                    <a:pt x="5246844" y="1342599"/>
                  </a:lnTo>
                  <a:lnTo>
                    <a:pt x="5245562" y="1342599"/>
                  </a:lnTo>
                  <a:lnTo>
                    <a:pt x="5244280" y="1342599"/>
                  </a:lnTo>
                  <a:lnTo>
                    <a:pt x="5242998" y="1342599"/>
                  </a:lnTo>
                  <a:lnTo>
                    <a:pt x="5241716" y="1342599"/>
                  </a:lnTo>
                  <a:lnTo>
                    <a:pt x="5240434" y="1342599"/>
                  </a:lnTo>
                  <a:lnTo>
                    <a:pt x="5239153" y="1342599"/>
                  </a:lnTo>
                  <a:lnTo>
                    <a:pt x="5237871" y="1342599"/>
                  </a:lnTo>
                  <a:lnTo>
                    <a:pt x="5236589" y="1342599"/>
                  </a:lnTo>
                  <a:lnTo>
                    <a:pt x="5235307" y="1342599"/>
                  </a:lnTo>
                  <a:lnTo>
                    <a:pt x="5234025" y="1342599"/>
                  </a:lnTo>
                  <a:lnTo>
                    <a:pt x="5232743" y="1342599"/>
                  </a:lnTo>
                  <a:lnTo>
                    <a:pt x="5231461" y="1342599"/>
                  </a:lnTo>
                  <a:lnTo>
                    <a:pt x="5230180" y="1342599"/>
                  </a:lnTo>
                  <a:lnTo>
                    <a:pt x="5228898" y="1342599"/>
                  </a:lnTo>
                  <a:lnTo>
                    <a:pt x="5227616" y="1342599"/>
                  </a:lnTo>
                  <a:lnTo>
                    <a:pt x="5226334" y="1342599"/>
                  </a:lnTo>
                  <a:lnTo>
                    <a:pt x="5225052" y="1342599"/>
                  </a:lnTo>
                  <a:lnTo>
                    <a:pt x="5223770" y="1342599"/>
                  </a:lnTo>
                  <a:lnTo>
                    <a:pt x="5222489" y="1342599"/>
                  </a:lnTo>
                  <a:lnTo>
                    <a:pt x="5221207" y="1342599"/>
                  </a:lnTo>
                  <a:lnTo>
                    <a:pt x="5219925" y="1342599"/>
                  </a:lnTo>
                  <a:lnTo>
                    <a:pt x="5218643" y="1342599"/>
                  </a:lnTo>
                  <a:lnTo>
                    <a:pt x="5217361" y="1342599"/>
                  </a:lnTo>
                  <a:lnTo>
                    <a:pt x="5216079" y="1342599"/>
                  </a:lnTo>
                  <a:lnTo>
                    <a:pt x="5214798" y="1342599"/>
                  </a:lnTo>
                  <a:lnTo>
                    <a:pt x="5213516" y="1342599"/>
                  </a:lnTo>
                  <a:lnTo>
                    <a:pt x="5212234" y="1342599"/>
                  </a:lnTo>
                  <a:lnTo>
                    <a:pt x="5210952" y="1342599"/>
                  </a:lnTo>
                  <a:lnTo>
                    <a:pt x="5209670" y="1342599"/>
                  </a:lnTo>
                  <a:lnTo>
                    <a:pt x="5208388" y="1342599"/>
                  </a:lnTo>
                  <a:lnTo>
                    <a:pt x="5207106" y="1342599"/>
                  </a:lnTo>
                  <a:lnTo>
                    <a:pt x="5205825" y="1342599"/>
                  </a:lnTo>
                  <a:lnTo>
                    <a:pt x="5204543" y="1342599"/>
                  </a:lnTo>
                  <a:lnTo>
                    <a:pt x="5203261" y="1342599"/>
                  </a:lnTo>
                  <a:lnTo>
                    <a:pt x="5201979" y="1342599"/>
                  </a:lnTo>
                  <a:lnTo>
                    <a:pt x="5200697" y="1342599"/>
                  </a:lnTo>
                  <a:lnTo>
                    <a:pt x="5199415" y="1342599"/>
                  </a:lnTo>
                  <a:lnTo>
                    <a:pt x="5198134" y="1342599"/>
                  </a:lnTo>
                  <a:lnTo>
                    <a:pt x="5196852" y="1342599"/>
                  </a:lnTo>
                  <a:lnTo>
                    <a:pt x="5195570" y="1342599"/>
                  </a:lnTo>
                  <a:lnTo>
                    <a:pt x="5194288" y="1342599"/>
                  </a:lnTo>
                  <a:lnTo>
                    <a:pt x="5193006" y="1342599"/>
                  </a:lnTo>
                  <a:lnTo>
                    <a:pt x="5191724" y="1342599"/>
                  </a:lnTo>
                  <a:lnTo>
                    <a:pt x="5190442" y="1342599"/>
                  </a:lnTo>
                  <a:lnTo>
                    <a:pt x="5189161" y="1342599"/>
                  </a:lnTo>
                  <a:lnTo>
                    <a:pt x="5187879" y="1342599"/>
                  </a:lnTo>
                  <a:lnTo>
                    <a:pt x="5186597" y="1342599"/>
                  </a:lnTo>
                  <a:lnTo>
                    <a:pt x="5185315" y="1342599"/>
                  </a:lnTo>
                  <a:lnTo>
                    <a:pt x="5184033" y="1342599"/>
                  </a:lnTo>
                  <a:lnTo>
                    <a:pt x="5182751" y="1342599"/>
                  </a:lnTo>
                  <a:lnTo>
                    <a:pt x="5181470" y="1342599"/>
                  </a:lnTo>
                  <a:lnTo>
                    <a:pt x="5180188" y="1342599"/>
                  </a:lnTo>
                  <a:lnTo>
                    <a:pt x="5178906" y="1342599"/>
                  </a:lnTo>
                  <a:lnTo>
                    <a:pt x="5177624" y="1342599"/>
                  </a:lnTo>
                  <a:lnTo>
                    <a:pt x="5176342" y="1342599"/>
                  </a:lnTo>
                  <a:lnTo>
                    <a:pt x="5175060" y="1342599"/>
                  </a:lnTo>
                  <a:lnTo>
                    <a:pt x="5173778" y="1342599"/>
                  </a:lnTo>
                  <a:lnTo>
                    <a:pt x="5172497" y="1342599"/>
                  </a:lnTo>
                  <a:lnTo>
                    <a:pt x="5171215" y="1342599"/>
                  </a:lnTo>
                  <a:lnTo>
                    <a:pt x="5169933" y="1342599"/>
                  </a:lnTo>
                  <a:lnTo>
                    <a:pt x="5168651" y="1342599"/>
                  </a:lnTo>
                  <a:lnTo>
                    <a:pt x="5167369" y="1342599"/>
                  </a:lnTo>
                  <a:lnTo>
                    <a:pt x="5166087" y="1342599"/>
                  </a:lnTo>
                  <a:lnTo>
                    <a:pt x="5164806" y="1342599"/>
                  </a:lnTo>
                  <a:lnTo>
                    <a:pt x="5163524" y="1342599"/>
                  </a:lnTo>
                  <a:lnTo>
                    <a:pt x="5162242" y="1342599"/>
                  </a:lnTo>
                  <a:lnTo>
                    <a:pt x="5160960" y="1342599"/>
                  </a:lnTo>
                  <a:lnTo>
                    <a:pt x="5159678" y="1342599"/>
                  </a:lnTo>
                  <a:lnTo>
                    <a:pt x="5158396" y="1342599"/>
                  </a:lnTo>
                  <a:lnTo>
                    <a:pt x="5157115" y="1342599"/>
                  </a:lnTo>
                  <a:lnTo>
                    <a:pt x="5155833" y="1342599"/>
                  </a:lnTo>
                  <a:lnTo>
                    <a:pt x="5154551" y="1342599"/>
                  </a:lnTo>
                  <a:lnTo>
                    <a:pt x="5153269" y="1342599"/>
                  </a:lnTo>
                  <a:lnTo>
                    <a:pt x="5151987" y="1342599"/>
                  </a:lnTo>
                  <a:lnTo>
                    <a:pt x="5150705" y="1342599"/>
                  </a:lnTo>
                  <a:lnTo>
                    <a:pt x="5149423" y="1342599"/>
                  </a:lnTo>
                  <a:lnTo>
                    <a:pt x="5148142" y="1342599"/>
                  </a:lnTo>
                  <a:lnTo>
                    <a:pt x="5146860" y="1342599"/>
                  </a:lnTo>
                  <a:lnTo>
                    <a:pt x="5145578" y="1342599"/>
                  </a:lnTo>
                  <a:lnTo>
                    <a:pt x="5144296" y="1342599"/>
                  </a:lnTo>
                  <a:lnTo>
                    <a:pt x="5143014" y="1342599"/>
                  </a:lnTo>
                  <a:lnTo>
                    <a:pt x="5141732" y="1342599"/>
                  </a:lnTo>
                  <a:lnTo>
                    <a:pt x="5140451" y="1342599"/>
                  </a:lnTo>
                  <a:lnTo>
                    <a:pt x="5139169" y="1342599"/>
                  </a:lnTo>
                  <a:lnTo>
                    <a:pt x="5137887" y="1342599"/>
                  </a:lnTo>
                  <a:lnTo>
                    <a:pt x="5136605" y="1342599"/>
                  </a:lnTo>
                  <a:lnTo>
                    <a:pt x="5135323" y="1342599"/>
                  </a:lnTo>
                  <a:lnTo>
                    <a:pt x="5134041" y="1342599"/>
                  </a:lnTo>
                  <a:lnTo>
                    <a:pt x="5132759" y="1342599"/>
                  </a:lnTo>
                  <a:lnTo>
                    <a:pt x="5131478" y="1342599"/>
                  </a:lnTo>
                  <a:lnTo>
                    <a:pt x="5130196" y="1342599"/>
                  </a:lnTo>
                  <a:lnTo>
                    <a:pt x="5128914" y="1342599"/>
                  </a:lnTo>
                  <a:lnTo>
                    <a:pt x="5127632" y="1342599"/>
                  </a:lnTo>
                  <a:lnTo>
                    <a:pt x="5126350" y="1342599"/>
                  </a:lnTo>
                  <a:lnTo>
                    <a:pt x="5125068" y="1342599"/>
                  </a:lnTo>
                  <a:lnTo>
                    <a:pt x="5123787" y="1342599"/>
                  </a:lnTo>
                  <a:lnTo>
                    <a:pt x="5122505" y="1342599"/>
                  </a:lnTo>
                  <a:lnTo>
                    <a:pt x="5121223" y="1342599"/>
                  </a:lnTo>
                  <a:lnTo>
                    <a:pt x="5119941" y="1342599"/>
                  </a:lnTo>
                  <a:lnTo>
                    <a:pt x="5118659" y="1342599"/>
                  </a:lnTo>
                  <a:lnTo>
                    <a:pt x="5117377" y="1342599"/>
                  </a:lnTo>
                  <a:lnTo>
                    <a:pt x="5116096" y="1342599"/>
                  </a:lnTo>
                  <a:lnTo>
                    <a:pt x="5114814" y="1342599"/>
                  </a:lnTo>
                  <a:lnTo>
                    <a:pt x="5113532" y="1342599"/>
                  </a:lnTo>
                  <a:lnTo>
                    <a:pt x="5112250" y="1342599"/>
                  </a:lnTo>
                  <a:lnTo>
                    <a:pt x="5110968" y="1342599"/>
                  </a:lnTo>
                  <a:lnTo>
                    <a:pt x="5109686" y="1342599"/>
                  </a:lnTo>
                  <a:lnTo>
                    <a:pt x="5108404" y="1342599"/>
                  </a:lnTo>
                  <a:lnTo>
                    <a:pt x="5107123" y="1342599"/>
                  </a:lnTo>
                  <a:lnTo>
                    <a:pt x="5105841" y="1342599"/>
                  </a:lnTo>
                  <a:lnTo>
                    <a:pt x="5104559" y="1342599"/>
                  </a:lnTo>
                  <a:lnTo>
                    <a:pt x="5103277" y="1342599"/>
                  </a:lnTo>
                  <a:lnTo>
                    <a:pt x="5101995" y="1342599"/>
                  </a:lnTo>
                  <a:lnTo>
                    <a:pt x="5100713" y="1342599"/>
                  </a:lnTo>
                  <a:lnTo>
                    <a:pt x="5099432" y="1342599"/>
                  </a:lnTo>
                  <a:lnTo>
                    <a:pt x="5098150" y="1342599"/>
                  </a:lnTo>
                  <a:lnTo>
                    <a:pt x="5096868" y="1342599"/>
                  </a:lnTo>
                  <a:lnTo>
                    <a:pt x="5095586" y="1342599"/>
                  </a:lnTo>
                  <a:lnTo>
                    <a:pt x="5094304" y="1342599"/>
                  </a:lnTo>
                  <a:lnTo>
                    <a:pt x="5093022" y="1342599"/>
                  </a:lnTo>
                  <a:lnTo>
                    <a:pt x="5091740" y="1342599"/>
                  </a:lnTo>
                  <a:lnTo>
                    <a:pt x="5090459" y="1342599"/>
                  </a:lnTo>
                  <a:lnTo>
                    <a:pt x="5089177" y="1342599"/>
                  </a:lnTo>
                  <a:lnTo>
                    <a:pt x="5087895" y="1342599"/>
                  </a:lnTo>
                  <a:lnTo>
                    <a:pt x="5086613" y="1342599"/>
                  </a:lnTo>
                  <a:lnTo>
                    <a:pt x="5085331" y="1342599"/>
                  </a:lnTo>
                  <a:lnTo>
                    <a:pt x="5084049" y="1342599"/>
                  </a:lnTo>
                  <a:lnTo>
                    <a:pt x="5082768" y="1342599"/>
                  </a:lnTo>
                  <a:lnTo>
                    <a:pt x="5081486" y="1342599"/>
                  </a:lnTo>
                  <a:lnTo>
                    <a:pt x="5080204" y="1342599"/>
                  </a:lnTo>
                  <a:lnTo>
                    <a:pt x="5078922" y="1342599"/>
                  </a:lnTo>
                  <a:lnTo>
                    <a:pt x="5077640" y="1342599"/>
                  </a:lnTo>
                  <a:lnTo>
                    <a:pt x="5076358" y="1342599"/>
                  </a:lnTo>
                  <a:lnTo>
                    <a:pt x="5075077" y="1342599"/>
                  </a:lnTo>
                  <a:lnTo>
                    <a:pt x="5073795" y="1342599"/>
                  </a:lnTo>
                  <a:lnTo>
                    <a:pt x="5072513" y="1342599"/>
                  </a:lnTo>
                  <a:lnTo>
                    <a:pt x="5071231" y="1342599"/>
                  </a:lnTo>
                  <a:lnTo>
                    <a:pt x="5069949" y="1342599"/>
                  </a:lnTo>
                  <a:lnTo>
                    <a:pt x="5068667" y="1342599"/>
                  </a:lnTo>
                  <a:lnTo>
                    <a:pt x="5067385" y="1342599"/>
                  </a:lnTo>
                  <a:lnTo>
                    <a:pt x="5066104" y="1342599"/>
                  </a:lnTo>
                  <a:lnTo>
                    <a:pt x="5064822" y="1342599"/>
                  </a:lnTo>
                  <a:lnTo>
                    <a:pt x="5063540" y="1342599"/>
                  </a:lnTo>
                  <a:lnTo>
                    <a:pt x="5062258" y="1342599"/>
                  </a:lnTo>
                  <a:lnTo>
                    <a:pt x="5060976" y="1342599"/>
                  </a:lnTo>
                  <a:lnTo>
                    <a:pt x="5059694" y="1342599"/>
                  </a:lnTo>
                  <a:lnTo>
                    <a:pt x="5058413" y="1342599"/>
                  </a:lnTo>
                  <a:lnTo>
                    <a:pt x="5057131" y="1342599"/>
                  </a:lnTo>
                  <a:lnTo>
                    <a:pt x="5055849" y="1342599"/>
                  </a:lnTo>
                  <a:lnTo>
                    <a:pt x="5054567" y="1342599"/>
                  </a:lnTo>
                  <a:lnTo>
                    <a:pt x="5053285" y="1342599"/>
                  </a:lnTo>
                  <a:lnTo>
                    <a:pt x="5052003" y="1342599"/>
                  </a:lnTo>
                  <a:lnTo>
                    <a:pt x="5050721" y="1342599"/>
                  </a:lnTo>
                  <a:lnTo>
                    <a:pt x="5049440" y="1342599"/>
                  </a:lnTo>
                  <a:lnTo>
                    <a:pt x="5048158" y="1342599"/>
                  </a:lnTo>
                  <a:lnTo>
                    <a:pt x="5046876" y="1342599"/>
                  </a:lnTo>
                  <a:lnTo>
                    <a:pt x="5045594" y="1342599"/>
                  </a:lnTo>
                  <a:lnTo>
                    <a:pt x="5044312" y="1342599"/>
                  </a:lnTo>
                  <a:lnTo>
                    <a:pt x="5043030" y="1342599"/>
                  </a:lnTo>
                  <a:lnTo>
                    <a:pt x="5041749" y="1342599"/>
                  </a:lnTo>
                  <a:lnTo>
                    <a:pt x="5040467" y="1342599"/>
                  </a:lnTo>
                  <a:lnTo>
                    <a:pt x="5039185" y="1342599"/>
                  </a:lnTo>
                  <a:lnTo>
                    <a:pt x="5037903" y="1342599"/>
                  </a:lnTo>
                  <a:lnTo>
                    <a:pt x="5036621" y="1342599"/>
                  </a:lnTo>
                  <a:lnTo>
                    <a:pt x="5035339" y="1342599"/>
                  </a:lnTo>
                  <a:lnTo>
                    <a:pt x="5034057" y="1342599"/>
                  </a:lnTo>
                  <a:lnTo>
                    <a:pt x="5032776" y="1342599"/>
                  </a:lnTo>
                  <a:lnTo>
                    <a:pt x="5031494" y="1342599"/>
                  </a:lnTo>
                  <a:lnTo>
                    <a:pt x="5030212" y="1342599"/>
                  </a:lnTo>
                  <a:lnTo>
                    <a:pt x="5028930" y="1342599"/>
                  </a:lnTo>
                  <a:lnTo>
                    <a:pt x="5027648" y="1342599"/>
                  </a:lnTo>
                  <a:lnTo>
                    <a:pt x="5026366" y="1342599"/>
                  </a:lnTo>
                  <a:lnTo>
                    <a:pt x="5025085" y="1342599"/>
                  </a:lnTo>
                  <a:lnTo>
                    <a:pt x="5023803" y="1342599"/>
                  </a:lnTo>
                  <a:lnTo>
                    <a:pt x="5022521" y="1342599"/>
                  </a:lnTo>
                  <a:lnTo>
                    <a:pt x="5021239" y="1342599"/>
                  </a:lnTo>
                  <a:lnTo>
                    <a:pt x="5019957" y="1342599"/>
                  </a:lnTo>
                  <a:lnTo>
                    <a:pt x="5018675" y="1342599"/>
                  </a:lnTo>
                  <a:lnTo>
                    <a:pt x="5017394" y="1342599"/>
                  </a:lnTo>
                  <a:lnTo>
                    <a:pt x="5016112" y="1342599"/>
                  </a:lnTo>
                  <a:lnTo>
                    <a:pt x="5014830" y="1342599"/>
                  </a:lnTo>
                  <a:lnTo>
                    <a:pt x="5013548" y="1342599"/>
                  </a:lnTo>
                  <a:lnTo>
                    <a:pt x="5012266" y="1342599"/>
                  </a:lnTo>
                  <a:lnTo>
                    <a:pt x="5010984" y="1342599"/>
                  </a:lnTo>
                  <a:lnTo>
                    <a:pt x="5009702" y="1342599"/>
                  </a:lnTo>
                  <a:lnTo>
                    <a:pt x="5008421" y="1342599"/>
                  </a:lnTo>
                  <a:lnTo>
                    <a:pt x="5007139" y="1342599"/>
                  </a:lnTo>
                  <a:lnTo>
                    <a:pt x="5005857" y="1342599"/>
                  </a:lnTo>
                  <a:lnTo>
                    <a:pt x="5004575" y="1342599"/>
                  </a:lnTo>
                  <a:lnTo>
                    <a:pt x="5003293" y="1342599"/>
                  </a:lnTo>
                  <a:lnTo>
                    <a:pt x="5002011" y="1342599"/>
                  </a:lnTo>
                  <a:lnTo>
                    <a:pt x="5000730" y="1342599"/>
                  </a:lnTo>
                  <a:lnTo>
                    <a:pt x="4999448" y="1342599"/>
                  </a:lnTo>
                  <a:lnTo>
                    <a:pt x="4998166" y="1342599"/>
                  </a:lnTo>
                  <a:lnTo>
                    <a:pt x="4996884" y="1342599"/>
                  </a:lnTo>
                  <a:lnTo>
                    <a:pt x="4995602" y="1342599"/>
                  </a:lnTo>
                  <a:lnTo>
                    <a:pt x="4994320" y="1342599"/>
                  </a:lnTo>
                  <a:lnTo>
                    <a:pt x="4993038" y="1342599"/>
                  </a:lnTo>
                  <a:lnTo>
                    <a:pt x="4991757" y="1342599"/>
                  </a:lnTo>
                  <a:lnTo>
                    <a:pt x="4990475" y="1342599"/>
                  </a:lnTo>
                  <a:lnTo>
                    <a:pt x="4989193" y="1342599"/>
                  </a:lnTo>
                  <a:lnTo>
                    <a:pt x="4987911" y="1342599"/>
                  </a:lnTo>
                  <a:lnTo>
                    <a:pt x="4986629" y="1342599"/>
                  </a:lnTo>
                  <a:lnTo>
                    <a:pt x="4985347" y="1342599"/>
                  </a:lnTo>
                  <a:lnTo>
                    <a:pt x="4984066" y="1342599"/>
                  </a:lnTo>
                  <a:lnTo>
                    <a:pt x="4982784" y="1342599"/>
                  </a:lnTo>
                  <a:lnTo>
                    <a:pt x="4981502" y="1342599"/>
                  </a:lnTo>
                  <a:lnTo>
                    <a:pt x="4980220" y="1342599"/>
                  </a:lnTo>
                  <a:lnTo>
                    <a:pt x="4978938" y="1342599"/>
                  </a:lnTo>
                  <a:lnTo>
                    <a:pt x="4977656" y="1342599"/>
                  </a:lnTo>
                  <a:lnTo>
                    <a:pt x="4976375" y="1342599"/>
                  </a:lnTo>
                  <a:lnTo>
                    <a:pt x="4975093" y="1342599"/>
                  </a:lnTo>
                  <a:lnTo>
                    <a:pt x="4973811" y="1342599"/>
                  </a:lnTo>
                  <a:lnTo>
                    <a:pt x="4972529" y="1342599"/>
                  </a:lnTo>
                  <a:lnTo>
                    <a:pt x="4971247" y="1342599"/>
                  </a:lnTo>
                  <a:lnTo>
                    <a:pt x="4969965" y="1342599"/>
                  </a:lnTo>
                  <a:lnTo>
                    <a:pt x="4968683" y="1342599"/>
                  </a:lnTo>
                  <a:lnTo>
                    <a:pt x="4967402" y="1342599"/>
                  </a:lnTo>
                  <a:lnTo>
                    <a:pt x="4966120" y="1342599"/>
                  </a:lnTo>
                  <a:lnTo>
                    <a:pt x="4964838" y="1342599"/>
                  </a:lnTo>
                  <a:lnTo>
                    <a:pt x="4963556" y="1342599"/>
                  </a:lnTo>
                  <a:lnTo>
                    <a:pt x="4962274" y="1342599"/>
                  </a:lnTo>
                  <a:lnTo>
                    <a:pt x="4960992" y="1342599"/>
                  </a:lnTo>
                  <a:lnTo>
                    <a:pt x="4959711" y="1342599"/>
                  </a:lnTo>
                  <a:lnTo>
                    <a:pt x="4958429" y="1342599"/>
                  </a:lnTo>
                  <a:lnTo>
                    <a:pt x="4957147" y="1342599"/>
                  </a:lnTo>
                  <a:lnTo>
                    <a:pt x="4955865" y="1342599"/>
                  </a:lnTo>
                  <a:lnTo>
                    <a:pt x="4954583" y="1342599"/>
                  </a:lnTo>
                  <a:lnTo>
                    <a:pt x="4953301" y="1342599"/>
                  </a:lnTo>
                  <a:lnTo>
                    <a:pt x="4952019" y="1342599"/>
                  </a:lnTo>
                  <a:lnTo>
                    <a:pt x="4950738" y="1342599"/>
                  </a:lnTo>
                  <a:lnTo>
                    <a:pt x="4949456" y="1342599"/>
                  </a:lnTo>
                  <a:lnTo>
                    <a:pt x="4948174" y="1342599"/>
                  </a:lnTo>
                  <a:lnTo>
                    <a:pt x="4946892" y="1342599"/>
                  </a:lnTo>
                  <a:lnTo>
                    <a:pt x="4945610" y="1342599"/>
                  </a:lnTo>
                  <a:lnTo>
                    <a:pt x="4944328" y="1342599"/>
                  </a:lnTo>
                  <a:lnTo>
                    <a:pt x="4943047" y="1342599"/>
                  </a:lnTo>
                  <a:lnTo>
                    <a:pt x="4941765" y="1342599"/>
                  </a:lnTo>
                  <a:lnTo>
                    <a:pt x="4940483" y="1342599"/>
                  </a:lnTo>
                  <a:lnTo>
                    <a:pt x="4939201" y="1342599"/>
                  </a:lnTo>
                  <a:lnTo>
                    <a:pt x="4937919" y="1342599"/>
                  </a:lnTo>
                  <a:lnTo>
                    <a:pt x="4936637" y="1342599"/>
                  </a:lnTo>
                  <a:lnTo>
                    <a:pt x="4935356" y="1342599"/>
                  </a:lnTo>
                  <a:lnTo>
                    <a:pt x="4934074" y="1342599"/>
                  </a:lnTo>
                  <a:lnTo>
                    <a:pt x="4932792" y="1342599"/>
                  </a:lnTo>
                  <a:lnTo>
                    <a:pt x="4931510" y="1342599"/>
                  </a:lnTo>
                  <a:lnTo>
                    <a:pt x="4930228" y="1342599"/>
                  </a:lnTo>
                  <a:lnTo>
                    <a:pt x="4928946" y="1342599"/>
                  </a:lnTo>
                  <a:lnTo>
                    <a:pt x="4927664" y="1342599"/>
                  </a:lnTo>
                  <a:lnTo>
                    <a:pt x="4926383" y="1342599"/>
                  </a:lnTo>
                  <a:lnTo>
                    <a:pt x="4925101" y="1342599"/>
                  </a:lnTo>
                  <a:lnTo>
                    <a:pt x="4923819" y="1342599"/>
                  </a:lnTo>
                  <a:lnTo>
                    <a:pt x="4922537" y="1342599"/>
                  </a:lnTo>
                  <a:lnTo>
                    <a:pt x="4921255" y="1342599"/>
                  </a:lnTo>
                  <a:lnTo>
                    <a:pt x="4919973" y="1342599"/>
                  </a:lnTo>
                  <a:lnTo>
                    <a:pt x="4918692" y="1342599"/>
                  </a:lnTo>
                  <a:lnTo>
                    <a:pt x="4917410" y="1342599"/>
                  </a:lnTo>
                  <a:lnTo>
                    <a:pt x="4916128" y="1342599"/>
                  </a:lnTo>
                  <a:lnTo>
                    <a:pt x="4914846" y="1342599"/>
                  </a:lnTo>
                  <a:lnTo>
                    <a:pt x="4913564" y="1342599"/>
                  </a:lnTo>
                  <a:lnTo>
                    <a:pt x="4912282" y="1342599"/>
                  </a:lnTo>
                  <a:lnTo>
                    <a:pt x="4911000" y="1342599"/>
                  </a:lnTo>
                  <a:lnTo>
                    <a:pt x="4909719" y="1342599"/>
                  </a:lnTo>
                  <a:lnTo>
                    <a:pt x="4908437" y="1342599"/>
                  </a:lnTo>
                  <a:lnTo>
                    <a:pt x="4907155" y="1342599"/>
                  </a:lnTo>
                  <a:lnTo>
                    <a:pt x="4905873" y="1342599"/>
                  </a:lnTo>
                  <a:lnTo>
                    <a:pt x="4904591" y="1342599"/>
                  </a:lnTo>
                  <a:lnTo>
                    <a:pt x="4903309" y="1342599"/>
                  </a:lnTo>
                  <a:lnTo>
                    <a:pt x="4902028" y="1342599"/>
                  </a:lnTo>
                  <a:lnTo>
                    <a:pt x="4900746" y="1342599"/>
                  </a:lnTo>
                  <a:lnTo>
                    <a:pt x="4899464" y="1342599"/>
                  </a:lnTo>
                  <a:lnTo>
                    <a:pt x="4898182" y="1342599"/>
                  </a:lnTo>
                  <a:lnTo>
                    <a:pt x="4896900" y="1342599"/>
                  </a:lnTo>
                  <a:lnTo>
                    <a:pt x="4895618" y="1342599"/>
                  </a:lnTo>
                  <a:lnTo>
                    <a:pt x="4894336" y="1342599"/>
                  </a:lnTo>
                  <a:lnTo>
                    <a:pt x="4893055" y="1342599"/>
                  </a:lnTo>
                  <a:lnTo>
                    <a:pt x="4891773" y="1342599"/>
                  </a:lnTo>
                  <a:lnTo>
                    <a:pt x="4890491" y="1342599"/>
                  </a:lnTo>
                  <a:lnTo>
                    <a:pt x="4889209" y="1342599"/>
                  </a:lnTo>
                  <a:lnTo>
                    <a:pt x="4887927" y="1342599"/>
                  </a:lnTo>
                  <a:lnTo>
                    <a:pt x="4886645" y="1342599"/>
                  </a:lnTo>
                  <a:lnTo>
                    <a:pt x="4885364" y="1342599"/>
                  </a:lnTo>
                  <a:lnTo>
                    <a:pt x="4884082" y="1342599"/>
                  </a:lnTo>
                  <a:lnTo>
                    <a:pt x="4882800" y="1342599"/>
                  </a:lnTo>
                  <a:lnTo>
                    <a:pt x="4881518" y="1342599"/>
                  </a:lnTo>
                  <a:lnTo>
                    <a:pt x="4880236" y="1342599"/>
                  </a:lnTo>
                  <a:lnTo>
                    <a:pt x="4878954" y="1342599"/>
                  </a:lnTo>
                  <a:lnTo>
                    <a:pt x="4877673" y="1342599"/>
                  </a:lnTo>
                  <a:lnTo>
                    <a:pt x="4876391" y="1342599"/>
                  </a:lnTo>
                  <a:lnTo>
                    <a:pt x="4875109" y="1342599"/>
                  </a:lnTo>
                  <a:lnTo>
                    <a:pt x="4873827" y="1342599"/>
                  </a:lnTo>
                  <a:lnTo>
                    <a:pt x="4872545" y="1342599"/>
                  </a:lnTo>
                  <a:lnTo>
                    <a:pt x="4871263" y="1342599"/>
                  </a:lnTo>
                  <a:lnTo>
                    <a:pt x="4869981" y="1342599"/>
                  </a:lnTo>
                  <a:lnTo>
                    <a:pt x="4868700" y="1342599"/>
                  </a:lnTo>
                  <a:lnTo>
                    <a:pt x="4867418" y="1342599"/>
                  </a:lnTo>
                  <a:lnTo>
                    <a:pt x="4866136" y="1342599"/>
                  </a:lnTo>
                  <a:lnTo>
                    <a:pt x="4864854" y="1342599"/>
                  </a:lnTo>
                  <a:lnTo>
                    <a:pt x="4863572" y="1342599"/>
                  </a:lnTo>
                  <a:lnTo>
                    <a:pt x="4862290" y="1342599"/>
                  </a:lnTo>
                  <a:lnTo>
                    <a:pt x="4861009" y="1342599"/>
                  </a:lnTo>
                  <a:lnTo>
                    <a:pt x="4859727" y="1342599"/>
                  </a:lnTo>
                  <a:lnTo>
                    <a:pt x="4858445" y="1342599"/>
                  </a:lnTo>
                  <a:lnTo>
                    <a:pt x="4857163" y="1342599"/>
                  </a:lnTo>
                  <a:lnTo>
                    <a:pt x="4855881" y="1342599"/>
                  </a:lnTo>
                  <a:lnTo>
                    <a:pt x="4854599" y="1342599"/>
                  </a:lnTo>
                  <a:lnTo>
                    <a:pt x="4853317" y="1342599"/>
                  </a:lnTo>
                  <a:lnTo>
                    <a:pt x="4852036" y="1342599"/>
                  </a:lnTo>
                  <a:lnTo>
                    <a:pt x="4850754" y="1342599"/>
                  </a:lnTo>
                  <a:lnTo>
                    <a:pt x="4849472" y="1342599"/>
                  </a:lnTo>
                  <a:lnTo>
                    <a:pt x="4848190" y="1342599"/>
                  </a:lnTo>
                  <a:lnTo>
                    <a:pt x="4846908" y="1342599"/>
                  </a:lnTo>
                  <a:lnTo>
                    <a:pt x="4845626" y="1342599"/>
                  </a:lnTo>
                  <a:lnTo>
                    <a:pt x="4844345" y="1342599"/>
                  </a:lnTo>
                  <a:lnTo>
                    <a:pt x="4843063" y="1342599"/>
                  </a:lnTo>
                  <a:lnTo>
                    <a:pt x="4841781" y="1342599"/>
                  </a:lnTo>
                  <a:lnTo>
                    <a:pt x="4840499" y="1342599"/>
                  </a:lnTo>
                  <a:lnTo>
                    <a:pt x="4839217" y="1342599"/>
                  </a:lnTo>
                  <a:lnTo>
                    <a:pt x="4837935" y="1342599"/>
                  </a:lnTo>
                  <a:lnTo>
                    <a:pt x="4836654" y="1342599"/>
                  </a:lnTo>
                  <a:lnTo>
                    <a:pt x="4835372" y="1342599"/>
                  </a:lnTo>
                  <a:lnTo>
                    <a:pt x="4834090" y="1342599"/>
                  </a:lnTo>
                  <a:lnTo>
                    <a:pt x="4832808" y="1342599"/>
                  </a:lnTo>
                  <a:lnTo>
                    <a:pt x="4831526" y="1342599"/>
                  </a:lnTo>
                  <a:lnTo>
                    <a:pt x="4830244" y="1342599"/>
                  </a:lnTo>
                  <a:lnTo>
                    <a:pt x="4828962" y="1342599"/>
                  </a:lnTo>
                  <a:lnTo>
                    <a:pt x="4827681" y="1342599"/>
                  </a:lnTo>
                  <a:lnTo>
                    <a:pt x="4826399" y="1342599"/>
                  </a:lnTo>
                  <a:lnTo>
                    <a:pt x="4825117" y="1342599"/>
                  </a:lnTo>
                  <a:lnTo>
                    <a:pt x="4823835" y="1342599"/>
                  </a:lnTo>
                  <a:lnTo>
                    <a:pt x="4822553" y="1342599"/>
                  </a:lnTo>
                  <a:lnTo>
                    <a:pt x="4821271" y="1342599"/>
                  </a:lnTo>
                  <a:lnTo>
                    <a:pt x="4819990" y="1342599"/>
                  </a:lnTo>
                  <a:lnTo>
                    <a:pt x="4818708" y="1342599"/>
                  </a:lnTo>
                  <a:lnTo>
                    <a:pt x="4817426" y="1342599"/>
                  </a:lnTo>
                  <a:lnTo>
                    <a:pt x="4816144" y="1342599"/>
                  </a:lnTo>
                  <a:lnTo>
                    <a:pt x="4814862" y="1342599"/>
                  </a:lnTo>
                  <a:lnTo>
                    <a:pt x="4813580" y="1342599"/>
                  </a:lnTo>
                  <a:lnTo>
                    <a:pt x="4812298" y="1342599"/>
                  </a:lnTo>
                  <a:lnTo>
                    <a:pt x="4811017" y="1342599"/>
                  </a:lnTo>
                  <a:lnTo>
                    <a:pt x="4809735" y="1342599"/>
                  </a:lnTo>
                  <a:lnTo>
                    <a:pt x="4808453" y="1342599"/>
                  </a:lnTo>
                  <a:lnTo>
                    <a:pt x="4807171" y="1342599"/>
                  </a:lnTo>
                  <a:lnTo>
                    <a:pt x="4805889" y="1342599"/>
                  </a:lnTo>
                  <a:lnTo>
                    <a:pt x="4804607" y="1342599"/>
                  </a:lnTo>
                  <a:lnTo>
                    <a:pt x="4803326" y="1342599"/>
                  </a:lnTo>
                  <a:lnTo>
                    <a:pt x="4802044" y="1342599"/>
                  </a:lnTo>
                  <a:lnTo>
                    <a:pt x="4800762" y="1342599"/>
                  </a:lnTo>
                  <a:lnTo>
                    <a:pt x="4799480" y="1342599"/>
                  </a:lnTo>
                  <a:lnTo>
                    <a:pt x="4798198" y="1342599"/>
                  </a:lnTo>
                  <a:lnTo>
                    <a:pt x="4796916" y="1342599"/>
                  </a:lnTo>
                  <a:lnTo>
                    <a:pt x="4795635" y="1342599"/>
                  </a:lnTo>
                  <a:lnTo>
                    <a:pt x="4794353" y="1342599"/>
                  </a:lnTo>
                  <a:lnTo>
                    <a:pt x="4793071" y="1342599"/>
                  </a:lnTo>
                  <a:lnTo>
                    <a:pt x="4791789" y="1342599"/>
                  </a:lnTo>
                  <a:lnTo>
                    <a:pt x="4790507" y="1342599"/>
                  </a:lnTo>
                  <a:lnTo>
                    <a:pt x="4789225" y="1342599"/>
                  </a:lnTo>
                  <a:lnTo>
                    <a:pt x="4787943" y="1342599"/>
                  </a:lnTo>
                  <a:lnTo>
                    <a:pt x="4786662" y="1342599"/>
                  </a:lnTo>
                  <a:lnTo>
                    <a:pt x="4785380" y="1342599"/>
                  </a:lnTo>
                  <a:lnTo>
                    <a:pt x="4784098" y="1342599"/>
                  </a:lnTo>
                  <a:lnTo>
                    <a:pt x="4782816" y="1342599"/>
                  </a:lnTo>
                  <a:lnTo>
                    <a:pt x="4781534" y="1342599"/>
                  </a:lnTo>
                  <a:lnTo>
                    <a:pt x="4780252" y="1342599"/>
                  </a:lnTo>
                  <a:lnTo>
                    <a:pt x="4778971" y="1342599"/>
                  </a:lnTo>
                  <a:lnTo>
                    <a:pt x="4777689" y="1342599"/>
                  </a:lnTo>
                  <a:lnTo>
                    <a:pt x="4776407" y="1342599"/>
                  </a:lnTo>
                  <a:lnTo>
                    <a:pt x="4775125" y="1342599"/>
                  </a:lnTo>
                  <a:lnTo>
                    <a:pt x="4773843" y="1342599"/>
                  </a:lnTo>
                  <a:lnTo>
                    <a:pt x="4772561" y="1342599"/>
                  </a:lnTo>
                  <a:lnTo>
                    <a:pt x="4771279" y="1342599"/>
                  </a:lnTo>
                  <a:lnTo>
                    <a:pt x="4769998" y="1342599"/>
                  </a:lnTo>
                  <a:lnTo>
                    <a:pt x="4768716" y="1342599"/>
                  </a:lnTo>
                  <a:lnTo>
                    <a:pt x="4767434" y="1342599"/>
                  </a:lnTo>
                  <a:lnTo>
                    <a:pt x="4766152" y="1342599"/>
                  </a:lnTo>
                  <a:lnTo>
                    <a:pt x="4764870" y="1342599"/>
                  </a:lnTo>
                  <a:lnTo>
                    <a:pt x="4763588" y="1342599"/>
                  </a:lnTo>
                  <a:lnTo>
                    <a:pt x="4762307" y="1342599"/>
                  </a:lnTo>
                  <a:lnTo>
                    <a:pt x="4761025" y="1342599"/>
                  </a:lnTo>
                  <a:lnTo>
                    <a:pt x="4759743" y="1342599"/>
                  </a:lnTo>
                  <a:lnTo>
                    <a:pt x="4758461" y="1342599"/>
                  </a:lnTo>
                  <a:lnTo>
                    <a:pt x="4757179" y="1342599"/>
                  </a:lnTo>
                  <a:lnTo>
                    <a:pt x="4755897" y="1342599"/>
                  </a:lnTo>
                  <a:lnTo>
                    <a:pt x="4754615" y="1342599"/>
                  </a:lnTo>
                  <a:lnTo>
                    <a:pt x="4753334" y="1342599"/>
                  </a:lnTo>
                  <a:lnTo>
                    <a:pt x="4752052" y="1342599"/>
                  </a:lnTo>
                  <a:lnTo>
                    <a:pt x="4750770" y="1342599"/>
                  </a:lnTo>
                  <a:lnTo>
                    <a:pt x="4749488" y="1342599"/>
                  </a:lnTo>
                  <a:lnTo>
                    <a:pt x="4748206" y="1342599"/>
                  </a:lnTo>
                  <a:lnTo>
                    <a:pt x="4746924" y="1342599"/>
                  </a:lnTo>
                  <a:lnTo>
                    <a:pt x="4745643" y="1342599"/>
                  </a:lnTo>
                  <a:lnTo>
                    <a:pt x="4744361" y="1342599"/>
                  </a:lnTo>
                  <a:lnTo>
                    <a:pt x="4743079" y="1342599"/>
                  </a:lnTo>
                  <a:lnTo>
                    <a:pt x="4741797" y="1342599"/>
                  </a:lnTo>
                  <a:lnTo>
                    <a:pt x="4740515" y="1342599"/>
                  </a:lnTo>
                  <a:lnTo>
                    <a:pt x="4739233" y="1342599"/>
                  </a:lnTo>
                  <a:lnTo>
                    <a:pt x="4737952" y="1342599"/>
                  </a:lnTo>
                  <a:lnTo>
                    <a:pt x="4736670" y="1342599"/>
                  </a:lnTo>
                  <a:lnTo>
                    <a:pt x="4735388" y="1342599"/>
                  </a:lnTo>
                  <a:lnTo>
                    <a:pt x="4734106" y="1342599"/>
                  </a:lnTo>
                  <a:lnTo>
                    <a:pt x="4732824" y="1342599"/>
                  </a:lnTo>
                  <a:lnTo>
                    <a:pt x="4731542" y="1342599"/>
                  </a:lnTo>
                  <a:lnTo>
                    <a:pt x="4730260" y="1342599"/>
                  </a:lnTo>
                  <a:lnTo>
                    <a:pt x="4728979" y="1342599"/>
                  </a:lnTo>
                  <a:lnTo>
                    <a:pt x="4727697" y="1342599"/>
                  </a:lnTo>
                  <a:lnTo>
                    <a:pt x="4726415" y="1342599"/>
                  </a:lnTo>
                  <a:lnTo>
                    <a:pt x="4725133" y="1342599"/>
                  </a:lnTo>
                  <a:lnTo>
                    <a:pt x="4723851" y="1342599"/>
                  </a:lnTo>
                  <a:lnTo>
                    <a:pt x="4722569" y="1342599"/>
                  </a:lnTo>
                  <a:lnTo>
                    <a:pt x="4721288" y="1342599"/>
                  </a:lnTo>
                  <a:lnTo>
                    <a:pt x="4720006" y="1342599"/>
                  </a:lnTo>
                  <a:lnTo>
                    <a:pt x="4718724" y="1342599"/>
                  </a:lnTo>
                  <a:lnTo>
                    <a:pt x="4717442" y="1342599"/>
                  </a:lnTo>
                  <a:lnTo>
                    <a:pt x="4716160" y="1342599"/>
                  </a:lnTo>
                  <a:lnTo>
                    <a:pt x="4714878" y="1342599"/>
                  </a:lnTo>
                  <a:lnTo>
                    <a:pt x="4713596" y="1342599"/>
                  </a:lnTo>
                  <a:lnTo>
                    <a:pt x="4712315" y="1342599"/>
                  </a:lnTo>
                  <a:lnTo>
                    <a:pt x="4711033" y="1342599"/>
                  </a:lnTo>
                  <a:lnTo>
                    <a:pt x="4709751" y="1342599"/>
                  </a:lnTo>
                  <a:lnTo>
                    <a:pt x="4708469" y="1342599"/>
                  </a:lnTo>
                  <a:lnTo>
                    <a:pt x="4707187" y="1342599"/>
                  </a:lnTo>
                  <a:lnTo>
                    <a:pt x="4705905" y="1342599"/>
                  </a:lnTo>
                  <a:lnTo>
                    <a:pt x="4704624" y="1342599"/>
                  </a:lnTo>
                  <a:lnTo>
                    <a:pt x="4703342" y="1342599"/>
                  </a:lnTo>
                  <a:lnTo>
                    <a:pt x="4702060" y="1342599"/>
                  </a:lnTo>
                  <a:lnTo>
                    <a:pt x="4700778" y="1342599"/>
                  </a:lnTo>
                  <a:lnTo>
                    <a:pt x="4699496" y="1342599"/>
                  </a:lnTo>
                  <a:lnTo>
                    <a:pt x="4698214" y="1342599"/>
                  </a:lnTo>
                  <a:lnTo>
                    <a:pt x="4696933" y="1342599"/>
                  </a:lnTo>
                  <a:lnTo>
                    <a:pt x="4695651" y="1342599"/>
                  </a:lnTo>
                  <a:lnTo>
                    <a:pt x="4694369" y="1342599"/>
                  </a:lnTo>
                  <a:lnTo>
                    <a:pt x="4693087" y="1342599"/>
                  </a:lnTo>
                  <a:lnTo>
                    <a:pt x="4691805" y="1342599"/>
                  </a:lnTo>
                  <a:lnTo>
                    <a:pt x="4690523" y="1342599"/>
                  </a:lnTo>
                  <a:lnTo>
                    <a:pt x="4689241" y="1342599"/>
                  </a:lnTo>
                  <a:lnTo>
                    <a:pt x="4687960" y="1342599"/>
                  </a:lnTo>
                  <a:lnTo>
                    <a:pt x="4686678" y="1342599"/>
                  </a:lnTo>
                  <a:lnTo>
                    <a:pt x="4685396" y="1342599"/>
                  </a:lnTo>
                  <a:lnTo>
                    <a:pt x="4684114" y="1342599"/>
                  </a:lnTo>
                  <a:lnTo>
                    <a:pt x="4682832" y="1342599"/>
                  </a:lnTo>
                  <a:lnTo>
                    <a:pt x="4681550" y="1342599"/>
                  </a:lnTo>
                  <a:lnTo>
                    <a:pt x="4680269" y="1342599"/>
                  </a:lnTo>
                  <a:lnTo>
                    <a:pt x="4678987" y="1342599"/>
                  </a:lnTo>
                  <a:lnTo>
                    <a:pt x="4677705" y="1342599"/>
                  </a:lnTo>
                  <a:lnTo>
                    <a:pt x="4676423" y="1342599"/>
                  </a:lnTo>
                  <a:lnTo>
                    <a:pt x="4675141" y="1342599"/>
                  </a:lnTo>
                  <a:lnTo>
                    <a:pt x="4673859" y="1342599"/>
                  </a:lnTo>
                  <a:lnTo>
                    <a:pt x="4672577" y="1342599"/>
                  </a:lnTo>
                  <a:lnTo>
                    <a:pt x="4671296" y="1342599"/>
                  </a:lnTo>
                  <a:lnTo>
                    <a:pt x="4670014" y="1342599"/>
                  </a:lnTo>
                  <a:lnTo>
                    <a:pt x="4668732" y="1342599"/>
                  </a:lnTo>
                  <a:lnTo>
                    <a:pt x="4667450" y="1342599"/>
                  </a:lnTo>
                  <a:lnTo>
                    <a:pt x="4666168" y="1342599"/>
                  </a:lnTo>
                  <a:lnTo>
                    <a:pt x="4664886" y="1342599"/>
                  </a:lnTo>
                  <a:lnTo>
                    <a:pt x="4663605" y="1342599"/>
                  </a:lnTo>
                  <a:lnTo>
                    <a:pt x="4662323" y="1342599"/>
                  </a:lnTo>
                  <a:lnTo>
                    <a:pt x="4661041" y="1342599"/>
                  </a:lnTo>
                  <a:lnTo>
                    <a:pt x="4659759" y="1342599"/>
                  </a:lnTo>
                  <a:lnTo>
                    <a:pt x="4658477" y="1342599"/>
                  </a:lnTo>
                  <a:lnTo>
                    <a:pt x="4657195" y="1342599"/>
                  </a:lnTo>
                  <a:lnTo>
                    <a:pt x="4655913" y="1342599"/>
                  </a:lnTo>
                  <a:lnTo>
                    <a:pt x="4654632" y="1342599"/>
                  </a:lnTo>
                  <a:lnTo>
                    <a:pt x="4653350" y="1342599"/>
                  </a:lnTo>
                  <a:lnTo>
                    <a:pt x="4652068" y="1342599"/>
                  </a:lnTo>
                  <a:lnTo>
                    <a:pt x="4650786" y="1342599"/>
                  </a:lnTo>
                  <a:lnTo>
                    <a:pt x="4649504" y="1342599"/>
                  </a:lnTo>
                  <a:lnTo>
                    <a:pt x="4648222" y="1342599"/>
                  </a:lnTo>
                  <a:lnTo>
                    <a:pt x="4646941" y="1342599"/>
                  </a:lnTo>
                  <a:lnTo>
                    <a:pt x="4645659" y="1342599"/>
                  </a:lnTo>
                  <a:lnTo>
                    <a:pt x="4644377" y="1342599"/>
                  </a:lnTo>
                  <a:lnTo>
                    <a:pt x="4643095" y="1342599"/>
                  </a:lnTo>
                  <a:lnTo>
                    <a:pt x="4641813" y="1342599"/>
                  </a:lnTo>
                  <a:lnTo>
                    <a:pt x="4640531" y="1342599"/>
                  </a:lnTo>
                  <a:lnTo>
                    <a:pt x="4639250" y="1342599"/>
                  </a:lnTo>
                  <a:lnTo>
                    <a:pt x="4637968" y="1342599"/>
                  </a:lnTo>
                  <a:lnTo>
                    <a:pt x="4636686" y="1342599"/>
                  </a:lnTo>
                  <a:lnTo>
                    <a:pt x="4635404" y="1342599"/>
                  </a:lnTo>
                  <a:lnTo>
                    <a:pt x="4634122" y="1342599"/>
                  </a:lnTo>
                  <a:lnTo>
                    <a:pt x="4632840" y="1342599"/>
                  </a:lnTo>
                  <a:lnTo>
                    <a:pt x="4631558" y="1342599"/>
                  </a:lnTo>
                  <a:lnTo>
                    <a:pt x="4630277" y="1342599"/>
                  </a:lnTo>
                  <a:lnTo>
                    <a:pt x="4628995" y="1342599"/>
                  </a:lnTo>
                  <a:lnTo>
                    <a:pt x="4627713" y="1342599"/>
                  </a:lnTo>
                  <a:lnTo>
                    <a:pt x="4626431" y="1342599"/>
                  </a:lnTo>
                  <a:lnTo>
                    <a:pt x="4625149" y="1342599"/>
                  </a:lnTo>
                  <a:lnTo>
                    <a:pt x="4623867" y="1342599"/>
                  </a:lnTo>
                  <a:lnTo>
                    <a:pt x="4622586" y="1342599"/>
                  </a:lnTo>
                  <a:lnTo>
                    <a:pt x="4621304" y="1342599"/>
                  </a:lnTo>
                  <a:lnTo>
                    <a:pt x="4620022" y="1342599"/>
                  </a:lnTo>
                  <a:lnTo>
                    <a:pt x="4618740" y="1342599"/>
                  </a:lnTo>
                  <a:lnTo>
                    <a:pt x="4617458" y="1342599"/>
                  </a:lnTo>
                  <a:lnTo>
                    <a:pt x="4616176" y="1342599"/>
                  </a:lnTo>
                  <a:lnTo>
                    <a:pt x="4614894" y="1342599"/>
                  </a:lnTo>
                  <a:lnTo>
                    <a:pt x="4613613" y="1342599"/>
                  </a:lnTo>
                  <a:lnTo>
                    <a:pt x="4612331" y="1342599"/>
                  </a:lnTo>
                  <a:lnTo>
                    <a:pt x="4611049" y="1342599"/>
                  </a:lnTo>
                  <a:lnTo>
                    <a:pt x="4609767" y="1342599"/>
                  </a:lnTo>
                  <a:lnTo>
                    <a:pt x="4608485" y="1342599"/>
                  </a:lnTo>
                  <a:lnTo>
                    <a:pt x="4607203" y="1342599"/>
                  </a:lnTo>
                  <a:lnTo>
                    <a:pt x="4605922" y="1342599"/>
                  </a:lnTo>
                  <a:lnTo>
                    <a:pt x="4604640" y="1342599"/>
                  </a:lnTo>
                  <a:lnTo>
                    <a:pt x="4603358" y="1342599"/>
                  </a:lnTo>
                  <a:lnTo>
                    <a:pt x="4602076" y="1342599"/>
                  </a:lnTo>
                  <a:lnTo>
                    <a:pt x="4600794" y="1342599"/>
                  </a:lnTo>
                  <a:lnTo>
                    <a:pt x="4599512" y="1342599"/>
                  </a:lnTo>
                  <a:lnTo>
                    <a:pt x="4598231" y="1342599"/>
                  </a:lnTo>
                  <a:lnTo>
                    <a:pt x="4596949" y="1342599"/>
                  </a:lnTo>
                  <a:lnTo>
                    <a:pt x="4595667" y="1342599"/>
                  </a:lnTo>
                  <a:lnTo>
                    <a:pt x="4594385" y="1342599"/>
                  </a:lnTo>
                  <a:lnTo>
                    <a:pt x="4593103" y="1342599"/>
                  </a:lnTo>
                  <a:lnTo>
                    <a:pt x="4591821" y="1342599"/>
                  </a:lnTo>
                  <a:lnTo>
                    <a:pt x="4590539" y="1342599"/>
                  </a:lnTo>
                  <a:lnTo>
                    <a:pt x="4589258" y="1342599"/>
                  </a:lnTo>
                  <a:lnTo>
                    <a:pt x="4587976" y="1342599"/>
                  </a:lnTo>
                  <a:lnTo>
                    <a:pt x="4586694" y="1342599"/>
                  </a:lnTo>
                  <a:lnTo>
                    <a:pt x="4585412" y="1342599"/>
                  </a:lnTo>
                  <a:lnTo>
                    <a:pt x="4584130" y="1342599"/>
                  </a:lnTo>
                  <a:lnTo>
                    <a:pt x="4582848" y="1342599"/>
                  </a:lnTo>
                  <a:lnTo>
                    <a:pt x="4581567" y="1342599"/>
                  </a:lnTo>
                  <a:lnTo>
                    <a:pt x="4580285" y="1342599"/>
                  </a:lnTo>
                  <a:lnTo>
                    <a:pt x="4579003" y="1342599"/>
                  </a:lnTo>
                  <a:lnTo>
                    <a:pt x="4577721" y="1342599"/>
                  </a:lnTo>
                  <a:lnTo>
                    <a:pt x="4576439" y="1342599"/>
                  </a:lnTo>
                  <a:lnTo>
                    <a:pt x="4575157" y="1342599"/>
                  </a:lnTo>
                  <a:lnTo>
                    <a:pt x="4573875" y="1342599"/>
                  </a:lnTo>
                  <a:lnTo>
                    <a:pt x="4572594" y="1342599"/>
                  </a:lnTo>
                  <a:lnTo>
                    <a:pt x="4571312" y="1342599"/>
                  </a:lnTo>
                  <a:lnTo>
                    <a:pt x="4570030" y="1342599"/>
                  </a:lnTo>
                  <a:lnTo>
                    <a:pt x="4568748" y="1342599"/>
                  </a:lnTo>
                  <a:lnTo>
                    <a:pt x="4567466" y="1342599"/>
                  </a:lnTo>
                  <a:lnTo>
                    <a:pt x="4566184" y="1342599"/>
                  </a:lnTo>
                  <a:lnTo>
                    <a:pt x="4564903" y="1342599"/>
                  </a:lnTo>
                  <a:lnTo>
                    <a:pt x="4563621" y="1342599"/>
                  </a:lnTo>
                  <a:lnTo>
                    <a:pt x="4562339" y="1342599"/>
                  </a:lnTo>
                  <a:lnTo>
                    <a:pt x="4561057" y="1342599"/>
                  </a:lnTo>
                  <a:lnTo>
                    <a:pt x="4559775" y="1342599"/>
                  </a:lnTo>
                  <a:lnTo>
                    <a:pt x="4558493" y="1342599"/>
                  </a:lnTo>
                  <a:lnTo>
                    <a:pt x="4557212" y="1342599"/>
                  </a:lnTo>
                  <a:lnTo>
                    <a:pt x="4555930" y="1342599"/>
                  </a:lnTo>
                  <a:lnTo>
                    <a:pt x="4554648" y="1342599"/>
                  </a:lnTo>
                  <a:lnTo>
                    <a:pt x="4553366" y="1342599"/>
                  </a:lnTo>
                  <a:lnTo>
                    <a:pt x="4552084" y="1342599"/>
                  </a:lnTo>
                  <a:lnTo>
                    <a:pt x="4550802" y="1342599"/>
                  </a:lnTo>
                  <a:lnTo>
                    <a:pt x="4549520" y="1342599"/>
                  </a:lnTo>
                  <a:lnTo>
                    <a:pt x="4548239" y="1342599"/>
                  </a:lnTo>
                  <a:lnTo>
                    <a:pt x="4546957" y="1342599"/>
                  </a:lnTo>
                  <a:lnTo>
                    <a:pt x="4545675" y="1342599"/>
                  </a:lnTo>
                  <a:lnTo>
                    <a:pt x="4544393" y="1342599"/>
                  </a:lnTo>
                  <a:lnTo>
                    <a:pt x="4543111" y="1342599"/>
                  </a:lnTo>
                  <a:lnTo>
                    <a:pt x="4541829" y="1342599"/>
                  </a:lnTo>
                  <a:lnTo>
                    <a:pt x="4540548" y="1342599"/>
                  </a:lnTo>
                  <a:lnTo>
                    <a:pt x="4539266" y="1342599"/>
                  </a:lnTo>
                  <a:lnTo>
                    <a:pt x="4537984" y="1342599"/>
                  </a:lnTo>
                  <a:lnTo>
                    <a:pt x="4536702" y="1342599"/>
                  </a:lnTo>
                  <a:lnTo>
                    <a:pt x="4535420" y="1342599"/>
                  </a:lnTo>
                  <a:lnTo>
                    <a:pt x="4534138" y="1342599"/>
                  </a:lnTo>
                  <a:lnTo>
                    <a:pt x="4532856" y="1342599"/>
                  </a:lnTo>
                  <a:lnTo>
                    <a:pt x="4531575" y="1342599"/>
                  </a:lnTo>
                  <a:lnTo>
                    <a:pt x="4530293" y="1342599"/>
                  </a:lnTo>
                  <a:lnTo>
                    <a:pt x="4529011" y="1342599"/>
                  </a:lnTo>
                  <a:lnTo>
                    <a:pt x="4527729" y="1342599"/>
                  </a:lnTo>
                  <a:lnTo>
                    <a:pt x="4526447" y="1342599"/>
                  </a:lnTo>
                  <a:lnTo>
                    <a:pt x="4525165" y="1342599"/>
                  </a:lnTo>
                  <a:lnTo>
                    <a:pt x="4523884" y="1342599"/>
                  </a:lnTo>
                  <a:lnTo>
                    <a:pt x="4522602" y="1342599"/>
                  </a:lnTo>
                  <a:lnTo>
                    <a:pt x="4521320" y="1342599"/>
                  </a:lnTo>
                  <a:lnTo>
                    <a:pt x="4520038" y="1342599"/>
                  </a:lnTo>
                  <a:lnTo>
                    <a:pt x="4518756" y="1342599"/>
                  </a:lnTo>
                  <a:lnTo>
                    <a:pt x="4517474" y="1342599"/>
                  </a:lnTo>
                  <a:lnTo>
                    <a:pt x="4516192" y="1342599"/>
                  </a:lnTo>
                  <a:lnTo>
                    <a:pt x="4514911" y="1342599"/>
                  </a:lnTo>
                  <a:lnTo>
                    <a:pt x="4513629" y="1342599"/>
                  </a:lnTo>
                  <a:lnTo>
                    <a:pt x="4512347" y="1342599"/>
                  </a:lnTo>
                  <a:lnTo>
                    <a:pt x="4511065" y="1342599"/>
                  </a:lnTo>
                  <a:lnTo>
                    <a:pt x="4509783" y="1342599"/>
                  </a:lnTo>
                  <a:lnTo>
                    <a:pt x="4508501" y="1342599"/>
                  </a:lnTo>
                  <a:lnTo>
                    <a:pt x="4507220" y="1342599"/>
                  </a:lnTo>
                  <a:lnTo>
                    <a:pt x="4505938" y="1342599"/>
                  </a:lnTo>
                  <a:lnTo>
                    <a:pt x="4504656" y="1342599"/>
                  </a:lnTo>
                  <a:lnTo>
                    <a:pt x="4503374" y="1342599"/>
                  </a:lnTo>
                  <a:lnTo>
                    <a:pt x="4502092" y="1342599"/>
                  </a:lnTo>
                  <a:lnTo>
                    <a:pt x="4500810" y="1342599"/>
                  </a:lnTo>
                  <a:lnTo>
                    <a:pt x="4499529" y="1342599"/>
                  </a:lnTo>
                  <a:lnTo>
                    <a:pt x="4498247" y="1342599"/>
                  </a:lnTo>
                  <a:lnTo>
                    <a:pt x="4496965" y="1342599"/>
                  </a:lnTo>
                  <a:lnTo>
                    <a:pt x="4495683" y="1342599"/>
                  </a:lnTo>
                  <a:lnTo>
                    <a:pt x="4494401" y="1342599"/>
                  </a:lnTo>
                  <a:lnTo>
                    <a:pt x="4493119" y="1342599"/>
                  </a:lnTo>
                  <a:lnTo>
                    <a:pt x="4491837" y="1342599"/>
                  </a:lnTo>
                  <a:lnTo>
                    <a:pt x="4490556" y="1342599"/>
                  </a:lnTo>
                  <a:lnTo>
                    <a:pt x="4489274" y="1342599"/>
                  </a:lnTo>
                  <a:lnTo>
                    <a:pt x="4487992" y="1342599"/>
                  </a:lnTo>
                  <a:lnTo>
                    <a:pt x="4486710" y="1342599"/>
                  </a:lnTo>
                  <a:lnTo>
                    <a:pt x="4485428" y="1342599"/>
                  </a:lnTo>
                  <a:lnTo>
                    <a:pt x="4484146" y="1342599"/>
                  </a:lnTo>
                  <a:lnTo>
                    <a:pt x="4482865" y="1342599"/>
                  </a:lnTo>
                  <a:lnTo>
                    <a:pt x="4481583" y="1342599"/>
                  </a:lnTo>
                  <a:lnTo>
                    <a:pt x="4480301" y="1342599"/>
                  </a:lnTo>
                  <a:lnTo>
                    <a:pt x="4479019" y="1342599"/>
                  </a:lnTo>
                  <a:lnTo>
                    <a:pt x="4477737" y="1342599"/>
                  </a:lnTo>
                  <a:lnTo>
                    <a:pt x="4476455" y="1342599"/>
                  </a:lnTo>
                  <a:lnTo>
                    <a:pt x="4475173" y="1342599"/>
                  </a:lnTo>
                  <a:lnTo>
                    <a:pt x="4473892" y="1342599"/>
                  </a:lnTo>
                  <a:lnTo>
                    <a:pt x="4472610" y="1342599"/>
                  </a:lnTo>
                  <a:lnTo>
                    <a:pt x="4471328" y="1342599"/>
                  </a:lnTo>
                  <a:lnTo>
                    <a:pt x="4470046" y="1342599"/>
                  </a:lnTo>
                  <a:lnTo>
                    <a:pt x="4468764" y="1342599"/>
                  </a:lnTo>
                  <a:lnTo>
                    <a:pt x="4467482" y="1342599"/>
                  </a:lnTo>
                  <a:lnTo>
                    <a:pt x="4466201" y="1342599"/>
                  </a:lnTo>
                  <a:lnTo>
                    <a:pt x="4464919" y="1342599"/>
                  </a:lnTo>
                  <a:lnTo>
                    <a:pt x="4463637" y="1342599"/>
                  </a:lnTo>
                  <a:lnTo>
                    <a:pt x="4462355" y="1342599"/>
                  </a:lnTo>
                  <a:lnTo>
                    <a:pt x="4461073" y="1342599"/>
                  </a:lnTo>
                  <a:lnTo>
                    <a:pt x="4459791" y="1342599"/>
                  </a:lnTo>
                  <a:lnTo>
                    <a:pt x="4458510" y="1342599"/>
                  </a:lnTo>
                  <a:lnTo>
                    <a:pt x="4457228" y="1342599"/>
                  </a:lnTo>
                  <a:lnTo>
                    <a:pt x="4455946" y="1342599"/>
                  </a:lnTo>
                  <a:lnTo>
                    <a:pt x="4454664" y="1342599"/>
                  </a:lnTo>
                  <a:lnTo>
                    <a:pt x="4453382" y="1342599"/>
                  </a:lnTo>
                  <a:lnTo>
                    <a:pt x="4452100" y="1342599"/>
                  </a:lnTo>
                  <a:lnTo>
                    <a:pt x="4450818" y="1342599"/>
                  </a:lnTo>
                  <a:lnTo>
                    <a:pt x="4449537" y="1342599"/>
                  </a:lnTo>
                  <a:lnTo>
                    <a:pt x="4448255" y="1342599"/>
                  </a:lnTo>
                  <a:lnTo>
                    <a:pt x="4446973" y="1342599"/>
                  </a:lnTo>
                  <a:lnTo>
                    <a:pt x="4445691" y="1342599"/>
                  </a:lnTo>
                  <a:lnTo>
                    <a:pt x="4444409" y="1342599"/>
                  </a:lnTo>
                  <a:lnTo>
                    <a:pt x="4443127" y="1342599"/>
                  </a:lnTo>
                  <a:lnTo>
                    <a:pt x="4441846" y="1342599"/>
                  </a:lnTo>
                  <a:lnTo>
                    <a:pt x="4440564" y="1342599"/>
                  </a:lnTo>
                  <a:lnTo>
                    <a:pt x="4439282" y="1342599"/>
                  </a:lnTo>
                  <a:lnTo>
                    <a:pt x="4438000" y="1342599"/>
                  </a:lnTo>
                  <a:lnTo>
                    <a:pt x="4436718" y="1342599"/>
                  </a:lnTo>
                  <a:lnTo>
                    <a:pt x="4435436" y="1342599"/>
                  </a:lnTo>
                  <a:lnTo>
                    <a:pt x="4434154" y="1342599"/>
                  </a:lnTo>
                  <a:lnTo>
                    <a:pt x="4432873" y="1342599"/>
                  </a:lnTo>
                  <a:lnTo>
                    <a:pt x="4431591" y="1342599"/>
                  </a:lnTo>
                  <a:lnTo>
                    <a:pt x="4430309" y="1342599"/>
                  </a:lnTo>
                  <a:lnTo>
                    <a:pt x="4429027" y="1342599"/>
                  </a:lnTo>
                  <a:lnTo>
                    <a:pt x="4427745" y="1342599"/>
                  </a:lnTo>
                  <a:lnTo>
                    <a:pt x="4426463" y="1342599"/>
                  </a:lnTo>
                  <a:lnTo>
                    <a:pt x="4425182" y="1342599"/>
                  </a:lnTo>
                  <a:lnTo>
                    <a:pt x="4423900" y="1342599"/>
                  </a:lnTo>
                  <a:lnTo>
                    <a:pt x="4422618" y="1342599"/>
                  </a:lnTo>
                  <a:lnTo>
                    <a:pt x="4421336" y="1342599"/>
                  </a:lnTo>
                  <a:lnTo>
                    <a:pt x="4420054" y="1342599"/>
                  </a:lnTo>
                  <a:lnTo>
                    <a:pt x="4418772" y="1342599"/>
                  </a:lnTo>
                  <a:lnTo>
                    <a:pt x="4417491" y="1342599"/>
                  </a:lnTo>
                  <a:lnTo>
                    <a:pt x="4416209" y="1342599"/>
                  </a:lnTo>
                  <a:lnTo>
                    <a:pt x="4414927" y="1342599"/>
                  </a:lnTo>
                  <a:lnTo>
                    <a:pt x="4413645" y="1342599"/>
                  </a:lnTo>
                  <a:lnTo>
                    <a:pt x="4412363" y="1342599"/>
                  </a:lnTo>
                  <a:lnTo>
                    <a:pt x="4411081" y="1342599"/>
                  </a:lnTo>
                  <a:lnTo>
                    <a:pt x="4409799" y="1342599"/>
                  </a:lnTo>
                  <a:lnTo>
                    <a:pt x="4408518" y="1342599"/>
                  </a:lnTo>
                  <a:lnTo>
                    <a:pt x="4407236" y="1342599"/>
                  </a:lnTo>
                  <a:lnTo>
                    <a:pt x="4405954" y="1342599"/>
                  </a:lnTo>
                  <a:lnTo>
                    <a:pt x="4404672" y="1342599"/>
                  </a:lnTo>
                  <a:lnTo>
                    <a:pt x="4403390" y="1342599"/>
                  </a:lnTo>
                  <a:lnTo>
                    <a:pt x="4402108" y="1342599"/>
                  </a:lnTo>
                  <a:lnTo>
                    <a:pt x="4400827" y="1342599"/>
                  </a:lnTo>
                  <a:lnTo>
                    <a:pt x="4399545" y="1342599"/>
                  </a:lnTo>
                  <a:lnTo>
                    <a:pt x="4398263" y="1342599"/>
                  </a:lnTo>
                  <a:lnTo>
                    <a:pt x="4396981" y="1342599"/>
                  </a:lnTo>
                  <a:lnTo>
                    <a:pt x="4395699" y="1342599"/>
                  </a:lnTo>
                  <a:lnTo>
                    <a:pt x="4394417" y="1342599"/>
                  </a:lnTo>
                  <a:lnTo>
                    <a:pt x="4393135" y="1342599"/>
                  </a:lnTo>
                  <a:lnTo>
                    <a:pt x="4391854" y="1342599"/>
                  </a:lnTo>
                  <a:lnTo>
                    <a:pt x="4390572" y="1342599"/>
                  </a:lnTo>
                  <a:lnTo>
                    <a:pt x="4389290" y="1342599"/>
                  </a:lnTo>
                  <a:lnTo>
                    <a:pt x="4388008" y="1342599"/>
                  </a:lnTo>
                  <a:lnTo>
                    <a:pt x="4386726" y="1342599"/>
                  </a:lnTo>
                  <a:lnTo>
                    <a:pt x="4385444" y="1342599"/>
                  </a:lnTo>
                  <a:lnTo>
                    <a:pt x="4384163" y="1342599"/>
                  </a:lnTo>
                  <a:lnTo>
                    <a:pt x="4382881" y="1342599"/>
                  </a:lnTo>
                  <a:lnTo>
                    <a:pt x="4381599" y="1342599"/>
                  </a:lnTo>
                  <a:lnTo>
                    <a:pt x="4380317" y="1342599"/>
                  </a:lnTo>
                  <a:lnTo>
                    <a:pt x="4379035" y="1342599"/>
                  </a:lnTo>
                  <a:lnTo>
                    <a:pt x="4377753" y="1342599"/>
                  </a:lnTo>
                  <a:lnTo>
                    <a:pt x="4376471" y="1342599"/>
                  </a:lnTo>
                  <a:lnTo>
                    <a:pt x="4375190" y="1342599"/>
                  </a:lnTo>
                  <a:lnTo>
                    <a:pt x="4373908" y="1342599"/>
                  </a:lnTo>
                  <a:lnTo>
                    <a:pt x="4372626" y="1342599"/>
                  </a:lnTo>
                  <a:lnTo>
                    <a:pt x="4371344" y="1342599"/>
                  </a:lnTo>
                  <a:lnTo>
                    <a:pt x="4370062" y="1342599"/>
                  </a:lnTo>
                  <a:lnTo>
                    <a:pt x="4368780" y="1342599"/>
                  </a:lnTo>
                  <a:lnTo>
                    <a:pt x="4367499" y="1342599"/>
                  </a:lnTo>
                  <a:lnTo>
                    <a:pt x="4366217" y="1342599"/>
                  </a:lnTo>
                  <a:lnTo>
                    <a:pt x="4364935" y="1342599"/>
                  </a:lnTo>
                  <a:lnTo>
                    <a:pt x="4363653" y="1342599"/>
                  </a:lnTo>
                  <a:lnTo>
                    <a:pt x="4362371" y="1342599"/>
                  </a:lnTo>
                  <a:lnTo>
                    <a:pt x="4361089" y="1342599"/>
                  </a:lnTo>
                  <a:lnTo>
                    <a:pt x="4359808" y="1342599"/>
                  </a:lnTo>
                  <a:lnTo>
                    <a:pt x="4358526" y="1342599"/>
                  </a:lnTo>
                  <a:lnTo>
                    <a:pt x="4357244" y="1342599"/>
                  </a:lnTo>
                  <a:lnTo>
                    <a:pt x="4355962" y="1342599"/>
                  </a:lnTo>
                  <a:lnTo>
                    <a:pt x="4354680" y="1342599"/>
                  </a:lnTo>
                  <a:lnTo>
                    <a:pt x="4353398" y="1342599"/>
                  </a:lnTo>
                  <a:lnTo>
                    <a:pt x="4352116" y="1342599"/>
                  </a:lnTo>
                  <a:lnTo>
                    <a:pt x="4350835" y="1342599"/>
                  </a:lnTo>
                  <a:lnTo>
                    <a:pt x="4349553" y="1342599"/>
                  </a:lnTo>
                  <a:lnTo>
                    <a:pt x="4348271" y="1342599"/>
                  </a:lnTo>
                  <a:lnTo>
                    <a:pt x="4346989" y="1342599"/>
                  </a:lnTo>
                  <a:lnTo>
                    <a:pt x="4345707" y="1342599"/>
                  </a:lnTo>
                  <a:lnTo>
                    <a:pt x="4344425" y="1342599"/>
                  </a:lnTo>
                  <a:lnTo>
                    <a:pt x="4343144" y="1342599"/>
                  </a:lnTo>
                  <a:lnTo>
                    <a:pt x="4341862" y="1342599"/>
                  </a:lnTo>
                  <a:lnTo>
                    <a:pt x="4340580" y="1342599"/>
                  </a:lnTo>
                  <a:lnTo>
                    <a:pt x="4339298" y="1342599"/>
                  </a:lnTo>
                  <a:lnTo>
                    <a:pt x="4338016" y="1342599"/>
                  </a:lnTo>
                  <a:lnTo>
                    <a:pt x="4336734" y="1342599"/>
                  </a:lnTo>
                  <a:lnTo>
                    <a:pt x="4335452" y="1342599"/>
                  </a:lnTo>
                  <a:lnTo>
                    <a:pt x="4334171" y="1342599"/>
                  </a:lnTo>
                  <a:lnTo>
                    <a:pt x="4332889" y="1342599"/>
                  </a:lnTo>
                  <a:lnTo>
                    <a:pt x="4331607" y="1342599"/>
                  </a:lnTo>
                  <a:lnTo>
                    <a:pt x="4330325" y="1342599"/>
                  </a:lnTo>
                  <a:lnTo>
                    <a:pt x="4329043" y="1342599"/>
                  </a:lnTo>
                  <a:lnTo>
                    <a:pt x="4327761" y="1342599"/>
                  </a:lnTo>
                  <a:lnTo>
                    <a:pt x="4326480" y="1342599"/>
                  </a:lnTo>
                  <a:lnTo>
                    <a:pt x="4325198" y="1342599"/>
                  </a:lnTo>
                  <a:lnTo>
                    <a:pt x="4323916" y="1342599"/>
                  </a:lnTo>
                  <a:lnTo>
                    <a:pt x="4322634" y="1342599"/>
                  </a:lnTo>
                  <a:lnTo>
                    <a:pt x="4321352" y="1342599"/>
                  </a:lnTo>
                  <a:lnTo>
                    <a:pt x="4320070" y="1342599"/>
                  </a:lnTo>
                  <a:lnTo>
                    <a:pt x="4318789" y="1342599"/>
                  </a:lnTo>
                  <a:lnTo>
                    <a:pt x="4317507" y="1342599"/>
                  </a:lnTo>
                  <a:lnTo>
                    <a:pt x="4316225" y="1342599"/>
                  </a:lnTo>
                  <a:lnTo>
                    <a:pt x="4314943" y="1342599"/>
                  </a:lnTo>
                  <a:lnTo>
                    <a:pt x="4313661" y="1342599"/>
                  </a:lnTo>
                  <a:lnTo>
                    <a:pt x="4312379" y="1342599"/>
                  </a:lnTo>
                  <a:lnTo>
                    <a:pt x="4311097" y="1342599"/>
                  </a:lnTo>
                  <a:lnTo>
                    <a:pt x="4309816" y="1342599"/>
                  </a:lnTo>
                  <a:lnTo>
                    <a:pt x="4308534" y="1342599"/>
                  </a:lnTo>
                  <a:lnTo>
                    <a:pt x="4307252" y="1342599"/>
                  </a:lnTo>
                  <a:lnTo>
                    <a:pt x="4305970" y="1342599"/>
                  </a:lnTo>
                  <a:lnTo>
                    <a:pt x="4304688" y="1342599"/>
                  </a:lnTo>
                  <a:lnTo>
                    <a:pt x="4303406" y="1342599"/>
                  </a:lnTo>
                  <a:lnTo>
                    <a:pt x="4302125" y="1342599"/>
                  </a:lnTo>
                  <a:lnTo>
                    <a:pt x="4300843" y="1342599"/>
                  </a:lnTo>
                  <a:lnTo>
                    <a:pt x="4299561" y="1342599"/>
                  </a:lnTo>
                  <a:lnTo>
                    <a:pt x="4298279" y="1342599"/>
                  </a:lnTo>
                  <a:lnTo>
                    <a:pt x="4296997" y="1342599"/>
                  </a:lnTo>
                  <a:lnTo>
                    <a:pt x="4295715" y="1342599"/>
                  </a:lnTo>
                  <a:lnTo>
                    <a:pt x="4294433" y="1342599"/>
                  </a:lnTo>
                  <a:lnTo>
                    <a:pt x="4293152" y="1342599"/>
                  </a:lnTo>
                  <a:lnTo>
                    <a:pt x="4291870" y="1342599"/>
                  </a:lnTo>
                  <a:lnTo>
                    <a:pt x="4290588" y="1342599"/>
                  </a:lnTo>
                  <a:lnTo>
                    <a:pt x="4289306" y="1342599"/>
                  </a:lnTo>
                  <a:lnTo>
                    <a:pt x="4288024" y="1342599"/>
                  </a:lnTo>
                  <a:lnTo>
                    <a:pt x="4286742" y="1342599"/>
                  </a:lnTo>
                  <a:lnTo>
                    <a:pt x="4285461" y="1342599"/>
                  </a:lnTo>
                  <a:lnTo>
                    <a:pt x="4284179" y="1342599"/>
                  </a:lnTo>
                  <a:lnTo>
                    <a:pt x="4282897" y="1342599"/>
                  </a:lnTo>
                  <a:lnTo>
                    <a:pt x="4281615" y="1342599"/>
                  </a:lnTo>
                  <a:lnTo>
                    <a:pt x="4280333" y="1342599"/>
                  </a:lnTo>
                  <a:lnTo>
                    <a:pt x="4279051" y="1342599"/>
                  </a:lnTo>
                  <a:lnTo>
                    <a:pt x="4277770" y="1342599"/>
                  </a:lnTo>
                  <a:lnTo>
                    <a:pt x="4276488" y="1342599"/>
                  </a:lnTo>
                  <a:lnTo>
                    <a:pt x="4275206" y="1342599"/>
                  </a:lnTo>
                  <a:lnTo>
                    <a:pt x="4273924" y="1342599"/>
                  </a:lnTo>
                  <a:lnTo>
                    <a:pt x="4272642" y="1342599"/>
                  </a:lnTo>
                  <a:lnTo>
                    <a:pt x="4271360" y="1342599"/>
                  </a:lnTo>
                  <a:lnTo>
                    <a:pt x="4270078" y="1342599"/>
                  </a:lnTo>
                  <a:lnTo>
                    <a:pt x="4268797" y="1342599"/>
                  </a:lnTo>
                  <a:lnTo>
                    <a:pt x="4267515" y="1342599"/>
                  </a:lnTo>
                  <a:lnTo>
                    <a:pt x="4266233" y="1342599"/>
                  </a:lnTo>
                  <a:lnTo>
                    <a:pt x="4264951" y="1342599"/>
                  </a:lnTo>
                  <a:lnTo>
                    <a:pt x="4263669" y="1342599"/>
                  </a:lnTo>
                  <a:lnTo>
                    <a:pt x="4262387" y="1342599"/>
                  </a:lnTo>
                  <a:lnTo>
                    <a:pt x="4261106" y="1342599"/>
                  </a:lnTo>
                  <a:lnTo>
                    <a:pt x="4259824" y="1342599"/>
                  </a:lnTo>
                  <a:lnTo>
                    <a:pt x="4258542" y="1342599"/>
                  </a:lnTo>
                  <a:lnTo>
                    <a:pt x="4257260" y="1342599"/>
                  </a:lnTo>
                  <a:lnTo>
                    <a:pt x="4255978" y="1342599"/>
                  </a:lnTo>
                  <a:lnTo>
                    <a:pt x="4254696" y="1342599"/>
                  </a:lnTo>
                  <a:lnTo>
                    <a:pt x="4253414" y="1342599"/>
                  </a:lnTo>
                  <a:lnTo>
                    <a:pt x="4252133" y="1342599"/>
                  </a:lnTo>
                  <a:lnTo>
                    <a:pt x="4250851" y="1342599"/>
                  </a:lnTo>
                  <a:lnTo>
                    <a:pt x="4249569" y="1342599"/>
                  </a:lnTo>
                  <a:lnTo>
                    <a:pt x="4248287" y="1342599"/>
                  </a:lnTo>
                  <a:lnTo>
                    <a:pt x="4247005" y="1342599"/>
                  </a:lnTo>
                  <a:lnTo>
                    <a:pt x="4245723" y="1342599"/>
                  </a:lnTo>
                  <a:lnTo>
                    <a:pt x="4244442" y="1342599"/>
                  </a:lnTo>
                  <a:lnTo>
                    <a:pt x="4243160" y="1342599"/>
                  </a:lnTo>
                  <a:lnTo>
                    <a:pt x="4241878" y="1342599"/>
                  </a:lnTo>
                  <a:lnTo>
                    <a:pt x="4240596" y="1342599"/>
                  </a:lnTo>
                  <a:lnTo>
                    <a:pt x="4239314" y="1342599"/>
                  </a:lnTo>
                  <a:lnTo>
                    <a:pt x="4238032" y="1342599"/>
                  </a:lnTo>
                  <a:lnTo>
                    <a:pt x="4236750" y="1342599"/>
                  </a:lnTo>
                  <a:lnTo>
                    <a:pt x="4235469" y="1342599"/>
                  </a:lnTo>
                  <a:lnTo>
                    <a:pt x="4234187" y="1342599"/>
                  </a:lnTo>
                  <a:lnTo>
                    <a:pt x="4232905" y="1342599"/>
                  </a:lnTo>
                  <a:lnTo>
                    <a:pt x="4231623" y="1342599"/>
                  </a:lnTo>
                  <a:lnTo>
                    <a:pt x="4230341" y="1342599"/>
                  </a:lnTo>
                  <a:lnTo>
                    <a:pt x="4229059" y="1342599"/>
                  </a:lnTo>
                  <a:lnTo>
                    <a:pt x="4227778" y="1342599"/>
                  </a:lnTo>
                  <a:lnTo>
                    <a:pt x="4226496" y="1342599"/>
                  </a:lnTo>
                  <a:lnTo>
                    <a:pt x="4225214" y="1342599"/>
                  </a:lnTo>
                  <a:lnTo>
                    <a:pt x="4223932" y="1342599"/>
                  </a:lnTo>
                  <a:lnTo>
                    <a:pt x="4222650" y="1342599"/>
                  </a:lnTo>
                  <a:lnTo>
                    <a:pt x="4221368" y="1342599"/>
                  </a:lnTo>
                  <a:lnTo>
                    <a:pt x="4220087" y="1342599"/>
                  </a:lnTo>
                  <a:lnTo>
                    <a:pt x="4218805" y="1342599"/>
                  </a:lnTo>
                  <a:lnTo>
                    <a:pt x="4217523" y="1342599"/>
                  </a:lnTo>
                  <a:lnTo>
                    <a:pt x="4216241" y="1342599"/>
                  </a:lnTo>
                  <a:lnTo>
                    <a:pt x="4214959" y="1342599"/>
                  </a:lnTo>
                  <a:lnTo>
                    <a:pt x="4213677" y="1342599"/>
                  </a:lnTo>
                  <a:lnTo>
                    <a:pt x="4212395" y="1342599"/>
                  </a:lnTo>
                  <a:lnTo>
                    <a:pt x="4211114" y="1342599"/>
                  </a:lnTo>
                  <a:lnTo>
                    <a:pt x="4209832" y="1342599"/>
                  </a:lnTo>
                  <a:lnTo>
                    <a:pt x="4208550" y="1342599"/>
                  </a:lnTo>
                  <a:lnTo>
                    <a:pt x="4207268" y="1342599"/>
                  </a:lnTo>
                  <a:lnTo>
                    <a:pt x="4205986" y="1342599"/>
                  </a:lnTo>
                  <a:lnTo>
                    <a:pt x="4204704" y="1342599"/>
                  </a:lnTo>
                  <a:lnTo>
                    <a:pt x="4203423" y="1342599"/>
                  </a:lnTo>
                  <a:lnTo>
                    <a:pt x="4202141" y="1342599"/>
                  </a:lnTo>
                  <a:lnTo>
                    <a:pt x="4200859" y="1342599"/>
                  </a:lnTo>
                  <a:lnTo>
                    <a:pt x="4199577" y="1342599"/>
                  </a:lnTo>
                  <a:lnTo>
                    <a:pt x="4198295" y="1342599"/>
                  </a:lnTo>
                  <a:lnTo>
                    <a:pt x="4197013" y="1342599"/>
                  </a:lnTo>
                  <a:lnTo>
                    <a:pt x="4195731" y="1342599"/>
                  </a:lnTo>
                  <a:lnTo>
                    <a:pt x="4194450" y="1342599"/>
                  </a:lnTo>
                  <a:lnTo>
                    <a:pt x="4193168" y="1342599"/>
                  </a:lnTo>
                  <a:lnTo>
                    <a:pt x="4191886" y="1342599"/>
                  </a:lnTo>
                  <a:lnTo>
                    <a:pt x="4190604" y="1342599"/>
                  </a:lnTo>
                  <a:lnTo>
                    <a:pt x="4189322" y="1342599"/>
                  </a:lnTo>
                  <a:lnTo>
                    <a:pt x="4188040" y="1342599"/>
                  </a:lnTo>
                  <a:lnTo>
                    <a:pt x="4186759" y="1342599"/>
                  </a:lnTo>
                  <a:lnTo>
                    <a:pt x="4185477" y="1342599"/>
                  </a:lnTo>
                  <a:lnTo>
                    <a:pt x="4184195" y="1342599"/>
                  </a:lnTo>
                  <a:lnTo>
                    <a:pt x="4182913" y="1342599"/>
                  </a:lnTo>
                  <a:lnTo>
                    <a:pt x="4181631" y="1342599"/>
                  </a:lnTo>
                  <a:lnTo>
                    <a:pt x="4180349" y="1342599"/>
                  </a:lnTo>
                  <a:lnTo>
                    <a:pt x="4179068" y="1342599"/>
                  </a:lnTo>
                  <a:lnTo>
                    <a:pt x="4177786" y="1342599"/>
                  </a:lnTo>
                  <a:lnTo>
                    <a:pt x="4176504" y="1342599"/>
                  </a:lnTo>
                  <a:lnTo>
                    <a:pt x="4175222" y="1342599"/>
                  </a:lnTo>
                  <a:lnTo>
                    <a:pt x="4173940" y="1342599"/>
                  </a:lnTo>
                  <a:lnTo>
                    <a:pt x="4172658" y="1342599"/>
                  </a:lnTo>
                  <a:lnTo>
                    <a:pt x="4171376" y="1342599"/>
                  </a:lnTo>
                  <a:lnTo>
                    <a:pt x="4170095" y="1342599"/>
                  </a:lnTo>
                  <a:lnTo>
                    <a:pt x="4168813" y="1342599"/>
                  </a:lnTo>
                  <a:lnTo>
                    <a:pt x="4167531" y="1342599"/>
                  </a:lnTo>
                  <a:lnTo>
                    <a:pt x="4166249" y="1342599"/>
                  </a:lnTo>
                  <a:lnTo>
                    <a:pt x="4164967" y="1342599"/>
                  </a:lnTo>
                  <a:lnTo>
                    <a:pt x="4163685" y="1342599"/>
                  </a:lnTo>
                  <a:lnTo>
                    <a:pt x="4162404" y="1342599"/>
                  </a:lnTo>
                  <a:lnTo>
                    <a:pt x="4161122" y="1342599"/>
                  </a:lnTo>
                  <a:lnTo>
                    <a:pt x="4159840" y="1342599"/>
                  </a:lnTo>
                  <a:lnTo>
                    <a:pt x="4158558" y="1342599"/>
                  </a:lnTo>
                  <a:lnTo>
                    <a:pt x="4157276" y="1342599"/>
                  </a:lnTo>
                  <a:lnTo>
                    <a:pt x="4155994" y="1342599"/>
                  </a:lnTo>
                  <a:lnTo>
                    <a:pt x="4154712" y="1342599"/>
                  </a:lnTo>
                  <a:lnTo>
                    <a:pt x="4153431" y="1342599"/>
                  </a:lnTo>
                  <a:lnTo>
                    <a:pt x="4152149" y="1342599"/>
                  </a:lnTo>
                  <a:lnTo>
                    <a:pt x="4150867" y="1342599"/>
                  </a:lnTo>
                  <a:lnTo>
                    <a:pt x="4149585" y="1342599"/>
                  </a:lnTo>
                  <a:lnTo>
                    <a:pt x="4148303" y="1342599"/>
                  </a:lnTo>
                  <a:lnTo>
                    <a:pt x="4147021" y="1342599"/>
                  </a:lnTo>
                  <a:lnTo>
                    <a:pt x="4145740" y="1342599"/>
                  </a:lnTo>
                  <a:lnTo>
                    <a:pt x="4144458" y="1342599"/>
                  </a:lnTo>
                  <a:lnTo>
                    <a:pt x="4143176" y="1342599"/>
                  </a:lnTo>
                  <a:lnTo>
                    <a:pt x="4141894" y="1342599"/>
                  </a:lnTo>
                  <a:lnTo>
                    <a:pt x="4140612" y="1342599"/>
                  </a:lnTo>
                  <a:lnTo>
                    <a:pt x="4139330" y="1342599"/>
                  </a:lnTo>
                  <a:lnTo>
                    <a:pt x="4138048" y="1342599"/>
                  </a:lnTo>
                  <a:lnTo>
                    <a:pt x="4136767" y="1342599"/>
                  </a:lnTo>
                  <a:lnTo>
                    <a:pt x="4135485" y="1342599"/>
                  </a:lnTo>
                  <a:lnTo>
                    <a:pt x="4134203" y="1342599"/>
                  </a:lnTo>
                  <a:lnTo>
                    <a:pt x="4132921" y="1342599"/>
                  </a:lnTo>
                  <a:lnTo>
                    <a:pt x="4131639" y="1342599"/>
                  </a:lnTo>
                  <a:lnTo>
                    <a:pt x="4130357" y="1342599"/>
                  </a:lnTo>
                  <a:lnTo>
                    <a:pt x="4129076" y="1342599"/>
                  </a:lnTo>
                  <a:lnTo>
                    <a:pt x="4127794" y="1342599"/>
                  </a:lnTo>
                  <a:lnTo>
                    <a:pt x="4126512" y="1342599"/>
                  </a:lnTo>
                  <a:lnTo>
                    <a:pt x="4125230" y="1342599"/>
                  </a:lnTo>
                  <a:lnTo>
                    <a:pt x="4123948" y="1342599"/>
                  </a:lnTo>
                  <a:lnTo>
                    <a:pt x="4122666" y="1342599"/>
                  </a:lnTo>
                  <a:lnTo>
                    <a:pt x="4121385" y="1342599"/>
                  </a:lnTo>
                  <a:lnTo>
                    <a:pt x="4120103" y="1342599"/>
                  </a:lnTo>
                  <a:lnTo>
                    <a:pt x="4118821" y="1342599"/>
                  </a:lnTo>
                  <a:lnTo>
                    <a:pt x="4117539" y="1342599"/>
                  </a:lnTo>
                  <a:lnTo>
                    <a:pt x="4116257" y="1342599"/>
                  </a:lnTo>
                  <a:lnTo>
                    <a:pt x="4114975" y="1342599"/>
                  </a:lnTo>
                  <a:lnTo>
                    <a:pt x="4113693" y="1342599"/>
                  </a:lnTo>
                  <a:lnTo>
                    <a:pt x="4112412" y="1342599"/>
                  </a:lnTo>
                  <a:lnTo>
                    <a:pt x="4111130" y="1342599"/>
                  </a:lnTo>
                  <a:lnTo>
                    <a:pt x="4109848" y="1342599"/>
                  </a:lnTo>
                  <a:lnTo>
                    <a:pt x="4108566" y="1342599"/>
                  </a:lnTo>
                  <a:lnTo>
                    <a:pt x="4107284" y="1342599"/>
                  </a:lnTo>
                  <a:lnTo>
                    <a:pt x="4106002" y="1342599"/>
                  </a:lnTo>
                  <a:lnTo>
                    <a:pt x="4104721" y="1342599"/>
                  </a:lnTo>
                  <a:lnTo>
                    <a:pt x="4103439" y="1342599"/>
                  </a:lnTo>
                  <a:lnTo>
                    <a:pt x="4102157" y="1342599"/>
                  </a:lnTo>
                  <a:lnTo>
                    <a:pt x="4100875" y="1342599"/>
                  </a:lnTo>
                  <a:lnTo>
                    <a:pt x="4099593" y="1342599"/>
                  </a:lnTo>
                  <a:lnTo>
                    <a:pt x="4098311" y="1342599"/>
                  </a:lnTo>
                  <a:lnTo>
                    <a:pt x="4097029" y="1342599"/>
                  </a:lnTo>
                  <a:lnTo>
                    <a:pt x="4095748" y="1342599"/>
                  </a:lnTo>
                  <a:lnTo>
                    <a:pt x="4094466" y="1342599"/>
                  </a:lnTo>
                  <a:lnTo>
                    <a:pt x="4093184" y="1342599"/>
                  </a:lnTo>
                  <a:lnTo>
                    <a:pt x="4091902" y="1342599"/>
                  </a:lnTo>
                  <a:lnTo>
                    <a:pt x="4090620" y="1342599"/>
                  </a:lnTo>
                  <a:lnTo>
                    <a:pt x="4089338" y="1342599"/>
                  </a:lnTo>
                  <a:lnTo>
                    <a:pt x="4088057" y="1342599"/>
                  </a:lnTo>
                  <a:lnTo>
                    <a:pt x="4086775" y="1342599"/>
                  </a:lnTo>
                  <a:lnTo>
                    <a:pt x="4085493" y="1342599"/>
                  </a:lnTo>
                  <a:lnTo>
                    <a:pt x="4084211" y="1342599"/>
                  </a:lnTo>
                  <a:lnTo>
                    <a:pt x="4082929" y="1342599"/>
                  </a:lnTo>
                  <a:lnTo>
                    <a:pt x="4081647" y="1342599"/>
                  </a:lnTo>
                  <a:lnTo>
                    <a:pt x="4080366" y="1342599"/>
                  </a:lnTo>
                  <a:lnTo>
                    <a:pt x="4079084" y="1342599"/>
                  </a:lnTo>
                  <a:lnTo>
                    <a:pt x="4077802" y="1342599"/>
                  </a:lnTo>
                  <a:lnTo>
                    <a:pt x="4076520" y="1342599"/>
                  </a:lnTo>
                  <a:lnTo>
                    <a:pt x="4075238" y="1342599"/>
                  </a:lnTo>
                  <a:lnTo>
                    <a:pt x="4073956" y="1342599"/>
                  </a:lnTo>
                  <a:lnTo>
                    <a:pt x="4072674" y="1342599"/>
                  </a:lnTo>
                  <a:lnTo>
                    <a:pt x="4071393" y="1342599"/>
                  </a:lnTo>
                  <a:lnTo>
                    <a:pt x="4070111" y="1342599"/>
                  </a:lnTo>
                  <a:lnTo>
                    <a:pt x="4068829" y="1342599"/>
                  </a:lnTo>
                  <a:lnTo>
                    <a:pt x="4067547" y="1342599"/>
                  </a:lnTo>
                  <a:lnTo>
                    <a:pt x="4066265" y="1342599"/>
                  </a:lnTo>
                  <a:lnTo>
                    <a:pt x="4064983" y="1342599"/>
                  </a:lnTo>
                  <a:lnTo>
                    <a:pt x="4063702" y="1342599"/>
                  </a:lnTo>
                  <a:lnTo>
                    <a:pt x="4062420" y="1342599"/>
                  </a:lnTo>
                  <a:lnTo>
                    <a:pt x="4061138" y="1342599"/>
                  </a:lnTo>
                  <a:lnTo>
                    <a:pt x="4059856" y="1342599"/>
                  </a:lnTo>
                  <a:lnTo>
                    <a:pt x="4058574" y="1342599"/>
                  </a:lnTo>
                  <a:lnTo>
                    <a:pt x="4057292" y="1342599"/>
                  </a:lnTo>
                  <a:lnTo>
                    <a:pt x="4056010" y="1342599"/>
                  </a:lnTo>
                  <a:lnTo>
                    <a:pt x="4054729" y="1342599"/>
                  </a:lnTo>
                  <a:lnTo>
                    <a:pt x="4053447" y="1342599"/>
                  </a:lnTo>
                  <a:lnTo>
                    <a:pt x="4052165" y="1342599"/>
                  </a:lnTo>
                  <a:lnTo>
                    <a:pt x="4050883" y="1342599"/>
                  </a:lnTo>
                  <a:lnTo>
                    <a:pt x="4049601" y="1342599"/>
                  </a:lnTo>
                  <a:lnTo>
                    <a:pt x="4048319" y="1342599"/>
                  </a:lnTo>
                  <a:lnTo>
                    <a:pt x="4047038" y="1342599"/>
                  </a:lnTo>
                  <a:lnTo>
                    <a:pt x="4045756" y="1342599"/>
                  </a:lnTo>
                  <a:lnTo>
                    <a:pt x="4044474" y="1342599"/>
                  </a:lnTo>
                  <a:lnTo>
                    <a:pt x="4043192" y="1342599"/>
                  </a:lnTo>
                  <a:lnTo>
                    <a:pt x="4041910" y="1342599"/>
                  </a:lnTo>
                  <a:lnTo>
                    <a:pt x="4040628" y="1342599"/>
                  </a:lnTo>
                  <a:lnTo>
                    <a:pt x="4039347" y="1342599"/>
                  </a:lnTo>
                  <a:lnTo>
                    <a:pt x="4038065" y="1342599"/>
                  </a:lnTo>
                  <a:lnTo>
                    <a:pt x="4036783" y="1342599"/>
                  </a:lnTo>
                  <a:lnTo>
                    <a:pt x="4035501" y="1342599"/>
                  </a:lnTo>
                  <a:lnTo>
                    <a:pt x="4034219" y="1342599"/>
                  </a:lnTo>
                  <a:lnTo>
                    <a:pt x="4032937" y="1342599"/>
                  </a:lnTo>
                  <a:lnTo>
                    <a:pt x="4031655" y="1342599"/>
                  </a:lnTo>
                  <a:lnTo>
                    <a:pt x="4030374" y="1342599"/>
                  </a:lnTo>
                  <a:lnTo>
                    <a:pt x="4029092" y="1342599"/>
                  </a:lnTo>
                  <a:lnTo>
                    <a:pt x="4027810" y="1342599"/>
                  </a:lnTo>
                  <a:lnTo>
                    <a:pt x="4026528" y="1342599"/>
                  </a:lnTo>
                  <a:lnTo>
                    <a:pt x="4025246" y="1342599"/>
                  </a:lnTo>
                  <a:lnTo>
                    <a:pt x="4023964" y="1342599"/>
                  </a:lnTo>
                  <a:lnTo>
                    <a:pt x="4022683" y="1342599"/>
                  </a:lnTo>
                  <a:lnTo>
                    <a:pt x="4021401" y="1342599"/>
                  </a:lnTo>
                  <a:lnTo>
                    <a:pt x="4020119" y="1342599"/>
                  </a:lnTo>
                  <a:lnTo>
                    <a:pt x="4018837" y="1342599"/>
                  </a:lnTo>
                  <a:lnTo>
                    <a:pt x="4017555" y="1342599"/>
                  </a:lnTo>
                  <a:lnTo>
                    <a:pt x="4016273" y="1342599"/>
                  </a:lnTo>
                  <a:lnTo>
                    <a:pt x="4014991" y="1342599"/>
                  </a:lnTo>
                  <a:lnTo>
                    <a:pt x="4013710" y="1342599"/>
                  </a:lnTo>
                  <a:lnTo>
                    <a:pt x="4012428" y="1342599"/>
                  </a:lnTo>
                  <a:lnTo>
                    <a:pt x="4011146" y="1342599"/>
                  </a:lnTo>
                  <a:lnTo>
                    <a:pt x="4009864" y="1342599"/>
                  </a:lnTo>
                  <a:lnTo>
                    <a:pt x="4008582" y="1342599"/>
                  </a:lnTo>
                  <a:lnTo>
                    <a:pt x="4007300" y="1342599"/>
                  </a:lnTo>
                  <a:lnTo>
                    <a:pt x="4006019" y="1342599"/>
                  </a:lnTo>
                  <a:lnTo>
                    <a:pt x="4004737" y="1342599"/>
                  </a:lnTo>
                  <a:lnTo>
                    <a:pt x="4003455" y="1342599"/>
                  </a:lnTo>
                  <a:lnTo>
                    <a:pt x="4002173" y="1342599"/>
                  </a:lnTo>
                  <a:lnTo>
                    <a:pt x="4000891" y="1342599"/>
                  </a:lnTo>
                  <a:lnTo>
                    <a:pt x="3999609" y="1342599"/>
                  </a:lnTo>
                  <a:lnTo>
                    <a:pt x="3998327" y="1342599"/>
                  </a:lnTo>
                  <a:lnTo>
                    <a:pt x="3997046" y="1342599"/>
                  </a:lnTo>
                  <a:lnTo>
                    <a:pt x="3995764" y="1342599"/>
                  </a:lnTo>
                  <a:lnTo>
                    <a:pt x="3994482" y="1342599"/>
                  </a:lnTo>
                  <a:lnTo>
                    <a:pt x="3993200" y="1342599"/>
                  </a:lnTo>
                  <a:lnTo>
                    <a:pt x="3991918" y="1342599"/>
                  </a:lnTo>
                  <a:lnTo>
                    <a:pt x="3990636" y="1342599"/>
                  </a:lnTo>
                  <a:lnTo>
                    <a:pt x="3989355" y="1342599"/>
                  </a:lnTo>
                  <a:lnTo>
                    <a:pt x="3988073" y="1342599"/>
                  </a:lnTo>
                  <a:lnTo>
                    <a:pt x="3986791" y="1342599"/>
                  </a:lnTo>
                  <a:lnTo>
                    <a:pt x="3985509" y="1342599"/>
                  </a:lnTo>
                  <a:lnTo>
                    <a:pt x="3984227" y="1342599"/>
                  </a:lnTo>
                  <a:lnTo>
                    <a:pt x="3982945" y="1342599"/>
                  </a:lnTo>
                  <a:lnTo>
                    <a:pt x="3981664" y="1342599"/>
                  </a:lnTo>
                  <a:lnTo>
                    <a:pt x="3980382" y="1342599"/>
                  </a:lnTo>
                  <a:lnTo>
                    <a:pt x="3979100" y="1342599"/>
                  </a:lnTo>
                  <a:lnTo>
                    <a:pt x="3977818" y="1342599"/>
                  </a:lnTo>
                  <a:lnTo>
                    <a:pt x="3976536" y="1342599"/>
                  </a:lnTo>
                  <a:lnTo>
                    <a:pt x="3975254" y="1342599"/>
                  </a:lnTo>
                  <a:lnTo>
                    <a:pt x="3973972" y="1342599"/>
                  </a:lnTo>
                  <a:lnTo>
                    <a:pt x="3972691" y="1342599"/>
                  </a:lnTo>
                  <a:lnTo>
                    <a:pt x="3971409" y="1342599"/>
                  </a:lnTo>
                  <a:lnTo>
                    <a:pt x="3970127" y="1342599"/>
                  </a:lnTo>
                  <a:lnTo>
                    <a:pt x="3968845" y="1342599"/>
                  </a:lnTo>
                  <a:lnTo>
                    <a:pt x="3967563" y="1342599"/>
                  </a:lnTo>
                  <a:lnTo>
                    <a:pt x="3966281" y="1342599"/>
                  </a:lnTo>
                  <a:lnTo>
                    <a:pt x="3965000" y="1342599"/>
                  </a:lnTo>
                  <a:lnTo>
                    <a:pt x="3963718" y="1342599"/>
                  </a:lnTo>
                  <a:lnTo>
                    <a:pt x="3962436" y="1342599"/>
                  </a:lnTo>
                  <a:lnTo>
                    <a:pt x="3961154" y="1342599"/>
                  </a:lnTo>
                  <a:lnTo>
                    <a:pt x="3959872" y="1342599"/>
                  </a:lnTo>
                  <a:lnTo>
                    <a:pt x="3958590" y="1342599"/>
                  </a:lnTo>
                  <a:lnTo>
                    <a:pt x="3957308" y="1342599"/>
                  </a:lnTo>
                  <a:lnTo>
                    <a:pt x="3956027" y="1342599"/>
                  </a:lnTo>
                  <a:lnTo>
                    <a:pt x="3954745" y="1342599"/>
                  </a:lnTo>
                  <a:lnTo>
                    <a:pt x="3953463" y="1342599"/>
                  </a:lnTo>
                  <a:lnTo>
                    <a:pt x="3952181" y="1342599"/>
                  </a:lnTo>
                  <a:lnTo>
                    <a:pt x="3950899" y="1342599"/>
                  </a:lnTo>
                  <a:lnTo>
                    <a:pt x="3949617" y="1342599"/>
                  </a:lnTo>
                  <a:lnTo>
                    <a:pt x="3948336" y="1342599"/>
                  </a:lnTo>
                  <a:lnTo>
                    <a:pt x="3947054" y="1342599"/>
                  </a:lnTo>
                  <a:lnTo>
                    <a:pt x="3945772" y="1342599"/>
                  </a:lnTo>
                  <a:lnTo>
                    <a:pt x="3944490" y="1342599"/>
                  </a:lnTo>
                  <a:lnTo>
                    <a:pt x="3943208" y="1342599"/>
                  </a:lnTo>
                  <a:lnTo>
                    <a:pt x="3941926" y="1342599"/>
                  </a:lnTo>
                  <a:lnTo>
                    <a:pt x="3940645" y="1342599"/>
                  </a:lnTo>
                  <a:lnTo>
                    <a:pt x="3939363" y="1342599"/>
                  </a:lnTo>
                  <a:lnTo>
                    <a:pt x="3938081" y="1342599"/>
                  </a:lnTo>
                  <a:lnTo>
                    <a:pt x="3936799" y="1342599"/>
                  </a:lnTo>
                  <a:lnTo>
                    <a:pt x="3935517" y="1342599"/>
                  </a:lnTo>
                  <a:lnTo>
                    <a:pt x="3934235" y="1342599"/>
                  </a:lnTo>
                  <a:lnTo>
                    <a:pt x="3932953" y="1342599"/>
                  </a:lnTo>
                  <a:lnTo>
                    <a:pt x="3931672" y="1342599"/>
                  </a:lnTo>
                  <a:lnTo>
                    <a:pt x="3930390" y="1342599"/>
                  </a:lnTo>
                  <a:lnTo>
                    <a:pt x="3929108" y="1342599"/>
                  </a:lnTo>
                  <a:lnTo>
                    <a:pt x="3927826" y="1342599"/>
                  </a:lnTo>
                  <a:lnTo>
                    <a:pt x="3926544" y="1342599"/>
                  </a:lnTo>
                  <a:lnTo>
                    <a:pt x="3925262" y="1342599"/>
                  </a:lnTo>
                  <a:lnTo>
                    <a:pt x="3923981" y="1342599"/>
                  </a:lnTo>
                  <a:lnTo>
                    <a:pt x="3922699" y="1342599"/>
                  </a:lnTo>
                  <a:lnTo>
                    <a:pt x="3921417" y="1342599"/>
                  </a:lnTo>
                  <a:lnTo>
                    <a:pt x="3920135" y="1342599"/>
                  </a:lnTo>
                  <a:lnTo>
                    <a:pt x="3918853" y="1342599"/>
                  </a:lnTo>
                  <a:lnTo>
                    <a:pt x="3917571" y="1342599"/>
                  </a:lnTo>
                  <a:lnTo>
                    <a:pt x="3916289" y="1342599"/>
                  </a:lnTo>
                  <a:lnTo>
                    <a:pt x="3915008" y="1342599"/>
                  </a:lnTo>
                  <a:lnTo>
                    <a:pt x="3913726" y="1342599"/>
                  </a:lnTo>
                  <a:lnTo>
                    <a:pt x="3912444" y="1342599"/>
                  </a:lnTo>
                  <a:lnTo>
                    <a:pt x="3911162" y="1342599"/>
                  </a:lnTo>
                  <a:lnTo>
                    <a:pt x="3909880" y="1342599"/>
                  </a:lnTo>
                  <a:lnTo>
                    <a:pt x="3908598" y="1342599"/>
                  </a:lnTo>
                  <a:lnTo>
                    <a:pt x="3907317" y="1342599"/>
                  </a:lnTo>
                  <a:lnTo>
                    <a:pt x="3906035" y="1342599"/>
                  </a:lnTo>
                  <a:lnTo>
                    <a:pt x="3904753" y="1342599"/>
                  </a:lnTo>
                  <a:lnTo>
                    <a:pt x="3903471" y="1342599"/>
                  </a:lnTo>
                  <a:lnTo>
                    <a:pt x="3902189" y="1342599"/>
                  </a:lnTo>
                  <a:lnTo>
                    <a:pt x="3900907" y="1342599"/>
                  </a:lnTo>
                  <a:lnTo>
                    <a:pt x="3899626" y="1342599"/>
                  </a:lnTo>
                  <a:lnTo>
                    <a:pt x="3898344" y="1342599"/>
                  </a:lnTo>
                  <a:lnTo>
                    <a:pt x="3897062" y="1342599"/>
                  </a:lnTo>
                  <a:lnTo>
                    <a:pt x="3895780" y="1342599"/>
                  </a:lnTo>
                  <a:lnTo>
                    <a:pt x="3894498" y="1342599"/>
                  </a:lnTo>
                  <a:lnTo>
                    <a:pt x="3893216" y="1342599"/>
                  </a:lnTo>
                  <a:lnTo>
                    <a:pt x="3891934" y="1342599"/>
                  </a:lnTo>
                  <a:lnTo>
                    <a:pt x="3890653" y="1342599"/>
                  </a:lnTo>
                  <a:lnTo>
                    <a:pt x="3889371" y="1342599"/>
                  </a:lnTo>
                  <a:lnTo>
                    <a:pt x="3888089" y="1342599"/>
                  </a:lnTo>
                  <a:lnTo>
                    <a:pt x="3886807" y="1342599"/>
                  </a:lnTo>
                  <a:lnTo>
                    <a:pt x="3885525" y="1342599"/>
                  </a:lnTo>
                  <a:lnTo>
                    <a:pt x="3884243" y="1342599"/>
                  </a:lnTo>
                  <a:lnTo>
                    <a:pt x="3882962" y="1342599"/>
                  </a:lnTo>
                  <a:lnTo>
                    <a:pt x="3881680" y="1342599"/>
                  </a:lnTo>
                  <a:lnTo>
                    <a:pt x="3880398" y="1342599"/>
                  </a:lnTo>
                  <a:lnTo>
                    <a:pt x="3879116" y="1342599"/>
                  </a:lnTo>
                  <a:lnTo>
                    <a:pt x="3877834" y="1342599"/>
                  </a:lnTo>
                  <a:lnTo>
                    <a:pt x="3876552" y="1342599"/>
                  </a:lnTo>
                  <a:lnTo>
                    <a:pt x="3875270" y="1342599"/>
                  </a:lnTo>
                  <a:lnTo>
                    <a:pt x="3873989" y="1342599"/>
                  </a:lnTo>
                  <a:lnTo>
                    <a:pt x="3872707" y="1342599"/>
                  </a:lnTo>
                  <a:lnTo>
                    <a:pt x="3871425" y="1342599"/>
                  </a:lnTo>
                  <a:lnTo>
                    <a:pt x="3870143" y="1342599"/>
                  </a:lnTo>
                  <a:lnTo>
                    <a:pt x="3868861" y="1342599"/>
                  </a:lnTo>
                  <a:lnTo>
                    <a:pt x="3867579" y="1342599"/>
                  </a:lnTo>
                  <a:lnTo>
                    <a:pt x="3866298" y="1342599"/>
                  </a:lnTo>
                  <a:lnTo>
                    <a:pt x="3865016" y="1342599"/>
                  </a:lnTo>
                  <a:lnTo>
                    <a:pt x="3863734" y="1342599"/>
                  </a:lnTo>
                  <a:lnTo>
                    <a:pt x="3862452" y="1342599"/>
                  </a:lnTo>
                  <a:lnTo>
                    <a:pt x="3861170" y="1342599"/>
                  </a:lnTo>
                  <a:lnTo>
                    <a:pt x="3859888" y="1342599"/>
                  </a:lnTo>
                  <a:lnTo>
                    <a:pt x="3858606" y="1342599"/>
                  </a:lnTo>
                  <a:lnTo>
                    <a:pt x="3857325" y="1342599"/>
                  </a:lnTo>
                  <a:lnTo>
                    <a:pt x="3856043" y="1342599"/>
                  </a:lnTo>
                  <a:lnTo>
                    <a:pt x="3854761" y="1342599"/>
                  </a:lnTo>
                  <a:lnTo>
                    <a:pt x="3853479" y="1342599"/>
                  </a:lnTo>
                  <a:lnTo>
                    <a:pt x="3852197" y="1342599"/>
                  </a:lnTo>
                  <a:lnTo>
                    <a:pt x="3850915" y="1342599"/>
                  </a:lnTo>
                  <a:lnTo>
                    <a:pt x="3849634" y="1342599"/>
                  </a:lnTo>
                  <a:lnTo>
                    <a:pt x="3848352" y="1342599"/>
                  </a:lnTo>
                  <a:lnTo>
                    <a:pt x="3847070" y="1342599"/>
                  </a:lnTo>
                  <a:lnTo>
                    <a:pt x="3845788" y="1342599"/>
                  </a:lnTo>
                  <a:lnTo>
                    <a:pt x="3844506" y="1342599"/>
                  </a:lnTo>
                  <a:lnTo>
                    <a:pt x="3843224" y="1342599"/>
                  </a:lnTo>
                  <a:lnTo>
                    <a:pt x="3841943" y="1342599"/>
                  </a:lnTo>
                  <a:lnTo>
                    <a:pt x="3840661" y="1342599"/>
                  </a:lnTo>
                  <a:lnTo>
                    <a:pt x="3839379" y="1342599"/>
                  </a:lnTo>
                  <a:lnTo>
                    <a:pt x="3838097" y="1342599"/>
                  </a:lnTo>
                  <a:lnTo>
                    <a:pt x="3836815" y="1342599"/>
                  </a:lnTo>
                  <a:lnTo>
                    <a:pt x="3835533" y="1342599"/>
                  </a:lnTo>
                  <a:lnTo>
                    <a:pt x="3834251" y="1342599"/>
                  </a:lnTo>
                  <a:lnTo>
                    <a:pt x="3832970" y="1342599"/>
                  </a:lnTo>
                  <a:lnTo>
                    <a:pt x="3831688" y="1342599"/>
                  </a:lnTo>
                  <a:lnTo>
                    <a:pt x="3830406" y="1342599"/>
                  </a:lnTo>
                  <a:lnTo>
                    <a:pt x="3829124" y="1342599"/>
                  </a:lnTo>
                  <a:lnTo>
                    <a:pt x="3827842" y="1342599"/>
                  </a:lnTo>
                  <a:lnTo>
                    <a:pt x="3826560" y="1342599"/>
                  </a:lnTo>
                  <a:lnTo>
                    <a:pt x="3825279" y="1342599"/>
                  </a:lnTo>
                  <a:lnTo>
                    <a:pt x="3823997" y="1342599"/>
                  </a:lnTo>
                  <a:lnTo>
                    <a:pt x="3822715" y="1342599"/>
                  </a:lnTo>
                  <a:lnTo>
                    <a:pt x="3821433" y="1342599"/>
                  </a:lnTo>
                  <a:lnTo>
                    <a:pt x="3820151" y="1342599"/>
                  </a:lnTo>
                  <a:lnTo>
                    <a:pt x="3818869" y="1342599"/>
                  </a:lnTo>
                  <a:lnTo>
                    <a:pt x="3817587" y="1342599"/>
                  </a:lnTo>
                  <a:lnTo>
                    <a:pt x="3816306" y="1342599"/>
                  </a:lnTo>
                  <a:lnTo>
                    <a:pt x="3815024" y="1342599"/>
                  </a:lnTo>
                  <a:lnTo>
                    <a:pt x="3813742" y="1342599"/>
                  </a:lnTo>
                  <a:lnTo>
                    <a:pt x="3812460" y="1342599"/>
                  </a:lnTo>
                  <a:lnTo>
                    <a:pt x="3811178" y="1342599"/>
                  </a:lnTo>
                  <a:lnTo>
                    <a:pt x="3809896" y="1342599"/>
                  </a:lnTo>
                  <a:lnTo>
                    <a:pt x="3808615" y="1342599"/>
                  </a:lnTo>
                  <a:lnTo>
                    <a:pt x="3807333" y="1342599"/>
                  </a:lnTo>
                  <a:lnTo>
                    <a:pt x="3806051" y="1342599"/>
                  </a:lnTo>
                  <a:lnTo>
                    <a:pt x="3804769" y="1342599"/>
                  </a:lnTo>
                  <a:lnTo>
                    <a:pt x="3803487" y="1342599"/>
                  </a:lnTo>
                  <a:lnTo>
                    <a:pt x="3802205" y="1342599"/>
                  </a:lnTo>
                  <a:lnTo>
                    <a:pt x="3800924" y="1342599"/>
                  </a:lnTo>
                  <a:lnTo>
                    <a:pt x="3799642" y="1342599"/>
                  </a:lnTo>
                  <a:lnTo>
                    <a:pt x="3798360" y="1342599"/>
                  </a:lnTo>
                  <a:lnTo>
                    <a:pt x="3797078" y="1342599"/>
                  </a:lnTo>
                  <a:lnTo>
                    <a:pt x="3795796" y="1342599"/>
                  </a:lnTo>
                  <a:lnTo>
                    <a:pt x="3794514" y="1342599"/>
                  </a:lnTo>
                  <a:lnTo>
                    <a:pt x="3793232" y="1342599"/>
                  </a:lnTo>
                  <a:lnTo>
                    <a:pt x="3791951" y="1342599"/>
                  </a:lnTo>
                  <a:lnTo>
                    <a:pt x="3790669" y="1342599"/>
                  </a:lnTo>
                  <a:lnTo>
                    <a:pt x="3789387" y="1342599"/>
                  </a:lnTo>
                  <a:lnTo>
                    <a:pt x="3788105" y="1342599"/>
                  </a:lnTo>
                  <a:lnTo>
                    <a:pt x="3786823" y="1342599"/>
                  </a:lnTo>
                  <a:lnTo>
                    <a:pt x="3785541" y="1342599"/>
                  </a:lnTo>
                  <a:lnTo>
                    <a:pt x="3784260" y="1342599"/>
                  </a:lnTo>
                  <a:lnTo>
                    <a:pt x="3782978" y="1342599"/>
                  </a:lnTo>
                  <a:lnTo>
                    <a:pt x="3781696" y="1342599"/>
                  </a:lnTo>
                  <a:lnTo>
                    <a:pt x="3780414" y="1342599"/>
                  </a:lnTo>
                  <a:lnTo>
                    <a:pt x="3779132" y="1342599"/>
                  </a:lnTo>
                  <a:lnTo>
                    <a:pt x="3777850" y="1342599"/>
                  </a:lnTo>
                  <a:lnTo>
                    <a:pt x="3776568" y="1342599"/>
                  </a:lnTo>
                  <a:lnTo>
                    <a:pt x="3775287" y="1342599"/>
                  </a:lnTo>
                  <a:lnTo>
                    <a:pt x="3774005" y="1342599"/>
                  </a:lnTo>
                  <a:lnTo>
                    <a:pt x="3772723" y="1342599"/>
                  </a:lnTo>
                  <a:lnTo>
                    <a:pt x="3771441" y="1342599"/>
                  </a:lnTo>
                  <a:lnTo>
                    <a:pt x="3770159" y="1342599"/>
                  </a:lnTo>
                  <a:lnTo>
                    <a:pt x="3768877" y="1342599"/>
                  </a:lnTo>
                  <a:lnTo>
                    <a:pt x="3767596" y="1342599"/>
                  </a:lnTo>
                  <a:lnTo>
                    <a:pt x="3766314" y="1342599"/>
                  </a:lnTo>
                  <a:lnTo>
                    <a:pt x="3765032" y="1342599"/>
                  </a:lnTo>
                  <a:lnTo>
                    <a:pt x="3763750" y="1342599"/>
                  </a:lnTo>
                  <a:lnTo>
                    <a:pt x="3762468" y="1342599"/>
                  </a:lnTo>
                  <a:lnTo>
                    <a:pt x="3761186" y="1342599"/>
                  </a:lnTo>
                  <a:lnTo>
                    <a:pt x="3759904" y="1342599"/>
                  </a:lnTo>
                  <a:lnTo>
                    <a:pt x="3758623" y="1342599"/>
                  </a:lnTo>
                  <a:lnTo>
                    <a:pt x="3757341" y="1342599"/>
                  </a:lnTo>
                  <a:lnTo>
                    <a:pt x="3756059" y="1342599"/>
                  </a:lnTo>
                  <a:lnTo>
                    <a:pt x="3754777" y="1342599"/>
                  </a:lnTo>
                  <a:lnTo>
                    <a:pt x="3753495" y="1342599"/>
                  </a:lnTo>
                  <a:lnTo>
                    <a:pt x="3752213" y="1342599"/>
                  </a:lnTo>
                  <a:lnTo>
                    <a:pt x="3750932" y="1342599"/>
                  </a:lnTo>
                  <a:lnTo>
                    <a:pt x="3749650" y="1342599"/>
                  </a:lnTo>
                  <a:lnTo>
                    <a:pt x="3748368" y="1342599"/>
                  </a:lnTo>
                  <a:lnTo>
                    <a:pt x="3747086" y="1342599"/>
                  </a:lnTo>
                  <a:lnTo>
                    <a:pt x="3745804" y="1342599"/>
                  </a:lnTo>
                  <a:lnTo>
                    <a:pt x="3744522" y="1342599"/>
                  </a:lnTo>
                  <a:lnTo>
                    <a:pt x="3743241" y="1342599"/>
                  </a:lnTo>
                  <a:lnTo>
                    <a:pt x="3741959" y="1342599"/>
                  </a:lnTo>
                  <a:lnTo>
                    <a:pt x="3740677" y="1342599"/>
                  </a:lnTo>
                  <a:lnTo>
                    <a:pt x="3739395" y="1342599"/>
                  </a:lnTo>
                  <a:lnTo>
                    <a:pt x="3738113" y="1342599"/>
                  </a:lnTo>
                  <a:lnTo>
                    <a:pt x="3736831" y="1342599"/>
                  </a:lnTo>
                  <a:lnTo>
                    <a:pt x="3735549" y="1342599"/>
                  </a:lnTo>
                  <a:lnTo>
                    <a:pt x="3734268" y="1342599"/>
                  </a:lnTo>
                  <a:lnTo>
                    <a:pt x="3732986" y="1342599"/>
                  </a:lnTo>
                  <a:lnTo>
                    <a:pt x="3731704" y="1342599"/>
                  </a:lnTo>
                  <a:lnTo>
                    <a:pt x="3730422" y="1342599"/>
                  </a:lnTo>
                  <a:lnTo>
                    <a:pt x="3729140" y="1342599"/>
                  </a:lnTo>
                  <a:lnTo>
                    <a:pt x="3727858" y="1342599"/>
                  </a:lnTo>
                  <a:lnTo>
                    <a:pt x="3726577" y="1342599"/>
                  </a:lnTo>
                  <a:lnTo>
                    <a:pt x="3725295" y="1342599"/>
                  </a:lnTo>
                  <a:lnTo>
                    <a:pt x="3724013" y="1342599"/>
                  </a:lnTo>
                  <a:lnTo>
                    <a:pt x="3722731" y="1342599"/>
                  </a:lnTo>
                  <a:lnTo>
                    <a:pt x="3721449" y="1342599"/>
                  </a:lnTo>
                  <a:lnTo>
                    <a:pt x="3720167" y="1342599"/>
                  </a:lnTo>
                  <a:lnTo>
                    <a:pt x="3718885" y="1342599"/>
                  </a:lnTo>
                  <a:lnTo>
                    <a:pt x="3717604" y="1342599"/>
                  </a:lnTo>
                  <a:lnTo>
                    <a:pt x="3716322" y="1342599"/>
                  </a:lnTo>
                  <a:lnTo>
                    <a:pt x="3715040" y="1342599"/>
                  </a:lnTo>
                  <a:lnTo>
                    <a:pt x="3713758" y="1342599"/>
                  </a:lnTo>
                  <a:lnTo>
                    <a:pt x="3712476" y="1342599"/>
                  </a:lnTo>
                  <a:lnTo>
                    <a:pt x="3711194" y="1342599"/>
                  </a:lnTo>
                  <a:lnTo>
                    <a:pt x="3709913" y="1342599"/>
                  </a:lnTo>
                  <a:lnTo>
                    <a:pt x="3708631" y="1342599"/>
                  </a:lnTo>
                  <a:lnTo>
                    <a:pt x="3707349" y="1342599"/>
                  </a:lnTo>
                  <a:lnTo>
                    <a:pt x="3706067" y="1342599"/>
                  </a:lnTo>
                  <a:lnTo>
                    <a:pt x="3704785" y="1342599"/>
                  </a:lnTo>
                  <a:lnTo>
                    <a:pt x="3703503" y="1342599"/>
                  </a:lnTo>
                  <a:lnTo>
                    <a:pt x="3702222" y="1342599"/>
                  </a:lnTo>
                  <a:lnTo>
                    <a:pt x="3700940" y="1342599"/>
                  </a:lnTo>
                  <a:lnTo>
                    <a:pt x="3699658" y="1342599"/>
                  </a:lnTo>
                  <a:lnTo>
                    <a:pt x="3698376" y="1342599"/>
                  </a:lnTo>
                  <a:lnTo>
                    <a:pt x="3697094" y="1342599"/>
                  </a:lnTo>
                  <a:lnTo>
                    <a:pt x="3695812" y="1342599"/>
                  </a:lnTo>
                  <a:lnTo>
                    <a:pt x="3694530" y="1342599"/>
                  </a:lnTo>
                  <a:lnTo>
                    <a:pt x="3693249" y="1342599"/>
                  </a:lnTo>
                  <a:lnTo>
                    <a:pt x="3691967" y="1342599"/>
                  </a:lnTo>
                  <a:lnTo>
                    <a:pt x="3690685" y="1342599"/>
                  </a:lnTo>
                  <a:lnTo>
                    <a:pt x="3689403" y="1342599"/>
                  </a:lnTo>
                  <a:lnTo>
                    <a:pt x="3688121" y="1342599"/>
                  </a:lnTo>
                  <a:lnTo>
                    <a:pt x="3686839" y="1342599"/>
                  </a:lnTo>
                  <a:lnTo>
                    <a:pt x="3685558" y="1342599"/>
                  </a:lnTo>
                  <a:lnTo>
                    <a:pt x="3684276" y="1342599"/>
                  </a:lnTo>
                  <a:lnTo>
                    <a:pt x="3682994" y="1342599"/>
                  </a:lnTo>
                  <a:lnTo>
                    <a:pt x="3681712" y="1342599"/>
                  </a:lnTo>
                  <a:lnTo>
                    <a:pt x="3680430" y="1342599"/>
                  </a:lnTo>
                  <a:lnTo>
                    <a:pt x="3679148" y="1342599"/>
                  </a:lnTo>
                  <a:lnTo>
                    <a:pt x="3677866" y="1342599"/>
                  </a:lnTo>
                  <a:lnTo>
                    <a:pt x="3676585" y="1342599"/>
                  </a:lnTo>
                  <a:lnTo>
                    <a:pt x="3675303" y="1342599"/>
                  </a:lnTo>
                  <a:lnTo>
                    <a:pt x="3674021" y="1342599"/>
                  </a:lnTo>
                  <a:lnTo>
                    <a:pt x="3672739" y="1342599"/>
                  </a:lnTo>
                  <a:lnTo>
                    <a:pt x="3671457" y="1342599"/>
                  </a:lnTo>
                  <a:lnTo>
                    <a:pt x="3670175" y="1342599"/>
                  </a:lnTo>
                  <a:lnTo>
                    <a:pt x="3668894" y="1342599"/>
                  </a:lnTo>
                  <a:lnTo>
                    <a:pt x="3667612" y="1342599"/>
                  </a:lnTo>
                  <a:lnTo>
                    <a:pt x="3666330" y="1342599"/>
                  </a:lnTo>
                  <a:lnTo>
                    <a:pt x="3665048" y="1342599"/>
                  </a:lnTo>
                  <a:lnTo>
                    <a:pt x="3663766" y="1342599"/>
                  </a:lnTo>
                  <a:lnTo>
                    <a:pt x="3662484" y="1342599"/>
                  </a:lnTo>
                  <a:lnTo>
                    <a:pt x="3661203" y="1342599"/>
                  </a:lnTo>
                  <a:lnTo>
                    <a:pt x="3659921" y="1342599"/>
                  </a:lnTo>
                  <a:lnTo>
                    <a:pt x="3658639" y="1342599"/>
                  </a:lnTo>
                  <a:lnTo>
                    <a:pt x="3657357" y="1342599"/>
                  </a:lnTo>
                  <a:lnTo>
                    <a:pt x="3656075" y="1342599"/>
                  </a:lnTo>
                  <a:lnTo>
                    <a:pt x="3654793" y="1342599"/>
                  </a:lnTo>
                  <a:lnTo>
                    <a:pt x="3653511" y="1342599"/>
                  </a:lnTo>
                  <a:lnTo>
                    <a:pt x="3652230" y="1342599"/>
                  </a:lnTo>
                  <a:lnTo>
                    <a:pt x="3650948" y="1342599"/>
                  </a:lnTo>
                  <a:lnTo>
                    <a:pt x="3649666" y="1342599"/>
                  </a:lnTo>
                  <a:lnTo>
                    <a:pt x="3648384" y="1342599"/>
                  </a:lnTo>
                  <a:lnTo>
                    <a:pt x="3647102" y="1342599"/>
                  </a:lnTo>
                  <a:lnTo>
                    <a:pt x="3645820" y="1342599"/>
                  </a:lnTo>
                  <a:lnTo>
                    <a:pt x="3644539" y="1342599"/>
                  </a:lnTo>
                  <a:lnTo>
                    <a:pt x="3643257" y="1342599"/>
                  </a:lnTo>
                  <a:lnTo>
                    <a:pt x="3641975" y="1342599"/>
                  </a:lnTo>
                  <a:lnTo>
                    <a:pt x="3640693" y="1342599"/>
                  </a:lnTo>
                  <a:lnTo>
                    <a:pt x="3639411" y="1342599"/>
                  </a:lnTo>
                  <a:lnTo>
                    <a:pt x="3638129" y="1342599"/>
                  </a:lnTo>
                  <a:lnTo>
                    <a:pt x="3636847" y="1342599"/>
                  </a:lnTo>
                  <a:lnTo>
                    <a:pt x="3635566" y="1342599"/>
                  </a:lnTo>
                  <a:lnTo>
                    <a:pt x="3634284" y="1342599"/>
                  </a:lnTo>
                  <a:lnTo>
                    <a:pt x="3633002" y="1342599"/>
                  </a:lnTo>
                  <a:lnTo>
                    <a:pt x="3631720" y="1342599"/>
                  </a:lnTo>
                  <a:lnTo>
                    <a:pt x="3630438" y="1342599"/>
                  </a:lnTo>
                  <a:lnTo>
                    <a:pt x="3629156" y="1342599"/>
                  </a:lnTo>
                  <a:lnTo>
                    <a:pt x="3627875" y="1342599"/>
                  </a:lnTo>
                  <a:lnTo>
                    <a:pt x="3626593" y="1342599"/>
                  </a:lnTo>
                  <a:lnTo>
                    <a:pt x="3625311" y="1342599"/>
                  </a:lnTo>
                  <a:lnTo>
                    <a:pt x="3624029" y="1342599"/>
                  </a:lnTo>
                  <a:lnTo>
                    <a:pt x="3622747" y="1342599"/>
                  </a:lnTo>
                  <a:lnTo>
                    <a:pt x="3621465" y="1342599"/>
                  </a:lnTo>
                  <a:lnTo>
                    <a:pt x="3620183" y="1342599"/>
                  </a:lnTo>
                  <a:lnTo>
                    <a:pt x="3618902" y="1342599"/>
                  </a:lnTo>
                  <a:lnTo>
                    <a:pt x="3617620" y="1342599"/>
                  </a:lnTo>
                  <a:lnTo>
                    <a:pt x="3616338" y="1342599"/>
                  </a:lnTo>
                  <a:lnTo>
                    <a:pt x="3615056" y="1342599"/>
                  </a:lnTo>
                  <a:lnTo>
                    <a:pt x="3613774" y="1342599"/>
                  </a:lnTo>
                  <a:lnTo>
                    <a:pt x="3612492" y="1342599"/>
                  </a:lnTo>
                  <a:lnTo>
                    <a:pt x="3611211" y="1342599"/>
                  </a:lnTo>
                  <a:lnTo>
                    <a:pt x="3609929" y="1342599"/>
                  </a:lnTo>
                  <a:lnTo>
                    <a:pt x="3608647" y="1342599"/>
                  </a:lnTo>
                  <a:lnTo>
                    <a:pt x="3607365" y="1342599"/>
                  </a:lnTo>
                  <a:lnTo>
                    <a:pt x="3606083" y="1342599"/>
                  </a:lnTo>
                  <a:lnTo>
                    <a:pt x="3604801" y="1342599"/>
                  </a:lnTo>
                  <a:lnTo>
                    <a:pt x="3603520" y="1342599"/>
                  </a:lnTo>
                  <a:lnTo>
                    <a:pt x="3602238" y="1342599"/>
                  </a:lnTo>
                  <a:lnTo>
                    <a:pt x="3600956" y="1342599"/>
                  </a:lnTo>
                  <a:lnTo>
                    <a:pt x="3599674" y="1342599"/>
                  </a:lnTo>
                  <a:lnTo>
                    <a:pt x="3598392" y="1342599"/>
                  </a:lnTo>
                  <a:lnTo>
                    <a:pt x="3597110" y="1342599"/>
                  </a:lnTo>
                  <a:lnTo>
                    <a:pt x="3595828" y="1342599"/>
                  </a:lnTo>
                  <a:lnTo>
                    <a:pt x="3594547" y="1342599"/>
                  </a:lnTo>
                  <a:lnTo>
                    <a:pt x="3593265" y="1342599"/>
                  </a:lnTo>
                  <a:lnTo>
                    <a:pt x="3591983" y="1342599"/>
                  </a:lnTo>
                  <a:lnTo>
                    <a:pt x="3590701" y="1342599"/>
                  </a:lnTo>
                  <a:lnTo>
                    <a:pt x="3589419" y="1342599"/>
                  </a:lnTo>
                  <a:lnTo>
                    <a:pt x="3588137" y="1342599"/>
                  </a:lnTo>
                  <a:lnTo>
                    <a:pt x="3586856" y="1342599"/>
                  </a:lnTo>
                  <a:lnTo>
                    <a:pt x="3585574" y="1342599"/>
                  </a:lnTo>
                  <a:lnTo>
                    <a:pt x="3584292" y="1342599"/>
                  </a:lnTo>
                  <a:lnTo>
                    <a:pt x="3583010" y="1342599"/>
                  </a:lnTo>
                  <a:lnTo>
                    <a:pt x="3581728" y="1342599"/>
                  </a:lnTo>
                  <a:lnTo>
                    <a:pt x="3580446" y="1342599"/>
                  </a:lnTo>
                  <a:lnTo>
                    <a:pt x="3579164" y="1342599"/>
                  </a:lnTo>
                  <a:lnTo>
                    <a:pt x="3577883" y="1342599"/>
                  </a:lnTo>
                  <a:lnTo>
                    <a:pt x="3576601" y="1342599"/>
                  </a:lnTo>
                  <a:lnTo>
                    <a:pt x="3575319" y="1342599"/>
                  </a:lnTo>
                  <a:lnTo>
                    <a:pt x="3574037" y="1342599"/>
                  </a:lnTo>
                  <a:lnTo>
                    <a:pt x="3572755" y="1342599"/>
                  </a:lnTo>
                  <a:lnTo>
                    <a:pt x="3571473" y="1342599"/>
                  </a:lnTo>
                  <a:lnTo>
                    <a:pt x="3570192" y="1342599"/>
                  </a:lnTo>
                  <a:lnTo>
                    <a:pt x="3568910" y="1342599"/>
                  </a:lnTo>
                  <a:lnTo>
                    <a:pt x="3567628" y="1342599"/>
                  </a:lnTo>
                  <a:lnTo>
                    <a:pt x="3566346" y="1342599"/>
                  </a:lnTo>
                  <a:lnTo>
                    <a:pt x="3565064" y="1342599"/>
                  </a:lnTo>
                  <a:lnTo>
                    <a:pt x="3563782" y="1342599"/>
                  </a:lnTo>
                  <a:lnTo>
                    <a:pt x="3562501" y="1342599"/>
                  </a:lnTo>
                  <a:lnTo>
                    <a:pt x="3561219" y="1342599"/>
                  </a:lnTo>
                  <a:lnTo>
                    <a:pt x="3559937" y="1342599"/>
                  </a:lnTo>
                  <a:lnTo>
                    <a:pt x="3558655" y="1342599"/>
                  </a:lnTo>
                  <a:lnTo>
                    <a:pt x="3557373" y="1342599"/>
                  </a:lnTo>
                  <a:lnTo>
                    <a:pt x="3556091" y="1342599"/>
                  </a:lnTo>
                  <a:lnTo>
                    <a:pt x="3554809" y="1342599"/>
                  </a:lnTo>
                  <a:lnTo>
                    <a:pt x="3553528" y="1342599"/>
                  </a:lnTo>
                  <a:lnTo>
                    <a:pt x="3552246" y="1342599"/>
                  </a:lnTo>
                  <a:lnTo>
                    <a:pt x="3550964" y="1342599"/>
                  </a:lnTo>
                  <a:lnTo>
                    <a:pt x="3549682" y="1342599"/>
                  </a:lnTo>
                  <a:lnTo>
                    <a:pt x="3548400" y="1342599"/>
                  </a:lnTo>
                  <a:lnTo>
                    <a:pt x="3547118" y="1342599"/>
                  </a:lnTo>
                  <a:lnTo>
                    <a:pt x="3545837" y="1342599"/>
                  </a:lnTo>
                  <a:lnTo>
                    <a:pt x="3544555" y="1342599"/>
                  </a:lnTo>
                  <a:lnTo>
                    <a:pt x="3543273" y="1342599"/>
                  </a:lnTo>
                  <a:lnTo>
                    <a:pt x="3541991" y="1342599"/>
                  </a:lnTo>
                  <a:lnTo>
                    <a:pt x="3540709" y="1342599"/>
                  </a:lnTo>
                  <a:lnTo>
                    <a:pt x="3539427" y="1342599"/>
                  </a:lnTo>
                  <a:lnTo>
                    <a:pt x="3538145" y="1342599"/>
                  </a:lnTo>
                  <a:lnTo>
                    <a:pt x="3536864" y="1342599"/>
                  </a:lnTo>
                  <a:lnTo>
                    <a:pt x="3535582" y="1342599"/>
                  </a:lnTo>
                  <a:lnTo>
                    <a:pt x="3534300" y="1342599"/>
                  </a:lnTo>
                  <a:lnTo>
                    <a:pt x="3533018" y="1342599"/>
                  </a:lnTo>
                  <a:lnTo>
                    <a:pt x="3531736" y="1342599"/>
                  </a:lnTo>
                  <a:lnTo>
                    <a:pt x="3530454" y="1342599"/>
                  </a:lnTo>
                  <a:lnTo>
                    <a:pt x="3529173" y="1342599"/>
                  </a:lnTo>
                  <a:lnTo>
                    <a:pt x="3527891" y="1342599"/>
                  </a:lnTo>
                  <a:lnTo>
                    <a:pt x="3526609" y="1342599"/>
                  </a:lnTo>
                  <a:lnTo>
                    <a:pt x="3525327" y="1342599"/>
                  </a:lnTo>
                  <a:lnTo>
                    <a:pt x="3524045" y="1342599"/>
                  </a:lnTo>
                  <a:lnTo>
                    <a:pt x="3522763" y="1342599"/>
                  </a:lnTo>
                  <a:lnTo>
                    <a:pt x="3521482" y="1342599"/>
                  </a:lnTo>
                  <a:lnTo>
                    <a:pt x="3520200" y="1342599"/>
                  </a:lnTo>
                  <a:lnTo>
                    <a:pt x="3518918" y="1342599"/>
                  </a:lnTo>
                  <a:lnTo>
                    <a:pt x="3517636" y="1342599"/>
                  </a:lnTo>
                  <a:lnTo>
                    <a:pt x="3516354" y="1342599"/>
                  </a:lnTo>
                  <a:lnTo>
                    <a:pt x="3515072" y="1342599"/>
                  </a:lnTo>
                  <a:lnTo>
                    <a:pt x="3513790" y="1342599"/>
                  </a:lnTo>
                  <a:lnTo>
                    <a:pt x="3512509" y="1342599"/>
                  </a:lnTo>
                  <a:lnTo>
                    <a:pt x="3511227" y="1342599"/>
                  </a:lnTo>
                  <a:lnTo>
                    <a:pt x="3509945" y="1342599"/>
                  </a:lnTo>
                  <a:lnTo>
                    <a:pt x="3508663" y="1342599"/>
                  </a:lnTo>
                  <a:lnTo>
                    <a:pt x="3507381" y="1342599"/>
                  </a:lnTo>
                  <a:lnTo>
                    <a:pt x="3506099" y="1342599"/>
                  </a:lnTo>
                  <a:lnTo>
                    <a:pt x="3504818" y="1342599"/>
                  </a:lnTo>
                  <a:lnTo>
                    <a:pt x="3503536" y="1342599"/>
                  </a:lnTo>
                  <a:lnTo>
                    <a:pt x="3502254" y="1342599"/>
                  </a:lnTo>
                  <a:lnTo>
                    <a:pt x="3500972" y="1342599"/>
                  </a:lnTo>
                  <a:lnTo>
                    <a:pt x="3499690" y="1342599"/>
                  </a:lnTo>
                  <a:lnTo>
                    <a:pt x="3498408" y="1342599"/>
                  </a:lnTo>
                  <a:lnTo>
                    <a:pt x="3497126" y="1342599"/>
                  </a:lnTo>
                  <a:lnTo>
                    <a:pt x="3495845" y="1342599"/>
                  </a:lnTo>
                  <a:lnTo>
                    <a:pt x="3494563" y="1342599"/>
                  </a:lnTo>
                  <a:lnTo>
                    <a:pt x="3493281" y="1342599"/>
                  </a:lnTo>
                  <a:lnTo>
                    <a:pt x="3491999" y="1342599"/>
                  </a:lnTo>
                  <a:lnTo>
                    <a:pt x="3490717" y="1342599"/>
                  </a:lnTo>
                  <a:lnTo>
                    <a:pt x="3489435" y="1342599"/>
                  </a:lnTo>
                  <a:lnTo>
                    <a:pt x="3488154" y="1342599"/>
                  </a:lnTo>
                  <a:lnTo>
                    <a:pt x="3486872" y="1342599"/>
                  </a:lnTo>
                  <a:lnTo>
                    <a:pt x="3485590" y="1342599"/>
                  </a:lnTo>
                  <a:lnTo>
                    <a:pt x="3484308" y="1342599"/>
                  </a:lnTo>
                  <a:lnTo>
                    <a:pt x="3483026" y="1342599"/>
                  </a:lnTo>
                  <a:lnTo>
                    <a:pt x="3481744" y="1342599"/>
                  </a:lnTo>
                  <a:lnTo>
                    <a:pt x="3480462" y="1342599"/>
                  </a:lnTo>
                  <a:lnTo>
                    <a:pt x="3479181" y="1342599"/>
                  </a:lnTo>
                  <a:lnTo>
                    <a:pt x="3477899" y="1342599"/>
                  </a:lnTo>
                  <a:lnTo>
                    <a:pt x="3476617" y="1342599"/>
                  </a:lnTo>
                  <a:lnTo>
                    <a:pt x="3475335" y="1342599"/>
                  </a:lnTo>
                  <a:lnTo>
                    <a:pt x="3474053" y="1342599"/>
                  </a:lnTo>
                  <a:lnTo>
                    <a:pt x="3472771" y="1342599"/>
                  </a:lnTo>
                  <a:lnTo>
                    <a:pt x="3471490" y="1342599"/>
                  </a:lnTo>
                  <a:lnTo>
                    <a:pt x="3470208" y="1342599"/>
                  </a:lnTo>
                  <a:lnTo>
                    <a:pt x="3468926" y="1342599"/>
                  </a:lnTo>
                  <a:lnTo>
                    <a:pt x="3467644" y="1342599"/>
                  </a:lnTo>
                  <a:lnTo>
                    <a:pt x="3466362" y="1342599"/>
                  </a:lnTo>
                  <a:lnTo>
                    <a:pt x="3465080" y="1342599"/>
                  </a:lnTo>
                  <a:lnTo>
                    <a:pt x="3463799" y="1342599"/>
                  </a:lnTo>
                  <a:lnTo>
                    <a:pt x="3462517" y="1342599"/>
                  </a:lnTo>
                  <a:lnTo>
                    <a:pt x="3461235" y="1342599"/>
                  </a:lnTo>
                  <a:lnTo>
                    <a:pt x="3459953" y="1342599"/>
                  </a:lnTo>
                  <a:lnTo>
                    <a:pt x="3458671" y="1342599"/>
                  </a:lnTo>
                  <a:lnTo>
                    <a:pt x="3457389" y="1342599"/>
                  </a:lnTo>
                  <a:lnTo>
                    <a:pt x="3456107" y="1342599"/>
                  </a:lnTo>
                  <a:lnTo>
                    <a:pt x="3454826" y="1342599"/>
                  </a:lnTo>
                  <a:lnTo>
                    <a:pt x="3453544" y="1342599"/>
                  </a:lnTo>
                  <a:lnTo>
                    <a:pt x="3452262" y="1342599"/>
                  </a:lnTo>
                  <a:lnTo>
                    <a:pt x="3450980" y="1342599"/>
                  </a:lnTo>
                  <a:lnTo>
                    <a:pt x="3449698" y="1342599"/>
                  </a:lnTo>
                  <a:lnTo>
                    <a:pt x="3448416" y="1342599"/>
                  </a:lnTo>
                  <a:lnTo>
                    <a:pt x="3447135" y="1342599"/>
                  </a:lnTo>
                  <a:lnTo>
                    <a:pt x="3445853" y="1342599"/>
                  </a:lnTo>
                  <a:lnTo>
                    <a:pt x="3444571" y="1342599"/>
                  </a:lnTo>
                  <a:lnTo>
                    <a:pt x="3443289" y="1342599"/>
                  </a:lnTo>
                  <a:lnTo>
                    <a:pt x="3442007" y="1342599"/>
                  </a:lnTo>
                  <a:lnTo>
                    <a:pt x="3440725" y="1342599"/>
                  </a:lnTo>
                  <a:lnTo>
                    <a:pt x="3439443" y="1342599"/>
                  </a:lnTo>
                  <a:lnTo>
                    <a:pt x="3438162" y="1342599"/>
                  </a:lnTo>
                  <a:lnTo>
                    <a:pt x="3436880" y="1342599"/>
                  </a:lnTo>
                  <a:lnTo>
                    <a:pt x="3435598" y="1342599"/>
                  </a:lnTo>
                  <a:lnTo>
                    <a:pt x="3434316" y="1342599"/>
                  </a:lnTo>
                  <a:lnTo>
                    <a:pt x="3433034" y="1342599"/>
                  </a:lnTo>
                  <a:lnTo>
                    <a:pt x="3431752" y="1342599"/>
                  </a:lnTo>
                  <a:lnTo>
                    <a:pt x="3430471" y="1342599"/>
                  </a:lnTo>
                  <a:lnTo>
                    <a:pt x="3429189" y="1342599"/>
                  </a:lnTo>
                  <a:lnTo>
                    <a:pt x="3427907" y="1342599"/>
                  </a:lnTo>
                  <a:lnTo>
                    <a:pt x="3426625" y="1342599"/>
                  </a:lnTo>
                  <a:lnTo>
                    <a:pt x="3425343" y="1342599"/>
                  </a:lnTo>
                  <a:lnTo>
                    <a:pt x="3424061" y="1342599"/>
                  </a:lnTo>
                  <a:lnTo>
                    <a:pt x="3422780" y="1342599"/>
                  </a:lnTo>
                  <a:lnTo>
                    <a:pt x="3421498" y="1342599"/>
                  </a:lnTo>
                  <a:lnTo>
                    <a:pt x="3420216" y="1342599"/>
                  </a:lnTo>
                  <a:lnTo>
                    <a:pt x="3418934" y="1342599"/>
                  </a:lnTo>
                  <a:lnTo>
                    <a:pt x="3417652" y="1342599"/>
                  </a:lnTo>
                  <a:lnTo>
                    <a:pt x="3416370" y="1342599"/>
                  </a:lnTo>
                  <a:lnTo>
                    <a:pt x="3415088" y="1342599"/>
                  </a:lnTo>
                  <a:lnTo>
                    <a:pt x="3413807" y="1342599"/>
                  </a:lnTo>
                  <a:lnTo>
                    <a:pt x="3412525" y="1342599"/>
                  </a:lnTo>
                  <a:lnTo>
                    <a:pt x="3411243" y="1342599"/>
                  </a:lnTo>
                  <a:lnTo>
                    <a:pt x="3409961" y="1342599"/>
                  </a:lnTo>
                  <a:lnTo>
                    <a:pt x="3408679" y="1342599"/>
                  </a:lnTo>
                  <a:lnTo>
                    <a:pt x="3407397" y="1342599"/>
                  </a:lnTo>
                  <a:lnTo>
                    <a:pt x="3406116" y="1342599"/>
                  </a:lnTo>
                  <a:lnTo>
                    <a:pt x="3404834" y="1342599"/>
                  </a:lnTo>
                  <a:lnTo>
                    <a:pt x="3403552" y="1342599"/>
                  </a:lnTo>
                  <a:lnTo>
                    <a:pt x="3402270" y="1342599"/>
                  </a:lnTo>
                  <a:lnTo>
                    <a:pt x="3400988" y="1342599"/>
                  </a:lnTo>
                  <a:lnTo>
                    <a:pt x="3399706" y="1342599"/>
                  </a:lnTo>
                  <a:lnTo>
                    <a:pt x="3398424" y="1342599"/>
                  </a:lnTo>
                  <a:lnTo>
                    <a:pt x="3397143" y="1342599"/>
                  </a:lnTo>
                  <a:lnTo>
                    <a:pt x="3395861" y="1342599"/>
                  </a:lnTo>
                  <a:lnTo>
                    <a:pt x="3394579" y="1342599"/>
                  </a:lnTo>
                  <a:lnTo>
                    <a:pt x="3393297" y="1342599"/>
                  </a:lnTo>
                  <a:lnTo>
                    <a:pt x="3392015" y="1342599"/>
                  </a:lnTo>
                  <a:lnTo>
                    <a:pt x="3390733" y="1342599"/>
                  </a:lnTo>
                  <a:lnTo>
                    <a:pt x="3389452" y="1342599"/>
                  </a:lnTo>
                  <a:lnTo>
                    <a:pt x="3388170" y="1342599"/>
                  </a:lnTo>
                  <a:lnTo>
                    <a:pt x="3386888" y="1342599"/>
                  </a:lnTo>
                  <a:lnTo>
                    <a:pt x="3385606" y="1342599"/>
                  </a:lnTo>
                  <a:lnTo>
                    <a:pt x="3384324" y="1342599"/>
                  </a:lnTo>
                  <a:lnTo>
                    <a:pt x="3383042" y="1342599"/>
                  </a:lnTo>
                  <a:lnTo>
                    <a:pt x="3381761" y="1342599"/>
                  </a:lnTo>
                  <a:lnTo>
                    <a:pt x="3380479" y="1342599"/>
                  </a:lnTo>
                  <a:lnTo>
                    <a:pt x="3379197" y="1342599"/>
                  </a:lnTo>
                  <a:lnTo>
                    <a:pt x="3377915" y="1342599"/>
                  </a:lnTo>
                  <a:lnTo>
                    <a:pt x="3376633" y="1342599"/>
                  </a:lnTo>
                  <a:lnTo>
                    <a:pt x="3375351" y="1342599"/>
                  </a:lnTo>
                  <a:lnTo>
                    <a:pt x="3374069" y="1342599"/>
                  </a:lnTo>
                  <a:lnTo>
                    <a:pt x="3372788" y="1342599"/>
                  </a:lnTo>
                  <a:lnTo>
                    <a:pt x="3371506" y="1342599"/>
                  </a:lnTo>
                  <a:lnTo>
                    <a:pt x="3370224" y="1342599"/>
                  </a:lnTo>
                  <a:lnTo>
                    <a:pt x="3368942" y="1342599"/>
                  </a:lnTo>
                  <a:lnTo>
                    <a:pt x="3367660" y="1342599"/>
                  </a:lnTo>
                  <a:lnTo>
                    <a:pt x="3366378" y="1342599"/>
                  </a:lnTo>
                  <a:lnTo>
                    <a:pt x="3365097" y="1342599"/>
                  </a:lnTo>
                  <a:lnTo>
                    <a:pt x="3363815" y="1342599"/>
                  </a:lnTo>
                  <a:lnTo>
                    <a:pt x="3362533" y="1342599"/>
                  </a:lnTo>
                  <a:lnTo>
                    <a:pt x="3361251" y="1342599"/>
                  </a:lnTo>
                  <a:lnTo>
                    <a:pt x="3359969" y="1342599"/>
                  </a:lnTo>
                  <a:lnTo>
                    <a:pt x="3358687" y="1342599"/>
                  </a:lnTo>
                  <a:lnTo>
                    <a:pt x="3357405" y="1342599"/>
                  </a:lnTo>
                  <a:lnTo>
                    <a:pt x="3356124" y="1342599"/>
                  </a:lnTo>
                  <a:lnTo>
                    <a:pt x="3354842" y="1342599"/>
                  </a:lnTo>
                  <a:lnTo>
                    <a:pt x="3353560" y="1342599"/>
                  </a:lnTo>
                  <a:lnTo>
                    <a:pt x="3352278" y="1342599"/>
                  </a:lnTo>
                  <a:lnTo>
                    <a:pt x="3350996" y="1342599"/>
                  </a:lnTo>
                  <a:lnTo>
                    <a:pt x="3349714" y="1342599"/>
                  </a:lnTo>
                  <a:lnTo>
                    <a:pt x="3348433" y="1342599"/>
                  </a:lnTo>
                  <a:lnTo>
                    <a:pt x="3347151" y="1342599"/>
                  </a:lnTo>
                  <a:lnTo>
                    <a:pt x="3345869" y="1342599"/>
                  </a:lnTo>
                  <a:lnTo>
                    <a:pt x="3344587" y="1342599"/>
                  </a:lnTo>
                  <a:lnTo>
                    <a:pt x="3343305" y="1342599"/>
                  </a:lnTo>
                  <a:lnTo>
                    <a:pt x="3342023" y="1342599"/>
                  </a:lnTo>
                  <a:lnTo>
                    <a:pt x="3340741" y="1342599"/>
                  </a:lnTo>
                  <a:lnTo>
                    <a:pt x="3339460" y="1342599"/>
                  </a:lnTo>
                  <a:lnTo>
                    <a:pt x="3338178" y="1342599"/>
                  </a:lnTo>
                  <a:lnTo>
                    <a:pt x="3336896" y="1342599"/>
                  </a:lnTo>
                  <a:lnTo>
                    <a:pt x="3335614" y="1342599"/>
                  </a:lnTo>
                  <a:lnTo>
                    <a:pt x="3334332" y="1342599"/>
                  </a:lnTo>
                  <a:lnTo>
                    <a:pt x="3333050" y="1342599"/>
                  </a:lnTo>
                  <a:lnTo>
                    <a:pt x="3331769" y="1342599"/>
                  </a:lnTo>
                  <a:lnTo>
                    <a:pt x="3330487" y="1342599"/>
                  </a:lnTo>
                  <a:lnTo>
                    <a:pt x="3329205" y="1342599"/>
                  </a:lnTo>
                  <a:lnTo>
                    <a:pt x="3327923" y="1342599"/>
                  </a:lnTo>
                  <a:lnTo>
                    <a:pt x="3326641" y="1342599"/>
                  </a:lnTo>
                  <a:lnTo>
                    <a:pt x="3325359" y="1342599"/>
                  </a:lnTo>
                  <a:lnTo>
                    <a:pt x="3324078" y="1342599"/>
                  </a:lnTo>
                  <a:lnTo>
                    <a:pt x="3322796" y="1342599"/>
                  </a:lnTo>
                  <a:lnTo>
                    <a:pt x="3321514" y="1342599"/>
                  </a:lnTo>
                  <a:lnTo>
                    <a:pt x="3320232" y="1342599"/>
                  </a:lnTo>
                  <a:lnTo>
                    <a:pt x="3318950" y="1342599"/>
                  </a:lnTo>
                  <a:lnTo>
                    <a:pt x="3317668" y="1342599"/>
                  </a:lnTo>
                  <a:lnTo>
                    <a:pt x="3316386" y="1342599"/>
                  </a:lnTo>
                  <a:lnTo>
                    <a:pt x="3315105" y="1342599"/>
                  </a:lnTo>
                  <a:lnTo>
                    <a:pt x="3313823" y="1342599"/>
                  </a:lnTo>
                  <a:lnTo>
                    <a:pt x="3312541" y="1342599"/>
                  </a:lnTo>
                  <a:lnTo>
                    <a:pt x="3311259" y="1342599"/>
                  </a:lnTo>
                  <a:lnTo>
                    <a:pt x="3309977" y="1342599"/>
                  </a:lnTo>
                  <a:lnTo>
                    <a:pt x="3308695" y="1342599"/>
                  </a:lnTo>
                  <a:lnTo>
                    <a:pt x="3307414" y="1342599"/>
                  </a:lnTo>
                  <a:lnTo>
                    <a:pt x="3306132" y="1342599"/>
                  </a:lnTo>
                  <a:lnTo>
                    <a:pt x="3304850" y="1342599"/>
                  </a:lnTo>
                  <a:lnTo>
                    <a:pt x="3303568" y="1342599"/>
                  </a:lnTo>
                  <a:lnTo>
                    <a:pt x="3302286" y="1342599"/>
                  </a:lnTo>
                  <a:lnTo>
                    <a:pt x="3301004" y="1342599"/>
                  </a:lnTo>
                  <a:lnTo>
                    <a:pt x="3299722" y="1342599"/>
                  </a:lnTo>
                  <a:lnTo>
                    <a:pt x="3298441" y="1342599"/>
                  </a:lnTo>
                  <a:lnTo>
                    <a:pt x="3297159" y="1342599"/>
                  </a:lnTo>
                  <a:lnTo>
                    <a:pt x="3295877" y="1342599"/>
                  </a:lnTo>
                  <a:lnTo>
                    <a:pt x="3294595" y="1342599"/>
                  </a:lnTo>
                  <a:lnTo>
                    <a:pt x="3293313" y="1342599"/>
                  </a:lnTo>
                  <a:lnTo>
                    <a:pt x="3292031" y="1342599"/>
                  </a:lnTo>
                  <a:lnTo>
                    <a:pt x="3290750" y="1342599"/>
                  </a:lnTo>
                  <a:lnTo>
                    <a:pt x="3289468" y="1342599"/>
                  </a:lnTo>
                  <a:lnTo>
                    <a:pt x="3288186" y="1342599"/>
                  </a:lnTo>
                  <a:lnTo>
                    <a:pt x="3286904" y="1342599"/>
                  </a:lnTo>
                  <a:lnTo>
                    <a:pt x="3285622" y="1342599"/>
                  </a:lnTo>
                  <a:lnTo>
                    <a:pt x="3284340" y="1342599"/>
                  </a:lnTo>
                  <a:lnTo>
                    <a:pt x="3283059" y="1342599"/>
                  </a:lnTo>
                  <a:lnTo>
                    <a:pt x="3281777" y="1342599"/>
                  </a:lnTo>
                  <a:lnTo>
                    <a:pt x="3280495" y="1342599"/>
                  </a:lnTo>
                  <a:lnTo>
                    <a:pt x="3279213" y="1342599"/>
                  </a:lnTo>
                  <a:lnTo>
                    <a:pt x="3277931" y="1342599"/>
                  </a:lnTo>
                  <a:lnTo>
                    <a:pt x="3276649" y="1342599"/>
                  </a:lnTo>
                  <a:lnTo>
                    <a:pt x="3275367" y="1342599"/>
                  </a:lnTo>
                  <a:lnTo>
                    <a:pt x="3274086" y="1342599"/>
                  </a:lnTo>
                  <a:lnTo>
                    <a:pt x="3272804" y="1342599"/>
                  </a:lnTo>
                  <a:lnTo>
                    <a:pt x="3271522" y="1342599"/>
                  </a:lnTo>
                  <a:lnTo>
                    <a:pt x="3270240" y="1342599"/>
                  </a:lnTo>
                  <a:lnTo>
                    <a:pt x="3268958" y="1342599"/>
                  </a:lnTo>
                  <a:lnTo>
                    <a:pt x="3267676" y="1342599"/>
                  </a:lnTo>
                  <a:lnTo>
                    <a:pt x="3266395" y="1342599"/>
                  </a:lnTo>
                  <a:lnTo>
                    <a:pt x="3265113" y="1342599"/>
                  </a:lnTo>
                  <a:lnTo>
                    <a:pt x="3263831" y="1342599"/>
                  </a:lnTo>
                  <a:lnTo>
                    <a:pt x="3262549" y="1342599"/>
                  </a:lnTo>
                  <a:lnTo>
                    <a:pt x="3261267" y="1342599"/>
                  </a:lnTo>
                  <a:lnTo>
                    <a:pt x="3259985" y="1342599"/>
                  </a:lnTo>
                  <a:lnTo>
                    <a:pt x="3258703" y="1342599"/>
                  </a:lnTo>
                  <a:lnTo>
                    <a:pt x="3257422" y="1342599"/>
                  </a:lnTo>
                  <a:lnTo>
                    <a:pt x="3256140" y="1342599"/>
                  </a:lnTo>
                  <a:lnTo>
                    <a:pt x="3254858" y="1342599"/>
                  </a:lnTo>
                  <a:lnTo>
                    <a:pt x="3253576" y="1342599"/>
                  </a:lnTo>
                  <a:lnTo>
                    <a:pt x="3252294" y="1342599"/>
                  </a:lnTo>
                  <a:lnTo>
                    <a:pt x="3251012" y="1342599"/>
                  </a:lnTo>
                  <a:lnTo>
                    <a:pt x="3249731" y="1342599"/>
                  </a:lnTo>
                  <a:lnTo>
                    <a:pt x="3248449" y="1342599"/>
                  </a:lnTo>
                  <a:lnTo>
                    <a:pt x="3247167" y="1342599"/>
                  </a:lnTo>
                  <a:lnTo>
                    <a:pt x="3245885" y="1342599"/>
                  </a:lnTo>
                  <a:lnTo>
                    <a:pt x="3244603" y="1342599"/>
                  </a:lnTo>
                  <a:lnTo>
                    <a:pt x="3243321" y="1342599"/>
                  </a:lnTo>
                  <a:lnTo>
                    <a:pt x="3242039" y="1342599"/>
                  </a:lnTo>
                  <a:lnTo>
                    <a:pt x="3240758" y="1342599"/>
                  </a:lnTo>
                  <a:lnTo>
                    <a:pt x="3239476" y="1342599"/>
                  </a:lnTo>
                  <a:lnTo>
                    <a:pt x="3238194" y="1342599"/>
                  </a:lnTo>
                  <a:lnTo>
                    <a:pt x="3236912" y="1342599"/>
                  </a:lnTo>
                  <a:lnTo>
                    <a:pt x="3235630" y="1342599"/>
                  </a:lnTo>
                  <a:lnTo>
                    <a:pt x="3234348" y="1342599"/>
                  </a:lnTo>
                  <a:lnTo>
                    <a:pt x="3233067" y="1342599"/>
                  </a:lnTo>
                  <a:lnTo>
                    <a:pt x="3231785" y="1342599"/>
                  </a:lnTo>
                  <a:lnTo>
                    <a:pt x="3230503" y="1342599"/>
                  </a:lnTo>
                  <a:lnTo>
                    <a:pt x="3229221" y="1342599"/>
                  </a:lnTo>
                  <a:lnTo>
                    <a:pt x="3227939" y="1342599"/>
                  </a:lnTo>
                  <a:lnTo>
                    <a:pt x="3226657" y="1342599"/>
                  </a:lnTo>
                  <a:lnTo>
                    <a:pt x="3225376" y="1342599"/>
                  </a:lnTo>
                  <a:lnTo>
                    <a:pt x="3224094" y="1342599"/>
                  </a:lnTo>
                  <a:lnTo>
                    <a:pt x="3222812" y="1342599"/>
                  </a:lnTo>
                  <a:lnTo>
                    <a:pt x="3221530" y="1342599"/>
                  </a:lnTo>
                  <a:lnTo>
                    <a:pt x="3220248" y="1342599"/>
                  </a:lnTo>
                  <a:lnTo>
                    <a:pt x="3218966" y="1342599"/>
                  </a:lnTo>
                  <a:lnTo>
                    <a:pt x="3217684" y="1342599"/>
                  </a:lnTo>
                  <a:lnTo>
                    <a:pt x="3216403" y="1342599"/>
                  </a:lnTo>
                  <a:lnTo>
                    <a:pt x="3215121" y="1342599"/>
                  </a:lnTo>
                  <a:lnTo>
                    <a:pt x="3213839" y="1342599"/>
                  </a:lnTo>
                  <a:lnTo>
                    <a:pt x="3212557" y="1342599"/>
                  </a:lnTo>
                  <a:lnTo>
                    <a:pt x="3211275" y="1342599"/>
                  </a:lnTo>
                  <a:lnTo>
                    <a:pt x="3209993" y="1342599"/>
                  </a:lnTo>
                  <a:lnTo>
                    <a:pt x="3208712" y="1342599"/>
                  </a:lnTo>
                  <a:lnTo>
                    <a:pt x="3207430" y="1342599"/>
                  </a:lnTo>
                  <a:lnTo>
                    <a:pt x="3206148" y="1342599"/>
                  </a:lnTo>
                  <a:lnTo>
                    <a:pt x="3204866" y="1342599"/>
                  </a:lnTo>
                  <a:lnTo>
                    <a:pt x="3203584" y="1342599"/>
                  </a:lnTo>
                  <a:lnTo>
                    <a:pt x="3202302" y="1342599"/>
                  </a:lnTo>
                  <a:lnTo>
                    <a:pt x="3201020" y="1342599"/>
                  </a:lnTo>
                  <a:lnTo>
                    <a:pt x="3199739" y="1342599"/>
                  </a:lnTo>
                  <a:lnTo>
                    <a:pt x="3198457" y="1342599"/>
                  </a:lnTo>
                  <a:lnTo>
                    <a:pt x="3197175" y="1342599"/>
                  </a:lnTo>
                  <a:lnTo>
                    <a:pt x="3195893" y="1342599"/>
                  </a:lnTo>
                  <a:lnTo>
                    <a:pt x="3194611" y="1342599"/>
                  </a:lnTo>
                  <a:lnTo>
                    <a:pt x="3193329" y="1342599"/>
                  </a:lnTo>
                  <a:lnTo>
                    <a:pt x="3192048" y="1342599"/>
                  </a:lnTo>
                  <a:lnTo>
                    <a:pt x="3190766" y="1342599"/>
                  </a:lnTo>
                  <a:lnTo>
                    <a:pt x="3189484" y="1342599"/>
                  </a:lnTo>
                  <a:lnTo>
                    <a:pt x="3188202" y="1342599"/>
                  </a:lnTo>
                  <a:lnTo>
                    <a:pt x="3186920" y="1342599"/>
                  </a:lnTo>
                  <a:lnTo>
                    <a:pt x="3185638" y="1342599"/>
                  </a:lnTo>
                  <a:lnTo>
                    <a:pt x="3184357" y="1342599"/>
                  </a:lnTo>
                  <a:lnTo>
                    <a:pt x="3183075" y="1342599"/>
                  </a:lnTo>
                  <a:lnTo>
                    <a:pt x="3181793" y="1342599"/>
                  </a:lnTo>
                  <a:lnTo>
                    <a:pt x="3180511" y="1342599"/>
                  </a:lnTo>
                  <a:lnTo>
                    <a:pt x="3179229" y="1342599"/>
                  </a:lnTo>
                  <a:lnTo>
                    <a:pt x="3177947" y="1342599"/>
                  </a:lnTo>
                  <a:lnTo>
                    <a:pt x="3176665" y="1342599"/>
                  </a:lnTo>
                  <a:lnTo>
                    <a:pt x="3175384" y="1342599"/>
                  </a:lnTo>
                  <a:lnTo>
                    <a:pt x="3174102" y="1342599"/>
                  </a:lnTo>
                  <a:lnTo>
                    <a:pt x="3172820" y="1342599"/>
                  </a:lnTo>
                  <a:lnTo>
                    <a:pt x="3171538" y="1342599"/>
                  </a:lnTo>
                  <a:lnTo>
                    <a:pt x="3170256" y="1342599"/>
                  </a:lnTo>
                  <a:lnTo>
                    <a:pt x="3168974" y="1342599"/>
                  </a:lnTo>
                  <a:lnTo>
                    <a:pt x="3167693" y="1342599"/>
                  </a:lnTo>
                  <a:lnTo>
                    <a:pt x="3166411" y="1342599"/>
                  </a:lnTo>
                  <a:lnTo>
                    <a:pt x="3165129" y="1342599"/>
                  </a:lnTo>
                  <a:lnTo>
                    <a:pt x="3163847" y="1342599"/>
                  </a:lnTo>
                  <a:lnTo>
                    <a:pt x="3162565" y="1342599"/>
                  </a:lnTo>
                  <a:lnTo>
                    <a:pt x="3161283" y="1342599"/>
                  </a:lnTo>
                  <a:lnTo>
                    <a:pt x="3160001" y="1342599"/>
                  </a:lnTo>
                  <a:lnTo>
                    <a:pt x="3158720" y="1342599"/>
                  </a:lnTo>
                  <a:lnTo>
                    <a:pt x="3157438" y="1342599"/>
                  </a:lnTo>
                  <a:lnTo>
                    <a:pt x="3156156" y="1342599"/>
                  </a:lnTo>
                  <a:lnTo>
                    <a:pt x="3154874" y="1342599"/>
                  </a:lnTo>
                  <a:lnTo>
                    <a:pt x="3153592" y="1342599"/>
                  </a:lnTo>
                  <a:lnTo>
                    <a:pt x="3152310" y="1342599"/>
                  </a:lnTo>
                  <a:lnTo>
                    <a:pt x="3151029" y="1342599"/>
                  </a:lnTo>
                  <a:lnTo>
                    <a:pt x="3149747" y="1342599"/>
                  </a:lnTo>
                  <a:lnTo>
                    <a:pt x="3148465" y="1342599"/>
                  </a:lnTo>
                  <a:lnTo>
                    <a:pt x="3147183" y="1342599"/>
                  </a:lnTo>
                  <a:lnTo>
                    <a:pt x="3145901" y="1342599"/>
                  </a:lnTo>
                  <a:lnTo>
                    <a:pt x="3144619" y="1342599"/>
                  </a:lnTo>
                  <a:lnTo>
                    <a:pt x="3143338" y="1342599"/>
                  </a:lnTo>
                  <a:lnTo>
                    <a:pt x="3142056" y="1342599"/>
                  </a:lnTo>
                  <a:lnTo>
                    <a:pt x="3140774" y="1342599"/>
                  </a:lnTo>
                  <a:lnTo>
                    <a:pt x="3139492" y="1342599"/>
                  </a:lnTo>
                  <a:lnTo>
                    <a:pt x="3138210" y="1342599"/>
                  </a:lnTo>
                  <a:lnTo>
                    <a:pt x="3136928" y="1342599"/>
                  </a:lnTo>
                  <a:lnTo>
                    <a:pt x="3135646" y="1342599"/>
                  </a:lnTo>
                  <a:lnTo>
                    <a:pt x="3134365" y="1342599"/>
                  </a:lnTo>
                  <a:lnTo>
                    <a:pt x="3133083" y="1342599"/>
                  </a:lnTo>
                  <a:lnTo>
                    <a:pt x="3131801" y="1342599"/>
                  </a:lnTo>
                  <a:lnTo>
                    <a:pt x="3130519" y="1342599"/>
                  </a:lnTo>
                  <a:lnTo>
                    <a:pt x="3129237" y="1342599"/>
                  </a:lnTo>
                  <a:lnTo>
                    <a:pt x="3127955" y="1342599"/>
                  </a:lnTo>
                  <a:lnTo>
                    <a:pt x="3126674" y="1342599"/>
                  </a:lnTo>
                  <a:lnTo>
                    <a:pt x="3125392" y="1342599"/>
                  </a:lnTo>
                  <a:lnTo>
                    <a:pt x="3124110" y="1342599"/>
                  </a:lnTo>
                  <a:lnTo>
                    <a:pt x="3122828" y="1342599"/>
                  </a:lnTo>
                  <a:lnTo>
                    <a:pt x="3121546" y="1342599"/>
                  </a:lnTo>
                  <a:lnTo>
                    <a:pt x="3120264" y="1342599"/>
                  </a:lnTo>
                  <a:lnTo>
                    <a:pt x="3118982" y="1342599"/>
                  </a:lnTo>
                  <a:lnTo>
                    <a:pt x="3117701" y="1342599"/>
                  </a:lnTo>
                  <a:lnTo>
                    <a:pt x="3116419" y="1342599"/>
                  </a:lnTo>
                  <a:lnTo>
                    <a:pt x="3115137" y="1342599"/>
                  </a:lnTo>
                  <a:lnTo>
                    <a:pt x="3113855" y="1342599"/>
                  </a:lnTo>
                  <a:lnTo>
                    <a:pt x="3112573" y="1342599"/>
                  </a:lnTo>
                  <a:lnTo>
                    <a:pt x="3111291" y="1342599"/>
                  </a:lnTo>
                  <a:lnTo>
                    <a:pt x="3110010" y="1342599"/>
                  </a:lnTo>
                  <a:lnTo>
                    <a:pt x="3108728" y="1342599"/>
                  </a:lnTo>
                  <a:lnTo>
                    <a:pt x="3107446" y="1342599"/>
                  </a:lnTo>
                  <a:lnTo>
                    <a:pt x="3106164" y="1342599"/>
                  </a:lnTo>
                  <a:lnTo>
                    <a:pt x="3104882" y="1342599"/>
                  </a:lnTo>
                  <a:lnTo>
                    <a:pt x="3103600" y="1342599"/>
                  </a:lnTo>
                  <a:lnTo>
                    <a:pt x="3102318" y="1342599"/>
                  </a:lnTo>
                  <a:lnTo>
                    <a:pt x="3101037" y="1342599"/>
                  </a:lnTo>
                  <a:lnTo>
                    <a:pt x="3099755" y="1342599"/>
                  </a:lnTo>
                  <a:lnTo>
                    <a:pt x="3098473" y="1342599"/>
                  </a:lnTo>
                  <a:lnTo>
                    <a:pt x="3097191" y="1342599"/>
                  </a:lnTo>
                  <a:lnTo>
                    <a:pt x="3095909" y="1342599"/>
                  </a:lnTo>
                  <a:lnTo>
                    <a:pt x="3094627" y="1342599"/>
                  </a:lnTo>
                  <a:lnTo>
                    <a:pt x="3093346" y="1342599"/>
                  </a:lnTo>
                  <a:lnTo>
                    <a:pt x="3092064" y="1342599"/>
                  </a:lnTo>
                  <a:lnTo>
                    <a:pt x="3090782" y="1342599"/>
                  </a:lnTo>
                  <a:lnTo>
                    <a:pt x="3089500" y="1342599"/>
                  </a:lnTo>
                  <a:lnTo>
                    <a:pt x="3088218" y="1342599"/>
                  </a:lnTo>
                  <a:lnTo>
                    <a:pt x="3086936" y="1342599"/>
                  </a:lnTo>
                  <a:lnTo>
                    <a:pt x="3085655" y="1342599"/>
                  </a:lnTo>
                  <a:lnTo>
                    <a:pt x="3084373" y="1342599"/>
                  </a:lnTo>
                  <a:lnTo>
                    <a:pt x="3083091" y="1342599"/>
                  </a:lnTo>
                  <a:lnTo>
                    <a:pt x="3081809" y="1342599"/>
                  </a:lnTo>
                  <a:lnTo>
                    <a:pt x="3080527" y="1342599"/>
                  </a:lnTo>
                  <a:lnTo>
                    <a:pt x="3079245" y="1342599"/>
                  </a:lnTo>
                  <a:lnTo>
                    <a:pt x="3077963" y="1342599"/>
                  </a:lnTo>
                  <a:lnTo>
                    <a:pt x="3076682" y="1342599"/>
                  </a:lnTo>
                  <a:lnTo>
                    <a:pt x="3075400" y="1342599"/>
                  </a:lnTo>
                  <a:lnTo>
                    <a:pt x="3074118" y="1342599"/>
                  </a:lnTo>
                  <a:lnTo>
                    <a:pt x="3072836" y="1342599"/>
                  </a:lnTo>
                  <a:lnTo>
                    <a:pt x="3071554" y="1342599"/>
                  </a:lnTo>
                  <a:lnTo>
                    <a:pt x="3070272" y="1342599"/>
                  </a:lnTo>
                  <a:lnTo>
                    <a:pt x="3068991" y="1342599"/>
                  </a:lnTo>
                  <a:lnTo>
                    <a:pt x="3067709" y="1342599"/>
                  </a:lnTo>
                  <a:lnTo>
                    <a:pt x="3066427" y="1342599"/>
                  </a:lnTo>
                  <a:lnTo>
                    <a:pt x="3065145" y="1342599"/>
                  </a:lnTo>
                  <a:lnTo>
                    <a:pt x="3063863" y="1342599"/>
                  </a:lnTo>
                  <a:lnTo>
                    <a:pt x="3062581" y="1342599"/>
                  </a:lnTo>
                  <a:lnTo>
                    <a:pt x="3061299" y="1342599"/>
                  </a:lnTo>
                  <a:lnTo>
                    <a:pt x="3060018" y="1342599"/>
                  </a:lnTo>
                  <a:lnTo>
                    <a:pt x="3058736" y="1342599"/>
                  </a:lnTo>
                  <a:lnTo>
                    <a:pt x="3057454" y="1342599"/>
                  </a:lnTo>
                  <a:lnTo>
                    <a:pt x="3056172" y="1342599"/>
                  </a:lnTo>
                  <a:lnTo>
                    <a:pt x="3054890" y="1342599"/>
                  </a:lnTo>
                  <a:lnTo>
                    <a:pt x="3053608" y="1342599"/>
                  </a:lnTo>
                  <a:lnTo>
                    <a:pt x="3052327" y="1342599"/>
                  </a:lnTo>
                  <a:lnTo>
                    <a:pt x="3051045" y="1342599"/>
                  </a:lnTo>
                  <a:lnTo>
                    <a:pt x="3049763" y="1342599"/>
                  </a:lnTo>
                  <a:lnTo>
                    <a:pt x="3048481" y="1342599"/>
                  </a:lnTo>
                  <a:lnTo>
                    <a:pt x="3047199" y="1342599"/>
                  </a:lnTo>
                  <a:lnTo>
                    <a:pt x="3045917" y="1342599"/>
                  </a:lnTo>
                  <a:lnTo>
                    <a:pt x="3044636" y="1342599"/>
                  </a:lnTo>
                  <a:lnTo>
                    <a:pt x="3043354" y="1342599"/>
                  </a:lnTo>
                  <a:lnTo>
                    <a:pt x="3042072" y="1342599"/>
                  </a:lnTo>
                  <a:lnTo>
                    <a:pt x="3040790" y="1342599"/>
                  </a:lnTo>
                  <a:lnTo>
                    <a:pt x="3039508" y="1342599"/>
                  </a:lnTo>
                  <a:lnTo>
                    <a:pt x="3038226" y="1342599"/>
                  </a:lnTo>
                  <a:lnTo>
                    <a:pt x="3036944" y="1342599"/>
                  </a:lnTo>
                  <a:lnTo>
                    <a:pt x="3035663" y="1342599"/>
                  </a:lnTo>
                  <a:lnTo>
                    <a:pt x="3034381" y="1342599"/>
                  </a:lnTo>
                  <a:lnTo>
                    <a:pt x="3033099" y="1342599"/>
                  </a:lnTo>
                  <a:lnTo>
                    <a:pt x="3031817" y="1342599"/>
                  </a:lnTo>
                  <a:lnTo>
                    <a:pt x="3030535" y="1342599"/>
                  </a:lnTo>
                  <a:lnTo>
                    <a:pt x="3029253" y="1342599"/>
                  </a:lnTo>
                  <a:lnTo>
                    <a:pt x="3027972" y="1342599"/>
                  </a:lnTo>
                  <a:lnTo>
                    <a:pt x="3026690" y="1342599"/>
                  </a:lnTo>
                  <a:lnTo>
                    <a:pt x="3025408" y="1342599"/>
                  </a:lnTo>
                  <a:lnTo>
                    <a:pt x="3024126" y="1342599"/>
                  </a:lnTo>
                  <a:lnTo>
                    <a:pt x="3022844" y="1342599"/>
                  </a:lnTo>
                  <a:lnTo>
                    <a:pt x="3021562" y="1342599"/>
                  </a:lnTo>
                  <a:lnTo>
                    <a:pt x="3020280" y="1342599"/>
                  </a:lnTo>
                  <a:lnTo>
                    <a:pt x="3018999" y="1342599"/>
                  </a:lnTo>
                  <a:lnTo>
                    <a:pt x="3017717" y="1342599"/>
                  </a:lnTo>
                  <a:lnTo>
                    <a:pt x="3016435" y="1342599"/>
                  </a:lnTo>
                  <a:lnTo>
                    <a:pt x="3015153" y="1342599"/>
                  </a:lnTo>
                  <a:lnTo>
                    <a:pt x="3013871" y="1342599"/>
                  </a:lnTo>
                  <a:lnTo>
                    <a:pt x="3012589" y="1342599"/>
                  </a:lnTo>
                  <a:lnTo>
                    <a:pt x="3011308" y="1342599"/>
                  </a:lnTo>
                  <a:lnTo>
                    <a:pt x="3010026" y="1342599"/>
                  </a:lnTo>
                  <a:lnTo>
                    <a:pt x="3008744" y="1342599"/>
                  </a:lnTo>
                  <a:lnTo>
                    <a:pt x="3007462" y="1342599"/>
                  </a:lnTo>
                  <a:lnTo>
                    <a:pt x="3006180" y="1342599"/>
                  </a:lnTo>
                  <a:lnTo>
                    <a:pt x="3004898" y="1342599"/>
                  </a:lnTo>
                  <a:lnTo>
                    <a:pt x="3003617" y="1342599"/>
                  </a:lnTo>
                  <a:lnTo>
                    <a:pt x="3002335" y="1342599"/>
                  </a:lnTo>
                  <a:lnTo>
                    <a:pt x="3001053" y="1342599"/>
                  </a:lnTo>
                  <a:lnTo>
                    <a:pt x="2999771" y="1342599"/>
                  </a:lnTo>
                  <a:lnTo>
                    <a:pt x="2998489" y="1342599"/>
                  </a:lnTo>
                  <a:lnTo>
                    <a:pt x="2997207" y="1342599"/>
                  </a:lnTo>
                  <a:lnTo>
                    <a:pt x="2995925" y="1342599"/>
                  </a:lnTo>
                  <a:lnTo>
                    <a:pt x="2994644" y="1342599"/>
                  </a:lnTo>
                  <a:lnTo>
                    <a:pt x="2993362" y="1342599"/>
                  </a:lnTo>
                  <a:lnTo>
                    <a:pt x="2992080" y="1342599"/>
                  </a:lnTo>
                  <a:lnTo>
                    <a:pt x="2990798" y="1342599"/>
                  </a:lnTo>
                  <a:lnTo>
                    <a:pt x="2989516" y="1342599"/>
                  </a:lnTo>
                  <a:lnTo>
                    <a:pt x="2988234" y="1342599"/>
                  </a:lnTo>
                  <a:lnTo>
                    <a:pt x="2986953" y="1342599"/>
                  </a:lnTo>
                  <a:lnTo>
                    <a:pt x="2985671" y="1342599"/>
                  </a:lnTo>
                  <a:lnTo>
                    <a:pt x="2984389" y="1342599"/>
                  </a:lnTo>
                  <a:lnTo>
                    <a:pt x="2983107" y="1342599"/>
                  </a:lnTo>
                  <a:lnTo>
                    <a:pt x="2981825" y="1342599"/>
                  </a:lnTo>
                  <a:lnTo>
                    <a:pt x="2980543" y="1342599"/>
                  </a:lnTo>
                  <a:lnTo>
                    <a:pt x="2979261" y="1342599"/>
                  </a:lnTo>
                  <a:lnTo>
                    <a:pt x="2977980" y="1342599"/>
                  </a:lnTo>
                  <a:lnTo>
                    <a:pt x="2976698" y="1342599"/>
                  </a:lnTo>
                  <a:lnTo>
                    <a:pt x="2975416" y="1342599"/>
                  </a:lnTo>
                  <a:lnTo>
                    <a:pt x="2974134" y="1342599"/>
                  </a:lnTo>
                  <a:lnTo>
                    <a:pt x="2972852" y="1342599"/>
                  </a:lnTo>
                  <a:lnTo>
                    <a:pt x="2971570" y="1342599"/>
                  </a:lnTo>
                  <a:lnTo>
                    <a:pt x="2970289" y="1342599"/>
                  </a:lnTo>
                  <a:lnTo>
                    <a:pt x="2969007" y="1342599"/>
                  </a:lnTo>
                  <a:lnTo>
                    <a:pt x="2967725" y="1342599"/>
                  </a:lnTo>
                  <a:lnTo>
                    <a:pt x="2966443" y="1342599"/>
                  </a:lnTo>
                  <a:lnTo>
                    <a:pt x="2965161" y="1342599"/>
                  </a:lnTo>
                  <a:lnTo>
                    <a:pt x="2963879" y="1342599"/>
                  </a:lnTo>
                  <a:lnTo>
                    <a:pt x="2962597" y="1342599"/>
                  </a:lnTo>
                  <a:lnTo>
                    <a:pt x="2961316" y="1342599"/>
                  </a:lnTo>
                  <a:lnTo>
                    <a:pt x="2960034" y="1342599"/>
                  </a:lnTo>
                  <a:lnTo>
                    <a:pt x="2958752" y="1342599"/>
                  </a:lnTo>
                  <a:lnTo>
                    <a:pt x="2957470" y="1342599"/>
                  </a:lnTo>
                  <a:lnTo>
                    <a:pt x="2956188" y="1342599"/>
                  </a:lnTo>
                  <a:lnTo>
                    <a:pt x="2954906" y="1342599"/>
                  </a:lnTo>
                  <a:lnTo>
                    <a:pt x="2953625" y="1342599"/>
                  </a:lnTo>
                  <a:lnTo>
                    <a:pt x="2952343" y="1342599"/>
                  </a:lnTo>
                  <a:lnTo>
                    <a:pt x="2951061" y="1342599"/>
                  </a:lnTo>
                  <a:lnTo>
                    <a:pt x="2949779" y="1342599"/>
                  </a:lnTo>
                  <a:lnTo>
                    <a:pt x="2948497" y="1342599"/>
                  </a:lnTo>
                  <a:lnTo>
                    <a:pt x="2947215" y="1342599"/>
                  </a:lnTo>
                  <a:lnTo>
                    <a:pt x="2945934" y="1342599"/>
                  </a:lnTo>
                  <a:lnTo>
                    <a:pt x="2944652" y="1342599"/>
                  </a:lnTo>
                  <a:lnTo>
                    <a:pt x="2943370" y="1342599"/>
                  </a:lnTo>
                  <a:lnTo>
                    <a:pt x="2942088" y="1342599"/>
                  </a:lnTo>
                  <a:lnTo>
                    <a:pt x="2940806" y="1342599"/>
                  </a:lnTo>
                  <a:lnTo>
                    <a:pt x="2939524" y="1342599"/>
                  </a:lnTo>
                  <a:lnTo>
                    <a:pt x="2938242" y="1342599"/>
                  </a:lnTo>
                  <a:lnTo>
                    <a:pt x="2936961" y="1342599"/>
                  </a:lnTo>
                  <a:lnTo>
                    <a:pt x="2935679" y="1342599"/>
                  </a:lnTo>
                  <a:lnTo>
                    <a:pt x="2934397" y="1342599"/>
                  </a:lnTo>
                  <a:lnTo>
                    <a:pt x="2933115" y="1342599"/>
                  </a:lnTo>
                  <a:lnTo>
                    <a:pt x="2931833" y="1342599"/>
                  </a:lnTo>
                  <a:lnTo>
                    <a:pt x="2930551" y="1342599"/>
                  </a:lnTo>
                  <a:lnTo>
                    <a:pt x="2929270" y="1342599"/>
                  </a:lnTo>
                  <a:lnTo>
                    <a:pt x="2927988" y="1342599"/>
                  </a:lnTo>
                  <a:lnTo>
                    <a:pt x="2926706" y="1342599"/>
                  </a:lnTo>
                  <a:lnTo>
                    <a:pt x="2925424" y="1342599"/>
                  </a:lnTo>
                  <a:lnTo>
                    <a:pt x="2924142" y="1342599"/>
                  </a:lnTo>
                  <a:lnTo>
                    <a:pt x="2922860" y="1342599"/>
                  </a:lnTo>
                  <a:lnTo>
                    <a:pt x="2921578" y="1342599"/>
                  </a:lnTo>
                  <a:lnTo>
                    <a:pt x="2920297" y="1342599"/>
                  </a:lnTo>
                  <a:lnTo>
                    <a:pt x="2919015" y="1342599"/>
                  </a:lnTo>
                  <a:lnTo>
                    <a:pt x="2917733" y="1342599"/>
                  </a:lnTo>
                  <a:lnTo>
                    <a:pt x="2916451" y="1342599"/>
                  </a:lnTo>
                  <a:lnTo>
                    <a:pt x="2915169" y="1342599"/>
                  </a:lnTo>
                  <a:lnTo>
                    <a:pt x="2913887" y="1342599"/>
                  </a:lnTo>
                  <a:lnTo>
                    <a:pt x="2912606" y="1342599"/>
                  </a:lnTo>
                  <a:lnTo>
                    <a:pt x="2911324" y="1342599"/>
                  </a:lnTo>
                  <a:lnTo>
                    <a:pt x="2910042" y="1342599"/>
                  </a:lnTo>
                  <a:lnTo>
                    <a:pt x="2908760" y="1342599"/>
                  </a:lnTo>
                  <a:lnTo>
                    <a:pt x="2907478" y="1342599"/>
                  </a:lnTo>
                  <a:lnTo>
                    <a:pt x="2906196" y="1342599"/>
                  </a:lnTo>
                  <a:lnTo>
                    <a:pt x="2904915" y="1342599"/>
                  </a:lnTo>
                  <a:lnTo>
                    <a:pt x="2903633" y="1342599"/>
                  </a:lnTo>
                  <a:lnTo>
                    <a:pt x="2902351" y="1342599"/>
                  </a:lnTo>
                  <a:lnTo>
                    <a:pt x="2901069" y="1342599"/>
                  </a:lnTo>
                  <a:lnTo>
                    <a:pt x="2899787" y="1342599"/>
                  </a:lnTo>
                  <a:lnTo>
                    <a:pt x="2898505" y="1342599"/>
                  </a:lnTo>
                  <a:lnTo>
                    <a:pt x="2897223" y="1342599"/>
                  </a:lnTo>
                  <a:lnTo>
                    <a:pt x="2895942" y="1342599"/>
                  </a:lnTo>
                  <a:lnTo>
                    <a:pt x="2894660" y="1342599"/>
                  </a:lnTo>
                  <a:lnTo>
                    <a:pt x="2893378" y="1342599"/>
                  </a:lnTo>
                  <a:lnTo>
                    <a:pt x="2892096" y="1342599"/>
                  </a:lnTo>
                  <a:lnTo>
                    <a:pt x="2890814" y="1342599"/>
                  </a:lnTo>
                  <a:lnTo>
                    <a:pt x="2889532" y="1342599"/>
                  </a:lnTo>
                  <a:lnTo>
                    <a:pt x="2888251" y="1342599"/>
                  </a:lnTo>
                  <a:lnTo>
                    <a:pt x="2886969" y="1342599"/>
                  </a:lnTo>
                  <a:lnTo>
                    <a:pt x="2885687" y="1342599"/>
                  </a:lnTo>
                  <a:lnTo>
                    <a:pt x="2884405" y="1342599"/>
                  </a:lnTo>
                  <a:lnTo>
                    <a:pt x="2883123" y="1342599"/>
                  </a:lnTo>
                  <a:lnTo>
                    <a:pt x="2881841" y="1342599"/>
                  </a:lnTo>
                  <a:lnTo>
                    <a:pt x="2880559" y="1342599"/>
                  </a:lnTo>
                  <a:lnTo>
                    <a:pt x="2879278" y="1342599"/>
                  </a:lnTo>
                  <a:lnTo>
                    <a:pt x="2877996" y="1342599"/>
                  </a:lnTo>
                  <a:lnTo>
                    <a:pt x="2876714" y="1342599"/>
                  </a:lnTo>
                  <a:lnTo>
                    <a:pt x="2875432" y="1342599"/>
                  </a:lnTo>
                  <a:lnTo>
                    <a:pt x="2874150" y="1342599"/>
                  </a:lnTo>
                  <a:lnTo>
                    <a:pt x="2872868" y="1342599"/>
                  </a:lnTo>
                  <a:lnTo>
                    <a:pt x="2871587" y="1342599"/>
                  </a:lnTo>
                  <a:lnTo>
                    <a:pt x="2870305" y="1342599"/>
                  </a:lnTo>
                  <a:lnTo>
                    <a:pt x="2869023" y="1342599"/>
                  </a:lnTo>
                  <a:lnTo>
                    <a:pt x="2867741" y="1342599"/>
                  </a:lnTo>
                  <a:lnTo>
                    <a:pt x="2866459" y="1342599"/>
                  </a:lnTo>
                  <a:lnTo>
                    <a:pt x="2865177" y="1342599"/>
                  </a:lnTo>
                  <a:lnTo>
                    <a:pt x="2863896" y="1342599"/>
                  </a:lnTo>
                  <a:lnTo>
                    <a:pt x="2862614" y="1342599"/>
                  </a:lnTo>
                  <a:lnTo>
                    <a:pt x="2861332" y="1342599"/>
                  </a:lnTo>
                  <a:lnTo>
                    <a:pt x="2860050" y="1342599"/>
                  </a:lnTo>
                  <a:lnTo>
                    <a:pt x="2858768" y="1342599"/>
                  </a:lnTo>
                  <a:lnTo>
                    <a:pt x="2857486" y="1342599"/>
                  </a:lnTo>
                  <a:lnTo>
                    <a:pt x="2856204" y="1342599"/>
                  </a:lnTo>
                  <a:lnTo>
                    <a:pt x="2854923" y="1342599"/>
                  </a:lnTo>
                  <a:lnTo>
                    <a:pt x="2853641" y="1342599"/>
                  </a:lnTo>
                  <a:lnTo>
                    <a:pt x="2852359" y="1342599"/>
                  </a:lnTo>
                  <a:lnTo>
                    <a:pt x="2851077" y="1342599"/>
                  </a:lnTo>
                  <a:lnTo>
                    <a:pt x="2849795" y="1342599"/>
                  </a:lnTo>
                  <a:lnTo>
                    <a:pt x="2848513" y="1342599"/>
                  </a:lnTo>
                  <a:lnTo>
                    <a:pt x="2847232" y="1342599"/>
                  </a:lnTo>
                  <a:lnTo>
                    <a:pt x="2845950" y="1342599"/>
                  </a:lnTo>
                  <a:lnTo>
                    <a:pt x="2844668" y="1342599"/>
                  </a:lnTo>
                  <a:lnTo>
                    <a:pt x="2843386" y="1342599"/>
                  </a:lnTo>
                  <a:lnTo>
                    <a:pt x="2842104" y="1342599"/>
                  </a:lnTo>
                  <a:lnTo>
                    <a:pt x="2840822" y="1342599"/>
                  </a:lnTo>
                  <a:lnTo>
                    <a:pt x="2839540" y="1342599"/>
                  </a:lnTo>
                  <a:lnTo>
                    <a:pt x="2838259" y="1342599"/>
                  </a:lnTo>
                  <a:lnTo>
                    <a:pt x="2836977" y="1342599"/>
                  </a:lnTo>
                  <a:lnTo>
                    <a:pt x="2835695" y="1342599"/>
                  </a:lnTo>
                  <a:lnTo>
                    <a:pt x="2834413" y="1342599"/>
                  </a:lnTo>
                  <a:lnTo>
                    <a:pt x="2833131" y="1342599"/>
                  </a:lnTo>
                  <a:lnTo>
                    <a:pt x="2831849" y="1342599"/>
                  </a:lnTo>
                  <a:lnTo>
                    <a:pt x="2830568" y="1342599"/>
                  </a:lnTo>
                  <a:lnTo>
                    <a:pt x="2829286" y="1342599"/>
                  </a:lnTo>
                  <a:lnTo>
                    <a:pt x="2828004" y="1342599"/>
                  </a:lnTo>
                  <a:lnTo>
                    <a:pt x="2826722" y="1342599"/>
                  </a:lnTo>
                  <a:lnTo>
                    <a:pt x="2825440" y="1342599"/>
                  </a:lnTo>
                  <a:lnTo>
                    <a:pt x="2824158" y="1342599"/>
                  </a:lnTo>
                  <a:lnTo>
                    <a:pt x="2822876" y="1342599"/>
                  </a:lnTo>
                  <a:lnTo>
                    <a:pt x="2821595" y="1342599"/>
                  </a:lnTo>
                  <a:lnTo>
                    <a:pt x="2820313" y="1342599"/>
                  </a:lnTo>
                  <a:lnTo>
                    <a:pt x="2819031" y="1342599"/>
                  </a:lnTo>
                  <a:lnTo>
                    <a:pt x="2817749" y="1342599"/>
                  </a:lnTo>
                  <a:lnTo>
                    <a:pt x="2816467" y="1342599"/>
                  </a:lnTo>
                  <a:lnTo>
                    <a:pt x="2815185" y="1342599"/>
                  </a:lnTo>
                  <a:lnTo>
                    <a:pt x="2813904" y="1342599"/>
                  </a:lnTo>
                  <a:lnTo>
                    <a:pt x="2812622" y="1342599"/>
                  </a:lnTo>
                  <a:lnTo>
                    <a:pt x="2811340" y="1342599"/>
                  </a:lnTo>
                  <a:lnTo>
                    <a:pt x="2810058" y="1342599"/>
                  </a:lnTo>
                  <a:lnTo>
                    <a:pt x="2808776" y="1342599"/>
                  </a:lnTo>
                  <a:lnTo>
                    <a:pt x="2807494" y="1342599"/>
                  </a:lnTo>
                  <a:lnTo>
                    <a:pt x="2806213" y="1342599"/>
                  </a:lnTo>
                  <a:lnTo>
                    <a:pt x="2804931" y="1342599"/>
                  </a:lnTo>
                  <a:lnTo>
                    <a:pt x="2803649" y="1342599"/>
                  </a:lnTo>
                  <a:lnTo>
                    <a:pt x="2802367" y="1342599"/>
                  </a:lnTo>
                  <a:lnTo>
                    <a:pt x="2801085" y="1342599"/>
                  </a:lnTo>
                  <a:lnTo>
                    <a:pt x="2799803" y="1342599"/>
                  </a:lnTo>
                  <a:lnTo>
                    <a:pt x="2798521" y="1342599"/>
                  </a:lnTo>
                  <a:lnTo>
                    <a:pt x="2797240" y="1342599"/>
                  </a:lnTo>
                  <a:lnTo>
                    <a:pt x="2795958" y="1342599"/>
                  </a:lnTo>
                  <a:lnTo>
                    <a:pt x="2794676" y="1342599"/>
                  </a:lnTo>
                  <a:lnTo>
                    <a:pt x="2793394" y="1342599"/>
                  </a:lnTo>
                  <a:lnTo>
                    <a:pt x="2792112" y="1342599"/>
                  </a:lnTo>
                  <a:lnTo>
                    <a:pt x="2790830" y="1342599"/>
                  </a:lnTo>
                  <a:lnTo>
                    <a:pt x="2789549" y="1342599"/>
                  </a:lnTo>
                  <a:lnTo>
                    <a:pt x="2788267" y="1342599"/>
                  </a:lnTo>
                  <a:lnTo>
                    <a:pt x="2786985" y="1342599"/>
                  </a:lnTo>
                  <a:lnTo>
                    <a:pt x="2785703" y="1342599"/>
                  </a:lnTo>
                  <a:lnTo>
                    <a:pt x="2784421" y="1342599"/>
                  </a:lnTo>
                  <a:lnTo>
                    <a:pt x="2783139" y="1342599"/>
                  </a:lnTo>
                  <a:lnTo>
                    <a:pt x="2781857" y="1342599"/>
                  </a:lnTo>
                  <a:lnTo>
                    <a:pt x="2780576" y="1342599"/>
                  </a:lnTo>
                  <a:lnTo>
                    <a:pt x="2779294" y="1342599"/>
                  </a:lnTo>
                  <a:lnTo>
                    <a:pt x="2778012" y="1342599"/>
                  </a:lnTo>
                  <a:lnTo>
                    <a:pt x="2776730" y="1342599"/>
                  </a:lnTo>
                  <a:lnTo>
                    <a:pt x="2775448" y="1342599"/>
                  </a:lnTo>
                  <a:lnTo>
                    <a:pt x="2774166" y="1342599"/>
                  </a:lnTo>
                  <a:lnTo>
                    <a:pt x="2772885" y="1342599"/>
                  </a:lnTo>
                  <a:lnTo>
                    <a:pt x="2771603" y="1342599"/>
                  </a:lnTo>
                  <a:lnTo>
                    <a:pt x="2770321" y="1342599"/>
                  </a:lnTo>
                  <a:lnTo>
                    <a:pt x="2769039" y="1342599"/>
                  </a:lnTo>
                  <a:lnTo>
                    <a:pt x="2767757" y="1342599"/>
                  </a:lnTo>
                  <a:lnTo>
                    <a:pt x="2766475" y="1342599"/>
                  </a:lnTo>
                  <a:lnTo>
                    <a:pt x="2765194" y="1342599"/>
                  </a:lnTo>
                  <a:lnTo>
                    <a:pt x="2763912" y="1342599"/>
                  </a:lnTo>
                  <a:lnTo>
                    <a:pt x="2762630" y="1342599"/>
                  </a:lnTo>
                  <a:lnTo>
                    <a:pt x="2761348" y="1342599"/>
                  </a:lnTo>
                  <a:lnTo>
                    <a:pt x="2760066" y="1342599"/>
                  </a:lnTo>
                  <a:lnTo>
                    <a:pt x="2758784" y="1342599"/>
                  </a:lnTo>
                  <a:lnTo>
                    <a:pt x="2757502" y="1342599"/>
                  </a:lnTo>
                  <a:lnTo>
                    <a:pt x="2756221" y="1342599"/>
                  </a:lnTo>
                  <a:lnTo>
                    <a:pt x="2754939" y="1342599"/>
                  </a:lnTo>
                  <a:lnTo>
                    <a:pt x="2753657" y="1342599"/>
                  </a:lnTo>
                  <a:lnTo>
                    <a:pt x="2752375" y="1342599"/>
                  </a:lnTo>
                  <a:lnTo>
                    <a:pt x="2751093" y="1342599"/>
                  </a:lnTo>
                  <a:lnTo>
                    <a:pt x="2749811" y="1342599"/>
                  </a:lnTo>
                  <a:lnTo>
                    <a:pt x="2748530" y="1342599"/>
                  </a:lnTo>
                  <a:lnTo>
                    <a:pt x="2747248" y="1342599"/>
                  </a:lnTo>
                  <a:lnTo>
                    <a:pt x="2745966" y="1342599"/>
                  </a:lnTo>
                  <a:lnTo>
                    <a:pt x="2744684" y="1342599"/>
                  </a:lnTo>
                  <a:lnTo>
                    <a:pt x="2743402" y="1342599"/>
                  </a:lnTo>
                  <a:lnTo>
                    <a:pt x="2742120" y="1342599"/>
                  </a:lnTo>
                  <a:lnTo>
                    <a:pt x="2740838" y="1342599"/>
                  </a:lnTo>
                  <a:lnTo>
                    <a:pt x="2739557" y="1342599"/>
                  </a:lnTo>
                  <a:lnTo>
                    <a:pt x="2738275" y="1342599"/>
                  </a:lnTo>
                  <a:lnTo>
                    <a:pt x="2736993" y="1342599"/>
                  </a:lnTo>
                  <a:lnTo>
                    <a:pt x="2735711" y="1342599"/>
                  </a:lnTo>
                  <a:lnTo>
                    <a:pt x="2734429" y="1342599"/>
                  </a:lnTo>
                  <a:lnTo>
                    <a:pt x="2733147" y="1342599"/>
                  </a:lnTo>
                  <a:lnTo>
                    <a:pt x="2731866" y="1342599"/>
                  </a:lnTo>
                  <a:lnTo>
                    <a:pt x="2730584" y="1342599"/>
                  </a:lnTo>
                  <a:lnTo>
                    <a:pt x="2729302" y="1342599"/>
                  </a:lnTo>
                  <a:lnTo>
                    <a:pt x="2728020" y="1342599"/>
                  </a:lnTo>
                  <a:lnTo>
                    <a:pt x="2726738" y="1342599"/>
                  </a:lnTo>
                  <a:lnTo>
                    <a:pt x="2725456" y="1342599"/>
                  </a:lnTo>
                  <a:lnTo>
                    <a:pt x="2724174" y="1342599"/>
                  </a:lnTo>
                  <a:lnTo>
                    <a:pt x="2722893" y="1342599"/>
                  </a:lnTo>
                  <a:lnTo>
                    <a:pt x="2721611" y="1342599"/>
                  </a:lnTo>
                  <a:lnTo>
                    <a:pt x="2720329" y="1342599"/>
                  </a:lnTo>
                  <a:lnTo>
                    <a:pt x="2719047" y="1342599"/>
                  </a:lnTo>
                  <a:lnTo>
                    <a:pt x="2717765" y="1342599"/>
                  </a:lnTo>
                  <a:lnTo>
                    <a:pt x="2716483" y="1342599"/>
                  </a:lnTo>
                  <a:lnTo>
                    <a:pt x="2715202" y="1342599"/>
                  </a:lnTo>
                  <a:lnTo>
                    <a:pt x="2713920" y="1342599"/>
                  </a:lnTo>
                  <a:lnTo>
                    <a:pt x="2712638" y="1342599"/>
                  </a:lnTo>
                  <a:lnTo>
                    <a:pt x="2711356" y="1342599"/>
                  </a:lnTo>
                  <a:lnTo>
                    <a:pt x="2710074" y="1342599"/>
                  </a:lnTo>
                  <a:lnTo>
                    <a:pt x="2708792" y="1342599"/>
                  </a:lnTo>
                  <a:lnTo>
                    <a:pt x="2707511" y="1342599"/>
                  </a:lnTo>
                  <a:lnTo>
                    <a:pt x="2706229" y="1342599"/>
                  </a:lnTo>
                  <a:lnTo>
                    <a:pt x="2704947" y="1342599"/>
                  </a:lnTo>
                  <a:lnTo>
                    <a:pt x="2703665" y="1342599"/>
                  </a:lnTo>
                  <a:lnTo>
                    <a:pt x="2702383" y="1342599"/>
                  </a:lnTo>
                  <a:lnTo>
                    <a:pt x="2701101" y="1342599"/>
                  </a:lnTo>
                  <a:lnTo>
                    <a:pt x="2699819" y="1342599"/>
                  </a:lnTo>
                  <a:lnTo>
                    <a:pt x="2698538" y="1342599"/>
                  </a:lnTo>
                  <a:lnTo>
                    <a:pt x="2697256" y="1342599"/>
                  </a:lnTo>
                  <a:lnTo>
                    <a:pt x="2695974" y="1342599"/>
                  </a:lnTo>
                  <a:lnTo>
                    <a:pt x="2694692" y="1342599"/>
                  </a:lnTo>
                  <a:lnTo>
                    <a:pt x="2693410" y="1342599"/>
                  </a:lnTo>
                  <a:lnTo>
                    <a:pt x="2692128" y="1342599"/>
                  </a:lnTo>
                  <a:lnTo>
                    <a:pt x="2690847" y="1342599"/>
                  </a:lnTo>
                  <a:lnTo>
                    <a:pt x="2689565" y="1342599"/>
                  </a:lnTo>
                  <a:lnTo>
                    <a:pt x="2688283" y="1342599"/>
                  </a:lnTo>
                  <a:lnTo>
                    <a:pt x="2687001" y="1342599"/>
                  </a:lnTo>
                  <a:lnTo>
                    <a:pt x="2685719" y="1342599"/>
                  </a:lnTo>
                  <a:lnTo>
                    <a:pt x="2684437" y="1342599"/>
                  </a:lnTo>
                  <a:lnTo>
                    <a:pt x="2683155" y="1342599"/>
                  </a:lnTo>
                  <a:lnTo>
                    <a:pt x="2681874" y="1342599"/>
                  </a:lnTo>
                  <a:lnTo>
                    <a:pt x="2680592" y="1342599"/>
                  </a:lnTo>
                  <a:lnTo>
                    <a:pt x="2679310" y="1342599"/>
                  </a:lnTo>
                  <a:lnTo>
                    <a:pt x="2678028" y="1342599"/>
                  </a:lnTo>
                  <a:lnTo>
                    <a:pt x="2676746" y="1342599"/>
                  </a:lnTo>
                  <a:lnTo>
                    <a:pt x="2675464" y="1342599"/>
                  </a:lnTo>
                  <a:lnTo>
                    <a:pt x="2674183" y="1342599"/>
                  </a:lnTo>
                  <a:lnTo>
                    <a:pt x="2672901" y="1342599"/>
                  </a:lnTo>
                  <a:lnTo>
                    <a:pt x="2671619" y="1342599"/>
                  </a:lnTo>
                  <a:lnTo>
                    <a:pt x="2670337" y="1342599"/>
                  </a:lnTo>
                  <a:lnTo>
                    <a:pt x="2669055" y="1342599"/>
                  </a:lnTo>
                  <a:lnTo>
                    <a:pt x="2667773" y="1342599"/>
                  </a:lnTo>
                  <a:lnTo>
                    <a:pt x="2666492" y="1342599"/>
                  </a:lnTo>
                  <a:lnTo>
                    <a:pt x="2665210" y="1342599"/>
                  </a:lnTo>
                  <a:lnTo>
                    <a:pt x="2663928" y="1342599"/>
                  </a:lnTo>
                  <a:lnTo>
                    <a:pt x="2662646" y="1342599"/>
                  </a:lnTo>
                  <a:lnTo>
                    <a:pt x="2661364" y="1342599"/>
                  </a:lnTo>
                  <a:lnTo>
                    <a:pt x="2660082" y="1342599"/>
                  </a:lnTo>
                  <a:lnTo>
                    <a:pt x="2658800" y="1342599"/>
                  </a:lnTo>
                  <a:lnTo>
                    <a:pt x="2657519" y="1342599"/>
                  </a:lnTo>
                  <a:lnTo>
                    <a:pt x="2656237" y="1342599"/>
                  </a:lnTo>
                  <a:lnTo>
                    <a:pt x="2654955" y="1342599"/>
                  </a:lnTo>
                  <a:lnTo>
                    <a:pt x="2653673" y="1342599"/>
                  </a:lnTo>
                  <a:lnTo>
                    <a:pt x="2652391" y="1342599"/>
                  </a:lnTo>
                  <a:lnTo>
                    <a:pt x="2651109" y="1342599"/>
                  </a:lnTo>
                  <a:lnTo>
                    <a:pt x="2649828" y="1342599"/>
                  </a:lnTo>
                  <a:lnTo>
                    <a:pt x="2648546" y="1342599"/>
                  </a:lnTo>
                  <a:lnTo>
                    <a:pt x="2647264" y="1342599"/>
                  </a:lnTo>
                  <a:lnTo>
                    <a:pt x="2645982" y="1342599"/>
                  </a:lnTo>
                  <a:lnTo>
                    <a:pt x="2644700" y="1342599"/>
                  </a:lnTo>
                  <a:lnTo>
                    <a:pt x="2643418" y="1342599"/>
                  </a:lnTo>
                  <a:lnTo>
                    <a:pt x="2642136" y="1342599"/>
                  </a:lnTo>
                  <a:lnTo>
                    <a:pt x="2640855" y="1342599"/>
                  </a:lnTo>
                  <a:lnTo>
                    <a:pt x="2639573" y="1342599"/>
                  </a:lnTo>
                  <a:lnTo>
                    <a:pt x="2638291" y="1342599"/>
                  </a:lnTo>
                  <a:lnTo>
                    <a:pt x="2637009" y="1342599"/>
                  </a:lnTo>
                  <a:lnTo>
                    <a:pt x="2635727" y="1342599"/>
                  </a:lnTo>
                  <a:lnTo>
                    <a:pt x="2634445" y="1342599"/>
                  </a:lnTo>
                  <a:lnTo>
                    <a:pt x="2633164" y="1342599"/>
                  </a:lnTo>
                  <a:lnTo>
                    <a:pt x="2631882" y="1342599"/>
                  </a:lnTo>
                  <a:lnTo>
                    <a:pt x="2630600" y="1342599"/>
                  </a:lnTo>
                  <a:lnTo>
                    <a:pt x="2629318" y="1342599"/>
                  </a:lnTo>
                  <a:lnTo>
                    <a:pt x="2628036" y="1342599"/>
                  </a:lnTo>
                  <a:lnTo>
                    <a:pt x="2626754" y="1342599"/>
                  </a:lnTo>
                  <a:lnTo>
                    <a:pt x="2625473" y="1342599"/>
                  </a:lnTo>
                  <a:lnTo>
                    <a:pt x="2624191" y="1342599"/>
                  </a:lnTo>
                  <a:lnTo>
                    <a:pt x="2622909" y="1342599"/>
                  </a:lnTo>
                  <a:lnTo>
                    <a:pt x="2621627" y="1342599"/>
                  </a:lnTo>
                  <a:lnTo>
                    <a:pt x="2620345" y="1342599"/>
                  </a:lnTo>
                  <a:lnTo>
                    <a:pt x="2619063" y="1342599"/>
                  </a:lnTo>
                  <a:lnTo>
                    <a:pt x="2617781" y="1342599"/>
                  </a:lnTo>
                  <a:lnTo>
                    <a:pt x="2616500" y="1342599"/>
                  </a:lnTo>
                  <a:lnTo>
                    <a:pt x="2615218" y="1342599"/>
                  </a:lnTo>
                  <a:lnTo>
                    <a:pt x="2613936" y="1342599"/>
                  </a:lnTo>
                  <a:lnTo>
                    <a:pt x="2612654" y="1342599"/>
                  </a:lnTo>
                  <a:lnTo>
                    <a:pt x="2611372" y="1342599"/>
                  </a:lnTo>
                  <a:lnTo>
                    <a:pt x="2610090" y="1342599"/>
                  </a:lnTo>
                  <a:lnTo>
                    <a:pt x="2608809" y="1342599"/>
                  </a:lnTo>
                  <a:lnTo>
                    <a:pt x="2607527" y="1342599"/>
                  </a:lnTo>
                  <a:lnTo>
                    <a:pt x="2606245" y="1342599"/>
                  </a:lnTo>
                  <a:lnTo>
                    <a:pt x="2604963" y="1342599"/>
                  </a:lnTo>
                  <a:lnTo>
                    <a:pt x="2603681" y="1342599"/>
                  </a:lnTo>
                  <a:lnTo>
                    <a:pt x="2602399" y="1342599"/>
                  </a:lnTo>
                  <a:lnTo>
                    <a:pt x="2601117" y="1342599"/>
                  </a:lnTo>
                  <a:lnTo>
                    <a:pt x="2599836" y="1342599"/>
                  </a:lnTo>
                  <a:lnTo>
                    <a:pt x="2598554" y="1342599"/>
                  </a:lnTo>
                  <a:lnTo>
                    <a:pt x="2597272" y="1342599"/>
                  </a:lnTo>
                  <a:lnTo>
                    <a:pt x="2595990" y="1342599"/>
                  </a:lnTo>
                  <a:lnTo>
                    <a:pt x="2594708" y="1342599"/>
                  </a:lnTo>
                  <a:lnTo>
                    <a:pt x="2593426" y="1342599"/>
                  </a:lnTo>
                  <a:lnTo>
                    <a:pt x="2592145" y="1342599"/>
                  </a:lnTo>
                  <a:lnTo>
                    <a:pt x="2590863" y="1342599"/>
                  </a:lnTo>
                  <a:lnTo>
                    <a:pt x="2589581" y="1342599"/>
                  </a:lnTo>
                  <a:lnTo>
                    <a:pt x="2588299" y="1342599"/>
                  </a:lnTo>
                  <a:lnTo>
                    <a:pt x="2587017" y="1342599"/>
                  </a:lnTo>
                  <a:lnTo>
                    <a:pt x="2585735" y="1342599"/>
                  </a:lnTo>
                  <a:lnTo>
                    <a:pt x="2584453" y="1342599"/>
                  </a:lnTo>
                  <a:lnTo>
                    <a:pt x="2583172" y="1342599"/>
                  </a:lnTo>
                  <a:lnTo>
                    <a:pt x="2581890" y="1342599"/>
                  </a:lnTo>
                  <a:lnTo>
                    <a:pt x="2580608" y="1342599"/>
                  </a:lnTo>
                  <a:lnTo>
                    <a:pt x="2579326" y="1342599"/>
                  </a:lnTo>
                  <a:lnTo>
                    <a:pt x="2578044" y="1342599"/>
                  </a:lnTo>
                  <a:lnTo>
                    <a:pt x="2576762" y="1342599"/>
                  </a:lnTo>
                  <a:lnTo>
                    <a:pt x="2575481" y="1342599"/>
                  </a:lnTo>
                  <a:lnTo>
                    <a:pt x="2574199" y="1342599"/>
                  </a:lnTo>
                  <a:lnTo>
                    <a:pt x="2572917" y="1342599"/>
                  </a:lnTo>
                  <a:lnTo>
                    <a:pt x="2571635" y="1342599"/>
                  </a:lnTo>
                  <a:lnTo>
                    <a:pt x="2570353" y="1342599"/>
                  </a:lnTo>
                  <a:lnTo>
                    <a:pt x="2569071" y="1342599"/>
                  </a:lnTo>
                  <a:lnTo>
                    <a:pt x="2567790" y="1342599"/>
                  </a:lnTo>
                  <a:lnTo>
                    <a:pt x="2566508" y="1342599"/>
                  </a:lnTo>
                  <a:lnTo>
                    <a:pt x="2565226" y="1342599"/>
                  </a:lnTo>
                  <a:lnTo>
                    <a:pt x="2563944" y="1342599"/>
                  </a:lnTo>
                  <a:lnTo>
                    <a:pt x="2562662" y="1342599"/>
                  </a:lnTo>
                  <a:lnTo>
                    <a:pt x="2561380" y="1342599"/>
                  </a:lnTo>
                  <a:lnTo>
                    <a:pt x="2560098" y="1342599"/>
                  </a:lnTo>
                  <a:lnTo>
                    <a:pt x="2558817" y="1342599"/>
                  </a:lnTo>
                  <a:lnTo>
                    <a:pt x="2557535" y="1342599"/>
                  </a:lnTo>
                  <a:lnTo>
                    <a:pt x="2556253" y="1342599"/>
                  </a:lnTo>
                  <a:lnTo>
                    <a:pt x="2554971" y="1342599"/>
                  </a:lnTo>
                  <a:lnTo>
                    <a:pt x="2553689" y="1342599"/>
                  </a:lnTo>
                  <a:lnTo>
                    <a:pt x="2552407" y="1342599"/>
                  </a:lnTo>
                  <a:lnTo>
                    <a:pt x="2551126" y="1342599"/>
                  </a:lnTo>
                  <a:lnTo>
                    <a:pt x="2549844" y="1342599"/>
                  </a:lnTo>
                  <a:lnTo>
                    <a:pt x="2548562" y="1342599"/>
                  </a:lnTo>
                  <a:lnTo>
                    <a:pt x="2547280" y="1342599"/>
                  </a:lnTo>
                  <a:lnTo>
                    <a:pt x="2545998" y="1342599"/>
                  </a:lnTo>
                  <a:lnTo>
                    <a:pt x="2544716" y="1342599"/>
                  </a:lnTo>
                  <a:lnTo>
                    <a:pt x="2543434" y="1342599"/>
                  </a:lnTo>
                  <a:lnTo>
                    <a:pt x="2542153" y="1342599"/>
                  </a:lnTo>
                  <a:lnTo>
                    <a:pt x="2540871" y="1342599"/>
                  </a:lnTo>
                  <a:lnTo>
                    <a:pt x="2539589" y="1342599"/>
                  </a:lnTo>
                  <a:lnTo>
                    <a:pt x="2538307" y="1342599"/>
                  </a:lnTo>
                  <a:lnTo>
                    <a:pt x="2537025" y="1342599"/>
                  </a:lnTo>
                  <a:lnTo>
                    <a:pt x="2535743" y="1342599"/>
                  </a:lnTo>
                  <a:lnTo>
                    <a:pt x="2534462" y="1342599"/>
                  </a:lnTo>
                  <a:lnTo>
                    <a:pt x="2533180" y="1342599"/>
                  </a:lnTo>
                  <a:lnTo>
                    <a:pt x="2531898" y="1342599"/>
                  </a:lnTo>
                  <a:lnTo>
                    <a:pt x="2530616" y="1342599"/>
                  </a:lnTo>
                  <a:lnTo>
                    <a:pt x="2529334" y="1342599"/>
                  </a:lnTo>
                  <a:lnTo>
                    <a:pt x="2528052" y="1342599"/>
                  </a:lnTo>
                  <a:lnTo>
                    <a:pt x="2526771" y="1342599"/>
                  </a:lnTo>
                  <a:lnTo>
                    <a:pt x="2525489" y="1342599"/>
                  </a:lnTo>
                  <a:lnTo>
                    <a:pt x="2524207" y="1342599"/>
                  </a:lnTo>
                  <a:lnTo>
                    <a:pt x="2522925" y="1342599"/>
                  </a:lnTo>
                  <a:lnTo>
                    <a:pt x="2521643" y="1342599"/>
                  </a:lnTo>
                  <a:lnTo>
                    <a:pt x="2520361" y="1342599"/>
                  </a:lnTo>
                  <a:lnTo>
                    <a:pt x="2519079" y="1342599"/>
                  </a:lnTo>
                  <a:lnTo>
                    <a:pt x="2517798" y="1342599"/>
                  </a:lnTo>
                  <a:lnTo>
                    <a:pt x="2516516" y="1342599"/>
                  </a:lnTo>
                  <a:lnTo>
                    <a:pt x="2515234" y="1342599"/>
                  </a:lnTo>
                  <a:lnTo>
                    <a:pt x="2513952" y="1342599"/>
                  </a:lnTo>
                  <a:lnTo>
                    <a:pt x="2512670" y="1342599"/>
                  </a:lnTo>
                  <a:lnTo>
                    <a:pt x="2511388" y="1342599"/>
                  </a:lnTo>
                  <a:lnTo>
                    <a:pt x="2510107" y="1342599"/>
                  </a:lnTo>
                  <a:lnTo>
                    <a:pt x="2508825" y="1342599"/>
                  </a:lnTo>
                  <a:lnTo>
                    <a:pt x="2507543" y="1342599"/>
                  </a:lnTo>
                  <a:lnTo>
                    <a:pt x="2506261" y="1342599"/>
                  </a:lnTo>
                  <a:lnTo>
                    <a:pt x="2504979" y="1342599"/>
                  </a:lnTo>
                  <a:lnTo>
                    <a:pt x="2503697" y="1342599"/>
                  </a:lnTo>
                  <a:lnTo>
                    <a:pt x="2502415" y="1342599"/>
                  </a:lnTo>
                  <a:lnTo>
                    <a:pt x="2501134" y="1342599"/>
                  </a:lnTo>
                  <a:lnTo>
                    <a:pt x="2499852" y="1342599"/>
                  </a:lnTo>
                  <a:lnTo>
                    <a:pt x="2498570" y="1342599"/>
                  </a:lnTo>
                  <a:lnTo>
                    <a:pt x="2497288" y="1342599"/>
                  </a:lnTo>
                  <a:lnTo>
                    <a:pt x="2496006" y="1342599"/>
                  </a:lnTo>
                  <a:lnTo>
                    <a:pt x="2494724" y="1342599"/>
                  </a:lnTo>
                  <a:lnTo>
                    <a:pt x="2493443" y="1342599"/>
                  </a:lnTo>
                  <a:lnTo>
                    <a:pt x="2492161" y="1342599"/>
                  </a:lnTo>
                  <a:lnTo>
                    <a:pt x="2490879" y="1342599"/>
                  </a:lnTo>
                  <a:lnTo>
                    <a:pt x="2489597" y="1342599"/>
                  </a:lnTo>
                  <a:lnTo>
                    <a:pt x="2488315" y="1342599"/>
                  </a:lnTo>
                  <a:lnTo>
                    <a:pt x="2487033" y="1342599"/>
                  </a:lnTo>
                  <a:lnTo>
                    <a:pt x="2485752" y="1342599"/>
                  </a:lnTo>
                  <a:lnTo>
                    <a:pt x="2484470" y="1342599"/>
                  </a:lnTo>
                  <a:lnTo>
                    <a:pt x="2483188" y="1342599"/>
                  </a:lnTo>
                  <a:lnTo>
                    <a:pt x="2481906" y="1342599"/>
                  </a:lnTo>
                  <a:lnTo>
                    <a:pt x="2480624" y="1342599"/>
                  </a:lnTo>
                  <a:lnTo>
                    <a:pt x="2479342" y="1342599"/>
                  </a:lnTo>
                  <a:lnTo>
                    <a:pt x="2478060" y="1342599"/>
                  </a:lnTo>
                  <a:lnTo>
                    <a:pt x="2476779" y="1342599"/>
                  </a:lnTo>
                  <a:lnTo>
                    <a:pt x="2475497" y="1342599"/>
                  </a:lnTo>
                  <a:lnTo>
                    <a:pt x="2474215" y="1342599"/>
                  </a:lnTo>
                  <a:lnTo>
                    <a:pt x="2472933" y="1342599"/>
                  </a:lnTo>
                  <a:lnTo>
                    <a:pt x="2471651" y="1342599"/>
                  </a:lnTo>
                  <a:lnTo>
                    <a:pt x="2470369" y="1342599"/>
                  </a:lnTo>
                  <a:lnTo>
                    <a:pt x="2469088" y="1342599"/>
                  </a:lnTo>
                  <a:lnTo>
                    <a:pt x="2467806" y="1342599"/>
                  </a:lnTo>
                  <a:lnTo>
                    <a:pt x="2466524" y="1342599"/>
                  </a:lnTo>
                  <a:lnTo>
                    <a:pt x="2465242" y="1342599"/>
                  </a:lnTo>
                  <a:lnTo>
                    <a:pt x="2463960" y="1342599"/>
                  </a:lnTo>
                  <a:lnTo>
                    <a:pt x="2462678" y="1342599"/>
                  </a:lnTo>
                  <a:lnTo>
                    <a:pt x="2461396" y="1342599"/>
                  </a:lnTo>
                  <a:lnTo>
                    <a:pt x="2460115" y="1342599"/>
                  </a:lnTo>
                  <a:lnTo>
                    <a:pt x="2458833" y="1342599"/>
                  </a:lnTo>
                  <a:lnTo>
                    <a:pt x="2457551" y="1342599"/>
                  </a:lnTo>
                  <a:lnTo>
                    <a:pt x="2456269" y="1342599"/>
                  </a:lnTo>
                  <a:lnTo>
                    <a:pt x="2454987" y="1342599"/>
                  </a:lnTo>
                  <a:lnTo>
                    <a:pt x="2453705" y="1342599"/>
                  </a:lnTo>
                  <a:lnTo>
                    <a:pt x="2452424" y="1342599"/>
                  </a:lnTo>
                  <a:lnTo>
                    <a:pt x="2451142" y="1342599"/>
                  </a:lnTo>
                  <a:lnTo>
                    <a:pt x="2449860" y="1342599"/>
                  </a:lnTo>
                  <a:lnTo>
                    <a:pt x="2448578" y="1342599"/>
                  </a:lnTo>
                  <a:lnTo>
                    <a:pt x="2447296" y="1342599"/>
                  </a:lnTo>
                  <a:lnTo>
                    <a:pt x="2446014" y="1342599"/>
                  </a:lnTo>
                  <a:lnTo>
                    <a:pt x="2444732" y="1342599"/>
                  </a:lnTo>
                  <a:lnTo>
                    <a:pt x="2443451" y="1342599"/>
                  </a:lnTo>
                  <a:lnTo>
                    <a:pt x="2442169" y="1342599"/>
                  </a:lnTo>
                  <a:lnTo>
                    <a:pt x="2440887" y="1342599"/>
                  </a:lnTo>
                  <a:lnTo>
                    <a:pt x="2439605" y="1342599"/>
                  </a:lnTo>
                  <a:lnTo>
                    <a:pt x="2438323" y="1342599"/>
                  </a:lnTo>
                  <a:lnTo>
                    <a:pt x="2437041" y="1342599"/>
                  </a:lnTo>
                  <a:lnTo>
                    <a:pt x="2435760" y="1342599"/>
                  </a:lnTo>
                  <a:lnTo>
                    <a:pt x="2434478" y="1342599"/>
                  </a:lnTo>
                  <a:lnTo>
                    <a:pt x="2433196" y="1342599"/>
                  </a:lnTo>
                  <a:lnTo>
                    <a:pt x="2431914" y="1342599"/>
                  </a:lnTo>
                  <a:lnTo>
                    <a:pt x="2430632" y="1342599"/>
                  </a:lnTo>
                  <a:lnTo>
                    <a:pt x="2429350" y="1342599"/>
                  </a:lnTo>
                  <a:lnTo>
                    <a:pt x="2428069" y="1342599"/>
                  </a:lnTo>
                  <a:lnTo>
                    <a:pt x="2426787" y="1342599"/>
                  </a:lnTo>
                  <a:lnTo>
                    <a:pt x="2425505" y="1342599"/>
                  </a:lnTo>
                  <a:lnTo>
                    <a:pt x="2424223" y="1342599"/>
                  </a:lnTo>
                  <a:lnTo>
                    <a:pt x="2422941" y="1342599"/>
                  </a:lnTo>
                  <a:lnTo>
                    <a:pt x="2421659" y="1342599"/>
                  </a:lnTo>
                  <a:lnTo>
                    <a:pt x="2420377" y="1342599"/>
                  </a:lnTo>
                  <a:lnTo>
                    <a:pt x="2419096" y="1342599"/>
                  </a:lnTo>
                  <a:lnTo>
                    <a:pt x="2417814" y="1342599"/>
                  </a:lnTo>
                  <a:lnTo>
                    <a:pt x="2416532" y="1342599"/>
                  </a:lnTo>
                  <a:lnTo>
                    <a:pt x="2415250" y="1342599"/>
                  </a:lnTo>
                  <a:lnTo>
                    <a:pt x="2413968" y="1342599"/>
                  </a:lnTo>
                  <a:lnTo>
                    <a:pt x="2412686" y="1342599"/>
                  </a:lnTo>
                  <a:lnTo>
                    <a:pt x="2411405" y="1342599"/>
                  </a:lnTo>
                  <a:lnTo>
                    <a:pt x="2410123" y="1342599"/>
                  </a:lnTo>
                  <a:lnTo>
                    <a:pt x="2408841" y="1342599"/>
                  </a:lnTo>
                  <a:lnTo>
                    <a:pt x="2407559" y="1342599"/>
                  </a:lnTo>
                  <a:lnTo>
                    <a:pt x="2406277" y="1342599"/>
                  </a:lnTo>
                  <a:lnTo>
                    <a:pt x="2404995" y="1342599"/>
                  </a:lnTo>
                  <a:lnTo>
                    <a:pt x="2403713" y="1342599"/>
                  </a:lnTo>
                  <a:lnTo>
                    <a:pt x="2402432" y="1342599"/>
                  </a:lnTo>
                  <a:lnTo>
                    <a:pt x="2401150" y="1342599"/>
                  </a:lnTo>
                  <a:lnTo>
                    <a:pt x="2399868" y="1342599"/>
                  </a:lnTo>
                  <a:lnTo>
                    <a:pt x="2398586" y="1342599"/>
                  </a:lnTo>
                  <a:lnTo>
                    <a:pt x="2397304" y="1342599"/>
                  </a:lnTo>
                  <a:lnTo>
                    <a:pt x="2396022" y="1342599"/>
                  </a:lnTo>
                  <a:lnTo>
                    <a:pt x="2394741" y="1342599"/>
                  </a:lnTo>
                  <a:lnTo>
                    <a:pt x="2393459" y="1342599"/>
                  </a:lnTo>
                  <a:lnTo>
                    <a:pt x="2392177" y="1342599"/>
                  </a:lnTo>
                  <a:lnTo>
                    <a:pt x="2390895" y="1342599"/>
                  </a:lnTo>
                  <a:lnTo>
                    <a:pt x="2389613" y="1342599"/>
                  </a:lnTo>
                  <a:lnTo>
                    <a:pt x="2388331" y="1342599"/>
                  </a:lnTo>
                  <a:lnTo>
                    <a:pt x="2387050" y="1342599"/>
                  </a:lnTo>
                  <a:lnTo>
                    <a:pt x="2385768" y="1342599"/>
                  </a:lnTo>
                  <a:lnTo>
                    <a:pt x="2384486" y="1342599"/>
                  </a:lnTo>
                  <a:lnTo>
                    <a:pt x="2383204" y="1342599"/>
                  </a:lnTo>
                  <a:lnTo>
                    <a:pt x="2381922" y="1342599"/>
                  </a:lnTo>
                  <a:lnTo>
                    <a:pt x="2380640" y="1342599"/>
                  </a:lnTo>
                  <a:lnTo>
                    <a:pt x="2379358" y="1342599"/>
                  </a:lnTo>
                  <a:lnTo>
                    <a:pt x="2378077" y="1342599"/>
                  </a:lnTo>
                  <a:lnTo>
                    <a:pt x="2376795" y="1342599"/>
                  </a:lnTo>
                  <a:lnTo>
                    <a:pt x="2375513" y="1342599"/>
                  </a:lnTo>
                  <a:lnTo>
                    <a:pt x="2374231" y="1342599"/>
                  </a:lnTo>
                  <a:lnTo>
                    <a:pt x="2372949" y="1342599"/>
                  </a:lnTo>
                  <a:lnTo>
                    <a:pt x="2371667" y="1342599"/>
                  </a:lnTo>
                  <a:lnTo>
                    <a:pt x="2370386" y="1342599"/>
                  </a:lnTo>
                  <a:lnTo>
                    <a:pt x="2369104" y="1342599"/>
                  </a:lnTo>
                  <a:lnTo>
                    <a:pt x="2367822" y="1342599"/>
                  </a:lnTo>
                  <a:lnTo>
                    <a:pt x="2366540" y="1342599"/>
                  </a:lnTo>
                  <a:lnTo>
                    <a:pt x="2365258" y="1342599"/>
                  </a:lnTo>
                  <a:lnTo>
                    <a:pt x="2363976" y="1342599"/>
                  </a:lnTo>
                  <a:lnTo>
                    <a:pt x="2362694" y="1342599"/>
                  </a:lnTo>
                  <a:lnTo>
                    <a:pt x="2361413" y="1342599"/>
                  </a:lnTo>
                  <a:lnTo>
                    <a:pt x="2360131" y="1342599"/>
                  </a:lnTo>
                  <a:lnTo>
                    <a:pt x="2358849" y="1342599"/>
                  </a:lnTo>
                  <a:lnTo>
                    <a:pt x="2357567" y="1342599"/>
                  </a:lnTo>
                  <a:lnTo>
                    <a:pt x="2356285" y="1342599"/>
                  </a:lnTo>
                  <a:lnTo>
                    <a:pt x="2355003" y="1342599"/>
                  </a:lnTo>
                  <a:lnTo>
                    <a:pt x="2353722" y="1342599"/>
                  </a:lnTo>
                  <a:lnTo>
                    <a:pt x="2352440" y="1342599"/>
                  </a:lnTo>
                  <a:lnTo>
                    <a:pt x="2351158" y="1342599"/>
                  </a:lnTo>
                  <a:lnTo>
                    <a:pt x="2349876" y="1342599"/>
                  </a:lnTo>
                  <a:lnTo>
                    <a:pt x="2348594" y="1342599"/>
                  </a:lnTo>
                  <a:lnTo>
                    <a:pt x="2347312" y="1342599"/>
                  </a:lnTo>
                  <a:lnTo>
                    <a:pt x="2346031" y="1342599"/>
                  </a:lnTo>
                  <a:lnTo>
                    <a:pt x="2344749" y="1342599"/>
                  </a:lnTo>
                  <a:lnTo>
                    <a:pt x="2343467" y="1342599"/>
                  </a:lnTo>
                  <a:lnTo>
                    <a:pt x="2342185" y="1342599"/>
                  </a:lnTo>
                  <a:lnTo>
                    <a:pt x="2340903" y="1342599"/>
                  </a:lnTo>
                  <a:lnTo>
                    <a:pt x="2339621" y="1342599"/>
                  </a:lnTo>
                  <a:lnTo>
                    <a:pt x="2338339" y="1342599"/>
                  </a:lnTo>
                  <a:lnTo>
                    <a:pt x="2337058" y="1342599"/>
                  </a:lnTo>
                  <a:lnTo>
                    <a:pt x="2335776" y="1342599"/>
                  </a:lnTo>
                  <a:lnTo>
                    <a:pt x="2334494" y="1342599"/>
                  </a:lnTo>
                  <a:lnTo>
                    <a:pt x="2333212" y="1342599"/>
                  </a:lnTo>
                  <a:lnTo>
                    <a:pt x="2331930" y="1342599"/>
                  </a:lnTo>
                  <a:lnTo>
                    <a:pt x="2330648" y="1342599"/>
                  </a:lnTo>
                  <a:lnTo>
                    <a:pt x="2329367" y="1342599"/>
                  </a:lnTo>
                  <a:lnTo>
                    <a:pt x="2328085" y="1342599"/>
                  </a:lnTo>
                  <a:lnTo>
                    <a:pt x="2326803" y="1342599"/>
                  </a:lnTo>
                  <a:lnTo>
                    <a:pt x="2325521" y="1342599"/>
                  </a:lnTo>
                  <a:lnTo>
                    <a:pt x="2324239" y="1342599"/>
                  </a:lnTo>
                  <a:lnTo>
                    <a:pt x="2322957" y="1342599"/>
                  </a:lnTo>
                  <a:lnTo>
                    <a:pt x="2321675" y="1342599"/>
                  </a:lnTo>
                  <a:lnTo>
                    <a:pt x="2320394" y="1342599"/>
                  </a:lnTo>
                  <a:lnTo>
                    <a:pt x="2319112" y="1342599"/>
                  </a:lnTo>
                  <a:lnTo>
                    <a:pt x="2317830" y="1342599"/>
                  </a:lnTo>
                  <a:lnTo>
                    <a:pt x="2316548" y="1342599"/>
                  </a:lnTo>
                  <a:lnTo>
                    <a:pt x="2315266" y="1342599"/>
                  </a:lnTo>
                  <a:lnTo>
                    <a:pt x="2313984" y="1342599"/>
                  </a:lnTo>
                  <a:lnTo>
                    <a:pt x="2312703" y="1342599"/>
                  </a:lnTo>
                  <a:lnTo>
                    <a:pt x="2311421" y="1342599"/>
                  </a:lnTo>
                  <a:lnTo>
                    <a:pt x="2310139" y="1342599"/>
                  </a:lnTo>
                  <a:lnTo>
                    <a:pt x="2308857" y="1342599"/>
                  </a:lnTo>
                  <a:lnTo>
                    <a:pt x="2307575" y="1342599"/>
                  </a:lnTo>
                  <a:lnTo>
                    <a:pt x="2306293" y="1342599"/>
                  </a:lnTo>
                  <a:lnTo>
                    <a:pt x="2305011" y="1342599"/>
                  </a:lnTo>
                  <a:lnTo>
                    <a:pt x="2303730" y="1342599"/>
                  </a:lnTo>
                  <a:lnTo>
                    <a:pt x="2302448" y="1342599"/>
                  </a:lnTo>
                  <a:lnTo>
                    <a:pt x="2301166" y="1342599"/>
                  </a:lnTo>
                  <a:lnTo>
                    <a:pt x="2299884" y="1342599"/>
                  </a:lnTo>
                  <a:lnTo>
                    <a:pt x="2298602" y="1342599"/>
                  </a:lnTo>
                  <a:lnTo>
                    <a:pt x="2297320" y="1342599"/>
                  </a:lnTo>
                  <a:lnTo>
                    <a:pt x="2296039" y="1342599"/>
                  </a:lnTo>
                  <a:lnTo>
                    <a:pt x="2294757" y="1342599"/>
                  </a:lnTo>
                  <a:lnTo>
                    <a:pt x="2293475" y="1342599"/>
                  </a:lnTo>
                  <a:lnTo>
                    <a:pt x="2292193" y="1342599"/>
                  </a:lnTo>
                  <a:lnTo>
                    <a:pt x="2290911" y="1342599"/>
                  </a:lnTo>
                  <a:lnTo>
                    <a:pt x="2289629" y="1342599"/>
                  </a:lnTo>
                  <a:lnTo>
                    <a:pt x="2288348" y="1342599"/>
                  </a:lnTo>
                  <a:lnTo>
                    <a:pt x="2287066" y="1342599"/>
                  </a:lnTo>
                  <a:lnTo>
                    <a:pt x="2285784" y="1342599"/>
                  </a:lnTo>
                  <a:lnTo>
                    <a:pt x="2284502" y="1342599"/>
                  </a:lnTo>
                  <a:lnTo>
                    <a:pt x="2283220" y="1342599"/>
                  </a:lnTo>
                  <a:lnTo>
                    <a:pt x="2281938" y="1342599"/>
                  </a:lnTo>
                  <a:lnTo>
                    <a:pt x="2280656" y="1342599"/>
                  </a:lnTo>
                  <a:lnTo>
                    <a:pt x="2279375" y="1342599"/>
                  </a:lnTo>
                  <a:lnTo>
                    <a:pt x="2278093" y="1342599"/>
                  </a:lnTo>
                  <a:lnTo>
                    <a:pt x="2276811" y="1342599"/>
                  </a:lnTo>
                  <a:lnTo>
                    <a:pt x="2275529" y="1342599"/>
                  </a:lnTo>
                  <a:lnTo>
                    <a:pt x="2274247" y="1342599"/>
                  </a:lnTo>
                  <a:lnTo>
                    <a:pt x="2272965" y="1342599"/>
                  </a:lnTo>
                  <a:lnTo>
                    <a:pt x="2271684" y="1342599"/>
                  </a:lnTo>
                  <a:lnTo>
                    <a:pt x="2270402" y="1342599"/>
                  </a:lnTo>
                  <a:lnTo>
                    <a:pt x="2269120" y="1342599"/>
                  </a:lnTo>
                  <a:lnTo>
                    <a:pt x="2267838" y="1342599"/>
                  </a:lnTo>
                  <a:lnTo>
                    <a:pt x="2266556" y="1342599"/>
                  </a:lnTo>
                  <a:lnTo>
                    <a:pt x="2265274" y="1342599"/>
                  </a:lnTo>
                  <a:lnTo>
                    <a:pt x="2263992" y="1342599"/>
                  </a:lnTo>
                  <a:lnTo>
                    <a:pt x="2262711" y="1342599"/>
                  </a:lnTo>
                  <a:lnTo>
                    <a:pt x="2261429" y="1342599"/>
                  </a:lnTo>
                  <a:lnTo>
                    <a:pt x="2260147" y="1342599"/>
                  </a:lnTo>
                  <a:lnTo>
                    <a:pt x="2258865" y="1342599"/>
                  </a:lnTo>
                  <a:lnTo>
                    <a:pt x="2257583" y="1342599"/>
                  </a:lnTo>
                  <a:lnTo>
                    <a:pt x="2256301" y="1342599"/>
                  </a:lnTo>
                  <a:lnTo>
                    <a:pt x="2255020" y="1342599"/>
                  </a:lnTo>
                  <a:lnTo>
                    <a:pt x="2253738" y="1342599"/>
                  </a:lnTo>
                  <a:lnTo>
                    <a:pt x="2252456" y="1342599"/>
                  </a:lnTo>
                  <a:lnTo>
                    <a:pt x="2251174" y="1342599"/>
                  </a:lnTo>
                  <a:lnTo>
                    <a:pt x="2249892" y="1342599"/>
                  </a:lnTo>
                  <a:lnTo>
                    <a:pt x="2248610" y="1342599"/>
                  </a:lnTo>
                  <a:lnTo>
                    <a:pt x="2247329" y="1342599"/>
                  </a:lnTo>
                  <a:lnTo>
                    <a:pt x="2246047" y="1342599"/>
                  </a:lnTo>
                  <a:lnTo>
                    <a:pt x="2244765" y="1342599"/>
                  </a:lnTo>
                  <a:lnTo>
                    <a:pt x="2243483" y="1342599"/>
                  </a:lnTo>
                  <a:lnTo>
                    <a:pt x="2242201" y="1342599"/>
                  </a:lnTo>
                  <a:lnTo>
                    <a:pt x="2240919" y="1342599"/>
                  </a:lnTo>
                  <a:lnTo>
                    <a:pt x="2239637" y="1342599"/>
                  </a:lnTo>
                  <a:lnTo>
                    <a:pt x="2238356" y="1342599"/>
                  </a:lnTo>
                  <a:lnTo>
                    <a:pt x="2237074" y="1342599"/>
                  </a:lnTo>
                  <a:lnTo>
                    <a:pt x="2235792" y="1342599"/>
                  </a:lnTo>
                  <a:lnTo>
                    <a:pt x="2234510" y="1342599"/>
                  </a:lnTo>
                  <a:lnTo>
                    <a:pt x="2233228" y="1342599"/>
                  </a:lnTo>
                  <a:lnTo>
                    <a:pt x="2231946" y="1342599"/>
                  </a:lnTo>
                  <a:lnTo>
                    <a:pt x="2230665" y="1342599"/>
                  </a:lnTo>
                  <a:lnTo>
                    <a:pt x="2229383" y="1342599"/>
                  </a:lnTo>
                  <a:lnTo>
                    <a:pt x="2228101" y="1342599"/>
                  </a:lnTo>
                  <a:lnTo>
                    <a:pt x="2226819" y="1342599"/>
                  </a:lnTo>
                  <a:lnTo>
                    <a:pt x="2225537" y="1342599"/>
                  </a:lnTo>
                  <a:lnTo>
                    <a:pt x="2224255" y="1342599"/>
                  </a:lnTo>
                  <a:lnTo>
                    <a:pt x="2222973" y="1342599"/>
                  </a:lnTo>
                  <a:lnTo>
                    <a:pt x="2221692" y="1342599"/>
                  </a:lnTo>
                  <a:lnTo>
                    <a:pt x="2220410" y="1342599"/>
                  </a:lnTo>
                  <a:lnTo>
                    <a:pt x="2219128" y="1342599"/>
                  </a:lnTo>
                  <a:lnTo>
                    <a:pt x="2217846" y="1342599"/>
                  </a:lnTo>
                  <a:lnTo>
                    <a:pt x="2216564" y="1342599"/>
                  </a:lnTo>
                  <a:lnTo>
                    <a:pt x="2215282" y="1342599"/>
                  </a:lnTo>
                  <a:lnTo>
                    <a:pt x="2214001" y="1342599"/>
                  </a:lnTo>
                  <a:lnTo>
                    <a:pt x="2212719" y="1342599"/>
                  </a:lnTo>
                  <a:lnTo>
                    <a:pt x="2211437" y="1342599"/>
                  </a:lnTo>
                  <a:lnTo>
                    <a:pt x="2210155" y="1342599"/>
                  </a:lnTo>
                  <a:lnTo>
                    <a:pt x="2208873" y="1342599"/>
                  </a:lnTo>
                  <a:lnTo>
                    <a:pt x="2207591" y="1342599"/>
                  </a:lnTo>
                  <a:lnTo>
                    <a:pt x="2206309" y="1342599"/>
                  </a:lnTo>
                  <a:lnTo>
                    <a:pt x="2205028" y="1342599"/>
                  </a:lnTo>
                  <a:lnTo>
                    <a:pt x="2203746" y="1342599"/>
                  </a:lnTo>
                  <a:lnTo>
                    <a:pt x="2202464" y="1342599"/>
                  </a:lnTo>
                  <a:lnTo>
                    <a:pt x="2201182" y="1342599"/>
                  </a:lnTo>
                  <a:lnTo>
                    <a:pt x="2199900" y="1342599"/>
                  </a:lnTo>
                  <a:lnTo>
                    <a:pt x="2198618" y="1342599"/>
                  </a:lnTo>
                  <a:lnTo>
                    <a:pt x="2197337" y="1342599"/>
                  </a:lnTo>
                  <a:lnTo>
                    <a:pt x="2196055" y="1342599"/>
                  </a:lnTo>
                  <a:lnTo>
                    <a:pt x="2194773" y="1342599"/>
                  </a:lnTo>
                  <a:lnTo>
                    <a:pt x="2193491" y="1342599"/>
                  </a:lnTo>
                  <a:lnTo>
                    <a:pt x="2192209" y="1342599"/>
                  </a:lnTo>
                  <a:lnTo>
                    <a:pt x="2190927" y="1342599"/>
                  </a:lnTo>
                  <a:lnTo>
                    <a:pt x="2189646" y="1342599"/>
                  </a:lnTo>
                  <a:lnTo>
                    <a:pt x="2188364" y="1342599"/>
                  </a:lnTo>
                  <a:lnTo>
                    <a:pt x="2187082" y="1342599"/>
                  </a:lnTo>
                  <a:lnTo>
                    <a:pt x="2185800" y="1342599"/>
                  </a:lnTo>
                  <a:lnTo>
                    <a:pt x="2184518" y="1342599"/>
                  </a:lnTo>
                  <a:lnTo>
                    <a:pt x="2183236" y="1342599"/>
                  </a:lnTo>
                  <a:lnTo>
                    <a:pt x="2181954" y="1342599"/>
                  </a:lnTo>
                  <a:lnTo>
                    <a:pt x="2180673" y="1342599"/>
                  </a:lnTo>
                  <a:lnTo>
                    <a:pt x="2179391" y="1342599"/>
                  </a:lnTo>
                  <a:lnTo>
                    <a:pt x="2178109" y="1342599"/>
                  </a:lnTo>
                  <a:lnTo>
                    <a:pt x="2176827" y="1342599"/>
                  </a:lnTo>
                  <a:lnTo>
                    <a:pt x="2175545" y="1342599"/>
                  </a:lnTo>
                  <a:lnTo>
                    <a:pt x="2174263" y="1342599"/>
                  </a:lnTo>
                  <a:lnTo>
                    <a:pt x="2172982" y="1342599"/>
                  </a:lnTo>
                  <a:lnTo>
                    <a:pt x="2171700" y="1342599"/>
                  </a:lnTo>
                  <a:lnTo>
                    <a:pt x="2170418" y="1342599"/>
                  </a:lnTo>
                  <a:lnTo>
                    <a:pt x="2169136" y="1342599"/>
                  </a:lnTo>
                  <a:lnTo>
                    <a:pt x="2167854" y="1342599"/>
                  </a:lnTo>
                  <a:lnTo>
                    <a:pt x="2166572" y="1342599"/>
                  </a:lnTo>
                  <a:lnTo>
                    <a:pt x="2165290" y="1342599"/>
                  </a:lnTo>
                  <a:lnTo>
                    <a:pt x="2164009" y="1342599"/>
                  </a:lnTo>
                  <a:lnTo>
                    <a:pt x="2162727" y="1342599"/>
                  </a:lnTo>
                  <a:lnTo>
                    <a:pt x="2161445" y="1342599"/>
                  </a:lnTo>
                  <a:lnTo>
                    <a:pt x="2160163" y="1342599"/>
                  </a:lnTo>
                  <a:lnTo>
                    <a:pt x="2158881" y="1342599"/>
                  </a:lnTo>
                  <a:lnTo>
                    <a:pt x="2157599" y="1342599"/>
                  </a:lnTo>
                  <a:lnTo>
                    <a:pt x="2156318" y="1342599"/>
                  </a:lnTo>
                  <a:lnTo>
                    <a:pt x="2155036" y="1342599"/>
                  </a:lnTo>
                  <a:lnTo>
                    <a:pt x="2153754" y="1342599"/>
                  </a:lnTo>
                  <a:lnTo>
                    <a:pt x="2152472" y="1342599"/>
                  </a:lnTo>
                  <a:lnTo>
                    <a:pt x="2151190" y="1342599"/>
                  </a:lnTo>
                  <a:lnTo>
                    <a:pt x="2149908" y="1342599"/>
                  </a:lnTo>
                  <a:lnTo>
                    <a:pt x="2148627" y="1342599"/>
                  </a:lnTo>
                  <a:lnTo>
                    <a:pt x="2147345" y="1342599"/>
                  </a:lnTo>
                  <a:lnTo>
                    <a:pt x="2146063" y="1342599"/>
                  </a:lnTo>
                  <a:lnTo>
                    <a:pt x="2144781" y="1342599"/>
                  </a:lnTo>
                  <a:lnTo>
                    <a:pt x="2143499" y="1342599"/>
                  </a:lnTo>
                  <a:lnTo>
                    <a:pt x="2142217" y="1342599"/>
                  </a:lnTo>
                  <a:lnTo>
                    <a:pt x="2140935" y="1342599"/>
                  </a:lnTo>
                  <a:lnTo>
                    <a:pt x="2139654" y="1342599"/>
                  </a:lnTo>
                  <a:lnTo>
                    <a:pt x="2138372" y="1342599"/>
                  </a:lnTo>
                  <a:lnTo>
                    <a:pt x="2137090" y="1342599"/>
                  </a:lnTo>
                  <a:lnTo>
                    <a:pt x="2135808" y="1342599"/>
                  </a:lnTo>
                  <a:lnTo>
                    <a:pt x="2134526" y="1342599"/>
                  </a:lnTo>
                  <a:lnTo>
                    <a:pt x="2133244" y="1342599"/>
                  </a:lnTo>
                  <a:lnTo>
                    <a:pt x="2131963" y="1342599"/>
                  </a:lnTo>
                  <a:lnTo>
                    <a:pt x="2130681" y="1342599"/>
                  </a:lnTo>
                  <a:lnTo>
                    <a:pt x="2129399" y="1342599"/>
                  </a:lnTo>
                  <a:lnTo>
                    <a:pt x="2128117" y="1342599"/>
                  </a:lnTo>
                  <a:lnTo>
                    <a:pt x="2126835" y="1342599"/>
                  </a:lnTo>
                  <a:lnTo>
                    <a:pt x="2125553" y="1342599"/>
                  </a:lnTo>
                  <a:lnTo>
                    <a:pt x="2124271" y="1342599"/>
                  </a:lnTo>
                  <a:lnTo>
                    <a:pt x="2122990" y="1342599"/>
                  </a:lnTo>
                  <a:lnTo>
                    <a:pt x="2121708" y="1342599"/>
                  </a:lnTo>
                  <a:lnTo>
                    <a:pt x="2120426" y="1342599"/>
                  </a:lnTo>
                  <a:lnTo>
                    <a:pt x="2119144" y="1342599"/>
                  </a:lnTo>
                  <a:lnTo>
                    <a:pt x="2117862" y="1342599"/>
                  </a:lnTo>
                  <a:lnTo>
                    <a:pt x="2116580" y="1342599"/>
                  </a:lnTo>
                  <a:lnTo>
                    <a:pt x="2115299" y="1342599"/>
                  </a:lnTo>
                  <a:lnTo>
                    <a:pt x="2114017" y="1342599"/>
                  </a:lnTo>
                  <a:lnTo>
                    <a:pt x="2112735" y="1342599"/>
                  </a:lnTo>
                  <a:lnTo>
                    <a:pt x="2111453" y="1342599"/>
                  </a:lnTo>
                  <a:lnTo>
                    <a:pt x="2110171" y="1342599"/>
                  </a:lnTo>
                  <a:lnTo>
                    <a:pt x="2108889" y="1342599"/>
                  </a:lnTo>
                  <a:lnTo>
                    <a:pt x="2107608" y="1342599"/>
                  </a:lnTo>
                  <a:lnTo>
                    <a:pt x="2106326" y="1342599"/>
                  </a:lnTo>
                  <a:lnTo>
                    <a:pt x="2105044" y="1342599"/>
                  </a:lnTo>
                  <a:lnTo>
                    <a:pt x="2103762" y="1342599"/>
                  </a:lnTo>
                  <a:lnTo>
                    <a:pt x="2102480" y="1342599"/>
                  </a:lnTo>
                  <a:lnTo>
                    <a:pt x="2101198" y="1342599"/>
                  </a:lnTo>
                  <a:lnTo>
                    <a:pt x="2099916" y="1342599"/>
                  </a:lnTo>
                  <a:lnTo>
                    <a:pt x="2098635" y="1342599"/>
                  </a:lnTo>
                  <a:lnTo>
                    <a:pt x="2097353" y="1342599"/>
                  </a:lnTo>
                  <a:lnTo>
                    <a:pt x="2096071" y="1342599"/>
                  </a:lnTo>
                  <a:lnTo>
                    <a:pt x="2094789" y="1342599"/>
                  </a:lnTo>
                  <a:lnTo>
                    <a:pt x="2093507" y="1342599"/>
                  </a:lnTo>
                  <a:lnTo>
                    <a:pt x="2092225" y="1342599"/>
                  </a:lnTo>
                  <a:lnTo>
                    <a:pt x="2090944" y="1342599"/>
                  </a:lnTo>
                  <a:lnTo>
                    <a:pt x="2089662" y="1342599"/>
                  </a:lnTo>
                  <a:lnTo>
                    <a:pt x="2088380" y="1342599"/>
                  </a:lnTo>
                  <a:lnTo>
                    <a:pt x="2087098" y="1342599"/>
                  </a:lnTo>
                  <a:lnTo>
                    <a:pt x="2085816" y="1342599"/>
                  </a:lnTo>
                  <a:lnTo>
                    <a:pt x="2084534" y="1342599"/>
                  </a:lnTo>
                  <a:lnTo>
                    <a:pt x="2083252" y="1342599"/>
                  </a:lnTo>
                  <a:lnTo>
                    <a:pt x="2081971" y="1342599"/>
                  </a:lnTo>
                  <a:lnTo>
                    <a:pt x="2080689" y="1342599"/>
                  </a:lnTo>
                  <a:lnTo>
                    <a:pt x="2079407" y="1342599"/>
                  </a:lnTo>
                  <a:lnTo>
                    <a:pt x="2078125" y="1342599"/>
                  </a:lnTo>
                  <a:lnTo>
                    <a:pt x="2076843" y="1342599"/>
                  </a:lnTo>
                  <a:lnTo>
                    <a:pt x="2075561" y="1342599"/>
                  </a:lnTo>
                  <a:lnTo>
                    <a:pt x="2074280" y="1342599"/>
                  </a:lnTo>
                  <a:lnTo>
                    <a:pt x="2072998" y="1342599"/>
                  </a:lnTo>
                  <a:lnTo>
                    <a:pt x="2071716" y="1342599"/>
                  </a:lnTo>
                  <a:lnTo>
                    <a:pt x="2070434" y="1342599"/>
                  </a:lnTo>
                  <a:lnTo>
                    <a:pt x="2069152" y="1342599"/>
                  </a:lnTo>
                  <a:lnTo>
                    <a:pt x="2067870" y="1342599"/>
                  </a:lnTo>
                  <a:lnTo>
                    <a:pt x="2066588" y="1342599"/>
                  </a:lnTo>
                  <a:lnTo>
                    <a:pt x="2065307" y="1342599"/>
                  </a:lnTo>
                  <a:lnTo>
                    <a:pt x="2064025" y="1342599"/>
                  </a:lnTo>
                  <a:lnTo>
                    <a:pt x="2062743" y="1342599"/>
                  </a:lnTo>
                  <a:lnTo>
                    <a:pt x="2061461" y="1342599"/>
                  </a:lnTo>
                  <a:lnTo>
                    <a:pt x="2060179" y="1342599"/>
                  </a:lnTo>
                  <a:lnTo>
                    <a:pt x="2058897" y="1342599"/>
                  </a:lnTo>
                  <a:lnTo>
                    <a:pt x="2057616" y="1342599"/>
                  </a:lnTo>
                  <a:lnTo>
                    <a:pt x="2056334" y="1342599"/>
                  </a:lnTo>
                  <a:lnTo>
                    <a:pt x="2055052" y="1342599"/>
                  </a:lnTo>
                  <a:lnTo>
                    <a:pt x="2053770" y="1342599"/>
                  </a:lnTo>
                  <a:lnTo>
                    <a:pt x="2052488" y="1342599"/>
                  </a:lnTo>
                  <a:lnTo>
                    <a:pt x="2051206" y="1342599"/>
                  </a:lnTo>
                  <a:lnTo>
                    <a:pt x="2049925" y="1342599"/>
                  </a:lnTo>
                  <a:lnTo>
                    <a:pt x="2048643" y="1342599"/>
                  </a:lnTo>
                  <a:lnTo>
                    <a:pt x="2047361" y="1342599"/>
                  </a:lnTo>
                  <a:lnTo>
                    <a:pt x="2046079" y="1342599"/>
                  </a:lnTo>
                  <a:lnTo>
                    <a:pt x="2044797" y="1342599"/>
                  </a:lnTo>
                  <a:lnTo>
                    <a:pt x="2043515" y="1342599"/>
                  </a:lnTo>
                  <a:lnTo>
                    <a:pt x="2042233" y="1342599"/>
                  </a:lnTo>
                  <a:lnTo>
                    <a:pt x="2040952" y="1342599"/>
                  </a:lnTo>
                  <a:lnTo>
                    <a:pt x="2039670" y="1342599"/>
                  </a:lnTo>
                  <a:lnTo>
                    <a:pt x="2038388" y="1342599"/>
                  </a:lnTo>
                  <a:lnTo>
                    <a:pt x="2037106" y="1342599"/>
                  </a:lnTo>
                  <a:lnTo>
                    <a:pt x="2035824" y="1342599"/>
                  </a:lnTo>
                  <a:lnTo>
                    <a:pt x="2034542" y="1342599"/>
                  </a:lnTo>
                  <a:lnTo>
                    <a:pt x="2033261" y="1342599"/>
                  </a:lnTo>
                  <a:lnTo>
                    <a:pt x="2031979" y="1342599"/>
                  </a:lnTo>
                  <a:lnTo>
                    <a:pt x="2030697" y="1342599"/>
                  </a:lnTo>
                  <a:lnTo>
                    <a:pt x="2029415" y="1342599"/>
                  </a:lnTo>
                  <a:lnTo>
                    <a:pt x="2028133" y="1342599"/>
                  </a:lnTo>
                  <a:lnTo>
                    <a:pt x="2026851" y="1342599"/>
                  </a:lnTo>
                  <a:lnTo>
                    <a:pt x="2025569" y="1342599"/>
                  </a:lnTo>
                  <a:lnTo>
                    <a:pt x="2024288" y="1342599"/>
                  </a:lnTo>
                  <a:lnTo>
                    <a:pt x="2023006" y="1342599"/>
                  </a:lnTo>
                  <a:lnTo>
                    <a:pt x="2021724" y="1342599"/>
                  </a:lnTo>
                  <a:lnTo>
                    <a:pt x="2020442" y="1342599"/>
                  </a:lnTo>
                  <a:lnTo>
                    <a:pt x="2019160" y="1342599"/>
                  </a:lnTo>
                  <a:lnTo>
                    <a:pt x="2017878" y="1342599"/>
                  </a:lnTo>
                  <a:lnTo>
                    <a:pt x="2016597" y="1342599"/>
                  </a:lnTo>
                  <a:lnTo>
                    <a:pt x="2015315" y="1342599"/>
                  </a:lnTo>
                  <a:lnTo>
                    <a:pt x="2014033" y="1342599"/>
                  </a:lnTo>
                  <a:lnTo>
                    <a:pt x="2012751" y="1342599"/>
                  </a:lnTo>
                  <a:lnTo>
                    <a:pt x="2011469" y="1342599"/>
                  </a:lnTo>
                  <a:lnTo>
                    <a:pt x="2010187" y="1342599"/>
                  </a:lnTo>
                  <a:lnTo>
                    <a:pt x="2008906" y="1342599"/>
                  </a:lnTo>
                  <a:lnTo>
                    <a:pt x="2007624" y="1342599"/>
                  </a:lnTo>
                  <a:lnTo>
                    <a:pt x="2006342" y="1342599"/>
                  </a:lnTo>
                  <a:lnTo>
                    <a:pt x="2005060" y="1342599"/>
                  </a:lnTo>
                  <a:lnTo>
                    <a:pt x="2003778" y="1342599"/>
                  </a:lnTo>
                  <a:lnTo>
                    <a:pt x="2002496" y="1342599"/>
                  </a:lnTo>
                  <a:lnTo>
                    <a:pt x="2001214" y="1342599"/>
                  </a:lnTo>
                  <a:lnTo>
                    <a:pt x="1999933" y="1342599"/>
                  </a:lnTo>
                  <a:lnTo>
                    <a:pt x="1998651" y="1342599"/>
                  </a:lnTo>
                  <a:lnTo>
                    <a:pt x="1997369" y="1342599"/>
                  </a:lnTo>
                  <a:lnTo>
                    <a:pt x="1996087" y="1342599"/>
                  </a:lnTo>
                  <a:lnTo>
                    <a:pt x="1994805" y="1342599"/>
                  </a:lnTo>
                  <a:lnTo>
                    <a:pt x="1993523" y="1342599"/>
                  </a:lnTo>
                  <a:lnTo>
                    <a:pt x="1992242" y="1342599"/>
                  </a:lnTo>
                  <a:lnTo>
                    <a:pt x="1990960" y="1342599"/>
                  </a:lnTo>
                  <a:lnTo>
                    <a:pt x="1989678" y="1342599"/>
                  </a:lnTo>
                  <a:lnTo>
                    <a:pt x="1988396" y="1342599"/>
                  </a:lnTo>
                  <a:lnTo>
                    <a:pt x="1987114" y="1342599"/>
                  </a:lnTo>
                  <a:lnTo>
                    <a:pt x="1985832" y="1342599"/>
                  </a:lnTo>
                  <a:lnTo>
                    <a:pt x="1984550" y="1342599"/>
                  </a:lnTo>
                  <a:lnTo>
                    <a:pt x="1983269" y="1342599"/>
                  </a:lnTo>
                  <a:lnTo>
                    <a:pt x="1981987" y="1342599"/>
                  </a:lnTo>
                  <a:lnTo>
                    <a:pt x="1980705" y="1342599"/>
                  </a:lnTo>
                  <a:lnTo>
                    <a:pt x="1979423" y="1342599"/>
                  </a:lnTo>
                  <a:lnTo>
                    <a:pt x="1978141" y="1342599"/>
                  </a:lnTo>
                  <a:lnTo>
                    <a:pt x="1976859" y="1342599"/>
                  </a:lnTo>
                  <a:lnTo>
                    <a:pt x="1975578" y="1342599"/>
                  </a:lnTo>
                  <a:lnTo>
                    <a:pt x="1974296" y="1342599"/>
                  </a:lnTo>
                  <a:lnTo>
                    <a:pt x="1973014" y="1342599"/>
                  </a:lnTo>
                  <a:lnTo>
                    <a:pt x="1971732" y="1342599"/>
                  </a:lnTo>
                  <a:lnTo>
                    <a:pt x="1970450" y="1342599"/>
                  </a:lnTo>
                  <a:lnTo>
                    <a:pt x="1969168" y="1342599"/>
                  </a:lnTo>
                  <a:lnTo>
                    <a:pt x="1967887" y="1342599"/>
                  </a:lnTo>
                  <a:lnTo>
                    <a:pt x="1966605" y="1342599"/>
                  </a:lnTo>
                  <a:lnTo>
                    <a:pt x="1965323" y="1342599"/>
                  </a:lnTo>
                  <a:lnTo>
                    <a:pt x="1964041" y="1342599"/>
                  </a:lnTo>
                  <a:lnTo>
                    <a:pt x="1962759" y="1342599"/>
                  </a:lnTo>
                  <a:lnTo>
                    <a:pt x="1961477" y="1342599"/>
                  </a:lnTo>
                  <a:lnTo>
                    <a:pt x="1960195" y="1342599"/>
                  </a:lnTo>
                  <a:lnTo>
                    <a:pt x="1958914" y="1342599"/>
                  </a:lnTo>
                  <a:lnTo>
                    <a:pt x="1957632" y="1342599"/>
                  </a:lnTo>
                  <a:lnTo>
                    <a:pt x="1956350" y="1342599"/>
                  </a:lnTo>
                  <a:lnTo>
                    <a:pt x="1955068" y="1342599"/>
                  </a:lnTo>
                  <a:lnTo>
                    <a:pt x="1953786" y="1342599"/>
                  </a:lnTo>
                  <a:lnTo>
                    <a:pt x="1952504" y="1342599"/>
                  </a:lnTo>
                  <a:lnTo>
                    <a:pt x="1951223" y="1342599"/>
                  </a:lnTo>
                  <a:lnTo>
                    <a:pt x="1949941" y="1342599"/>
                  </a:lnTo>
                  <a:lnTo>
                    <a:pt x="1948659" y="1342599"/>
                  </a:lnTo>
                  <a:lnTo>
                    <a:pt x="1947377" y="1342599"/>
                  </a:lnTo>
                  <a:lnTo>
                    <a:pt x="1946095" y="1342599"/>
                  </a:lnTo>
                  <a:lnTo>
                    <a:pt x="1944813" y="1342599"/>
                  </a:lnTo>
                  <a:lnTo>
                    <a:pt x="1943531" y="1342599"/>
                  </a:lnTo>
                  <a:lnTo>
                    <a:pt x="1942250" y="1342599"/>
                  </a:lnTo>
                  <a:lnTo>
                    <a:pt x="1940968" y="1342599"/>
                  </a:lnTo>
                  <a:lnTo>
                    <a:pt x="1939686" y="1342599"/>
                  </a:lnTo>
                  <a:lnTo>
                    <a:pt x="1938404" y="1342599"/>
                  </a:lnTo>
                  <a:lnTo>
                    <a:pt x="1937122" y="1342599"/>
                  </a:lnTo>
                  <a:lnTo>
                    <a:pt x="1935840" y="1342599"/>
                  </a:lnTo>
                  <a:lnTo>
                    <a:pt x="1934559" y="1342599"/>
                  </a:lnTo>
                  <a:lnTo>
                    <a:pt x="1933277" y="1342599"/>
                  </a:lnTo>
                  <a:lnTo>
                    <a:pt x="1931995" y="1342599"/>
                  </a:lnTo>
                  <a:lnTo>
                    <a:pt x="1930713" y="1342599"/>
                  </a:lnTo>
                  <a:lnTo>
                    <a:pt x="1929431" y="1342599"/>
                  </a:lnTo>
                  <a:lnTo>
                    <a:pt x="1928149" y="1342599"/>
                  </a:lnTo>
                  <a:lnTo>
                    <a:pt x="1926867" y="1342599"/>
                  </a:lnTo>
                  <a:lnTo>
                    <a:pt x="1925586" y="1342599"/>
                  </a:lnTo>
                  <a:lnTo>
                    <a:pt x="1924304" y="1342599"/>
                  </a:lnTo>
                  <a:lnTo>
                    <a:pt x="1923022" y="1342599"/>
                  </a:lnTo>
                  <a:lnTo>
                    <a:pt x="1921740" y="1342599"/>
                  </a:lnTo>
                  <a:lnTo>
                    <a:pt x="1920458" y="1342599"/>
                  </a:lnTo>
                  <a:lnTo>
                    <a:pt x="1919176" y="1342599"/>
                  </a:lnTo>
                  <a:lnTo>
                    <a:pt x="1917895" y="1342599"/>
                  </a:lnTo>
                  <a:lnTo>
                    <a:pt x="1916613" y="1342599"/>
                  </a:lnTo>
                  <a:lnTo>
                    <a:pt x="1915331" y="1342599"/>
                  </a:lnTo>
                  <a:lnTo>
                    <a:pt x="1914049" y="1342599"/>
                  </a:lnTo>
                  <a:lnTo>
                    <a:pt x="1912767" y="1342599"/>
                  </a:lnTo>
                  <a:lnTo>
                    <a:pt x="1911485" y="1342599"/>
                  </a:lnTo>
                  <a:lnTo>
                    <a:pt x="1910204" y="1342599"/>
                  </a:lnTo>
                  <a:lnTo>
                    <a:pt x="1908922" y="1342599"/>
                  </a:lnTo>
                  <a:lnTo>
                    <a:pt x="1907640" y="1342599"/>
                  </a:lnTo>
                  <a:lnTo>
                    <a:pt x="1906358" y="1342599"/>
                  </a:lnTo>
                  <a:lnTo>
                    <a:pt x="1905076" y="1342599"/>
                  </a:lnTo>
                  <a:lnTo>
                    <a:pt x="1903794" y="1342599"/>
                  </a:lnTo>
                  <a:lnTo>
                    <a:pt x="1902512" y="1342599"/>
                  </a:lnTo>
                  <a:lnTo>
                    <a:pt x="1901231" y="1342599"/>
                  </a:lnTo>
                  <a:lnTo>
                    <a:pt x="1899949" y="1342599"/>
                  </a:lnTo>
                  <a:lnTo>
                    <a:pt x="1898667" y="1342599"/>
                  </a:lnTo>
                  <a:lnTo>
                    <a:pt x="1897385" y="1342599"/>
                  </a:lnTo>
                  <a:lnTo>
                    <a:pt x="1896103" y="1342599"/>
                  </a:lnTo>
                  <a:lnTo>
                    <a:pt x="1894821" y="1342599"/>
                  </a:lnTo>
                  <a:lnTo>
                    <a:pt x="1893540" y="1342599"/>
                  </a:lnTo>
                  <a:lnTo>
                    <a:pt x="1892258" y="1342599"/>
                  </a:lnTo>
                  <a:lnTo>
                    <a:pt x="1890976" y="1342599"/>
                  </a:lnTo>
                  <a:lnTo>
                    <a:pt x="1889694" y="1342599"/>
                  </a:lnTo>
                  <a:lnTo>
                    <a:pt x="1888412" y="1342599"/>
                  </a:lnTo>
                  <a:lnTo>
                    <a:pt x="1887130" y="1342599"/>
                  </a:lnTo>
                  <a:lnTo>
                    <a:pt x="1885848" y="1342599"/>
                  </a:lnTo>
                  <a:lnTo>
                    <a:pt x="1884567" y="1342599"/>
                  </a:lnTo>
                  <a:lnTo>
                    <a:pt x="1883285" y="1342599"/>
                  </a:lnTo>
                  <a:lnTo>
                    <a:pt x="1882003" y="1342599"/>
                  </a:lnTo>
                  <a:lnTo>
                    <a:pt x="1880721" y="1342599"/>
                  </a:lnTo>
                  <a:lnTo>
                    <a:pt x="1879439" y="1342599"/>
                  </a:lnTo>
                  <a:lnTo>
                    <a:pt x="1878157" y="1342599"/>
                  </a:lnTo>
                  <a:lnTo>
                    <a:pt x="1876876" y="1342599"/>
                  </a:lnTo>
                  <a:lnTo>
                    <a:pt x="1875594" y="1342599"/>
                  </a:lnTo>
                  <a:lnTo>
                    <a:pt x="1874312" y="1342599"/>
                  </a:lnTo>
                  <a:lnTo>
                    <a:pt x="1873030" y="1342599"/>
                  </a:lnTo>
                  <a:lnTo>
                    <a:pt x="1871748" y="1342599"/>
                  </a:lnTo>
                  <a:lnTo>
                    <a:pt x="1870466" y="1342599"/>
                  </a:lnTo>
                  <a:lnTo>
                    <a:pt x="1869185" y="1342599"/>
                  </a:lnTo>
                  <a:lnTo>
                    <a:pt x="1867903" y="1342599"/>
                  </a:lnTo>
                  <a:lnTo>
                    <a:pt x="1866621" y="1342599"/>
                  </a:lnTo>
                  <a:lnTo>
                    <a:pt x="1865339" y="1342599"/>
                  </a:lnTo>
                  <a:lnTo>
                    <a:pt x="1864057" y="1342599"/>
                  </a:lnTo>
                  <a:lnTo>
                    <a:pt x="1862775" y="1342599"/>
                  </a:lnTo>
                  <a:lnTo>
                    <a:pt x="1861493" y="1342599"/>
                  </a:lnTo>
                  <a:lnTo>
                    <a:pt x="1860212" y="1342599"/>
                  </a:lnTo>
                  <a:lnTo>
                    <a:pt x="1858930" y="1342599"/>
                  </a:lnTo>
                  <a:lnTo>
                    <a:pt x="1857648" y="1342599"/>
                  </a:lnTo>
                  <a:lnTo>
                    <a:pt x="1856366" y="1342599"/>
                  </a:lnTo>
                  <a:lnTo>
                    <a:pt x="1855084" y="1342599"/>
                  </a:lnTo>
                  <a:lnTo>
                    <a:pt x="1853802" y="1342599"/>
                  </a:lnTo>
                  <a:lnTo>
                    <a:pt x="1852521" y="1342599"/>
                  </a:lnTo>
                  <a:lnTo>
                    <a:pt x="1851239" y="1342599"/>
                  </a:lnTo>
                  <a:lnTo>
                    <a:pt x="1849957" y="1342599"/>
                  </a:lnTo>
                  <a:lnTo>
                    <a:pt x="1848675" y="1342599"/>
                  </a:lnTo>
                  <a:lnTo>
                    <a:pt x="1847393" y="1342599"/>
                  </a:lnTo>
                  <a:lnTo>
                    <a:pt x="1846111" y="1342599"/>
                  </a:lnTo>
                  <a:lnTo>
                    <a:pt x="1844829" y="1342599"/>
                  </a:lnTo>
                  <a:lnTo>
                    <a:pt x="1843548" y="1342599"/>
                  </a:lnTo>
                  <a:lnTo>
                    <a:pt x="1842266" y="1342599"/>
                  </a:lnTo>
                  <a:lnTo>
                    <a:pt x="1840984" y="1342599"/>
                  </a:lnTo>
                  <a:lnTo>
                    <a:pt x="1839702" y="1342599"/>
                  </a:lnTo>
                  <a:lnTo>
                    <a:pt x="1838420" y="1342599"/>
                  </a:lnTo>
                  <a:lnTo>
                    <a:pt x="1837138" y="1342599"/>
                  </a:lnTo>
                  <a:lnTo>
                    <a:pt x="1835857" y="1342599"/>
                  </a:lnTo>
                  <a:lnTo>
                    <a:pt x="1834575" y="1342599"/>
                  </a:lnTo>
                  <a:lnTo>
                    <a:pt x="1833293" y="1342599"/>
                  </a:lnTo>
                  <a:lnTo>
                    <a:pt x="1832011" y="1342599"/>
                  </a:lnTo>
                  <a:lnTo>
                    <a:pt x="1830729" y="1342599"/>
                  </a:lnTo>
                  <a:lnTo>
                    <a:pt x="1829447" y="1342599"/>
                  </a:lnTo>
                  <a:lnTo>
                    <a:pt x="1828165" y="1342599"/>
                  </a:lnTo>
                  <a:lnTo>
                    <a:pt x="1826884" y="1342599"/>
                  </a:lnTo>
                  <a:lnTo>
                    <a:pt x="1825602" y="1342599"/>
                  </a:lnTo>
                  <a:lnTo>
                    <a:pt x="1824320" y="1342599"/>
                  </a:lnTo>
                  <a:lnTo>
                    <a:pt x="1823038" y="1342599"/>
                  </a:lnTo>
                  <a:lnTo>
                    <a:pt x="1821756" y="1342599"/>
                  </a:lnTo>
                  <a:lnTo>
                    <a:pt x="1820474" y="1342599"/>
                  </a:lnTo>
                  <a:lnTo>
                    <a:pt x="1819193" y="1342599"/>
                  </a:lnTo>
                  <a:lnTo>
                    <a:pt x="1817911" y="1342599"/>
                  </a:lnTo>
                  <a:lnTo>
                    <a:pt x="1816629" y="1342599"/>
                  </a:lnTo>
                  <a:lnTo>
                    <a:pt x="1815347" y="1342599"/>
                  </a:lnTo>
                  <a:lnTo>
                    <a:pt x="1814065" y="1342599"/>
                  </a:lnTo>
                  <a:lnTo>
                    <a:pt x="1812783" y="1342599"/>
                  </a:lnTo>
                  <a:lnTo>
                    <a:pt x="1811502" y="1342599"/>
                  </a:lnTo>
                  <a:lnTo>
                    <a:pt x="1810220" y="1342599"/>
                  </a:lnTo>
                  <a:lnTo>
                    <a:pt x="1808938" y="1342599"/>
                  </a:lnTo>
                  <a:lnTo>
                    <a:pt x="1807656" y="1342599"/>
                  </a:lnTo>
                  <a:lnTo>
                    <a:pt x="1806374" y="1342599"/>
                  </a:lnTo>
                  <a:lnTo>
                    <a:pt x="1805092" y="1342599"/>
                  </a:lnTo>
                  <a:lnTo>
                    <a:pt x="1803810" y="1342599"/>
                  </a:lnTo>
                  <a:lnTo>
                    <a:pt x="1802529" y="1342599"/>
                  </a:lnTo>
                  <a:lnTo>
                    <a:pt x="1801247" y="1342599"/>
                  </a:lnTo>
                  <a:lnTo>
                    <a:pt x="1799965" y="1342599"/>
                  </a:lnTo>
                  <a:lnTo>
                    <a:pt x="1798683" y="1342599"/>
                  </a:lnTo>
                  <a:lnTo>
                    <a:pt x="1797401" y="1342599"/>
                  </a:lnTo>
                  <a:lnTo>
                    <a:pt x="1796119" y="1342599"/>
                  </a:lnTo>
                  <a:lnTo>
                    <a:pt x="1794838" y="1342599"/>
                  </a:lnTo>
                  <a:lnTo>
                    <a:pt x="1793556" y="1342599"/>
                  </a:lnTo>
                  <a:lnTo>
                    <a:pt x="1792274" y="1342599"/>
                  </a:lnTo>
                  <a:lnTo>
                    <a:pt x="1790992" y="1342599"/>
                  </a:lnTo>
                  <a:lnTo>
                    <a:pt x="1789710" y="1342599"/>
                  </a:lnTo>
                  <a:lnTo>
                    <a:pt x="1788428" y="1342599"/>
                  </a:lnTo>
                  <a:lnTo>
                    <a:pt x="1787146" y="1342599"/>
                  </a:lnTo>
                  <a:lnTo>
                    <a:pt x="1785865" y="1342599"/>
                  </a:lnTo>
                  <a:lnTo>
                    <a:pt x="1784583" y="1342599"/>
                  </a:lnTo>
                  <a:lnTo>
                    <a:pt x="1783301" y="1342599"/>
                  </a:lnTo>
                  <a:lnTo>
                    <a:pt x="1782019" y="1342599"/>
                  </a:lnTo>
                  <a:lnTo>
                    <a:pt x="1780737" y="1342599"/>
                  </a:lnTo>
                  <a:lnTo>
                    <a:pt x="1779455" y="1342599"/>
                  </a:lnTo>
                  <a:lnTo>
                    <a:pt x="1778174" y="1342599"/>
                  </a:lnTo>
                  <a:lnTo>
                    <a:pt x="1776892" y="1342599"/>
                  </a:lnTo>
                  <a:lnTo>
                    <a:pt x="1775610" y="1342599"/>
                  </a:lnTo>
                  <a:lnTo>
                    <a:pt x="1774328" y="1342599"/>
                  </a:lnTo>
                  <a:lnTo>
                    <a:pt x="1773046" y="1342599"/>
                  </a:lnTo>
                  <a:lnTo>
                    <a:pt x="1771764" y="1342599"/>
                  </a:lnTo>
                  <a:lnTo>
                    <a:pt x="1770483" y="1342599"/>
                  </a:lnTo>
                  <a:lnTo>
                    <a:pt x="1769201" y="1342599"/>
                  </a:lnTo>
                  <a:lnTo>
                    <a:pt x="1767919" y="1342599"/>
                  </a:lnTo>
                  <a:lnTo>
                    <a:pt x="1766637" y="1342599"/>
                  </a:lnTo>
                  <a:lnTo>
                    <a:pt x="1765355" y="1342599"/>
                  </a:lnTo>
                  <a:lnTo>
                    <a:pt x="1764073" y="1342599"/>
                  </a:lnTo>
                  <a:lnTo>
                    <a:pt x="1762791" y="1342599"/>
                  </a:lnTo>
                  <a:lnTo>
                    <a:pt x="1761510" y="1342599"/>
                  </a:lnTo>
                  <a:lnTo>
                    <a:pt x="1760228" y="1342599"/>
                  </a:lnTo>
                  <a:lnTo>
                    <a:pt x="1758946" y="1342599"/>
                  </a:lnTo>
                  <a:lnTo>
                    <a:pt x="1757664" y="1342599"/>
                  </a:lnTo>
                  <a:lnTo>
                    <a:pt x="1756382" y="1342599"/>
                  </a:lnTo>
                  <a:lnTo>
                    <a:pt x="1755100" y="1342599"/>
                  </a:lnTo>
                  <a:lnTo>
                    <a:pt x="1753819" y="1342599"/>
                  </a:lnTo>
                  <a:lnTo>
                    <a:pt x="1752537" y="1342599"/>
                  </a:lnTo>
                  <a:lnTo>
                    <a:pt x="1751255" y="1342599"/>
                  </a:lnTo>
                  <a:lnTo>
                    <a:pt x="1749973" y="1342599"/>
                  </a:lnTo>
                  <a:lnTo>
                    <a:pt x="1748691" y="1342599"/>
                  </a:lnTo>
                  <a:lnTo>
                    <a:pt x="1747409" y="1342599"/>
                  </a:lnTo>
                  <a:lnTo>
                    <a:pt x="1746127" y="1342599"/>
                  </a:lnTo>
                  <a:lnTo>
                    <a:pt x="1744846" y="1342599"/>
                  </a:lnTo>
                  <a:lnTo>
                    <a:pt x="1743564" y="1342599"/>
                  </a:lnTo>
                  <a:lnTo>
                    <a:pt x="1742282" y="1342599"/>
                  </a:lnTo>
                  <a:lnTo>
                    <a:pt x="1741000" y="1342599"/>
                  </a:lnTo>
                  <a:lnTo>
                    <a:pt x="1739718" y="1342599"/>
                  </a:lnTo>
                  <a:lnTo>
                    <a:pt x="1738436" y="1342599"/>
                  </a:lnTo>
                  <a:lnTo>
                    <a:pt x="1737155" y="1342599"/>
                  </a:lnTo>
                  <a:lnTo>
                    <a:pt x="1735873" y="1342599"/>
                  </a:lnTo>
                  <a:lnTo>
                    <a:pt x="1734591" y="1342599"/>
                  </a:lnTo>
                  <a:lnTo>
                    <a:pt x="1733309" y="1342599"/>
                  </a:lnTo>
                  <a:lnTo>
                    <a:pt x="1732027" y="1342599"/>
                  </a:lnTo>
                  <a:lnTo>
                    <a:pt x="1730745" y="1342599"/>
                  </a:lnTo>
                  <a:lnTo>
                    <a:pt x="1729464" y="1342599"/>
                  </a:lnTo>
                  <a:lnTo>
                    <a:pt x="1728182" y="1342599"/>
                  </a:lnTo>
                  <a:lnTo>
                    <a:pt x="1726900" y="1342599"/>
                  </a:lnTo>
                  <a:lnTo>
                    <a:pt x="1725618" y="1342599"/>
                  </a:lnTo>
                  <a:lnTo>
                    <a:pt x="1724336" y="1342599"/>
                  </a:lnTo>
                  <a:lnTo>
                    <a:pt x="1723054" y="1342599"/>
                  </a:lnTo>
                  <a:lnTo>
                    <a:pt x="1721772" y="1342599"/>
                  </a:lnTo>
                  <a:lnTo>
                    <a:pt x="1720491" y="1342599"/>
                  </a:lnTo>
                  <a:lnTo>
                    <a:pt x="1719209" y="1342599"/>
                  </a:lnTo>
                  <a:lnTo>
                    <a:pt x="1717927" y="1342599"/>
                  </a:lnTo>
                  <a:lnTo>
                    <a:pt x="1716645" y="1342599"/>
                  </a:lnTo>
                  <a:lnTo>
                    <a:pt x="1715363" y="1342599"/>
                  </a:lnTo>
                  <a:lnTo>
                    <a:pt x="1714081" y="1342599"/>
                  </a:lnTo>
                  <a:lnTo>
                    <a:pt x="1712800" y="1342599"/>
                  </a:lnTo>
                  <a:lnTo>
                    <a:pt x="1711518" y="1342599"/>
                  </a:lnTo>
                  <a:lnTo>
                    <a:pt x="1710236" y="1342599"/>
                  </a:lnTo>
                  <a:lnTo>
                    <a:pt x="1708954" y="1342599"/>
                  </a:lnTo>
                  <a:lnTo>
                    <a:pt x="1707672" y="1342599"/>
                  </a:lnTo>
                  <a:lnTo>
                    <a:pt x="1706390" y="1342599"/>
                  </a:lnTo>
                  <a:lnTo>
                    <a:pt x="1705108" y="1342599"/>
                  </a:lnTo>
                  <a:lnTo>
                    <a:pt x="1703827" y="1342599"/>
                  </a:lnTo>
                  <a:lnTo>
                    <a:pt x="1702545" y="1342599"/>
                  </a:lnTo>
                  <a:lnTo>
                    <a:pt x="1701263" y="1342599"/>
                  </a:lnTo>
                  <a:lnTo>
                    <a:pt x="1699981" y="1342599"/>
                  </a:lnTo>
                  <a:lnTo>
                    <a:pt x="1698699" y="1342599"/>
                  </a:lnTo>
                  <a:lnTo>
                    <a:pt x="1697417" y="1342599"/>
                  </a:lnTo>
                  <a:lnTo>
                    <a:pt x="1696136" y="1342599"/>
                  </a:lnTo>
                  <a:lnTo>
                    <a:pt x="1694854" y="1342599"/>
                  </a:lnTo>
                  <a:lnTo>
                    <a:pt x="1693572" y="1342599"/>
                  </a:lnTo>
                  <a:lnTo>
                    <a:pt x="1692290" y="1342599"/>
                  </a:lnTo>
                  <a:lnTo>
                    <a:pt x="1691008" y="1342599"/>
                  </a:lnTo>
                  <a:lnTo>
                    <a:pt x="1689726" y="1342599"/>
                  </a:lnTo>
                  <a:lnTo>
                    <a:pt x="1688444" y="1342599"/>
                  </a:lnTo>
                  <a:lnTo>
                    <a:pt x="1687163" y="1342599"/>
                  </a:lnTo>
                  <a:lnTo>
                    <a:pt x="1685881" y="1342599"/>
                  </a:lnTo>
                  <a:lnTo>
                    <a:pt x="1684599" y="1342599"/>
                  </a:lnTo>
                  <a:lnTo>
                    <a:pt x="1683317" y="1342599"/>
                  </a:lnTo>
                  <a:lnTo>
                    <a:pt x="1682035" y="1342599"/>
                  </a:lnTo>
                  <a:lnTo>
                    <a:pt x="1680753" y="1342599"/>
                  </a:lnTo>
                  <a:lnTo>
                    <a:pt x="1679472" y="1342599"/>
                  </a:lnTo>
                  <a:lnTo>
                    <a:pt x="1678190" y="1342599"/>
                  </a:lnTo>
                  <a:lnTo>
                    <a:pt x="1676908" y="1342599"/>
                  </a:lnTo>
                  <a:lnTo>
                    <a:pt x="1675626" y="1342599"/>
                  </a:lnTo>
                  <a:lnTo>
                    <a:pt x="1674344" y="1342599"/>
                  </a:lnTo>
                  <a:lnTo>
                    <a:pt x="1673062" y="1342599"/>
                  </a:lnTo>
                  <a:lnTo>
                    <a:pt x="1671781" y="1342599"/>
                  </a:lnTo>
                  <a:lnTo>
                    <a:pt x="1670499" y="1342599"/>
                  </a:lnTo>
                  <a:lnTo>
                    <a:pt x="1669217" y="1342599"/>
                  </a:lnTo>
                  <a:lnTo>
                    <a:pt x="1667935" y="1342599"/>
                  </a:lnTo>
                  <a:lnTo>
                    <a:pt x="1666653" y="1342599"/>
                  </a:lnTo>
                  <a:lnTo>
                    <a:pt x="1665371" y="1342599"/>
                  </a:lnTo>
                  <a:lnTo>
                    <a:pt x="1664089" y="1342599"/>
                  </a:lnTo>
                  <a:lnTo>
                    <a:pt x="1662808" y="1342599"/>
                  </a:lnTo>
                  <a:lnTo>
                    <a:pt x="1661526" y="1342599"/>
                  </a:lnTo>
                  <a:lnTo>
                    <a:pt x="1660244" y="1342599"/>
                  </a:lnTo>
                  <a:lnTo>
                    <a:pt x="1658962" y="1342599"/>
                  </a:lnTo>
                  <a:lnTo>
                    <a:pt x="1657680" y="1342599"/>
                  </a:lnTo>
                  <a:lnTo>
                    <a:pt x="1656398" y="1342599"/>
                  </a:lnTo>
                  <a:lnTo>
                    <a:pt x="1655117" y="1342599"/>
                  </a:lnTo>
                  <a:lnTo>
                    <a:pt x="1653835" y="1342599"/>
                  </a:lnTo>
                  <a:lnTo>
                    <a:pt x="1652553" y="1342599"/>
                  </a:lnTo>
                  <a:lnTo>
                    <a:pt x="1651271" y="1342599"/>
                  </a:lnTo>
                  <a:lnTo>
                    <a:pt x="1649989" y="1342599"/>
                  </a:lnTo>
                  <a:lnTo>
                    <a:pt x="1648707" y="1342599"/>
                  </a:lnTo>
                  <a:lnTo>
                    <a:pt x="1647425" y="1342599"/>
                  </a:lnTo>
                  <a:lnTo>
                    <a:pt x="1646144" y="1342599"/>
                  </a:lnTo>
                  <a:lnTo>
                    <a:pt x="1644862" y="1342599"/>
                  </a:lnTo>
                  <a:lnTo>
                    <a:pt x="1643580" y="1342599"/>
                  </a:lnTo>
                  <a:lnTo>
                    <a:pt x="1642298" y="1342599"/>
                  </a:lnTo>
                  <a:lnTo>
                    <a:pt x="1641016" y="1342599"/>
                  </a:lnTo>
                  <a:lnTo>
                    <a:pt x="1639734" y="1342599"/>
                  </a:lnTo>
                  <a:lnTo>
                    <a:pt x="1638453" y="1342599"/>
                  </a:lnTo>
                  <a:lnTo>
                    <a:pt x="1637171" y="1342599"/>
                  </a:lnTo>
                  <a:lnTo>
                    <a:pt x="1635889" y="1342599"/>
                  </a:lnTo>
                  <a:lnTo>
                    <a:pt x="1634607" y="1342599"/>
                  </a:lnTo>
                  <a:lnTo>
                    <a:pt x="1633325" y="1342599"/>
                  </a:lnTo>
                  <a:lnTo>
                    <a:pt x="1632043" y="1342599"/>
                  </a:lnTo>
                  <a:lnTo>
                    <a:pt x="1630762" y="1342599"/>
                  </a:lnTo>
                  <a:lnTo>
                    <a:pt x="1629480" y="1342599"/>
                  </a:lnTo>
                  <a:lnTo>
                    <a:pt x="1628198" y="1342599"/>
                  </a:lnTo>
                  <a:lnTo>
                    <a:pt x="1626916" y="1342599"/>
                  </a:lnTo>
                  <a:lnTo>
                    <a:pt x="1625634" y="1342599"/>
                  </a:lnTo>
                  <a:lnTo>
                    <a:pt x="1624352" y="1342599"/>
                  </a:lnTo>
                  <a:lnTo>
                    <a:pt x="1623070" y="1342599"/>
                  </a:lnTo>
                  <a:lnTo>
                    <a:pt x="1621789" y="1342599"/>
                  </a:lnTo>
                  <a:lnTo>
                    <a:pt x="1620507" y="1342599"/>
                  </a:lnTo>
                  <a:lnTo>
                    <a:pt x="1619225" y="1342599"/>
                  </a:lnTo>
                  <a:lnTo>
                    <a:pt x="1617943" y="1342599"/>
                  </a:lnTo>
                  <a:lnTo>
                    <a:pt x="1616661" y="1342599"/>
                  </a:lnTo>
                  <a:lnTo>
                    <a:pt x="1615379" y="1342599"/>
                  </a:lnTo>
                  <a:lnTo>
                    <a:pt x="1614098" y="1342599"/>
                  </a:lnTo>
                  <a:lnTo>
                    <a:pt x="1612816" y="1342599"/>
                  </a:lnTo>
                  <a:lnTo>
                    <a:pt x="1611534" y="1342599"/>
                  </a:lnTo>
                  <a:lnTo>
                    <a:pt x="1610252" y="1342599"/>
                  </a:lnTo>
                  <a:lnTo>
                    <a:pt x="1608970" y="1342599"/>
                  </a:lnTo>
                  <a:lnTo>
                    <a:pt x="1607688" y="1342599"/>
                  </a:lnTo>
                  <a:lnTo>
                    <a:pt x="1606406" y="1342599"/>
                  </a:lnTo>
                  <a:lnTo>
                    <a:pt x="1605125" y="1342599"/>
                  </a:lnTo>
                  <a:lnTo>
                    <a:pt x="1603843" y="1342599"/>
                  </a:lnTo>
                  <a:lnTo>
                    <a:pt x="1602561" y="1342599"/>
                  </a:lnTo>
                  <a:lnTo>
                    <a:pt x="1601279" y="1342599"/>
                  </a:lnTo>
                  <a:lnTo>
                    <a:pt x="1599997" y="1342599"/>
                  </a:lnTo>
                  <a:lnTo>
                    <a:pt x="1598715" y="1342599"/>
                  </a:lnTo>
                  <a:lnTo>
                    <a:pt x="1597434" y="1342599"/>
                  </a:lnTo>
                  <a:lnTo>
                    <a:pt x="1596152" y="1342599"/>
                  </a:lnTo>
                  <a:lnTo>
                    <a:pt x="1594870" y="1342599"/>
                  </a:lnTo>
                  <a:lnTo>
                    <a:pt x="1593588" y="1342599"/>
                  </a:lnTo>
                  <a:lnTo>
                    <a:pt x="1592306" y="1342599"/>
                  </a:lnTo>
                  <a:lnTo>
                    <a:pt x="1591024" y="1342599"/>
                  </a:lnTo>
                  <a:lnTo>
                    <a:pt x="1589743" y="1342599"/>
                  </a:lnTo>
                  <a:lnTo>
                    <a:pt x="1588461" y="1342599"/>
                  </a:lnTo>
                  <a:lnTo>
                    <a:pt x="1587179" y="1342599"/>
                  </a:lnTo>
                  <a:lnTo>
                    <a:pt x="1585897" y="1342599"/>
                  </a:lnTo>
                  <a:lnTo>
                    <a:pt x="1584615" y="1342599"/>
                  </a:lnTo>
                  <a:lnTo>
                    <a:pt x="1583333" y="1342599"/>
                  </a:lnTo>
                  <a:lnTo>
                    <a:pt x="1582051" y="1342599"/>
                  </a:lnTo>
                  <a:lnTo>
                    <a:pt x="1580770" y="1342599"/>
                  </a:lnTo>
                  <a:lnTo>
                    <a:pt x="1579488" y="1342599"/>
                  </a:lnTo>
                  <a:lnTo>
                    <a:pt x="1578206" y="1342599"/>
                  </a:lnTo>
                  <a:lnTo>
                    <a:pt x="1576924" y="1342599"/>
                  </a:lnTo>
                  <a:lnTo>
                    <a:pt x="1575642" y="1342599"/>
                  </a:lnTo>
                  <a:lnTo>
                    <a:pt x="1574360" y="1342599"/>
                  </a:lnTo>
                  <a:lnTo>
                    <a:pt x="1573079" y="1342599"/>
                  </a:lnTo>
                  <a:lnTo>
                    <a:pt x="1571797" y="1342599"/>
                  </a:lnTo>
                  <a:lnTo>
                    <a:pt x="1570515" y="1342599"/>
                  </a:lnTo>
                  <a:lnTo>
                    <a:pt x="1569233" y="1342599"/>
                  </a:lnTo>
                  <a:lnTo>
                    <a:pt x="1567951" y="1342599"/>
                  </a:lnTo>
                  <a:lnTo>
                    <a:pt x="1566669" y="1342599"/>
                  </a:lnTo>
                  <a:lnTo>
                    <a:pt x="1565387" y="1342599"/>
                  </a:lnTo>
                  <a:lnTo>
                    <a:pt x="1564106" y="1342599"/>
                  </a:lnTo>
                  <a:lnTo>
                    <a:pt x="1562824" y="1342599"/>
                  </a:lnTo>
                  <a:lnTo>
                    <a:pt x="1561542" y="1342599"/>
                  </a:lnTo>
                  <a:lnTo>
                    <a:pt x="1560260" y="1342599"/>
                  </a:lnTo>
                  <a:lnTo>
                    <a:pt x="1558978" y="1342599"/>
                  </a:lnTo>
                  <a:lnTo>
                    <a:pt x="1557696" y="1342599"/>
                  </a:lnTo>
                  <a:lnTo>
                    <a:pt x="1556415" y="1342599"/>
                  </a:lnTo>
                  <a:lnTo>
                    <a:pt x="1555133" y="1342599"/>
                  </a:lnTo>
                  <a:lnTo>
                    <a:pt x="1553851" y="1342599"/>
                  </a:lnTo>
                  <a:lnTo>
                    <a:pt x="1552569" y="1342599"/>
                  </a:lnTo>
                  <a:lnTo>
                    <a:pt x="1551287" y="1342599"/>
                  </a:lnTo>
                  <a:lnTo>
                    <a:pt x="1550005" y="1342599"/>
                  </a:lnTo>
                  <a:lnTo>
                    <a:pt x="1548723" y="1342599"/>
                  </a:lnTo>
                  <a:lnTo>
                    <a:pt x="1547442" y="1342599"/>
                  </a:lnTo>
                  <a:lnTo>
                    <a:pt x="1546160" y="1342599"/>
                  </a:lnTo>
                  <a:lnTo>
                    <a:pt x="1544878" y="1342599"/>
                  </a:lnTo>
                  <a:lnTo>
                    <a:pt x="1543596" y="1342599"/>
                  </a:lnTo>
                  <a:lnTo>
                    <a:pt x="1542314" y="1342599"/>
                  </a:lnTo>
                  <a:lnTo>
                    <a:pt x="1541032" y="1342599"/>
                  </a:lnTo>
                  <a:lnTo>
                    <a:pt x="1539751" y="1342599"/>
                  </a:lnTo>
                  <a:lnTo>
                    <a:pt x="1538469" y="1342599"/>
                  </a:lnTo>
                  <a:lnTo>
                    <a:pt x="1537187" y="1342599"/>
                  </a:lnTo>
                  <a:lnTo>
                    <a:pt x="1535905" y="1342599"/>
                  </a:lnTo>
                  <a:lnTo>
                    <a:pt x="1534623" y="1342599"/>
                  </a:lnTo>
                  <a:lnTo>
                    <a:pt x="1533341" y="1342599"/>
                  </a:lnTo>
                  <a:lnTo>
                    <a:pt x="1532060" y="1342599"/>
                  </a:lnTo>
                  <a:lnTo>
                    <a:pt x="1530778" y="1342599"/>
                  </a:lnTo>
                  <a:lnTo>
                    <a:pt x="1529496" y="1342599"/>
                  </a:lnTo>
                  <a:lnTo>
                    <a:pt x="1528214" y="1342599"/>
                  </a:lnTo>
                  <a:lnTo>
                    <a:pt x="1526932" y="1342599"/>
                  </a:lnTo>
                  <a:lnTo>
                    <a:pt x="1525650" y="1342599"/>
                  </a:lnTo>
                  <a:lnTo>
                    <a:pt x="1524368" y="1342599"/>
                  </a:lnTo>
                  <a:lnTo>
                    <a:pt x="1523087" y="1342599"/>
                  </a:lnTo>
                  <a:lnTo>
                    <a:pt x="1521805" y="1342599"/>
                  </a:lnTo>
                  <a:lnTo>
                    <a:pt x="1520523" y="1342599"/>
                  </a:lnTo>
                  <a:lnTo>
                    <a:pt x="1519241" y="1342599"/>
                  </a:lnTo>
                  <a:lnTo>
                    <a:pt x="1517959" y="1342599"/>
                  </a:lnTo>
                  <a:lnTo>
                    <a:pt x="1516677" y="1342599"/>
                  </a:lnTo>
                  <a:lnTo>
                    <a:pt x="1515396" y="1342599"/>
                  </a:lnTo>
                  <a:lnTo>
                    <a:pt x="1514114" y="1342599"/>
                  </a:lnTo>
                  <a:lnTo>
                    <a:pt x="1512832" y="1342599"/>
                  </a:lnTo>
                  <a:lnTo>
                    <a:pt x="1511550" y="1342599"/>
                  </a:lnTo>
                  <a:lnTo>
                    <a:pt x="1510268" y="1342599"/>
                  </a:lnTo>
                  <a:lnTo>
                    <a:pt x="1508986" y="1342599"/>
                  </a:lnTo>
                  <a:lnTo>
                    <a:pt x="1507704" y="1342599"/>
                  </a:lnTo>
                  <a:lnTo>
                    <a:pt x="1506423" y="1342599"/>
                  </a:lnTo>
                  <a:lnTo>
                    <a:pt x="1505141" y="1342599"/>
                  </a:lnTo>
                  <a:lnTo>
                    <a:pt x="1503859" y="1342599"/>
                  </a:lnTo>
                  <a:lnTo>
                    <a:pt x="1502577" y="1342599"/>
                  </a:lnTo>
                  <a:lnTo>
                    <a:pt x="1501295" y="1342599"/>
                  </a:lnTo>
                  <a:lnTo>
                    <a:pt x="1500013" y="1342599"/>
                  </a:lnTo>
                  <a:lnTo>
                    <a:pt x="1498732" y="1342599"/>
                  </a:lnTo>
                  <a:lnTo>
                    <a:pt x="1497450" y="1342599"/>
                  </a:lnTo>
                  <a:lnTo>
                    <a:pt x="1496168" y="1342599"/>
                  </a:lnTo>
                  <a:lnTo>
                    <a:pt x="1494886" y="1342599"/>
                  </a:lnTo>
                  <a:lnTo>
                    <a:pt x="1493604" y="1342599"/>
                  </a:lnTo>
                  <a:lnTo>
                    <a:pt x="1492322" y="1342599"/>
                  </a:lnTo>
                  <a:lnTo>
                    <a:pt x="1491041" y="1342599"/>
                  </a:lnTo>
                  <a:lnTo>
                    <a:pt x="1489759" y="1342599"/>
                  </a:lnTo>
                  <a:lnTo>
                    <a:pt x="1488477" y="1342599"/>
                  </a:lnTo>
                  <a:lnTo>
                    <a:pt x="1487195" y="1342599"/>
                  </a:lnTo>
                  <a:lnTo>
                    <a:pt x="1485913" y="1342599"/>
                  </a:lnTo>
                  <a:lnTo>
                    <a:pt x="1484631" y="1342599"/>
                  </a:lnTo>
                  <a:lnTo>
                    <a:pt x="1483349" y="1342599"/>
                  </a:lnTo>
                  <a:lnTo>
                    <a:pt x="1482068" y="1342599"/>
                  </a:lnTo>
                  <a:lnTo>
                    <a:pt x="1480786" y="1342599"/>
                  </a:lnTo>
                  <a:lnTo>
                    <a:pt x="1479504" y="1342599"/>
                  </a:lnTo>
                  <a:lnTo>
                    <a:pt x="1478222" y="1342599"/>
                  </a:lnTo>
                  <a:lnTo>
                    <a:pt x="1476940" y="1342599"/>
                  </a:lnTo>
                  <a:lnTo>
                    <a:pt x="1475658" y="1342599"/>
                  </a:lnTo>
                  <a:lnTo>
                    <a:pt x="1474377" y="1342599"/>
                  </a:lnTo>
                  <a:lnTo>
                    <a:pt x="1473095" y="1342599"/>
                  </a:lnTo>
                  <a:lnTo>
                    <a:pt x="1471813" y="1342599"/>
                  </a:lnTo>
                  <a:lnTo>
                    <a:pt x="1470531" y="1342599"/>
                  </a:lnTo>
                  <a:lnTo>
                    <a:pt x="1469249" y="1342599"/>
                  </a:lnTo>
                  <a:lnTo>
                    <a:pt x="1467967" y="1342599"/>
                  </a:lnTo>
                  <a:lnTo>
                    <a:pt x="1466685" y="1342599"/>
                  </a:lnTo>
                  <a:lnTo>
                    <a:pt x="1465404" y="1342599"/>
                  </a:lnTo>
                  <a:lnTo>
                    <a:pt x="1464122" y="1342599"/>
                  </a:lnTo>
                  <a:lnTo>
                    <a:pt x="1462840" y="1342599"/>
                  </a:lnTo>
                  <a:lnTo>
                    <a:pt x="1461558" y="1342599"/>
                  </a:lnTo>
                  <a:lnTo>
                    <a:pt x="1460276" y="1342599"/>
                  </a:lnTo>
                  <a:lnTo>
                    <a:pt x="1458994" y="1342599"/>
                  </a:lnTo>
                  <a:lnTo>
                    <a:pt x="1457713" y="1342599"/>
                  </a:lnTo>
                  <a:lnTo>
                    <a:pt x="1456431" y="1342599"/>
                  </a:lnTo>
                  <a:lnTo>
                    <a:pt x="1455149" y="1342599"/>
                  </a:lnTo>
                  <a:lnTo>
                    <a:pt x="1453867" y="1342599"/>
                  </a:lnTo>
                  <a:lnTo>
                    <a:pt x="1452585" y="1342599"/>
                  </a:lnTo>
                  <a:lnTo>
                    <a:pt x="1451303" y="1342599"/>
                  </a:lnTo>
                  <a:lnTo>
                    <a:pt x="1450022" y="1342599"/>
                  </a:lnTo>
                  <a:lnTo>
                    <a:pt x="1448740" y="1342599"/>
                  </a:lnTo>
                  <a:lnTo>
                    <a:pt x="1447458" y="1342599"/>
                  </a:lnTo>
                  <a:lnTo>
                    <a:pt x="1446176" y="1342599"/>
                  </a:lnTo>
                  <a:lnTo>
                    <a:pt x="1444894" y="1342599"/>
                  </a:lnTo>
                  <a:lnTo>
                    <a:pt x="1443612" y="1342599"/>
                  </a:lnTo>
                  <a:lnTo>
                    <a:pt x="1442330" y="1342599"/>
                  </a:lnTo>
                  <a:lnTo>
                    <a:pt x="1441049" y="1342599"/>
                  </a:lnTo>
                  <a:lnTo>
                    <a:pt x="1439767" y="1342599"/>
                  </a:lnTo>
                  <a:lnTo>
                    <a:pt x="1438485" y="1342599"/>
                  </a:lnTo>
                  <a:lnTo>
                    <a:pt x="1437203" y="1342599"/>
                  </a:lnTo>
                  <a:lnTo>
                    <a:pt x="1435921" y="1342599"/>
                  </a:lnTo>
                  <a:lnTo>
                    <a:pt x="1434639" y="1342599"/>
                  </a:lnTo>
                  <a:lnTo>
                    <a:pt x="1433358" y="1342599"/>
                  </a:lnTo>
                  <a:lnTo>
                    <a:pt x="1432076" y="1342599"/>
                  </a:lnTo>
                  <a:lnTo>
                    <a:pt x="1430794" y="1342599"/>
                  </a:lnTo>
                  <a:lnTo>
                    <a:pt x="1429512" y="1342599"/>
                  </a:lnTo>
                  <a:lnTo>
                    <a:pt x="1428230" y="1342599"/>
                  </a:lnTo>
                  <a:lnTo>
                    <a:pt x="1426948" y="1342599"/>
                  </a:lnTo>
                  <a:lnTo>
                    <a:pt x="1425666" y="1342599"/>
                  </a:lnTo>
                  <a:lnTo>
                    <a:pt x="1424385" y="1342599"/>
                  </a:lnTo>
                  <a:lnTo>
                    <a:pt x="1423103" y="1342599"/>
                  </a:lnTo>
                  <a:lnTo>
                    <a:pt x="1421821" y="1342599"/>
                  </a:lnTo>
                  <a:lnTo>
                    <a:pt x="1420539" y="1342599"/>
                  </a:lnTo>
                  <a:lnTo>
                    <a:pt x="1419257" y="1342599"/>
                  </a:lnTo>
                  <a:lnTo>
                    <a:pt x="1417975" y="1342599"/>
                  </a:lnTo>
                  <a:lnTo>
                    <a:pt x="1416694" y="1342599"/>
                  </a:lnTo>
                  <a:lnTo>
                    <a:pt x="1415412" y="1342599"/>
                  </a:lnTo>
                  <a:lnTo>
                    <a:pt x="1414130" y="1342599"/>
                  </a:lnTo>
                  <a:lnTo>
                    <a:pt x="1412848" y="1342599"/>
                  </a:lnTo>
                  <a:lnTo>
                    <a:pt x="1411566" y="1342599"/>
                  </a:lnTo>
                  <a:lnTo>
                    <a:pt x="1410284" y="1342599"/>
                  </a:lnTo>
                  <a:lnTo>
                    <a:pt x="1409002" y="1342599"/>
                  </a:lnTo>
                  <a:lnTo>
                    <a:pt x="1407721" y="1342599"/>
                  </a:lnTo>
                  <a:lnTo>
                    <a:pt x="1406439" y="1342599"/>
                  </a:lnTo>
                  <a:lnTo>
                    <a:pt x="1405157" y="1342599"/>
                  </a:lnTo>
                  <a:lnTo>
                    <a:pt x="1403875" y="1342599"/>
                  </a:lnTo>
                  <a:lnTo>
                    <a:pt x="1402593" y="1342599"/>
                  </a:lnTo>
                  <a:lnTo>
                    <a:pt x="1401311" y="1342599"/>
                  </a:lnTo>
                  <a:lnTo>
                    <a:pt x="1400030" y="1342599"/>
                  </a:lnTo>
                  <a:lnTo>
                    <a:pt x="1398748" y="1342599"/>
                  </a:lnTo>
                  <a:lnTo>
                    <a:pt x="1397466" y="1342599"/>
                  </a:lnTo>
                  <a:lnTo>
                    <a:pt x="1396184" y="1342599"/>
                  </a:lnTo>
                  <a:lnTo>
                    <a:pt x="1394902" y="1342599"/>
                  </a:lnTo>
                  <a:lnTo>
                    <a:pt x="1393620" y="1342599"/>
                  </a:lnTo>
                  <a:lnTo>
                    <a:pt x="1392339" y="1342599"/>
                  </a:lnTo>
                  <a:lnTo>
                    <a:pt x="1391057" y="1342599"/>
                  </a:lnTo>
                  <a:lnTo>
                    <a:pt x="1389775" y="1342599"/>
                  </a:lnTo>
                  <a:lnTo>
                    <a:pt x="1388493" y="1342599"/>
                  </a:lnTo>
                  <a:lnTo>
                    <a:pt x="1387211" y="1342599"/>
                  </a:lnTo>
                  <a:lnTo>
                    <a:pt x="1385929" y="1342599"/>
                  </a:lnTo>
                  <a:lnTo>
                    <a:pt x="1384647" y="1342599"/>
                  </a:lnTo>
                  <a:lnTo>
                    <a:pt x="1383366" y="1342599"/>
                  </a:lnTo>
                  <a:lnTo>
                    <a:pt x="1382084" y="1342599"/>
                  </a:lnTo>
                  <a:lnTo>
                    <a:pt x="1380802" y="1342599"/>
                  </a:lnTo>
                  <a:lnTo>
                    <a:pt x="1379520" y="1342599"/>
                  </a:lnTo>
                  <a:lnTo>
                    <a:pt x="1378238" y="1342599"/>
                  </a:lnTo>
                  <a:lnTo>
                    <a:pt x="1376956" y="1342599"/>
                  </a:lnTo>
                  <a:lnTo>
                    <a:pt x="1375675" y="1342599"/>
                  </a:lnTo>
                  <a:lnTo>
                    <a:pt x="1374393" y="1342599"/>
                  </a:lnTo>
                  <a:lnTo>
                    <a:pt x="1373111" y="1342599"/>
                  </a:lnTo>
                  <a:lnTo>
                    <a:pt x="1371829" y="1342599"/>
                  </a:lnTo>
                  <a:lnTo>
                    <a:pt x="1370547" y="1342599"/>
                  </a:lnTo>
                  <a:lnTo>
                    <a:pt x="1369265" y="1342599"/>
                  </a:lnTo>
                  <a:lnTo>
                    <a:pt x="1367983" y="1342599"/>
                  </a:lnTo>
                  <a:lnTo>
                    <a:pt x="1366702" y="1342599"/>
                  </a:lnTo>
                  <a:lnTo>
                    <a:pt x="1365420" y="1342599"/>
                  </a:lnTo>
                  <a:lnTo>
                    <a:pt x="1364138" y="1342599"/>
                  </a:lnTo>
                  <a:lnTo>
                    <a:pt x="1362856" y="1342599"/>
                  </a:lnTo>
                  <a:lnTo>
                    <a:pt x="1361574" y="1342599"/>
                  </a:lnTo>
                  <a:lnTo>
                    <a:pt x="1360292" y="1342599"/>
                  </a:lnTo>
                  <a:lnTo>
                    <a:pt x="1359011" y="1342599"/>
                  </a:lnTo>
                  <a:lnTo>
                    <a:pt x="1357729" y="1342599"/>
                  </a:lnTo>
                  <a:lnTo>
                    <a:pt x="1356447" y="1342599"/>
                  </a:lnTo>
                  <a:lnTo>
                    <a:pt x="1355165" y="1342599"/>
                  </a:lnTo>
                  <a:lnTo>
                    <a:pt x="1353883" y="1342599"/>
                  </a:lnTo>
                  <a:lnTo>
                    <a:pt x="1352601" y="1342599"/>
                  </a:lnTo>
                  <a:lnTo>
                    <a:pt x="1351320" y="1342599"/>
                  </a:lnTo>
                  <a:lnTo>
                    <a:pt x="1350038" y="1342599"/>
                  </a:lnTo>
                  <a:lnTo>
                    <a:pt x="1348756" y="1342599"/>
                  </a:lnTo>
                  <a:lnTo>
                    <a:pt x="1347474" y="1342599"/>
                  </a:lnTo>
                  <a:lnTo>
                    <a:pt x="1346192" y="1342599"/>
                  </a:lnTo>
                  <a:lnTo>
                    <a:pt x="1344910" y="1342599"/>
                  </a:lnTo>
                  <a:lnTo>
                    <a:pt x="1343628" y="1342599"/>
                  </a:lnTo>
                  <a:lnTo>
                    <a:pt x="1342347" y="1342599"/>
                  </a:lnTo>
                  <a:lnTo>
                    <a:pt x="1341065" y="1342599"/>
                  </a:lnTo>
                  <a:lnTo>
                    <a:pt x="1339783" y="1342599"/>
                  </a:lnTo>
                  <a:lnTo>
                    <a:pt x="1338501" y="1342599"/>
                  </a:lnTo>
                  <a:lnTo>
                    <a:pt x="1337219" y="1342599"/>
                  </a:lnTo>
                  <a:lnTo>
                    <a:pt x="1335937" y="1342599"/>
                  </a:lnTo>
                  <a:lnTo>
                    <a:pt x="1334656" y="1342599"/>
                  </a:lnTo>
                  <a:lnTo>
                    <a:pt x="1333374" y="1342599"/>
                  </a:lnTo>
                  <a:lnTo>
                    <a:pt x="1332092" y="1342599"/>
                  </a:lnTo>
                  <a:lnTo>
                    <a:pt x="1330810" y="1342599"/>
                  </a:lnTo>
                  <a:lnTo>
                    <a:pt x="1329528" y="1342599"/>
                  </a:lnTo>
                  <a:lnTo>
                    <a:pt x="1328246" y="1342599"/>
                  </a:lnTo>
                  <a:lnTo>
                    <a:pt x="1326964" y="1342599"/>
                  </a:lnTo>
                  <a:lnTo>
                    <a:pt x="1325683" y="1342599"/>
                  </a:lnTo>
                  <a:lnTo>
                    <a:pt x="1324401" y="1342599"/>
                  </a:lnTo>
                  <a:lnTo>
                    <a:pt x="1323119" y="1342599"/>
                  </a:lnTo>
                  <a:lnTo>
                    <a:pt x="1321837" y="1342599"/>
                  </a:lnTo>
                  <a:lnTo>
                    <a:pt x="1320555" y="1342599"/>
                  </a:lnTo>
                  <a:lnTo>
                    <a:pt x="1319273" y="1342599"/>
                  </a:lnTo>
                  <a:lnTo>
                    <a:pt x="1317992" y="1342599"/>
                  </a:lnTo>
                  <a:lnTo>
                    <a:pt x="1316710" y="1342599"/>
                  </a:lnTo>
                  <a:lnTo>
                    <a:pt x="1315428" y="1342599"/>
                  </a:lnTo>
                  <a:lnTo>
                    <a:pt x="1314146" y="1342599"/>
                  </a:lnTo>
                  <a:lnTo>
                    <a:pt x="1312864" y="1342599"/>
                  </a:lnTo>
                  <a:lnTo>
                    <a:pt x="1311582" y="1342599"/>
                  </a:lnTo>
                  <a:lnTo>
                    <a:pt x="1310300" y="1342599"/>
                  </a:lnTo>
                  <a:lnTo>
                    <a:pt x="1309019" y="1342599"/>
                  </a:lnTo>
                  <a:lnTo>
                    <a:pt x="1307737" y="1342599"/>
                  </a:lnTo>
                  <a:lnTo>
                    <a:pt x="1306455" y="1342599"/>
                  </a:lnTo>
                  <a:lnTo>
                    <a:pt x="1305173" y="1342599"/>
                  </a:lnTo>
                  <a:lnTo>
                    <a:pt x="1303891" y="1342599"/>
                  </a:lnTo>
                  <a:lnTo>
                    <a:pt x="1302609" y="1342599"/>
                  </a:lnTo>
                  <a:lnTo>
                    <a:pt x="1301328" y="1342599"/>
                  </a:lnTo>
                  <a:lnTo>
                    <a:pt x="1300046" y="1342599"/>
                  </a:lnTo>
                  <a:lnTo>
                    <a:pt x="1298764" y="1342599"/>
                  </a:lnTo>
                  <a:lnTo>
                    <a:pt x="1297482" y="1342599"/>
                  </a:lnTo>
                  <a:lnTo>
                    <a:pt x="1296200" y="1342599"/>
                  </a:lnTo>
                  <a:lnTo>
                    <a:pt x="1294918" y="1342599"/>
                  </a:lnTo>
                  <a:lnTo>
                    <a:pt x="1293637" y="1342599"/>
                  </a:lnTo>
                  <a:lnTo>
                    <a:pt x="1292355" y="1342599"/>
                  </a:lnTo>
                  <a:lnTo>
                    <a:pt x="1291073" y="1342599"/>
                  </a:lnTo>
                  <a:lnTo>
                    <a:pt x="1289791" y="1342599"/>
                  </a:lnTo>
                  <a:lnTo>
                    <a:pt x="1288509" y="1342599"/>
                  </a:lnTo>
                  <a:lnTo>
                    <a:pt x="1287227" y="1342599"/>
                  </a:lnTo>
                  <a:lnTo>
                    <a:pt x="1285945" y="1342599"/>
                  </a:lnTo>
                  <a:lnTo>
                    <a:pt x="1284664" y="1342599"/>
                  </a:lnTo>
                  <a:lnTo>
                    <a:pt x="1283382" y="1342599"/>
                  </a:lnTo>
                  <a:lnTo>
                    <a:pt x="1282100" y="1342599"/>
                  </a:lnTo>
                  <a:lnTo>
                    <a:pt x="1280818" y="1342599"/>
                  </a:lnTo>
                  <a:lnTo>
                    <a:pt x="1279536" y="1342599"/>
                  </a:lnTo>
                  <a:lnTo>
                    <a:pt x="1278254" y="1342599"/>
                  </a:lnTo>
                  <a:lnTo>
                    <a:pt x="1276973" y="1342599"/>
                  </a:lnTo>
                  <a:lnTo>
                    <a:pt x="1275691" y="1342599"/>
                  </a:lnTo>
                  <a:lnTo>
                    <a:pt x="1274409" y="1342599"/>
                  </a:lnTo>
                  <a:lnTo>
                    <a:pt x="1273127" y="1342599"/>
                  </a:lnTo>
                  <a:lnTo>
                    <a:pt x="1271845" y="1342599"/>
                  </a:lnTo>
                  <a:lnTo>
                    <a:pt x="1270563" y="1342599"/>
                  </a:lnTo>
                  <a:lnTo>
                    <a:pt x="1269281" y="1342599"/>
                  </a:lnTo>
                  <a:lnTo>
                    <a:pt x="1268000" y="1342599"/>
                  </a:lnTo>
                  <a:lnTo>
                    <a:pt x="1266718" y="1342599"/>
                  </a:lnTo>
                  <a:lnTo>
                    <a:pt x="1265436" y="1342599"/>
                  </a:lnTo>
                  <a:lnTo>
                    <a:pt x="1264154" y="1342599"/>
                  </a:lnTo>
                  <a:lnTo>
                    <a:pt x="1262872" y="1342599"/>
                  </a:lnTo>
                  <a:lnTo>
                    <a:pt x="1261590" y="1342599"/>
                  </a:lnTo>
                  <a:lnTo>
                    <a:pt x="1260309" y="1342599"/>
                  </a:lnTo>
                  <a:lnTo>
                    <a:pt x="1259027" y="1342599"/>
                  </a:lnTo>
                  <a:lnTo>
                    <a:pt x="1257745" y="1342599"/>
                  </a:lnTo>
                  <a:lnTo>
                    <a:pt x="1256463" y="1342599"/>
                  </a:lnTo>
                  <a:lnTo>
                    <a:pt x="1255181" y="1342599"/>
                  </a:lnTo>
                  <a:lnTo>
                    <a:pt x="1253899" y="1342599"/>
                  </a:lnTo>
                  <a:lnTo>
                    <a:pt x="1252618" y="1342599"/>
                  </a:lnTo>
                  <a:lnTo>
                    <a:pt x="1251336" y="1342599"/>
                  </a:lnTo>
                  <a:lnTo>
                    <a:pt x="1250054" y="1342599"/>
                  </a:lnTo>
                  <a:lnTo>
                    <a:pt x="1248772" y="1342599"/>
                  </a:lnTo>
                  <a:lnTo>
                    <a:pt x="1247490" y="1342599"/>
                  </a:lnTo>
                  <a:lnTo>
                    <a:pt x="1246208" y="1342599"/>
                  </a:lnTo>
                  <a:lnTo>
                    <a:pt x="1244926" y="1342599"/>
                  </a:lnTo>
                  <a:lnTo>
                    <a:pt x="1243645" y="1342599"/>
                  </a:lnTo>
                  <a:lnTo>
                    <a:pt x="1242363" y="1342599"/>
                  </a:lnTo>
                  <a:lnTo>
                    <a:pt x="1241081" y="1342599"/>
                  </a:lnTo>
                  <a:lnTo>
                    <a:pt x="1239799" y="1342599"/>
                  </a:lnTo>
                  <a:lnTo>
                    <a:pt x="1238517" y="1342599"/>
                  </a:lnTo>
                  <a:lnTo>
                    <a:pt x="1237235" y="1342599"/>
                  </a:lnTo>
                  <a:lnTo>
                    <a:pt x="1235954" y="1342599"/>
                  </a:lnTo>
                  <a:lnTo>
                    <a:pt x="1234672" y="1342599"/>
                  </a:lnTo>
                  <a:lnTo>
                    <a:pt x="1233390" y="1342599"/>
                  </a:lnTo>
                  <a:lnTo>
                    <a:pt x="1232108" y="1342599"/>
                  </a:lnTo>
                  <a:lnTo>
                    <a:pt x="1230826" y="1342599"/>
                  </a:lnTo>
                  <a:lnTo>
                    <a:pt x="1229544" y="1342599"/>
                  </a:lnTo>
                  <a:lnTo>
                    <a:pt x="1228262" y="1342599"/>
                  </a:lnTo>
                  <a:lnTo>
                    <a:pt x="1226981" y="1342599"/>
                  </a:lnTo>
                  <a:lnTo>
                    <a:pt x="1225699" y="1342599"/>
                  </a:lnTo>
                  <a:lnTo>
                    <a:pt x="1224417" y="1342599"/>
                  </a:lnTo>
                  <a:lnTo>
                    <a:pt x="1223135" y="1342599"/>
                  </a:lnTo>
                  <a:lnTo>
                    <a:pt x="1221853" y="1342599"/>
                  </a:lnTo>
                  <a:lnTo>
                    <a:pt x="1220571" y="1342599"/>
                  </a:lnTo>
                  <a:lnTo>
                    <a:pt x="1219290" y="1342599"/>
                  </a:lnTo>
                  <a:lnTo>
                    <a:pt x="1218008" y="1342599"/>
                  </a:lnTo>
                  <a:lnTo>
                    <a:pt x="1216726" y="1342599"/>
                  </a:lnTo>
                  <a:lnTo>
                    <a:pt x="1215444" y="1342599"/>
                  </a:lnTo>
                  <a:lnTo>
                    <a:pt x="1214162" y="1342599"/>
                  </a:lnTo>
                  <a:lnTo>
                    <a:pt x="1212880" y="1342599"/>
                  </a:lnTo>
                  <a:lnTo>
                    <a:pt x="1211599" y="1342599"/>
                  </a:lnTo>
                  <a:lnTo>
                    <a:pt x="1210317" y="1342599"/>
                  </a:lnTo>
                  <a:lnTo>
                    <a:pt x="1209035" y="1342599"/>
                  </a:lnTo>
                  <a:lnTo>
                    <a:pt x="1207753" y="1342599"/>
                  </a:lnTo>
                  <a:lnTo>
                    <a:pt x="1206471" y="1342599"/>
                  </a:lnTo>
                  <a:lnTo>
                    <a:pt x="1205189" y="1342599"/>
                  </a:lnTo>
                  <a:lnTo>
                    <a:pt x="1203907" y="1342599"/>
                  </a:lnTo>
                  <a:lnTo>
                    <a:pt x="1202626" y="1342599"/>
                  </a:lnTo>
                  <a:lnTo>
                    <a:pt x="1201344" y="1342599"/>
                  </a:lnTo>
                  <a:lnTo>
                    <a:pt x="1200062" y="1342599"/>
                  </a:lnTo>
                  <a:lnTo>
                    <a:pt x="1198780" y="1342599"/>
                  </a:lnTo>
                  <a:lnTo>
                    <a:pt x="1197498" y="1342599"/>
                  </a:lnTo>
                  <a:lnTo>
                    <a:pt x="1196216" y="1342599"/>
                  </a:lnTo>
                  <a:lnTo>
                    <a:pt x="1194935" y="1342599"/>
                  </a:lnTo>
                  <a:lnTo>
                    <a:pt x="1193653" y="1342599"/>
                  </a:lnTo>
                  <a:lnTo>
                    <a:pt x="1192371" y="1342599"/>
                  </a:lnTo>
                  <a:lnTo>
                    <a:pt x="1191089" y="1342599"/>
                  </a:lnTo>
                  <a:lnTo>
                    <a:pt x="1189807" y="1342599"/>
                  </a:lnTo>
                  <a:lnTo>
                    <a:pt x="1188525" y="1342599"/>
                  </a:lnTo>
                  <a:lnTo>
                    <a:pt x="1187243" y="1342599"/>
                  </a:lnTo>
                  <a:lnTo>
                    <a:pt x="1185962" y="1342599"/>
                  </a:lnTo>
                  <a:lnTo>
                    <a:pt x="1184680" y="1342599"/>
                  </a:lnTo>
                  <a:lnTo>
                    <a:pt x="1183398" y="1342599"/>
                  </a:lnTo>
                  <a:lnTo>
                    <a:pt x="1182116" y="1342599"/>
                  </a:lnTo>
                  <a:lnTo>
                    <a:pt x="1180834" y="1342599"/>
                  </a:lnTo>
                  <a:lnTo>
                    <a:pt x="1179552" y="1342599"/>
                  </a:lnTo>
                  <a:lnTo>
                    <a:pt x="1178271" y="1342599"/>
                  </a:lnTo>
                  <a:lnTo>
                    <a:pt x="1176989" y="1342599"/>
                  </a:lnTo>
                  <a:lnTo>
                    <a:pt x="1175707" y="1342599"/>
                  </a:lnTo>
                  <a:lnTo>
                    <a:pt x="1174425" y="1342599"/>
                  </a:lnTo>
                  <a:lnTo>
                    <a:pt x="1173143" y="1342599"/>
                  </a:lnTo>
                  <a:lnTo>
                    <a:pt x="1171861" y="1342599"/>
                  </a:lnTo>
                  <a:lnTo>
                    <a:pt x="1170579" y="1342599"/>
                  </a:lnTo>
                  <a:lnTo>
                    <a:pt x="1169298" y="1342599"/>
                  </a:lnTo>
                  <a:lnTo>
                    <a:pt x="1168016" y="1342599"/>
                  </a:lnTo>
                  <a:lnTo>
                    <a:pt x="1166734" y="1342599"/>
                  </a:lnTo>
                  <a:lnTo>
                    <a:pt x="1165452" y="1342599"/>
                  </a:lnTo>
                  <a:lnTo>
                    <a:pt x="1164170" y="1342599"/>
                  </a:lnTo>
                  <a:lnTo>
                    <a:pt x="1162888" y="1342599"/>
                  </a:lnTo>
                  <a:lnTo>
                    <a:pt x="1161607" y="1342599"/>
                  </a:lnTo>
                  <a:lnTo>
                    <a:pt x="1160325" y="1342599"/>
                  </a:lnTo>
                  <a:lnTo>
                    <a:pt x="1159043" y="1342599"/>
                  </a:lnTo>
                  <a:lnTo>
                    <a:pt x="1157761" y="1342599"/>
                  </a:lnTo>
                  <a:lnTo>
                    <a:pt x="1156479" y="1342599"/>
                  </a:lnTo>
                  <a:lnTo>
                    <a:pt x="1155197" y="1342599"/>
                  </a:lnTo>
                  <a:lnTo>
                    <a:pt x="1153916" y="1342599"/>
                  </a:lnTo>
                  <a:lnTo>
                    <a:pt x="1152634" y="1342599"/>
                  </a:lnTo>
                  <a:lnTo>
                    <a:pt x="1151352" y="1342599"/>
                  </a:lnTo>
                  <a:lnTo>
                    <a:pt x="1150070" y="1342599"/>
                  </a:lnTo>
                  <a:lnTo>
                    <a:pt x="1148788" y="1342599"/>
                  </a:lnTo>
                  <a:lnTo>
                    <a:pt x="1147506" y="1342599"/>
                  </a:lnTo>
                  <a:lnTo>
                    <a:pt x="1146224" y="1342599"/>
                  </a:lnTo>
                  <a:lnTo>
                    <a:pt x="1144943" y="1342599"/>
                  </a:lnTo>
                  <a:lnTo>
                    <a:pt x="1143661" y="1342599"/>
                  </a:lnTo>
                  <a:lnTo>
                    <a:pt x="1142379" y="1342599"/>
                  </a:lnTo>
                  <a:lnTo>
                    <a:pt x="1141097" y="1342599"/>
                  </a:lnTo>
                  <a:lnTo>
                    <a:pt x="1139815" y="1342599"/>
                  </a:lnTo>
                  <a:lnTo>
                    <a:pt x="1138533" y="1342599"/>
                  </a:lnTo>
                  <a:lnTo>
                    <a:pt x="1137252" y="1342599"/>
                  </a:lnTo>
                  <a:lnTo>
                    <a:pt x="1135970" y="1342599"/>
                  </a:lnTo>
                  <a:lnTo>
                    <a:pt x="1134688" y="1342599"/>
                  </a:lnTo>
                  <a:lnTo>
                    <a:pt x="1133406" y="1342599"/>
                  </a:lnTo>
                  <a:lnTo>
                    <a:pt x="1132124" y="1342599"/>
                  </a:lnTo>
                  <a:lnTo>
                    <a:pt x="1130842" y="1342599"/>
                  </a:lnTo>
                  <a:lnTo>
                    <a:pt x="1129560" y="1342599"/>
                  </a:lnTo>
                  <a:lnTo>
                    <a:pt x="1128279" y="1342599"/>
                  </a:lnTo>
                  <a:lnTo>
                    <a:pt x="1126997" y="1342599"/>
                  </a:lnTo>
                  <a:lnTo>
                    <a:pt x="1125715" y="1342599"/>
                  </a:lnTo>
                  <a:lnTo>
                    <a:pt x="1124433" y="1342599"/>
                  </a:lnTo>
                  <a:lnTo>
                    <a:pt x="1123151" y="1342599"/>
                  </a:lnTo>
                  <a:lnTo>
                    <a:pt x="1121869" y="1342599"/>
                  </a:lnTo>
                  <a:lnTo>
                    <a:pt x="1120588" y="1342599"/>
                  </a:lnTo>
                  <a:lnTo>
                    <a:pt x="1119306" y="1342599"/>
                  </a:lnTo>
                  <a:lnTo>
                    <a:pt x="1118024" y="1342599"/>
                  </a:lnTo>
                  <a:lnTo>
                    <a:pt x="1116742" y="1342599"/>
                  </a:lnTo>
                  <a:lnTo>
                    <a:pt x="1115460" y="1342599"/>
                  </a:lnTo>
                  <a:lnTo>
                    <a:pt x="1114178" y="1342599"/>
                  </a:lnTo>
                  <a:lnTo>
                    <a:pt x="1112897" y="1342599"/>
                  </a:lnTo>
                  <a:lnTo>
                    <a:pt x="1111615" y="1342599"/>
                  </a:lnTo>
                  <a:lnTo>
                    <a:pt x="1110333" y="1342599"/>
                  </a:lnTo>
                  <a:lnTo>
                    <a:pt x="1109051" y="1342599"/>
                  </a:lnTo>
                  <a:lnTo>
                    <a:pt x="1107769" y="1342599"/>
                  </a:lnTo>
                  <a:lnTo>
                    <a:pt x="1106487" y="1342599"/>
                  </a:lnTo>
                  <a:lnTo>
                    <a:pt x="1105205" y="1342599"/>
                  </a:lnTo>
                  <a:lnTo>
                    <a:pt x="1103924" y="1342599"/>
                  </a:lnTo>
                  <a:lnTo>
                    <a:pt x="1102642" y="1342599"/>
                  </a:lnTo>
                  <a:lnTo>
                    <a:pt x="1101360" y="1342599"/>
                  </a:lnTo>
                  <a:lnTo>
                    <a:pt x="1100078" y="1342599"/>
                  </a:lnTo>
                  <a:lnTo>
                    <a:pt x="1098796" y="1342599"/>
                  </a:lnTo>
                  <a:lnTo>
                    <a:pt x="1097514" y="1342599"/>
                  </a:lnTo>
                  <a:lnTo>
                    <a:pt x="1096233" y="1342599"/>
                  </a:lnTo>
                  <a:lnTo>
                    <a:pt x="1094951" y="1342599"/>
                  </a:lnTo>
                  <a:lnTo>
                    <a:pt x="1093669" y="1342599"/>
                  </a:lnTo>
                  <a:lnTo>
                    <a:pt x="1092387" y="1342599"/>
                  </a:lnTo>
                  <a:lnTo>
                    <a:pt x="1091105" y="1342599"/>
                  </a:lnTo>
                  <a:lnTo>
                    <a:pt x="1089823" y="1342599"/>
                  </a:lnTo>
                  <a:lnTo>
                    <a:pt x="1088541" y="1342599"/>
                  </a:lnTo>
                  <a:lnTo>
                    <a:pt x="1087260" y="1342599"/>
                  </a:lnTo>
                  <a:lnTo>
                    <a:pt x="1085978" y="1342599"/>
                  </a:lnTo>
                  <a:lnTo>
                    <a:pt x="1084696" y="1342599"/>
                  </a:lnTo>
                  <a:lnTo>
                    <a:pt x="1083414" y="1342599"/>
                  </a:lnTo>
                  <a:lnTo>
                    <a:pt x="1082132" y="1342599"/>
                  </a:lnTo>
                  <a:lnTo>
                    <a:pt x="1080850" y="1342599"/>
                  </a:lnTo>
                  <a:lnTo>
                    <a:pt x="1079569" y="1342599"/>
                  </a:lnTo>
                  <a:lnTo>
                    <a:pt x="1078287" y="1342599"/>
                  </a:lnTo>
                  <a:lnTo>
                    <a:pt x="1077005" y="1342599"/>
                  </a:lnTo>
                  <a:lnTo>
                    <a:pt x="1075723" y="1342599"/>
                  </a:lnTo>
                  <a:lnTo>
                    <a:pt x="1074441" y="1342599"/>
                  </a:lnTo>
                  <a:lnTo>
                    <a:pt x="1073159" y="1342599"/>
                  </a:lnTo>
                  <a:lnTo>
                    <a:pt x="1071878" y="1342599"/>
                  </a:lnTo>
                  <a:lnTo>
                    <a:pt x="1070596" y="1342599"/>
                  </a:lnTo>
                  <a:lnTo>
                    <a:pt x="1069314" y="1342599"/>
                  </a:lnTo>
                  <a:lnTo>
                    <a:pt x="1068032" y="1342599"/>
                  </a:lnTo>
                  <a:lnTo>
                    <a:pt x="1066750" y="1342599"/>
                  </a:lnTo>
                  <a:lnTo>
                    <a:pt x="1065468" y="1342599"/>
                  </a:lnTo>
                  <a:lnTo>
                    <a:pt x="1064186" y="1342599"/>
                  </a:lnTo>
                  <a:lnTo>
                    <a:pt x="1062905" y="1342599"/>
                  </a:lnTo>
                  <a:lnTo>
                    <a:pt x="1061623" y="1342599"/>
                  </a:lnTo>
                  <a:lnTo>
                    <a:pt x="1060341" y="1342599"/>
                  </a:lnTo>
                  <a:lnTo>
                    <a:pt x="1059059" y="1342599"/>
                  </a:lnTo>
                  <a:lnTo>
                    <a:pt x="1057777" y="1342599"/>
                  </a:lnTo>
                  <a:lnTo>
                    <a:pt x="1056495" y="1342599"/>
                  </a:lnTo>
                  <a:lnTo>
                    <a:pt x="1055214" y="1342599"/>
                  </a:lnTo>
                  <a:lnTo>
                    <a:pt x="1053932" y="1342599"/>
                  </a:lnTo>
                  <a:lnTo>
                    <a:pt x="1052650" y="1342599"/>
                  </a:lnTo>
                  <a:lnTo>
                    <a:pt x="1051368" y="1342599"/>
                  </a:lnTo>
                  <a:lnTo>
                    <a:pt x="1050086" y="1342599"/>
                  </a:lnTo>
                  <a:lnTo>
                    <a:pt x="1048804" y="1342599"/>
                  </a:lnTo>
                  <a:lnTo>
                    <a:pt x="1047522" y="1342599"/>
                  </a:lnTo>
                  <a:lnTo>
                    <a:pt x="1046241" y="1342599"/>
                  </a:lnTo>
                  <a:lnTo>
                    <a:pt x="1044959" y="1342599"/>
                  </a:lnTo>
                  <a:lnTo>
                    <a:pt x="1043677" y="1342599"/>
                  </a:lnTo>
                  <a:lnTo>
                    <a:pt x="1042395" y="1342599"/>
                  </a:lnTo>
                  <a:lnTo>
                    <a:pt x="1041113" y="1342599"/>
                  </a:lnTo>
                  <a:lnTo>
                    <a:pt x="1039831" y="1342599"/>
                  </a:lnTo>
                  <a:lnTo>
                    <a:pt x="1038550" y="1342599"/>
                  </a:lnTo>
                  <a:lnTo>
                    <a:pt x="1037268" y="1342599"/>
                  </a:lnTo>
                  <a:lnTo>
                    <a:pt x="1035986" y="1342599"/>
                  </a:lnTo>
                  <a:lnTo>
                    <a:pt x="1034704" y="1342599"/>
                  </a:lnTo>
                  <a:lnTo>
                    <a:pt x="1033422" y="1342599"/>
                  </a:lnTo>
                  <a:lnTo>
                    <a:pt x="1032140" y="1342599"/>
                  </a:lnTo>
                  <a:lnTo>
                    <a:pt x="1030858" y="1342599"/>
                  </a:lnTo>
                  <a:lnTo>
                    <a:pt x="1029577" y="1342599"/>
                  </a:lnTo>
                  <a:lnTo>
                    <a:pt x="1028295" y="1342599"/>
                  </a:lnTo>
                  <a:lnTo>
                    <a:pt x="1027013" y="1342599"/>
                  </a:lnTo>
                  <a:lnTo>
                    <a:pt x="1025731" y="1342599"/>
                  </a:lnTo>
                  <a:lnTo>
                    <a:pt x="1024449" y="1342599"/>
                  </a:lnTo>
                  <a:lnTo>
                    <a:pt x="1023167" y="1342599"/>
                  </a:lnTo>
                  <a:lnTo>
                    <a:pt x="1021886" y="1342599"/>
                  </a:lnTo>
                  <a:lnTo>
                    <a:pt x="1020604" y="1342599"/>
                  </a:lnTo>
                  <a:lnTo>
                    <a:pt x="1019322" y="1342599"/>
                  </a:lnTo>
                  <a:lnTo>
                    <a:pt x="1018040" y="1342599"/>
                  </a:lnTo>
                  <a:lnTo>
                    <a:pt x="1016758" y="1342599"/>
                  </a:lnTo>
                  <a:lnTo>
                    <a:pt x="1015476" y="1342599"/>
                  </a:lnTo>
                  <a:lnTo>
                    <a:pt x="1014195" y="1342599"/>
                  </a:lnTo>
                  <a:lnTo>
                    <a:pt x="1012913" y="1342599"/>
                  </a:lnTo>
                  <a:lnTo>
                    <a:pt x="1011631" y="1342599"/>
                  </a:lnTo>
                  <a:lnTo>
                    <a:pt x="1010349" y="1342599"/>
                  </a:lnTo>
                  <a:lnTo>
                    <a:pt x="1009067" y="1342599"/>
                  </a:lnTo>
                  <a:lnTo>
                    <a:pt x="1007785" y="1342599"/>
                  </a:lnTo>
                  <a:lnTo>
                    <a:pt x="1006503" y="1342599"/>
                  </a:lnTo>
                  <a:lnTo>
                    <a:pt x="1005222" y="1342599"/>
                  </a:lnTo>
                  <a:lnTo>
                    <a:pt x="1003940" y="1342599"/>
                  </a:lnTo>
                  <a:lnTo>
                    <a:pt x="1002658" y="1342599"/>
                  </a:lnTo>
                  <a:lnTo>
                    <a:pt x="1001376" y="1342599"/>
                  </a:lnTo>
                  <a:lnTo>
                    <a:pt x="1000094" y="1342599"/>
                  </a:lnTo>
                  <a:lnTo>
                    <a:pt x="998812" y="1342599"/>
                  </a:lnTo>
                  <a:lnTo>
                    <a:pt x="997531" y="1342599"/>
                  </a:lnTo>
                  <a:lnTo>
                    <a:pt x="996249" y="1342599"/>
                  </a:lnTo>
                  <a:lnTo>
                    <a:pt x="994967" y="1342599"/>
                  </a:lnTo>
                  <a:lnTo>
                    <a:pt x="993685" y="1342599"/>
                  </a:lnTo>
                  <a:lnTo>
                    <a:pt x="992403" y="1342599"/>
                  </a:lnTo>
                  <a:lnTo>
                    <a:pt x="991121" y="1342599"/>
                  </a:lnTo>
                  <a:lnTo>
                    <a:pt x="989839" y="1342599"/>
                  </a:lnTo>
                  <a:lnTo>
                    <a:pt x="988558" y="1342599"/>
                  </a:lnTo>
                  <a:lnTo>
                    <a:pt x="987276" y="1342599"/>
                  </a:lnTo>
                  <a:lnTo>
                    <a:pt x="985994" y="1342599"/>
                  </a:lnTo>
                  <a:lnTo>
                    <a:pt x="984712" y="1342599"/>
                  </a:lnTo>
                  <a:lnTo>
                    <a:pt x="983430" y="1342599"/>
                  </a:lnTo>
                  <a:lnTo>
                    <a:pt x="982148" y="1342599"/>
                  </a:lnTo>
                  <a:lnTo>
                    <a:pt x="980867" y="1342599"/>
                  </a:lnTo>
                  <a:lnTo>
                    <a:pt x="979585" y="1342599"/>
                  </a:lnTo>
                  <a:lnTo>
                    <a:pt x="978303" y="1342599"/>
                  </a:lnTo>
                  <a:lnTo>
                    <a:pt x="977021" y="1342599"/>
                  </a:lnTo>
                  <a:lnTo>
                    <a:pt x="975739" y="1342599"/>
                  </a:lnTo>
                  <a:lnTo>
                    <a:pt x="974457" y="1342599"/>
                  </a:lnTo>
                  <a:lnTo>
                    <a:pt x="973176" y="1342599"/>
                  </a:lnTo>
                  <a:lnTo>
                    <a:pt x="971894" y="1342599"/>
                  </a:lnTo>
                  <a:lnTo>
                    <a:pt x="970612" y="1342599"/>
                  </a:lnTo>
                  <a:lnTo>
                    <a:pt x="969330" y="1342599"/>
                  </a:lnTo>
                  <a:lnTo>
                    <a:pt x="968048" y="1342599"/>
                  </a:lnTo>
                  <a:lnTo>
                    <a:pt x="966766" y="1342599"/>
                  </a:lnTo>
                  <a:lnTo>
                    <a:pt x="965484" y="1342599"/>
                  </a:lnTo>
                  <a:lnTo>
                    <a:pt x="964203" y="1342599"/>
                  </a:lnTo>
                  <a:lnTo>
                    <a:pt x="962921" y="1342599"/>
                  </a:lnTo>
                  <a:lnTo>
                    <a:pt x="961639" y="1342599"/>
                  </a:lnTo>
                  <a:lnTo>
                    <a:pt x="960357" y="1342599"/>
                  </a:lnTo>
                  <a:lnTo>
                    <a:pt x="959075" y="1342599"/>
                  </a:lnTo>
                  <a:lnTo>
                    <a:pt x="957793" y="1342599"/>
                  </a:lnTo>
                  <a:lnTo>
                    <a:pt x="956512" y="1342599"/>
                  </a:lnTo>
                  <a:lnTo>
                    <a:pt x="955230" y="1342599"/>
                  </a:lnTo>
                  <a:lnTo>
                    <a:pt x="953948" y="1342599"/>
                  </a:lnTo>
                  <a:lnTo>
                    <a:pt x="952666" y="1342599"/>
                  </a:lnTo>
                  <a:lnTo>
                    <a:pt x="951384" y="1342599"/>
                  </a:lnTo>
                  <a:lnTo>
                    <a:pt x="950102" y="1342599"/>
                  </a:lnTo>
                  <a:lnTo>
                    <a:pt x="948820" y="1342599"/>
                  </a:lnTo>
                  <a:lnTo>
                    <a:pt x="947539" y="1342599"/>
                  </a:lnTo>
                  <a:lnTo>
                    <a:pt x="946257" y="1342599"/>
                  </a:lnTo>
                  <a:lnTo>
                    <a:pt x="944975" y="1342599"/>
                  </a:lnTo>
                  <a:lnTo>
                    <a:pt x="943693" y="1342599"/>
                  </a:lnTo>
                  <a:lnTo>
                    <a:pt x="942411" y="1342599"/>
                  </a:lnTo>
                  <a:lnTo>
                    <a:pt x="941129" y="1342599"/>
                  </a:lnTo>
                  <a:lnTo>
                    <a:pt x="939848" y="1342599"/>
                  </a:lnTo>
                  <a:lnTo>
                    <a:pt x="938566" y="1342599"/>
                  </a:lnTo>
                  <a:lnTo>
                    <a:pt x="937284" y="1342599"/>
                  </a:lnTo>
                  <a:lnTo>
                    <a:pt x="936002" y="1342599"/>
                  </a:lnTo>
                  <a:lnTo>
                    <a:pt x="934720" y="1342599"/>
                  </a:lnTo>
                  <a:lnTo>
                    <a:pt x="933438" y="1342599"/>
                  </a:lnTo>
                  <a:lnTo>
                    <a:pt x="932157" y="1342599"/>
                  </a:lnTo>
                  <a:lnTo>
                    <a:pt x="930875" y="1342599"/>
                  </a:lnTo>
                  <a:lnTo>
                    <a:pt x="929593" y="1342599"/>
                  </a:lnTo>
                  <a:lnTo>
                    <a:pt x="928311" y="1342599"/>
                  </a:lnTo>
                  <a:lnTo>
                    <a:pt x="927029" y="1342599"/>
                  </a:lnTo>
                  <a:lnTo>
                    <a:pt x="925747" y="1342599"/>
                  </a:lnTo>
                  <a:lnTo>
                    <a:pt x="924465" y="1342599"/>
                  </a:lnTo>
                  <a:lnTo>
                    <a:pt x="923184" y="1342599"/>
                  </a:lnTo>
                  <a:lnTo>
                    <a:pt x="921902" y="1342599"/>
                  </a:lnTo>
                  <a:lnTo>
                    <a:pt x="920620" y="1342599"/>
                  </a:lnTo>
                  <a:lnTo>
                    <a:pt x="919338" y="1342599"/>
                  </a:lnTo>
                  <a:lnTo>
                    <a:pt x="918056" y="1342599"/>
                  </a:lnTo>
                  <a:lnTo>
                    <a:pt x="916774" y="1342599"/>
                  </a:lnTo>
                  <a:lnTo>
                    <a:pt x="915493" y="1342599"/>
                  </a:lnTo>
                  <a:lnTo>
                    <a:pt x="914211" y="1342599"/>
                  </a:lnTo>
                  <a:lnTo>
                    <a:pt x="912929" y="1342599"/>
                  </a:lnTo>
                  <a:lnTo>
                    <a:pt x="911647" y="1342599"/>
                  </a:lnTo>
                  <a:lnTo>
                    <a:pt x="910365" y="1342599"/>
                  </a:lnTo>
                  <a:lnTo>
                    <a:pt x="909083" y="1342599"/>
                  </a:lnTo>
                  <a:lnTo>
                    <a:pt x="907801" y="1342599"/>
                  </a:lnTo>
                  <a:lnTo>
                    <a:pt x="906520" y="1342599"/>
                  </a:lnTo>
                  <a:lnTo>
                    <a:pt x="905238" y="1342599"/>
                  </a:lnTo>
                  <a:lnTo>
                    <a:pt x="903956" y="1342599"/>
                  </a:lnTo>
                  <a:lnTo>
                    <a:pt x="902674" y="1342599"/>
                  </a:lnTo>
                  <a:lnTo>
                    <a:pt x="901392" y="1342599"/>
                  </a:lnTo>
                  <a:lnTo>
                    <a:pt x="900110" y="1342599"/>
                  </a:lnTo>
                  <a:lnTo>
                    <a:pt x="898829" y="1342599"/>
                  </a:lnTo>
                  <a:lnTo>
                    <a:pt x="897547" y="1342599"/>
                  </a:lnTo>
                  <a:lnTo>
                    <a:pt x="896265" y="1342599"/>
                  </a:lnTo>
                  <a:lnTo>
                    <a:pt x="894983" y="1342599"/>
                  </a:lnTo>
                  <a:lnTo>
                    <a:pt x="893701" y="1342599"/>
                  </a:lnTo>
                  <a:lnTo>
                    <a:pt x="892419" y="1342599"/>
                  </a:lnTo>
                  <a:lnTo>
                    <a:pt x="891137" y="1342599"/>
                  </a:lnTo>
                  <a:lnTo>
                    <a:pt x="889856" y="1342599"/>
                  </a:lnTo>
                  <a:lnTo>
                    <a:pt x="888574" y="1342599"/>
                  </a:lnTo>
                  <a:lnTo>
                    <a:pt x="887292" y="1342599"/>
                  </a:lnTo>
                  <a:lnTo>
                    <a:pt x="886010" y="1342599"/>
                  </a:lnTo>
                  <a:lnTo>
                    <a:pt x="884728" y="1342599"/>
                  </a:lnTo>
                  <a:lnTo>
                    <a:pt x="883446" y="1342599"/>
                  </a:lnTo>
                  <a:lnTo>
                    <a:pt x="882165" y="1342599"/>
                  </a:lnTo>
                  <a:lnTo>
                    <a:pt x="880883" y="1342599"/>
                  </a:lnTo>
                  <a:lnTo>
                    <a:pt x="879601" y="1342599"/>
                  </a:lnTo>
                  <a:lnTo>
                    <a:pt x="878319" y="1342599"/>
                  </a:lnTo>
                  <a:lnTo>
                    <a:pt x="877037" y="1342599"/>
                  </a:lnTo>
                  <a:lnTo>
                    <a:pt x="875755" y="1342599"/>
                  </a:lnTo>
                  <a:lnTo>
                    <a:pt x="874474" y="1342599"/>
                  </a:lnTo>
                  <a:lnTo>
                    <a:pt x="873192" y="1342599"/>
                  </a:lnTo>
                  <a:lnTo>
                    <a:pt x="871910" y="1342599"/>
                  </a:lnTo>
                  <a:lnTo>
                    <a:pt x="870628" y="1342599"/>
                  </a:lnTo>
                  <a:lnTo>
                    <a:pt x="869346" y="1342599"/>
                  </a:lnTo>
                  <a:lnTo>
                    <a:pt x="868064" y="1342599"/>
                  </a:lnTo>
                  <a:lnTo>
                    <a:pt x="866782" y="1342599"/>
                  </a:lnTo>
                  <a:lnTo>
                    <a:pt x="865501" y="1342599"/>
                  </a:lnTo>
                  <a:lnTo>
                    <a:pt x="864219" y="1342599"/>
                  </a:lnTo>
                  <a:lnTo>
                    <a:pt x="862937" y="1342599"/>
                  </a:lnTo>
                  <a:lnTo>
                    <a:pt x="861655" y="1342599"/>
                  </a:lnTo>
                  <a:lnTo>
                    <a:pt x="860373" y="1342599"/>
                  </a:lnTo>
                  <a:lnTo>
                    <a:pt x="859091" y="1342599"/>
                  </a:lnTo>
                  <a:lnTo>
                    <a:pt x="857810" y="1342599"/>
                  </a:lnTo>
                  <a:lnTo>
                    <a:pt x="856528" y="1342599"/>
                  </a:lnTo>
                  <a:lnTo>
                    <a:pt x="855246" y="1342599"/>
                  </a:lnTo>
                  <a:lnTo>
                    <a:pt x="853964" y="1342599"/>
                  </a:lnTo>
                  <a:lnTo>
                    <a:pt x="852682" y="1342599"/>
                  </a:lnTo>
                  <a:lnTo>
                    <a:pt x="851400" y="1342599"/>
                  </a:lnTo>
                  <a:lnTo>
                    <a:pt x="850118" y="1342599"/>
                  </a:lnTo>
                  <a:lnTo>
                    <a:pt x="848837" y="1342599"/>
                  </a:lnTo>
                  <a:lnTo>
                    <a:pt x="847555" y="1342599"/>
                  </a:lnTo>
                  <a:lnTo>
                    <a:pt x="846273" y="1342599"/>
                  </a:lnTo>
                  <a:lnTo>
                    <a:pt x="844991" y="1342599"/>
                  </a:lnTo>
                  <a:lnTo>
                    <a:pt x="843709" y="1342599"/>
                  </a:lnTo>
                  <a:lnTo>
                    <a:pt x="842427" y="1342599"/>
                  </a:lnTo>
                  <a:lnTo>
                    <a:pt x="841146" y="1342599"/>
                  </a:lnTo>
                  <a:lnTo>
                    <a:pt x="839864" y="1342599"/>
                  </a:lnTo>
                  <a:lnTo>
                    <a:pt x="838582" y="1342599"/>
                  </a:lnTo>
                  <a:lnTo>
                    <a:pt x="837300" y="1342599"/>
                  </a:lnTo>
                  <a:lnTo>
                    <a:pt x="836018" y="1342599"/>
                  </a:lnTo>
                  <a:lnTo>
                    <a:pt x="834736" y="1342599"/>
                  </a:lnTo>
                  <a:lnTo>
                    <a:pt x="833455" y="1342599"/>
                  </a:lnTo>
                  <a:lnTo>
                    <a:pt x="832173" y="1342599"/>
                  </a:lnTo>
                  <a:lnTo>
                    <a:pt x="830891" y="1342599"/>
                  </a:lnTo>
                  <a:lnTo>
                    <a:pt x="829609" y="1342599"/>
                  </a:lnTo>
                  <a:lnTo>
                    <a:pt x="828327" y="1342599"/>
                  </a:lnTo>
                  <a:lnTo>
                    <a:pt x="827045" y="1342599"/>
                  </a:lnTo>
                  <a:lnTo>
                    <a:pt x="825763" y="1342599"/>
                  </a:lnTo>
                  <a:lnTo>
                    <a:pt x="824482" y="1342599"/>
                  </a:lnTo>
                  <a:lnTo>
                    <a:pt x="823200" y="1342599"/>
                  </a:lnTo>
                  <a:lnTo>
                    <a:pt x="821918" y="1342599"/>
                  </a:lnTo>
                  <a:lnTo>
                    <a:pt x="820636" y="1342599"/>
                  </a:lnTo>
                  <a:lnTo>
                    <a:pt x="819354" y="1342599"/>
                  </a:lnTo>
                  <a:lnTo>
                    <a:pt x="818072" y="1342599"/>
                  </a:lnTo>
                  <a:lnTo>
                    <a:pt x="816791" y="1342599"/>
                  </a:lnTo>
                  <a:lnTo>
                    <a:pt x="815509" y="1342599"/>
                  </a:lnTo>
                  <a:lnTo>
                    <a:pt x="814227" y="1342599"/>
                  </a:lnTo>
                  <a:lnTo>
                    <a:pt x="812945" y="1342599"/>
                  </a:lnTo>
                  <a:lnTo>
                    <a:pt x="811663" y="1342599"/>
                  </a:lnTo>
                  <a:lnTo>
                    <a:pt x="810381" y="1342599"/>
                  </a:lnTo>
                  <a:lnTo>
                    <a:pt x="809099" y="1342599"/>
                  </a:lnTo>
                  <a:lnTo>
                    <a:pt x="807818" y="1342599"/>
                  </a:lnTo>
                  <a:lnTo>
                    <a:pt x="806536" y="1342599"/>
                  </a:lnTo>
                  <a:lnTo>
                    <a:pt x="805254" y="1342599"/>
                  </a:lnTo>
                  <a:lnTo>
                    <a:pt x="803972" y="1342599"/>
                  </a:lnTo>
                  <a:lnTo>
                    <a:pt x="802690" y="1342599"/>
                  </a:lnTo>
                  <a:lnTo>
                    <a:pt x="801408" y="1342599"/>
                  </a:lnTo>
                  <a:lnTo>
                    <a:pt x="800127" y="1342599"/>
                  </a:lnTo>
                  <a:lnTo>
                    <a:pt x="798845" y="1342599"/>
                  </a:lnTo>
                  <a:lnTo>
                    <a:pt x="797563" y="1342599"/>
                  </a:lnTo>
                  <a:lnTo>
                    <a:pt x="796281" y="1342599"/>
                  </a:lnTo>
                  <a:lnTo>
                    <a:pt x="794999" y="1342599"/>
                  </a:lnTo>
                  <a:lnTo>
                    <a:pt x="793717" y="1342599"/>
                  </a:lnTo>
                  <a:lnTo>
                    <a:pt x="792435" y="1342599"/>
                  </a:lnTo>
                  <a:lnTo>
                    <a:pt x="791154" y="1342599"/>
                  </a:lnTo>
                  <a:lnTo>
                    <a:pt x="789872" y="1342599"/>
                  </a:lnTo>
                  <a:lnTo>
                    <a:pt x="788590" y="1342599"/>
                  </a:lnTo>
                  <a:lnTo>
                    <a:pt x="787308" y="1342599"/>
                  </a:lnTo>
                  <a:lnTo>
                    <a:pt x="786026" y="1342599"/>
                  </a:lnTo>
                  <a:lnTo>
                    <a:pt x="784744" y="1342599"/>
                  </a:lnTo>
                  <a:lnTo>
                    <a:pt x="783463" y="1342599"/>
                  </a:lnTo>
                  <a:lnTo>
                    <a:pt x="782181" y="1342599"/>
                  </a:lnTo>
                  <a:lnTo>
                    <a:pt x="780899" y="1342599"/>
                  </a:lnTo>
                  <a:lnTo>
                    <a:pt x="779617" y="1342599"/>
                  </a:lnTo>
                  <a:lnTo>
                    <a:pt x="778335" y="1342599"/>
                  </a:lnTo>
                  <a:lnTo>
                    <a:pt x="777053" y="1342599"/>
                  </a:lnTo>
                  <a:lnTo>
                    <a:pt x="775772" y="1342599"/>
                  </a:lnTo>
                  <a:lnTo>
                    <a:pt x="774490" y="1342599"/>
                  </a:lnTo>
                  <a:lnTo>
                    <a:pt x="773208" y="1342599"/>
                  </a:lnTo>
                  <a:lnTo>
                    <a:pt x="771926" y="1342599"/>
                  </a:lnTo>
                  <a:lnTo>
                    <a:pt x="770644" y="1342599"/>
                  </a:lnTo>
                  <a:lnTo>
                    <a:pt x="769362" y="1342599"/>
                  </a:lnTo>
                  <a:lnTo>
                    <a:pt x="768080" y="1342599"/>
                  </a:lnTo>
                  <a:lnTo>
                    <a:pt x="766799" y="1342599"/>
                  </a:lnTo>
                  <a:lnTo>
                    <a:pt x="765517" y="1342599"/>
                  </a:lnTo>
                  <a:lnTo>
                    <a:pt x="764235" y="1342599"/>
                  </a:lnTo>
                  <a:lnTo>
                    <a:pt x="762953" y="1342599"/>
                  </a:lnTo>
                  <a:lnTo>
                    <a:pt x="761671" y="1342599"/>
                  </a:lnTo>
                  <a:lnTo>
                    <a:pt x="760389" y="1342599"/>
                  </a:lnTo>
                  <a:lnTo>
                    <a:pt x="759108" y="1342599"/>
                  </a:lnTo>
                  <a:lnTo>
                    <a:pt x="757826" y="1342599"/>
                  </a:lnTo>
                  <a:lnTo>
                    <a:pt x="756544" y="1342599"/>
                  </a:lnTo>
                  <a:lnTo>
                    <a:pt x="755262" y="1342599"/>
                  </a:lnTo>
                  <a:lnTo>
                    <a:pt x="753980" y="1342599"/>
                  </a:lnTo>
                  <a:lnTo>
                    <a:pt x="752698" y="1342599"/>
                  </a:lnTo>
                  <a:lnTo>
                    <a:pt x="751416" y="1342599"/>
                  </a:lnTo>
                  <a:lnTo>
                    <a:pt x="750135" y="1342599"/>
                  </a:lnTo>
                  <a:lnTo>
                    <a:pt x="748853" y="1342599"/>
                  </a:lnTo>
                  <a:lnTo>
                    <a:pt x="747571" y="1342599"/>
                  </a:lnTo>
                  <a:lnTo>
                    <a:pt x="746289" y="1342599"/>
                  </a:lnTo>
                  <a:lnTo>
                    <a:pt x="745007" y="1342599"/>
                  </a:lnTo>
                  <a:lnTo>
                    <a:pt x="743725" y="1342599"/>
                  </a:lnTo>
                  <a:lnTo>
                    <a:pt x="742444" y="1342599"/>
                  </a:lnTo>
                  <a:lnTo>
                    <a:pt x="741162" y="1342599"/>
                  </a:lnTo>
                  <a:lnTo>
                    <a:pt x="739880" y="1342599"/>
                  </a:lnTo>
                  <a:lnTo>
                    <a:pt x="738598" y="1342599"/>
                  </a:lnTo>
                  <a:lnTo>
                    <a:pt x="737316" y="1342599"/>
                  </a:lnTo>
                  <a:lnTo>
                    <a:pt x="736034" y="1342599"/>
                  </a:lnTo>
                  <a:lnTo>
                    <a:pt x="734753" y="1342599"/>
                  </a:lnTo>
                  <a:lnTo>
                    <a:pt x="733471" y="1342599"/>
                  </a:lnTo>
                  <a:lnTo>
                    <a:pt x="732189" y="1342599"/>
                  </a:lnTo>
                  <a:lnTo>
                    <a:pt x="730907" y="1342599"/>
                  </a:lnTo>
                  <a:lnTo>
                    <a:pt x="729625" y="1342599"/>
                  </a:lnTo>
                  <a:lnTo>
                    <a:pt x="728343" y="1342599"/>
                  </a:lnTo>
                  <a:lnTo>
                    <a:pt x="727061" y="1342599"/>
                  </a:lnTo>
                  <a:lnTo>
                    <a:pt x="725780" y="1342599"/>
                  </a:lnTo>
                  <a:lnTo>
                    <a:pt x="724498" y="1342599"/>
                  </a:lnTo>
                  <a:lnTo>
                    <a:pt x="723216" y="1342599"/>
                  </a:lnTo>
                  <a:lnTo>
                    <a:pt x="721934" y="1342599"/>
                  </a:lnTo>
                  <a:lnTo>
                    <a:pt x="720652" y="1342599"/>
                  </a:lnTo>
                  <a:lnTo>
                    <a:pt x="719370" y="1342599"/>
                  </a:lnTo>
                  <a:lnTo>
                    <a:pt x="718089" y="1342599"/>
                  </a:lnTo>
                  <a:lnTo>
                    <a:pt x="716807" y="1342599"/>
                  </a:lnTo>
                  <a:lnTo>
                    <a:pt x="715525" y="1342599"/>
                  </a:lnTo>
                  <a:lnTo>
                    <a:pt x="714243" y="1342599"/>
                  </a:lnTo>
                  <a:lnTo>
                    <a:pt x="712961" y="1342599"/>
                  </a:lnTo>
                  <a:lnTo>
                    <a:pt x="711679" y="1342599"/>
                  </a:lnTo>
                  <a:lnTo>
                    <a:pt x="710397" y="1342599"/>
                  </a:lnTo>
                  <a:lnTo>
                    <a:pt x="709116" y="1342599"/>
                  </a:lnTo>
                  <a:lnTo>
                    <a:pt x="707834" y="1342599"/>
                  </a:lnTo>
                  <a:lnTo>
                    <a:pt x="706552" y="1342599"/>
                  </a:lnTo>
                  <a:lnTo>
                    <a:pt x="705270" y="1342599"/>
                  </a:lnTo>
                  <a:lnTo>
                    <a:pt x="703988" y="1342599"/>
                  </a:lnTo>
                  <a:lnTo>
                    <a:pt x="702706" y="1342599"/>
                  </a:lnTo>
                  <a:lnTo>
                    <a:pt x="701425" y="1342599"/>
                  </a:lnTo>
                  <a:lnTo>
                    <a:pt x="700143" y="1342599"/>
                  </a:lnTo>
                  <a:lnTo>
                    <a:pt x="698861" y="1342599"/>
                  </a:lnTo>
                  <a:lnTo>
                    <a:pt x="697579" y="1342599"/>
                  </a:lnTo>
                  <a:lnTo>
                    <a:pt x="696297" y="1342599"/>
                  </a:lnTo>
                  <a:lnTo>
                    <a:pt x="695015" y="1342599"/>
                  </a:lnTo>
                  <a:lnTo>
                    <a:pt x="693734" y="1342599"/>
                  </a:lnTo>
                  <a:lnTo>
                    <a:pt x="692452" y="1342599"/>
                  </a:lnTo>
                  <a:lnTo>
                    <a:pt x="691170" y="1342599"/>
                  </a:lnTo>
                  <a:lnTo>
                    <a:pt x="689888" y="1342599"/>
                  </a:lnTo>
                  <a:lnTo>
                    <a:pt x="688606" y="1342599"/>
                  </a:lnTo>
                  <a:lnTo>
                    <a:pt x="687324" y="1342599"/>
                  </a:lnTo>
                  <a:lnTo>
                    <a:pt x="686042" y="1342599"/>
                  </a:lnTo>
                  <a:lnTo>
                    <a:pt x="684761" y="1342599"/>
                  </a:lnTo>
                  <a:lnTo>
                    <a:pt x="683479" y="1342599"/>
                  </a:lnTo>
                  <a:lnTo>
                    <a:pt x="682197" y="1342599"/>
                  </a:lnTo>
                  <a:lnTo>
                    <a:pt x="680915" y="1342599"/>
                  </a:lnTo>
                  <a:lnTo>
                    <a:pt x="679633" y="1342599"/>
                  </a:lnTo>
                  <a:lnTo>
                    <a:pt x="678351" y="1342599"/>
                  </a:lnTo>
                  <a:lnTo>
                    <a:pt x="677070" y="1342599"/>
                  </a:lnTo>
                  <a:lnTo>
                    <a:pt x="675788" y="1342599"/>
                  </a:lnTo>
                  <a:lnTo>
                    <a:pt x="674506" y="1342599"/>
                  </a:lnTo>
                  <a:lnTo>
                    <a:pt x="673224" y="1342599"/>
                  </a:lnTo>
                  <a:lnTo>
                    <a:pt x="671942" y="1342599"/>
                  </a:lnTo>
                  <a:lnTo>
                    <a:pt x="670660" y="1342599"/>
                  </a:lnTo>
                  <a:lnTo>
                    <a:pt x="669378" y="1342599"/>
                  </a:lnTo>
                  <a:lnTo>
                    <a:pt x="668097" y="1342599"/>
                  </a:lnTo>
                  <a:lnTo>
                    <a:pt x="666815" y="1342599"/>
                  </a:lnTo>
                  <a:lnTo>
                    <a:pt x="665533" y="1342599"/>
                  </a:lnTo>
                  <a:lnTo>
                    <a:pt x="664251" y="1342599"/>
                  </a:lnTo>
                  <a:lnTo>
                    <a:pt x="662969" y="1342599"/>
                  </a:lnTo>
                  <a:lnTo>
                    <a:pt x="661687" y="1342599"/>
                  </a:lnTo>
                  <a:lnTo>
                    <a:pt x="660406" y="1342599"/>
                  </a:lnTo>
                  <a:lnTo>
                    <a:pt x="659124" y="1342599"/>
                  </a:lnTo>
                  <a:lnTo>
                    <a:pt x="657842" y="1342599"/>
                  </a:lnTo>
                  <a:lnTo>
                    <a:pt x="656560" y="1342599"/>
                  </a:lnTo>
                  <a:lnTo>
                    <a:pt x="655278" y="1342599"/>
                  </a:lnTo>
                  <a:lnTo>
                    <a:pt x="653996" y="1342599"/>
                  </a:lnTo>
                  <a:lnTo>
                    <a:pt x="652714" y="1342599"/>
                  </a:lnTo>
                  <a:lnTo>
                    <a:pt x="651433" y="1342599"/>
                  </a:lnTo>
                  <a:lnTo>
                    <a:pt x="650151" y="1342599"/>
                  </a:lnTo>
                  <a:lnTo>
                    <a:pt x="648869" y="1342599"/>
                  </a:lnTo>
                  <a:lnTo>
                    <a:pt x="647587" y="1342599"/>
                  </a:lnTo>
                  <a:lnTo>
                    <a:pt x="646305" y="1342599"/>
                  </a:lnTo>
                  <a:lnTo>
                    <a:pt x="645023" y="1342599"/>
                  </a:lnTo>
                  <a:lnTo>
                    <a:pt x="643742" y="1342599"/>
                  </a:lnTo>
                  <a:lnTo>
                    <a:pt x="642460" y="1342599"/>
                  </a:lnTo>
                  <a:lnTo>
                    <a:pt x="641178" y="1342599"/>
                  </a:lnTo>
                  <a:lnTo>
                    <a:pt x="639896" y="1342599"/>
                  </a:lnTo>
                  <a:lnTo>
                    <a:pt x="638614" y="1342599"/>
                  </a:lnTo>
                  <a:lnTo>
                    <a:pt x="637332" y="1342599"/>
                  </a:lnTo>
                  <a:lnTo>
                    <a:pt x="636051" y="1342599"/>
                  </a:lnTo>
                  <a:lnTo>
                    <a:pt x="634769" y="1342599"/>
                  </a:lnTo>
                  <a:lnTo>
                    <a:pt x="633487" y="1342599"/>
                  </a:lnTo>
                  <a:lnTo>
                    <a:pt x="632205" y="1342599"/>
                  </a:lnTo>
                  <a:lnTo>
                    <a:pt x="630923" y="1342599"/>
                  </a:lnTo>
                  <a:lnTo>
                    <a:pt x="629641" y="1342599"/>
                  </a:lnTo>
                  <a:lnTo>
                    <a:pt x="628359" y="1342599"/>
                  </a:lnTo>
                  <a:lnTo>
                    <a:pt x="627078" y="1342599"/>
                  </a:lnTo>
                  <a:lnTo>
                    <a:pt x="625796" y="1342599"/>
                  </a:lnTo>
                  <a:lnTo>
                    <a:pt x="624514" y="1342599"/>
                  </a:lnTo>
                  <a:lnTo>
                    <a:pt x="623232" y="1342599"/>
                  </a:lnTo>
                  <a:lnTo>
                    <a:pt x="621950" y="1342599"/>
                  </a:lnTo>
                  <a:lnTo>
                    <a:pt x="620668" y="1342599"/>
                  </a:lnTo>
                  <a:lnTo>
                    <a:pt x="619387" y="1342599"/>
                  </a:lnTo>
                  <a:lnTo>
                    <a:pt x="618105" y="1342599"/>
                  </a:lnTo>
                  <a:lnTo>
                    <a:pt x="616823" y="1342599"/>
                  </a:lnTo>
                  <a:lnTo>
                    <a:pt x="615541" y="1342599"/>
                  </a:lnTo>
                  <a:lnTo>
                    <a:pt x="614259" y="1342599"/>
                  </a:lnTo>
                  <a:lnTo>
                    <a:pt x="612977" y="1342599"/>
                  </a:lnTo>
                  <a:lnTo>
                    <a:pt x="611695" y="1342599"/>
                  </a:lnTo>
                  <a:lnTo>
                    <a:pt x="610414" y="1342599"/>
                  </a:lnTo>
                  <a:lnTo>
                    <a:pt x="609132" y="1342599"/>
                  </a:lnTo>
                  <a:lnTo>
                    <a:pt x="607850" y="1342599"/>
                  </a:lnTo>
                  <a:lnTo>
                    <a:pt x="606568" y="1342599"/>
                  </a:lnTo>
                  <a:lnTo>
                    <a:pt x="605286" y="1342599"/>
                  </a:lnTo>
                  <a:lnTo>
                    <a:pt x="604004" y="1342599"/>
                  </a:lnTo>
                  <a:lnTo>
                    <a:pt x="602723" y="1342599"/>
                  </a:lnTo>
                  <a:lnTo>
                    <a:pt x="601441" y="1342599"/>
                  </a:lnTo>
                  <a:lnTo>
                    <a:pt x="600159" y="1342599"/>
                  </a:lnTo>
                  <a:lnTo>
                    <a:pt x="598877" y="1342599"/>
                  </a:lnTo>
                  <a:lnTo>
                    <a:pt x="597595" y="1342599"/>
                  </a:lnTo>
                  <a:lnTo>
                    <a:pt x="596313" y="1342599"/>
                  </a:lnTo>
                  <a:lnTo>
                    <a:pt x="595032" y="1342599"/>
                  </a:lnTo>
                  <a:lnTo>
                    <a:pt x="593750" y="1342599"/>
                  </a:lnTo>
                  <a:lnTo>
                    <a:pt x="592468" y="1342599"/>
                  </a:lnTo>
                  <a:lnTo>
                    <a:pt x="591186" y="1342599"/>
                  </a:lnTo>
                  <a:lnTo>
                    <a:pt x="589904" y="1342599"/>
                  </a:lnTo>
                  <a:lnTo>
                    <a:pt x="588622" y="1342599"/>
                  </a:lnTo>
                  <a:lnTo>
                    <a:pt x="587340" y="1342599"/>
                  </a:lnTo>
                  <a:lnTo>
                    <a:pt x="586059" y="1342599"/>
                  </a:lnTo>
                  <a:lnTo>
                    <a:pt x="584777" y="1342599"/>
                  </a:lnTo>
                  <a:lnTo>
                    <a:pt x="583495" y="1342599"/>
                  </a:lnTo>
                  <a:lnTo>
                    <a:pt x="582213" y="1342599"/>
                  </a:lnTo>
                  <a:lnTo>
                    <a:pt x="580931" y="1342599"/>
                  </a:lnTo>
                  <a:lnTo>
                    <a:pt x="579649" y="1342599"/>
                  </a:lnTo>
                  <a:lnTo>
                    <a:pt x="578368" y="1342599"/>
                  </a:lnTo>
                  <a:lnTo>
                    <a:pt x="577086" y="1342599"/>
                  </a:lnTo>
                  <a:lnTo>
                    <a:pt x="575804" y="1342599"/>
                  </a:lnTo>
                  <a:lnTo>
                    <a:pt x="574522" y="1342599"/>
                  </a:lnTo>
                  <a:lnTo>
                    <a:pt x="573240" y="1342599"/>
                  </a:lnTo>
                  <a:lnTo>
                    <a:pt x="571958" y="1342599"/>
                  </a:lnTo>
                  <a:lnTo>
                    <a:pt x="570676" y="1342599"/>
                  </a:lnTo>
                  <a:lnTo>
                    <a:pt x="569395" y="1342599"/>
                  </a:lnTo>
                  <a:lnTo>
                    <a:pt x="568113" y="1342599"/>
                  </a:lnTo>
                  <a:lnTo>
                    <a:pt x="566831" y="1342599"/>
                  </a:lnTo>
                  <a:lnTo>
                    <a:pt x="565549" y="1342599"/>
                  </a:lnTo>
                  <a:lnTo>
                    <a:pt x="564267" y="1342599"/>
                  </a:lnTo>
                  <a:lnTo>
                    <a:pt x="562985" y="1342599"/>
                  </a:lnTo>
                  <a:lnTo>
                    <a:pt x="561704" y="1342599"/>
                  </a:lnTo>
                  <a:lnTo>
                    <a:pt x="560422" y="1342599"/>
                  </a:lnTo>
                  <a:lnTo>
                    <a:pt x="559140" y="1342599"/>
                  </a:lnTo>
                  <a:lnTo>
                    <a:pt x="557858" y="1342599"/>
                  </a:lnTo>
                  <a:lnTo>
                    <a:pt x="556576" y="1342599"/>
                  </a:lnTo>
                  <a:lnTo>
                    <a:pt x="555294" y="1342599"/>
                  </a:lnTo>
                  <a:lnTo>
                    <a:pt x="554013" y="1342599"/>
                  </a:lnTo>
                  <a:lnTo>
                    <a:pt x="552731" y="1342599"/>
                  </a:lnTo>
                  <a:lnTo>
                    <a:pt x="551449" y="1342599"/>
                  </a:lnTo>
                  <a:lnTo>
                    <a:pt x="550167" y="1342599"/>
                  </a:lnTo>
                  <a:lnTo>
                    <a:pt x="548885" y="1342599"/>
                  </a:lnTo>
                  <a:lnTo>
                    <a:pt x="547603" y="1342599"/>
                  </a:lnTo>
                  <a:lnTo>
                    <a:pt x="546321" y="1342599"/>
                  </a:lnTo>
                  <a:lnTo>
                    <a:pt x="545040" y="1342599"/>
                  </a:lnTo>
                  <a:lnTo>
                    <a:pt x="543758" y="1342599"/>
                  </a:lnTo>
                  <a:lnTo>
                    <a:pt x="542476" y="1342599"/>
                  </a:lnTo>
                  <a:lnTo>
                    <a:pt x="541194" y="1342599"/>
                  </a:lnTo>
                  <a:lnTo>
                    <a:pt x="539912" y="1342599"/>
                  </a:lnTo>
                  <a:lnTo>
                    <a:pt x="538630" y="1342599"/>
                  </a:lnTo>
                  <a:lnTo>
                    <a:pt x="537349" y="1342599"/>
                  </a:lnTo>
                  <a:lnTo>
                    <a:pt x="536067" y="1342599"/>
                  </a:lnTo>
                  <a:lnTo>
                    <a:pt x="534785" y="1342599"/>
                  </a:lnTo>
                  <a:lnTo>
                    <a:pt x="533503" y="1342599"/>
                  </a:lnTo>
                  <a:lnTo>
                    <a:pt x="532221" y="1342599"/>
                  </a:lnTo>
                  <a:lnTo>
                    <a:pt x="530939" y="1342599"/>
                  </a:lnTo>
                  <a:lnTo>
                    <a:pt x="529657" y="1342599"/>
                  </a:lnTo>
                  <a:lnTo>
                    <a:pt x="528376" y="1342599"/>
                  </a:lnTo>
                  <a:lnTo>
                    <a:pt x="527094" y="1342599"/>
                  </a:lnTo>
                  <a:lnTo>
                    <a:pt x="525812" y="1342599"/>
                  </a:lnTo>
                  <a:lnTo>
                    <a:pt x="524530" y="1342599"/>
                  </a:lnTo>
                  <a:lnTo>
                    <a:pt x="523248" y="1342599"/>
                  </a:lnTo>
                  <a:lnTo>
                    <a:pt x="521966" y="1342599"/>
                  </a:lnTo>
                  <a:lnTo>
                    <a:pt x="520685" y="1342599"/>
                  </a:lnTo>
                  <a:lnTo>
                    <a:pt x="519403" y="1342599"/>
                  </a:lnTo>
                  <a:lnTo>
                    <a:pt x="518121" y="1342599"/>
                  </a:lnTo>
                  <a:lnTo>
                    <a:pt x="516839" y="1342599"/>
                  </a:lnTo>
                  <a:lnTo>
                    <a:pt x="515557" y="1342599"/>
                  </a:lnTo>
                  <a:lnTo>
                    <a:pt x="514275" y="1342599"/>
                  </a:lnTo>
                  <a:lnTo>
                    <a:pt x="512993" y="1342599"/>
                  </a:lnTo>
                  <a:lnTo>
                    <a:pt x="511712" y="1342599"/>
                  </a:lnTo>
                  <a:lnTo>
                    <a:pt x="510430" y="1342599"/>
                  </a:lnTo>
                  <a:lnTo>
                    <a:pt x="509148" y="1342599"/>
                  </a:lnTo>
                  <a:lnTo>
                    <a:pt x="507866" y="1342599"/>
                  </a:lnTo>
                  <a:lnTo>
                    <a:pt x="506584" y="1342599"/>
                  </a:lnTo>
                  <a:lnTo>
                    <a:pt x="505302" y="1342599"/>
                  </a:lnTo>
                  <a:lnTo>
                    <a:pt x="504021" y="1342599"/>
                  </a:lnTo>
                  <a:lnTo>
                    <a:pt x="502739" y="1342599"/>
                  </a:lnTo>
                  <a:lnTo>
                    <a:pt x="501457" y="1342599"/>
                  </a:lnTo>
                  <a:lnTo>
                    <a:pt x="500175" y="1342599"/>
                  </a:lnTo>
                  <a:lnTo>
                    <a:pt x="498893" y="1342599"/>
                  </a:lnTo>
                  <a:lnTo>
                    <a:pt x="497611" y="1342599"/>
                  </a:lnTo>
                  <a:lnTo>
                    <a:pt x="496330" y="1342599"/>
                  </a:lnTo>
                  <a:lnTo>
                    <a:pt x="495048" y="1342599"/>
                  </a:lnTo>
                  <a:lnTo>
                    <a:pt x="493766" y="1342599"/>
                  </a:lnTo>
                  <a:lnTo>
                    <a:pt x="492484" y="1342599"/>
                  </a:lnTo>
                  <a:lnTo>
                    <a:pt x="491202" y="1342599"/>
                  </a:lnTo>
                  <a:lnTo>
                    <a:pt x="489920" y="1342599"/>
                  </a:lnTo>
                  <a:lnTo>
                    <a:pt x="488638" y="1342599"/>
                  </a:lnTo>
                  <a:lnTo>
                    <a:pt x="487357" y="1342599"/>
                  </a:lnTo>
                  <a:lnTo>
                    <a:pt x="486075" y="1342599"/>
                  </a:lnTo>
                  <a:lnTo>
                    <a:pt x="484793" y="1342599"/>
                  </a:lnTo>
                  <a:lnTo>
                    <a:pt x="483511" y="1342599"/>
                  </a:lnTo>
                  <a:lnTo>
                    <a:pt x="482229" y="1342599"/>
                  </a:lnTo>
                  <a:lnTo>
                    <a:pt x="480947" y="1342599"/>
                  </a:lnTo>
                  <a:lnTo>
                    <a:pt x="479666" y="1342599"/>
                  </a:lnTo>
                  <a:lnTo>
                    <a:pt x="478384" y="1342599"/>
                  </a:lnTo>
                  <a:lnTo>
                    <a:pt x="477102" y="1342599"/>
                  </a:lnTo>
                  <a:lnTo>
                    <a:pt x="475820" y="1342599"/>
                  </a:lnTo>
                  <a:lnTo>
                    <a:pt x="474538" y="1342599"/>
                  </a:lnTo>
                  <a:lnTo>
                    <a:pt x="473256" y="1342599"/>
                  </a:lnTo>
                  <a:lnTo>
                    <a:pt x="471974" y="1342599"/>
                  </a:lnTo>
                  <a:lnTo>
                    <a:pt x="470693" y="1342599"/>
                  </a:lnTo>
                  <a:lnTo>
                    <a:pt x="469411" y="1342599"/>
                  </a:lnTo>
                  <a:lnTo>
                    <a:pt x="468129" y="1342599"/>
                  </a:lnTo>
                  <a:lnTo>
                    <a:pt x="466847" y="1342599"/>
                  </a:lnTo>
                  <a:lnTo>
                    <a:pt x="465565" y="1342599"/>
                  </a:lnTo>
                  <a:lnTo>
                    <a:pt x="464283" y="1342599"/>
                  </a:lnTo>
                  <a:lnTo>
                    <a:pt x="463002" y="1342599"/>
                  </a:lnTo>
                  <a:lnTo>
                    <a:pt x="461720" y="1342599"/>
                  </a:lnTo>
                  <a:lnTo>
                    <a:pt x="460438" y="1342599"/>
                  </a:lnTo>
                  <a:lnTo>
                    <a:pt x="459156" y="1342599"/>
                  </a:lnTo>
                  <a:lnTo>
                    <a:pt x="457874" y="1342599"/>
                  </a:lnTo>
                  <a:lnTo>
                    <a:pt x="456592" y="1342599"/>
                  </a:lnTo>
                  <a:lnTo>
                    <a:pt x="455311" y="1342599"/>
                  </a:lnTo>
                  <a:lnTo>
                    <a:pt x="454029" y="1342599"/>
                  </a:lnTo>
                  <a:lnTo>
                    <a:pt x="452747" y="1342599"/>
                  </a:lnTo>
                  <a:lnTo>
                    <a:pt x="451465" y="1342599"/>
                  </a:lnTo>
                  <a:lnTo>
                    <a:pt x="450183" y="1342599"/>
                  </a:lnTo>
                  <a:lnTo>
                    <a:pt x="448901" y="1342599"/>
                  </a:lnTo>
                  <a:lnTo>
                    <a:pt x="447619" y="1342599"/>
                  </a:lnTo>
                  <a:lnTo>
                    <a:pt x="446338" y="1342599"/>
                  </a:lnTo>
                  <a:lnTo>
                    <a:pt x="445056" y="1342599"/>
                  </a:lnTo>
                  <a:lnTo>
                    <a:pt x="443774" y="1342599"/>
                  </a:lnTo>
                  <a:lnTo>
                    <a:pt x="442492" y="1342599"/>
                  </a:lnTo>
                  <a:lnTo>
                    <a:pt x="441210" y="1342599"/>
                  </a:lnTo>
                  <a:lnTo>
                    <a:pt x="439928" y="1342599"/>
                  </a:lnTo>
                  <a:lnTo>
                    <a:pt x="438647" y="1342599"/>
                  </a:lnTo>
                  <a:lnTo>
                    <a:pt x="437365" y="1342599"/>
                  </a:lnTo>
                  <a:lnTo>
                    <a:pt x="436083" y="1342599"/>
                  </a:lnTo>
                  <a:lnTo>
                    <a:pt x="434801" y="1342599"/>
                  </a:lnTo>
                  <a:lnTo>
                    <a:pt x="433519" y="1342599"/>
                  </a:lnTo>
                  <a:lnTo>
                    <a:pt x="432237" y="1342599"/>
                  </a:lnTo>
                  <a:lnTo>
                    <a:pt x="430955" y="1342599"/>
                  </a:lnTo>
                  <a:lnTo>
                    <a:pt x="429674" y="1342599"/>
                  </a:lnTo>
                  <a:lnTo>
                    <a:pt x="428392" y="1342599"/>
                  </a:lnTo>
                  <a:lnTo>
                    <a:pt x="427110" y="1342599"/>
                  </a:lnTo>
                  <a:lnTo>
                    <a:pt x="425828" y="1342599"/>
                  </a:lnTo>
                  <a:lnTo>
                    <a:pt x="424546" y="1342599"/>
                  </a:lnTo>
                  <a:lnTo>
                    <a:pt x="423264" y="1342599"/>
                  </a:lnTo>
                  <a:lnTo>
                    <a:pt x="421983" y="1342599"/>
                  </a:lnTo>
                  <a:lnTo>
                    <a:pt x="420701" y="1342599"/>
                  </a:lnTo>
                  <a:lnTo>
                    <a:pt x="419419" y="1342599"/>
                  </a:lnTo>
                  <a:lnTo>
                    <a:pt x="418137" y="1342599"/>
                  </a:lnTo>
                  <a:lnTo>
                    <a:pt x="416855" y="1342599"/>
                  </a:lnTo>
                  <a:lnTo>
                    <a:pt x="415573" y="1342599"/>
                  </a:lnTo>
                  <a:lnTo>
                    <a:pt x="414292" y="1342599"/>
                  </a:lnTo>
                  <a:lnTo>
                    <a:pt x="413010" y="1342599"/>
                  </a:lnTo>
                  <a:lnTo>
                    <a:pt x="411728" y="1342599"/>
                  </a:lnTo>
                  <a:lnTo>
                    <a:pt x="410446" y="1342599"/>
                  </a:lnTo>
                  <a:lnTo>
                    <a:pt x="409164" y="1342599"/>
                  </a:lnTo>
                  <a:lnTo>
                    <a:pt x="407882" y="1342599"/>
                  </a:lnTo>
                  <a:lnTo>
                    <a:pt x="406600" y="1342599"/>
                  </a:lnTo>
                  <a:lnTo>
                    <a:pt x="405319" y="1342599"/>
                  </a:lnTo>
                  <a:lnTo>
                    <a:pt x="404037" y="1342599"/>
                  </a:lnTo>
                  <a:lnTo>
                    <a:pt x="402755" y="1342599"/>
                  </a:lnTo>
                  <a:lnTo>
                    <a:pt x="401473" y="1342599"/>
                  </a:lnTo>
                  <a:lnTo>
                    <a:pt x="400191" y="1342599"/>
                  </a:lnTo>
                  <a:lnTo>
                    <a:pt x="398909" y="1342599"/>
                  </a:lnTo>
                  <a:lnTo>
                    <a:pt x="397628" y="1342599"/>
                  </a:lnTo>
                  <a:lnTo>
                    <a:pt x="396346" y="1342599"/>
                  </a:lnTo>
                  <a:lnTo>
                    <a:pt x="395064" y="1342599"/>
                  </a:lnTo>
                  <a:lnTo>
                    <a:pt x="393782" y="1342599"/>
                  </a:lnTo>
                  <a:lnTo>
                    <a:pt x="392500" y="1342599"/>
                  </a:lnTo>
                  <a:lnTo>
                    <a:pt x="391218" y="1342599"/>
                  </a:lnTo>
                  <a:lnTo>
                    <a:pt x="389936" y="1342599"/>
                  </a:lnTo>
                  <a:lnTo>
                    <a:pt x="388655" y="1342599"/>
                  </a:lnTo>
                  <a:lnTo>
                    <a:pt x="387373" y="1342599"/>
                  </a:lnTo>
                  <a:lnTo>
                    <a:pt x="386091" y="1342599"/>
                  </a:lnTo>
                  <a:lnTo>
                    <a:pt x="384809" y="1342599"/>
                  </a:lnTo>
                  <a:lnTo>
                    <a:pt x="383527" y="1342599"/>
                  </a:lnTo>
                  <a:lnTo>
                    <a:pt x="382245" y="1342599"/>
                  </a:lnTo>
                  <a:lnTo>
                    <a:pt x="380964" y="1342599"/>
                  </a:lnTo>
                  <a:lnTo>
                    <a:pt x="379682" y="1342599"/>
                  </a:lnTo>
                  <a:lnTo>
                    <a:pt x="378400" y="1342599"/>
                  </a:lnTo>
                  <a:lnTo>
                    <a:pt x="377118" y="1342599"/>
                  </a:lnTo>
                  <a:lnTo>
                    <a:pt x="375836" y="1342599"/>
                  </a:lnTo>
                  <a:lnTo>
                    <a:pt x="374554" y="1342599"/>
                  </a:lnTo>
                  <a:lnTo>
                    <a:pt x="373272" y="1342599"/>
                  </a:lnTo>
                  <a:lnTo>
                    <a:pt x="371991" y="1342599"/>
                  </a:lnTo>
                  <a:lnTo>
                    <a:pt x="370709" y="1342599"/>
                  </a:lnTo>
                  <a:lnTo>
                    <a:pt x="369427" y="1342599"/>
                  </a:lnTo>
                  <a:lnTo>
                    <a:pt x="368145" y="1342599"/>
                  </a:lnTo>
                  <a:lnTo>
                    <a:pt x="366863" y="1342599"/>
                  </a:lnTo>
                  <a:lnTo>
                    <a:pt x="365581" y="1342599"/>
                  </a:lnTo>
                  <a:lnTo>
                    <a:pt x="364300" y="1342599"/>
                  </a:lnTo>
                  <a:lnTo>
                    <a:pt x="363018" y="1342599"/>
                  </a:lnTo>
                  <a:lnTo>
                    <a:pt x="361736" y="1342599"/>
                  </a:lnTo>
                  <a:lnTo>
                    <a:pt x="360454" y="1342599"/>
                  </a:lnTo>
                  <a:lnTo>
                    <a:pt x="359172" y="1342599"/>
                  </a:lnTo>
                  <a:lnTo>
                    <a:pt x="357890" y="1342599"/>
                  </a:lnTo>
                  <a:lnTo>
                    <a:pt x="356609" y="1342599"/>
                  </a:lnTo>
                  <a:lnTo>
                    <a:pt x="355327" y="1342599"/>
                  </a:lnTo>
                  <a:lnTo>
                    <a:pt x="354045" y="1342599"/>
                  </a:lnTo>
                  <a:lnTo>
                    <a:pt x="352763" y="1342599"/>
                  </a:lnTo>
                  <a:lnTo>
                    <a:pt x="351481" y="1342599"/>
                  </a:lnTo>
                  <a:lnTo>
                    <a:pt x="350199" y="1342599"/>
                  </a:lnTo>
                  <a:lnTo>
                    <a:pt x="348917" y="1342599"/>
                  </a:lnTo>
                  <a:lnTo>
                    <a:pt x="347636" y="1342599"/>
                  </a:lnTo>
                  <a:lnTo>
                    <a:pt x="346354" y="1342599"/>
                  </a:lnTo>
                  <a:lnTo>
                    <a:pt x="345072" y="1342599"/>
                  </a:lnTo>
                  <a:lnTo>
                    <a:pt x="343790" y="1342599"/>
                  </a:lnTo>
                  <a:lnTo>
                    <a:pt x="342508" y="1342599"/>
                  </a:lnTo>
                  <a:lnTo>
                    <a:pt x="341226" y="1342599"/>
                  </a:lnTo>
                  <a:lnTo>
                    <a:pt x="339945" y="1342599"/>
                  </a:lnTo>
                  <a:lnTo>
                    <a:pt x="338663" y="1342599"/>
                  </a:lnTo>
                  <a:lnTo>
                    <a:pt x="337381" y="1342599"/>
                  </a:lnTo>
                  <a:lnTo>
                    <a:pt x="336099" y="1342599"/>
                  </a:lnTo>
                  <a:lnTo>
                    <a:pt x="334817" y="1342599"/>
                  </a:lnTo>
                  <a:lnTo>
                    <a:pt x="333535" y="1342599"/>
                  </a:lnTo>
                  <a:lnTo>
                    <a:pt x="332253" y="1342599"/>
                  </a:lnTo>
                  <a:lnTo>
                    <a:pt x="330972" y="1342599"/>
                  </a:lnTo>
                  <a:lnTo>
                    <a:pt x="329690" y="1342599"/>
                  </a:lnTo>
                  <a:lnTo>
                    <a:pt x="328408" y="1342599"/>
                  </a:lnTo>
                  <a:lnTo>
                    <a:pt x="327126" y="1342599"/>
                  </a:lnTo>
                  <a:lnTo>
                    <a:pt x="325844" y="1342599"/>
                  </a:lnTo>
                  <a:lnTo>
                    <a:pt x="324562" y="1342599"/>
                  </a:lnTo>
                  <a:lnTo>
                    <a:pt x="323281" y="1342599"/>
                  </a:lnTo>
                  <a:lnTo>
                    <a:pt x="321999" y="1342599"/>
                  </a:lnTo>
                  <a:lnTo>
                    <a:pt x="320717" y="1342599"/>
                  </a:lnTo>
                  <a:lnTo>
                    <a:pt x="319435" y="1342599"/>
                  </a:lnTo>
                  <a:lnTo>
                    <a:pt x="318153" y="1342599"/>
                  </a:lnTo>
                  <a:lnTo>
                    <a:pt x="316871" y="1342599"/>
                  </a:lnTo>
                  <a:lnTo>
                    <a:pt x="315590" y="1342599"/>
                  </a:lnTo>
                  <a:lnTo>
                    <a:pt x="314308" y="1342599"/>
                  </a:lnTo>
                  <a:lnTo>
                    <a:pt x="313026" y="1342599"/>
                  </a:lnTo>
                  <a:lnTo>
                    <a:pt x="311744" y="1342599"/>
                  </a:lnTo>
                  <a:lnTo>
                    <a:pt x="310462" y="1342599"/>
                  </a:lnTo>
                  <a:lnTo>
                    <a:pt x="309180" y="1342599"/>
                  </a:lnTo>
                  <a:lnTo>
                    <a:pt x="307898" y="1342599"/>
                  </a:lnTo>
                  <a:lnTo>
                    <a:pt x="306617" y="1342599"/>
                  </a:lnTo>
                  <a:lnTo>
                    <a:pt x="305335" y="1342599"/>
                  </a:lnTo>
                  <a:lnTo>
                    <a:pt x="304053" y="1342599"/>
                  </a:lnTo>
                  <a:lnTo>
                    <a:pt x="302771" y="1342599"/>
                  </a:lnTo>
                  <a:lnTo>
                    <a:pt x="301489" y="1342599"/>
                  </a:lnTo>
                  <a:lnTo>
                    <a:pt x="300207" y="1342599"/>
                  </a:lnTo>
                  <a:lnTo>
                    <a:pt x="298926" y="1342599"/>
                  </a:lnTo>
                  <a:lnTo>
                    <a:pt x="297644" y="1342599"/>
                  </a:lnTo>
                  <a:lnTo>
                    <a:pt x="296362" y="1342599"/>
                  </a:lnTo>
                  <a:lnTo>
                    <a:pt x="295080" y="1342599"/>
                  </a:lnTo>
                  <a:lnTo>
                    <a:pt x="293798" y="1342599"/>
                  </a:lnTo>
                  <a:lnTo>
                    <a:pt x="292516" y="1342599"/>
                  </a:lnTo>
                  <a:lnTo>
                    <a:pt x="291234" y="1342599"/>
                  </a:lnTo>
                  <a:lnTo>
                    <a:pt x="289953" y="1342599"/>
                  </a:lnTo>
                  <a:lnTo>
                    <a:pt x="288671" y="1342599"/>
                  </a:lnTo>
                  <a:lnTo>
                    <a:pt x="287389" y="1342599"/>
                  </a:lnTo>
                  <a:lnTo>
                    <a:pt x="286107" y="1342599"/>
                  </a:lnTo>
                  <a:lnTo>
                    <a:pt x="284825" y="1342599"/>
                  </a:lnTo>
                  <a:lnTo>
                    <a:pt x="283543" y="1342599"/>
                  </a:lnTo>
                  <a:lnTo>
                    <a:pt x="282262" y="1342599"/>
                  </a:lnTo>
                  <a:lnTo>
                    <a:pt x="280980" y="1342599"/>
                  </a:lnTo>
                  <a:lnTo>
                    <a:pt x="279698" y="1342599"/>
                  </a:lnTo>
                  <a:lnTo>
                    <a:pt x="278416" y="1342599"/>
                  </a:lnTo>
                  <a:lnTo>
                    <a:pt x="277134" y="1342599"/>
                  </a:lnTo>
                  <a:lnTo>
                    <a:pt x="275852" y="1342599"/>
                  </a:lnTo>
                  <a:lnTo>
                    <a:pt x="274570" y="1342599"/>
                  </a:lnTo>
                  <a:lnTo>
                    <a:pt x="273289" y="1342599"/>
                  </a:lnTo>
                  <a:lnTo>
                    <a:pt x="272007" y="1342599"/>
                  </a:lnTo>
                  <a:lnTo>
                    <a:pt x="270725" y="1342599"/>
                  </a:lnTo>
                  <a:lnTo>
                    <a:pt x="269443" y="1342599"/>
                  </a:lnTo>
                  <a:lnTo>
                    <a:pt x="268161" y="1342599"/>
                  </a:lnTo>
                  <a:lnTo>
                    <a:pt x="266879" y="1342599"/>
                  </a:lnTo>
                  <a:lnTo>
                    <a:pt x="265598" y="1342599"/>
                  </a:lnTo>
                  <a:lnTo>
                    <a:pt x="264316" y="1342599"/>
                  </a:lnTo>
                  <a:lnTo>
                    <a:pt x="263034" y="1342599"/>
                  </a:lnTo>
                  <a:lnTo>
                    <a:pt x="261752" y="1342599"/>
                  </a:lnTo>
                  <a:lnTo>
                    <a:pt x="260470" y="1342599"/>
                  </a:lnTo>
                  <a:lnTo>
                    <a:pt x="259188" y="1342599"/>
                  </a:lnTo>
                  <a:lnTo>
                    <a:pt x="257907" y="1342599"/>
                  </a:lnTo>
                  <a:lnTo>
                    <a:pt x="256625" y="1342599"/>
                  </a:lnTo>
                  <a:lnTo>
                    <a:pt x="255343" y="1342599"/>
                  </a:lnTo>
                  <a:lnTo>
                    <a:pt x="254061" y="1342599"/>
                  </a:lnTo>
                  <a:lnTo>
                    <a:pt x="252779" y="1342599"/>
                  </a:lnTo>
                  <a:lnTo>
                    <a:pt x="251497" y="1342599"/>
                  </a:lnTo>
                  <a:lnTo>
                    <a:pt x="250215" y="1342599"/>
                  </a:lnTo>
                  <a:lnTo>
                    <a:pt x="248934" y="1342599"/>
                  </a:lnTo>
                  <a:lnTo>
                    <a:pt x="247652" y="1342599"/>
                  </a:lnTo>
                  <a:lnTo>
                    <a:pt x="246370" y="1342599"/>
                  </a:lnTo>
                  <a:lnTo>
                    <a:pt x="245088" y="1342599"/>
                  </a:lnTo>
                  <a:lnTo>
                    <a:pt x="243806" y="1342599"/>
                  </a:lnTo>
                  <a:lnTo>
                    <a:pt x="242524" y="1342599"/>
                  </a:lnTo>
                  <a:lnTo>
                    <a:pt x="241243" y="1342599"/>
                  </a:lnTo>
                  <a:lnTo>
                    <a:pt x="239961" y="1342599"/>
                  </a:lnTo>
                  <a:lnTo>
                    <a:pt x="238679" y="1342599"/>
                  </a:lnTo>
                  <a:lnTo>
                    <a:pt x="237397" y="1342599"/>
                  </a:lnTo>
                  <a:lnTo>
                    <a:pt x="236115" y="1342599"/>
                  </a:lnTo>
                  <a:lnTo>
                    <a:pt x="234833" y="1342599"/>
                  </a:lnTo>
                  <a:lnTo>
                    <a:pt x="233551" y="1342599"/>
                  </a:lnTo>
                  <a:lnTo>
                    <a:pt x="232270" y="1342599"/>
                  </a:lnTo>
                  <a:lnTo>
                    <a:pt x="230988" y="1342599"/>
                  </a:lnTo>
                  <a:lnTo>
                    <a:pt x="229706" y="1342599"/>
                  </a:lnTo>
                  <a:lnTo>
                    <a:pt x="228424" y="1342599"/>
                  </a:lnTo>
                  <a:lnTo>
                    <a:pt x="227142" y="1342599"/>
                  </a:lnTo>
                  <a:lnTo>
                    <a:pt x="225860" y="1342599"/>
                  </a:lnTo>
                  <a:lnTo>
                    <a:pt x="224579" y="1342599"/>
                  </a:lnTo>
                  <a:lnTo>
                    <a:pt x="223297" y="1342599"/>
                  </a:lnTo>
                  <a:lnTo>
                    <a:pt x="222015" y="1342599"/>
                  </a:lnTo>
                  <a:lnTo>
                    <a:pt x="220733" y="1342599"/>
                  </a:lnTo>
                  <a:lnTo>
                    <a:pt x="219451" y="1342599"/>
                  </a:lnTo>
                  <a:lnTo>
                    <a:pt x="218169" y="1342599"/>
                  </a:lnTo>
                  <a:lnTo>
                    <a:pt x="216888" y="1342599"/>
                  </a:lnTo>
                  <a:lnTo>
                    <a:pt x="215606" y="1342599"/>
                  </a:lnTo>
                  <a:lnTo>
                    <a:pt x="214324" y="1342599"/>
                  </a:lnTo>
                  <a:lnTo>
                    <a:pt x="213042" y="1342599"/>
                  </a:lnTo>
                  <a:lnTo>
                    <a:pt x="211760" y="1342599"/>
                  </a:lnTo>
                  <a:lnTo>
                    <a:pt x="210478" y="1342599"/>
                  </a:lnTo>
                  <a:lnTo>
                    <a:pt x="209196" y="1342599"/>
                  </a:lnTo>
                  <a:lnTo>
                    <a:pt x="207915" y="1342599"/>
                  </a:lnTo>
                  <a:lnTo>
                    <a:pt x="206633" y="1342599"/>
                  </a:lnTo>
                  <a:lnTo>
                    <a:pt x="205351" y="1342599"/>
                  </a:lnTo>
                  <a:lnTo>
                    <a:pt x="204069" y="1342599"/>
                  </a:lnTo>
                  <a:lnTo>
                    <a:pt x="202787" y="1342599"/>
                  </a:lnTo>
                  <a:lnTo>
                    <a:pt x="201505" y="1342599"/>
                  </a:lnTo>
                  <a:lnTo>
                    <a:pt x="200224" y="1342599"/>
                  </a:lnTo>
                  <a:lnTo>
                    <a:pt x="198942" y="1342599"/>
                  </a:lnTo>
                  <a:lnTo>
                    <a:pt x="197660" y="1342599"/>
                  </a:lnTo>
                  <a:lnTo>
                    <a:pt x="196378" y="1342599"/>
                  </a:lnTo>
                  <a:lnTo>
                    <a:pt x="195096" y="1342599"/>
                  </a:lnTo>
                  <a:lnTo>
                    <a:pt x="193814" y="1342599"/>
                  </a:lnTo>
                  <a:lnTo>
                    <a:pt x="192532" y="1342599"/>
                  </a:lnTo>
                  <a:lnTo>
                    <a:pt x="191251" y="1342599"/>
                  </a:lnTo>
                  <a:lnTo>
                    <a:pt x="189969" y="1342599"/>
                  </a:lnTo>
                  <a:lnTo>
                    <a:pt x="188687" y="1342599"/>
                  </a:lnTo>
                  <a:lnTo>
                    <a:pt x="187405" y="1342599"/>
                  </a:lnTo>
                  <a:lnTo>
                    <a:pt x="186123" y="1342599"/>
                  </a:lnTo>
                  <a:lnTo>
                    <a:pt x="184841" y="1342599"/>
                  </a:lnTo>
                  <a:lnTo>
                    <a:pt x="183560" y="1342599"/>
                  </a:lnTo>
                  <a:lnTo>
                    <a:pt x="182278" y="1342599"/>
                  </a:lnTo>
                  <a:lnTo>
                    <a:pt x="180996" y="1342599"/>
                  </a:lnTo>
                  <a:lnTo>
                    <a:pt x="179714" y="1342599"/>
                  </a:lnTo>
                  <a:lnTo>
                    <a:pt x="178432" y="1342599"/>
                  </a:lnTo>
                  <a:lnTo>
                    <a:pt x="177150" y="1342599"/>
                  </a:lnTo>
                  <a:lnTo>
                    <a:pt x="175869" y="1342599"/>
                  </a:lnTo>
                  <a:lnTo>
                    <a:pt x="174587" y="1342599"/>
                  </a:lnTo>
                  <a:lnTo>
                    <a:pt x="173305" y="1342599"/>
                  </a:lnTo>
                  <a:lnTo>
                    <a:pt x="172023" y="1342599"/>
                  </a:lnTo>
                  <a:lnTo>
                    <a:pt x="170741" y="1342599"/>
                  </a:lnTo>
                  <a:lnTo>
                    <a:pt x="169459" y="1342599"/>
                  </a:lnTo>
                  <a:lnTo>
                    <a:pt x="168177" y="1342599"/>
                  </a:lnTo>
                  <a:lnTo>
                    <a:pt x="166896" y="1342599"/>
                  </a:lnTo>
                  <a:lnTo>
                    <a:pt x="165614" y="1342599"/>
                  </a:lnTo>
                  <a:lnTo>
                    <a:pt x="164332" y="1342599"/>
                  </a:lnTo>
                  <a:lnTo>
                    <a:pt x="163050" y="1342599"/>
                  </a:lnTo>
                  <a:lnTo>
                    <a:pt x="161768" y="1342599"/>
                  </a:lnTo>
                  <a:lnTo>
                    <a:pt x="160486" y="1342599"/>
                  </a:lnTo>
                  <a:lnTo>
                    <a:pt x="159205" y="1342599"/>
                  </a:lnTo>
                  <a:lnTo>
                    <a:pt x="157923" y="1342599"/>
                  </a:lnTo>
                  <a:lnTo>
                    <a:pt x="156641" y="1342599"/>
                  </a:lnTo>
                  <a:lnTo>
                    <a:pt x="155359" y="1342599"/>
                  </a:lnTo>
                  <a:lnTo>
                    <a:pt x="154077" y="1342599"/>
                  </a:lnTo>
                  <a:lnTo>
                    <a:pt x="152795" y="1342599"/>
                  </a:lnTo>
                  <a:lnTo>
                    <a:pt x="151513" y="1342599"/>
                  </a:lnTo>
                  <a:lnTo>
                    <a:pt x="150232" y="1342599"/>
                  </a:lnTo>
                  <a:lnTo>
                    <a:pt x="148950" y="1342599"/>
                  </a:lnTo>
                  <a:lnTo>
                    <a:pt x="147668" y="1342599"/>
                  </a:lnTo>
                  <a:lnTo>
                    <a:pt x="146386" y="1342599"/>
                  </a:lnTo>
                  <a:lnTo>
                    <a:pt x="145104" y="1342599"/>
                  </a:lnTo>
                  <a:lnTo>
                    <a:pt x="143822" y="1342599"/>
                  </a:lnTo>
                  <a:lnTo>
                    <a:pt x="142541" y="1342599"/>
                  </a:lnTo>
                  <a:lnTo>
                    <a:pt x="141259" y="1342599"/>
                  </a:lnTo>
                  <a:lnTo>
                    <a:pt x="139977" y="1342599"/>
                  </a:lnTo>
                  <a:lnTo>
                    <a:pt x="138695" y="1342599"/>
                  </a:lnTo>
                  <a:lnTo>
                    <a:pt x="137413" y="1342599"/>
                  </a:lnTo>
                  <a:lnTo>
                    <a:pt x="136131" y="1342599"/>
                  </a:lnTo>
                  <a:lnTo>
                    <a:pt x="134849" y="1342599"/>
                  </a:lnTo>
                  <a:lnTo>
                    <a:pt x="133568" y="1342599"/>
                  </a:lnTo>
                  <a:lnTo>
                    <a:pt x="132286" y="1342599"/>
                  </a:lnTo>
                  <a:lnTo>
                    <a:pt x="131004" y="1342599"/>
                  </a:lnTo>
                  <a:lnTo>
                    <a:pt x="129722" y="1342599"/>
                  </a:lnTo>
                  <a:lnTo>
                    <a:pt x="128440" y="1342599"/>
                  </a:lnTo>
                  <a:lnTo>
                    <a:pt x="127158" y="1342599"/>
                  </a:lnTo>
                  <a:lnTo>
                    <a:pt x="125877" y="1342599"/>
                  </a:lnTo>
                  <a:lnTo>
                    <a:pt x="124595" y="1342599"/>
                  </a:lnTo>
                  <a:lnTo>
                    <a:pt x="123313" y="1342599"/>
                  </a:lnTo>
                  <a:lnTo>
                    <a:pt x="122031" y="1342599"/>
                  </a:lnTo>
                  <a:lnTo>
                    <a:pt x="120749" y="1342599"/>
                  </a:lnTo>
                  <a:lnTo>
                    <a:pt x="119467" y="1342599"/>
                  </a:lnTo>
                  <a:lnTo>
                    <a:pt x="118186" y="1342599"/>
                  </a:lnTo>
                  <a:lnTo>
                    <a:pt x="116904" y="1342599"/>
                  </a:lnTo>
                  <a:lnTo>
                    <a:pt x="115622" y="1342599"/>
                  </a:lnTo>
                  <a:lnTo>
                    <a:pt x="114340" y="1342599"/>
                  </a:lnTo>
                  <a:lnTo>
                    <a:pt x="113058" y="1342599"/>
                  </a:lnTo>
                  <a:lnTo>
                    <a:pt x="111776" y="1342599"/>
                  </a:lnTo>
                  <a:lnTo>
                    <a:pt x="110494" y="1342599"/>
                  </a:lnTo>
                  <a:lnTo>
                    <a:pt x="109213" y="1342599"/>
                  </a:lnTo>
                  <a:lnTo>
                    <a:pt x="107931" y="1342599"/>
                  </a:lnTo>
                  <a:lnTo>
                    <a:pt x="106649" y="1342599"/>
                  </a:lnTo>
                  <a:lnTo>
                    <a:pt x="105367" y="1342599"/>
                  </a:lnTo>
                  <a:lnTo>
                    <a:pt x="104085" y="1342599"/>
                  </a:lnTo>
                  <a:lnTo>
                    <a:pt x="102803" y="1342599"/>
                  </a:lnTo>
                  <a:lnTo>
                    <a:pt x="101522" y="1342599"/>
                  </a:lnTo>
                  <a:lnTo>
                    <a:pt x="100240" y="1342599"/>
                  </a:lnTo>
                  <a:lnTo>
                    <a:pt x="98958" y="1342599"/>
                  </a:lnTo>
                  <a:lnTo>
                    <a:pt x="97676" y="1342599"/>
                  </a:lnTo>
                  <a:lnTo>
                    <a:pt x="96394" y="1342599"/>
                  </a:lnTo>
                  <a:lnTo>
                    <a:pt x="95112" y="1342599"/>
                  </a:lnTo>
                  <a:lnTo>
                    <a:pt x="93830" y="1342599"/>
                  </a:lnTo>
                  <a:lnTo>
                    <a:pt x="92549" y="1342599"/>
                  </a:lnTo>
                  <a:lnTo>
                    <a:pt x="91267" y="1342599"/>
                  </a:lnTo>
                  <a:lnTo>
                    <a:pt x="89985" y="1342599"/>
                  </a:lnTo>
                  <a:lnTo>
                    <a:pt x="88703" y="1342599"/>
                  </a:lnTo>
                  <a:lnTo>
                    <a:pt x="87421" y="1342599"/>
                  </a:lnTo>
                  <a:lnTo>
                    <a:pt x="86139" y="1342599"/>
                  </a:lnTo>
                  <a:lnTo>
                    <a:pt x="84858" y="1342599"/>
                  </a:lnTo>
                  <a:lnTo>
                    <a:pt x="83576" y="1342599"/>
                  </a:lnTo>
                  <a:lnTo>
                    <a:pt x="82294" y="1342599"/>
                  </a:lnTo>
                  <a:lnTo>
                    <a:pt x="81012" y="1342599"/>
                  </a:lnTo>
                  <a:lnTo>
                    <a:pt x="79730" y="1342599"/>
                  </a:lnTo>
                  <a:lnTo>
                    <a:pt x="78448" y="1342599"/>
                  </a:lnTo>
                  <a:lnTo>
                    <a:pt x="77167" y="1342599"/>
                  </a:lnTo>
                  <a:lnTo>
                    <a:pt x="75885" y="1342599"/>
                  </a:lnTo>
                  <a:lnTo>
                    <a:pt x="74603" y="1342599"/>
                  </a:lnTo>
                  <a:lnTo>
                    <a:pt x="73321" y="1342599"/>
                  </a:lnTo>
                  <a:lnTo>
                    <a:pt x="72039" y="1342599"/>
                  </a:lnTo>
                  <a:lnTo>
                    <a:pt x="70757" y="1342599"/>
                  </a:lnTo>
                  <a:lnTo>
                    <a:pt x="69475" y="1342599"/>
                  </a:lnTo>
                  <a:lnTo>
                    <a:pt x="68194" y="1342599"/>
                  </a:lnTo>
                  <a:lnTo>
                    <a:pt x="66912" y="1342599"/>
                  </a:lnTo>
                  <a:lnTo>
                    <a:pt x="65630" y="1342599"/>
                  </a:lnTo>
                  <a:lnTo>
                    <a:pt x="64348" y="1342599"/>
                  </a:lnTo>
                  <a:lnTo>
                    <a:pt x="63066" y="1342599"/>
                  </a:lnTo>
                  <a:lnTo>
                    <a:pt x="61784" y="1342599"/>
                  </a:lnTo>
                  <a:lnTo>
                    <a:pt x="60503" y="1342599"/>
                  </a:lnTo>
                  <a:lnTo>
                    <a:pt x="59221" y="1342599"/>
                  </a:lnTo>
                  <a:lnTo>
                    <a:pt x="57939" y="1342599"/>
                  </a:lnTo>
                  <a:lnTo>
                    <a:pt x="56657" y="1342599"/>
                  </a:lnTo>
                  <a:lnTo>
                    <a:pt x="55375" y="1342599"/>
                  </a:lnTo>
                  <a:lnTo>
                    <a:pt x="54093" y="1342599"/>
                  </a:lnTo>
                  <a:lnTo>
                    <a:pt x="52811" y="1342599"/>
                  </a:lnTo>
                  <a:lnTo>
                    <a:pt x="51530" y="1342599"/>
                  </a:lnTo>
                  <a:lnTo>
                    <a:pt x="50248" y="1342599"/>
                  </a:lnTo>
                  <a:lnTo>
                    <a:pt x="48966" y="1342599"/>
                  </a:lnTo>
                  <a:lnTo>
                    <a:pt x="47684" y="1342599"/>
                  </a:lnTo>
                  <a:lnTo>
                    <a:pt x="46402" y="1342599"/>
                  </a:lnTo>
                  <a:lnTo>
                    <a:pt x="45120" y="1342599"/>
                  </a:lnTo>
                  <a:lnTo>
                    <a:pt x="43839" y="1342599"/>
                  </a:lnTo>
                  <a:lnTo>
                    <a:pt x="42557" y="1342599"/>
                  </a:lnTo>
                  <a:lnTo>
                    <a:pt x="41275" y="1342599"/>
                  </a:lnTo>
                  <a:lnTo>
                    <a:pt x="39993" y="1342599"/>
                  </a:lnTo>
                  <a:lnTo>
                    <a:pt x="38711" y="1342599"/>
                  </a:lnTo>
                  <a:lnTo>
                    <a:pt x="37429" y="1342599"/>
                  </a:lnTo>
                  <a:lnTo>
                    <a:pt x="36148" y="1342599"/>
                  </a:lnTo>
                  <a:lnTo>
                    <a:pt x="34866" y="1342599"/>
                  </a:lnTo>
                  <a:lnTo>
                    <a:pt x="33584" y="1342599"/>
                  </a:lnTo>
                  <a:lnTo>
                    <a:pt x="32302" y="1342599"/>
                  </a:lnTo>
                  <a:lnTo>
                    <a:pt x="31020" y="1342599"/>
                  </a:lnTo>
                  <a:lnTo>
                    <a:pt x="29738" y="1342599"/>
                  </a:lnTo>
                  <a:lnTo>
                    <a:pt x="28456" y="1342599"/>
                  </a:lnTo>
                  <a:lnTo>
                    <a:pt x="27175" y="1342599"/>
                  </a:lnTo>
                  <a:lnTo>
                    <a:pt x="25893" y="1342599"/>
                  </a:lnTo>
                  <a:lnTo>
                    <a:pt x="24611" y="1342599"/>
                  </a:lnTo>
                  <a:lnTo>
                    <a:pt x="23329" y="1342599"/>
                  </a:lnTo>
                  <a:lnTo>
                    <a:pt x="22047" y="1342599"/>
                  </a:lnTo>
                  <a:lnTo>
                    <a:pt x="20765" y="1342599"/>
                  </a:lnTo>
                  <a:lnTo>
                    <a:pt x="19484" y="1342599"/>
                  </a:lnTo>
                  <a:lnTo>
                    <a:pt x="18202" y="1342599"/>
                  </a:lnTo>
                  <a:lnTo>
                    <a:pt x="16920" y="1342599"/>
                  </a:lnTo>
                  <a:lnTo>
                    <a:pt x="15638" y="1342599"/>
                  </a:lnTo>
                  <a:lnTo>
                    <a:pt x="14356" y="1342599"/>
                  </a:lnTo>
                  <a:lnTo>
                    <a:pt x="13074" y="1342599"/>
                  </a:lnTo>
                  <a:lnTo>
                    <a:pt x="11792" y="1342599"/>
                  </a:lnTo>
                  <a:lnTo>
                    <a:pt x="10511" y="1342599"/>
                  </a:lnTo>
                  <a:lnTo>
                    <a:pt x="9229" y="1342599"/>
                  </a:lnTo>
                  <a:lnTo>
                    <a:pt x="7947" y="1342599"/>
                  </a:lnTo>
                  <a:lnTo>
                    <a:pt x="6665" y="1342599"/>
                  </a:lnTo>
                  <a:lnTo>
                    <a:pt x="5383" y="1342599"/>
                  </a:lnTo>
                  <a:lnTo>
                    <a:pt x="4101" y="1342599"/>
                  </a:lnTo>
                  <a:lnTo>
                    <a:pt x="2820" y="1342599"/>
                  </a:lnTo>
                  <a:lnTo>
                    <a:pt x="1538" y="1342599"/>
                  </a:lnTo>
                  <a:lnTo>
                    <a:pt x="256" y="1342599"/>
                  </a:lnTo>
                  <a:lnTo>
                    <a:pt x="0" y="1342599"/>
                  </a:lnTo>
                  <a:close/>
                </a:path>
              </a:pathLst>
            </a:custGeom>
            <a:solidFill>
              <a:srgbClr val="00008B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0" name="pl90"/>
            <p:cNvSpPr/>
            <p:nvPr/>
          </p:nvSpPr>
          <p:spPr>
            <a:xfrm>
              <a:off x="382728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l91"/>
            <p:cNvSpPr/>
            <p:nvPr/>
          </p:nvSpPr>
          <p:spPr>
            <a:xfrm>
              <a:off x="3871311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l92"/>
            <p:cNvSpPr/>
            <p:nvPr/>
          </p:nvSpPr>
          <p:spPr>
            <a:xfrm>
              <a:off x="622670" y="39747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488934" y="1934465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488934" y="1526151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488934" y="1122366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488934" y="712470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97" name="pl97"/>
            <p:cNvSpPr/>
            <p:nvPr/>
          </p:nvSpPr>
          <p:spPr>
            <a:xfrm>
              <a:off x="587875" y="197678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l98"/>
            <p:cNvSpPr/>
            <p:nvPr/>
          </p:nvSpPr>
          <p:spPr>
            <a:xfrm>
              <a:off x="587875" y="15699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l99"/>
            <p:cNvSpPr/>
            <p:nvPr/>
          </p:nvSpPr>
          <p:spPr>
            <a:xfrm>
              <a:off x="587875" y="116310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l100"/>
            <p:cNvSpPr/>
            <p:nvPr/>
          </p:nvSpPr>
          <p:spPr>
            <a:xfrm>
              <a:off x="587875" y="756263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l101"/>
            <p:cNvSpPr/>
            <p:nvPr/>
          </p:nvSpPr>
          <p:spPr>
            <a:xfrm>
              <a:off x="622670" y="206628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l102"/>
            <p:cNvSpPr/>
            <p:nvPr/>
          </p:nvSpPr>
          <p:spPr>
            <a:xfrm>
              <a:off x="3026384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3" name="pl103"/>
            <p:cNvSpPr/>
            <p:nvPr/>
          </p:nvSpPr>
          <p:spPr>
            <a:xfrm>
              <a:off x="6230994" y="206628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104" name="tx104"/>
            <p:cNvSpPr/>
            <p:nvPr/>
          </p:nvSpPr>
          <p:spPr>
            <a:xfrm rot="-5400000">
              <a:off x="96391" y="118096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105" name="tx105"/>
            <p:cNvSpPr/>
            <p:nvPr/>
          </p:nvSpPr>
          <p:spPr>
            <a:xfrm>
              <a:off x="622670" y="126116"/>
              <a:ext cx="59705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wt_k27</a:t>
              </a:r>
            </a:p>
          </p:txBody>
        </p:sp>
        <p:sp>
          <p:nvSpPr>
            <p:cNvPr id="106" name="rc106"/>
            <p:cNvSpPr/>
            <p:nvPr/>
          </p:nvSpPr>
          <p:spPr>
            <a:xfrm>
              <a:off x="622670" y="2355589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622670" y="3670599"/>
              <a:ext cx="24557" cy="353799"/>
            </a:xfrm>
            <a:custGeom>
              <a:avLst/>
              <a:pathLst>
                <a:path w="24557" h="353799">
                  <a:moveTo>
                    <a:pt x="0" y="0"/>
                  </a:moveTo>
                  <a:lnTo>
                    <a:pt x="256" y="34068"/>
                  </a:lnTo>
                  <a:lnTo>
                    <a:pt x="1538" y="34068"/>
                  </a:lnTo>
                  <a:lnTo>
                    <a:pt x="2820" y="53539"/>
                  </a:lnTo>
                  <a:lnTo>
                    <a:pt x="4101" y="55192"/>
                  </a:lnTo>
                  <a:lnTo>
                    <a:pt x="5383" y="75405"/>
                  </a:lnTo>
                  <a:lnTo>
                    <a:pt x="6665" y="73268"/>
                  </a:lnTo>
                  <a:lnTo>
                    <a:pt x="7947" y="73268"/>
                  </a:lnTo>
                  <a:lnTo>
                    <a:pt x="9229" y="65328"/>
                  </a:lnTo>
                  <a:lnTo>
                    <a:pt x="10511" y="17276"/>
                  </a:lnTo>
                  <a:lnTo>
                    <a:pt x="11792" y="85411"/>
                  </a:lnTo>
                  <a:lnTo>
                    <a:pt x="13074" y="185232"/>
                  </a:lnTo>
                  <a:lnTo>
                    <a:pt x="14356" y="223368"/>
                  </a:lnTo>
                  <a:lnTo>
                    <a:pt x="15638" y="249825"/>
                  </a:lnTo>
                  <a:lnTo>
                    <a:pt x="16920" y="119055"/>
                  </a:lnTo>
                  <a:lnTo>
                    <a:pt x="18202" y="119055"/>
                  </a:lnTo>
                  <a:lnTo>
                    <a:pt x="19484" y="119055"/>
                  </a:lnTo>
                  <a:lnTo>
                    <a:pt x="20765" y="119055"/>
                  </a:lnTo>
                  <a:lnTo>
                    <a:pt x="22047" y="131962"/>
                  </a:lnTo>
                  <a:lnTo>
                    <a:pt x="23329" y="158680"/>
                  </a:lnTo>
                  <a:lnTo>
                    <a:pt x="24557" y="35379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50371" y="3565349"/>
              <a:ext cx="176384" cy="459049"/>
            </a:xfrm>
            <a:custGeom>
              <a:avLst/>
              <a:pathLst>
                <a:path w="176384" h="459049">
                  <a:moveTo>
                    <a:pt x="0" y="459049"/>
                  </a:moveTo>
                  <a:lnTo>
                    <a:pt x="755" y="406262"/>
                  </a:lnTo>
                  <a:lnTo>
                    <a:pt x="2037" y="399916"/>
                  </a:lnTo>
                  <a:lnTo>
                    <a:pt x="3318" y="301547"/>
                  </a:lnTo>
                  <a:lnTo>
                    <a:pt x="4600" y="291008"/>
                  </a:lnTo>
                  <a:lnTo>
                    <a:pt x="5882" y="291008"/>
                  </a:lnTo>
                  <a:lnTo>
                    <a:pt x="7164" y="270494"/>
                  </a:lnTo>
                  <a:lnTo>
                    <a:pt x="8446" y="201727"/>
                  </a:lnTo>
                  <a:lnTo>
                    <a:pt x="9728" y="152498"/>
                  </a:lnTo>
                  <a:lnTo>
                    <a:pt x="11009" y="152498"/>
                  </a:lnTo>
                  <a:lnTo>
                    <a:pt x="12291" y="152498"/>
                  </a:lnTo>
                  <a:lnTo>
                    <a:pt x="13573" y="138316"/>
                  </a:lnTo>
                  <a:lnTo>
                    <a:pt x="14855" y="132344"/>
                  </a:lnTo>
                  <a:lnTo>
                    <a:pt x="16137" y="135366"/>
                  </a:lnTo>
                  <a:lnTo>
                    <a:pt x="17419" y="117047"/>
                  </a:lnTo>
                  <a:lnTo>
                    <a:pt x="18700" y="0"/>
                  </a:lnTo>
                  <a:lnTo>
                    <a:pt x="19982" y="59075"/>
                  </a:lnTo>
                  <a:lnTo>
                    <a:pt x="21264" y="63881"/>
                  </a:lnTo>
                  <a:lnTo>
                    <a:pt x="22546" y="152417"/>
                  </a:lnTo>
                  <a:lnTo>
                    <a:pt x="23828" y="163790"/>
                  </a:lnTo>
                  <a:lnTo>
                    <a:pt x="25110" y="163790"/>
                  </a:lnTo>
                  <a:lnTo>
                    <a:pt x="26392" y="133040"/>
                  </a:lnTo>
                  <a:lnTo>
                    <a:pt x="27673" y="86021"/>
                  </a:lnTo>
                  <a:lnTo>
                    <a:pt x="28955" y="109050"/>
                  </a:lnTo>
                  <a:lnTo>
                    <a:pt x="30237" y="109050"/>
                  </a:lnTo>
                  <a:lnTo>
                    <a:pt x="31519" y="109050"/>
                  </a:lnTo>
                  <a:lnTo>
                    <a:pt x="32801" y="127621"/>
                  </a:lnTo>
                  <a:lnTo>
                    <a:pt x="34083" y="163790"/>
                  </a:lnTo>
                  <a:lnTo>
                    <a:pt x="35364" y="163790"/>
                  </a:lnTo>
                  <a:lnTo>
                    <a:pt x="36646" y="109050"/>
                  </a:lnTo>
                  <a:lnTo>
                    <a:pt x="37928" y="109050"/>
                  </a:lnTo>
                  <a:lnTo>
                    <a:pt x="39210" y="109050"/>
                  </a:lnTo>
                  <a:lnTo>
                    <a:pt x="40492" y="109050"/>
                  </a:lnTo>
                  <a:lnTo>
                    <a:pt x="41774" y="109050"/>
                  </a:lnTo>
                  <a:lnTo>
                    <a:pt x="43056" y="109050"/>
                  </a:lnTo>
                  <a:lnTo>
                    <a:pt x="44337" y="109050"/>
                  </a:lnTo>
                  <a:lnTo>
                    <a:pt x="45619" y="152417"/>
                  </a:lnTo>
                  <a:lnTo>
                    <a:pt x="46901" y="243775"/>
                  </a:lnTo>
                  <a:lnTo>
                    <a:pt x="48183" y="291952"/>
                  </a:lnTo>
                  <a:lnTo>
                    <a:pt x="49465" y="291952"/>
                  </a:lnTo>
                  <a:lnTo>
                    <a:pt x="50747" y="291952"/>
                  </a:lnTo>
                  <a:lnTo>
                    <a:pt x="52028" y="291952"/>
                  </a:lnTo>
                  <a:lnTo>
                    <a:pt x="53310" y="291952"/>
                  </a:lnTo>
                  <a:lnTo>
                    <a:pt x="54592" y="291952"/>
                  </a:lnTo>
                  <a:lnTo>
                    <a:pt x="55874" y="368645"/>
                  </a:lnTo>
                  <a:lnTo>
                    <a:pt x="57156" y="317646"/>
                  </a:lnTo>
                  <a:lnTo>
                    <a:pt x="58438" y="291952"/>
                  </a:lnTo>
                  <a:lnTo>
                    <a:pt x="59720" y="291952"/>
                  </a:lnTo>
                  <a:lnTo>
                    <a:pt x="61001" y="291952"/>
                  </a:lnTo>
                  <a:lnTo>
                    <a:pt x="62283" y="291952"/>
                  </a:lnTo>
                  <a:lnTo>
                    <a:pt x="63565" y="291952"/>
                  </a:lnTo>
                  <a:lnTo>
                    <a:pt x="64847" y="302823"/>
                  </a:lnTo>
                  <a:lnTo>
                    <a:pt x="66129" y="368645"/>
                  </a:lnTo>
                  <a:lnTo>
                    <a:pt x="67411" y="368645"/>
                  </a:lnTo>
                  <a:lnTo>
                    <a:pt x="68692" y="368645"/>
                  </a:lnTo>
                  <a:lnTo>
                    <a:pt x="69974" y="368645"/>
                  </a:lnTo>
                  <a:lnTo>
                    <a:pt x="71256" y="368645"/>
                  </a:lnTo>
                  <a:lnTo>
                    <a:pt x="72538" y="368645"/>
                  </a:lnTo>
                  <a:lnTo>
                    <a:pt x="73820" y="368645"/>
                  </a:lnTo>
                  <a:lnTo>
                    <a:pt x="75102" y="368645"/>
                  </a:lnTo>
                  <a:lnTo>
                    <a:pt x="76383" y="424618"/>
                  </a:lnTo>
                  <a:lnTo>
                    <a:pt x="77665" y="457180"/>
                  </a:lnTo>
                  <a:lnTo>
                    <a:pt x="78947" y="457180"/>
                  </a:lnTo>
                  <a:lnTo>
                    <a:pt x="80229" y="457180"/>
                  </a:lnTo>
                  <a:lnTo>
                    <a:pt x="81511" y="457180"/>
                  </a:lnTo>
                  <a:lnTo>
                    <a:pt x="82793" y="457180"/>
                  </a:lnTo>
                  <a:lnTo>
                    <a:pt x="84075" y="457180"/>
                  </a:lnTo>
                  <a:lnTo>
                    <a:pt x="85356" y="457180"/>
                  </a:lnTo>
                  <a:lnTo>
                    <a:pt x="86638" y="457180"/>
                  </a:lnTo>
                  <a:lnTo>
                    <a:pt x="87920" y="457180"/>
                  </a:lnTo>
                  <a:lnTo>
                    <a:pt x="89202" y="372762"/>
                  </a:lnTo>
                  <a:lnTo>
                    <a:pt x="90484" y="368645"/>
                  </a:lnTo>
                  <a:lnTo>
                    <a:pt x="91766" y="368645"/>
                  </a:lnTo>
                  <a:lnTo>
                    <a:pt x="93047" y="368645"/>
                  </a:lnTo>
                  <a:lnTo>
                    <a:pt x="94329" y="368645"/>
                  </a:lnTo>
                  <a:lnTo>
                    <a:pt x="95611" y="368645"/>
                  </a:lnTo>
                  <a:lnTo>
                    <a:pt x="96893" y="364557"/>
                  </a:lnTo>
                  <a:lnTo>
                    <a:pt x="98175" y="291952"/>
                  </a:lnTo>
                  <a:lnTo>
                    <a:pt x="99457" y="291952"/>
                  </a:lnTo>
                  <a:lnTo>
                    <a:pt x="100739" y="291952"/>
                  </a:lnTo>
                  <a:lnTo>
                    <a:pt x="102020" y="291952"/>
                  </a:lnTo>
                  <a:lnTo>
                    <a:pt x="103302" y="291952"/>
                  </a:lnTo>
                  <a:lnTo>
                    <a:pt x="104584" y="291952"/>
                  </a:lnTo>
                  <a:lnTo>
                    <a:pt x="105866" y="291952"/>
                  </a:lnTo>
                  <a:lnTo>
                    <a:pt x="107148" y="291952"/>
                  </a:lnTo>
                  <a:lnTo>
                    <a:pt x="108430" y="364557"/>
                  </a:lnTo>
                  <a:lnTo>
                    <a:pt x="109711" y="368645"/>
                  </a:lnTo>
                  <a:lnTo>
                    <a:pt x="110993" y="368645"/>
                  </a:lnTo>
                  <a:lnTo>
                    <a:pt x="112275" y="368645"/>
                  </a:lnTo>
                  <a:lnTo>
                    <a:pt x="113557" y="368645"/>
                  </a:lnTo>
                  <a:lnTo>
                    <a:pt x="114839" y="368645"/>
                  </a:lnTo>
                  <a:lnTo>
                    <a:pt x="116121" y="372762"/>
                  </a:lnTo>
                  <a:lnTo>
                    <a:pt x="117402" y="457180"/>
                  </a:lnTo>
                  <a:lnTo>
                    <a:pt x="118684" y="457180"/>
                  </a:lnTo>
                  <a:lnTo>
                    <a:pt x="119966" y="457180"/>
                  </a:lnTo>
                  <a:lnTo>
                    <a:pt x="121248" y="457180"/>
                  </a:lnTo>
                  <a:lnTo>
                    <a:pt x="122530" y="457180"/>
                  </a:lnTo>
                  <a:lnTo>
                    <a:pt x="123812" y="457180"/>
                  </a:lnTo>
                  <a:lnTo>
                    <a:pt x="125094" y="457180"/>
                  </a:lnTo>
                  <a:lnTo>
                    <a:pt x="126375" y="457180"/>
                  </a:lnTo>
                  <a:lnTo>
                    <a:pt x="127657" y="457180"/>
                  </a:lnTo>
                  <a:lnTo>
                    <a:pt x="128939" y="457180"/>
                  </a:lnTo>
                  <a:lnTo>
                    <a:pt x="130221" y="457180"/>
                  </a:lnTo>
                  <a:lnTo>
                    <a:pt x="131503" y="457180"/>
                  </a:lnTo>
                  <a:lnTo>
                    <a:pt x="132785" y="457180"/>
                  </a:lnTo>
                  <a:lnTo>
                    <a:pt x="134066" y="457180"/>
                  </a:lnTo>
                  <a:lnTo>
                    <a:pt x="135348" y="457180"/>
                  </a:lnTo>
                  <a:lnTo>
                    <a:pt x="136630" y="457180"/>
                  </a:lnTo>
                  <a:lnTo>
                    <a:pt x="137912" y="457180"/>
                  </a:lnTo>
                  <a:lnTo>
                    <a:pt x="139194" y="457180"/>
                  </a:lnTo>
                  <a:lnTo>
                    <a:pt x="140476" y="457180"/>
                  </a:lnTo>
                  <a:lnTo>
                    <a:pt x="141758" y="457180"/>
                  </a:lnTo>
                  <a:lnTo>
                    <a:pt x="143039" y="457180"/>
                  </a:lnTo>
                  <a:lnTo>
                    <a:pt x="144321" y="457180"/>
                  </a:lnTo>
                  <a:lnTo>
                    <a:pt x="145603" y="457180"/>
                  </a:lnTo>
                  <a:lnTo>
                    <a:pt x="146885" y="457180"/>
                  </a:lnTo>
                  <a:lnTo>
                    <a:pt x="148167" y="457180"/>
                  </a:lnTo>
                  <a:lnTo>
                    <a:pt x="149449" y="457180"/>
                  </a:lnTo>
                  <a:lnTo>
                    <a:pt x="150730" y="457180"/>
                  </a:lnTo>
                  <a:lnTo>
                    <a:pt x="152012" y="457180"/>
                  </a:lnTo>
                  <a:lnTo>
                    <a:pt x="153294" y="457180"/>
                  </a:lnTo>
                  <a:lnTo>
                    <a:pt x="154576" y="457180"/>
                  </a:lnTo>
                  <a:lnTo>
                    <a:pt x="155858" y="457180"/>
                  </a:lnTo>
                  <a:lnTo>
                    <a:pt x="157140" y="457180"/>
                  </a:lnTo>
                  <a:lnTo>
                    <a:pt x="158421" y="457180"/>
                  </a:lnTo>
                  <a:lnTo>
                    <a:pt x="159703" y="457180"/>
                  </a:lnTo>
                  <a:lnTo>
                    <a:pt x="160985" y="457180"/>
                  </a:lnTo>
                  <a:lnTo>
                    <a:pt x="162267" y="457180"/>
                  </a:lnTo>
                  <a:lnTo>
                    <a:pt x="163549" y="457180"/>
                  </a:lnTo>
                  <a:lnTo>
                    <a:pt x="164831" y="457180"/>
                  </a:lnTo>
                  <a:lnTo>
                    <a:pt x="166113" y="457180"/>
                  </a:lnTo>
                  <a:lnTo>
                    <a:pt x="167394" y="457180"/>
                  </a:lnTo>
                  <a:lnTo>
                    <a:pt x="168676" y="457180"/>
                  </a:lnTo>
                  <a:lnTo>
                    <a:pt x="169958" y="457180"/>
                  </a:lnTo>
                  <a:lnTo>
                    <a:pt x="171240" y="457180"/>
                  </a:lnTo>
                  <a:lnTo>
                    <a:pt x="172522" y="457180"/>
                  </a:lnTo>
                  <a:lnTo>
                    <a:pt x="173804" y="457180"/>
                  </a:lnTo>
                  <a:lnTo>
                    <a:pt x="175085" y="457180"/>
                  </a:lnTo>
                  <a:lnTo>
                    <a:pt x="176367" y="457180"/>
                  </a:lnTo>
                  <a:lnTo>
                    <a:pt x="176384" y="45904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842896" y="3674399"/>
              <a:ext cx="75886" cy="349999"/>
            </a:xfrm>
            <a:custGeom>
              <a:avLst/>
              <a:pathLst>
                <a:path w="75886" h="349999">
                  <a:moveTo>
                    <a:pt x="0" y="349999"/>
                  </a:moveTo>
                  <a:lnTo>
                    <a:pt x="507" y="340267"/>
                  </a:lnTo>
                  <a:lnTo>
                    <a:pt x="1789" y="297212"/>
                  </a:lnTo>
                  <a:lnTo>
                    <a:pt x="3070" y="275300"/>
                  </a:lnTo>
                  <a:lnTo>
                    <a:pt x="4352" y="233555"/>
                  </a:lnTo>
                  <a:lnTo>
                    <a:pt x="5634" y="249027"/>
                  </a:lnTo>
                  <a:lnTo>
                    <a:pt x="6916" y="259721"/>
                  </a:lnTo>
                  <a:lnTo>
                    <a:pt x="8198" y="115254"/>
                  </a:lnTo>
                  <a:lnTo>
                    <a:pt x="9480" y="115254"/>
                  </a:lnTo>
                  <a:lnTo>
                    <a:pt x="10761" y="66344"/>
                  </a:lnTo>
                  <a:lnTo>
                    <a:pt x="12043" y="10538"/>
                  </a:lnTo>
                  <a:lnTo>
                    <a:pt x="13325" y="0"/>
                  </a:lnTo>
                  <a:lnTo>
                    <a:pt x="14607" y="5245"/>
                  </a:lnTo>
                  <a:lnTo>
                    <a:pt x="15889" y="54740"/>
                  </a:lnTo>
                  <a:lnTo>
                    <a:pt x="17171" y="54740"/>
                  </a:lnTo>
                  <a:lnTo>
                    <a:pt x="18453" y="54740"/>
                  </a:lnTo>
                  <a:lnTo>
                    <a:pt x="19734" y="75203"/>
                  </a:lnTo>
                  <a:lnTo>
                    <a:pt x="21016" y="115254"/>
                  </a:lnTo>
                  <a:lnTo>
                    <a:pt x="22298" y="138035"/>
                  </a:lnTo>
                  <a:lnTo>
                    <a:pt x="23580" y="182902"/>
                  </a:lnTo>
                  <a:lnTo>
                    <a:pt x="24862" y="182902"/>
                  </a:lnTo>
                  <a:lnTo>
                    <a:pt x="26144" y="182902"/>
                  </a:lnTo>
                  <a:lnTo>
                    <a:pt x="27425" y="182902"/>
                  </a:lnTo>
                  <a:lnTo>
                    <a:pt x="28707" y="182902"/>
                  </a:lnTo>
                  <a:lnTo>
                    <a:pt x="29989" y="243415"/>
                  </a:lnTo>
                  <a:lnTo>
                    <a:pt x="31271" y="329298"/>
                  </a:lnTo>
                  <a:lnTo>
                    <a:pt x="32553" y="348130"/>
                  </a:lnTo>
                  <a:lnTo>
                    <a:pt x="33835" y="348130"/>
                  </a:lnTo>
                  <a:lnTo>
                    <a:pt x="35117" y="348130"/>
                  </a:lnTo>
                  <a:lnTo>
                    <a:pt x="36398" y="348130"/>
                  </a:lnTo>
                  <a:lnTo>
                    <a:pt x="37680" y="289055"/>
                  </a:lnTo>
                  <a:lnTo>
                    <a:pt x="38962" y="259595"/>
                  </a:lnTo>
                  <a:lnTo>
                    <a:pt x="40244" y="259595"/>
                  </a:lnTo>
                  <a:lnTo>
                    <a:pt x="41526" y="259595"/>
                  </a:lnTo>
                  <a:lnTo>
                    <a:pt x="42808" y="259595"/>
                  </a:lnTo>
                  <a:lnTo>
                    <a:pt x="44089" y="259595"/>
                  </a:lnTo>
                  <a:lnTo>
                    <a:pt x="45371" y="259595"/>
                  </a:lnTo>
                  <a:lnTo>
                    <a:pt x="46653" y="259595"/>
                  </a:lnTo>
                  <a:lnTo>
                    <a:pt x="47935" y="239440"/>
                  </a:lnTo>
                  <a:lnTo>
                    <a:pt x="49217" y="182902"/>
                  </a:lnTo>
                  <a:lnTo>
                    <a:pt x="50499" y="182902"/>
                  </a:lnTo>
                  <a:lnTo>
                    <a:pt x="51780" y="182902"/>
                  </a:lnTo>
                  <a:lnTo>
                    <a:pt x="53062" y="182902"/>
                  </a:lnTo>
                  <a:lnTo>
                    <a:pt x="54344" y="165228"/>
                  </a:lnTo>
                  <a:lnTo>
                    <a:pt x="55626" y="69282"/>
                  </a:lnTo>
                  <a:lnTo>
                    <a:pt x="56908" y="93341"/>
                  </a:lnTo>
                  <a:lnTo>
                    <a:pt x="58190" y="115254"/>
                  </a:lnTo>
                  <a:lnTo>
                    <a:pt x="59472" y="115254"/>
                  </a:lnTo>
                  <a:lnTo>
                    <a:pt x="60753" y="115254"/>
                  </a:lnTo>
                  <a:lnTo>
                    <a:pt x="62035" y="115254"/>
                  </a:lnTo>
                  <a:lnTo>
                    <a:pt x="63317" y="115254"/>
                  </a:lnTo>
                  <a:lnTo>
                    <a:pt x="64599" y="115254"/>
                  </a:lnTo>
                  <a:lnTo>
                    <a:pt x="65881" y="259721"/>
                  </a:lnTo>
                  <a:lnTo>
                    <a:pt x="67163" y="186101"/>
                  </a:lnTo>
                  <a:lnTo>
                    <a:pt x="68444" y="219567"/>
                  </a:lnTo>
                  <a:lnTo>
                    <a:pt x="69726" y="219567"/>
                  </a:lnTo>
                  <a:lnTo>
                    <a:pt x="71008" y="233555"/>
                  </a:lnTo>
                  <a:lnTo>
                    <a:pt x="72290" y="236699"/>
                  </a:lnTo>
                  <a:lnTo>
                    <a:pt x="73572" y="251240"/>
                  </a:lnTo>
                  <a:lnTo>
                    <a:pt x="74854" y="347187"/>
                  </a:lnTo>
                  <a:lnTo>
                    <a:pt x="75886" y="34999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l110"/>
            <p:cNvSpPr/>
            <p:nvPr/>
          </p:nvSpPr>
          <p:spPr>
            <a:xfrm>
              <a:off x="919048" y="3968468"/>
              <a:ext cx="9563" cy="55930"/>
            </a:xfrm>
            <a:custGeom>
              <a:avLst/>
              <a:pathLst>
                <a:path w="9563" h="55930">
                  <a:moveTo>
                    <a:pt x="0" y="55930"/>
                  </a:moveTo>
                  <a:lnTo>
                    <a:pt x="1265" y="3143"/>
                  </a:lnTo>
                  <a:lnTo>
                    <a:pt x="2547" y="3143"/>
                  </a:lnTo>
                  <a:lnTo>
                    <a:pt x="3829" y="3143"/>
                  </a:lnTo>
                  <a:lnTo>
                    <a:pt x="5111" y="3143"/>
                  </a:lnTo>
                  <a:lnTo>
                    <a:pt x="6392" y="3143"/>
                  </a:lnTo>
                  <a:lnTo>
                    <a:pt x="7674" y="3143"/>
                  </a:lnTo>
                  <a:lnTo>
                    <a:pt x="8956" y="0"/>
                  </a:lnTo>
                  <a:lnTo>
                    <a:pt x="9563" y="5593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l111"/>
            <p:cNvSpPr/>
            <p:nvPr/>
          </p:nvSpPr>
          <p:spPr>
            <a:xfrm>
              <a:off x="931448" y="3360495"/>
              <a:ext cx="135419" cy="663903"/>
            </a:xfrm>
            <a:custGeom>
              <a:avLst/>
              <a:pathLst>
                <a:path w="135419" h="663903">
                  <a:moveTo>
                    <a:pt x="0" y="663903"/>
                  </a:moveTo>
                  <a:lnTo>
                    <a:pt x="402" y="661633"/>
                  </a:lnTo>
                  <a:lnTo>
                    <a:pt x="1684" y="643313"/>
                  </a:lnTo>
                  <a:lnTo>
                    <a:pt x="2966" y="451940"/>
                  </a:lnTo>
                  <a:lnTo>
                    <a:pt x="4248" y="429158"/>
                  </a:lnTo>
                  <a:lnTo>
                    <a:pt x="5530" y="429158"/>
                  </a:lnTo>
                  <a:lnTo>
                    <a:pt x="6812" y="429158"/>
                  </a:lnTo>
                  <a:lnTo>
                    <a:pt x="8093" y="429158"/>
                  </a:lnTo>
                  <a:lnTo>
                    <a:pt x="9375" y="429158"/>
                  </a:lnTo>
                  <a:lnTo>
                    <a:pt x="10657" y="429158"/>
                  </a:lnTo>
                  <a:lnTo>
                    <a:pt x="11939" y="398105"/>
                  </a:lnTo>
                  <a:lnTo>
                    <a:pt x="13221" y="368645"/>
                  </a:lnTo>
                  <a:lnTo>
                    <a:pt x="14503" y="368645"/>
                  </a:lnTo>
                  <a:lnTo>
                    <a:pt x="15784" y="368645"/>
                  </a:lnTo>
                  <a:lnTo>
                    <a:pt x="17066" y="368645"/>
                  </a:lnTo>
                  <a:lnTo>
                    <a:pt x="18348" y="422812"/>
                  </a:lnTo>
                  <a:lnTo>
                    <a:pt x="19630" y="429158"/>
                  </a:lnTo>
                  <a:lnTo>
                    <a:pt x="20912" y="429158"/>
                  </a:lnTo>
                  <a:lnTo>
                    <a:pt x="22194" y="442065"/>
                  </a:lnTo>
                  <a:lnTo>
                    <a:pt x="23476" y="377325"/>
                  </a:lnTo>
                  <a:lnTo>
                    <a:pt x="24757" y="368645"/>
                  </a:lnTo>
                  <a:lnTo>
                    <a:pt x="26039" y="380248"/>
                  </a:lnTo>
                  <a:lnTo>
                    <a:pt x="27321" y="429158"/>
                  </a:lnTo>
                  <a:lnTo>
                    <a:pt x="28603" y="429158"/>
                  </a:lnTo>
                  <a:lnTo>
                    <a:pt x="29885" y="429158"/>
                  </a:lnTo>
                  <a:lnTo>
                    <a:pt x="31167" y="461987"/>
                  </a:lnTo>
                  <a:lnTo>
                    <a:pt x="32448" y="496806"/>
                  </a:lnTo>
                  <a:lnTo>
                    <a:pt x="33730" y="435576"/>
                  </a:lnTo>
                  <a:lnTo>
                    <a:pt x="35012" y="429158"/>
                  </a:lnTo>
                  <a:lnTo>
                    <a:pt x="36294" y="374417"/>
                  </a:lnTo>
                  <a:lnTo>
                    <a:pt x="37576" y="290876"/>
                  </a:lnTo>
                  <a:lnTo>
                    <a:pt x="38858" y="171306"/>
                  </a:lnTo>
                  <a:lnTo>
                    <a:pt x="40139" y="135768"/>
                  </a:lnTo>
                  <a:lnTo>
                    <a:pt x="41421" y="128161"/>
                  </a:lnTo>
                  <a:lnTo>
                    <a:pt x="42703" y="151292"/>
                  </a:lnTo>
                  <a:lnTo>
                    <a:pt x="43985" y="98701"/>
                  </a:lnTo>
                  <a:lnTo>
                    <a:pt x="45267" y="98701"/>
                  </a:lnTo>
                  <a:lnTo>
                    <a:pt x="46549" y="91566"/>
                  </a:lnTo>
                  <a:lnTo>
                    <a:pt x="47831" y="18429"/>
                  </a:lnTo>
                  <a:lnTo>
                    <a:pt x="49112" y="0"/>
                  </a:lnTo>
                  <a:lnTo>
                    <a:pt x="50394" y="0"/>
                  </a:lnTo>
                  <a:lnTo>
                    <a:pt x="51676" y="144467"/>
                  </a:lnTo>
                  <a:lnTo>
                    <a:pt x="52958" y="192697"/>
                  </a:lnTo>
                  <a:lnTo>
                    <a:pt x="54240" y="192581"/>
                  </a:lnTo>
                  <a:lnTo>
                    <a:pt x="55522" y="184989"/>
                  </a:lnTo>
                  <a:lnTo>
                    <a:pt x="56803" y="227553"/>
                  </a:lnTo>
                  <a:lnTo>
                    <a:pt x="58085" y="321569"/>
                  </a:lnTo>
                  <a:lnTo>
                    <a:pt x="59367" y="357352"/>
                  </a:lnTo>
                  <a:lnTo>
                    <a:pt x="60649" y="337198"/>
                  </a:lnTo>
                  <a:lnTo>
                    <a:pt x="61931" y="451137"/>
                  </a:lnTo>
                  <a:lnTo>
                    <a:pt x="63213" y="537447"/>
                  </a:lnTo>
                  <a:lnTo>
                    <a:pt x="64495" y="478347"/>
                  </a:lnTo>
                  <a:lnTo>
                    <a:pt x="65776" y="456596"/>
                  </a:lnTo>
                  <a:lnTo>
                    <a:pt x="67058" y="528871"/>
                  </a:lnTo>
                  <a:lnTo>
                    <a:pt x="68340" y="531076"/>
                  </a:lnTo>
                  <a:lnTo>
                    <a:pt x="69622" y="531076"/>
                  </a:lnTo>
                  <a:lnTo>
                    <a:pt x="70904" y="513648"/>
                  </a:lnTo>
                  <a:lnTo>
                    <a:pt x="72186" y="494884"/>
                  </a:lnTo>
                  <a:lnTo>
                    <a:pt x="73467" y="485709"/>
                  </a:lnTo>
                  <a:lnTo>
                    <a:pt x="74749" y="391147"/>
                  </a:lnTo>
                  <a:lnTo>
                    <a:pt x="76031" y="399916"/>
                  </a:lnTo>
                  <a:lnTo>
                    <a:pt x="77313" y="374001"/>
                  </a:lnTo>
                  <a:lnTo>
                    <a:pt x="78595" y="357352"/>
                  </a:lnTo>
                  <a:lnTo>
                    <a:pt x="79877" y="406582"/>
                  </a:lnTo>
                  <a:lnTo>
                    <a:pt x="81158" y="428756"/>
                  </a:lnTo>
                  <a:lnTo>
                    <a:pt x="82440" y="413943"/>
                  </a:lnTo>
                  <a:lnTo>
                    <a:pt x="83722" y="327108"/>
                  </a:lnTo>
                  <a:lnTo>
                    <a:pt x="85004" y="368645"/>
                  </a:lnTo>
                  <a:lnTo>
                    <a:pt x="86286" y="392091"/>
                  </a:lnTo>
                  <a:lnTo>
                    <a:pt x="87568" y="368645"/>
                  </a:lnTo>
                  <a:lnTo>
                    <a:pt x="88850" y="368645"/>
                  </a:lnTo>
                  <a:lnTo>
                    <a:pt x="90131" y="401136"/>
                  </a:lnTo>
                  <a:lnTo>
                    <a:pt x="91413" y="383186"/>
                  </a:lnTo>
                  <a:lnTo>
                    <a:pt x="92695" y="383186"/>
                  </a:lnTo>
                  <a:lnTo>
                    <a:pt x="93977" y="429158"/>
                  </a:lnTo>
                  <a:lnTo>
                    <a:pt x="95259" y="386139"/>
                  </a:lnTo>
                  <a:lnTo>
                    <a:pt x="96541" y="404183"/>
                  </a:lnTo>
                  <a:lnTo>
                    <a:pt x="97822" y="429158"/>
                  </a:lnTo>
                  <a:lnTo>
                    <a:pt x="99104" y="573625"/>
                  </a:lnTo>
                  <a:lnTo>
                    <a:pt x="100386" y="550966"/>
                  </a:lnTo>
                  <a:lnTo>
                    <a:pt x="101668" y="445757"/>
                  </a:lnTo>
                  <a:lnTo>
                    <a:pt x="102950" y="397711"/>
                  </a:lnTo>
                  <a:lnTo>
                    <a:pt x="104232" y="329330"/>
                  </a:lnTo>
                  <a:lnTo>
                    <a:pt x="105514" y="286069"/>
                  </a:lnTo>
                  <a:lnTo>
                    <a:pt x="106795" y="280659"/>
                  </a:lnTo>
                  <a:lnTo>
                    <a:pt x="108077" y="269990"/>
                  </a:lnTo>
                  <a:lnTo>
                    <a:pt x="109359" y="361756"/>
                  </a:lnTo>
                  <a:lnTo>
                    <a:pt x="110641" y="409286"/>
                  </a:lnTo>
                  <a:lnTo>
                    <a:pt x="111923" y="407522"/>
                  </a:lnTo>
                  <a:lnTo>
                    <a:pt x="113205" y="321003"/>
                  </a:lnTo>
                  <a:lnTo>
                    <a:pt x="114486" y="290030"/>
                  </a:lnTo>
                  <a:lnTo>
                    <a:pt x="115768" y="280065"/>
                  </a:lnTo>
                  <a:lnTo>
                    <a:pt x="117050" y="262007"/>
                  </a:lnTo>
                  <a:lnTo>
                    <a:pt x="118332" y="240392"/>
                  </a:lnTo>
                  <a:lnTo>
                    <a:pt x="119614" y="143947"/>
                  </a:lnTo>
                  <a:lnTo>
                    <a:pt x="120896" y="317867"/>
                  </a:lnTo>
                  <a:lnTo>
                    <a:pt x="122177" y="363448"/>
                  </a:lnTo>
                  <a:lnTo>
                    <a:pt x="123459" y="437513"/>
                  </a:lnTo>
                  <a:lnTo>
                    <a:pt x="124741" y="484425"/>
                  </a:lnTo>
                  <a:lnTo>
                    <a:pt x="126023" y="531076"/>
                  </a:lnTo>
                  <a:lnTo>
                    <a:pt x="127305" y="544485"/>
                  </a:lnTo>
                  <a:lnTo>
                    <a:pt x="128587" y="583420"/>
                  </a:lnTo>
                  <a:lnTo>
                    <a:pt x="129869" y="557681"/>
                  </a:lnTo>
                  <a:lnTo>
                    <a:pt x="131150" y="550857"/>
                  </a:lnTo>
                  <a:lnTo>
                    <a:pt x="132432" y="630789"/>
                  </a:lnTo>
                  <a:lnTo>
                    <a:pt x="133714" y="636011"/>
                  </a:lnTo>
                  <a:lnTo>
                    <a:pt x="134996" y="651966"/>
                  </a:lnTo>
                  <a:lnTo>
                    <a:pt x="135419" y="66390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l112"/>
            <p:cNvSpPr/>
            <p:nvPr/>
          </p:nvSpPr>
          <p:spPr>
            <a:xfrm>
              <a:off x="1070487" y="2864644"/>
              <a:ext cx="1119358" cy="1159754"/>
            </a:xfrm>
            <a:custGeom>
              <a:avLst/>
              <a:pathLst>
                <a:path w="1119358" h="1159754">
                  <a:moveTo>
                    <a:pt x="0" y="1159754"/>
                  </a:moveTo>
                  <a:lnTo>
                    <a:pt x="1084" y="1026696"/>
                  </a:lnTo>
                  <a:lnTo>
                    <a:pt x="2366" y="988570"/>
                  </a:lnTo>
                  <a:lnTo>
                    <a:pt x="3648" y="740948"/>
                  </a:lnTo>
                  <a:lnTo>
                    <a:pt x="4929" y="653075"/>
                  </a:lnTo>
                  <a:lnTo>
                    <a:pt x="6211" y="607255"/>
                  </a:lnTo>
                  <a:lnTo>
                    <a:pt x="7493" y="587417"/>
                  </a:lnTo>
                  <a:lnTo>
                    <a:pt x="8775" y="703008"/>
                  </a:lnTo>
                  <a:lnTo>
                    <a:pt x="10057" y="726686"/>
                  </a:lnTo>
                  <a:lnTo>
                    <a:pt x="11339" y="712062"/>
                  </a:lnTo>
                  <a:lnTo>
                    <a:pt x="12620" y="741691"/>
                  </a:lnTo>
                  <a:lnTo>
                    <a:pt x="13902" y="755367"/>
                  </a:lnTo>
                  <a:lnTo>
                    <a:pt x="15184" y="694681"/>
                  </a:lnTo>
                  <a:lnTo>
                    <a:pt x="16466" y="677809"/>
                  </a:lnTo>
                  <a:lnTo>
                    <a:pt x="17748" y="668812"/>
                  </a:lnTo>
                  <a:lnTo>
                    <a:pt x="19030" y="751486"/>
                  </a:lnTo>
                  <a:lnTo>
                    <a:pt x="20312" y="736385"/>
                  </a:lnTo>
                  <a:lnTo>
                    <a:pt x="21593" y="699238"/>
                  </a:lnTo>
                  <a:lnTo>
                    <a:pt x="22875" y="735307"/>
                  </a:lnTo>
                  <a:lnTo>
                    <a:pt x="24157" y="792580"/>
                  </a:lnTo>
                  <a:lnTo>
                    <a:pt x="25439" y="828962"/>
                  </a:lnTo>
                  <a:lnTo>
                    <a:pt x="26721" y="846440"/>
                  </a:lnTo>
                  <a:lnTo>
                    <a:pt x="28003" y="899860"/>
                  </a:lnTo>
                  <a:lnTo>
                    <a:pt x="29284" y="740004"/>
                  </a:lnTo>
                  <a:lnTo>
                    <a:pt x="30566" y="738323"/>
                  </a:lnTo>
                  <a:lnTo>
                    <a:pt x="31848" y="741691"/>
                  </a:lnTo>
                  <a:lnTo>
                    <a:pt x="33130" y="785556"/>
                  </a:lnTo>
                  <a:lnTo>
                    <a:pt x="34412" y="825181"/>
                  </a:lnTo>
                  <a:lnTo>
                    <a:pt x="35694" y="708863"/>
                  </a:lnTo>
                  <a:lnTo>
                    <a:pt x="36975" y="628591"/>
                  </a:lnTo>
                  <a:lnTo>
                    <a:pt x="38257" y="646643"/>
                  </a:lnTo>
                  <a:lnTo>
                    <a:pt x="39539" y="620727"/>
                  </a:lnTo>
                  <a:lnTo>
                    <a:pt x="40821" y="526904"/>
                  </a:lnTo>
                  <a:lnTo>
                    <a:pt x="42103" y="526904"/>
                  </a:lnTo>
                  <a:lnTo>
                    <a:pt x="43385" y="691731"/>
                  </a:lnTo>
                  <a:lnTo>
                    <a:pt x="44667" y="611459"/>
                  </a:lnTo>
                  <a:lnTo>
                    <a:pt x="45948" y="470674"/>
                  </a:lnTo>
                  <a:lnTo>
                    <a:pt x="47230" y="410922"/>
                  </a:lnTo>
                  <a:lnTo>
                    <a:pt x="48512" y="494321"/>
                  </a:lnTo>
                  <a:lnTo>
                    <a:pt x="49794" y="562872"/>
                  </a:lnTo>
                  <a:lnTo>
                    <a:pt x="51076" y="624320"/>
                  </a:lnTo>
                  <a:lnTo>
                    <a:pt x="52358" y="647546"/>
                  </a:lnTo>
                  <a:lnTo>
                    <a:pt x="53639" y="664440"/>
                  </a:lnTo>
                  <a:lnTo>
                    <a:pt x="54921" y="717469"/>
                  </a:lnTo>
                  <a:lnTo>
                    <a:pt x="56203" y="745491"/>
                  </a:lnTo>
                  <a:lnTo>
                    <a:pt x="57485" y="743697"/>
                  </a:lnTo>
                  <a:lnTo>
                    <a:pt x="58767" y="719288"/>
                  </a:lnTo>
                  <a:lnTo>
                    <a:pt x="60049" y="636356"/>
                  </a:lnTo>
                  <a:lnTo>
                    <a:pt x="61331" y="576808"/>
                  </a:lnTo>
                  <a:lnTo>
                    <a:pt x="62612" y="538926"/>
                  </a:lnTo>
                  <a:lnTo>
                    <a:pt x="63894" y="551278"/>
                  </a:lnTo>
                  <a:lnTo>
                    <a:pt x="65176" y="624077"/>
                  </a:lnTo>
                  <a:lnTo>
                    <a:pt x="66458" y="662451"/>
                  </a:lnTo>
                  <a:lnTo>
                    <a:pt x="67740" y="686017"/>
                  </a:lnTo>
                  <a:lnTo>
                    <a:pt x="69022" y="674661"/>
                  </a:lnTo>
                  <a:lnTo>
                    <a:pt x="70303" y="598892"/>
                  </a:lnTo>
                  <a:lnTo>
                    <a:pt x="71585" y="479824"/>
                  </a:lnTo>
                  <a:lnTo>
                    <a:pt x="72867" y="435696"/>
                  </a:lnTo>
                  <a:lnTo>
                    <a:pt x="74149" y="425325"/>
                  </a:lnTo>
                  <a:lnTo>
                    <a:pt x="75431" y="413951"/>
                  </a:lnTo>
                  <a:lnTo>
                    <a:pt x="76713" y="355654"/>
                  </a:lnTo>
                  <a:lnTo>
                    <a:pt x="77995" y="385549"/>
                  </a:lnTo>
                  <a:lnTo>
                    <a:pt x="79276" y="426659"/>
                  </a:lnTo>
                  <a:lnTo>
                    <a:pt x="80558" y="437934"/>
                  </a:lnTo>
                  <a:lnTo>
                    <a:pt x="81840" y="437254"/>
                  </a:lnTo>
                  <a:lnTo>
                    <a:pt x="83122" y="406809"/>
                  </a:lnTo>
                  <a:lnTo>
                    <a:pt x="84404" y="355065"/>
                  </a:lnTo>
                  <a:lnTo>
                    <a:pt x="85686" y="316343"/>
                  </a:lnTo>
                  <a:lnTo>
                    <a:pt x="86967" y="319871"/>
                  </a:lnTo>
                  <a:lnTo>
                    <a:pt x="88249" y="232375"/>
                  </a:lnTo>
                  <a:lnTo>
                    <a:pt x="89531" y="271922"/>
                  </a:lnTo>
                  <a:lnTo>
                    <a:pt x="90813" y="344238"/>
                  </a:lnTo>
                  <a:lnTo>
                    <a:pt x="92095" y="382771"/>
                  </a:lnTo>
                  <a:lnTo>
                    <a:pt x="93377" y="396456"/>
                  </a:lnTo>
                  <a:lnTo>
                    <a:pt x="94658" y="400846"/>
                  </a:lnTo>
                  <a:lnTo>
                    <a:pt x="95940" y="429456"/>
                  </a:lnTo>
                  <a:lnTo>
                    <a:pt x="97222" y="441942"/>
                  </a:lnTo>
                  <a:lnTo>
                    <a:pt x="98504" y="471901"/>
                  </a:lnTo>
                  <a:lnTo>
                    <a:pt x="99786" y="382486"/>
                  </a:lnTo>
                  <a:lnTo>
                    <a:pt x="101068" y="429819"/>
                  </a:lnTo>
                  <a:lnTo>
                    <a:pt x="102350" y="334794"/>
                  </a:lnTo>
                  <a:lnTo>
                    <a:pt x="103631" y="406452"/>
                  </a:lnTo>
                  <a:lnTo>
                    <a:pt x="104913" y="448021"/>
                  </a:lnTo>
                  <a:lnTo>
                    <a:pt x="106195" y="515843"/>
                  </a:lnTo>
                  <a:lnTo>
                    <a:pt x="107477" y="495851"/>
                  </a:lnTo>
                  <a:lnTo>
                    <a:pt x="108759" y="504992"/>
                  </a:lnTo>
                  <a:lnTo>
                    <a:pt x="110041" y="523722"/>
                  </a:lnTo>
                  <a:lnTo>
                    <a:pt x="111322" y="679107"/>
                  </a:lnTo>
                  <a:lnTo>
                    <a:pt x="112604" y="675994"/>
                  </a:lnTo>
                  <a:lnTo>
                    <a:pt x="113886" y="694658"/>
                  </a:lnTo>
                  <a:lnTo>
                    <a:pt x="115168" y="852561"/>
                  </a:lnTo>
                  <a:lnTo>
                    <a:pt x="116450" y="881360"/>
                  </a:lnTo>
                  <a:lnTo>
                    <a:pt x="117732" y="913956"/>
                  </a:lnTo>
                  <a:lnTo>
                    <a:pt x="119014" y="876888"/>
                  </a:lnTo>
                  <a:lnTo>
                    <a:pt x="120295" y="866790"/>
                  </a:lnTo>
                  <a:lnTo>
                    <a:pt x="121577" y="887253"/>
                  </a:lnTo>
                  <a:lnTo>
                    <a:pt x="122859" y="925710"/>
                  </a:lnTo>
                  <a:lnTo>
                    <a:pt x="124141" y="953415"/>
                  </a:lnTo>
                  <a:lnTo>
                    <a:pt x="125423" y="920957"/>
                  </a:lnTo>
                  <a:lnTo>
                    <a:pt x="126705" y="874015"/>
                  </a:lnTo>
                  <a:lnTo>
                    <a:pt x="127986" y="885767"/>
                  </a:lnTo>
                  <a:lnTo>
                    <a:pt x="129268" y="905391"/>
                  </a:lnTo>
                  <a:lnTo>
                    <a:pt x="130550" y="929356"/>
                  </a:lnTo>
                  <a:lnTo>
                    <a:pt x="131832" y="917840"/>
                  </a:lnTo>
                  <a:lnTo>
                    <a:pt x="133114" y="970485"/>
                  </a:lnTo>
                  <a:lnTo>
                    <a:pt x="134396" y="922132"/>
                  </a:lnTo>
                  <a:lnTo>
                    <a:pt x="135677" y="874015"/>
                  </a:lnTo>
                  <a:lnTo>
                    <a:pt x="136959" y="950309"/>
                  </a:lnTo>
                  <a:lnTo>
                    <a:pt x="138241" y="872851"/>
                  </a:lnTo>
                  <a:lnTo>
                    <a:pt x="139523" y="872851"/>
                  </a:lnTo>
                  <a:lnTo>
                    <a:pt x="140805" y="872851"/>
                  </a:lnTo>
                  <a:lnTo>
                    <a:pt x="142087" y="872851"/>
                  </a:lnTo>
                  <a:lnTo>
                    <a:pt x="143369" y="891740"/>
                  </a:lnTo>
                  <a:lnTo>
                    <a:pt x="144650" y="876240"/>
                  </a:lnTo>
                  <a:lnTo>
                    <a:pt x="145932" y="898111"/>
                  </a:lnTo>
                  <a:lnTo>
                    <a:pt x="147214" y="879222"/>
                  </a:lnTo>
                  <a:lnTo>
                    <a:pt x="148496" y="834431"/>
                  </a:lnTo>
                  <a:lnTo>
                    <a:pt x="149778" y="656161"/>
                  </a:lnTo>
                  <a:lnTo>
                    <a:pt x="151060" y="636344"/>
                  </a:lnTo>
                  <a:lnTo>
                    <a:pt x="152341" y="512722"/>
                  </a:lnTo>
                  <a:lnTo>
                    <a:pt x="153623" y="464957"/>
                  </a:lnTo>
                  <a:lnTo>
                    <a:pt x="154905" y="517702"/>
                  </a:lnTo>
                  <a:lnTo>
                    <a:pt x="156187" y="468507"/>
                  </a:lnTo>
                  <a:lnTo>
                    <a:pt x="157469" y="572041"/>
                  </a:lnTo>
                  <a:lnTo>
                    <a:pt x="158751" y="644012"/>
                  </a:lnTo>
                  <a:lnTo>
                    <a:pt x="160033" y="573113"/>
                  </a:lnTo>
                  <a:lnTo>
                    <a:pt x="161314" y="590957"/>
                  </a:lnTo>
                  <a:lnTo>
                    <a:pt x="162596" y="558801"/>
                  </a:lnTo>
                  <a:lnTo>
                    <a:pt x="163878" y="495320"/>
                  </a:lnTo>
                  <a:lnTo>
                    <a:pt x="165160" y="448141"/>
                  </a:lnTo>
                  <a:lnTo>
                    <a:pt x="166442" y="443755"/>
                  </a:lnTo>
                  <a:lnTo>
                    <a:pt x="167724" y="441885"/>
                  </a:lnTo>
                  <a:lnTo>
                    <a:pt x="169005" y="466031"/>
                  </a:lnTo>
                  <a:lnTo>
                    <a:pt x="170287" y="509711"/>
                  </a:lnTo>
                  <a:lnTo>
                    <a:pt x="171569" y="511650"/>
                  </a:lnTo>
                  <a:lnTo>
                    <a:pt x="172851" y="512298"/>
                  </a:lnTo>
                  <a:lnTo>
                    <a:pt x="174133" y="530742"/>
                  </a:lnTo>
                  <a:lnTo>
                    <a:pt x="175415" y="533426"/>
                  </a:lnTo>
                  <a:lnTo>
                    <a:pt x="176697" y="475190"/>
                  </a:lnTo>
                  <a:lnTo>
                    <a:pt x="177978" y="437246"/>
                  </a:lnTo>
                  <a:lnTo>
                    <a:pt x="179260" y="382771"/>
                  </a:lnTo>
                  <a:lnTo>
                    <a:pt x="180542" y="388112"/>
                  </a:lnTo>
                  <a:lnTo>
                    <a:pt x="181824" y="299696"/>
                  </a:lnTo>
                  <a:lnTo>
                    <a:pt x="183106" y="405979"/>
                  </a:lnTo>
                  <a:lnTo>
                    <a:pt x="184388" y="488893"/>
                  </a:lnTo>
                  <a:lnTo>
                    <a:pt x="185669" y="485639"/>
                  </a:lnTo>
                  <a:lnTo>
                    <a:pt x="186951" y="496558"/>
                  </a:lnTo>
                  <a:lnTo>
                    <a:pt x="188233" y="529821"/>
                  </a:lnTo>
                  <a:lnTo>
                    <a:pt x="189515" y="547212"/>
                  </a:lnTo>
                  <a:lnTo>
                    <a:pt x="190797" y="567411"/>
                  </a:lnTo>
                  <a:lnTo>
                    <a:pt x="192079" y="448021"/>
                  </a:lnTo>
                  <a:lnTo>
                    <a:pt x="193360" y="466391"/>
                  </a:lnTo>
                  <a:lnTo>
                    <a:pt x="194642" y="523722"/>
                  </a:lnTo>
                  <a:lnTo>
                    <a:pt x="195924" y="596350"/>
                  </a:lnTo>
                  <a:lnTo>
                    <a:pt x="197206" y="631619"/>
                  </a:lnTo>
                  <a:lnTo>
                    <a:pt x="198488" y="659068"/>
                  </a:lnTo>
                  <a:lnTo>
                    <a:pt x="199770" y="675362"/>
                  </a:lnTo>
                  <a:lnTo>
                    <a:pt x="201052" y="713809"/>
                  </a:lnTo>
                  <a:lnTo>
                    <a:pt x="202333" y="700705"/>
                  </a:lnTo>
                  <a:lnTo>
                    <a:pt x="203615" y="720474"/>
                  </a:lnTo>
                  <a:lnTo>
                    <a:pt x="204897" y="738637"/>
                  </a:lnTo>
                  <a:lnTo>
                    <a:pt x="206179" y="759781"/>
                  </a:lnTo>
                  <a:lnTo>
                    <a:pt x="207461" y="716022"/>
                  </a:lnTo>
                  <a:lnTo>
                    <a:pt x="208743" y="671245"/>
                  </a:lnTo>
                  <a:lnTo>
                    <a:pt x="210024" y="649113"/>
                  </a:lnTo>
                  <a:lnTo>
                    <a:pt x="211306" y="594552"/>
                  </a:lnTo>
                  <a:lnTo>
                    <a:pt x="212588" y="624012"/>
                  </a:lnTo>
                  <a:lnTo>
                    <a:pt x="213870" y="659068"/>
                  </a:lnTo>
                  <a:lnTo>
                    <a:pt x="215152" y="690009"/>
                  </a:lnTo>
                  <a:lnTo>
                    <a:pt x="216434" y="713809"/>
                  </a:lnTo>
                  <a:lnTo>
                    <a:pt x="217716" y="713809"/>
                  </a:lnTo>
                  <a:lnTo>
                    <a:pt x="218997" y="696403"/>
                  </a:lnTo>
                  <a:lnTo>
                    <a:pt x="220279" y="671245"/>
                  </a:lnTo>
                  <a:lnTo>
                    <a:pt x="221561" y="683686"/>
                  </a:lnTo>
                  <a:lnTo>
                    <a:pt x="222843" y="718244"/>
                  </a:lnTo>
                  <a:lnTo>
                    <a:pt x="224125" y="759781"/>
                  </a:lnTo>
                  <a:lnTo>
                    <a:pt x="225407" y="759781"/>
                  </a:lnTo>
                  <a:lnTo>
                    <a:pt x="226688" y="807151"/>
                  </a:lnTo>
                  <a:lnTo>
                    <a:pt x="227970" y="864496"/>
                  </a:lnTo>
                  <a:lnTo>
                    <a:pt x="229252" y="896987"/>
                  </a:lnTo>
                  <a:lnTo>
                    <a:pt x="230534" y="992657"/>
                  </a:lnTo>
                  <a:lnTo>
                    <a:pt x="231816" y="1057173"/>
                  </a:lnTo>
                  <a:lnTo>
                    <a:pt x="233098" y="1003529"/>
                  </a:lnTo>
                  <a:lnTo>
                    <a:pt x="234379" y="992657"/>
                  </a:lnTo>
                  <a:lnTo>
                    <a:pt x="235661" y="992657"/>
                  </a:lnTo>
                  <a:lnTo>
                    <a:pt x="236943" y="992657"/>
                  </a:lnTo>
                  <a:lnTo>
                    <a:pt x="238225" y="1022118"/>
                  </a:lnTo>
                  <a:lnTo>
                    <a:pt x="239507" y="1069350"/>
                  </a:lnTo>
                  <a:lnTo>
                    <a:pt x="240789" y="1069350"/>
                  </a:lnTo>
                  <a:lnTo>
                    <a:pt x="242071" y="1069350"/>
                  </a:lnTo>
                  <a:lnTo>
                    <a:pt x="243352" y="1057173"/>
                  </a:lnTo>
                  <a:lnTo>
                    <a:pt x="244634" y="992657"/>
                  </a:lnTo>
                  <a:lnTo>
                    <a:pt x="245916" y="992657"/>
                  </a:lnTo>
                  <a:lnTo>
                    <a:pt x="247198" y="978475"/>
                  </a:lnTo>
                  <a:lnTo>
                    <a:pt x="248480" y="909273"/>
                  </a:lnTo>
                  <a:lnTo>
                    <a:pt x="249762" y="812372"/>
                  </a:lnTo>
                  <a:lnTo>
                    <a:pt x="251043" y="716022"/>
                  </a:lnTo>
                  <a:lnTo>
                    <a:pt x="252325" y="716022"/>
                  </a:lnTo>
                  <a:lnTo>
                    <a:pt x="253607" y="679509"/>
                  </a:lnTo>
                  <a:lnTo>
                    <a:pt x="254889" y="514280"/>
                  </a:lnTo>
                  <a:lnTo>
                    <a:pt x="256171" y="491334"/>
                  </a:lnTo>
                  <a:lnTo>
                    <a:pt x="257453" y="427531"/>
                  </a:lnTo>
                  <a:lnTo>
                    <a:pt x="258735" y="396196"/>
                  </a:lnTo>
                  <a:lnTo>
                    <a:pt x="260016" y="472450"/>
                  </a:lnTo>
                  <a:lnTo>
                    <a:pt x="261298" y="454615"/>
                  </a:lnTo>
                  <a:lnTo>
                    <a:pt x="262580" y="530478"/>
                  </a:lnTo>
                  <a:lnTo>
                    <a:pt x="263862" y="567970"/>
                  </a:lnTo>
                  <a:lnTo>
                    <a:pt x="265144" y="566479"/>
                  </a:lnTo>
                  <a:lnTo>
                    <a:pt x="266426" y="597572"/>
                  </a:lnTo>
                  <a:lnTo>
                    <a:pt x="267707" y="534567"/>
                  </a:lnTo>
                  <a:lnTo>
                    <a:pt x="268989" y="526265"/>
                  </a:lnTo>
                  <a:lnTo>
                    <a:pt x="270271" y="534640"/>
                  </a:lnTo>
                  <a:lnTo>
                    <a:pt x="271553" y="514824"/>
                  </a:lnTo>
                  <a:lnTo>
                    <a:pt x="272835" y="517991"/>
                  </a:lnTo>
                  <a:lnTo>
                    <a:pt x="274117" y="557995"/>
                  </a:lnTo>
                  <a:lnTo>
                    <a:pt x="275398" y="564846"/>
                  </a:lnTo>
                  <a:lnTo>
                    <a:pt x="276680" y="581157"/>
                  </a:lnTo>
                  <a:lnTo>
                    <a:pt x="277962" y="590089"/>
                  </a:lnTo>
                  <a:lnTo>
                    <a:pt x="279244" y="594306"/>
                  </a:lnTo>
                  <a:lnTo>
                    <a:pt x="280526" y="593702"/>
                  </a:lnTo>
                  <a:lnTo>
                    <a:pt x="281808" y="578676"/>
                  </a:lnTo>
                  <a:lnTo>
                    <a:pt x="283090" y="542075"/>
                  </a:lnTo>
                  <a:lnTo>
                    <a:pt x="284371" y="474057"/>
                  </a:lnTo>
                  <a:lnTo>
                    <a:pt x="285653" y="378511"/>
                  </a:lnTo>
                  <a:lnTo>
                    <a:pt x="286935" y="421830"/>
                  </a:lnTo>
                  <a:lnTo>
                    <a:pt x="288217" y="380640"/>
                  </a:lnTo>
                  <a:lnTo>
                    <a:pt x="289499" y="421026"/>
                  </a:lnTo>
                  <a:lnTo>
                    <a:pt x="290781" y="275187"/>
                  </a:lnTo>
                  <a:lnTo>
                    <a:pt x="292062" y="250962"/>
                  </a:lnTo>
                  <a:lnTo>
                    <a:pt x="293344" y="243819"/>
                  </a:lnTo>
                  <a:lnTo>
                    <a:pt x="294626" y="221538"/>
                  </a:lnTo>
                  <a:lnTo>
                    <a:pt x="295908" y="198120"/>
                  </a:lnTo>
                  <a:lnTo>
                    <a:pt x="297190" y="175619"/>
                  </a:lnTo>
                  <a:lnTo>
                    <a:pt x="298472" y="202728"/>
                  </a:lnTo>
                  <a:lnTo>
                    <a:pt x="299754" y="218813"/>
                  </a:lnTo>
                  <a:lnTo>
                    <a:pt x="301035" y="255291"/>
                  </a:lnTo>
                  <a:lnTo>
                    <a:pt x="302317" y="272794"/>
                  </a:lnTo>
                  <a:lnTo>
                    <a:pt x="303599" y="310796"/>
                  </a:lnTo>
                  <a:lnTo>
                    <a:pt x="304881" y="203671"/>
                  </a:lnTo>
                  <a:lnTo>
                    <a:pt x="306163" y="241223"/>
                  </a:lnTo>
                  <a:lnTo>
                    <a:pt x="307445" y="276225"/>
                  </a:lnTo>
                  <a:lnTo>
                    <a:pt x="308726" y="247074"/>
                  </a:lnTo>
                  <a:lnTo>
                    <a:pt x="310008" y="278291"/>
                  </a:lnTo>
                  <a:lnTo>
                    <a:pt x="311290" y="304763"/>
                  </a:lnTo>
                  <a:lnTo>
                    <a:pt x="312572" y="325731"/>
                  </a:lnTo>
                  <a:lnTo>
                    <a:pt x="313854" y="366481"/>
                  </a:lnTo>
                  <a:lnTo>
                    <a:pt x="315136" y="424854"/>
                  </a:lnTo>
                  <a:lnTo>
                    <a:pt x="316418" y="466391"/>
                  </a:lnTo>
                  <a:lnTo>
                    <a:pt x="317699" y="453611"/>
                  </a:lnTo>
                  <a:lnTo>
                    <a:pt x="318981" y="438368"/>
                  </a:lnTo>
                  <a:lnTo>
                    <a:pt x="320263" y="386119"/>
                  </a:lnTo>
                  <a:lnTo>
                    <a:pt x="321545" y="382386"/>
                  </a:lnTo>
                  <a:lnTo>
                    <a:pt x="322827" y="400020"/>
                  </a:lnTo>
                  <a:lnTo>
                    <a:pt x="324109" y="438368"/>
                  </a:lnTo>
                  <a:lnTo>
                    <a:pt x="325390" y="450810"/>
                  </a:lnTo>
                  <a:lnTo>
                    <a:pt x="326672" y="488343"/>
                  </a:lnTo>
                  <a:lnTo>
                    <a:pt x="327954" y="538182"/>
                  </a:lnTo>
                  <a:lnTo>
                    <a:pt x="329236" y="573408"/>
                  </a:lnTo>
                  <a:lnTo>
                    <a:pt x="330518" y="590973"/>
                  </a:lnTo>
                  <a:lnTo>
                    <a:pt x="331800" y="561424"/>
                  </a:lnTo>
                  <a:lnTo>
                    <a:pt x="333081" y="526904"/>
                  </a:lnTo>
                  <a:lnTo>
                    <a:pt x="334363" y="536557"/>
                  </a:lnTo>
                  <a:lnTo>
                    <a:pt x="335645" y="559733"/>
                  </a:lnTo>
                  <a:lnTo>
                    <a:pt x="336927" y="583883"/>
                  </a:lnTo>
                  <a:lnTo>
                    <a:pt x="338209" y="583883"/>
                  </a:lnTo>
                  <a:lnTo>
                    <a:pt x="339491" y="609093"/>
                  </a:lnTo>
                  <a:lnTo>
                    <a:pt x="340773" y="657063"/>
                  </a:lnTo>
                  <a:lnTo>
                    <a:pt x="342054" y="671245"/>
                  </a:lnTo>
                  <a:lnTo>
                    <a:pt x="343336" y="618372"/>
                  </a:lnTo>
                  <a:lnTo>
                    <a:pt x="344618" y="553015"/>
                  </a:lnTo>
                  <a:lnTo>
                    <a:pt x="345900" y="526904"/>
                  </a:lnTo>
                  <a:lnTo>
                    <a:pt x="347182" y="548028"/>
                  </a:lnTo>
                  <a:lnTo>
                    <a:pt x="348464" y="470715"/>
                  </a:lnTo>
                  <a:lnTo>
                    <a:pt x="349745" y="483885"/>
                  </a:lnTo>
                  <a:lnTo>
                    <a:pt x="351027" y="486853"/>
                  </a:lnTo>
                  <a:lnTo>
                    <a:pt x="352309" y="430222"/>
                  </a:lnTo>
                  <a:lnTo>
                    <a:pt x="353591" y="407747"/>
                  </a:lnTo>
                  <a:lnTo>
                    <a:pt x="354873" y="386119"/>
                  </a:lnTo>
                  <a:lnTo>
                    <a:pt x="356155" y="389877"/>
                  </a:lnTo>
                  <a:lnTo>
                    <a:pt x="357437" y="409045"/>
                  </a:lnTo>
                  <a:lnTo>
                    <a:pt x="358718" y="406452"/>
                  </a:lnTo>
                  <a:lnTo>
                    <a:pt x="360000" y="396196"/>
                  </a:lnTo>
                  <a:lnTo>
                    <a:pt x="361282" y="352182"/>
                  </a:lnTo>
                  <a:lnTo>
                    <a:pt x="362564" y="310207"/>
                  </a:lnTo>
                  <a:lnTo>
                    <a:pt x="363846" y="297227"/>
                  </a:lnTo>
                  <a:lnTo>
                    <a:pt x="365128" y="294027"/>
                  </a:lnTo>
                  <a:lnTo>
                    <a:pt x="366409" y="460985"/>
                  </a:lnTo>
                  <a:lnTo>
                    <a:pt x="367691" y="516752"/>
                  </a:lnTo>
                  <a:lnTo>
                    <a:pt x="368973" y="497662"/>
                  </a:lnTo>
                  <a:lnTo>
                    <a:pt x="370255" y="504327"/>
                  </a:lnTo>
                  <a:lnTo>
                    <a:pt x="371537" y="529452"/>
                  </a:lnTo>
                  <a:lnTo>
                    <a:pt x="372819" y="608224"/>
                  </a:lnTo>
                  <a:lnTo>
                    <a:pt x="374100" y="607146"/>
                  </a:lnTo>
                  <a:lnTo>
                    <a:pt x="375382" y="594522"/>
                  </a:lnTo>
                  <a:lnTo>
                    <a:pt x="376664" y="651721"/>
                  </a:lnTo>
                  <a:lnTo>
                    <a:pt x="377946" y="660520"/>
                  </a:lnTo>
                  <a:lnTo>
                    <a:pt x="379228" y="644541"/>
                  </a:lnTo>
                  <a:lnTo>
                    <a:pt x="380510" y="661362"/>
                  </a:lnTo>
                  <a:lnTo>
                    <a:pt x="381792" y="729512"/>
                  </a:lnTo>
                  <a:lnTo>
                    <a:pt x="383073" y="760879"/>
                  </a:lnTo>
                  <a:lnTo>
                    <a:pt x="384355" y="727255"/>
                  </a:lnTo>
                  <a:lnTo>
                    <a:pt x="385637" y="720705"/>
                  </a:lnTo>
                  <a:lnTo>
                    <a:pt x="386919" y="636606"/>
                  </a:lnTo>
                  <a:lnTo>
                    <a:pt x="388201" y="643363"/>
                  </a:lnTo>
                  <a:lnTo>
                    <a:pt x="389483" y="650200"/>
                  </a:lnTo>
                  <a:lnTo>
                    <a:pt x="390764" y="665817"/>
                  </a:lnTo>
                  <a:lnTo>
                    <a:pt x="392046" y="709524"/>
                  </a:lnTo>
                  <a:lnTo>
                    <a:pt x="393328" y="587119"/>
                  </a:lnTo>
                  <a:lnTo>
                    <a:pt x="394610" y="566831"/>
                  </a:lnTo>
                  <a:lnTo>
                    <a:pt x="395892" y="572574"/>
                  </a:lnTo>
                  <a:lnTo>
                    <a:pt x="397174" y="549092"/>
                  </a:lnTo>
                  <a:lnTo>
                    <a:pt x="398456" y="386119"/>
                  </a:lnTo>
                  <a:lnTo>
                    <a:pt x="399737" y="351006"/>
                  </a:lnTo>
                  <a:lnTo>
                    <a:pt x="401019" y="479126"/>
                  </a:lnTo>
                  <a:lnTo>
                    <a:pt x="402301" y="436942"/>
                  </a:lnTo>
                  <a:lnTo>
                    <a:pt x="403583" y="424786"/>
                  </a:lnTo>
                  <a:lnTo>
                    <a:pt x="404865" y="402225"/>
                  </a:lnTo>
                  <a:lnTo>
                    <a:pt x="406147" y="386539"/>
                  </a:lnTo>
                  <a:lnTo>
                    <a:pt x="407428" y="373046"/>
                  </a:lnTo>
                  <a:lnTo>
                    <a:pt x="408710" y="365099"/>
                  </a:lnTo>
                  <a:lnTo>
                    <a:pt x="409992" y="467154"/>
                  </a:lnTo>
                  <a:lnTo>
                    <a:pt x="411274" y="476909"/>
                  </a:lnTo>
                  <a:lnTo>
                    <a:pt x="412556" y="410864"/>
                  </a:lnTo>
                  <a:lnTo>
                    <a:pt x="413838" y="361646"/>
                  </a:lnTo>
                  <a:lnTo>
                    <a:pt x="415119" y="331908"/>
                  </a:lnTo>
                  <a:lnTo>
                    <a:pt x="416401" y="320173"/>
                  </a:lnTo>
                  <a:lnTo>
                    <a:pt x="417683" y="309306"/>
                  </a:lnTo>
                  <a:lnTo>
                    <a:pt x="418965" y="322112"/>
                  </a:lnTo>
                  <a:lnTo>
                    <a:pt x="420247" y="327190"/>
                  </a:lnTo>
                  <a:lnTo>
                    <a:pt x="421529" y="371496"/>
                  </a:lnTo>
                  <a:lnTo>
                    <a:pt x="422811" y="390654"/>
                  </a:lnTo>
                  <a:lnTo>
                    <a:pt x="424092" y="299696"/>
                  </a:lnTo>
                  <a:lnTo>
                    <a:pt x="425374" y="289613"/>
                  </a:lnTo>
                  <a:lnTo>
                    <a:pt x="426656" y="285019"/>
                  </a:lnTo>
                  <a:lnTo>
                    <a:pt x="427938" y="275938"/>
                  </a:lnTo>
                  <a:lnTo>
                    <a:pt x="429220" y="297336"/>
                  </a:lnTo>
                  <a:lnTo>
                    <a:pt x="430502" y="297336"/>
                  </a:lnTo>
                  <a:lnTo>
                    <a:pt x="431783" y="365099"/>
                  </a:lnTo>
                  <a:lnTo>
                    <a:pt x="433065" y="593656"/>
                  </a:lnTo>
                  <a:lnTo>
                    <a:pt x="434347" y="658282"/>
                  </a:lnTo>
                  <a:lnTo>
                    <a:pt x="435629" y="695504"/>
                  </a:lnTo>
                  <a:lnTo>
                    <a:pt x="436911" y="762532"/>
                  </a:lnTo>
                  <a:lnTo>
                    <a:pt x="438193" y="773794"/>
                  </a:lnTo>
                  <a:lnTo>
                    <a:pt x="439475" y="747399"/>
                  </a:lnTo>
                  <a:lnTo>
                    <a:pt x="440756" y="715703"/>
                  </a:lnTo>
                  <a:lnTo>
                    <a:pt x="442038" y="750121"/>
                  </a:lnTo>
                  <a:lnTo>
                    <a:pt x="443320" y="719571"/>
                  </a:lnTo>
                  <a:lnTo>
                    <a:pt x="444602" y="727385"/>
                  </a:lnTo>
                  <a:lnTo>
                    <a:pt x="445884" y="670027"/>
                  </a:lnTo>
                  <a:lnTo>
                    <a:pt x="447166" y="674794"/>
                  </a:lnTo>
                  <a:lnTo>
                    <a:pt x="448447" y="625518"/>
                  </a:lnTo>
                  <a:lnTo>
                    <a:pt x="449729" y="623170"/>
                  </a:lnTo>
                  <a:lnTo>
                    <a:pt x="451011" y="491073"/>
                  </a:lnTo>
                  <a:lnTo>
                    <a:pt x="452293" y="432861"/>
                  </a:lnTo>
                  <a:lnTo>
                    <a:pt x="453575" y="426794"/>
                  </a:lnTo>
                  <a:lnTo>
                    <a:pt x="454857" y="436942"/>
                  </a:lnTo>
                  <a:lnTo>
                    <a:pt x="456139" y="426870"/>
                  </a:lnTo>
                  <a:lnTo>
                    <a:pt x="457420" y="394790"/>
                  </a:lnTo>
                  <a:lnTo>
                    <a:pt x="458702" y="413561"/>
                  </a:lnTo>
                  <a:lnTo>
                    <a:pt x="459984" y="428053"/>
                  </a:lnTo>
                  <a:lnTo>
                    <a:pt x="461266" y="535230"/>
                  </a:lnTo>
                  <a:lnTo>
                    <a:pt x="462548" y="561684"/>
                  </a:lnTo>
                  <a:lnTo>
                    <a:pt x="463830" y="601935"/>
                  </a:lnTo>
                  <a:lnTo>
                    <a:pt x="465111" y="684766"/>
                  </a:lnTo>
                  <a:lnTo>
                    <a:pt x="466393" y="674794"/>
                  </a:lnTo>
                  <a:lnTo>
                    <a:pt x="467675" y="697990"/>
                  </a:lnTo>
                  <a:lnTo>
                    <a:pt x="468957" y="727385"/>
                  </a:lnTo>
                  <a:lnTo>
                    <a:pt x="470239" y="655961"/>
                  </a:lnTo>
                  <a:lnTo>
                    <a:pt x="471521" y="675992"/>
                  </a:lnTo>
                  <a:lnTo>
                    <a:pt x="472802" y="638516"/>
                  </a:lnTo>
                  <a:lnTo>
                    <a:pt x="474084" y="614582"/>
                  </a:lnTo>
                  <a:lnTo>
                    <a:pt x="475366" y="486721"/>
                  </a:lnTo>
                  <a:lnTo>
                    <a:pt x="476648" y="485639"/>
                  </a:lnTo>
                  <a:lnTo>
                    <a:pt x="477930" y="488893"/>
                  </a:lnTo>
                  <a:lnTo>
                    <a:pt x="479212" y="430996"/>
                  </a:lnTo>
                  <a:lnTo>
                    <a:pt x="480494" y="387965"/>
                  </a:lnTo>
                  <a:lnTo>
                    <a:pt x="481775" y="342730"/>
                  </a:lnTo>
                  <a:lnTo>
                    <a:pt x="483057" y="278665"/>
                  </a:lnTo>
                  <a:lnTo>
                    <a:pt x="484339" y="249567"/>
                  </a:lnTo>
                  <a:lnTo>
                    <a:pt x="485621" y="99259"/>
                  </a:lnTo>
                  <a:lnTo>
                    <a:pt x="486903" y="77695"/>
                  </a:lnTo>
                  <a:lnTo>
                    <a:pt x="488185" y="71164"/>
                  </a:lnTo>
                  <a:lnTo>
                    <a:pt x="489466" y="90237"/>
                  </a:lnTo>
                  <a:lnTo>
                    <a:pt x="490748" y="93979"/>
                  </a:lnTo>
                  <a:lnTo>
                    <a:pt x="492030" y="85040"/>
                  </a:lnTo>
                  <a:lnTo>
                    <a:pt x="493312" y="30097"/>
                  </a:lnTo>
                  <a:lnTo>
                    <a:pt x="494594" y="10940"/>
                  </a:lnTo>
                  <a:lnTo>
                    <a:pt x="495876" y="8994"/>
                  </a:lnTo>
                  <a:lnTo>
                    <a:pt x="497158" y="0"/>
                  </a:lnTo>
                  <a:lnTo>
                    <a:pt x="498439" y="26748"/>
                  </a:lnTo>
                  <a:lnTo>
                    <a:pt x="499721" y="167487"/>
                  </a:lnTo>
                  <a:lnTo>
                    <a:pt x="501003" y="214743"/>
                  </a:lnTo>
                  <a:lnTo>
                    <a:pt x="502285" y="233112"/>
                  </a:lnTo>
                  <a:lnTo>
                    <a:pt x="503567" y="223148"/>
                  </a:lnTo>
                  <a:lnTo>
                    <a:pt x="504849" y="225977"/>
                  </a:lnTo>
                  <a:lnTo>
                    <a:pt x="506130" y="252088"/>
                  </a:lnTo>
                  <a:lnTo>
                    <a:pt x="507412" y="284934"/>
                  </a:lnTo>
                  <a:lnTo>
                    <a:pt x="508694" y="320410"/>
                  </a:lnTo>
                  <a:lnTo>
                    <a:pt x="509976" y="334369"/>
                  </a:lnTo>
                  <a:lnTo>
                    <a:pt x="511258" y="391108"/>
                  </a:lnTo>
                  <a:lnTo>
                    <a:pt x="512540" y="432967"/>
                  </a:lnTo>
                  <a:lnTo>
                    <a:pt x="513821" y="396640"/>
                  </a:lnTo>
                  <a:lnTo>
                    <a:pt x="515103" y="414516"/>
                  </a:lnTo>
                  <a:lnTo>
                    <a:pt x="516385" y="414516"/>
                  </a:lnTo>
                  <a:lnTo>
                    <a:pt x="517667" y="396640"/>
                  </a:lnTo>
                  <a:lnTo>
                    <a:pt x="518949" y="418803"/>
                  </a:lnTo>
                  <a:lnTo>
                    <a:pt x="520231" y="392626"/>
                  </a:lnTo>
                  <a:lnTo>
                    <a:pt x="521513" y="417812"/>
                  </a:lnTo>
                  <a:lnTo>
                    <a:pt x="522794" y="403147"/>
                  </a:lnTo>
                  <a:lnTo>
                    <a:pt x="524076" y="350604"/>
                  </a:lnTo>
                  <a:lnTo>
                    <a:pt x="525358" y="296825"/>
                  </a:lnTo>
                  <a:lnTo>
                    <a:pt x="526640" y="227293"/>
                  </a:lnTo>
                  <a:lnTo>
                    <a:pt x="527922" y="69723"/>
                  </a:lnTo>
                  <a:lnTo>
                    <a:pt x="529204" y="45069"/>
                  </a:lnTo>
                  <a:lnTo>
                    <a:pt x="530485" y="10940"/>
                  </a:lnTo>
                  <a:lnTo>
                    <a:pt x="531767" y="16161"/>
                  </a:lnTo>
                  <a:lnTo>
                    <a:pt x="533049" y="43692"/>
                  </a:lnTo>
                  <a:lnTo>
                    <a:pt x="534331" y="206241"/>
                  </a:lnTo>
                  <a:lnTo>
                    <a:pt x="535613" y="217712"/>
                  </a:lnTo>
                  <a:lnTo>
                    <a:pt x="536895" y="214075"/>
                  </a:lnTo>
                  <a:lnTo>
                    <a:pt x="538177" y="160070"/>
                  </a:lnTo>
                  <a:lnTo>
                    <a:pt x="539458" y="165619"/>
                  </a:lnTo>
                  <a:lnTo>
                    <a:pt x="540740" y="181958"/>
                  </a:lnTo>
                  <a:lnTo>
                    <a:pt x="542022" y="210044"/>
                  </a:lnTo>
                  <a:lnTo>
                    <a:pt x="543304" y="264785"/>
                  </a:lnTo>
                  <a:lnTo>
                    <a:pt x="544586" y="335201"/>
                  </a:lnTo>
                  <a:lnTo>
                    <a:pt x="545868" y="349529"/>
                  </a:lnTo>
                  <a:lnTo>
                    <a:pt x="547149" y="455513"/>
                  </a:lnTo>
                  <a:lnTo>
                    <a:pt x="548431" y="415726"/>
                  </a:lnTo>
                  <a:lnTo>
                    <a:pt x="549713" y="438011"/>
                  </a:lnTo>
                  <a:lnTo>
                    <a:pt x="550995" y="395945"/>
                  </a:lnTo>
                  <a:lnTo>
                    <a:pt x="552277" y="482384"/>
                  </a:lnTo>
                  <a:lnTo>
                    <a:pt x="553559" y="428629"/>
                  </a:lnTo>
                  <a:lnTo>
                    <a:pt x="554840" y="319528"/>
                  </a:lnTo>
                  <a:lnTo>
                    <a:pt x="556122" y="299885"/>
                  </a:lnTo>
                  <a:lnTo>
                    <a:pt x="557404" y="360952"/>
                  </a:lnTo>
                  <a:lnTo>
                    <a:pt x="558686" y="357499"/>
                  </a:lnTo>
                  <a:lnTo>
                    <a:pt x="559968" y="290004"/>
                  </a:lnTo>
                  <a:lnTo>
                    <a:pt x="561250" y="245824"/>
                  </a:lnTo>
                  <a:lnTo>
                    <a:pt x="562532" y="178996"/>
                  </a:lnTo>
                  <a:lnTo>
                    <a:pt x="563813" y="118684"/>
                  </a:lnTo>
                  <a:lnTo>
                    <a:pt x="565095" y="181244"/>
                  </a:lnTo>
                  <a:lnTo>
                    <a:pt x="566377" y="60813"/>
                  </a:lnTo>
                  <a:lnTo>
                    <a:pt x="567659" y="149224"/>
                  </a:lnTo>
                  <a:lnTo>
                    <a:pt x="568941" y="134450"/>
                  </a:lnTo>
                  <a:lnTo>
                    <a:pt x="570223" y="66593"/>
                  </a:lnTo>
                  <a:lnTo>
                    <a:pt x="571504" y="39514"/>
                  </a:lnTo>
                  <a:lnTo>
                    <a:pt x="572786" y="35612"/>
                  </a:lnTo>
                  <a:lnTo>
                    <a:pt x="574068" y="35496"/>
                  </a:lnTo>
                  <a:lnTo>
                    <a:pt x="575350" y="50632"/>
                  </a:lnTo>
                  <a:lnTo>
                    <a:pt x="576632" y="33142"/>
                  </a:lnTo>
                  <a:lnTo>
                    <a:pt x="577914" y="35496"/>
                  </a:lnTo>
                  <a:lnTo>
                    <a:pt x="579196" y="74112"/>
                  </a:lnTo>
                  <a:lnTo>
                    <a:pt x="580477" y="86436"/>
                  </a:lnTo>
                  <a:lnTo>
                    <a:pt x="581759" y="126922"/>
                  </a:lnTo>
                  <a:lnTo>
                    <a:pt x="583041" y="183047"/>
                  </a:lnTo>
                  <a:lnTo>
                    <a:pt x="584323" y="257321"/>
                  </a:lnTo>
                  <a:lnTo>
                    <a:pt x="585605" y="295965"/>
                  </a:lnTo>
                  <a:lnTo>
                    <a:pt x="586887" y="232570"/>
                  </a:lnTo>
                  <a:lnTo>
                    <a:pt x="588168" y="256016"/>
                  </a:lnTo>
                  <a:lnTo>
                    <a:pt x="589450" y="249526"/>
                  </a:lnTo>
                  <a:lnTo>
                    <a:pt x="590732" y="321337"/>
                  </a:lnTo>
                  <a:lnTo>
                    <a:pt x="592014" y="392626"/>
                  </a:lnTo>
                  <a:lnTo>
                    <a:pt x="593296" y="245117"/>
                  </a:lnTo>
                  <a:lnTo>
                    <a:pt x="594578" y="295092"/>
                  </a:lnTo>
                  <a:lnTo>
                    <a:pt x="595860" y="351006"/>
                  </a:lnTo>
                  <a:lnTo>
                    <a:pt x="597141" y="378676"/>
                  </a:lnTo>
                  <a:lnTo>
                    <a:pt x="598423" y="330244"/>
                  </a:lnTo>
                  <a:lnTo>
                    <a:pt x="599705" y="342843"/>
                  </a:lnTo>
                  <a:lnTo>
                    <a:pt x="600987" y="362873"/>
                  </a:lnTo>
                  <a:lnTo>
                    <a:pt x="602269" y="300445"/>
                  </a:lnTo>
                  <a:lnTo>
                    <a:pt x="603551" y="195550"/>
                  </a:lnTo>
                  <a:lnTo>
                    <a:pt x="604832" y="130396"/>
                  </a:lnTo>
                  <a:lnTo>
                    <a:pt x="606114" y="88748"/>
                  </a:lnTo>
                  <a:lnTo>
                    <a:pt x="607396" y="55506"/>
                  </a:lnTo>
                  <a:lnTo>
                    <a:pt x="608678" y="220332"/>
                  </a:lnTo>
                  <a:lnTo>
                    <a:pt x="609960" y="246917"/>
                  </a:lnTo>
                  <a:lnTo>
                    <a:pt x="611242" y="235727"/>
                  </a:lnTo>
                  <a:lnTo>
                    <a:pt x="612523" y="331340"/>
                  </a:lnTo>
                  <a:lnTo>
                    <a:pt x="613805" y="322045"/>
                  </a:lnTo>
                  <a:lnTo>
                    <a:pt x="615087" y="277886"/>
                  </a:lnTo>
                  <a:lnTo>
                    <a:pt x="616369" y="237941"/>
                  </a:lnTo>
                  <a:lnTo>
                    <a:pt x="617651" y="233484"/>
                  </a:lnTo>
                  <a:lnTo>
                    <a:pt x="618933" y="219776"/>
                  </a:lnTo>
                  <a:lnTo>
                    <a:pt x="620215" y="201643"/>
                  </a:lnTo>
                  <a:lnTo>
                    <a:pt x="621496" y="217073"/>
                  </a:lnTo>
                  <a:lnTo>
                    <a:pt x="622778" y="254392"/>
                  </a:lnTo>
                  <a:lnTo>
                    <a:pt x="624060" y="295541"/>
                  </a:lnTo>
                  <a:lnTo>
                    <a:pt x="625342" y="327970"/>
                  </a:lnTo>
                  <a:lnTo>
                    <a:pt x="626624" y="357499"/>
                  </a:lnTo>
                  <a:lnTo>
                    <a:pt x="627906" y="380640"/>
                  </a:lnTo>
                  <a:lnTo>
                    <a:pt x="629187" y="349587"/>
                  </a:lnTo>
                  <a:lnTo>
                    <a:pt x="630469" y="314691"/>
                  </a:lnTo>
                  <a:lnTo>
                    <a:pt x="631751" y="221035"/>
                  </a:lnTo>
                  <a:lnTo>
                    <a:pt x="633033" y="213471"/>
                  </a:lnTo>
                  <a:lnTo>
                    <a:pt x="634315" y="110738"/>
                  </a:lnTo>
                  <a:lnTo>
                    <a:pt x="635597" y="160783"/>
                  </a:lnTo>
                  <a:lnTo>
                    <a:pt x="636879" y="193761"/>
                  </a:lnTo>
                  <a:lnTo>
                    <a:pt x="638160" y="170136"/>
                  </a:lnTo>
                  <a:lnTo>
                    <a:pt x="639442" y="162472"/>
                  </a:lnTo>
                  <a:lnTo>
                    <a:pt x="640724" y="154075"/>
                  </a:lnTo>
                  <a:lnTo>
                    <a:pt x="642006" y="132801"/>
                  </a:lnTo>
                  <a:lnTo>
                    <a:pt x="643288" y="119305"/>
                  </a:lnTo>
                  <a:lnTo>
                    <a:pt x="644570" y="116175"/>
                  </a:lnTo>
                  <a:lnTo>
                    <a:pt x="645851" y="106886"/>
                  </a:lnTo>
                  <a:lnTo>
                    <a:pt x="647133" y="69723"/>
                  </a:lnTo>
                  <a:lnTo>
                    <a:pt x="648415" y="44380"/>
                  </a:lnTo>
                  <a:lnTo>
                    <a:pt x="649697" y="148304"/>
                  </a:lnTo>
                  <a:lnTo>
                    <a:pt x="650979" y="137441"/>
                  </a:lnTo>
                  <a:lnTo>
                    <a:pt x="652261" y="130180"/>
                  </a:lnTo>
                  <a:lnTo>
                    <a:pt x="653542" y="115799"/>
                  </a:lnTo>
                  <a:lnTo>
                    <a:pt x="654824" y="84298"/>
                  </a:lnTo>
                  <a:lnTo>
                    <a:pt x="656106" y="166788"/>
                  </a:lnTo>
                  <a:lnTo>
                    <a:pt x="657388" y="227232"/>
                  </a:lnTo>
                  <a:lnTo>
                    <a:pt x="658670" y="240967"/>
                  </a:lnTo>
                  <a:lnTo>
                    <a:pt x="659952" y="244126"/>
                  </a:lnTo>
                  <a:lnTo>
                    <a:pt x="661234" y="273110"/>
                  </a:lnTo>
                  <a:lnTo>
                    <a:pt x="662515" y="294923"/>
                  </a:lnTo>
                  <a:lnTo>
                    <a:pt x="663797" y="313756"/>
                  </a:lnTo>
                  <a:lnTo>
                    <a:pt x="665079" y="315034"/>
                  </a:lnTo>
                  <a:lnTo>
                    <a:pt x="666361" y="320819"/>
                  </a:lnTo>
                  <a:lnTo>
                    <a:pt x="667643" y="354751"/>
                  </a:lnTo>
                  <a:lnTo>
                    <a:pt x="668925" y="438795"/>
                  </a:lnTo>
                  <a:lnTo>
                    <a:pt x="670206" y="476072"/>
                  </a:lnTo>
                  <a:lnTo>
                    <a:pt x="671488" y="380203"/>
                  </a:lnTo>
                  <a:lnTo>
                    <a:pt x="672770" y="386539"/>
                  </a:lnTo>
                  <a:lnTo>
                    <a:pt x="674052" y="412608"/>
                  </a:lnTo>
                  <a:lnTo>
                    <a:pt x="675334" y="478185"/>
                  </a:lnTo>
                  <a:lnTo>
                    <a:pt x="676616" y="443117"/>
                  </a:lnTo>
                  <a:lnTo>
                    <a:pt x="677898" y="435594"/>
                  </a:lnTo>
                  <a:lnTo>
                    <a:pt x="679179" y="264993"/>
                  </a:lnTo>
                  <a:lnTo>
                    <a:pt x="680461" y="213756"/>
                  </a:lnTo>
                  <a:lnTo>
                    <a:pt x="681743" y="187542"/>
                  </a:lnTo>
                  <a:lnTo>
                    <a:pt x="683025" y="178773"/>
                  </a:lnTo>
                  <a:lnTo>
                    <a:pt x="684307" y="327916"/>
                  </a:lnTo>
                  <a:lnTo>
                    <a:pt x="685589" y="373060"/>
                  </a:lnTo>
                  <a:lnTo>
                    <a:pt x="686870" y="407865"/>
                  </a:lnTo>
                  <a:lnTo>
                    <a:pt x="688152" y="392027"/>
                  </a:lnTo>
                  <a:lnTo>
                    <a:pt x="689434" y="405979"/>
                  </a:lnTo>
                  <a:lnTo>
                    <a:pt x="690716" y="398496"/>
                  </a:lnTo>
                  <a:lnTo>
                    <a:pt x="691998" y="433954"/>
                  </a:lnTo>
                  <a:lnTo>
                    <a:pt x="693280" y="475986"/>
                  </a:lnTo>
                  <a:lnTo>
                    <a:pt x="694562" y="477051"/>
                  </a:lnTo>
                  <a:lnTo>
                    <a:pt x="695843" y="496558"/>
                  </a:lnTo>
                  <a:lnTo>
                    <a:pt x="697125" y="516752"/>
                  </a:lnTo>
                  <a:lnTo>
                    <a:pt x="698407" y="583259"/>
                  </a:lnTo>
                  <a:lnTo>
                    <a:pt x="699689" y="679323"/>
                  </a:lnTo>
                  <a:lnTo>
                    <a:pt x="700971" y="699369"/>
                  </a:lnTo>
                  <a:lnTo>
                    <a:pt x="702253" y="686950"/>
                  </a:lnTo>
                  <a:lnTo>
                    <a:pt x="703534" y="694930"/>
                  </a:lnTo>
                  <a:lnTo>
                    <a:pt x="704816" y="662735"/>
                  </a:lnTo>
                  <a:lnTo>
                    <a:pt x="706098" y="503458"/>
                  </a:lnTo>
                  <a:lnTo>
                    <a:pt x="707380" y="541445"/>
                  </a:lnTo>
                  <a:lnTo>
                    <a:pt x="708662" y="498882"/>
                  </a:lnTo>
                  <a:lnTo>
                    <a:pt x="709944" y="517410"/>
                  </a:lnTo>
                  <a:lnTo>
                    <a:pt x="711225" y="448021"/>
                  </a:lnTo>
                  <a:lnTo>
                    <a:pt x="712507" y="426191"/>
                  </a:lnTo>
                  <a:lnTo>
                    <a:pt x="713789" y="405160"/>
                  </a:lnTo>
                  <a:lnTo>
                    <a:pt x="715071" y="341686"/>
                  </a:lnTo>
                  <a:lnTo>
                    <a:pt x="716353" y="315703"/>
                  </a:lnTo>
                  <a:lnTo>
                    <a:pt x="717635" y="305848"/>
                  </a:lnTo>
                  <a:lnTo>
                    <a:pt x="718917" y="294027"/>
                  </a:lnTo>
                  <a:lnTo>
                    <a:pt x="720198" y="311302"/>
                  </a:lnTo>
                  <a:lnTo>
                    <a:pt x="721480" y="304763"/>
                  </a:lnTo>
                  <a:lnTo>
                    <a:pt x="722762" y="285581"/>
                  </a:lnTo>
                  <a:lnTo>
                    <a:pt x="724044" y="289788"/>
                  </a:lnTo>
                  <a:lnTo>
                    <a:pt x="725326" y="272115"/>
                  </a:lnTo>
                  <a:lnTo>
                    <a:pt x="726608" y="272115"/>
                  </a:lnTo>
                  <a:lnTo>
                    <a:pt x="727889" y="267019"/>
                  </a:lnTo>
                  <a:lnTo>
                    <a:pt x="729171" y="248055"/>
                  </a:lnTo>
                  <a:lnTo>
                    <a:pt x="730453" y="286630"/>
                  </a:lnTo>
                  <a:lnTo>
                    <a:pt x="731735" y="303680"/>
                  </a:lnTo>
                  <a:lnTo>
                    <a:pt x="733017" y="319026"/>
                  </a:lnTo>
                  <a:lnTo>
                    <a:pt x="734299" y="392396"/>
                  </a:lnTo>
                  <a:lnTo>
                    <a:pt x="735581" y="424854"/>
                  </a:lnTo>
                  <a:lnTo>
                    <a:pt x="736862" y="423520"/>
                  </a:lnTo>
                  <a:lnTo>
                    <a:pt x="738144" y="410346"/>
                  </a:lnTo>
                  <a:lnTo>
                    <a:pt x="739426" y="377445"/>
                  </a:lnTo>
                  <a:lnTo>
                    <a:pt x="740708" y="386119"/>
                  </a:lnTo>
                  <a:lnTo>
                    <a:pt x="741990" y="426191"/>
                  </a:lnTo>
                  <a:lnTo>
                    <a:pt x="743272" y="428875"/>
                  </a:lnTo>
                  <a:lnTo>
                    <a:pt x="744553" y="482406"/>
                  </a:lnTo>
                  <a:lnTo>
                    <a:pt x="745835" y="501928"/>
                  </a:lnTo>
                  <a:lnTo>
                    <a:pt x="747117" y="564823"/>
                  </a:lnTo>
                  <a:lnTo>
                    <a:pt x="748399" y="580370"/>
                  </a:lnTo>
                  <a:lnTo>
                    <a:pt x="749681" y="559733"/>
                  </a:lnTo>
                  <a:lnTo>
                    <a:pt x="750963" y="543084"/>
                  </a:lnTo>
                  <a:lnTo>
                    <a:pt x="752244" y="514280"/>
                  </a:lnTo>
                  <a:lnTo>
                    <a:pt x="753526" y="460676"/>
                  </a:lnTo>
                  <a:lnTo>
                    <a:pt x="754808" y="443865"/>
                  </a:lnTo>
                  <a:lnTo>
                    <a:pt x="756090" y="438368"/>
                  </a:lnTo>
                  <a:lnTo>
                    <a:pt x="757372" y="467828"/>
                  </a:lnTo>
                  <a:lnTo>
                    <a:pt x="758654" y="506529"/>
                  </a:lnTo>
                  <a:lnTo>
                    <a:pt x="759936" y="543084"/>
                  </a:lnTo>
                  <a:lnTo>
                    <a:pt x="761217" y="553015"/>
                  </a:lnTo>
                  <a:lnTo>
                    <a:pt x="762499" y="512722"/>
                  </a:lnTo>
                  <a:lnTo>
                    <a:pt x="763781" y="495851"/>
                  </a:lnTo>
                  <a:lnTo>
                    <a:pt x="765063" y="467828"/>
                  </a:lnTo>
                  <a:lnTo>
                    <a:pt x="766345" y="442486"/>
                  </a:lnTo>
                  <a:lnTo>
                    <a:pt x="767627" y="491334"/>
                  </a:lnTo>
                  <a:lnTo>
                    <a:pt x="768908" y="526904"/>
                  </a:lnTo>
                  <a:lnTo>
                    <a:pt x="770190" y="543084"/>
                  </a:lnTo>
                  <a:lnTo>
                    <a:pt x="771472" y="603597"/>
                  </a:lnTo>
                  <a:lnTo>
                    <a:pt x="772754" y="698550"/>
                  </a:lnTo>
                  <a:lnTo>
                    <a:pt x="774036" y="731758"/>
                  </a:lnTo>
                  <a:lnTo>
                    <a:pt x="775318" y="759781"/>
                  </a:lnTo>
                  <a:lnTo>
                    <a:pt x="776600" y="759781"/>
                  </a:lnTo>
                  <a:lnTo>
                    <a:pt x="777881" y="696403"/>
                  </a:lnTo>
                  <a:lnTo>
                    <a:pt x="779163" y="671245"/>
                  </a:lnTo>
                  <a:lnTo>
                    <a:pt x="780445" y="679509"/>
                  </a:lnTo>
                  <a:lnTo>
                    <a:pt x="781727" y="781733"/>
                  </a:lnTo>
                  <a:lnTo>
                    <a:pt x="783009" y="809755"/>
                  </a:lnTo>
                  <a:lnTo>
                    <a:pt x="784291" y="861632"/>
                  </a:lnTo>
                  <a:lnTo>
                    <a:pt x="785572" y="925009"/>
                  </a:lnTo>
                  <a:lnTo>
                    <a:pt x="786854" y="925009"/>
                  </a:lnTo>
                  <a:lnTo>
                    <a:pt x="788136" y="925009"/>
                  </a:lnTo>
                  <a:lnTo>
                    <a:pt x="789418" y="925009"/>
                  </a:lnTo>
                  <a:lnTo>
                    <a:pt x="790700" y="925009"/>
                  </a:lnTo>
                  <a:lnTo>
                    <a:pt x="791982" y="870269"/>
                  </a:lnTo>
                  <a:lnTo>
                    <a:pt x="793263" y="807151"/>
                  </a:lnTo>
                  <a:lnTo>
                    <a:pt x="794545" y="809755"/>
                  </a:lnTo>
                  <a:lnTo>
                    <a:pt x="795827" y="809755"/>
                  </a:lnTo>
                  <a:lnTo>
                    <a:pt x="797109" y="887942"/>
                  </a:lnTo>
                  <a:lnTo>
                    <a:pt x="798391" y="925009"/>
                  </a:lnTo>
                  <a:lnTo>
                    <a:pt x="799673" y="1089836"/>
                  </a:lnTo>
                  <a:lnTo>
                    <a:pt x="800955" y="1064861"/>
                  </a:lnTo>
                  <a:lnTo>
                    <a:pt x="802236" y="991714"/>
                  </a:lnTo>
                  <a:lnTo>
                    <a:pt x="803518" y="929897"/>
                  </a:lnTo>
                  <a:lnTo>
                    <a:pt x="804800" y="920000"/>
                  </a:lnTo>
                  <a:lnTo>
                    <a:pt x="806082" y="882611"/>
                  </a:lnTo>
                  <a:lnTo>
                    <a:pt x="807364" y="752856"/>
                  </a:lnTo>
                  <a:lnTo>
                    <a:pt x="808646" y="724768"/>
                  </a:lnTo>
                  <a:lnTo>
                    <a:pt x="809927" y="697991"/>
                  </a:lnTo>
                  <a:lnTo>
                    <a:pt x="811209" y="668842"/>
                  </a:lnTo>
                  <a:lnTo>
                    <a:pt x="812491" y="674794"/>
                  </a:lnTo>
                  <a:lnTo>
                    <a:pt x="813773" y="674794"/>
                  </a:lnTo>
                  <a:lnTo>
                    <a:pt x="815055" y="636606"/>
                  </a:lnTo>
                  <a:lnTo>
                    <a:pt x="816337" y="605023"/>
                  </a:lnTo>
                  <a:lnTo>
                    <a:pt x="817619" y="559213"/>
                  </a:lnTo>
                  <a:lnTo>
                    <a:pt x="818900" y="537889"/>
                  </a:lnTo>
                  <a:lnTo>
                    <a:pt x="820182" y="477749"/>
                  </a:lnTo>
                  <a:lnTo>
                    <a:pt x="821464" y="457131"/>
                  </a:lnTo>
                  <a:lnTo>
                    <a:pt x="822746" y="426957"/>
                  </a:lnTo>
                  <a:lnTo>
                    <a:pt x="824028" y="440324"/>
                  </a:lnTo>
                  <a:lnTo>
                    <a:pt x="825310" y="531374"/>
                  </a:lnTo>
                  <a:lnTo>
                    <a:pt x="826591" y="490154"/>
                  </a:lnTo>
                  <a:lnTo>
                    <a:pt x="827873" y="479836"/>
                  </a:lnTo>
                  <a:lnTo>
                    <a:pt x="829155" y="458097"/>
                  </a:lnTo>
                  <a:lnTo>
                    <a:pt x="830437" y="472217"/>
                  </a:lnTo>
                  <a:lnTo>
                    <a:pt x="831719" y="491022"/>
                  </a:lnTo>
                  <a:lnTo>
                    <a:pt x="833001" y="484113"/>
                  </a:lnTo>
                  <a:lnTo>
                    <a:pt x="834283" y="471377"/>
                  </a:lnTo>
                  <a:lnTo>
                    <a:pt x="835564" y="443515"/>
                  </a:lnTo>
                  <a:lnTo>
                    <a:pt x="836846" y="563740"/>
                  </a:lnTo>
                  <a:lnTo>
                    <a:pt x="838128" y="551980"/>
                  </a:lnTo>
                  <a:lnTo>
                    <a:pt x="839410" y="607717"/>
                  </a:lnTo>
                  <a:lnTo>
                    <a:pt x="840692" y="672465"/>
                  </a:lnTo>
                  <a:lnTo>
                    <a:pt x="841974" y="611416"/>
                  </a:lnTo>
                  <a:lnTo>
                    <a:pt x="843255" y="631527"/>
                  </a:lnTo>
                  <a:lnTo>
                    <a:pt x="844537" y="553287"/>
                  </a:lnTo>
                  <a:lnTo>
                    <a:pt x="845819" y="675319"/>
                  </a:lnTo>
                  <a:lnTo>
                    <a:pt x="847101" y="708112"/>
                  </a:lnTo>
                  <a:lnTo>
                    <a:pt x="848383" y="735069"/>
                  </a:lnTo>
                  <a:lnTo>
                    <a:pt x="849665" y="766122"/>
                  </a:lnTo>
                  <a:lnTo>
                    <a:pt x="850946" y="779509"/>
                  </a:lnTo>
                  <a:lnTo>
                    <a:pt x="852228" y="786734"/>
                  </a:lnTo>
                  <a:lnTo>
                    <a:pt x="853510" y="874015"/>
                  </a:lnTo>
                  <a:lnTo>
                    <a:pt x="854792" y="976299"/>
                  </a:lnTo>
                  <a:lnTo>
                    <a:pt x="856074" y="1040700"/>
                  </a:lnTo>
                  <a:lnTo>
                    <a:pt x="857356" y="1029882"/>
                  </a:lnTo>
                  <a:lnTo>
                    <a:pt x="858638" y="1037585"/>
                  </a:lnTo>
                  <a:lnTo>
                    <a:pt x="859919" y="1009148"/>
                  </a:lnTo>
                  <a:lnTo>
                    <a:pt x="861201" y="1010204"/>
                  </a:lnTo>
                  <a:lnTo>
                    <a:pt x="862483" y="985364"/>
                  </a:lnTo>
                  <a:lnTo>
                    <a:pt x="863765" y="1012864"/>
                  </a:lnTo>
                  <a:lnTo>
                    <a:pt x="865047" y="988450"/>
                  </a:lnTo>
                  <a:lnTo>
                    <a:pt x="866329" y="1009390"/>
                  </a:lnTo>
                  <a:lnTo>
                    <a:pt x="867610" y="986446"/>
                  </a:lnTo>
                  <a:lnTo>
                    <a:pt x="868892" y="946874"/>
                  </a:lnTo>
                  <a:lnTo>
                    <a:pt x="870174" y="918442"/>
                  </a:lnTo>
                  <a:lnTo>
                    <a:pt x="871456" y="890546"/>
                  </a:lnTo>
                  <a:lnTo>
                    <a:pt x="872738" y="902059"/>
                  </a:lnTo>
                  <a:lnTo>
                    <a:pt x="874020" y="895634"/>
                  </a:lnTo>
                  <a:lnTo>
                    <a:pt x="875302" y="853007"/>
                  </a:lnTo>
                  <a:lnTo>
                    <a:pt x="876583" y="845417"/>
                  </a:lnTo>
                  <a:lnTo>
                    <a:pt x="877865" y="833600"/>
                  </a:lnTo>
                  <a:lnTo>
                    <a:pt x="879147" y="764678"/>
                  </a:lnTo>
                  <a:lnTo>
                    <a:pt x="880429" y="748504"/>
                  </a:lnTo>
                  <a:lnTo>
                    <a:pt x="881711" y="649693"/>
                  </a:lnTo>
                  <a:lnTo>
                    <a:pt x="882993" y="599153"/>
                  </a:lnTo>
                  <a:lnTo>
                    <a:pt x="884274" y="607649"/>
                  </a:lnTo>
                  <a:lnTo>
                    <a:pt x="885556" y="587062"/>
                  </a:lnTo>
                  <a:lnTo>
                    <a:pt x="886838" y="583808"/>
                  </a:lnTo>
                  <a:lnTo>
                    <a:pt x="888120" y="626887"/>
                  </a:lnTo>
                  <a:lnTo>
                    <a:pt x="889402" y="652609"/>
                  </a:lnTo>
                  <a:lnTo>
                    <a:pt x="890684" y="648725"/>
                  </a:lnTo>
                  <a:lnTo>
                    <a:pt x="891965" y="628754"/>
                  </a:lnTo>
                  <a:lnTo>
                    <a:pt x="893247" y="643427"/>
                  </a:lnTo>
                  <a:lnTo>
                    <a:pt x="894529" y="648241"/>
                  </a:lnTo>
                  <a:lnTo>
                    <a:pt x="895811" y="675466"/>
                  </a:lnTo>
                  <a:lnTo>
                    <a:pt x="897093" y="699271"/>
                  </a:lnTo>
                  <a:lnTo>
                    <a:pt x="898375" y="703457"/>
                  </a:lnTo>
                  <a:lnTo>
                    <a:pt x="899657" y="771248"/>
                  </a:lnTo>
                  <a:lnTo>
                    <a:pt x="900938" y="855517"/>
                  </a:lnTo>
                  <a:lnTo>
                    <a:pt x="902220" y="904256"/>
                  </a:lnTo>
                  <a:lnTo>
                    <a:pt x="903502" y="940562"/>
                  </a:lnTo>
                  <a:lnTo>
                    <a:pt x="904784" y="899674"/>
                  </a:lnTo>
                  <a:lnTo>
                    <a:pt x="906066" y="910303"/>
                  </a:lnTo>
                  <a:lnTo>
                    <a:pt x="907348" y="849489"/>
                  </a:lnTo>
                  <a:lnTo>
                    <a:pt x="908629" y="752968"/>
                  </a:lnTo>
                  <a:lnTo>
                    <a:pt x="909911" y="769785"/>
                  </a:lnTo>
                  <a:lnTo>
                    <a:pt x="911193" y="713139"/>
                  </a:lnTo>
                  <a:lnTo>
                    <a:pt x="912475" y="684766"/>
                  </a:lnTo>
                  <a:lnTo>
                    <a:pt x="913757" y="674091"/>
                  </a:lnTo>
                  <a:lnTo>
                    <a:pt x="915039" y="661176"/>
                  </a:lnTo>
                  <a:lnTo>
                    <a:pt x="916321" y="600894"/>
                  </a:lnTo>
                  <a:lnTo>
                    <a:pt x="917602" y="551439"/>
                  </a:lnTo>
                  <a:lnTo>
                    <a:pt x="918884" y="652692"/>
                  </a:lnTo>
                  <a:lnTo>
                    <a:pt x="920166" y="627035"/>
                  </a:lnTo>
                  <a:lnTo>
                    <a:pt x="921448" y="609549"/>
                  </a:lnTo>
                  <a:lnTo>
                    <a:pt x="922730" y="596846"/>
                  </a:lnTo>
                  <a:lnTo>
                    <a:pt x="924012" y="626735"/>
                  </a:lnTo>
                  <a:lnTo>
                    <a:pt x="925293" y="586137"/>
                  </a:lnTo>
                  <a:lnTo>
                    <a:pt x="926575" y="551977"/>
                  </a:lnTo>
                  <a:lnTo>
                    <a:pt x="927857" y="589918"/>
                  </a:lnTo>
                  <a:lnTo>
                    <a:pt x="929139" y="526184"/>
                  </a:lnTo>
                  <a:lnTo>
                    <a:pt x="930421" y="532707"/>
                  </a:lnTo>
                  <a:lnTo>
                    <a:pt x="931703" y="551977"/>
                  </a:lnTo>
                  <a:lnTo>
                    <a:pt x="932984" y="590151"/>
                  </a:lnTo>
                  <a:lnTo>
                    <a:pt x="934266" y="619908"/>
                  </a:lnTo>
                  <a:lnTo>
                    <a:pt x="935548" y="665809"/>
                  </a:lnTo>
                  <a:lnTo>
                    <a:pt x="936830" y="723775"/>
                  </a:lnTo>
                  <a:lnTo>
                    <a:pt x="938112" y="739229"/>
                  </a:lnTo>
                  <a:lnTo>
                    <a:pt x="939394" y="730644"/>
                  </a:lnTo>
                  <a:lnTo>
                    <a:pt x="940676" y="744401"/>
                  </a:lnTo>
                  <a:lnTo>
                    <a:pt x="941957" y="763858"/>
                  </a:lnTo>
                  <a:lnTo>
                    <a:pt x="943239" y="807965"/>
                  </a:lnTo>
                  <a:lnTo>
                    <a:pt x="944521" y="776645"/>
                  </a:lnTo>
                  <a:lnTo>
                    <a:pt x="945803" y="898766"/>
                  </a:lnTo>
                  <a:lnTo>
                    <a:pt x="947085" y="1020195"/>
                  </a:lnTo>
                  <a:lnTo>
                    <a:pt x="948367" y="1072136"/>
                  </a:lnTo>
                  <a:lnTo>
                    <a:pt x="949648" y="1147817"/>
                  </a:lnTo>
                  <a:lnTo>
                    <a:pt x="950930" y="1029478"/>
                  </a:lnTo>
                  <a:lnTo>
                    <a:pt x="952212" y="991714"/>
                  </a:lnTo>
                  <a:lnTo>
                    <a:pt x="953494" y="1012346"/>
                  </a:lnTo>
                  <a:lnTo>
                    <a:pt x="954776" y="1062399"/>
                  </a:lnTo>
                  <a:lnTo>
                    <a:pt x="956058" y="925009"/>
                  </a:lnTo>
                  <a:lnTo>
                    <a:pt x="957340" y="925009"/>
                  </a:lnTo>
                  <a:lnTo>
                    <a:pt x="958621" y="925009"/>
                  </a:lnTo>
                  <a:lnTo>
                    <a:pt x="959903" y="974984"/>
                  </a:lnTo>
                  <a:lnTo>
                    <a:pt x="961185" y="1053171"/>
                  </a:lnTo>
                  <a:lnTo>
                    <a:pt x="962467" y="992657"/>
                  </a:lnTo>
                  <a:lnTo>
                    <a:pt x="963749" y="992657"/>
                  </a:lnTo>
                  <a:lnTo>
                    <a:pt x="965031" y="992657"/>
                  </a:lnTo>
                  <a:lnTo>
                    <a:pt x="966312" y="992657"/>
                  </a:lnTo>
                  <a:lnTo>
                    <a:pt x="967594" y="992657"/>
                  </a:lnTo>
                  <a:lnTo>
                    <a:pt x="968876" y="954469"/>
                  </a:lnTo>
                  <a:lnTo>
                    <a:pt x="970158" y="941189"/>
                  </a:lnTo>
                  <a:lnTo>
                    <a:pt x="971440" y="921827"/>
                  </a:lnTo>
                  <a:lnTo>
                    <a:pt x="972722" y="812372"/>
                  </a:lnTo>
                  <a:lnTo>
                    <a:pt x="974004" y="762179"/>
                  </a:lnTo>
                  <a:lnTo>
                    <a:pt x="975285" y="713809"/>
                  </a:lnTo>
                  <a:lnTo>
                    <a:pt x="976567" y="713809"/>
                  </a:lnTo>
                  <a:lnTo>
                    <a:pt x="977849" y="713809"/>
                  </a:lnTo>
                  <a:lnTo>
                    <a:pt x="979131" y="713809"/>
                  </a:lnTo>
                  <a:lnTo>
                    <a:pt x="980413" y="722713"/>
                  </a:lnTo>
                  <a:lnTo>
                    <a:pt x="981695" y="745599"/>
                  </a:lnTo>
                  <a:lnTo>
                    <a:pt x="982976" y="713809"/>
                  </a:lnTo>
                  <a:lnTo>
                    <a:pt x="984258" y="713809"/>
                  </a:lnTo>
                  <a:lnTo>
                    <a:pt x="985540" y="653075"/>
                  </a:lnTo>
                  <a:lnTo>
                    <a:pt x="986822" y="631619"/>
                  </a:lnTo>
                  <a:lnTo>
                    <a:pt x="988104" y="653075"/>
                  </a:lnTo>
                  <a:lnTo>
                    <a:pt x="989386" y="673300"/>
                  </a:lnTo>
                  <a:lnTo>
                    <a:pt x="990667" y="716022"/>
                  </a:lnTo>
                  <a:lnTo>
                    <a:pt x="991949" y="799406"/>
                  </a:lnTo>
                  <a:lnTo>
                    <a:pt x="993231" y="807151"/>
                  </a:lnTo>
                  <a:lnTo>
                    <a:pt x="994513" y="864496"/>
                  </a:lnTo>
                  <a:lnTo>
                    <a:pt x="995795" y="784225"/>
                  </a:lnTo>
                  <a:lnTo>
                    <a:pt x="997077" y="757392"/>
                  </a:lnTo>
                  <a:lnTo>
                    <a:pt x="998359" y="713809"/>
                  </a:lnTo>
                  <a:lnTo>
                    <a:pt x="999640" y="713809"/>
                  </a:lnTo>
                  <a:lnTo>
                    <a:pt x="1000922" y="727218"/>
                  </a:lnTo>
                  <a:lnTo>
                    <a:pt x="1002204" y="757392"/>
                  </a:lnTo>
                  <a:lnTo>
                    <a:pt x="1003486" y="713809"/>
                  </a:lnTo>
                  <a:lnTo>
                    <a:pt x="1004768" y="759781"/>
                  </a:lnTo>
                  <a:lnTo>
                    <a:pt x="1006050" y="759781"/>
                  </a:lnTo>
                  <a:lnTo>
                    <a:pt x="1007331" y="752646"/>
                  </a:lnTo>
                  <a:lnTo>
                    <a:pt x="1008613" y="713809"/>
                  </a:lnTo>
                  <a:lnTo>
                    <a:pt x="1009895" y="713809"/>
                  </a:lnTo>
                  <a:lnTo>
                    <a:pt x="1011177" y="720474"/>
                  </a:lnTo>
                  <a:lnTo>
                    <a:pt x="1012459" y="757392"/>
                  </a:lnTo>
                  <a:lnTo>
                    <a:pt x="1013741" y="713809"/>
                  </a:lnTo>
                  <a:lnTo>
                    <a:pt x="1015023" y="784225"/>
                  </a:lnTo>
                  <a:lnTo>
                    <a:pt x="1016304" y="812372"/>
                  </a:lnTo>
                  <a:lnTo>
                    <a:pt x="1017586" y="815000"/>
                  </a:lnTo>
                  <a:lnTo>
                    <a:pt x="1018868" y="809755"/>
                  </a:lnTo>
                  <a:lnTo>
                    <a:pt x="1020150" y="784225"/>
                  </a:lnTo>
                  <a:lnTo>
                    <a:pt x="1021432" y="762179"/>
                  </a:lnTo>
                  <a:lnTo>
                    <a:pt x="1022714" y="736335"/>
                  </a:lnTo>
                  <a:lnTo>
                    <a:pt x="1023995" y="698550"/>
                  </a:lnTo>
                  <a:lnTo>
                    <a:pt x="1025277" y="665124"/>
                  </a:lnTo>
                  <a:lnTo>
                    <a:pt x="1026559" y="637392"/>
                  </a:lnTo>
                  <a:lnTo>
                    <a:pt x="1027841" y="556364"/>
                  </a:lnTo>
                  <a:lnTo>
                    <a:pt x="1029123" y="470715"/>
                  </a:lnTo>
                  <a:lnTo>
                    <a:pt x="1030405" y="359287"/>
                  </a:lnTo>
                  <a:lnTo>
                    <a:pt x="1031686" y="316809"/>
                  </a:lnTo>
                  <a:lnTo>
                    <a:pt x="1032968" y="321252"/>
                  </a:lnTo>
                  <a:lnTo>
                    <a:pt x="1034250" y="313498"/>
                  </a:lnTo>
                  <a:lnTo>
                    <a:pt x="1035532" y="294027"/>
                  </a:lnTo>
                  <a:lnTo>
                    <a:pt x="1036814" y="269052"/>
                  </a:lnTo>
                  <a:lnTo>
                    <a:pt x="1038096" y="218399"/>
                  </a:lnTo>
                  <a:lnTo>
                    <a:pt x="1039378" y="224020"/>
                  </a:lnTo>
                  <a:lnTo>
                    <a:pt x="1040659" y="214681"/>
                  </a:lnTo>
                  <a:lnTo>
                    <a:pt x="1041941" y="243167"/>
                  </a:lnTo>
                  <a:lnTo>
                    <a:pt x="1043223" y="249038"/>
                  </a:lnTo>
                  <a:lnTo>
                    <a:pt x="1044505" y="260962"/>
                  </a:lnTo>
                  <a:lnTo>
                    <a:pt x="1045787" y="273140"/>
                  </a:lnTo>
                  <a:lnTo>
                    <a:pt x="1047069" y="335937"/>
                  </a:lnTo>
                  <a:lnTo>
                    <a:pt x="1048350" y="382386"/>
                  </a:lnTo>
                  <a:lnTo>
                    <a:pt x="1049632" y="483885"/>
                  </a:lnTo>
                  <a:lnTo>
                    <a:pt x="1050914" y="504992"/>
                  </a:lnTo>
                  <a:lnTo>
                    <a:pt x="1052196" y="518982"/>
                  </a:lnTo>
                  <a:lnTo>
                    <a:pt x="1053478" y="530104"/>
                  </a:lnTo>
                  <a:lnTo>
                    <a:pt x="1054760" y="559733"/>
                  </a:lnTo>
                  <a:lnTo>
                    <a:pt x="1056042" y="635461"/>
                  </a:lnTo>
                  <a:lnTo>
                    <a:pt x="1057323" y="750287"/>
                  </a:lnTo>
                  <a:lnTo>
                    <a:pt x="1058605" y="738637"/>
                  </a:lnTo>
                  <a:lnTo>
                    <a:pt x="1059887" y="681594"/>
                  </a:lnTo>
                  <a:lnTo>
                    <a:pt x="1061169" y="569959"/>
                  </a:lnTo>
                  <a:lnTo>
                    <a:pt x="1062451" y="704200"/>
                  </a:lnTo>
                  <a:lnTo>
                    <a:pt x="1063733" y="685384"/>
                  </a:lnTo>
                  <a:lnTo>
                    <a:pt x="1065014" y="677809"/>
                  </a:lnTo>
                  <a:lnTo>
                    <a:pt x="1066296" y="821418"/>
                  </a:lnTo>
                  <a:lnTo>
                    <a:pt x="1067578" y="846394"/>
                  </a:lnTo>
                  <a:lnTo>
                    <a:pt x="1068860" y="825840"/>
                  </a:lnTo>
                  <a:lnTo>
                    <a:pt x="1070142" y="862804"/>
                  </a:lnTo>
                  <a:lnTo>
                    <a:pt x="1071424" y="849676"/>
                  </a:lnTo>
                  <a:lnTo>
                    <a:pt x="1072706" y="808969"/>
                  </a:lnTo>
                  <a:lnTo>
                    <a:pt x="1073987" y="808969"/>
                  </a:lnTo>
                  <a:lnTo>
                    <a:pt x="1075269" y="808969"/>
                  </a:lnTo>
                  <a:lnTo>
                    <a:pt x="1076551" y="808969"/>
                  </a:lnTo>
                  <a:lnTo>
                    <a:pt x="1077833" y="795525"/>
                  </a:lnTo>
                  <a:lnTo>
                    <a:pt x="1079115" y="864466"/>
                  </a:lnTo>
                  <a:lnTo>
                    <a:pt x="1080397" y="972186"/>
                  </a:lnTo>
                  <a:lnTo>
                    <a:pt x="1081678" y="990735"/>
                  </a:lnTo>
                  <a:lnTo>
                    <a:pt x="1082960" y="1037734"/>
                  </a:lnTo>
                  <a:lnTo>
                    <a:pt x="1084242" y="938596"/>
                  </a:lnTo>
                  <a:lnTo>
                    <a:pt x="1085524" y="924607"/>
                  </a:lnTo>
                  <a:lnTo>
                    <a:pt x="1086806" y="904248"/>
                  </a:lnTo>
                  <a:lnTo>
                    <a:pt x="1088088" y="807151"/>
                  </a:lnTo>
                  <a:lnTo>
                    <a:pt x="1089369" y="809755"/>
                  </a:lnTo>
                  <a:lnTo>
                    <a:pt x="1090651" y="847519"/>
                  </a:lnTo>
                  <a:lnTo>
                    <a:pt x="1091933" y="925009"/>
                  </a:lnTo>
                  <a:lnTo>
                    <a:pt x="1093215" y="873177"/>
                  </a:lnTo>
                  <a:lnTo>
                    <a:pt x="1094497" y="864496"/>
                  </a:lnTo>
                  <a:lnTo>
                    <a:pt x="1095779" y="844738"/>
                  </a:lnTo>
                  <a:lnTo>
                    <a:pt x="1097061" y="858781"/>
                  </a:lnTo>
                  <a:lnTo>
                    <a:pt x="1098342" y="831030"/>
                  </a:lnTo>
                  <a:lnTo>
                    <a:pt x="1099624" y="781733"/>
                  </a:lnTo>
                  <a:lnTo>
                    <a:pt x="1100906" y="759781"/>
                  </a:lnTo>
                  <a:lnTo>
                    <a:pt x="1102188" y="801976"/>
                  </a:lnTo>
                  <a:lnTo>
                    <a:pt x="1103470" y="809755"/>
                  </a:lnTo>
                  <a:lnTo>
                    <a:pt x="1104752" y="809755"/>
                  </a:lnTo>
                  <a:lnTo>
                    <a:pt x="1106033" y="809755"/>
                  </a:lnTo>
                  <a:lnTo>
                    <a:pt x="1107315" y="809755"/>
                  </a:lnTo>
                  <a:lnTo>
                    <a:pt x="1108597" y="809755"/>
                  </a:lnTo>
                  <a:lnTo>
                    <a:pt x="1109879" y="809755"/>
                  </a:lnTo>
                  <a:lnTo>
                    <a:pt x="1111161" y="809755"/>
                  </a:lnTo>
                  <a:lnTo>
                    <a:pt x="1112443" y="825637"/>
                  </a:lnTo>
                  <a:lnTo>
                    <a:pt x="1113725" y="809755"/>
                  </a:lnTo>
                  <a:lnTo>
                    <a:pt x="1115006" y="828327"/>
                  </a:lnTo>
                  <a:lnTo>
                    <a:pt x="1116288" y="864496"/>
                  </a:lnTo>
                  <a:lnTo>
                    <a:pt x="1117570" y="900034"/>
                  </a:lnTo>
                  <a:lnTo>
                    <a:pt x="1118852" y="1111239"/>
                  </a:lnTo>
                  <a:lnTo>
                    <a:pt x="1119358" y="115975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l113"/>
            <p:cNvSpPr/>
            <p:nvPr/>
          </p:nvSpPr>
          <p:spPr>
            <a:xfrm>
              <a:off x="2192289" y="2355589"/>
              <a:ext cx="5186423" cy="1668810"/>
            </a:xfrm>
            <a:custGeom>
              <a:avLst/>
              <a:pathLst>
                <a:path w="5186423" h="1668810">
                  <a:moveTo>
                    <a:pt x="0" y="1668810"/>
                  </a:moveTo>
                  <a:lnTo>
                    <a:pt x="895" y="1648866"/>
                  </a:lnTo>
                  <a:lnTo>
                    <a:pt x="2177" y="1570869"/>
                  </a:lnTo>
                  <a:lnTo>
                    <a:pt x="3459" y="1538378"/>
                  </a:lnTo>
                  <a:lnTo>
                    <a:pt x="4741" y="1538378"/>
                  </a:lnTo>
                  <a:lnTo>
                    <a:pt x="6022" y="1552366"/>
                  </a:lnTo>
                  <a:lnTo>
                    <a:pt x="7304" y="1555510"/>
                  </a:lnTo>
                  <a:lnTo>
                    <a:pt x="8586" y="1519341"/>
                  </a:lnTo>
                  <a:lnTo>
                    <a:pt x="9868" y="1530229"/>
                  </a:lnTo>
                  <a:lnTo>
                    <a:pt x="11150" y="1511308"/>
                  </a:lnTo>
                  <a:lnTo>
                    <a:pt x="12432" y="1352093"/>
                  </a:lnTo>
                  <a:lnTo>
                    <a:pt x="13714" y="1301951"/>
                  </a:lnTo>
                  <a:lnTo>
                    <a:pt x="14995" y="1285566"/>
                  </a:lnTo>
                  <a:lnTo>
                    <a:pt x="16277" y="1252503"/>
                  </a:lnTo>
                  <a:lnTo>
                    <a:pt x="17559" y="1202383"/>
                  </a:lnTo>
                  <a:lnTo>
                    <a:pt x="18841" y="1202383"/>
                  </a:lnTo>
                  <a:lnTo>
                    <a:pt x="20123" y="1202383"/>
                  </a:lnTo>
                  <a:lnTo>
                    <a:pt x="21405" y="1185049"/>
                  </a:lnTo>
                  <a:lnTo>
                    <a:pt x="22686" y="1200786"/>
                  </a:lnTo>
                  <a:lnTo>
                    <a:pt x="23968" y="1168223"/>
                  </a:lnTo>
                  <a:lnTo>
                    <a:pt x="25250" y="1134502"/>
                  </a:lnTo>
                  <a:lnTo>
                    <a:pt x="26532" y="1075183"/>
                  </a:lnTo>
                  <a:lnTo>
                    <a:pt x="27814" y="1069690"/>
                  </a:lnTo>
                  <a:lnTo>
                    <a:pt x="29096" y="1033857"/>
                  </a:lnTo>
                  <a:lnTo>
                    <a:pt x="30378" y="1024667"/>
                  </a:lnTo>
                  <a:lnTo>
                    <a:pt x="31659" y="1109228"/>
                  </a:lnTo>
                  <a:lnTo>
                    <a:pt x="32941" y="1144625"/>
                  </a:lnTo>
                  <a:lnTo>
                    <a:pt x="34223" y="1146031"/>
                  </a:lnTo>
                  <a:lnTo>
                    <a:pt x="35505" y="1123938"/>
                  </a:lnTo>
                  <a:lnTo>
                    <a:pt x="36787" y="1265548"/>
                  </a:lnTo>
                  <a:lnTo>
                    <a:pt x="38069" y="1275178"/>
                  </a:lnTo>
                  <a:lnTo>
                    <a:pt x="39350" y="1349774"/>
                  </a:lnTo>
                  <a:lnTo>
                    <a:pt x="40632" y="1299332"/>
                  </a:lnTo>
                  <a:lnTo>
                    <a:pt x="41914" y="1304175"/>
                  </a:lnTo>
                  <a:lnTo>
                    <a:pt x="43196" y="1205613"/>
                  </a:lnTo>
                  <a:lnTo>
                    <a:pt x="44478" y="1173437"/>
                  </a:lnTo>
                  <a:lnTo>
                    <a:pt x="45760" y="1208938"/>
                  </a:lnTo>
                  <a:lnTo>
                    <a:pt x="47041" y="1181570"/>
                  </a:lnTo>
                  <a:lnTo>
                    <a:pt x="48323" y="1220757"/>
                  </a:lnTo>
                  <a:lnTo>
                    <a:pt x="49605" y="1244248"/>
                  </a:lnTo>
                  <a:lnTo>
                    <a:pt x="50887" y="1225158"/>
                  </a:lnTo>
                  <a:lnTo>
                    <a:pt x="52169" y="1215302"/>
                  </a:lnTo>
                  <a:lnTo>
                    <a:pt x="53451" y="1208825"/>
                  </a:lnTo>
                  <a:lnTo>
                    <a:pt x="54733" y="1217478"/>
                  </a:lnTo>
                  <a:lnTo>
                    <a:pt x="56014" y="1257782"/>
                  </a:lnTo>
                  <a:lnTo>
                    <a:pt x="57296" y="1158110"/>
                  </a:lnTo>
                  <a:lnTo>
                    <a:pt x="58578" y="1178378"/>
                  </a:lnTo>
                  <a:lnTo>
                    <a:pt x="59860" y="1123938"/>
                  </a:lnTo>
                  <a:lnTo>
                    <a:pt x="61142" y="1168223"/>
                  </a:lnTo>
                  <a:lnTo>
                    <a:pt x="62424" y="1228569"/>
                  </a:lnTo>
                  <a:lnTo>
                    <a:pt x="63705" y="1246536"/>
                  </a:lnTo>
                  <a:lnTo>
                    <a:pt x="64987" y="1087677"/>
                  </a:lnTo>
                  <a:lnTo>
                    <a:pt x="66269" y="978325"/>
                  </a:lnTo>
                  <a:lnTo>
                    <a:pt x="67551" y="918100"/>
                  </a:lnTo>
                  <a:lnTo>
                    <a:pt x="68833" y="844992"/>
                  </a:lnTo>
                  <a:lnTo>
                    <a:pt x="70115" y="810576"/>
                  </a:lnTo>
                  <a:lnTo>
                    <a:pt x="71397" y="812736"/>
                  </a:lnTo>
                  <a:lnTo>
                    <a:pt x="72678" y="778107"/>
                  </a:lnTo>
                  <a:lnTo>
                    <a:pt x="73960" y="753197"/>
                  </a:lnTo>
                  <a:lnTo>
                    <a:pt x="75242" y="738753"/>
                  </a:lnTo>
                  <a:lnTo>
                    <a:pt x="76524" y="841064"/>
                  </a:lnTo>
                  <a:lnTo>
                    <a:pt x="77806" y="849497"/>
                  </a:lnTo>
                  <a:lnTo>
                    <a:pt x="79088" y="981788"/>
                  </a:lnTo>
                  <a:lnTo>
                    <a:pt x="80369" y="951771"/>
                  </a:lnTo>
                  <a:lnTo>
                    <a:pt x="81651" y="958197"/>
                  </a:lnTo>
                  <a:lnTo>
                    <a:pt x="82933" y="967152"/>
                  </a:lnTo>
                  <a:lnTo>
                    <a:pt x="84215" y="1102694"/>
                  </a:lnTo>
                  <a:lnTo>
                    <a:pt x="85497" y="1143573"/>
                  </a:lnTo>
                  <a:lnTo>
                    <a:pt x="86779" y="1152622"/>
                  </a:lnTo>
                  <a:lnTo>
                    <a:pt x="88061" y="1203482"/>
                  </a:lnTo>
                  <a:lnTo>
                    <a:pt x="89342" y="1239699"/>
                  </a:lnTo>
                  <a:lnTo>
                    <a:pt x="90624" y="1247684"/>
                  </a:lnTo>
                  <a:lnTo>
                    <a:pt x="91906" y="1304381"/>
                  </a:lnTo>
                  <a:lnTo>
                    <a:pt x="93188" y="1358868"/>
                  </a:lnTo>
                  <a:lnTo>
                    <a:pt x="94470" y="1353319"/>
                  </a:lnTo>
                  <a:lnTo>
                    <a:pt x="95752" y="1424545"/>
                  </a:lnTo>
                  <a:lnTo>
                    <a:pt x="97033" y="1361985"/>
                  </a:lnTo>
                  <a:lnTo>
                    <a:pt x="98315" y="1353856"/>
                  </a:lnTo>
                  <a:lnTo>
                    <a:pt x="99597" y="1216325"/>
                  </a:lnTo>
                  <a:lnTo>
                    <a:pt x="100879" y="1232459"/>
                  </a:lnTo>
                  <a:lnTo>
                    <a:pt x="102161" y="1259255"/>
                  </a:lnTo>
                  <a:lnTo>
                    <a:pt x="103443" y="1259255"/>
                  </a:lnTo>
                  <a:lnTo>
                    <a:pt x="104724" y="1394347"/>
                  </a:lnTo>
                  <a:lnTo>
                    <a:pt x="106006" y="1244029"/>
                  </a:lnTo>
                  <a:lnTo>
                    <a:pt x="107288" y="1230825"/>
                  </a:lnTo>
                  <a:lnTo>
                    <a:pt x="108570" y="1388278"/>
                  </a:lnTo>
                  <a:lnTo>
                    <a:pt x="109852" y="1358649"/>
                  </a:lnTo>
                  <a:lnTo>
                    <a:pt x="111134" y="1324396"/>
                  </a:lnTo>
                  <a:lnTo>
                    <a:pt x="112416" y="1319538"/>
                  </a:lnTo>
                  <a:lnTo>
                    <a:pt x="113697" y="1349078"/>
                  </a:lnTo>
                  <a:lnTo>
                    <a:pt x="114979" y="1355495"/>
                  </a:lnTo>
                  <a:lnTo>
                    <a:pt x="116261" y="1345896"/>
                  </a:lnTo>
                  <a:lnTo>
                    <a:pt x="117543" y="1349078"/>
                  </a:lnTo>
                  <a:lnTo>
                    <a:pt x="118825" y="1344311"/>
                  </a:lnTo>
                  <a:lnTo>
                    <a:pt x="120107" y="1300168"/>
                  </a:lnTo>
                  <a:lnTo>
                    <a:pt x="121388" y="1308006"/>
                  </a:lnTo>
                  <a:lnTo>
                    <a:pt x="122670" y="1277959"/>
                  </a:lnTo>
                  <a:lnTo>
                    <a:pt x="123952" y="1080891"/>
                  </a:lnTo>
                  <a:lnTo>
                    <a:pt x="125234" y="1191074"/>
                  </a:lnTo>
                  <a:lnTo>
                    <a:pt x="126516" y="1219662"/>
                  </a:lnTo>
                  <a:lnTo>
                    <a:pt x="127798" y="1194494"/>
                  </a:lnTo>
                  <a:lnTo>
                    <a:pt x="129080" y="1241410"/>
                  </a:lnTo>
                  <a:lnTo>
                    <a:pt x="130361" y="1160346"/>
                  </a:lnTo>
                  <a:lnTo>
                    <a:pt x="131643" y="1133220"/>
                  </a:lnTo>
                  <a:lnTo>
                    <a:pt x="132925" y="1123055"/>
                  </a:lnTo>
                  <a:lnTo>
                    <a:pt x="134207" y="1119706"/>
                  </a:lnTo>
                  <a:lnTo>
                    <a:pt x="135489" y="1138371"/>
                  </a:lnTo>
                  <a:lnTo>
                    <a:pt x="136771" y="1153222"/>
                  </a:lnTo>
                  <a:lnTo>
                    <a:pt x="138052" y="1182263"/>
                  </a:lnTo>
                  <a:lnTo>
                    <a:pt x="139334" y="1199268"/>
                  </a:lnTo>
                  <a:lnTo>
                    <a:pt x="140616" y="1193544"/>
                  </a:lnTo>
                  <a:lnTo>
                    <a:pt x="141898" y="1225758"/>
                  </a:lnTo>
                  <a:lnTo>
                    <a:pt x="143180" y="1290527"/>
                  </a:lnTo>
                  <a:lnTo>
                    <a:pt x="144462" y="1303115"/>
                  </a:lnTo>
                  <a:lnTo>
                    <a:pt x="145743" y="1256454"/>
                  </a:lnTo>
                  <a:lnTo>
                    <a:pt x="147025" y="1221191"/>
                  </a:lnTo>
                  <a:lnTo>
                    <a:pt x="148307" y="1040765"/>
                  </a:lnTo>
                  <a:lnTo>
                    <a:pt x="149589" y="1110832"/>
                  </a:lnTo>
                  <a:lnTo>
                    <a:pt x="150871" y="1127427"/>
                  </a:lnTo>
                  <a:lnTo>
                    <a:pt x="152153" y="1047237"/>
                  </a:lnTo>
                  <a:lnTo>
                    <a:pt x="153435" y="1035959"/>
                  </a:lnTo>
                  <a:lnTo>
                    <a:pt x="154716" y="1035959"/>
                  </a:lnTo>
                  <a:lnTo>
                    <a:pt x="155998" y="979770"/>
                  </a:lnTo>
                  <a:lnTo>
                    <a:pt x="157280" y="887731"/>
                  </a:lnTo>
                  <a:lnTo>
                    <a:pt x="158562" y="888965"/>
                  </a:lnTo>
                  <a:lnTo>
                    <a:pt x="159844" y="915507"/>
                  </a:lnTo>
                  <a:lnTo>
                    <a:pt x="161126" y="920705"/>
                  </a:lnTo>
                  <a:lnTo>
                    <a:pt x="162407" y="920705"/>
                  </a:lnTo>
                  <a:lnTo>
                    <a:pt x="163689" y="925950"/>
                  </a:lnTo>
                  <a:lnTo>
                    <a:pt x="164971" y="969731"/>
                  </a:lnTo>
                  <a:lnTo>
                    <a:pt x="166253" y="947424"/>
                  </a:lnTo>
                  <a:lnTo>
                    <a:pt x="167535" y="958469"/>
                  </a:lnTo>
                  <a:lnTo>
                    <a:pt x="168817" y="954302"/>
                  </a:lnTo>
                  <a:lnTo>
                    <a:pt x="170099" y="923322"/>
                  </a:lnTo>
                  <a:lnTo>
                    <a:pt x="171380" y="936587"/>
                  </a:lnTo>
                  <a:lnTo>
                    <a:pt x="172662" y="898932"/>
                  </a:lnTo>
                  <a:lnTo>
                    <a:pt x="173944" y="1017238"/>
                  </a:lnTo>
                  <a:lnTo>
                    <a:pt x="175226" y="1081629"/>
                  </a:lnTo>
                  <a:lnTo>
                    <a:pt x="176508" y="1196006"/>
                  </a:lnTo>
                  <a:lnTo>
                    <a:pt x="177790" y="1217918"/>
                  </a:lnTo>
                  <a:lnTo>
                    <a:pt x="179071" y="1214736"/>
                  </a:lnTo>
                  <a:lnTo>
                    <a:pt x="180353" y="1115868"/>
                  </a:lnTo>
                  <a:lnTo>
                    <a:pt x="181635" y="1061127"/>
                  </a:lnTo>
                  <a:lnTo>
                    <a:pt x="182917" y="1029243"/>
                  </a:lnTo>
                  <a:lnTo>
                    <a:pt x="184199" y="1039676"/>
                  </a:lnTo>
                  <a:lnTo>
                    <a:pt x="185481" y="1077133"/>
                  </a:lnTo>
                  <a:lnTo>
                    <a:pt x="186762" y="1091034"/>
                  </a:lnTo>
                  <a:lnTo>
                    <a:pt x="188044" y="1101360"/>
                  </a:lnTo>
                  <a:lnTo>
                    <a:pt x="189326" y="1241210"/>
                  </a:lnTo>
                  <a:lnTo>
                    <a:pt x="190608" y="1306539"/>
                  </a:lnTo>
                  <a:lnTo>
                    <a:pt x="191890" y="1325909"/>
                  </a:lnTo>
                  <a:lnTo>
                    <a:pt x="193172" y="1322887"/>
                  </a:lnTo>
                  <a:lnTo>
                    <a:pt x="194454" y="1273320"/>
                  </a:lnTo>
                  <a:lnTo>
                    <a:pt x="195735" y="1199874"/>
                  </a:lnTo>
                  <a:lnTo>
                    <a:pt x="197017" y="1106836"/>
                  </a:lnTo>
                  <a:lnTo>
                    <a:pt x="198299" y="1052566"/>
                  </a:lnTo>
                  <a:lnTo>
                    <a:pt x="199581" y="1076150"/>
                  </a:lnTo>
                  <a:lnTo>
                    <a:pt x="200863" y="1108804"/>
                  </a:lnTo>
                  <a:lnTo>
                    <a:pt x="202145" y="1137877"/>
                  </a:lnTo>
                  <a:lnTo>
                    <a:pt x="203426" y="1137877"/>
                  </a:lnTo>
                  <a:lnTo>
                    <a:pt x="204708" y="1137877"/>
                  </a:lnTo>
                  <a:lnTo>
                    <a:pt x="205990" y="1101500"/>
                  </a:lnTo>
                  <a:lnTo>
                    <a:pt x="207272" y="1029492"/>
                  </a:lnTo>
                  <a:lnTo>
                    <a:pt x="208554" y="1068554"/>
                  </a:lnTo>
                  <a:lnTo>
                    <a:pt x="209836" y="1121378"/>
                  </a:lnTo>
                  <a:lnTo>
                    <a:pt x="211118" y="1140099"/>
                  </a:lnTo>
                  <a:lnTo>
                    <a:pt x="212399" y="1158557"/>
                  </a:lnTo>
                  <a:lnTo>
                    <a:pt x="213681" y="1161243"/>
                  </a:lnTo>
                  <a:lnTo>
                    <a:pt x="214963" y="1229789"/>
                  </a:lnTo>
                  <a:lnTo>
                    <a:pt x="216245" y="1320520"/>
                  </a:lnTo>
                  <a:lnTo>
                    <a:pt x="217527" y="1336986"/>
                  </a:lnTo>
                  <a:lnTo>
                    <a:pt x="218809" y="1370131"/>
                  </a:lnTo>
                  <a:lnTo>
                    <a:pt x="220090" y="1365881"/>
                  </a:lnTo>
                  <a:lnTo>
                    <a:pt x="221372" y="1347823"/>
                  </a:lnTo>
                  <a:lnTo>
                    <a:pt x="222654" y="1347823"/>
                  </a:lnTo>
                  <a:lnTo>
                    <a:pt x="223936" y="1347823"/>
                  </a:lnTo>
                  <a:lnTo>
                    <a:pt x="225218" y="1396308"/>
                  </a:lnTo>
                  <a:lnTo>
                    <a:pt x="226500" y="1553090"/>
                  </a:lnTo>
                  <a:lnTo>
                    <a:pt x="227782" y="1646186"/>
                  </a:lnTo>
                  <a:lnTo>
                    <a:pt x="229063" y="1561047"/>
                  </a:lnTo>
                  <a:lnTo>
                    <a:pt x="230345" y="1578532"/>
                  </a:lnTo>
                  <a:lnTo>
                    <a:pt x="231627" y="1446972"/>
                  </a:lnTo>
                  <a:lnTo>
                    <a:pt x="232909" y="1501713"/>
                  </a:lnTo>
                  <a:lnTo>
                    <a:pt x="234191" y="1470282"/>
                  </a:lnTo>
                  <a:lnTo>
                    <a:pt x="235473" y="1434065"/>
                  </a:lnTo>
                  <a:lnTo>
                    <a:pt x="236754" y="1321427"/>
                  </a:lnTo>
                  <a:lnTo>
                    <a:pt x="238036" y="1353793"/>
                  </a:lnTo>
                  <a:lnTo>
                    <a:pt x="239318" y="1351025"/>
                  </a:lnTo>
                  <a:lnTo>
                    <a:pt x="240600" y="1373551"/>
                  </a:lnTo>
                  <a:lnTo>
                    <a:pt x="241882" y="1342801"/>
                  </a:lnTo>
                  <a:lnTo>
                    <a:pt x="243164" y="1318810"/>
                  </a:lnTo>
                  <a:lnTo>
                    <a:pt x="244445" y="1283377"/>
                  </a:lnTo>
                  <a:lnTo>
                    <a:pt x="245727" y="1121842"/>
                  </a:lnTo>
                  <a:lnTo>
                    <a:pt x="247009" y="1103607"/>
                  </a:lnTo>
                  <a:lnTo>
                    <a:pt x="248291" y="1235932"/>
                  </a:lnTo>
                  <a:lnTo>
                    <a:pt x="249573" y="1205592"/>
                  </a:lnTo>
                  <a:lnTo>
                    <a:pt x="250855" y="1200786"/>
                  </a:lnTo>
                  <a:lnTo>
                    <a:pt x="252137" y="1177340"/>
                  </a:lnTo>
                  <a:lnTo>
                    <a:pt x="253418" y="1143151"/>
                  </a:lnTo>
                  <a:lnTo>
                    <a:pt x="254700" y="1157405"/>
                  </a:lnTo>
                  <a:lnTo>
                    <a:pt x="255982" y="1199085"/>
                  </a:lnTo>
                  <a:lnTo>
                    <a:pt x="257264" y="1143222"/>
                  </a:lnTo>
                  <a:lnTo>
                    <a:pt x="258546" y="1113202"/>
                  </a:lnTo>
                  <a:lnTo>
                    <a:pt x="259828" y="1102664"/>
                  </a:lnTo>
                  <a:lnTo>
                    <a:pt x="261109" y="1117205"/>
                  </a:lnTo>
                  <a:lnTo>
                    <a:pt x="262391" y="1109228"/>
                  </a:lnTo>
                  <a:lnTo>
                    <a:pt x="263673" y="1094885"/>
                  </a:lnTo>
                  <a:lnTo>
                    <a:pt x="264955" y="1148853"/>
                  </a:lnTo>
                  <a:lnTo>
                    <a:pt x="266237" y="1144625"/>
                  </a:lnTo>
                  <a:lnTo>
                    <a:pt x="267519" y="1137284"/>
                  </a:lnTo>
                  <a:lnTo>
                    <a:pt x="268801" y="1120514"/>
                  </a:lnTo>
                  <a:lnTo>
                    <a:pt x="270082" y="1198065"/>
                  </a:lnTo>
                  <a:lnTo>
                    <a:pt x="271364" y="1167924"/>
                  </a:lnTo>
                  <a:lnTo>
                    <a:pt x="272646" y="1202152"/>
                  </a:lnTo>
                  <a:lnTo>
                    <a:pt x="273928" y="1223583"/>
                  </a:lnTo>
                  <a:lnTo>
                    <a:pt x="275210" y="1259857"/>
                  </a:lnTo>
                  <a:lnTo>
                    <a:pt x="276492" y="1239394"/>
                  </a:lnTo>
                  <a:lnTo>
                    <a:pt x="277773" y="1270986"/>
                  </a:lnTo>
                  <a:lnTo>
                    <a:pt x="279055" y="1260277"/>
                  </a:lnTo>
                  <a:lnTo>
                    <a:pt x="280337" y="1217678"/>
                  </a:lnTo>
                  <a:lnTo>
                    <a:pt x="281619" y="1214935"/>
                  </a:lnTo>
                  <a:lnTo>
                    <a:pt x="282901" y="1197725"/>
                  </a:lnTo>
                  <a:lnTo>
                    <a:pt x="284183" y="1233234"/>
                  </a:lnTo>
                  <a:lnTo>
                    <a:pt x="285464" y="1231105"/>
                  </a:lnTo>
                  <a:lnTo>
                    <a:pt x="286746" y="1224763"/>
                  </a:lnTo>
                  <a:lnTo>
                    <a:pt x="288028" y="1220991"/>
                  </a:lnTo>
                  <a:lnTo>
                    <a:pt x="289310" y="1223503"/>
                  </a:lnTo>
                  <a:lnTo>
                    <a:pt x="290592" y="1219739"/>
                  </a:lnTo>
                  <a:lnTo>
                    <a:pt x="291874" y="1240843"/>
                  </a:lnTo>
                  <a:lnTo>
                    <a:pt x="293156" y="1282049"/>
                  </a:lnTo>
                  <a:lnTo>
                    <a:pt x="294437" y="1316777"/>
                  </a:lnTo>
                  <a:lnTo>
                    <a:pt x="295719" y="1363257"/>
                  </a:lnTo>
                  <a:lnTo>
                    <a:pt x="297001" y="1424094"/>
                  </a:lnTo>
                  <a:lnTo>
                    <a:pt x="298283" y="1432804"/>
                  </a:lnTo>
                  <a:lnTo>
                    <a:pt x="299565" y="1465156"/>
                  </a:lnTo>
                  <a:lnTo>
                    <a:pt x="300847" y="1379063"/>
                  </a:lnTo>
                  <a:lnTo>
                    <a:pt x="302128" y="1275785"/>
                  </a:lnTo>
                  <a:lnTo>
                    <a:pt x="303410" y="1125294"/>
                  </a:lnTo>
                  <a:lnTo>
                    <a:pt x="304692" y="1129382"/>
                  </a:lnTo>
                  <a:lnTo>
                    <a:pt x="305974" y="1148953"/>
                  </a:lnTo>
                  <a:lnTo>
                    <a:pt x="307256" y="1208819"/>
                  </a:lnTo>
                  <a:lnTo>
                    <a:pt x="308538" y="1221764"/>
                  </a:lnTo>
                  <a:lnTo>
                    <a:pt x="309820" y="1205458"/>
                  </a:lnTo>
                  <a:lnTo>
                    <a:pt x="311101" y="1222864"/>
                  </a:lnTo>
                  <a:lnTo>
                    <a:pt x="312383" y="1211924"/>
                  </a:lnTo>
                  <a:lnTo>
                    <a:pt x="313665" y="1154235"/>
                  </a:lnTo>
                  <a:lnTo>
                    <a:pt x="314947" y="1140675"/>
                  </a:lnTo>
                  <a:lnTo>
                    <a:pt x="316229" y="1136858"/>
                  </a:lnTo>
                  <a:lnTo>
                    <a:pt x="317511" y="1103607"/>
                  </a:lnTo>
                  <a:lnTo>
                    <a:pt x="318792" y="1105405"/>
                  </a:lnTo>
                  <a:lnTo>
                    <a:pt x="320074" y="1112652"/>
                  </a:lnTo>
                  <a:lnTo>
                    <a:pt x="321356" y="1119992"/>
                  </a:lnTo>
                  <a:lnTo>
                    <a:pt x="322638" y="1150328"/>
                  </a:lnTo>
                  <a:lnTo>
                    <a:pt x="323920" y="1138763"/>
                  </a:lnTo>
                  <a:lnTo>
                    <a:pt x="325202" y="1103607"/>
                  </a:lnTo>
                  <a:lnTo>
                    <a:pt x="326484" y="1100029"/>
                  </a:lnTo>
                  <a:lnTo>
                    <a:pt x="327765" y="1268434"/>
                  </a:lnTo>
                  <a:lnTo>
                    <a:pt x="329047" y="1249023"/>
                  </a:lnTo>
                  <a:lnTo>
                    <a:pt x="330329" y="1160033"/>
                  </a:lnTo>
                  <a:lnTo>
                    <a:pt x="331611" y="1085940"/>
                  </a:lnTo>
                  <a:lnTo>
                    <a:pt x="332893" y="1079636"/>
                  </a:lnTo>
                  <a:lnTo>
                    <a:pt x="334175" y="1074641"/>
                  </a:lnTo>
                  <a:lnTo>
                    <a:pt x="335456" y="1028096"/>
                  </a:lnTo>
                  <a:lnTo>
                    <a:pt x="336738" y="1029243"/>
                  </a:lnTo>
                  <a:lnTo>
                    <a:pt x="338020" y="1040847"/>
                  </a:lnTo>
                  <a:lnTo>
                    <a:pt x="339302" y="1049111"/>
                  </a:lnTo>
                  <a:lnTo>
                    <a:pt x="340584" y="1167337"/>
                  </a:lnTo>
                  <a:lnTo>
                    <a:pt x="341866" y="1281228"/>
                  </a:lnTo>
                  <a:lnTo>
                    <a:pt x="343147" y="1285671"/>
                  </a:lnTo>
                  <a:lnTo>
                    <a:pt x="344429" y="1328870"/>
                  </a:lnTo>
                  <a:lnTo>
                    <a:pt x="345711" y="1283822"/>
                  </a:lnTo>
                  <a:lnTo>
                    <a:pt x="346993" y="1303026"/>
                  </a:lnTo>
                  <a:lnTo>
                    <a:pt x="348275" y="1297311"/>
                  </a:lnTo>
                  <a:lnTo>
                    <a:pt x="349557" y="1332486"/>
                  </a:lnTo>
                  <a:lnTo>
                    <a:pt x="350839" y="1389157"/>
                  </a:lnTo>
                  <a:lnTo>
                    <a:pt x="352120" y="1341956"/>
                  </a:lnTo>
                  <a:lnTo>
                    <a:pt x="353402" y="1351065"/>
                  </a:lnTo>
                  <a:lnTo>
                    <a:pt x="354684" y="1326134"/>
                  </a:lnTo>
                  <a:lnTo>
                    <a:pt x="355966" y="1311085"/>
                  </a:lnTo>
                  <a:lnTo>
                    <a:pt x="357248" y="1261771"/>
                  </a:lnTo>
                  <a:lnTo>
                    <a:pt x="358530" y="1193316"/>
                  </a:lnTo>
                  <a:lnTo>
                    <a:pt x="359811" y="1147735"/>
                  </a:lnTo>
                  <a:lnTo>
                    <a:pt x="361093" y="1146122"/>
                  </a:lnTo>
                  <a:lnTo>
                    <a:pt x="362375" y="1100819"/>
                  </a:lnTo>
                  <a:lnTo>
                    <a:pt x="363657" y="1051977"/>
                  </a:lnTo>
                  <a:lnTo>
                    <a:pt x="364939" y="1066874"/>
                  </a:lnTo>
                  <a:lnTo>
                    <a:pt x="366221" y="1039851"/>
                  </a:lnTo>
                  <a:lnTo>
                    <a:pt x="367503" y="1031065"/>
                  </a:lnTo>
                  <a:lnTo>
                    <a:pt x="368784" y="959815"/>
                  </a:lnTo>
                  <a:lnTo>
                    <a:pt x="370066" y="1011686"/>
                  </a:lnTo>
                  <a:lnTo>
                    <a:pt x="371348" y="924528"/>
                  </a:lnTo>
                  <a:lnTo>
                    <a:pt x="372630" y="935293"/>
                  </a:lnTo>
                  <a:lnTo>
                    <a:pt x="373912" y="856548"/>
                  </a:lnTo>
                  <a:lnTo>
                    <a:pt x="375194" y="880384"/>
                  </a:lnTo>
                  <a:lnTo>
                    <a:pt x="376475" y="901452"/>
                  </a:lnTo>
                  <a:lnTo>
                    <a:pt x="377757" y="984126"/>
                  </a:lnTo>
                  <a:lnTo>
                    <a:pt x="379039" y="1035959"/>
                  </a:lnTo>
                  <a:lnTo>
                    <a:pt x="380321" y="1057083"/>
                  </a:lnTo>
                  <a:lnTo>
                    <a:pt x="381603" y="1203795"/>
                  </a:lnTo>
                  <a:lnTo>
                    <a:pt x="382885" y="1210008"/>
                  </a:lnTo>
                  <a:lnTo>
                    <a:pt x="384166" y="1225951"/>
                  </a:lnTo>
                  <a:lnTo>
                    <a:pt x="385448" y="1240699"/>
                  </a:lnTo>
                  <a:lnTo>
                    <a:pt x="386730" y="1257543"/>
                  </a:lnTo>
                  <a:lnTo>
                    <a:pt x="388012" y="1242362"/>
                  </a:lnTo>
                  <a:lnTo>
                    <a:pt x="389294" y="1214736"/>
                  </a:lnTo>
                  <a:lnTo>
                    <a:pt x="390576" y="1166085"/>
                  </a:lnTo>
                  <a:lnTo>
                    <a:pt x="391858" y="1129382"/>
                  </a:lnTo>
                  <a:lnTo>
                    <a:pt x="393139" y="1073400"/>
                  </a:lnTo>
                  <a:lnTo>
                    <a:pt x="394421" y="1024667"/>
                  </a:lnTo>
                  <a:lnTo>
                    <a:pt x="395703" y="1001221"/>
                  </a:lnTo>
                  <a:lnTo>
                    <a:pt x="396985" y="1013383"/>
                  </a:lnTo>
                  <a:lnTo>
                    <a:pt x="398267" y="1128990"/>
                  </a:lnTo>
                  <a:lnTo>
                    <a:pt x="399549" y="1156909"/>
                  </a:lnTo>
                  <a:lnTo>
                    <a:pt x="400830" y="1091719"/>
                  </a:lnTo>
                  <a:lnTo>
                    <a:pt x="402112" y="1110596"/>
                  </a:lnTo>
                  <a:lnTo>
                    <a:pt x="403394" y="1114772"/>
                  </a:lnTo>
                  <a:lnTo>
                    <a:pt x="404676" y="1149084"/>
                  </a:lnTo>
                  <a:lnTo>
                    <a:pt x="405958" y="1143140"/>
                  </a:lnTo>
                  <a:lnTo>
                    <a:pt x="407240" y="1183905"/>
                  </a:lnTo>
                  <a:lnTo>
                    <a:pt x="408522" y="1165048"/>
                  </a:lnTo>
                  <a:lnTo>
                    <a:pt x="409803" y="1173675"/>
                  </a:lnTo>
                  <a:lnTo>
                    <a:pt x="411085" y="1183168"/>
                  </a:lnTo>
                  <a:lnTo>
                    <a:pt x="412367" y="1214180"/>
                  </a:lnTo>
                  <a:lnTo>
                    <a:pt x="413649" y="1218863"/>
                  </a:lnTo>
                  <a:lnTo>
                    <a:pt x="414931" y="1255251"/>
                  </a:lnTo>
                  <a:lnTo>
                    <a:pt x="416213" y="1267059"/>
                  </a:lnTo>
                  <a:lnTo>
                    <a:pt x="417494" y="1249437"/>
                  </a:lnTo>
                  <a:lnTo>
                    <a:pt x="418776" y="1237744"/>
                  </a:lnTo>
                  <a:lnTo>
                    <a:pt x="420058" y="1229179"/>
                  </a:lnTo>
                  <a:lnTo>
                    <a:pt x="421340" y="1157510"/>
                  </a:lnTo>
                  <a:lnTo>
                    <a:pt x="422622" y="1106707"/>
                  </a:lnTo>
                  <a:lnTo>
                    <a:pt x="423904" y="1105802"/>
                  </a:lnTo>
                  <a:lnTo>
                    <a:pt x="425185" y="996861"/>
                  </a:lnTo>
                  <a:lnTo>
                    <a:pt x="426467" y="986281"/>
                  </a:lnTo>
                  <a:lnTo>
                    <a:pt x="427749" y="996251"/>
                  </a:lnTo>
                  <a:lnTo>
                    <a:pt x="429031" y="1006396"/>
                  </a:lnTo>
                  <a:lnTo>
                    <a:pt x="430313" y="987380"/>
                  </a:lnTo>
                  <a:lnTo>
                    <a:pt x="431595" y="930757"/>
                  </a:lnTo>
                  <a:lnTo>
                    <a:pt x="432877" y="811655"/>
                  </a:lnTo>
                  <a:lnTo>
                    <a:pt x="434158" y="790459"/>
                  </a:lnTo>
                  <a:lnTo>
                    <a:pt x="435440" y="774048"/>
                  </a:lnTo>
                  <a:lnTo>
                    <a:pt x="436722" y="775060"/>
                  </a:lnTo>
                  <a:lnTo>
                    <a:pt x="438004" y="797789"/>
                  </a:lnTo>
                  <a:lnTo>
                    <a:pt x="439286" y="807353"/>
                  </a:lnTo>
                  <a:lnTo>
                    <a:pt x="440568" y="807353"/>
                  </a:lnTo>
                  <a:lnTo>
                    <a:pt x="441849" y="929845"/>
                  </a:lnTo>
                  <a:lnTo>
                    <a:pt x="443131" y="1107872"/>
                  </a:lnTo>
                  <a:lnTo>
                    <a:pt x="444413" y="1024030"/>
                  </a:lnTo>
                  <a:lnTo>
                    <a:pt x="445695" y="1076135"/>
                  </a:lnTo>
                  <a:lnTo>
                    <a:pt x="446977" y="1038253"/>
                  </a:lnTo>
                  <a:lnTo>
                    <a:pt x="448259" y="1017879"/>
                  </a:lnTo>
                  <a:lnTo>
                    <a:pt x="449541" y="974162"/>
                  </a:lnTo>
                  <a:lnTo>
                    <a:pt x="450822" y="958676"/>
                  </a:lnTo>
                  <a:lnTo>
                    <a:pt x="452104" y="936871"/>
                  </a:lnTo>
                  <a:lnTo>
                    <a:pt x="453386" y="913934"/>
                  </a:lnTo>
                  <a:lnTo>
                    <a:pt x="454668" y="892496"/>
                  </a:lnTo>
                  <a:lnTo>
                    <a:pt x="455950" y="915864"/>
                  </a:lnTo>
                  <a:lnTo>
                    <a:pt x="457232" y="868258"/>
                  </a:lnTo>
                  <a:lnTo>
                    <a:pt x="458513" y="844433"/>
                  </a:lnTo>
                  <a:lnTo>
                    <a:pt x="459795" y="863531"/>
                  </a:lnTo>
                  <a:lnTo>
                    <a:pt x="461077" y="910697"/>
                  </a:lnTo>
                  <a:lnTo>
                    <a:pt x="462359" y="811437"/>
                  </a:lnTo>
                  <a:lnTo>
                    <a:pt x="463641" y="847335"/>
                  </a:lnTo>
                  <a:lnTo>
                    <a:pt x="464923" y="845145"/>
                  </a:lnTo>
                  <a:lnTo>
                    <a:pt x="466205" y="745818"/>
                  </a:lnTo>
                  <a:lnTo>
                    <a:pt x="467486" y="758582"/>
                  </a:lnTo>
                  <a:lnTo>
                    <a:pt x="468768" y="814256"/>
                  </a:lnTo>
                  <a:lnTo>
                    <a:pt x="470050" y="858584"/>
                  </a:lnTo>
                  <a:lnTo>
                    <a:pt x="471332" y="886564"/>
                  </a:lnTo>
                  <a:lnTo>
                    <a:pt x="472614" y="928370"/>
                  </a:lnTo>
                  <a:lnTo>
                    <a:pt x="473896" y="960066"/>
                  </a:lnTo>
                  <a:lnTo>
                    <a:pt x="475177" y="945983"/>
                  </a:lnTo>
                  <a:lnTo>
                    <a:pt x="476459" y="1011152"/>
                  </a:lnTo>
                  <a:lnTo>
                    <a:pt x="477741" y="1061127"/>
                  </a:lnTo>
                  <a:lnTo>
                    <a:pt x="479023" y="1077133"/>
                  </a:lnTo>
                  <a:lnTo>
                    <a:pt x="480305" y="1091741"/>
                  </a:lnTo>
                  <a:lnTo>
                    <a:pt x="481587" y="1113619"/>
                  </a:lnTo>
                  <a:lnTo>
                    <a:pt x="482868" y="1146358"/>
                  </a:lnTo>
                  <a:lnTo>
                    <a:pt x="484150" y="1029613"/>
                  </a:lnTo>
                  <a:lnTo>
                    <a:pt x="485432" y="1085934"/>
                  </a:lnTo>
                  <a:lnTo>
                    <a:pt x="486714" y="1134960"/>
                  </a:lnTo>
                  <a:lnTo>
                    <a:pt x="487996" y="1158169"/>
                  </a:lnTo>
                  <a:lnTo>
                    <a:pt x="489278" y="1114479"/>
                  </a:lnTo>
                  <a:lnTo>
                    <a:pt x="490560" y="1142592"/>
                  </a:lnTo>
                  <a:lnTo>
                    <a:pt x="491841" y="1138763"/>
                  </a:lnTo>
                  <a:lnTo>
                    <a:pt x="493123" y="1075585"/>
                  </a:lnTo>
                  <a:lnTo>
                    <a:pt x="494405" y="1112652"/>
                  </a:lnTo>
                  <a:lnTo>
                    <a:pt x="495687" y="1118148"/>
                  </a:lnTo>
                  <a:lnTo>
                    <a:pt x="496969" y="1114479"/>
                  </a:lnTo>
                  <a:lnTo>
                    <a:pt x="498251" y="1103607"/>
                  </a:lnTo>
                  <a:lnTo>
                    <a:pt x="499532" y="1250114"/>
                  </a:lnTo>
                  <a:lnTo>
                    <a:pt x="500814" y="1238705"/>
                  </a:lnTo>
                  <a:lnTo>
                    <a:pt x="502096" y="1208427"/>
                  </a:lnTo>
                  <a:lnTo>
                    <a:pt x="503378" y="1253562"/>
                  </a:lnTo>
                  <a:lnTo>
                    <a:pt x="504660" y="1243034"/>
                  </a:lnTo>
                  <a:lnTo>
                    <a:pt x="505942" y="1292099"/>
                  </a:lnTo>
                  <a:lnTo>
                    <a:pt x="507224" y="1335357"/>
                  </a:lnTo>
                  <a:lnTo>
                    <a:pt x="508505" y="1403099"/>
                  </a:lnTo>
                  <a:lnTo>
                    <a:pt x="509787" y="1429900"/>
                  </a:lnTo>
                  <a:lnTo>
                    <a:pt x="511069" y="1423770"/>
                  </a:lnTo>
                  <a:lnTo>
                    <a:pt x="512351" y="1400416"/>
                  </a:lnTo>
                  <a:lnTo>
                    <a:pt x="513633" y="1392126"/>
                  </a:lnTo>
                  <a:lnTo>
                    <a:pt x="514915" y="1412408"/>
                  </a:lnTo>
                  <a:lnTo>
                    <a:pt x="516196" y="1401504"/>
                  </a:lnTo>
                  <a:lnTo>
                    <a:pt x="517478" y="1400869"/>
                  </a:lnTo>
                  <a:lnTo>
                    <a:pt x="518760" y="1391428"/>
                  </a:lnTo>
                  <a:lnTo>
                    <a:pt x="520042" y="1382753"/>
                  </a:lnTo>
                  <a:lnTo>
                    <a:pt x="521324" y="1360440"/>
                  </a:lnTo>
                  <a:lnTo>
                    <a:pt x="522606" y="1362811"/>
                  </a:lnTo>
                  <a:lnTo>
                    <a:pt x="523887" y="1340673"/>
                  </a:lnTo>
                  <a:lnTo>
                    <a:pt x="525169" y="1302001"/>
                  </a:lnTo>
                  <a:lnTo>
                    <a:pt x="526451" y="1289842"/>
                  </a:lnTo>
                  <a:lnTo>
                    <a:pt x="527733" y="1253329"/>
                  </a:lnTo>
                  <a:lnTo>
                    <a:pt x="529015" y="1181488"/>
                  </a:lnTo>
                  <a:lnTo>
                    <a:pt x="530297" y="1185536"/>
                  </a:lnTo>
                  <a:lnTo>
                    <a:pt x="531579" y="1183508"/>
                  </a:lnTo>
                  <a:lnTo>
                    <a:pt x="532860" y="1149322"/>
                  </a:lnTo>
                  <a:lnTo>
                    <a:pt x="534142" y="1143724"/>
                  </a:lnTo>
                  <a:lnTo>
                    <a:pt x="535424" y="1087768"/>
                  </a:lnTo>
                  <a:lnTo>
                    <a:pt x="536706" y="1073476"/>
                  </a:lnTo>
                  <a:lnTo>
                    <a:pt x="537988" y="1055744"/>
                  </a:lnTo>
                  <a:lnTo>
                    <a:pt x="539270" y="1059531"/>
                  </a:lnTo>
                  <a:lnTo>
                    <a:pt x="540551" y="1094796"/>
                  </a:lnTo>
                  <a:lnTo>
                    <a:pt x="541833" y="1116939"/>
                  </a:lnTo>
                  <a:lnTo>
                    <a:pt x="543115" y="1085568"/>
                  </a:lnTo>
                  <a:lnTo>
                    <a:pt x="544397" y="1085505"/>
                  </a:lnTo>
                  <a:lnTo>
                    <a:pt x="545679" y="1100341"/>
                  </a:lnTo>
                  <a:lnTo>
                    <a:pt x="546961" y="1130439"/>
                  </a:lnTo>
                  <a:lnTo>
                    <a:pt x="548243" y="1150579"/>
                  </a:lnTo>
                  <a:lnTo>
                    <a:pt x="549524" y="1094393"/>
                  </a:lnTo>
                  <a:lnTo>
                    <a:pt x="550806" y="1113126"/>
                  </a:lnTo>
                  <a:lnTo>
                    <a:pt x="552088" y="1062059"/>
                  </a:lnTo>
                  <a:lnTo>
                    <a:pt x="553370" y="981859"/>
                  </a:lnTo>
                  <a:lnTo>
                    <a:pt x="554652" y="1036532"/>
                  </a:lnTo>
                  <a:lnTo>
                    <a:pt x="555934" y="1066278"/>
                  </a:lnTo>
                  <a:lnTo>
                    <a:pt x="557215" y="1098769"/>
                  </a:lnTo>
                  <a:lnTo>
                    <a:pt x="558497" y="1109878"/>
                  </a:lnTo>
                  <a:lnTo>
                    <a:pt x="559779" y="1106806"/>
                  </a:lnTo>
                  <a:lnTo>
                    <a:pt x="561061" y="1105280"/>
                  </a:lnTo>
                  <a:lnTo>
                    <a:pt x="562343" y="1153113"/>
                  </a:lnTo>
                  <a:lnTo>
                    <a:pt x="563625" y="1196006"/>
                  </a:lnTo>
                  <a:lnTo>
                    <a:pt x="564906" y="1219516"/>
                  </a:lnTo>
                  <a:lnTo>
                    <a:pt x="566188" y="1259255"/>
                  </a:lnTo>
                  <a:lnTo>
                    <a:pt x="567470" y="1313140"/>
                  </a:lnTo>
                  <a:lnTo>
                    <a:pt x="568752" y="1362259"/>
                  </a:lnTo>
                  <a:lnTo>
                    <a:pt x="570034" y="1364314"/>
                  </a:lnTo>
                  <a:lnTo>
                    <a:pt x="571316" y="1448406"/>
                  </a:lnTo>
                  <a:lnTo>
                    <a:pt x="572598" y="1450795"/>
                  </a:lnTo>
                  <a:lnTo>
                    <a:pt x="573879" y="1450795"/>
                  </a:lnTo>
                  <a:lnTo>
                    <a:pt x="575161" y="1450795"/>
                  </a:lnTo>
                  <a:lnTo>
                    <a:pt x="576443" y="1480255"/>
                  </a:lnTo>
                  <a:lnTo>
                    <a:pt x="577725" y="1473288"/>
                  </a:lnTo>
                  <a:lnTo>
                    <a:pt x="579007" y="1479362"/>
                  </a:lnTo>
                  <a:lnTo>
                    <a:pt x="580289" y="1316206"/>
                  </a:lnTo>
                  <a:lnTo>
                    <a:pt x="581570" y="1283377"/>
                  </a:lnTo>
                  <a:lnTo>
                    <a:pt x="582852" y="1250003"/>
                  </a:lnTo>
                  <a:lnTo>
                    <a:pt x="584134" y="1256993"/>
                  </a:lnTo>
                  <a:lnTo>
                    <a:pt x="585416" y="1243097"/>
                  </a:lnTo>
                  <a:lnTo>
                    <a:pt x="586698" y="1368476"/>
                  </a:lnTo>
                  <a:lnTo>
                    <a:pt x="587980" y="1339006"/>
                  </a:lnTo>
                  <a:lnTo>
                    <a:pt x="589262" y="1438549"/>
                  </a:lnTo>
                  <a:lnTo>
                    <a:pt x="590543" y="1400226"/>
                  </a:lnTo>
                  <a:lnTo>
                    <a:pt x="591825" y="1345896"/>
                  </a:lnTo>
                  <a:lnTo>
                    <a:pt x="593107" y="1318025"/>
                  </a:lnTo>
                  <a:lnTo>
                    <a:pt x="594389" y="1387381"/>
                  </a:lnTo>
                  <a:lnTo>
                    <a:pt x="595671" y="1370131"/>
                  </a:lnTo>
                  <a:lnTo>
                    <a:pt x="596953" y="1368711"/>
                  </a:lnTo>
                  <a:lnTo>
                    <a:pt x="598234" y="1347823"/>
                  </a:lnTo>
                  <a:lnTo>
                    <a:pt x="599516" y="1349192"/>
                  </a:lnTo>
                  <a:lnTo>
                    <a:pt x="600798" y="1299332"/>
                  </a:lnTo>
                  <a:lnTo>
                    <a:pt x="602080" y="1296824"/>
                  </a:lnTo>
                  <a:lnTo>
                    <a:pt x="603362" y="1331278"/>
                  </a:lnTo>
                  <a:lnTo>
                    <a:pt x="604644" y="1333696"/>
                  </a:lnTo>
                  <a:lnTo>
                    <a:pt x="605926" y="1353418"/>
                  </a:lnTo>
                  <a:lnTo>
                    <a:pt x="607207" y="1313326"/>
                  </a:lnTo>
                  <a:lnTo>
                    <a:pt x="608489" y="1318296"/>
                  </a:lnTo>
                  <a:lnTo>
                    <a:pt x="609771" y="1348428"/>
                  </a:lnTo>
                  <a:lnTo>
                    <a:pt x="611053" y="1264659"/>
                  </a:lnTo>
                  <a:lnTo>
                    <a:pt x="612335" y="1294936"/>
                  </a:lnTo>
                  <a:lnTo>
                    <a:pt x="613617" y="1301271"/>
                  </a:lnTo>
                  <a:lnTo>
                    <a:pt x="614898" y="1192942"/>
                  </a:lnTo>
                  <a:lnTo>
                    <a:pt x="616180" y="1206857"/>
                  </a:lnTo>
                  <a:lnTo>
                    <a:pt x="617462" y="1217918"/>
                  </a:lnTo>
                  <a:lnTo>
                    <a:pt x="618744" y="1267892"/>
                  </a:lnTo>
                  <a:lnTo>
                    <a:pt x="620026" y="1338157"/>
                  </a:lnTo>
                  <a:lnTo>
                    <a:pt x="621308" y="1309343"/>
                  </a:lnTo>
                  <a:lnTo>
                    <a:pt x="622589" y="1305501"/>
                  </a:lnTo>
                  <a:lnTo>
                    <a:pt x="623871" y="1272035"/>
                  </a:lnTo>
                  <a:lnTo>
                    <a:pt x="625153" y="1233614"/>
                  </a:lnTo>
                  <a:lnTo>
                    <a:pt x="626435" y="1249023"/>
                  </a:lnTo>
                  <a:lnTo>
                    <a:pt x="627717" y="1286669"/>
                  </a:lnTo>
                  <a:lnTo>
                    <a:pt x="628999" y="1266642"/>
                  </a:lnTo>
                  <a:lnTo>
                    <a:pt x="630281" y="1252503"/>
                  </a:lnTo>
                  <a:lnTo>
                    <a:pt x="631562" y="1351657"/>
                  </a:lnTo>
                  <a:lnTo>
                    <a:pt x="632844" y="1309027"/>
                  </a:lnTo>
                  <a:lnTo>
                    <a:pt x="634126" y="1333819"/>
                  </a:lnTo>
                  <a:lnTo>
                    <a:pt x="635408" y="1232942"/>
                  </a:lnTo>
                  <a:lnTo>
                    <a:pt x="636690" y="1264166"/>
                  </a:lnTo>
                  <a:lnTo>
                    <a:pt x="637972" y="1243087"/>
                  </a:lnTo>
                  <a:lnTo>
                    <a:pt x="639253" y="1304676"/>
                  </a:lnTo>
                  <a:lnTo>
                    <a:pt x="640535" y="1345781"/>
                  </a:lnTo>
                  <a:lnTo>
                    <a:pt x="641817" y="1373803"/>
                  </a:lnTo>
                  <a:lnTo>
                    <a:pt x="643099" y="1396329"/>
                  </a:lnTo>
                  <a:lnTo>
                    <a:pt x="644381" y="1409106"/>
                  </a:lnTo>
                  <a:lnTo>
                    <a:pt x="645663" y="1396329"/>
                  </a:lnTo>
                  <a:lnTo>
                    <a:pt x="646945" y="1396329"/>
                  </a:lnTo>
                  <a:lnTo>
                    <a:pt x="648226" y="1403263"/>
                  </a:lnTo>
                  <a:lnTo>
                    <a:pt x="649508" y="1429428"/>
                  </a:lnTo>
                  <a:lnTo>
                    <a:pt x="650790" y="1401589"/>
                  </a:lnTo>
                  <a:lnTo>
                    <a:pt x="652072" y="1385479"/>
                  </a:lnTo>
                  <a:lnTo>
                    <a:pt x="653354" y="1396584"/>
                  </a:lnTo>
                  <a:lnTo>
                    <a:pt x="654636" y="1459137"/>
                  </a:lnTo>
                  <a:lnTo>
                    <a:pt x="655917" y="1460647"/>
                  </a:lnTo>
                  <a:lnTo>
                    <a:pt x="657199" y="1414446"/>
                  </a:lnTo>
                  <a:lnTo>
                    <a:pt x="658481" y="1324102"/>
                  </a:lnTo>
                  <a:lnTo>
                    <a:pt x="659763" y="1351657"/>
                  </a:lnTo>
                  <a:lnTo>
                    <a:pt x="661045" y="1250746"/>
                  </a:lnTo>
                  <a:lnTo>
                    <a:pt x="662327" y="1237389"/>
                  </a:lnTo>
                  <a:lnTo>
                    <a:pt x="663608" y="1134878"/>
                  </a:lnTo>
                  <a:lnTo>
                    <a:pt x="664890" y="1087209"/>
                  </a:lnTo>
                  <a:lnTo>
                    <a:pt x="666172" y="1173708"/>
                  </a:lnTo>
                  <a:lnTo>
                    <a:pt x="667454" y="1143426"/>
                  </a:lnTo>
                  <a:lnTo>
                    <a:pt x="668736" y="1137877"/>
                  </a:lnTo>
                  <a:lnTo>
                    <a:pt x="670018" y="1128021"/>
                  </a:lnTo>
                  <a:lnTo>
                    <a:pt x="671300" y="1136568"/>
                  </a:lnTo>
                  <a:lnTo>
                    <a:pt x="672581" y="1004512"/>
                  </a:lnTo>
                  <a:lnTo>
                    <a:pt x="673863" y="986106"/>
                  </a:lnTo>
                  <a:lnTo>
                    <a:pt x="675145" y="968271"/>
                  </a:lnTo>
                  <a:lnTo>
                    <a:pt x="676427" y="946978"/>
                  </a:lnTo>
                  <a:lnTo>
                    <a:pt x="677709" y="943999"/>
                  </a:lnTo>
                  <a:lnTo>
                    <a:pt x="678991" y="943999"/>
                  </a:lnTo>
                  <a:lnTo>
                    <a:pt x="680272" y="943999"/>
                  </a:lnTo>
                  <a:lnTo>
                    <a:pt x="681554" y="941036"/>
                  </a:lnTo>
                  <a:lnTo>
                    <a:pt x="682836" y="1008930"/>
                  </a:lnTo>
                  <a:lnTo>
                    <a:pt x="684118" y="989391"/>
                  </a:lnTo>
                  <a:lnTo>
                    <a:pt x="685400" y="944974"/>
                  </a:lnTo>
                  <a:lnTo>
                    <a:pt x="686682" y="906507"/>
                  </a:lnTo>
                  <a:lnTo>
                    <a:pt x="687964" y="683494"/>
                  </a:lnTo>
                  <a:lnTo>
                    <a:pt x="689245" y="647507"/>
                  </a:lnTo>
                  <a:lnTo>
                    <a:pt x="690527" y="649132"/>
                  </a:lnTo>
                  <a:lnTo>
                    <a:pt x="691809" y="664800"/>
                  </a:lnTo>
                  <a:lnTo>
                    <a:pt x="693091" y="653214"/>
                  </a:lnTo>
                  <a:lnTo>
                    <a:pt x="694373" y="663131"/>
                  </a:lnTo>
                  <a:lnTo>
                    <a:pt x="695655" y="694833"/>
                  </a:lnTo>
                  <a:lnTo>
                    <a:pt x="696936" y="658978"/>
                  </a:lnTo>
                  <a:lnTo>
                    <a:pt x="698218" y="628360"/>
                  </a:lnTo>
                  <a:lnTo>
                    <a:pt x="699500" y="606801"/>
                  </a:lnTo>
                  <a:lnTo>
                    <a:pt x="700782" y="598547"/>
                  </a:lnTo>
                  <a:lnTo>
                    <a:pt x="702064" y="593356"/>
                  </a:lnTo>
                  <a:lnTo>
                    <a:pt x="703346" y="595575"/>
                  </a:lnTo>
                  <a:lnTo>
                    <a:pt x="704627" y="631507"/>
                  </a:lnTo>
                  <a:lnTo>
                    <a:pt x="705909" y="651577"/>
                  </a:lnTo>
                  <a:lnTo>
                    <a:pt x="707191" y="728387"/>
                  </a:lnTo>
                  <a:lnTo>
                    <a:pt x="708473" y="777090"/>
                  </a:lnTo>
                  <a:lnTo>
                    <a:pt x="709755" y="790459"/>
                  </a:lnTo>
                  <a:lnTo>
                    <a:pt x="711037" y="731196"/>
                  </a:lnTo>
                  <a:lnTo>
                    <a:pt x="712319" y="711818"/>
                  </a:lnTo>
                  <a:lnTo>
                    <a:pt x="713600" y="713636"/>
                  </a:lnTo>
                  <a:lnTo>
                    <a:pt x="714882" y="706400"/>
                  </a:lnTo>
                  <a:lnTo>
                    <a:pt x="716164" y="756129"/>
                  </a:lnTo>
                  <a:lnTo>
                    <a:pt x="717446" y="794636"/>
                  </a:lnTo>
                  <a:lnTo>
                    <a:pt x="718728" y="973252"/>
                  </a:lnTo>
                  <a:lnTo>
                    <a:pt x="720010" y="1005614"/>
                  </a:lnTo>
                  <a:lnTo>
                    <a:pt x="721291" y="1007823"/>
                  </a:lnTo>
                  <a:lnTo>
                    <a:pt x="722573" y="1033857"/>
                  </a:lnTo>
                  <a:lnTo>
                    <a:pt x="723855" y="1057495"/>
                  </a:lnTo>
                  <a:lnTo>
                    <a:pt x="725137" y="1093598"/>
                  </a:lnTo>
                  <a:lnTo>
                    <a:pt x="726419" y="1102664"/>
                  </a:lnTo>
                  <a:lnTo>
                    <a:pt x="727701" y="1074641"/>
                  </a:lnTo>
                  <a:lnTo>
                    <a:pt x="728983" y="1103970"/>
                  </a:lnTo>
                  <a:lnTo>
                    <a:pt x="730264" y="1197543"/>
                  </a:lnTo>
                  <a:lnTo>
                    <a:pt x="731546" y="1274897"/>
                  </a:lnTo>
                  <a:lnTo>
                    <a:pt x="732828" y="1342104"/>
                  </a:lnTo>
                  <a:lnTo>
                    <a:pt x="734110" y="1300107"/>
                  </a:lnTo>
                  <a:lnTo>
                    <a:pt x="735392" y="1235741"/>
                  </a:lnTo>
                  <a:lnTo>
                    <a:pt x="736674" y="1141823"/>
                  </a:lnTo>
                  <a:lnTo>
                    <a:pt x="737955" y="1053995"/>
                  </a:lnTo>
                  <a:lnTo>
                    <a:pt x="739237" y="882822"/>
                  </a:lnTo>
                  <a:lnTo>
                    <a:pt x="740519" y="824758"/>
                  </a:lnTo>
                  <a:lnTo>
                    <a:pt x="741801" y="864779"/>
                  </a:lnTo>
                  <a:lnTo>
                    <a:pt x="743083" y="818169"/>
                  </a:lnTo>
                  <a:lnTo>
                    <a:pt x="744365" y="792544"/>
                  </a:lnTo>
                  <a:lnTo>
                    <a:pt x="745647" y="757110"/>
                  </a:lnTo>
                  <a:lnTo>
                    <a:pt x="746928" y="722811"/>
                  </a:lnTo>
                  <a:lnTo>
                    <a:pt x="748210" y="703710"/>
                  </a:lnTo>
                  <a:lnTo>
                    <a:pt x="749492" y="688699"/>
                  </a:lnTo>
                  <a:lnTo>
                    <a:pt x="750774" y="627576"/>
                  </a:lnTo>
                  <a:lnTo>
                    <a:pt x="752056" y="543874"/>
                  </a:lnTo>
                  <a:lnTo>
                    <a:pt x="753338" y="523253"/>
                  </a:lnTo>
                  <a:lnTo>
                    <a:pt x="754619" y="533138"/>
                  </a:lnTo>
                  <a:lnTo>
                    <a:pt x="755901" y="561759"/>
                  </a:lnTo>
                  <a:lnTo>
                    <a:pt x="757183" y="557582"/>
                  </a:lnTo>
                  <a:lnTo>
                    <a:pt x="758465" y="566671"/>
                  </a:lnTo>
                  <a:lnTo>
                    <a:pt x="759747" y="581664"/>
                  </a:lnTo>
                  <a:lnTo>
                    <a:pt x="761029" y="535804"/>
                  </a:lnTo>
                  <a:lnTo>
                    <a:pt x="762310" y="553435"/>
                  </a:lnTo>
                  <a:lnTo>
                    <a:pt x="763592" y="552747"/>
                  </a:lnTo>
                  <a:lnTo>
                    <a:pt x="764874" y="566671"/>
                  </a:lnTo>
                  <a:lnTo>
                    <a:pt x="766156" y="615174"/>
                  </a:lnTo>
                  <a:lnTo>
                    <a:pt x="767438" y="639451"/>
                  </a:lnTo>
                  <a:lnTo>
                    <a:pt x="768720" y="658978"/>
                  </a:lnTo>
                  <a:lnTo>
                    <a:pt x="770002" y="717288"/>
                  </a:lnTo>
                  <a:lnTo>
                    <a:pt x="771283" y="834786"/>
                  </a:lnTo>
                  <a:lnTo>
                    <a:pt x="772565" y="854218"/>
                  </a:lnTo>
                  <a:lnTo>
                    <a:pt x="773847" y="835911"/>
                  </a:lnTo>
                  <a:lnTo>
                    <a:pt x="775129" y="820357"/>
                  </a:lnTo>
                  <a:lnTo>
                    <a:pt x="776411" y="870731"/>
                  </a:lnTo>
                  <a:lnTo>
                    <a:pt x="777693" y="833663"/>
                  </a:lnTo>
                  <a:lnTo>
                    <a:pt x="778974" y="812736"/>
                  </a:lnTo>
                  <a:lnTo>
                    <a:pt x="780256" y="803082"/>
                  </a:lnTo>
                  <a:lnTo>
                    <a:pt x="781538" y="783222"/>
                  </a:lnTo>
                  <a:lnTo>
                    <a:pt x="782820" y="756130"/>
                  </a:lnTo>
                  <a:lnTo>
                    <a:pt x="784102" y="760063"/>
                  </a:lnTo>
                  <a:lnTo>
                    <a:pt x="785384" y="730258"/>
                  </a:lnTo>
                  <a:lnTo>
                    <a:pt x="786666" y="682631"/>
                  </a:lnTo>
                  <a:lnTo>
                    <a:pt x="787947" y="658978"/>
                  </a:lnTo>
                  <a:lnTo>
                    <a:pt x="789229" y="649132"/>
                  </a:lnTo>
                  <a:lnTo>
                    <a:pt x="790511" y="637854"/>
                  </a:lnTo>
                  <a:lnTo>
                    <a:pt x="791793" y="641053"/>
                  </a:lnTo>
                  <a:lnTo>
                    <a:pt x="793075" y="790265"/>
                  </a:lnTo>
                  <a:lnTo>
                    <a:pt x="794357" y="832981"/>
                  </a:lnTo>
                  <a:lnTo>
                    <a:pt x="795638" y="842306"/>
                  </a:lnTo>
                  <a:lnTo>
                    <a:pt x="796920" y="895188"/>
                  </a:lnTo>
                  <a:lnTo>
                    <a:pt x="798202" y="956007"/>
                  </a:lnTo>
                  <a:lnTo>
                    <a:pt x="799484" y="1030393"/>
                  </a:lnTo>
                  <a:lnTo>
                    <a:pt x="800766" y="1073400"/>
                  </a:lnTo>
                  <a:lnTo>
                    <a:pt x="802048" y="1091034"/>
                  </a:lnTo>
                  <a:lnTo>
                    <a:pt x="803329" y="1103970"/>
                  </a:lnTo>
                  <a:lnTo>
                    <a:pt x="804611" y="1093598"/>
                  </a:lnTo>
                  <a:lnTo>
                    <a:pt x="805893" y="1115868"/>
                  </a:lnTo>
                  <a:lnTo>
                    <a:pt x="807175" y="1122585"/>
                  </a:lnTo>
                  <a:lnTo>
                    <a:pt x="808457" y="1107909"/>
                  </a:lnTo>
                  <a:lnTo>
                    <a:pt x="809739" y="1074641"/>
                  </a:lnTo>
                  <a:lnTo>
                    <a:pt x="811021" y="1084674"/>
                  </a:lnTo>
                  <a:lnTo>
                    <a:pt x="812302" y="1085532"/>
                  </a:lnTo>
                  <a:lnTo>
                    <a:pt x="813584" y="1070078"/>
                  </a:lnTo>
                  <a:lnTo>
                    <a:pt x="814866" y="1005260"/>
                  </a:lnTo>
                  <a:lnTo>
                    <a:pt x="816148" y="953860"/>
                  </a:lnTo>
                  <a:lnTo>
                    <a:pt x="817430" y="817079"/>
                  </a:lnTo>
                  <a:lnTo>
                    <a:pt x="818712" y="824758"/>
                  </a:lnTo>
                  <a:lnTo>
                    <a:pt x="819993" y="826972"/>
                  </a:lnTo>
                  <a:lnTo>
                    <a:pt x="821275" y="806282"/>
                  </a:lnTo>
                  <a:lnTo>
                    <a:pt x="822557" y="749309"/>
                  </a:lnTo>
                  <a:lnTo>
                    <a:pt x="823839" y="751250"/>
                  </a:lnTo>
                  <a:lnTo>
                    <a:pt x="825121" y="739705"/>
                  </a:lnTo>
                  <a:lnTo>
                    <a:pt x="826403" y="719123"/>
                  </a:lnTo>
                  <a:lnTo>
                    <a:pt x="827685" y="744487"/>
                  </a:lnTo>
                  <a:lnTo>
                    <a:pt x="828966" y="784250"/>
                  </a:lnTo>
                  <a:lnTo>
                    <a:pt x="830248" y="819262"/>
                  </a:lnTo>
                  <a:lnTo>
                    <a:pt x="831530" y="832543"/>
                  </a:lnTo>
                  <a:lnTo>
                    <a:pt x="832812" y="823655"/>
                  </a:lnTo>
                  <a:lnTo>
                    <a:pt x="834094" y="887731"/>
                  </a:lnTo>
                  <a:lnTo>
                    <a:pt x="835376" y="941979"/>
                  </a:lnTo>
                  <a:lnTo>
                    <a:pt x="836657" y="931244"/>
                  </a:lnTo>
                  <a:lnTo>
                    <a:pt x="837939" y="912926"/>
                  </a:lnTo>
                  <a:lnTo>
                    <a:pt x="839221" y="838168"/>
                  </a:lnTo>
                  <a:lnTo>
                    <a:pt x="840503" y="846137"/>
                  </a:lnTo>
                  <a:lnTo>
                    <a:pt x="841785" y="791500"/>
                  </a:lnTo>
                  <a:lnTo>
                    <a:pt x="843067" y="730258"/>
                  </a:lnTo>
                  <a:lnTo>
                    <a:pt x="844349" y="739705"/>
                  </a:lnTo>
                  <a:lnTo>
                    <a:pt x="845630" y="765019"/>
                  </a:lnTo>
                  <a:lnTo>
                    <a:pt x="846912" y="754173"/>
                  </a:lnTo>
                  <a:lnTo>
                    <a:pt x="848194" y="731196"/>
                  </a:lnTo>
                  <a:lnTo>
                    <a:pt x="849476" y="697481"/>
                  </a:lnTo>
                  <a:lnTo>
                    <a:pt x="850758" y="649946"/>
                  </a:lnTo>
                  <a:lnTo>
                    <a:pt x="852040" y="609072"/>
                  </a:lnTo>
                  <a:lnTo>
                    <a:pt x="853321" y="533138"/>
                  </a:lnTo>
                  <a:lnTo>
                    <a:pt x="854603" y="502715"/>
                  </a:lnTo>
                  <a:lnTo>
                    <a:pt x="855885" y="489626"/>
                  </a:lnTo>
                  <a:lnTo>
                    <a:pt x="857167" y="447459"/>
                  </a:lnTo>
                  <a:lnTo>
                    <a:pt x="858449" y="465490"/>
                  </a:lnTo>
                  <a:lnTo>
                    <a:pt x="859731" y="476226"/>
                  </a:lnTo>
                  <a:lnTo>
                    <a:pt x="861012" y="485940"/>
                  </a:lnTo>
                  <a:lnTo>
                    <a:pt x="862294" y="538481"/>
                  </a:lnTo>
                  <a:lnTo>
                    <a:pt x="863576" y="542521"/>
                  </a:lnTo>
                  <a:lnTo>
                    <a:pt x="864858" y="540498"/>
                  </a:lnTo>
                  <a:lnTo>
                    <a:pt x="866140" y="554814"/>
                  </a:lnTo>
                  <a:lnTo>
                    <a:pt x="867422" y="563158"/>
                  </a:lnTo>
                  <a:lnTo>
                    <a:pt x="868704" y="577341"/>
                  </a:lnTo>
                  <a:lnTo>
                    <a:pt x="869985" y="619794"/>
                  </a:lnTo>
                  <a:lnTo>
                    <a:pt x="871267" y="827124"/>
                  </a:lnTo>
                  <a:lnTo>
                    <a:pt x="872549" y="905485"/>
                  </a:lnTo>
                  <a:lnTo>
                    <a:pt x="873831" y="1066865"/>
                  </a:lnTo>
                  <a:lnTo>
                    <a:pt x="875113" y="1085505"/>
                  </a:lnTo>
                  <a:lnTo>
                    <a:pt x="876395" y="1151286"/>
                  </a:lnTo>
                  <a:lnTo>
                    <a:pt x="877676" y="1173180"/>
                  </a:lnTo>
                  <a:lnTo>
                    <a:pt x="878958" y="1146782"/>
                  </a:lnTo>
                  <a:lnTo>
                    <a:pt x="880240" y="1237753"/>
                  </a:lnTo>
                  <a:lnTo>
                    <a:pt x="881522" y="1207046"/>
                  </a:lnTo>
                  <a:lnTo>
                    <a:pt x="882804" y="1215834"/>
                  </a:lnTo>
                  <a:lnTo>
                    <a:pt x="884086" y="1233824"/>
                  </a:lnTo>
                  <a:lnTo>
                    <a:pt x="885368" y="1218369"/>
                  </a:lnTo>
                  <a:lnTo>
                    <a:pt x="886649" y="1180271"/>
                  </a:lnTo>
                  <a:lnTo>
                    <a:pt x="887931" y="1173180"/>
                  </a:lnTo>
                  <a:lnTo>
                    <a:pt x="889213" y="1151286"/>
                  </a:lnTo>
                  <a:lnTo>
                    <a:pt x="890495" y="1130066"/>
                  </a:lnTo>
                  <a:lnTo>
                    <a:pt x="891777" y="1107374"/>
                  </a:lnTo>
                  <a:lnTo>
                    <a:pt x="893059" y="1019045"/>
                  </a:lnTo>
                  <a:lnTo>
                    <a:pt x="894340" y="1001015"/>
                  </a:lnTo>
                  <a:lnTo>
                    <a:pt x="895622" y="823655"/>
                  </a:lnTo>
                  <a:lnTo>
                    <a:pt x="896904" y="828082"/>
                  </a:lnTo>
                  <a:lnTo>
                    <a:pt x="898186" y="851898"/>
                  </a:lnTo>
                  <a:lnTo>
                    <a:pt x="899468" y="844992"/>
                  </a:lnTo>
                  <a:lnTo>
                    <a:pt x="900750" y="850741"/>
                  </a:lnTo>
                  <a:lnTo>
                    <a:pt x="902031" y="856548"/>
                  </a:lnTo>
                  <a:lnTo>
                    <a:pt x="903313" y="870731"/>
                  </a:lnTo>
                  <a:lnTo>
                    <a:pt x="904595" y="863596"/>
                  </a:lnTo>
                  <a:lnTo>
                    <a:pt x="905877" y="914215"/>
                  </a:lnTo>
                  <a:lnTo>
                    <a:pt x="907159" y="944695"/>
                  </a:lnTo>
                  <a:lnTo>
                    <a:pt x="908441" y="988516"/>
                  </a:lnTo>
                  <a:lnTo>
                    <a:pt x="909723" y="1055430"/>
                  </a:lnTo>
                  <a:lnTo>
                    <a:pt x="911004" y="1068788"/>
                  </a:lnTo>
                  <a:lnTo>
                    <a:pt x="912286" y="1068788"/>
                  </a:lnTo>
                  <a:lnTo>
                    <a:pt x="913568" y="1089425"/>
                  </a:lnTo>
                  <a:lnTo>
                    <a:pt x="914850" y="1148384"/>
                  </a:lnTo>
                  <a:lnTo>
                    <a:pt x="916132" y="1114479"/>
                  </a:lnTo>
                  <a:lnTo>
                    <a:pt x="917414" y="1180300"/>
                  </a:lnTo>
                  <a:lnTo>
                    <a:pt x="918695" y="1188564"/>
                  </a:lnTo>
                  <a:lnTo>
                    <a:pt x="919977" y="1264070"/>
                  </a:lnTo>
                  <a:lnTo>
                    <a:pt x="921259" y="1313613"/>
                  </a:lnTo>
                  <a:lnTo>
                    <a:pt x="922541" y="1318810"/>
                  </a:lnTo>
                  <a:lnTo>
                    <a:pt x="923823" y="1367837"/>
                  </a:lnTo>
                  <a:lnTo>
                    <a:pt x="925105" y="1365000"/>
                  </a:lnTo>
                  <a:lnTo>
                    <a:pt x="926387" y="1283377"/>
                  </a:lnTo>
                  <a:lnTo>
                    <a:pt x="927668" y="1190649"/>
                  </a:lnTo>
                  <a:lnTo>
                    <a:pt x="928950" y="1142592"/>
                  </a:lnTo>
                  <a:lnTo>
                    <a:pt x="930232" y="1112652"/>
                  </a:lnTo>
                  <a:lnTo>
                    <a:pt x="931514" y="1068788"/>
                  </a:lnTo>
                  <a:lnTo>
                    <a:pt x="932796" y="1068788"/>
                  </a:lnTo>
                  <a:lnTo>
                    <a:pt x="934078" y="1092938"/>
                  </a:lnTo>
                  <a:lnTo>
                    <a:pt x="935359" y="1140675"/>
                  </a:lnTo>
                  <a:lnTo>
                    <a:pt x="936641" y="1279314"/>
                  </a:lnTo>
                  <a:lnTo>
                    <a:pt x="937923" y="1301685"/>
                  </a:lnTo>
                  <a:lnTo>
                    <a:pt x="939205" y="1322633"/>
                  </a:lnTo>
                  <a:lnTo>
                    <a:pt x="940487" y="1322633"/>
                  </a:lnTo>
                  <a:lnTo>
                    <a:pt x="941769" y="1322633"/>
                  </a:lnTo>
                  <a:lnTo>
                    <a:pt x="943050" y="1281987"/>
                  </a:lnTo>
                  <a:lnTo>
                    <a:pt x="944332" y="1255837"/>
                  </a:lnTo>
                  <a:lnTo>
                    <a:pt x="945614" y="1311260"/>
                  </a:lnTo>
                  <a:lnTo>
                    <a:pt x="946896" y="1509798"/>
                  </a:lnTo>
                  <a:lnTo>
                    <a:pt x="948178" y="1544567"/>
                  </a:lnTo>
                  <a:lnTo>
                    <a:pt x="949460" y="1619022"/>
                  </a:lnTo>
                  <a:lnTo>
                    <a:pt x="950742" y="1650501"/>
                  </a:lnTo>
                  <a:lnTo>
                    <a:pt x="952023" y="1631929"/>
                  </a:lnTo>
                  <a:lnTo>
                    <a:pt x="953305" y="1626731"/>
                  </a:lnTo>
                  <a:lnTo>
                    <a:pt x="954587" y="1581954"/>
                  </a:lnTo>
                  <a:lnTo>
                    <a:pt x="955869" y="1602867"/>
                  </a:lnTo>
                  <a:lnTo>
                    <a:pt x="957151" y="1616685"/>
                  </a:lnTo>
                  <a:lnTo>
                    <a:pt x="958433" y="1500769"/>
                  </a:lnTo>
                  <a:lnTo>
                    <a:pt x="959714" y="1460448"/>
                  </a:lnTo>
                  <a:lnTo>
                    <a:pt x="960996" y="1446028"/>
                  </a:lnTo>
                  <a:lnTo>
                    <a:pt x="962278" y="1431962"/>
                  </a:lnTo>
                  <a:lnTo>
                    <a:pt x="963560" y="1450795"/>
                  </a:lnTo>
                  <a:lnTo>
                    <a:pt x="964842" y="1450795"/>
                  </a:lnTo>
                  <a:lnTo>
                    <a:pt x="966124" y="1433662"/>
                  </a:lnTo>
                  <a:lnTo>
                    <a:pt x="967406" y="1462713"/>
                  </a:lnTo>
                  <a:lnTo>
                    <a:pt x="968687" y="1318810"/>
                  </a:lnTo>
                  <a:lnTo>
                    <a:pt x="969969" y="1353793"/>
                  </a:lnTo>
                  <a:lnTo>
                    <a:pt x="971251" y="1520059"/>
                  </a:lnTo>
                  <a:lnTo>
                    <a:pt x="972533" y="1544150"/>
                  </a:lnTo>
                  <a:lnTo>
                    <a:pt x="973815" y="1612879"/>
                  </a:lnTo>
                  <a:lnTo>
                    <a:pt x="975097" y="1511308"/>
                  </a:lnTo>
                  <a:lnTo>
                    <a:pt x="976378" y="1450795"/>
                  </a:lnTo>
                  <a:lnTo>
                    <a:pt x="977660" y="1448406"/>
                  </a:lnTo>
                  <a:lnTo>
                    <a:pt x="978942" y="1542354"/>
                  </a:lnTo>
                  <a:lnTo>
                    <a:pt x="980224" y="1531414"/>
                  </a:lnTo>
                  <a:lnTo>
                    <a:pt x="981506" y="1620258"/>
                  </a:lnTo>
                  <a:lnTo>
                    <a:pt x="982788" y="1592853"/>
                  </a:lnTo>
                  <a:lnTo>
                    <a:pt x="984070" y="1493338"/>
                  </a:lnTo>
                  <a:lnTo>
                    <a:pt x="985351" y="1491700"/>
                  </a:lnTo>
                  <a:lnTo>
                    <a:pt x="986633" y="1550936"/>
                  </a:lnTo>
                  <a:lnTo>
                    <a:pt x="987915" y="1459401"/>
                  </a:lnTo>
                  <a:lnTo>
                    <a:pt x="989197" y="1411460"/>
                  </a:lnTo>
                  <a:lnTo>
                    <a:pt x="990479" y="1344730"/>
                  </a:lnTo>
                  <a:lnTo>
                    <a:pt x="991761" y="1269088"/>
                  </a:lnTo>
                  <a:lnTo>
                    <a:pt x="993042" y="1213845"/>
                  </a:lnTo>
                  <a:lnTo>
                    <a:pt x="994324" y="1258600"/>
                  </a:lnTo>
                  <a:lnTo>
                    <a:pt x="995606" y="1258600"/>
                  </a:lnTo>
                  <a:lnTo>
                    <a:pt x="996888" y="1244500"/>
                  </a:lnTo>
                  <a:lnTo>
                    <a:pt x="998170" y="1258600"/>
                  </a:lnTo>
                  <a:lnTo>
                    <a:pt x="999452" y="1267912"/>
                  </a:lnTo>
                  <a:lnTo>
                    <a:pt x="1000733" y="1232538"/>
                  </a:lnTo>
                  <a:lnTo>
                    <a:pt x="1002015" y="1188496"/>
                  </a:lnTo>
                  <a:lnTo>
                    <a:pt x="1003297" y="1131017"/>
                  </a:lnTo>
                  <a:lnTo>
                    <a:pt x="1004579" y="1083317"/>
                  </a:lnTo>
                  <a:lnTo>
                    <a:pt x="1005861" y="1035728"/>
                  </a:lnTo>
                  <a:lnTo>
                    <a:pt x="1007143" y="1087977"/>
                  </a:lnTo>
                  <a:lnTo>
                    <a:pt x="1008425" y="1015935"/>
                  </a:lnTo>
                  <a:lnTo>
                    <a:pt x="1009706" y="1066865"/>
                  </a:lnTo>
                  <a:lnTo>
                    <a:pt x="1010988" y="1110990"/>
                  </a:lnTo>
                  <a:lnTo>
                    <a:pt x="1012270" y="1130417"/>
                  </a:lnTo>
                  <a:lnTo>
                    <a:pt x="1013552" y="1027242"/>
                  </a:lnTo>
                  <a:lnTo>
                    <a:pt x="1014834" y="996365"/>
                  </a:lnTo>
                  <a:lnTo>
                    <a:pt x="1016116" y="864779"/>
                  </a:lnTo>
                  <a:lnTo>
                    <a:pt x="1017397" y="841570"/>
                  </a:lnTo>
                  <a:lnTo>
                    <a:pt x="1018679" y="824759"/>
                  </a:lnTo>
                  <a:lnTo>
                    <a:pt x="1019961" y="841570"/>
                  </a:lnTo>
                  <a:lnTo>
                    <a:pt x="1021243" y="897677"/>
                  </a:lnTo>
                  <a:lnTo>
                    <a:pt x="1022525" y="972581"/>
                  </a:lnTo>
                  <a:lnTo>
                    <a:pt x="1023807" y="1003397"/>
                  </a:lnTo>
                  <a:lnTo>
                    <a:pt x="1025089" y="964072"/>
                  </a:lnTo>
                  <a:lnTo>
                    <a:pt x="1026370" y="1056267"/>
                  </a:lnTo>
                  <a:lnTo>
                    <a:pt x="1027652" y="977562"/>
                  </a:lnTo>
                  <a:lnTo>
                    <a:pt x="1028934" y="938875"/>
                  </a:lnTo>
                  <a:lnTo>
                    <a:pt x="1030216" y="926867"/>
                  </a:lnTo>
                  <a:lnTo>
                    <a:pt x="1031498" y="935155"/>
                  </a:lnTo>
                  <a:lnTo>
                    <a:pt x="1032780" y="912217"/>
                  </a:lnTo>
                  <a:lnTo>
                    <a:pt x="1034061" y="932237"/>
                  </a:lnTo>
                  <a:lnTo>
                    <a:pt x="1035343" y="881213"/>
                  </a:lnTo>
                  <a:lnTo>
                    <a:pt x="1036625" y="908481"/>
                  </a:lnTo>
                  <a:lnTo>
                    <a:pt x="1037907" y="901082"/>
                  </a:lnTo>
                  <a:lnTo>
                    <a:pt x="1039189" y="868049"/>
                  </a:lnTo>
                  <a:lnTo>
                    <a:pt x="1040471" y="852641"/>
                  </a:lnTo>
                  <a:lnTo>
                    <a:pt x="1041752" y="834354"/>
                  </a:lnTo>
                  <a:lnTo>
                    <a:pt x="1043034" y="831090"/>
                  </a:lnTo>
                  <a:lnTo>
                    <a:pt x="1044316" y="875032"/>
                  </a:lnTo>
                  <a:lnTo>
                    <a:pt x="1045598" y="910275"/>
                  </a:lnTo>
                  <a:lnTo>
                    <a:pt x="1046880" y="990691"/>
                  </a:lnTo>
                  <a:lnTo>
                    <a:pt x="1048162" y="1047649"/>
                  </a:lnTo>
                  <a:lnTo>
                    <a:pt x="1049444" y="1089290"/>
                  </a:lnTo>
                  <a:lnTo>
                    <a:pt x="1050725" y="927269"/>
                  </a:lnTo>
                  <a:lnTo>
                    <a:pt x="1052007" y="947424"/>
                  </a:lnTo>
                  <a:lnTo>
                    <a:pt x="1053289" y="964072"/>
                  </a:lnTo>
                  <a:lnTo>
                    <a:pt x="1054571" y="1058741"/>
                  </a:lnTo>
                  <a:lnTo>
                    <a:pt x="1055853" y="1072176"/>
                  </a:lnTo>
                  <a:lnTo>
                    <a:pt x="1057135" y="1112652"/>
                  </a:lnTo>
                  <a:lnTo>
                    <a:pt x="1058416" y="1196949"/>
                  </a:lnTo>
                  <a:lnTo>
                    <a:pt x="1059698" y="1305903"/>
                  </a:lnTo>
                  <a:lnTo>
                    <a:pt x="1060980" y="1379324"/>
                  </a:lnTo>
                  <a:lnTo>
                    <a:pt x="1062262" y="1434065"/>
                  </a:lnTo>
                  <a:lnTo>
                    <a:pt x="1063544" y="1388092"/>
                  </a:lnTo>
                  <a:lnTo>
                    <a:pt x="1064826" y="1373551"/>
                  </a:lnTo>
                  <a:lnTo>
                    <a:pt x="1066108" y="1373551"/>
                  </a:lnTo>
                  <a:lnTo>
                    <a:pt x="1067389" y="1300821"/>
                  </a:lnTo>
                  <a:lnTo>
                    <a:pt x="1068671" y="1271234"/>
                  </a:lnTo>
                  <a:lnTo>
                    <a:pt x="1069953" y="1385155"/>
                  </a:lnTo>
                  <a:lnTo>
                    <a:pt x="1071235" y="1434065"/>
                  </a:lnTo>
                  <a:lnTo>
                    <a:pt x="1072517" y="1434065"/>
                  </a:lnTo>
                  <a:lnTo>
                    <a:pt x="1073799" y="1359369"/>
                  </a:lnTo>
                  <a:lnTo>
                    <a:pt x="1075080" y="1295782"/>
                  </a:lnTo>
                  <a:lnTo>
                    <a:pt x="1076362" y="1268836"/>
                  </a:lnTo>
                  <a:lnTo>
                    <a:pt x="1077644" y="1203319"/>
                  </a:lnTo>
                  <a:lnTo>
                    <a:pt x="1078926" y="1092938"/>
                  </a:lnTo>
                  <a:lnTo>
                    <a:pt x="1080208" y="1068788"/>
                  </a:lnTo>
                  <a:lnTo>
                    <a:pt x="1081490" y="1068788"/>
                  </a:lnTo>
                  <a:lnTo>
                    <a:pt x="1082771" y="1094703"/>
                  </a:lnTo>
                  <a:lnTo>
                    <a:pt x="1084053" y="1048866"/>
                  </a:lnTo>
                  <a:lnTo>
                    <a:pt x="1085335" y="984126"/>
                  </a:lnTo>
                  <a:lnTo>
                    <a:pt x="1086617" y="944695"/>
                  </a:lnTo>
                  <a:lnTo>
                    <a:pt x="1087899" y="947424"/>
                  </a:lnTo>
                  <a:lnTo>
                    <a:pt x="1089181" y="1052728"/>
                  </a:lnTo>
                  <a:lnTo>
                    <a:pt x="1090463" y="1012111"/>
                  </a:lnTo>
                  <a:lnTo>
                    <a:pt x="1091744" y="980802"/>
                  </a:lnTo>
                  <a:lnTo>
                    <a:pt x="1093026" y="949971"/>
                  </a:lnTo>
                  <a:lnTo>
                    <a:pt x="1094308" y="935155"/>
                  </a:lnTo>
                  <a:lnTo>
                    <a:pt x="1095590" y="907551"/>
                  </a:lnTo>
                  <a:lnTo>
                    <a:pt x="1096872" y="906622"/>
                  </a:lnTo>
                  <a:lnTo>
                    <a:pt x="1098154" y="929334"/>
                  </a:lnTo>
                  <a:lnTo>
                    <a:pt x="1099435" y="924528"/>
                  </a:lnTo>
                  <a:lnTo>
                    <a:pt x="1100717" y="1025328"/>
                  </a:lnTo>
                  <a:lnTo>
                    <a:pt x="1101999" y="1015204"/>
                  </a:lnTo>
                  <a:lnTo>
                    <a:pt x="1103281" y="1005314"/>
                  </a:lnTo>
                  <a:lnTo>
                    <a:pt x="1104563" y="1017724"/>
                  </a:lnTo>
                  <a:lnTo>
                    <a:pt x="1105845" y="1023125"/>
                  </a:lnTo>
                  <a:lnTo>
                    <a:pt x="1107127" y="1004438"/>
                  </a:lnTo>
                  <a:lnTo>
                    <a:pt x="1108408" y="1005314"/>
                  </a:lnTo>
                  <a:lnTo>
                    <a:pt x="1109690" y="1109752"/>
                  </a:lnTo>
                  <a:lnTo>
                    <a:pt x="1110972" y="1116898"/>
                  </a:lnTo>
                  <a:lnTo>
                    <a:pt x="1112254" y="1141693"/>
                  </a:lnTo>
                  <a:lnTo>
                    <a:pt x="1113536" y="1157873"/>
                  </a:lnTo>
                  <a:lnTo>
                    <a:pt x="1114818" y="1148741"/>
                  </a:lnTo>
                  <a:lnTo>
                    <a:pt x="1116099" y="1110406"/>
                  </a:lnTo>
                  <a:lnTo>
                    <a:pt x="1117381" y="1109502"/>
                  </a:lnTo>
                  <a:lnTo>
                    <a:pt x="1118663" y="1098767"/>
                  </a:lnTo>
                  <a:lnTo>
                    <a:pt x="1119945" y="1112421"/>
                  </a:lnTo>
                  <a:lnTo>
                    <a:pt x="1121227" y="1045253"/>
                  </a:lnTo>
                  <a:lnTo>
                    <a:pt x="1122509" y="1062428"/>
                  </a:lnTo>
                  <a:lnTo>
                    <a:pt x="1123791" y="1071212"/>
                  </a:lnTo>
                  <a:lnTo>
                    <a:pt x="1125072" y="1090208"/>
                  </a:lnTo>
                  <a:lnTo>
                    <a:pt x="1126354" y="1051872"/>
                  </a:lnTo>
                  <a:lnTo>
                    <a:pt x="1127636" y="1015042"/>
                  </a:lnTo>
                  <a:lnTo>
                    <a:pt x="1128918" y="1007071"/>
                  </a:lnTo>
                  <a:lnTo>
                    <a:pt x="1130200" y="1046012"/>
                  </a:lnTo>
                  <a:lnTo>
                    <a:pt x="1131482" y="1072687"/>
                  </a:lnTo>
                  <a:lnTo>
                    <a:pt x="1132763" y="1072934"/>
                  </a:lnTo>
                  <a:lnTo>
                    <a:pt x="1134045" y="997948"/>
                  </a:lnTo>
                  <a:lnTo>
                    <a:pt x="1135327" y="1061127"/>
                  </a:lnTo>
                  <a:lnTo>
                    <a:pt x="1136609" y="1014501"/>
                  </a:lnTo>
                  <a:lnTo>
                    <a:pt x="1137891" y="950973"/>
                  </a:lnTo>
                  <a:lnTo>
                    <a:pt x="1139173" y="919761"/>
                  </a:lnTo>
                  <a:lnTo>
                    <a:pt x="1140454" y="900164"/>
                  </a:lnTo>
                  <a:lnTo>
                    <a:pt x="1141736" y="905695"/>
                  </a:lnTo>
                  <a:lnTo>
                    <a:pt x="1143018" y="923571"/>
                  </a:lnTo>
                  <a:lnTo>
                    <a:pt x="1144300" y="947974"/>
                  </a:lnTo>
                  <a:lnTo>
                    <a:pt x="1145582" y="974500"/>
                  </a:lnTo>
                  <a:lnTo>
                    <a:pt x="1146864" y="970040"/>
                  </a:lnTo>
                  <a:lnTo>
                    <a:pt x="1148146" y="882270"/>
                  </a:lnTo>
                  <a:lnTo>
                    <a:pt x="1149427" y="723736"/>
                  </a:lnTo>
                  <a:lnTo>
                    <a:pt x="1150709" y="710912"/>
                  </a:lnTo>
                  <a:lnTo>
                    <a:pt x="1151991" y="705502"/>
                  </a:lnTo>
                  <a:lnTo>
                    <a:pt x="1153273" y="701032"/>
                  </a:lnTo>
                  <a:lnTo>
                    <a:pt x="1154555" y="667314"/>
                  </a:lnTo>
                  <a:lnTo>
                    <a:pt x="1155837" y="805880"/>
                  </a:lnTo>
                  <a:lnTo>
                    <a:pt x="1157118" y="771636"/>
                  </a:lnTo>
                  <a:lnTo>
                    <a:pt x="1158400" y="708488"/>
                  </a:lnTo>
                  <a:lnTo>
                    <a:pt x="1159682" y="656982"/>
                  </a:lnTo>
                  <a:lnTo>
                    <a:pt x="1160964" y="717393"/>
                  </a:lnTo>
                  <a:lnTo>
                    <a:pt x="1162246" y="783415"/>
                  </a:lnTo>
                  <a:lnTo>
                    <a:pt x="1163528" y="804529"/>
                  </a:lnTo>
                  <a:lnTo>
                    <a:pt x="1164810" y="822756"/>
                  </a:lnTo>
                  <a:lnTo>
                    <a:pt x="1166091" y="851082"/>
                  </a:lnTo>
                  <a:lnTo>
                    <a:pt x="1167373" y="832708"/>
                  </a:lnTo>
                  <a:lnTo>
                    <a:pt x="1168655" y="813748"/>
                  </a:lnTo>
                  <a:lnTo>
                    <a:pt x="1169937" y="802165"/>
                  </a:lnTo>
                  <a:lnTo>
                    <a:pt x="1171219" y="767451"/>
                  </a:lnTo>
                  <a:lnTo>
                    <a:pt x="1172501" y="712557"/>
                  </a:lnTo>
                  <a:lnTo>
                    <a:pt x="1173782" y="696556"/>
                  </a:lnTo>
                  <a:lnTo>
                    <a:pt x="1175064" y="712557"/>
                  </a:lnTo>
                  <a:lnTo>
                    <a:pt x="1176346" y="746287"/>
                  </a:lnTo>
                  <a:lnTo>
                    <a:pt x="1177628" y="780052"/>
                  </a:lnTo>
                  <a:lnTo>
                    <a:pt x="1178910" y="798598"/>
                  </a:lnTo>
                  <a:lnTo>
                    <a:pt x="1180192" y="838350"/>
                  </a:lnTo>
                  <a:lnTo>
                    <a:pt x="1181473" y="806059"/>
                  </a:lnTo>
                  <a:lnTo>
                    <a:pt x="1182755" y="739883"/>
                  </a:lnTo>
                  <a:lnTo>
                    <a:pt x="1184037" y="692763"/>
                  </a:lnTo>
                  <a:lnTo>
                    <a:pt x="1185319" y="688753"/>
                  </a:lnTo>
                  <a:lnTo>
                    <a:pt x="1186601" y="730562"/>
                  </a:lnTo>
                  <a:lnTo>
                    <a:pt x="1187883" y="675940"/>
                  </a:lnTo>
                  <a:lnTo>
                    <a:pt x="1189165" y="615600"/>
                  </a:lnTo>
                  <a:lnTo>
                    <a:pt x="1190446" y="477366"/>
                  </a:lnTo>
                  <a:lnTo>
                    <a:pt x="1191728" y="493860"/>
                  </a:lnTo>
                  <a:lnTo>
                    <a:pt x="1193010" y="633787"/>
                  </a:lnTo>
                  <a:lnTo>
                    <a:pt x="1194292" y="658713"/>
                  </a:lnTo>
                  <a:lnTo>
                    <a:pt x="1195574" y="656148"/>
                  </a:lnTo>
                  <a:lnTo>
                    <a:pt x="1196856" y="651394"/>
                  </a:lnTo>
                  <a:lnTo>
                    <a:pt x="1198137" y="672614"/>
                  </a:lnTo>
                  <a:lnTo>
                    <a:pt x="1199419" y="665777"/>
                  </a:lnTo>
                  <a:lnTo>
                    <a:pt x="1200701" y="691904"/>
                  </a:lnTo>
                  <a:lnTo>
                    <a:pt x="1201983" y="609717"/>
                  </a:lnTo>
                  <a:lnTo>
                    <a:pt x="1203265" y="659994"/>
                  </a:lnTo>
                  <a:lnTo>
                    <a:pt x="1204547" y="717762"/>
                  </a:lnTo>
                  <a:lnTo>
                    <a:pt x="1205829" y="737464"/>
                  </a:lnTo>
                  <a:lnTo>
                    <a:pt x="1207110" y="760018"/>
                  </a:lnTo>
                  <a:lnTo>
                    <a:pt x="1208392" y="796367"/>
                  </a:lnTo>
                  <a:lnTo>
                    <a:pt x="1209674" y="883882"/>
                  </a:lnTo>
                  <a:lnTo>
                    <a:pt x="1210956" y="1002316"/>
                  </a:lnTo>
                  <a:lnTo>
                    <a:pt x="1212238" y="1005614"/>
                  </a:lnTo>
                  <a:lnTo>
                    <a:pt x="1213520" y="932011"/>
                  </a:lnTo>
                  <a:lnTo>
                    <a:pt x="1214801" y="895595"/>
                  </a:lnTo>
                  <a:lnTo>
                    <a:pt x="1216083" y="867182"/>
                  </a:lnTo>
                  <a:lnTo>
                    <a:pt x="1217365" y="958510"/>
                  </a:lnTo>
                  <a:lnTo>
                    <a:pt x="1218647" y="992712"/>
                  </a:lnTo>
                  <a:lnTo>
                    <a:pt x="1219929" y="1124134"/>
                  </a:lnTo>
                  <a:lnTo>
                    <a:pt x="1221211" y="1107095"/>
                  </a:lnTo>
                  <a:lnTo>
                    <a:pt x="1222493" y="1104450"/>
                  </a:lnTo>
                  <a:lnTo>
                    <a:pt x="1223774" y="1091719"/>
                  </a:lnTo>
                  <a:lnTo>
                    <a:pt x="1225056" y="1089099"/>
                  </a:lnTo>
                  <a:lnTo>
                    <a:pt x="1226338" y="1102323"/>
                  </a:lnTo>
                  <a:lnTo>
                    <a:pt x="1227620" y="1124136"/>
                  </a:lnTo>
                  <a:lnTo>
                    <a:pt x="1228902" y="1135361"/>
                  </a:lnTo>
                  <a:lnTo>
                    <a:pt x="1230184" y="1138202"/>
                  </a:lnTo>
                  <a:lnTo>
                    <a:pt x="1231465" y="1144516"/>
                  </a:lnTo>
                  <a:lnTo>
                    <a:pt x="1232747" y="1138885"/>
                  </a:lnTo>
                  <a:lnTo>
                    <a:pt x="1234029" y="1055688"/>
                  </a:lnTo>
                  <a:lnTo>
                    <a:pt x="1235311" y="1098398"/>
                  </a:lnTo>
                  <a:lnTo>
                    <a:pt x="1236593" y="1104770"/>
                  </a:lnTo>
                  <a:lnTo>
                    <a:pt x="1237875" y="1073662"/>
                  </a:lnTo>
                  <a:lnTo>
                    <a:pt x="1239156" y="869432"/>
                  </a:lnTo>
                  <a:lnTo>
                    <a:pt x="1240438" y="835509"/>
                  </a:lnTo>
                  <a:lnTo>
                    <a:pt x="1241720" y="782321"/>
                  </a:lnTo>
                  <a:lnTo>
                    <a:pt x="1243002" y="637854"/>
                  </a:lnTo>
                  <a:lnTo>
                    <a:pt x="1244284" y="607557"/>
                  </a:lnTo>
                  <a:lnTo>
                    <a:pt x="1245566" y="689019"/>
                  </a:lnTo>
                  <a:lnTo>
                    <a:pt x="1246848" y="686122"/>
                  </a:lnTo>
                  <a:lnTo>
                    <a:pt x="1248129" y="604916"/>
                  </a:lnTo>
                  <a:lnTo>
                    <a:pt x="1249411" y="573273"/>
                  </a:lnTo>
                  <a:lnTo>
                    <a:pt x="1250693" y="591206"/>
                  </a:lnTo>
                  <a:lnTo>
                    <a:pt x="1251975" y="649817"/>
                  </a:lnTo>
                  <a:lnTo>
                    <a:pt x="1253257" y="682786"/>
                  </a:lnTo>
                  <a:lnTo>
                    <a:pt x="1254539" y="686568"/>
                  </a:lnTo>
                  <a:lnTo>
                    <a:pt x="1255820" y="694209"/>
                  </a:lnTo>
                  <a:lnTo>
                    <a:pt x="1257102" y="704558"/>
                  </a:lnTo>
                  <a:lnTo>
                    <a:pt x="1258384" y="714433"/>
                  </a:lnTo>
                  <a:lnTo>
                    <a:pt x="1259666" y="745117"/>
                  </a:lnTo>
                  <a:lnTo>
                    <a:pt x="1260948" y="743718"/>
                  </a:lnTo>
                  <a:lnTo>
                    <a:pt x="1262230" y="711783"/>
                  </a:lnTo>
                  <a:lnTo>
                    <a:pt x="1263512" y="743718"/>
                  </a:lnTo>
                  <a:lnTo>
                    <a:pt x="1264793" y="794756"/>
                  </a:lnTo>
                  <a:lnTo>
                    <a:pt x="1266075" y="804278"/>
                  </a:lnTo>
                  <a:lnTo>
                    <a:pt x="1267357" y="931813"/>
                  </a:lnTo>
                  <a:lnTo>
                    <a:pt x="1268639" y="877955"/>
                  </a:lnTo>
                  <a:lnTo>
                    <a:pt x="1269921" y="906523"/>
                  </a:lnTo>
                  <a:lnTo>
                    <a:pt x="1271203" y="903982"/>
                  </a:lnTo>
                  <a:lnTo>
                    <a:pt x="1272484" y="888965"/>
                  </a:lnTo>
                  <a:lnTo>
                    <a:pt x="1273766" y="1037744"/>
                  </a:lnTo>
                  <a:lnTo>
                    <a:pt x="1275048" y="1076466"/>
                  </a:lnTo>
                  <a:lnTo>
                    <a:pt x="1276330" y="1113202"/>
                  </a:lnTo>
                  <a:lnTo>
                    <a:pt x="1277612" y="1166085"/>
                  </a:lnTo>
                  <a:lnTo>
                    <a:pt x="1278894" y="1205294"/>
                  </a:lnTo>
                  <a:lnTo>
                    <a:pt x="1280175" y="1313140"/>
                  </a:lnTo>
                  <a:lnTo>
                    <a:pt x="1281457" y="1441301"/>
                  </a:lnTo>
                  <a:lnTo>
                    <a:pt x="1282739" y="1364314"/>
                  </a:lnTo>
                  <a:lnTo>
                    <a:pt x="1284021" y="1330343"/>
                  </a:lnTo>
                  <a:lnTo>
                    <a:pt x="1285303" y="1290976"/>
                  </a:lnTo>
                  <a:lnTo>
                    <a:pt x="1286585" y="1225951"/>
                  </a:lnTo>
                  <a:lnTo>
                    <a:pt x="1287867" y="1217918"/>
                  </a:lnTo>
                  <a:lnTo>
                    <a:pt x="1289148" y="1295272"/>
                  </a:lnTo>
                  <a:lnTo>
                    <a:pt x="1290430" y="1321381"/>
                  </a:lnTo>
                  <a:lnTo>
                    <a:pt x="1291712" y="1254736"/>
                  </a:lnTo>
                  <a:lnTo>
                    <a:pt x="1292994" y="1165627"/>
                  </a:lnTo>
                  <a:lnTo>
                    <a:pt x="1294276" y="1119390"/>
                  </a:lnTo>
                  <a:lnTo>
                    <a:pt x="1295558" y="964153"/>
                  </a:lnTo>
                  <a:lnTo>
                    <a:pt x="1296839" y="942022"/>
                  </a:lnTo>
                  <a:lnTo>
                    <a:pt x="1298121" y="907551"/>
                  </a:lnTo>
                  <a:lnTo>
                    <a:pt x="1299403" y="896506"/>
                  </a:lnTo>
                  <a:lnTo>
                    <a:pt x="1300685" y="881213"/>
                  </a:lnTo>
                  <a:lnTo>
                    <a:pt x="1301967" y="891061"/>
                  </a:lnTo>
                  <a:lnTo>
                    <a:pt x="1303249" y="852641"/>
                  </a:lnTo>
                  <a:lnTo>
                    <a:pt x="1304531" y="850113"/>
                  </a:lnTo>
                  <a:lnTo>
                    <a:pt x="1305812" y="850113"/>
                  </a:lnTo>
                  <a:lnTo>
                    <a:pt x="1307094" y="808752"/>
                  </a:lnTo>
                  <a:lnTo>
                    <a:pt x="1308376" y="753770"/>
                  </a:lnTo>
                  <a:lnTo>
                    <a:pt x="1309658" y="710057"/>
                  </a:lnTo>
                  <a:lnTo>
                    <a:pt x="1310940" y="702049"/>
                  </a:lnTo>
                  <a:lnTo>
                    <a:pt x="1312222" y="609072"/>
                  </a:lnTo>
                  <a:lnTo>
                    <a:pt x="1313503" y="638652"/>
                  </a:lnTo>
                  <a:lnTo>
                    <a:pt x="1314785" y="637854"/>
                  </a:lnTo>
                  <a:lnTo>
                    <a:pt x="1316067" y="642660"/>
                  </a:lnTo>
                  <a:lnTo>
                    <a:pt x="1317349" y="652395"/>
                  </a:lnTo>
                  <a:lnTo>
                    <a:pt x="1318631" y="655677"/>
                  </a:lnTo>
                  <a:lnTo>
                    <a:pt x="1319913" y="637057"/>
                  </a:lnTo>
                  <a:lnTo>
                    <a:pt x="1321194" y="649946"/>
                  </a:lnTo>
                  <a:lnTo>
                    <a:pt x="1322476" y="715459"/>
                  </a:lnTo>
                  <a:lnTo>
                    <a:pt x="1323758" y="725592"/>
                  </a:lnTo>
                  <a:lnTo>
                    <a:pt x="1325040" y="717288"/>
                  </a:lnTo>
                  <a:lnTo>
                    <a:pt x="1326322" y="713636"/>
                  </a:lnTo>
                  <a:lnTo>
                    <a:pt x="1327604" y="734018"/>
                  </a:lnTo>
                  <a:lnTo>
                    <a:pt x="1328886" y="723736"/>
                  </a:lnTo>
                  <a:lnTo>
                    <a:pt x="1330167" y="730258"/>
                  </a:lnTo>
                  <a:lnTo>
                    <a:pt x="1331449" y="730258"/>
                  </a:lnTo>
                  <a:lnTo>
                    <a:pt x="1332731" y="701923"/>
                  </a:lnTo>
                  <a:lnTo>
                    <a:pt x="1334013" y="691320"/>
                  </a:lnTo>
                  <a:lnTo>
                    <a:pt x="1335295" y="684358"/>
                  </a:lnTo>
                  <a:lnTo>
                    <a:pt x="1336577" y="686090"/>
                  </a:lnTo>
                  <a:lnTo>
                    <a:pt x="1337858" y="649132"/>
                  </a:lnTo>
                  <a:lnTo>
                    <a:pt x="1339140" y="688699"/>
                  </a:lnTo>
                  <a:lnTo>
                    <a:pt x="1340422" y="698367"/>
                  </a:lnTo>
                  <a:lnTo>
                    <a:pt x="1341704" y="687828"/>
                  </a:lnTo>
                  <a:lnTo>
                    <a:pt x="1342986" y="703710"/>
                  </a:lnTo>
                  <a:lnTo>
                    <a:pt x="1344268" y="747375"/>
                  </a:lnTo>
                  <a:lnTo>
                    <a:pt x="1345550" y="794636"/>
                  </a:lnTo>
                  <a:lnTo>
                    <a:pt x="1346831" y="822554"/>
                  </a:lnTo>
                  <a:lnTo>
                    <a:pt x="1348113" y="1053543"/>
                  </a:lnTo>
                  <a:lnTo>
                    <a:pt x="1349395" y="1043995"/>
                  </a:lnTo>
                  <a:lnTo>
                    <a:pt x="1350677" y="1036532"/>
                  </a:lnTo>
                  <a:lnTo>
                    <a:pt x="1351959" y="1055087"/>
                  </a:lnTo>
                  <a:lnTo>
                    <a:pt x="1353241" y="1012266"/>
                  </a:lnTo>
                  <a:lnTo>
                    <a:pt x="1354522" y="1006717"/>
                  </a:lnTo>
                  <a:lnTo>
                    <a:pt x="1355804" y="1031545"/>
                  </a:lnTo>
                  <a:lnTo>
                    <a:pt x="1357086" y="1059914"/>
                  </a:lnTo>
                  <a:lnTo>
                    <a:pt x="1358368" y="989311"/>
                  </a:lnTo>
                  <a:lnTo>
                    <a:pt x="1359650" y="952981"/>
                  </a:lnTo>
                  <a:lnTo>
                    <a:pt x="1360932" y="905695"/>
                  </a:lnTo>
                  <a:lnTo>
                    <a:pt x="1362214" y="848433"/>
                  </a:lnTo>
                  <a:lnTo>
                    <a:pt x="1363495" y="807970"/>
                  </a:lnTo>
                  <a:lnTo>
                    <a:pt x="1364777" y="752164"/>
                  </a:lnTo>
                  <a:lnTo>
                    <a:pt x="1366059" y="734018"/>
                  </a:lnTo>
                  <a:lnTo>
                    <a:pt x="1367341" y="713951"/>
                  </a:lnTo>
                  <a:lnTo>
                    <a:pt x="1368623" y="748665"/>
                  </a:lnTo>
                  <a:lnTo>
                    <a:pt x="1369905" y="734878"/>
                  </a:lnTo>
                  <a:lnTo>
                    <a:pt x="1371186" y="572337"/>
                  </a:lnTo>
                  <a:lnTo>
                    <a:pt x="1372468" y="605291"/>
                  </a:lnTo>
                  <a:lnTo>
                    <a:pt x="1373750" y="600786"/>
                  </a:lnTo>
                  <a:lnTo>
                    <a:pt x="1375032" y="537811"/>
                  </a:lnTo>
                  <a:lnTo>
                    <a:pt x="1376314" y="517402"/>
                  </a:lnTo>
                  <a:lnTo>
                    <a:pt x="1377596" y="560364"/>
                  </a:lnTo>
                  <a:lnTo>
                    <a:pt x="1378877" y="584565"/>
                  </a:lnTo>
                  <a:lnTo>
                    <a:pt x="1380159" y="612878"/>
                  </a:lnTo>
                  <a:lnTo>
                    <a:pt x="1381441" y="767074"/>
                  </a:lnTo>
                  <a:lnTo>
                    <a:pt x="1382723" y="776179"/>
                  </a:lnTo>
                  <a:lnTo>
                    <a:pt x="1384005" y="803300"/>
                  </a:lnTo>
                  <a:lnTo>
                    <a:pt x="1385287" y="933340"/>
                  </a:lnTo>
                  <a:lnTo>
                    <a:pt x="1386569" y="951771"/>
                  </a:lnTo>
                  <a:lnTo>
                    <a:pt x="1387850" y="950972"/>
                  </a:lnTo>
                  <a:lnTo>
                    <a:pt x="1389132" y="962250"/>
                  </a:lnTo>
                  <a:lnTo>
                    <a:pt x="1390414" y="977083"/>
                  </a:lnTo>
                  <a:lnTo>
                    <a:pt x="1391696" y="968795"/>
                  </a:lnTo>
                  <a:lnTo>
                    <a:pt x="1392978" y="950175"/>
                  </a:lnTo>
                  <a:lnTo>
                    <a:pt x="1394260" y="1000947"/>
                  </a:lnTo>
                  <a:lnTo>
                    <a:pt x="1395541" y="1033162"/>
                  </a:lnTo>
                  <a:lnTo>
                    <a:pt x="1396823" y="1036855"/>
                  </a:lnTo>
                  <a:lnTo>
                    <a:pt x="1398105" y="1045253"/>
                  </a:lnTo>
                  <a:lnTo>
                    <a:pt x="1399387" y="1066315"/>
                  </a:lnTo>
                  <a:lnTo>
                    <a:pt x="1400669" y="1107872"/>
                  </a:lnTo>
                  <a:lnTo>
                    <a:pt x="1401951" y="1111693"/>
                  </a:lnTo>
                  <a:lnTo>
                    <a:pt x="1403233" y="1010040"/>
                  </a:lnTo>
                  <a:lnTo>
                    <a:pt x="1404514" y="954889"/>
                  </a:lnTo>
                  <a:lnTo>
                    <a:pt x="1405796" y="749309"/>
                  </a:lnTo>
                  <a:lnTo>
                    <a:pt x="1407078" y="740658"/>
                  </a:lnTo>
                  <a:lnTo>
                    <a:pt x="1408360" y="746411"/>
                  </a:lnTo>
                  <a:lnTo>
                    <a:pt x="1409642" y="776074"/>
                  </a:lnTo>
                  <a:lnTo>
                    <a:pt x="1410924" y="793589"/>
                  </a:lnTo>
                  <a:lnTo>
                    <a:pt x="1412205" y="857717"/>
                  </a:lnTo>
                  <a:lnTo>
                    <a:pt x="1413487" y="869535"/>
                  </a:lnTo>
                  <a:lnTo>
                    <a:pt x="1414769" y="855382"/>
                  </a:lnTo>
                  <a:lnTo>
                    <a:pt x="1416051" y="782195"/>
                  </a:lnTo>
                  <a:lnTo>
                    <a:pt x="1417333" y="762040"/>
                  </a:lnTo>
                  <a:lnTo>
                    <a:pt x="1418615" y="721887"/>
                  </a:lnTo>
                  <a:lnTo>
                    <a:pt x="1419896" y="680908"/>
                  </a:lnTo>
                  <a:lnTo>
                    <a:pt x="1421178" y="665637"/>
                  </a:lnTo>
                  <a:lnTo>
                    <a:pt x="1422460" y="671528"/>
                  </a:lnTo>
                  <a:lnTo>
                    <a:pt x="1423742" y="720964"/>
                  </a:lnTo>
                  <a:lnTo>
                    <a:pt x="1425024" y="750279"/>
                  </a:lnTo>
                  <a:lnTo>
                    <a:pt x="1426306" y="919977"/>
                  </a:lnTo>
                  <a:lnTo>
                    <a:pt x="1427588" y="931037"/>
                  </a:lnTo>
                  <a:lnTo>
                    <a:pt x="1428869" y="891965"/>
                  </a:lnTo>
                  <a:lnTo>
                    <a:pt x="1430151" y="850113"/>
                  </a:lnTo>
                  <a:lnTo>
                    <a:pt x="1431433" y="783493"/>
                  </a:lnTo>
                  <a:lnTo>
                    <a:pt x="1432715" y="718430"/>
                  </a:lnTo>
                  <a:lnTo>
                    <a:pt x="1433997" y="700656"/>
                  </a:lnTo>
                  <a:lnTo>
                    <a:pt x="1435279" y="719769"/>
                  </a:lnTo>
                  <a:lnTo>
                    <a:pt x="1436560" y="708488"/>
                  </a:lnTo>
                  <a:lnTo>
                    <a:pt x="1437842" y="709145"/>
                  </a:lnTo>
                  <a:lnTo>
                    <a:pt x="1439124" y="751456"/>
                  </a:lnTo>
                  <a:lnTo>
                    <a:pt x="1440406" y="792550"/>
                  </a:lnTo>
                  <a:lnTo>
                    <a:pt x="1441688" y="926235"/>
                  </a:lnTo>
                  <a:lnTo>
                    <a:pt x="1442970" y="934664"/>
                  </a:lnTo>
                  <a:lnTo>
                    <a:pt x="1444252" y="935728"/>
                  </a:lnTo>
                  <a:lnTo>
                    <a:pt x="1445533" y="827037"/>
                  </a:lnTo>
                  <a:lnTo>
                    <a:pt x="1446815" y="827124"/>
                  </a:lnTo>
                  <a:lnTo>
                    <a:pt x="1448097" y="870328"/>
                  </a:lnTo>
                  <a:lnTo>
                    <a:pt x="1449379" y="929845"/>
                  </a:lnTo>
                  <a:lnTo>
                    <a:pt x="1450661" y="1020209"/>
                  </a:lnTo>
                  <a:lnTo>
                    <a:pt x="1451943" y="1283460"/>
                  </a:lnTo>
                  <a:lnTo>
                    <a:pt x="1453224" y="1355449"/>
                  </a:lnTo>
                  <a:lnTo>
                    <a:pt x="1454506" y="1411366"/>
                  </a:lnTo>
                  <a:lnTo>
                    <a:pt x="1455788" y="1448078"/>
                  </a:lnTo>
                  <a:lnTo>
                    <a:pt x="1457070" y="1477239"/>
                  </a:lnTo>
                  <a:lnTo>
                    <a:pt x="1458352" y="1442420"/>
                  </a:lnTo>
                  <a:lnTo>
                    <a:pt x="1459634" y="1397314"/>
                  </a:lnTo>
                  <a:lnTo>
                    <a:pt x="1460915" y="1408915"/>
                  </a:lnTo>
                  <a:lnTo>
                    <a:pt x="1462197" y="1471768"/>
                  </a:lnTo>
                  <a:lnTo>
                    <a:pt x="1463479" y="1437638"/>
                  </a:lnTo>
                  <a:lnTo>
                    <a:pt x="1464761" y="1423097"/>
                  </a:lnTo>
                  <a:lnTo>
                    <a:pt x="1466043" y="1423097"/>
                  </a:lnTo>
                  <a:lnTo>
                    <a:pt x="1467325" y="1363482"/>
                  </a:lnTo>
                  <a:lnTo>
                    <a:pt x="1468607" y="1294337"/>
                  </a:lnTo>
                  <a:lnTo>
                    <a:pt x="1469888" y="1327300"/>
                  </a:lnTo>
                  <a:lnTo>
                    <a:pt x="1471170" y="1222205"/>
                  </a:lnTo>
                  <a:lnTo>
                    <a:pt x="1472452" y="1217275"/>
                  </a:lnTo>
                  <a:lnTo>
                    <a:pt x="1473734" y="1101360"/>
                  </a:lnTo>
                  <a:lnTo>
                    <a:pt x="1475016" y="1084674"/>
                  </a:lnTo>
                  <a:lnTo>
                    <a:pt x="1476298" y="1062342"/>
                  </a:lnTo>
                  <a:lnTo>
                    <a:pt x="1477579" y="1084674"/>
                  </a:lnTo>
                  <a:lnTo>
                    <a:pt x="1478861" y="1083410"/>
                  </a:lnTo>
                  <a:lnTo>
                    <a:pt x="1480143" y="1064781"/>
                  </a:lnTo>
                  <a:lnTo>
                    <a:pt x="1481425" y="1066004"/>
                  </a:lnTo>
                  <a:lnTo>
                    <a:pt x="1482707" y="1092315"/>
                  </a:lnTo>
                  <a:lnTo>
                    <a:pt x="1483989" y="1102664"/>
                  </a:lnTo>
                  <a:lnTo>
                    <a:pt x="1485271" y="1077133"/>
                  </a:lnTo>
                  <a:lnTo>
                    <a:pt x="1486552" y="1105453"/>
                  </a:lnTo>
                  <a:lnTo>
                    <a:pt x="1487834" y="1135599"/>
                  </a:lnTo>
                  <a:lnTo>
                    <a:pt x="1489116" y="1023336"/>
                  </a:lnTo>
                  <a:lnTo>
                    <a:pt x="1490398" y="988516"/>
                  </a:lnTo>
                  <a:lnTo>
                    <a:pt x="1491680" y="974012"/>
                  </a:lnTo>
                  <a:lnTo>
                    <a:pt x="1492962" y="925950"/>
                  </a:lnTo>
                  <a:lnTo>
                    <a:pt x="1494243" y="898932"/>
                  </a:lnTo>
                  <a:lnTo>
                    <a:pt x="1495525" y="923322"/>
                  </a:lnTo>
                  <a:lnTo>
                    <a:pt x="1496807" y="903982"/>
                  </a:lnTo>
                  <a:lnTo>
                    <a:pt x="1498089" y="897677"/>
                  </a:lnTo>
                  <a:lnTo>
                    <a:pt x="1499371" y="902715"/>
                  </a:lnTo>
                  <a:lnTo>
                    <a:pt x="1500653" y="869535"/>
                  </a:lnTo>
                  <a:lnTo>
                    <a:pt x="1501935" y="823655"/>
                  </a:lnTo>
                  <a:lnTo>
                    <a:pt x="1503216" y="788382"/>
                  </a:lnTo>
                  <a:lnTo>
                    <a:pt x="1504498" y="798844"/>
                  </a:lnTo>
                  <a:lnTo>
                    <a:pt x="1505780" y="750279"/>
                  </a:lnTo>
                  <a:lnTo>
                    <a:pt x="1507062" y="736854"/>
                  </a:lnTo>
                  <a:lnTo>
                    <a:pt x="1508344" y="712726"/>
                  </a:lnTo>
                  <a:lnTo>
                    <a:pt x="1509626" y="710912"/>
                  </a:lnTo>
                  <a:lnTo>
                    <a:pt x="1510907" y="724664"/>
                  </a:lnTo>
                  <a:lnTo>
                    <a:pt x="1512189" y="751250"/>
                  </a:lnTo>
                  <a:lnTo>
                    <a:pt x="1513471" y="790459"/>
                  </a:lnTo>
                  <a:lnTo>
                    <a:pt x="1514753" y="806282"/>
                  </a:lnTo>
                  <a:lnTo>
                    <a:pt x="1516035" y="807353"/>
                  </a:lnTo>
                  <a:lnTo>
                    <a:pt x="1517317" y="792544"/>
                  </a:lnTo>
                  <a:lnTo>
                    <a:pt x="1518598" y="804147"/>
                  </a:lnTo>
                  <a:lnTo>
                    <a:pt x="1519880" y="804147"/>
                  </a:lnTo>
                  <a:lnTo>
                    <a:pt x="1521162" y="848434"/>
                  </a:lnTo>
                  <a:lnTo>
                    <a:pt x="1522444" y="877955"/>
                  </a:lnTo>
                  <a:lnTo>
                    <a:pt x="1523726" y="855382"/>
                  </a:lnTo>
                  <a:lnTo>
                    <a:pt x="1525008" y="910356"/>
                  </a:lnTo>
                  <a:lnTo>
                    <a:pt x="1526290" y="940627"/>
                  </a:lnTo>
                  <a:lnTo>
                    <a:pt x="1527571" y="989987"/>
                  </a:lnTo>
                  <a:lnTo>
                    <a:pt x="1528853" y="1018673"/>
                  </a:lnTo>
                  <a:lnTo>
                    <a:pt x="1530135" y="1035959"/>
                  </a:lnTo>
                  <a:lnTo>
                    <a:pt x="1531417" y="1048866"/>
                  </a:lnTo>
                  <a:lnTo>
                    <a:pt x="1532699" y="1037557"/>
                  </a:lnTo>
                  <a:lnTo>
                    <a:pt x="1533981" y="974012"/>
                  </a:lnTo>
                  <a:lnTo>
                    <a:pt x="1535262" y="922012"/>
                  </a:lnTo>
                  <a:lnTo>
                    <a:pt x="1536544" y="1086447"/>
                  </a:lnTo>
                  <a:lnTo>
                    <a:pt x="1537826" y="1119129"/>
                  </a:lnTo>
                  <a:lnTo>
                    <a:pt x="1539108" y="1082927"/>
                  </a:lnTo>
                  <a:lnTo>
                    <a:pt x="1540390" y="1073989"/>
                  </a:lnTo>
                  <a:lnTo>
                    <a:pt x="1541672" y="1066004"/>
                  </a:lnTo>
                  <a:lnTo>
                    <a:pt x="1542954" y="1058703"/>
                  </a:lnTo>
                  <a:lnTo>
                    <a:pt x="1544235" y="1043196"/>
                  </a:lnTo>
                  <a:lnTo>
                    <a:pt x="1545517" y="1029243"/>
                  </a:lnTo>
                  <a:lnTo>
                    <a:pt x="1546799" y="1044374"/>
                  </a:lnTo>
                  <a:lnTo>
                    <a:pt x="1548081" y="1077133"/>
                  </a:lnTo>
                  <a:lnTo>
                    <a:pt x="1549363" y="1067230"/>
                  </a:lnTo>
                  <a:lnTo>
                    <a:pt x="1550645" y="1032700"/>
                  </a:lnTo>
                  <a:lnTo>
                    <a:pt x="1551926" y="982918"/>
                  </a:lnTo>
                  <a:lnTo>
                    <a:pt x="1553208" y="979748"/>
                  </a:lnTo>
                  <a:lnTo>
                    <a:pt x="1554490" y="1038507"/>
                  </a:lnTo>
                  <a:lnTo>
                    <a:pt x="1555772" y="1071497"/>
                  </a:lnTo>
                  <a:lnTo>
                    <a:pt x="1557054" y="1082927"/>
                  </a:lnTo>
                  <a:lnTo>
                    <a:pt x="1558336" y="1172763"/>
                  </a:lnTo>
                  <a:lnTo>
                    <a:pt x="1559617" y="1182466"/>
                  </a:lnTo>
                  <a:lnTo>
                    <a:pt x="1560899" y="1063742"/>
                  </a:lnTo>
                  <a:lnTo>
                    <a:pt x="1562181" y="1079014"/>
                  </a:lnTo>
                  <a:lnTo>
                    <a:pt x="1563463" y="1082463"/>
                  </a:lnTo>
                  <a:lnTo>
                    <a:pt x="1564745" y="1103607"/>
                  </a:lnTo>
                  <a:lnTo>
                    <a:pt x="1566027" y="1103607"/>
                  </a:lnTo>
                  <a:lnTo>
                    <a:pt x="1567309" y="1103607"/>
                  </a:lnTo>
                  <a:lnTo>
                    <a:pt x="1568590" y="1118148"/>
                  </a:lnTo>
                  <a:lnTo>
                    <a:pt x="1569872" y="1174179"/>
                  </a:lnTo>
                  <a:lnTo>
                    <a:pt x="1571154" y="1321427"/>
                  </a:lnTo>
                  <a:lnTo>
                    <a:pt x="1572436" y="1491043"/>
                  </a:lnTo>
                  <a:lnTo>
                    <a:pt x="1573718" y="1501713"/>
                  </a:lnTo>
                  <a:lnTo>
                    <a:pt x="1575000" y="1501713"/>
                  </a:lnTo>
                  <a:lnTo>
                    <a:pt x="1576281" y="1501713"/>
                  </a:lnTo>
                  <a:lnTo>
                    <a:pt x="1577563" y="1501713"/>
                  </a:lnTo>
                  <a:lnTo>
                    <a:pt x="1578845" y="1456846"/>
                  </a:lnTo>
                  <a:lnTo>
                    <a:pt x="1580127" y="1359369"/>
                  </a:lnTo>
                  <a:lnTo>
                    <a:pt x="1581409" y="1391046"/>
                  </a:lnTo>
                  <a:lnTo>
                    <a:pt x="1582691" y="1434065"/>
                  </a:lnTo>
                  <a:lnTo>
                    <a:pt x="1583973" y="1434065"/>
                  </a:lnTo>
                  <a:lnTo>
                    <a:pt x="1585254" y="1418328"/>
                  </a:lnTo>
                  <a:lnTo>
                    <a:pt x="1586536" y="1318810"/>
                  </a:lnTo>
                  <a:lnTo>
                    <a:pt x="1587818" y="1318810"/>
                  </a:lnTo>
                  <a:lnTo>
                    <a:pt x="1589100" y="1303356"/>
                  </a:lnTo>
                  <a:lnTo>
                    <a:pt x="1590382" y="1205458"/>
                  </a:lnTo>
                  <a:lnTo>
                    <a:pt x="1591664" y="1266499"/>
                  </a:lnTo>
                  <a:lnTo>
                    <a:pt x="1592945" y="1127493"/>
                  </a:lnTo>
                  <a:lnTo>
                    <a:pt x="1594227" y="1080334"/>
                  </a:lnTo>
                  <a:lnTo>
                    <a:pt x="1595509" y="1027249"/>
                  </a:lnTo>
                  <a:lnTo>
                    <a:pt x="1596791" y="977644"/>
                  </a:lnTo>
                  <a:lnTo>
                    <a:pt x="1598073" y="944990"/>
                  </a:lnTo>
                  <a:lnTo>
                    <a:pt x="1599355" y="912217"/>
                  </a:lnTo>
                  <a:lnTo>
                    <a:pt x="1600636" y="903846"/>
                  </a:lnTo>
                  <a:lnTo>
                    <a:pt x="1601918" y="876791"/>
                  </a:lnTo>
                  <a:lnTo>
                    <a:pt x="1603200" y="793311"/>
                  </a:lnTo>
                  <a:lnTo>
                    <a:pt x="1604482" y="768709"/>
                  </a:lnTo>
                  <a:lnTo>
                    <a:pt x="1605764" y="770902"/>
                  </a:lnTo>
                  <a:lnTo>
                    <a:pt x="1607046" y="746520"/>
                  </a:lnTo>
                  <a:lnTo>
                    <a:pt x="1608328" y="749335"/>
                  </a:lnTo>
                  <a:lnTo>
                    <a:pt x="1609609" y="742322"/>
                  </a:lnTo>
                  <a:lnTo>
                    <a:pt x="1610891" y="700111"/>
                  </a:lnTo>
                  <a:lnTo>
                    <a:pt x="1612173" y="654453"/>
                  </a:lnTo>
                  <a:lnTo>
                    <a:pt x="1613455" y="608860"/>
                  </a:lnTo>
                  <a:lnTo>
                    <a:pt x="1614737" y="572226"/>
                  </a:lnTo>
                  <a:lnTo>
                    <a:pt x="1616019" y="423898"/>
                  </a:lnTo>
                  <a:lnTo>
                    <a:pt x="1617300" y="418973"/>
                  </a:lnTo>
                  <a:lnTo>
                    <a:pt x="1618582" y="557901"/>
                  </a:lnTo>
                  <a:lnTo>
                    <a:pt x="1619864" y="664788"/>
                  </a:lnTo>
                  <a:lnTo>
                    <a:pt x="1621146" y="734741"/>
                  </a:lnTo>
                  <a:lnTo>
                    <a:pt x="1622428" y="827362"/>
                  </a:lnTo>
                  <a:lnTo>
                    <a:pt x="1623710" y="767682"/>
                  </a:lnTo>
                  <a:lnTo>
                    <a:pt x="1624992" y="719725"/>
                  </a:lnTo>
                  <a:lnTo>
                    <a:pt x="1626273" y="714383"/>
                  </a:lnTo>
                  <a:lnTo>
                    <a:pt x="1627555" y="709089"/>
                  </a:lnTo>
                  <a:lnTo>
                    <a:pt x="1628837" y="717429"/>
                  </a:lnTo>
                  <a:lnTo>
                    <a:pt x="1630119" y="755720"/>
                  </a:lnTo>
                  <a:lnTo>
                    <a:pt x="1631401" y="819554"/>
                  </a:lnTo>
                  <a:lnTo>
                    <a:pt x="1632683" y="865602"/>
                  </a:lnTo>
                  <a:lnTo>
                    <a:pt x="1633964" y="886233"/>
                  </a:lnTo>
                  <a:lnTo>
                    <a:pt x="1635246" y="855801"/>
                  </a:lnTo>
                  <a:lnTo>
                    <a:pt x="1636528" y="845686"/>
                  </a:lnTo>
                  <a:lnTo>
                    <a:pt x="1637810" y="838569"/>
                  </a:lnTo>
                  <a:lnTo>
                    <a:pt x="1639092" y="793070"/>
                  </a:lnTo>
                  <a:lnTo>
                    <a:pt x="1640374" y="668698"/>
                  </a:lnTo>
                  <a:lnTo>
                    <a:pt x="1641656" y="568573"/>
                  </a:lnTo>
                  <a:lnTo>
                    <a:pt x="1642937" y="625701"/>
                  </a:lnTo>
                  <a:lnTo>
                    <a:pt x="1644219" y="672818"/>
                  </a:lnTo>
                  <a:lnTo>
                    <a:pt x="1645501" y="637491"/>
                  </a:lnTo>
                  <a:lnTo>
                    <a:pt x="1646783" y="615836"/>
                  </a:lnTo>
                  <a:lnTo>
                    <a:pt x="1648065" y="548375"/>
                  </a:lnTo>
                  <a:lnTo>
                    <a:pt x="1649347" y="491153"/>
                  </a:lnTo>
                  <a:lnTo>
                    <a:pt x="1650628" y="457924"/>
                  </a:lnTo>
                  <a:lnTo>
                    <a:pt x="1651910" y="436248"/>
                  </a:lnTo>
                  <a:lnTo>
                    <a:pt x="1653192" y="424907"/>
                  </a:lnTo>
                  <a:lnTo>
                    <a:pt x="1654474" y="436657"/>
                  </a:lnTo>
                  <a:lnTo>
                    <a:pt x="1655756" y="466484"/>
                  </a:lnTo>
                  <a:lnTo>
                    <a:pt x="1657038" y="498400"/>
                  </a:lnTo>
                  <a:lnTo>
                    <a:pt x="1658319" y="539003"/>
                  </a:lnTo>
                  <a:lnTo>
                    <a:pt x="1659601" y="708213"/>
                  </a:lnTo>
                  <a:lnTo>
                    <a:pt x="1660883" y="673817"/>
                  </a:lnTo>
                  <a:lnTo>
                    <a:pt x="1662165" y="546885"/>
                  </a:lnTo>
                  <a:lnTo>
                    <a:pt x="1663447" y="561960"/>
                  </a:lnTo>
                  <a:lnTo>
                    <a:pt x="1664729" y="614719"/>
                  </a:lnTo>
                  <a:lnTo>
                    <a:pt x="1666011" y="627702"/>
                  </a:lnTo>
                  <a:lnTo>
                    <a:pt x="1667292" y="711783"/>
                  </a:lnTo>
                  <a:lnTo>
                    <a:pt x="1668574" y="800980"/>
                  </a:lnTo>
                  <a:lnTo>
                    <a:pt x="1669856" y="842594"/>
                  </a:lnTo>
                  <a:lnTo>
                    <a:pt x="1671138" y="826230"/>
                  </a:lnTo>
                  <a:lnTo>
                    <a:pt x="1672420" y="837636"/>
                  </a:lnTo>
                  <a:lnTo>
                    <a:pt x="1673702" y="834354"/>
                  </a:lnTo>
                  <a:lnTo>
                    <a:pt x="1674983" y="804853"/>
                  </a:lnTo>
                  <a:lnTo>
                    <a:pt x="1676265" y="817424"/>
                  </a:lnTo>
                  <a:lnTo>
                    <a:pt x="1677547" y="807970"/>
                  </a:lnTo>
                  <a:lnTo>
                    <a:pt x="1678829" y="800292"/>
                  </a:lnTo>
                  <a:lnTo>
                    <a:pt x="1680111" y="836354"/>
                  </a:lnTo>
                  <a:lnTo>
                    <a:pt x="1681393" y="897663"/>
                  </a:lnTo>
                  <a:lnTo>
                    <a:pt x="1682675" y="895717"/>
                  </a:lnTo>
                  <a:lnTo>
                    <a:pt x="1683956" y="878462"/>
                  </a:lnTo>
                  <a:lnTo>
                    <a:pt x="1685238" y="859723"/>
                  </a:lnTo>
                  <a:lnTo>
                    <a:pt x="1686520" y="852641"/>
                  </a:lnTo>
                  <a:lnTo>
                    <a:pt x="1687802" y="831904"/>
                  </a:lnTo>
                  <a:lnTo>
                    <a:pt x="1689084" y="944720"/>
                  </a:lnTo>
                  <a:lnTo>
                    <a:pt x="1690366" y="1003848"/>
                  </a:lnTo>
                  <a:lnTo>
                    <a:pt x="1691647" y="1027665"/>
                  </a:lnTo>
                  <a:lnTo>
                    <a:pt x="1692929" y="1084141"/>
                  </a:lnTo>
                  <a:lnTo>
                    <a:pt x="1694211" y="1099431"/>
                  </a:lnTo>
                  <a:lnTo>
                    <a:pt x="1695493" y="1055688"/>
                  </a:lnTo>
                  <a:lnTo>
                    <a:pt x="1696775" y="1047137"/>
                  </a:lnTo>
                  <a:lnTo>
                    <a:pt x="1698057" y="1018620"/>
                  </a:lnTo>
                  <a:lnTo>
                    <a:pt x="1699338" y="983801"/>
                  </a:lnTo>
                  <a:lnTo>
                    <a:pt x="1700620" y="983801"/>
                  </a:lnTo>
                  <a:lnTo>
                    <a:pt x="1701902" y="1002984"/>
                  </a:lnTo>
                  <a:lnTo>
                    <a:pt x="1703184" y="1042301"/>
                  </a:lnTo>
                  <a:lnTo>
                    <a:pt x="1704466" y="1087294"/>
                  </a:lnTo>
                  <a:lnTo>
                    <a:pt x="1705748" y="1006717"/>
                  </a:lnTo>
                  <a:lnTo>
                    <a:pt x="1707030" y="1035016"/>
                  </a:lnTo>
                  <a:lnTo>
                    <a:pt x="1708311" y="1085532"/>
                  </a:lnTo>
                  <a:lnTo>
                    <a:pt x="1709593" y="1077282"/>
                  </a:lnTo>
                  <a:lnTo>
                    <a:pt x="1710875" y="907798"/>
                  </a:lnTo>
                  <a:lnTo>
                    <a:pt x="1712157" y="920705"/>
                  </a:lnTo>
                  <a:lnTo>
                    <a:pt x="1713439" y="919401"/>
                  </a:lnTo>
                  <a:lnTo>
                    <a:pt x="1714721" y="976884"/>
                  </a:lnTo>
                  <a:lnTo>
                    <a:pt x="1716002" y="976884"/>
                  </a:lnTo>
                  <a:lnTo>
                    <a:pt x="1717284" y="1007937"/>
                  </a:lnTo>
                  <a:lnTo>
                    <a:pt x="1718566" y="1032777"/>
                  </a:lnTo>
                  <a:lnTo>
                    <a:pt x="1719848" y="927269"/>
                  </a:lnTo>
                  <a:lnTo>
                    <a:pt x="1721130" y="1021375"/>
                  </a:lnTo>
                  <a:lnTo>
                    <a:pt x="1722412" y="957019"/>
                  </a:lnTo>
                  <a:lnTo>
                    <a:pt x="1723694" y="872404"/>
                  </a:lnTo>
                  <a:lnTo>
                    <a:pt x="1724975" y="799438"/>
                  </a:lnTo>
                  <a:lnTo>
                    <a:pt x="1726257" y="730593"/>
                  </a:lnTo>
                  <a:lnTo>
                    <a:pt x="1727539" y="705865"/>
                  </a:lnTo>
                  <a:lnTo>
                    <a:pt x="1728821" y="689104"/>
                  </a:lnTo>
                  <a:lnTo>
                    <a:pt x="1730103" y="680278"/>
                  </a:lnTo>
                  <a:lnTo>
                    <a:pt x="1731385" y="656381"/>
                  </a:lnTo>
                  <a:lnTo>
                    <a:pt x="1732666" y="613047"/>
                  </a:lnTo>
                  <a:lnTo>
                    <a:pt x="1733948" y="564001"/>
                  </a:lnTo>
                  <a:lnTo>
                    <a:pt x="1735230" y="527381"/>
                  </a:lnTo>
                  <a:lnTo>
                    <a:pt x="1736512" y="502517"/>
                  </a:lnTo>
                  <a:lnTo>
                    <a:pt x="1737794" y="517871"/>
                  </a:lnTo>
                  <a:lnTo>
                    <a:pt x="1739076" y="553871"/>
                  </a:lnTo>
                  <a:lnTo>
                    <a:pt x="1740358" y="584891"/>
                  </a:lnTo>
                  <a:lnTo>
                    <a:pt x="1741639" y="464900"/>
                  </a:lnTo>
                  <a:lnTo>
                    <a:pt x="1742921" y="520645"/>
                  </a:lnTo>
                  <a:lnTo>
                    <a:pt x="1744203" y="578059"/>
                  </a:lnTo>
                  <a:lnTo>
                    <a:pt x="1745485" y="612115"/>
                  </a:lnTo>
                  <a:lnTo>
                    <a:pt x="1746767" y="583838"/>
                  </a:lnTo>
                  <a:lnTo>
                    <a:pt x="1748049" y="558971"/>
                  </a:lnTo>
                  <a:lnTo>
                    <a:pt x="1749330" y="558276"/>
                  </a:lnTo>
                  <a:lnTo>
                    <a:pt x="1750612" y="597059"/>
                  </a:lnTo>
                  <a:lnTo>
                    <a:pt x="1751894" y="841452"/>
                  </a:lnTo>
                  <a:lnTo>
                    <a:pt x="1753176" y="898845"/>
                  </a:lnTo>
                  <a:lnTo>
                    <a:pt x="1754458" y="1002470"/>
                  </a:lnTo>
                  <a:lnTo>
                    <a:pt x="1755740" y="1016745"/>
                  </a:lnTo>
                  <a:lnTo>
                    <a:pt x="1757021" y="957019"/>
                  </a:lnTo>
                  <a:lnTo>
                    <a:pt x="1758303" y="1012421"/>
                  </a:lnTo>
                  <a:lnTo>
                    <a:pt x="1759585" y="980125"/>
                  </a:lnTo>
                  <a:lnTo>
                    <a:pt x="1760867" y="954162"/>
                  </a:lnTo>
                  <a:lnTo>
                    <a:pt x="1762149" y="895396"/>
                  </a:lnTo>
                  <a:lnTo>
                    <a:pt x="1763431" y="955050"/>
                  </a:lnTo>
                  <a:lnTo>
                    <a:pt x="1764713" y="922999"/>
                  </a:lnTo>
                  <a:lnTo>
                    <a:pt x="1765994" y="944274"/>
                  </a:lnTo>
                  <a:lnTo>
                    <a:pt x="1767276" y="971315"/>
                  </a:lnTo>
                  <a:lnTo>
                    <a:pt x="1768558" y="1001934"/>
                  </a:lnTo>
                  <a:lnTo>
                    <a:pt x="1769840" y="993018"/>
                  </a:lnTo>
                  <a:lnTo>
                    <a:pt x="1771122" y="996519"/>
                  </a:lnTo>
                  <a:lnTo>
                    <a:pt x="1772404" y="989996"/>
                  </a:lnTo>
                  <a:lnTo>
                    <a:pt x="1773685" y="910178"/>
                  </a:lnTo>
                  <a:lnTo>
                    <a:pt x="1774967" y="955779"/>
                  </a:lnTo>
                  <a:lnTo>
                    <a:pt x="1776249" y="1007071"/>
                  </a:lnTo>
                  <a:lnTo>
                    <a:pt x="1777531" y="1071712"/>
                  </a:lnTo>
                  <a:lnTo>
                    <a:pt x="1778813" y="1135480"/>
                  </a:lnTo>
                  <a:lnTo>
                    <a:pt x="1780095" y="1171388"/>
                  </a:lnTo>
                  <a:lnTo>
                    <a:pt x="1781377" y="1132124"/>
                  </a:lnTo>
                  <a:lnTo>
                    <a:pt x="1782658" y="1109878"/>
                  </a:lnTo>
                  <a:lnTo>
                    <a:pt x="1783940" y="985586"/>
                  </a:lnTo>
                  <a:lnTo>
                    <a:pt x="1785222" y="1003397"/>
                  </a:lnTo>
                  <a:lnTo>
                    <a:pt x="1786504" y="988516"/>
                  </a:lnTo>
                  <a:lnTo>
                    <a:pt x="1787786" y="1004906"/>
                  </a:lnTo>
                  <a:lnTo>
                    <a:pt x="1789068" y="1034366"/>
                  </a:lnTo>
                  <a:lnTo>
                    <a:pt x="1790349" y="1052139"/>
                  </a:lnTo>
                  <a:lnTo>
                    <a:pt x="1791631" y="1133067"/>
                  </a:lnTo>
                  <a:lnTo>
                    <a:pt x="1792913" y="1140675"/>
                  </a:lnTo>
                  <a:lnTo>
                    <a:pt x="1794195" y="1118148"/>
                  </a:lnTo>
                  <a:lnTo>
                    <a:pt x="1795477" y="1103607"/>
                  </a:lnTo>
                  <a:lnTo>
                    <a:pt x="1796759" y="1103607"/>
                  </a:lnTo>
                  <a:lnTo>
                    <a:pt x="1798040" y="1103607"/>
                  </a:lnTo>
                  <a:lnTo>
                    <a:pt x="1799322" y="1103607"/>
                  </a:lnTo>
                  <a:lnTo>
                    <a:pt x="1800604" y="1103607"/>
                  </a:lnTo>
                  <a:lnTo>
                    <a:pt x="1801886" y="1186487"/>
                  </a:lnTo>
                  <a:lnTo>
                    <a:pt x="1803168" y="1337382"/>
                  </a:lnTo>
                  <a:lnTo>
                    <a:pt x="1804450" y="1427718"/>
                  </a:lnTo>
                  <a:lnTo>
                    <a:pt x="1805732" y="1578406"/>
                  </a:lnTo>
                  <a:lnTo>
                    <a:pt x="1807013" y="1491043"/>
                  </a:lnTo>
                  <a:lnTo>
                    <a:pt x="1808295" y="1412152"/>
                  </a:lnTo>
                  <a:lnTo>
                    <a:pt x="1809577" y="1373551"/>
                  </a:lnTo>
                  <a:lnTo>
                    <a:pt x="1810859" y="1373551"/>
                  </a:lnTo>
                  <a:lnTo>
                    <a:pt x="1812141" y="1373551"/>
                  </a:lnTo>
                  <a:lnTo>
                    <a:pt x="1813423" y="1409089"/>
                  </a:lnTo>
                  <a:lnTo>
                    <a:pt x="1814704" y="1399996"/>
                  </a:lnTo>
                  <a:lnTo>
                    <a:pt x="1815986" y="1295782"/>
                  </a:lnTo>
                  <a:lnTo>
                    <a:pt x="1817268" y="1184418"/>
                  </a:lnTo>
                  <a:lnTo>
                    <a:pt x="1818550" y="1140675"/>
                  </a:lnTo>
                  <a:lnTo>
                    <a:pt x="1819832" y="1233892"/>
                  </a:lnTo>
                  <a:lnTo>
                    <a:pt x="1821114" y="1199193"/>
                  </a:lnTo>
                  <a:lnTo>
                    <a:pt x="1822396" y="1121235"/>
                  </a:lnTo>
                  <a:lnTo>
                    <a:pt x="1823677" y="1187832"/>
                  </a:lnTo>
                  <a:lnTo>
                    <a:pt x="1824959" y="1248666"/>
                  </a:lnTo>
                  <a:lnTo>
                    <a:pt x="1826241" y="1255490"/>
                  </a:lnTo>
                  <a:lnTo>
                    <a:pt x="1827523" y="1244248"/>
                  </a:lnTo>
                  <a:lnTo>
                    <a:pt x="1828805" y="1226263"/>
                  </a:lnTo>
                  <a:lnTo>
                    <a:pt x="1830087" y="1244123"/>
                  </a:lnTo>
                  <a:lnTo>
                    <a:pt x="1831368" y="1186937"/>
                  </a:lnTo>
                  <a:lnTo>
                    <a:pt x="1832650" y="1198371"/>
                  </a:lnTo>
                  <a:lnTo>
                    <a:pt x="1833932" y="1183565"/>
                  </a:lnTo>
                  <a:lnTo>
                    <a:pt x="1835214" y="1215519"/>
                  </a:lnTo>
                  <a:lnTo>
                    <a:pt x="1836496" y="1227379"/>
                  </a:lnTo>
                  <a:lnTo>
                    <a:pt x="1837778" y="1218883"/>
                  </a:lnTo>
                  <a:lnTo>
                    <a:pt x="1839059" y="1226524"/>
                  </a:lnTo>
                  <a:lnTo>
                    <a:pt x="1840341" y="1243877"/>
                  </a:lnTo>
                  <a:lnTo>
                    <a:pt x="1841623" y="1250998"/>
                  </a:lnTo>
                  <a:lnTo>
                    <a:pt x="1842905" y="1260955"/>
                  </a:lnTo>
                  <a:lnTo>
                    <a:pt x="1844187" y="1270644"/>
                  </a:lnTo>
                  <a:lnTo>
                    <a:pt x="1845469" y="1178507"/>
                  </a:lnTo>
                  <a:lnTo>
                    <a:pt x="1846751" y="1203041"/>
                  </a:lnTo>
                  <a:lnTo>
                    <a:pt x="1848032" y="1217850"/>
                  </a:lnTo>
                  <a:lnTo>
                    <a:pt x="1849314" y="1116201"/>
                  </a:lnTo>
                  <a:lnTo>
                    <a:pt x="1850596" y="1131288"/>
                  </a:lnTo>
                  <a:lnTo>
                    <a:pt x="1851878" y="1157936"/>
                  </a:lnTo>
                  <a:lnTo>
                    <a:pt x="1853160" y="1075886"/>
                  </a:lnTo>
                  <a:lnTo>
                    <a:pt x="1854442" y="1111362"/>
                  </a:lnTo>
                  <a:lnTo>
                    <a:pt x="1855723" y="1018672"/>
                  </a:lnTo>
                  <a:lnTo>
                    <a:pt x="1857005" y="1003397"/>
                  </a:lnTo>
                  <a:lnTo>
                    <a:pt x="1858287" y="952920"/>
                  </a:lnTo>
                  <a:lnTo>
                    <a:pt x="1859569" y="940627"/>
                  </a:lnTo>
                  <a:lnTo>
                    <a:pt x="1860851" y="880384"/>
                  </a:lnTo>
                  <a:lnTo>
                    <a:pt x="1862133" y="870731"/>
                  </a:lnTo>
                  <a:lnTo>
                    <a:pt x="1863415" y="850741"/>
                  </a:lnTo>
                  <a:lnTo>
                    <a:pt x="1864696" y="868342"/>
                  </a:lnTo>
                  <a:lnTo>
                    <a:pt x="1865978" y="847285"/>
                  </a:lnTo>
                  <a:lnTo>
                    <a:pt x="1867260" y="843849"/>
                  </a:lnTo>
                  <a:lnTo>
                    <a:pt x="1868542" y="840433"/>
                  </a:lnTo>
                  <a:lnTo>
                    <a:pt x="1869824" y="871928"/>
                  </a:lnTo>
                  <a:lnTo>
                    <a:pt x="1871106" y="849587"/>
                  </a:lnTo>
                  <a:lnTo>
                    <a:pt x="1872387" y="821455"/>
                  </a:lnTo>
                  <a:lnTo>
                    <a:pt x="1873669" y="774048"/>
                  </a:lnTo>
                  <a:lnTo>
                    <a:pt x="1874951" y="751250"/>
                  </a:lnTo>
                  <a:lnTo>
                    <a:pt x="1876233" y="771023"/>
                  </a:lnTo>
                  <a:lnTo>
                    <a:pt x="1877515" y="778107"/>
                  </a:lnTo>
                  <a:lnTo>
                    <a:pt x="1878797" y="725592"/>
                  </a:lnTo>
                  <a:lnTo>
                    <a:pt x="1880079" y="735907"/>
                  </a:lnTo>
                  <a:lnTo>
                    <a:pt x="1881360" y="723737"/>
                  </a:lnTo>
                  <a:lnTo>
                    <a:pt x="1882642" y="722811"/>
                  </a:lnTo>
                  <a:lnTo>
                    <a:pt x="1883924" y="855610"/>
                  </a:lnTo>
                  <a:lnTo>
                    <a:pt x="1885206" y="842306"/>
                  </a:lnTo>
                  <a:lnTo>
                    <a:pt x="1886488" y="868049"/>
                  </a:lnTo>
                  <a:lnTo>
                    <a:pt x="1887770" y="903845"/>
                  </a:lnTo>
                  <a:lnTo>
                    <a:pt x="1889051" y="899247"/>
                  </a:lnTo>
                  <a:lnTo>
                    <a:pt x="1890333" y="859438"/>
                  </a:lnTo>
                  <a:lnTo>
                    <a:pt x="1891615" y="872404"/>
                  </a:lnTo>
                  <a:lnTo>
                    <a:pt x="1892897" y="913154"/>
                  </a:lnTo>
                  <a:lnTo>
                    <a:pt x="1894179" y="921663"/>
                  </a:lnTo>
                  <a:lnTo>
                    <a:pt x="1895461" y="930300"/>
                  </a:lnTo>
                  <a:lnTo>
                    <a:pt x="1896742" y="935155"/>
                  </a:lnTo>
                  <a:lnTo>
                    <a:pt x="1898024" y="994694"/>
                  </a:lnTo>
                  <a:lnTo>
                    <a:pt x="1899306" y="1028096"/>
                  </a:lnTo>
                  <a:lnTo>
                    <a:pt x="1900588" y="1052689"/>
                  </a:lnTo>
                  <a:lnTo>
                    <a:pt x="1901870" y="1070924"/>
                  </a:lnTo>
                  <a:lnTo>
                    <a:pt x="1903152" y="1094743"/>
                  </a:lnTo>
                  <a:lnTo>
                    <a:pt x="1904434" y="1165598"/>
                  </a:lnTo>
                  <a:lnTo>
                    <a:pt x="1905715" y="1004906"/>
                  </a:lnTo>
                  <a:lnTo>
                    <a:pt x="1906997" y="1007937"/>
                  </a:lnTo>
                  <a:lnTo>
                    <a:pt x="1908279" y="991462"/>
                  </a:lnTo>
                  <a:lnTo>
                    <a:pt x="1909561" y="1082463"/>
                  </a:lnTo>
                  <a:lnTo>
                    <a:pt x="1910843" y="1068788"/>
                  </a:lnTo>
                  <a:lnTo>
                    <a:pt x="1912125" y="1024899"/>
                  </a:lnTo>
                  <a:lnTo>
                    <a:pt x="1913406" y="1026466"/>
                  </a:lnTo>
                  <a:lnTo>
                    <a:pt x="1914688" y="1047237"/>
                  </a:lnTo>
                  <a:lnTo>
                    <a:pt x="1915970" y="1119992"/>
                  </a:lnTo>
                  <a:lnTo>
                    <a:pt x="1917252" y="1144517"/>
                  </a:lnTo>
                  <a:lnTo>
                    <a:pt x="1918534" y="1140675"/>
                  </a:lnTo>
                  <a:lnTo>
                    <a:pt x="1919816" y="1140675"/>
                  </a:lnTo>
                  <a:lnTo>
                    <a:pt x="1921098" y="1148384"/>
                  </a:lnTo>
                  <a:lnTo>
                    <a:pt x="1922379" y="1180300"/>
                  </a:lnTo>
                  <a:lnTo>
                    <a:pt x="1923661" y="1158169"/>
                  </a:lnTo>
                  <a:lnTo>
                    <a:pt x="1924943" y="1180300"/>
                  </a:lnTo>
                  <a:lnTo>
                    <a:pt x="1926225" y="1180300"/>
                  </a:lnTo>
                  <a:lnTo>
                    <a:pt x="1927507" y="1252324"/>
                  </a:lnTo>
                  <a:lnTo>
                    <a:pt x="1928789" y="1273642"/>
                  </a:lnTo>
                  <a:lnTo>
                    <a:pt x="1930070" y="1285837"/>
                  </a:lnTo>
                  <a:lnTo>
                    <a:pt x="1931352" y="1413303"/>
                  </a:lnTo>
                  <a:lnTo>
                    <a:pt x="1932634" y="1407924"/>
                  </a:lnTo>
                  <a:lnTo>
                    <a:pt x="1933916" y="1324551"/>
                  </a:lnTo>
                  <a:lnTo>
                    <a:pt x="1935198" y="1285566"/>
                  </a:lnTo>
                  <a:lnTo>
                    <a:pt x="1936480" y="1273138"/>
                  </a:lnTo>
                  <a:lnTo>
                    <a:pt x="1937761" y="1285566"/>
                  </a:lnTo>
                  <a:lnTo>
                    <a:pt x="1939043" y="1266155"/>
                  </a:lnTo>
                  <a:lnTo>
                    <a:pt x="1940325" y="1244029"/>
                  </a:lnTo>
                  <a:lnTo>
                    <a:pt x="1941607" y="1239042"/>
                  </a:lnTo>
                  <a:lnTo>
                    <a:pt x="1942889" y="1221117"/>
                  </a:lnTo>
                  <a:lnTo>
                    <a:pt x="1944171" y="1217918"/>
                  </a:lnTo>
                  <a:lnTo>
                    <a:pt x="1945453" y="1217918"/>
                  </a:lnTo>
                  <a:lnTo>
                    <a:pt x="1946734" y="1196005"/>
                  </a:lnTo>
                  <a:lnTo>
                    <a:pt x="1948016" y="1186864"/>
                  </a:lnTo>
                  <a:lnTo>
                    <a:pt x="1949298" y="1206857"/>
                  </a:lnTo>
                  <a:lnTo>
                    <a:pt x="1950580" y="1259551"/>
                  </a:lnTo>
                  <a:lnTo>
                    <a:pt x="1951862" y="1275658"/>
                  </a:lnTo>
                  <a:lnTo>
                    <a:pt x="1953144" y="1328266"/>
                  </a:lnTo>
                  <a:lnTo>
                    <a:pt x="1954425" y="1359668"/>
                  </a:lnTo>
                  <a:lnTo>
                    <a:pt x="1955707" y="1387417"/>
                  </a:lnTo>
                  <a:lnTo>
                    <a:pt x="1956989" y="1389564"/>
                  </a:lnTo>
                  <a:lnTo>
                    <a:pt x="1958271" y="1352093"/>
                  </a:lnTo>
                  <a:lnTo>
                    <a:pt x="1959553" y="1344088"/>
                  </a:lnTo>
                  <a:lnTo>
                    <a:pt x="1960835" y="1298269"/>
                  </a:lnTo>
                  <a:lnTo>
                    <a:pt x="1962117" y="1311260"/>
                  </a:lnTo>
                  <a:lnTo>
                    <a:pt x="1963398" y="1305656"/>
                  </a:lnTo>
                  <a:lnTo>
                    <a:pt x="1964680" y="1285566"/>
                  </a:lnTo>
                  <a:lnTo>
                    <a:pt x="1965962" y="1311260"/>
                  </a:lnTo>
                  <a:lnTo>
                    <a:pt x="1967244" y="1322633"/>
                  </a:lnTo>
                  <a:lnTo>
                    <a:pt x="1968526" y="1294611"/>
                  </a:lnTo>
                  <a:lnTo>
                    <a:pt x="1969808" y="1141823"/>
                  </a:lnTo>
                  <a:lnTo>
                    <a:pt x="1971089" y="1051494"/>
                  </a:lnTo>
                  <a:lnTo>
                    <a:pt x="1972371" y="1010239"/>
                  </a:lnTo>
                  <a:lnTo>
                    <a:pt x="1973653" y="963129"/>
                  </a:lnTo>
                  <a:lnTo>
                    <a:pt x="1974935" y="929093"/>
                  </a:lnTo>
                  <a:lnTo>
                    <a:pt x="1976217" y="931268"/>
                  </a:lnTo>
                  <a:lnTo>
                    <a:pt x="1977499" y="1075981"/>
                  </a:lnTo>
                  <a:lnTo>
                    <a:pt x="1978780" y="1132225"/>
                  </a:lnTo>
                  <a:lnTo>
                    <a:pt x="1980062" y="1103740"/>
                  </a:lnTo>
                  <a:lnTo>
                    <a:pt x="1981344" y="1070740"/>
                  </a:lnTo>
                  <a:lnTo>
                    <a:pt x="1982626" y="1007951"/>
                  </a:lnTo>
                  <a:lnTo>
                    <a:pt x="1983908" y="950972"/>
                  </a:lnTo>
                  <a:lnTo>
                    <a:pt x="1985190" y="896231"/>
                  </a:lnTo>
                  <a:lnTo>
                    <a:pt x="1986472" y="890459"/>
                  </a:lnTo>
                  <a:lnTo>
                    <a:pt x="1987753" y="998709"/>
                  </a:lnTo>
                  <a:lnTo>
                    <a:pt x="1989035" y="1052354"/>
                  </a:lnTo>
                  <a:lnTo>
                    <a:pt x="1990317" y="1049949"/>
                  </a:lnTo>
                  <a:lnTo>
                    <a:pt x="1991599" y="992886"/>
                  </a:lnTo>
                  <a:lnTo>
                    <a:pt x="1992881" y="957768"/>
                  </a:lnTo>
                  <a:lnTo>
                    <a:pt x="1994163" y="823449"/>
                  </a:lnTo>
                  <a:lnTo>
                    <a:pt x="1995444" y="789345"/>
                  </a:lnTo>
                  <a:lnTo>
                    <a:pt x="1996726" y="753181"/>
                  </a:lnTo>
                  <a:lnTo>
                    <a:pt x="1998008" y="710173"/>
                  </a:lnTo>
                  <a:lnTo>
                    <a:pt x="1999290" y="811764"/>
                  </a:lnTo>
                  <a:lnTo>
                    <a:pt x="2000572" y="811764"/>
                  </a:lnTo>
                  <a:lnTo>
                    <a:pt x="2001854" y="726668"/>
                  </a:lnTo>
                  <a:lnTo>
                    <a:pt x="2003136" y="741985"/>
                  </a:lnTo>
                  <a:lnTo>
                    <a:pt x="2004417" y="756014"/>
                  </a:lnTo>
                  <a:lnTo>
                    <a:pt x="2005699" y="741431"/>
                  </a:lnTo>
                  <a:lnTo>
                    <a:pt x="2006981" y="715443"/>
                  </a:lnTo>
                  <a:lnTo>
                    <a:pt x="2008263" y="816007"/>
                  </a:lnTo>
                  <a:lnTo>
                    <a:pt x="2009545" y="850560"/>
                  </a:lnTo>
                  <a:lnTo>
                    <a:pt x="2010827" y="814574"/>
                  </a:lnTo>
                  <a:lnTo>
                    <a:pt x="2012108" y="888309"/>
                  </a:lnTo>
                  <a:lnTo>
                    <a:pt x="2013390" y="929060"/>
                  </a:lnTo>
                  <a:lnTo>
                    <a:pt x="2014672" y="965513"/>
                  </a:lnTo>
                  <a:lnTo>
                    <a:pt x="2015954" y="1010810"/>
                  </a:lnTo>
                  <a:lnTo>
                    <a:pt x="2017236" y="1029496"/>
                  </a:lnTo>
                  <a:lnTo>
                    <a:pt x="2018518" y="895595"/>
                  </a:lnTo>
                  <a:lnTo>
                    <a:pt x="2019800" y="875911"/>
                  </a:lnTo>
                  <a:lnTo>
                    <a:pt x="2021081" y="884774"/>
                  </a:lnTo>
                  <a:lnTo>
                    <a:pt x="2022363" y="920711"/>
                  </a:lnTo>
                  <a:lnTo>
                    <a:pt x="2023645" y="967239"/>
                  </a:lnTo>
                  <a:lnTo>
                    <a:pt x="2024927" y="986281"/>
                  </a:lnTo>
                  <a:lnTo>
                    <a:pt x="2026209" y="1008675"/>
                  </a:lnTo>
                  <a:lnTo>
                    <a:pt x="2027491" y="959370"/>
                  </a:lnTo>
                  <a:lnTo>
                    <a:pt x="2028772" y="804147"/>
                  </a:lnTo>
                  <a:lnTo>
                    <a:pt x="2030054" y="783222"/>
                  </a:lnTo>
                  <a:lnTo>
                    <a:pt x="2031336" y="718205"/>
                  </a:lnTo>
                  <a:lnTo>
                    <a:pt x="2032618" y="687828"/>
                  </a:lnTo>
                  <a:lnTo>
                    <a:pt x="2033900" y="615941"/>
                  </a:lnTo>
                  <a:lnTo>
                    <a:pt x="2035182" y="753038"/>
                  </a:lnTo>
                  <a:lnTo>
                    <a:pt x="2036463" y="811890"/>
                  </a:lnTo>
                  <a:lnTo>
                    <a:pt x="2037745" y="849272"/>
                  </a:lnTo>
                  <a:lnTo>
                    <a:pt x="2039027" y="915977"/>
                  </a:lnTo>
                  <a:lnTo>
                    <a:pt x="2040309" y="944990"/>
                  </a:lnTo>
                  <a:lnTo>
                    <a:pt x="2041591" y="925486"/>
                  </a:lnTo>
                  <a:lnTo>
                    <a:pt x="2042873" y="867182"/>
                  </a:lnTo>
                  <a:lnTo>
                    <a:pt x="2044155" y="799438"/>
                  </a:lnTo>
                  <a:lnTo>
                    <a:pt x="2045436" y="760737"/>
                  </a:lnTo>
                  <a:lnTo>
                    <a:pt x="2046718" y="757149"/>
                  </a:lnTo>
                  <a:lnTo>
                    <a:pt x="2048000" y="747222"/>
                  </a:lnTo>
                  <a:lnTo>
                    <a:pt x="2049282" y="744417"/>
                  </a:lnTo>
                  <a:lnTo>
                    <a:pt x="2050564" y="758582"/>
                  </a:lnTo>
                  <a:lnTo>
                    <a:pt x="2051846" y="755008"/>
                  </a:lnTo>
                  <a:lnTo>
                    <a:pt x="2053127" y="925535"/>
                  </a:lnTo>
                  <a:lnTo>
                    <a:pt x="2054409" y="863841"/>
                  </a:lnTo>
                  <a:lnTo>
                    <a:pt x="2055691" y="818435"/>
                  </a:lnTo>
                  <a:lnTo>
                    <a:pt x="2056973" y="768070"/>
                  </a:lnTo>
                  <a:lnTo>
                    <a:pt x="2058255" y="720761"/>
                  </a:lnTo>
                  <a:lnTo>
                    <a:pt x="2059537" y="698235"/>
                  </a:lnTo>
                  <a:lnTo>
                    <a:pt x="2060819" y="692103"/>
                  </a:lnTo>
                  <a:lnTo>
                    <a:pt x="2062100" y="698749"/>
                  </a:lnTo>
                  <a:lnTo>
                    <a:pt x="2063382" y="722366"/>
                  </a:lnTo>
                  <a:lnTo>
                    <a:pt x="2064664" y="734823"/>
                  </a:lnTo>
                  <a:lnTo>
                    <a:pt x="2065946" y="722902"/>
                  </a:lnTo>
                  <a:lnTo>
                    <a:pt x="2067228" y="703914"/>
                  </a:lnTo>
                  <a:lnTo>
                    <a:pt x="2068510" y="678045"/>
                  </a:lnTo>
                  <a:lnTo>
                    <a:pt x="2069791" y="680530"/>
                  </a:lnTo>
                  <a:lnTo>
                    <a:pt x="2071073" y="720761"/>
                  </a:lnTo>
                  <a:lnTo>
                    <a:pt x="2072355" y="760118"/>
                  </a:lnTo>
                  <a:lnTo>
                    <a:pt x="2073637" y="793074"/>
                  </a:lnTo>
                  <a:lnTo>
                    <a:pt x="2074919" y="674014"/>
                  </a:lnTo>
                  <a:lnTo>
                    <a:pt x="2076201" y="660026"/>
                  </a:lnTo>
                  <a:lnTo>
                    <a:pt x="2077482" y="705344"/>
                  </a:lnTo>
                  <a:lnTo>
                    <a:pt x="2078764" y="722456"/>
                  </a:lnTo>
                  <a:lnTo>
                    <a:pt x="2080046" y="751456"/>
                  </a:lnTo>
                  <a:lnTo>
                    <a:pt x="2081328" y="788759"/>
                  </a:lnTo>
                  <a:lnTo>
                    <a:pt x="2082610" y="801752"/>
                  </a:lnTo>
                  <a:lnTo>
                    <a:pt x="2083892" y="819812"/>
                  </a:lnTo>
                  <a:lnTo>
                    <a:pt x="2085174" y="832719"/>
                  </a:lnTo>
                  <a:lnTo>
                    <a:pt x="2086455" y="865452"/>
                  </a:lnTo>
                  <a:lnTo>
                    <a:pt x="2087737" y="927407"/>
                  </a:lnTo>
                  <a:lnTo>
                    <a:pt x="2089019" y="919761"/>
                  </a:lnTo>
                  <a:lnTo>
                    <a:pt x="2090301" y="849272"/>
                  </a:lnTo>
                  <a:lnTo>
                    <a:pt x="2091583" y="795601"/>
                  </a:lnTo>
                  <a:lnTo>
                    <a:pt x="2092865" y="785744"/>
                  </a:lnTo>
                  <a:lnTo>
                    <a:pt x="2094146" y="780768"/>
                  </a:lnTo>
                  <a:lnTo>
                    <a:pt x="2095428" y="770118"/>
                  </a:lnTo>
                  <a:lnTo>
                    <a:pt x="2096710" y="732679"/>
                  </a:lnTo>
                  <a:lnTo>
                    <a:pt x="2097992" y="582388"/>
                  </a:lnTo>
                  <a:lnTo>
                    <a:pt x="2099274" y="537141"/>
                  </a:lnTo>
                  <a:lnTo>
                    <a:pt x="2100556" y="498945"/>
                  </a:lnTo>
                  <a:lnTo>
                    <a:pt x="2101838" y="456695"/>
                  </a:lnTo>
                  <a:lnTo>
                    <a:pt x="2103119" y="395484"/>
                  </a:lnTo>
                  <a:lnTo>
                    <a:pt x="2104401" y="422252"/>
                  </a:lnTo>
                  <a:lnTo>
                    <a:pt x="2105683" y="413550"/>
                  </a:lnTo>
                  <a:lnTo>
                    <a:pt x="2106965" y="352173"/>
                  </a:lnTo>
                  <a:lnTo>
                    <a:pt x="2108247" y="344943"/>
                  </a:lnTo>
                  <a:lnTo>
                    <a:pt x="2109529" y="343507"/>
                  </a:lnTo>
                  <a:lnTo>
                    <a:pt x="2110810" y="330749"/>
                  </a:lnTo>
                  <a:lnTo>
                    <a:pt x="2112092" y="293652"/>
                  </a:lnTo>
                  <a:lnTo>
                    <a:pt x="2113374" y="289723"/>
                  </a:lnTo>
                  <a:lnTo>
                    <a:pt x="2114656" y="291903"/>
                  </a:lnTo>
                  <a:lnTo>
                    <a:pt x="2115938" y="273000"/>
                  </a:lnTo>
                  <a:lnTo>
                    <a:pt x="2117220" y="256338"/>
                  </a:lnTo>
                  <a:lnTo>
                    <a:pt x="2118501" y="251433"/>
                  </a:lnTo>
                  <a:lnTo>
                    <a:pt x="2119783" y="393480"/>
                  </a:lnTo>
                  <a:lnTo>
                    <a:pt x="2121065" y="440792"/>
                  </a:lnTo>
                  <a:lnTo>
                    <a:pt x="2122347" y="508981"/>
                  </a:lnTo>
                  <a:lnTo>
                    <a:pt x="2123629" y="484440"/>
                  </a:lnTo>
                  <a:lnTo>
                    <a:pt x="2124911" y="504817"/>
                  </a:lnTo>
                  <a:lnTo>
                    <a:pt x="2126193" y="575875"/>
                  </a:lnTo>
                  <a:lnTo>
                    <a:pt x="2127474" y="601477"/>
                  </a:lnTo>
                  <a:lnTo>
                    <a:pt x="2128756" y="631138"/>
                  </a:lnTo>
                  <a:lnTo>
                    <a:pt x="2130038" y="795114"/>
                  </a:lnTo>
                  <a:lnTo>
                    <a:pt x="2131320" y="855962"/>
                  </a:lnTo>
                  <a:lnTo>
                    <a:pt x="2132602" y="865178"/>
                  </a:lnTo>
                  <a:lnTo>
                    <a:pt x="2133884" y="902062"/>
                  </a:lnTo>
                  <a:lnTo>
                    <a:pt x="2135165" y="916904"/>
                  </a:lnTo>
                  <a:lnTo>
                    <a:pt x="2136447" y="929060"/>
                  </a:lnTo>
                  <a:lnTo>
                    <a:pt x="2137729" y="954975"/>
                  </a:lnTo>
                  <a:lnTo>
                    <a:pt x="2139011" y="969436"/>
                  </a:lnTo>
                  <a:lnTo>
                    <a:pt x="2140293" y="908466"/>
                  </a:lnTo>
                  <a:lnTo>
                    <a:pt x="2141575" y="691013"/>
                  </a:lnTo>
                  <a:lnTo>
                    <a:pt x="2142857" y="764548"/>
                  </a:lnTo>
                  <a:lnTo>
                    <a:pt x="2144138" y="729810"/>
                  </a:lnTo>
                  <a:lnTo>
                    <a:pt x="2145420" y="699263"/>
                  </a:lnTo>
                  <a:lnTo>
                    <a:pt x="2146702" y="696183"/>
                  </a:lnTo>
                  <a:lnTo>
                    <a:pt x="2147984" y="710698"/>
                  </a:lnTo>
                  <a:lnTo>
                    <a:pt x="2149266" y="743388"/>
                  </a:lnTo>
                  <a:lnTo>
                    <a:pt x="2150548" y="688151"/>
                  </a:lnTo>
                  <a:lnTo>
                    <a:pt x="2151829" y="557901"/>
                  </a:lnTo>
                  <a:lnTo>
                    <a:pt x="2153111" y="557901"/>
                  </a:lnTo>
                  <a:lnTo>
                    <a:pt x="2154393" y="575354"/>
                  </a:lnTo>
                  <a:lnTo>
                    <a:pt x="2155675" y="591206"/>
                  </a:lnTo>
                  <a:lnTo>
                    <a:pt x="2156957" y="610825"/>
                  </a:lnTo>
                  <a:lnTo>
                    <a:pt x="2158239" y="645090"/>
                  </a:lnTo>
                  <a:lnTo>
                    <a:pt x="2159521" y="688469"/>
                  </a:lnTo>
                  <a:lnTo>
                    <a:pt x="2160802" y="809535"/>
                  </a:lnTo>
                  <a:lnTo>
                    <a:pt x="2162084" y="883950"/>
                  </a:lnTo>
                  <a:lnTo>
                    <a:pt x="2163366" y="928120"/>
                  </a:lnTo>
                  <a:lnTo>
                    <a:pt x="2164648" y="753197"/>
                  </a:lnTo>
                  <a:lnTo>
                    <a:pt x="2165930" y="753197"/>
                  </a:lnTo>
                  <a:lnTo>
                    <a:pt x="2167212" y="674071"/>
                  </a:lnTo>
                  <a:lnTo>
                    <a:pt x="2168493" y="634672"/>
                  </a:lnTo>
                  <a:lnTo>
                    <a:pt x="2169775" y="632297"/>
                  </a:lnTo>
                  <a:lnTo>
                    <a:pt x="2171057" y="673222"/>
                  </a:lnTo>
                  <a:lnTo>
                    <a:pt x="2172339" y="696597"/>
                  </a:lnTo>
                  <a:lnTo>
                    <a:pt x="2173621" y="720043"/>
                  </a:lnTo>
                  <a:lnTo>
                    <a:pt x="2174903" y="716373"/>
                  </a:lnTo>
                  <a:lnTo>
                    <a:pt x="2176184" y="667314"/>
                  </a:lnTo>
                  <a:lnTo>
                    <a:pt x="2177466" y="590411"/>
                  </a:lnTo>
                  <a:lnTo>
                    <a:pt x="2178748" y="527187"/>
                  </a:lnTo>
                  <a:lnTo>
                    <a:pt x="2180030" y="489010"/>
                  </a:lnTo>
                  <a:lnTo>
                    <a:pt x="2181312" y="470833"/>
                  </a:lnTo>
                  <a:lnTo>
                    <a:pt x="2182594" y="481063"/>
                  </a:lnTo>
                  <a:lnTo>
                    <a:pt x="2183876" y="514177"/>
                  </a:lnTo>
                  <a:lnTo>
                    <a:pt x="2185157" y="500827"/>
                  </a:lnTo>
                  <a:lnTo>
                    <a:pt x="2186439" y="514177"/>
                  </a:lnTo>
                  <a:lnTo>
                    <a:pt x="2187721" y="511610"/>
                  </a:lnTo>
                  <a:lnTo>
                    <a:pt x="2189003" y="523906"/>
                  </a:lnTo>
                  <a:lnTo>
                    <a:pt x="2190285" y="533803"/>
                  </a:lnTo>
                  <a:lnTo>
                    <a:pt x="2191567" y="519346"/>
                  </a:lnTo>
                  <a:lnTo>
                    <a:pt x="2192848" y="490243"/>
                  </a:lnTo>
                  <a:lnTo>
                    <a:pt x="2194130" y="495822"/>
                  </a:lnTo>
                  <a:lnTo>
                    <a:pt x="2195412" y="538481"/>
                  </a:lnTo>
                  <a:lnTo>
                    <a:pt x="2196694" y="608314"/>
                  </a:lnTo>
                  <a:lnTo>
                    <a:pt x="2197976" y="668154"/>
                  </a:lnTo>
                  <a:lnTo>
                    <a:pt x="2199258" y="717288"/>
                  </a:lnTo>
                  <a:lnTo>
                    <a:pt x="2200540" y="751250"/>
                  </a:lnTo>
                  <a:lnTo>
                    <a:pt x="2201821" y="782195"/>
                  </a:lnTo>
                  <a:lnTo>
                    <a:pt x="2203103" y="791500"/>
                  </a:lnTo>
                  <a:lnTo>
                    <a:pt x="2204385" y="825864"/>
                  </a:lnTo>
                  <a:lnTo>
                    <a:pt x="2205667" y="862415"/>
                  </a:lnTo>
                  <a:lnTo>
                    <a:pt x="2206949" y="905251"/>
                  </a:lnTo>
                  <a:lnTo>
                    <a:pt x="2208231" y="936587"/>
                  </a:lnTo>
                  <a:lnTo>
                    <a:pt x="2209512" y="910356"/>
                  </a:lnTo>
                  <a:lnTo>
                    <a:pt x="2210794" y="927269"/>
                  </a:lnTo>
                  <a:lnTo>
                    <a:pt x="2212076" y="1014047"/>
                  </a:lnTo>
                  <a:lnTo>
                    <a:pt x="2213358" y="958469"/>
                  </a:lnTo>
                  <a:lnTo>
                    <a:pt x="2214640" y="916802"/>
                  </a:lnTo>
                  <a:lnTo>
                    <a:pt x="2215922" y="851898"/>
                  </a:lnTo>
                  <a:lnTo>
                    <a:pt x="2217203" y="785280"/>
                  </a:lnTo>
                  <a:lnTo>
                    <a:pt x="2218485" y="773038"/>
                  </a:lnTo>
                  <a:lnTo>
                    <a:pt x="2219767" y="739705"/>
                  </a:lnTo>
                  <a:lnTo>
                    <a:pt x="2221049" y="699254"/>
                  </a:lnTo>
                  <a:lnTo>
                    <a:pt x="2222331" y="673222"/>
                  </a:lnTo>
                  <a:lnTo>
                    <a:pt x="2223613" y="658151"/>
                  </a:lnTo>
                  <a:lnTo>
                    <a:pt x="2224895" y="656500"/>
                  </a:lnTo>
                  <a:lnTo>
                    <a:pt x="2226176" y="621342"/>
                  </a:lnTo>
                  <a:lnTo>
                    <a:pt x="2227458" y="620567"/>
                  </a:lnTo>
                  <a:lnTo>
                    <a:pt x="2228740" y="554814"/>
                  </a:lnTo>
                  <a:lnTo>
                    <a:pt x="2230022" y="498319"/>
                  </a:lnTo>
                  <a:lnTo>
                    <a:pt x="2231304" y="470237"/>
                  </a:lnTo>
                  <a:lnTo>
                    <a:pt x="2232586" y="500827"/>
                  </a:lnTo>
                  <a:lnTo>
                    <a:pt x="2233867" y="511610"/>
                  </a:lnTo>
                  <a:lnTo>
                    <a:pt x="2235149" y="543874"/>
                  </a:lnTo>
                  <a:lnTo>
                    <a:pt x="2236431" y="574476"/>
                  </a:lnTo>
                  <a:lnTo>
                    <a:pt x="2237713" y="525872"/>
                  </a:lnTo>
                  <a:lnTo>
                    <a:pt x="2238995" y="537811"/>
                  </a:lnTo>
                  <a:lnTo>
                    <a:pt x="2240277" y="516110"/>
                  </a:lnTo>
                  <a:lnTo>
                    <a:pt x="2241559" y="476828"/>
                  </a:lnTo>
                  <a:lnTo>
                    <a:pt x="2242840" y="449179"/>
                  </a:lnTo>
                  <a:lnTo>
                    <a:pt x="2244122" y="435558"/>
                  </a:lnTo>
                  <a:lnTo>
                    <a:pt x="2245404" y="402324"/>
                  </a:lnTo>
                  <a:lnTo>
                    <a:pt x="2246686" y="402324"/>
                  </a:lnTo>
                  <a:lnTo>
                    <a:pt x="2247968" y="611997"/>
                  </a:lnTo>
                  <a:lnTo>
                    <a:pt x="2249250" y="669436"/>
                  </a:lnTo>
                  <a:lnTo>
                    <a:pt x="2250531" y="641053"/>
                  </a:lnTo>
                  <a:lnTo>
                    <a:pt x="2251813" y="589275"/>
                  </a:lnTo>
                  <a:lnTo>
                    <a:pt x="2253095" y="594430"/>
                  </a:lnTo>
                  <a:lnTo>
                    <a:pt x="2254377" y="568618"/>
                  </a:lnTo>
                  <a:lnTo>
                    <a:pt x="2255659" y="567589"/>
                  </a:lnTo>
                  <a:lnTo>
                    <a:pt x="2256941" y="613047"/>
                  </a:lnTo>
                  <a:lnTo>
                    <a:pt x="2258223" y="631138"/>
                  </a:lnTo>
                  <a:lnTo>
                    <a:pt x="2259504" y="677158"/>
                  </a:lnTo>
                  <a:lnTo>
                    <a:pt x="2260786" y="743718"/>
                  </a:lnTo>
                  <a:lnTo>
                    <a:pt x="2262068" y="785744"/>
                  </a:lnTo>
                  <a:lnTo>
                    <a:pt x="2263350" y="814256"/>
                  </a:lnTo>
                  <a:lnTo>
                    <a:pt x="2264632" y="875911"/>
                  </a:lnTo>
                  <a:lnTo>
                    <a:pt x="2265914" y="868917"/>
                  </a:lnTo>
                  <a:lnTo>
                    <a:pt x="2267195" y="823893"/>
                  </a:lnTo>
                  <a:lnTo>
                    <a:pt x="2268477" y="773141"/>
                  </a:lnTo>
                  <a:lnTo>
                    <a:pt x="2269759" y="818860"/>
                  </a:lnTo>
                  <a:lnTo>
                    <a:pt x="2271041" y="879373"/>
                  </a:lnTo>
                  <a:lnTo>
                    <a:pt x="2272323" y="737803"/>
                  </a:lnTo>
                  <a:lnTo>
                    <a:pt x="2273605" y="766015"/>
                  </a:lnTo>
                  <a:lnTo>
                    <a:pt x="2274886" y="873789"/>
                  </a:lnTo>
                  <a:lnTo>
                    <a:pt x="2276168" y="822977"/>
                  </a:lnTo>
                  <a:lnTo>
                    <a:pt x="2277450" y="780350"/>
                  </a:lnTo>
                  <a:lnTo>
                    <a:pt x="2278732" y="701304"/>
                  </a:lnTo>
                  <a:lnTo>
                    <a:pt x="2280014" y="655782"/>
                  </a:lnTo>
                  <a:lnTo>
                    <a:pt x="2281296" y="636330"/>
                  </a:lnTo>
                  <a:lnTo>
                    <a:pt x="2282578" y="600932"/>
                  </a:lnTo>
                  <a:lnTo>
                    <a:pt x="2283859" y="596048"/>
                  </a:lnTo>
                  <a:lnTo>
                    <a:pt x="2285141" y="619202"/>
                  </a:lnTo>
                  <a:lnTo>
                    <a:pt x="2286423" y="668512"/>
                  </a:lnTo>
                  <a:lnTo>
                    <a:pt x="2287705" y="708488"/>
                  </a:lnTo>
                  <a:lnTo>
                    <a:pt x="2288987" y="729911"/>
                  </a:lnTo>
                  <a:lnTo>
                    <a:pt x="2290269" y="711783"/>
                  </a:lnTo>
                  <a:lnTo>
                    <a:pt x="2291550" y="665455"/>
                  </a:lnTo>
                  <a:lnTo>
                    <a:pt x="2292832" y="761251"/>
                  </a:lnTo>
                  <a:lnTo>
                    <a:pt x="2294114" y="765805"/>
                  </a:lnTo>
                  <a:lnTo>
                    <a:pt x="2295396" y="789132"/>
                  </a:lnTo>
                  <a:lnTo>
                    <a:pt x="2296678" y="806929"/>
                  </a:lnTo>
                  <a:lnTo>
                    <a:pt x="2297960" y="762900"/>
                  </a:lnTo>
                  <a:lnTo>
                    <a:pt x="2299242" y="819015"/>
                  </a:lnTo>
                  <a:lnTo>
                    <a:pt x="2300523" y="841765"/>
                  </a:lnTo>
                  <a:lnTo>
                    <a:pt x="2301805" y="862008"/>
                  </a:lnTo>
                  <a:lnTo>
                    <a:pt x="2303087" y="883882"/>
                  </a:lnTo>
                  <a:lnTo>
                    <a:pt x="2304369" y="866317"/>
                  </a:lnTo>
                  <a:lnTo>
                    <a:pt x="2305651" y="847595"/>
                  </a:lnTo>
                  <a:lnTo>
                    <a:pt x="2306933" y="834354"/>
                  </a:lnTo>
                  <a:lnTo>
                    <a:pt x="2308214" y="840109"/>
                  </a:lnTo>
                  <a:lnTo>
                    <a:pt x="2309496" y="866317"/>
                  </a:lnTo>
                  <a:lnTo>
                    <a:pt x="2310778" y="872404"/>
                  </a:lnTo>
                  <a:lnTo>
                    <a:pt x="2312060" y="877553"/>
                  </a:lnTo>
                  <a:lnTo>
                    <a:pt x="2313342" y="730258"/>
                  </a:lnTo>
                  <a:lnTo>
                    <a:pt x="2314624" y="723736"/>
                  </a:lnTo>
                  <a:lnTo>
                    <a:pt x="2315905" y="679191"/>
                  </a:lnTo>
                  <a:lnTo>
                    <a:pt x="2317187" y="606045"/>
                  </a:lnTo>
                  <a:lnTo>
                    <a:pt x="2318469" y="556197"/>
                  </a:lnTo>
                  <a:lnTo>
                    <a:pt x="2319751" y="535804"/>
                  </a:lnTo>
                  <a:lnTo>
                    <a:pt x="2321033" y="530486"/>
                  </a:lnTo>
                  <a:lnTo>
                    <a:pt x="2322315" y="497694"/>
                  </a:lnTo>
                  <a:lnTo>
                    <a:pt x="2323597" y="440062"/>
                  </a:lnTo>
                  <a:lnTo>
                    <a:pt x="2324878" y="386659"/>
                  </a:lnTo>
                  <a:lnTo>
                    <a:pt x="2326160" y="386144"/>
                  </a:lnTo>
                  <a:lnTo>
                    <a:pt x="2327442" y="364430"/>
                  </a:lnTo>
                  <a:lnTo>
                    <a:pt x="2328724" y="325168"/>
                  </a:lnTo>
                  <a:lnTo>
                    <a:pt x="2330006" y="339223"/>
                  </a:lnTo>
                  <a:lnTo>
                    <a:pt x="2331288" y="351204"/>
                  </a:lnTo>
                  <a:lnTo>
                    <a:pt x="2332569" y="318725"/>
                  </a:lnTo>
                  <a:lnTo>
                    <a:pt x="2333851" y="300705"/>
                  </a:lnTo>
                  <a:lnTo>
                    <a:pt x="2335133" y="292340"/>
                  </a:lnTo>
                  <a:lnTo>
                    <a:pt x="2336415" y="291466"/>
                  </a:lnTo>
                  <a:lnTo>
                    <a:pt x="2337697" y="302482"/>
                  </a:lnTo>
                  <a:lnTo>
                    <a:pt x="2338979" y="289288"/>
                  </a:lnTo>
                  <a:lnTo>
                    <a:pt x="2340261" y="284525"/>
                  </a:lnTo>
                  <a:lnTo>
                    <a:pt x="2341542" y="310095"/>
                  </a:lnTo>
                  <a:lnTo>
                    <a:pt x="2342824" y="323320"/>
                  </a:lnTo>
                  <a:lnTo>
                    <a:pt x="2344106" y="374428"/>
                  </a:lnTo>
                  <a:lnTo>
                    <a:pt x="2345388" y="384089"/>
                  </a:lnTo>
                  <a:lnTo>
                    <a:pt x="2346670" y="392874"/>
                  </a:lnTo>
                  <a:lnTo>
                    <a:pt x="2347952" y="575373"/>
                  </a:lnTo>
                  <a:lnTo>
                    <a:pt x="2349233" y="588176"/>
                  </a:lnTo>
                  <a:lnTo>
                    <a:pt x="2350515" y="559927"/>
                  </a:lnTo>
                  <a:lnTo>
                    <a:pt x="2351797" y="587468"/>
                  </a:lnTo>
                  <a:lnTo>
                    <a:pt x="2353079" y="630564"/>
                  </a:lnTo>
                  <a:lnTo>
                    <a:pt x="2354361" y="636910"/>
                  </a:lnTo>
                  <a:lnTo>
                    <a:pt x="2355643" y="662414"/>
                  </a:lnTo>
                  <a:lnTo>
                    <a:pt x="2356924" y="722873"/>
                  </a:lnTo>
                  <a:lnTo>
                    <a:pt x="2358206" y="693120"/>
                  </a:lnTo>
                  <a:lnTo>
                    <a:pt x="2359488" y="763642"/>
                  </a:lnTo>
                  <a:lnTo>
                    <a:pt x="2360770" y="725105"/>
                  </a:lnTo>
                  <a:lnTo>
                    <a:pt x="2362052" y="736312"/>
                  </a:lnTo>
                  <a:lnTo>
                    <a:pt x="2363334" y="713206"/>
                  </a:lnTo>
                  <a:lnTo>
                    <a:pt x="2364616" y="681057"/>
                  </a:lnTo>
                  <a:lnTo>
                    <a:pt x="2365897" y="671711"/>
                  </a:lnTo>
                  <a:lnTo>
                    <a:pt x="2367179" y="686463"/>
                  </a:lnTo>
                  <a:lnTo>
                    <a:pt x="2368461" y="632619"/>
                  </a:lnTo>
                  <a:lnTo>
                    <a:pt x="2369743" y="627524"/>
                  </a:lnTo>
                  <a:lnTo>
                    <a:pt x="2371025" y="581072"/>
                  </a:lnTo>
                  <a:lnTo>
                    <a:pt x="2372307" y="554010"/>
                  </a:lnTo>
                  <a:lnTo>
                    <a:pt x="2373588" y="557454"/>
                  </a:lnTo>
                  <a:lnTo>
                    <a:pt x="2374870" y="569670"/>
                  </a:lnTo>
                  <a:lnTo>
                    <a:pt x="2376152" y="621085"/>
                  </a:lnTo>
                  <a:lnTo>
                    <a:pt x="2377434" y="580231"/>
                  </a:lnTo>
                  <a:lnTo>
                    <a:pt x="2378716" y="600801"/>
                  </a:lnTo>
                  <a:lnTo>
                    <a:pt x="2379998" y="495218"/>
                  </a:lnTo>
                  <a:lnTo>
                    <a:pt x="2381280" y="477806"/>
                  </a:lnTo>
                  <a:lnTo>
                    <a:pt x="2382561" y="467347"/>
                  </a:lnTo>
                  <a:lnTo>
                    <a:pt x="2383843" y="506202"/>
                  </a:lnTo>
                  <a:lnTo>
                    <a:pt x="2385125" y="522131"/>
                  </a:lnTo>
                  <a:lnTo>
                    <a:pt x="2386407" y="529301"/>
                  </a:lnTo>
                  <a:lnTo>
                    <a:pt x="2387689" y="590928"/>
                  </a:lnTo>
                  <a:lnTo>
                    <a:pt x="2388971" y="452636"/>
                  </a:lnTo>
                  <a:lnTo>
                    <a:pt x="2390252" y="529164"/>
                  </a:lnTo>
                  <a:lnTo>
                    <a:pt x="2391534" y="528504"/>
                  </a:lnTo>
                  <a:lnTo>
                    <a:pt x="2392816" y="466673"/>
                  </a:lnTo>
                  <a:lnTo>
                    <a:pt x="2394098" y="428312"/>
                  </a:lnTo>
                  <a:lnTo>
                    <a:pt x="2395380" y="409247"/>
                  </a:lnTo>
                  <a:lnTo>
                    <a:pt x="2396662" y="363440"/>
                  </a:lnTo>
                  <a:lnTo>
                    <a:pt x="2397944" y="346382"/>
                  </a:lnTo>
                  <a:lnTo>
                    <a:pt x="2399225" y="501111"/>
                  </a:lnTo>
                  <a:lnTo>
                    <a:pt x="2400507" y="561368"/>
                  </a:lnTo>
                  <a:lnTo>
                    <a:pt x="2401789" y="668282"/>
                  </a:lnTo>
                  <a:lnTo>
                    <a:pt x="2403071" y="629134"/>
                  </a:lnTo>
                  <a:lnTo>
                    <a:pt x="2404353" y="599804"/>
                  </a:lnTo>
                  <a:lnTo>
                    <a:pt x="2405635" y="581069"/>
                  </a:lnTo>
                  <a:lnTo>
                    <a:pt x="2406916" y="530955"/>
                  </a:lnTo>
                  <a:lnTo>
                    <a:pt x="2408198" y="549685"/>
                  </a:lnTo>
                  <a:lnTo>
                    <a:pt x="2409480" y="542981"/>
                  </a:lnTo>
                  <a:lnTo>
                    <a:pt x="2410762" y="575648"/>
                  </a:lnTo>
                  <a:lnTo>
                    <a:pt x="2412044" y="627285"/>
                  </a:lnTo>
                  <a:lnTo>
                    <a:pt x="2413326" y="668210"/>
                  </a:lnTo>
                  <a:lnTo>
                    <a:pt x="2414607" y="660461"/>
                  </a:lnTo>
                  <a:lnTo>
                    <a:pt x="2415889" y="704952"/>
                  </a:lnTo>
                  <a:lnTo>
                    <a:pt x="2417171" y="725051"/>
                  </a:lnTo>
                  <a:lnTo>
                    <a:pt x="2418453" y="730347"/>
                  </a:lnTo>
                  <a:lnTo>
                    <a:pt x="2419735" y="698613"/>
                  </a:lnTo>
                  <a:lnTo>
                    <a:pt x="2421017" y="628547"/>
                  </a:lnTo>
                  <a:lnTo>
                    <a:pt x="2422299" y="685638"/>
                  </a:lnTo>
                  <a:lnTo>
                    <a:pt x="2423580" y="573762"/>
                  </a:lnTo>
                  <a:lnTo>
                    <a:pt x="2424862" y="601535"/>
                  </a:lnTo>
                  <a:lnTo>
                    <a:pt x="2426144" y="668154"/>
                  </a:lnTo>
                  <a:lnTo>
                    <a:pt x="2427426" y="668996"/>
                  </a:lnTo>
                  <a:lnTo>
                    <a:pt x="2428708" y="686090"/>
                  </a:lnTo>
                  <a:lnTo>
                    <a:pt x="2429990" y="645887"/>
                  </a:lnTo>
                  <a:lnTo>
                    <a:pt x="2431271" y="670682"/>
                  </a:lnTo>
                  <a:lnTo>
                    <a:pt x="2432553" y="667314"/>
                  </a:lnTo>
                  <a:lnTo>
                    <a:pt x="2433835" y="686091"/>
                  </a:lnTo>
                  <a:lnTo>
                    <a:pt x="2435117" y="668996"/>
                  </a:lnTo>
                  <a:lnTo>
                    <a:pt x="2436399" y="649946"/>
                  </a:lnTo>
                  <a:lnTo>
                    <a:pt x="2437681" y="614408"/>
                  </a:lnTo>
                  <a:lnTo>
                    <a:pt x="2438963" y="610592"/>
                  </a:lnTo>
                  <a:lnTo>
                    <a:pt x="2440244" y="720373"/>
                  </a:lnTo>
                  <a:lnTo>
                    <a:pt x="2441526" y="704687"/>
                  </a:lnTo>
                  <a:lnTo>
                    <a:pt x="2442808" y="756901"/>
                  </a:lnTo>
                  <a:lnTo>
                    <a:pt x="2444090" y="731422"/>
                  </a:lnTo>
                  <a:lnTo>
                    <a:pt x="2445372" y="698235"/>
                  </a:lnTo>
                  <a:lnTo>
                    <a:pt x="2446654" y="659980"/>
                  </a:lnTo>
                  <a:lnTo>
                    <a:pt x="2447935" y="636900"/>
                  </a:lnTo>
                  <a:lnTo>
                    <a:pt x="2449217" y="598507"/>
                  </a:lnTo>
                  <a:lnTo>
                    <a:pt x="2450499" y="566999"/>
                  </a:lnTo>
                  <a:lnTo>
                    <a:pt x="2451781" y="543766"/>
                  </a:lnTo>
                  <a:lnTo>
                    <a:pt x="2453063" y="515800"/>
                  </a:lnTo>
                  <a:lnTo>
                    <a:pt x="2454345" y="492354"/>
                  </a:lnTo>
                  <a:lnTo>
                    <a:pt x="2455626" y="488775"/>
                  </a:lnTo>
                  <a:lnTo>
                    <a:pt x="2456908" y="478172"/>
                  </a:lnTo>
                  <a:lnTo>
                    <a:pt x="2458190" y="483096"/>
                  </a:lnTo>
                  <a:lnTo>
                    <a:pt x="2459472" y="467760"/>
                  </a:lnTo>
                  <a:lnTo>
                    <a:pt x="2460754" y="471387"/>
                  </a:lnTo>
                  <a:lnTo>
                    <a:pt x="2462036" y="494790"/>
                  </a:lnTo>
                  <a:lnTo>
                    <a:pt x="2463318" y="497649"/>
                  </a:lnTo>
                  <a:lnTo>
                    <a:pt x="2464599" y="498725"/>
                  </a:lnTo>
                  <a:lnTo>
                    <a:pt x="2465881" y="586868"/>
                  </a:lnTo>
                  <a:lnTo>
                    <a:pt x="2467163" y="585798"/>
                  </a:lnTo>
                  <a:lnTo>
                    <a:pt x="2468445" y="580353"/>
                  </a:lnTo>
                  <a:lnTo>
                    <a:pt x="2469727" y="559183"/>
                  </a:lnTo>
                  <a:lnTo>
                    <a:pt x="2471009" y="577485"/>
                  </a:lnTo>
                  <a:lnTo>
                    <a:pt x="2472290" y="625577"/>
                  </a:lnTo>
                  <a:lnTo>
                    <a:pt x="2473572" y="657971"/>
                  </a:lnTo>
                  <a:lnTo>
                    <a:pt x="2474854" y="686652"/>
                  </a:lnTo>
                  <a:lnTo>
                    <a:pt x="2476136" y="704217"/>
                  </a:lnTo>
                  <a:lnTo>
                    <a:pt x="2477418" y="692302"/>
                  </a:lnTo>
                  <a:lnTo>
                    <a:pt x="2478700" y="681388"/>
                  </a:lnTo>
                  <a:lnTo>
                    <a:pt x="2479982" y="666836"/>
                  </a:lnTo>
                  <a:lnTo>
                    <a:pt x="2481263" y="558881"/>
                  </a:lnTo>
                  <a:lnTo>
                    <a:pt x="2482545" y="582435"/>
                  </a:lnTo>
                  <a:lnTo>
                    <a:pt x="2483827" y="584992"/>
                  </a:lnTo>
                  <a:lnTo>
                    <a:pt x="2485109" y="476276"/>
                  </a:lnTo>
                  <a:lnTo>
                    <a:pt x="2486391" y="522851"/>
                  </a:lnTo>
                  <a:lnTo>
                    <a:pt x="2487673" y="572226"/>
                  </a:lnTo>
                  <a:lnTo>
                    <a:pt x="2488954" y="487166"/>
                  </a:lnTo>
                  <a:lnTo>
                    <a:pt x="2490236" y="422252"/>
                  </a:lnTo>
                  <a:lnTo>
                    <a:pt x="2491518" y="353630"/>
                  </a:lnTo>
                  <a:lnTo>
                    <a:pt x="2492800" y="319183"/>
                  </a:lnTo>
                  <a:lnTo>
                    <a:pt x="2494082" y="298050"/>
                  </a:lnTo>
                  <a:lnTo>
                    <a:pt x="2495364" y="323781"/>
                  </a:lnTo>
                  <a:lnTo>
                    <a:pt x="2496645" y="334970"/>
                  </a:lnTo>
                  <a:lnTo>
                    <a:pt x="2497927" y="386144"/>
                  </a:lnTo>
                  <a:lnTo>
                    <a:pt x="2499209" y="448605"/>
                  </a:lnTo>
                  <a:lnTo>
                    <a:pt x="2500491" y="481063"/>
                  </a:lnTo>
                  <a:lnTo>
                    <a:pt x="2501773" y="458443"/>
                  </a:lnTo>
                  <a:lnTo>
                    <a:pt x="2503055" y="411394"/>
                  </a:lnTo>
                  <a:lnTo>
                    <a:pt x="2504337" y="399684"/>
                  </a:lnTo>
                  <a:lnTo>
                    <a:pt x="2505618" y="374932"/>
                  </a:lnTo>
                  <a:lnTo>
                    <a:pt x="2506900" y="363440"/>
                  </a:lnTo>
                  <a:lnTo>
                    <a:pt x="2508182" y="339698"/>
                  </a:lnTo>
                  <a:lnTo>
                    <a:pt x="2509464" y="373420"/>
                  </a:lnTo>
                  <a:lnTo>
                    <a:pt x="2510746" y="382553"/>
                  </a:lnTo>
                  <a:lnTo>
                    <a:pt x="2512028" y="355579"/>
                  </a:lnTo>
                  <a:lnTo>
                    <a:pt x="2513309" y="309644"/>
                  </a:lnTo>
                  <a:lnTo>
                    <a:pt x="2514591" y="570516"/>
                  </a:lnTo>
                  <a:lnTo>
                    <a:pt x="2515873" y="860445"/>
                  </a:lnTo>
                  <a:lnTo>
                    <a:pt x="2517155" y="970682"/>
                  </a:lnTo>
                  <a:lnTo>
                    <a:pt x="2518437" y="953794"/>
                  </a:lnTo>
                  <a:lnTo>
                    <a:pt x="2519719" y="913409"/>
                  </a:lnTo>
                  <a:lnTo>
                    <a:pt x="2521001" y="917757"/>
                  </a:lnTo>
                  <a:lnTo>
                    <a:pt x="2522282" y="902787"/>
                  </a:lnTo>
                  <a:lnTo>
                    <a:pt x="2523564" y="870260"/>
                  </a:lnTo>
                  <a:lnTo>
                    <a:pt x="2524846" y="866463"/>
                  </a:lnTo>
                  <a:lnTo>
                    <a:pt x="2526128" y="840249"/>
                  </a:lnTo>
                  <a:lnTo>
                    <a:pt x="2527410" y="829943"/>
                  </a:lnTo>
                  <a:lnTo>
                    <a:pt x="2528692" y="820715"/>
                  </a:lnTo>
                  <a:lnTo>
                    <a:pt x="2529973" y="826307"/>
                  </a:lnTo>
                  <a:lnTo>
                    <a:pt x="2531255" y="869161"/>
                  </a:lnTo>
                  <a:lnTo>
                    <a:pt x="2532537" y="882855"/>
                  </a:lnTo>
                  <a:lnTo>
                    <a:pt x="2533819" y="888500"/>
                  </a:lnTo>
                  <a:lnTo>
                    <a:pt x="2535101" y="890071"/>
                  </a:lnTo>
                  <a:lnTo>
                    <a:pt x="2536383" y="876039"/>
                  </a:lnTo>
                  <a:lnTo>
                    <a:pt x="2537665" y="881733"/>
                  </a:lnTo>
                  <a:lnTo>
                    <a:pt x="2538946" y="885258"/>
                  </a:lnTo>
                  <a:lnTo>
                    <a:pt x="2540228" y="868919"/>
                  </a:lnTo>
                  <a:lnTo>
                    <a:pt x="2541510" y="851547"/>
                  </a:lnTo>
                  <a:lnTo>
                    <a:pt x="2542792" y="843112"/>
                  </a:lnTo>
                  <a:lnTo>
                    <a:pt x="2544074" y="834154"/>
                  </a:lnTo>
                  <a:lnTo>
                    <a:pt x="2545356" y="813350"/>
                  </a:lnTo>
                  <a:lnTo>
                    <a:pt x="2546637" y="754132"/>
                  </a:lnTo>
                  <a:lnTo>
                    <a:pt x="2547919" y="745241"/>
                  </a:lnTo>
                  <a:lnTo>
                    <a:pt x="2549201" y="690764"/>
                  </a:lnTo>
                  <a:lnTo>
                    <a:pt x="2550483" y="660748"/>
                  </a:lnTo>
                  <a:lnTo>
                    <a:pt x="2551765" y="579276"/>
                  </a:lnTo>
                  <a:lnTo>
                    <a:pt x="2553047" y="609823"/>
                  </a:lnTo>
                  <a:lnTo>
                    <a:pt x="2554328" y="498689"/>
                  </a:lnTo>
                  <a:lnTo>
                    <a:pt x="2555610" y="414228"/>
                  </a:lnTo>
                  <a:lnTo>
                    <a:pt x="2556892" y="292340"/>
                  </a:lnTo>
                  <a:lnTo>
                    <a:pt x="2558174" y="352173"/>
                  </a:lnTo>
                  <a:lnTo>
                    <a:pt x="2559456" y="400211"/>
                  </a:lnTo>
                  <a:lnTo>
                    <a:pt x="2560738" y="420610"/>
                  </a:lnTo>
                  <a:lnTo>
                    <a:pt x="2562020" y="470833"/>
                  </a:lnTo>
                  <a:lnTo>
                    <a:pt x="2563301" y="510970"/>
                  </a:lnTo>
                  <a:lnTo>
                    <a:pt x="2564583" y="539153"/>
                  </a:lnTo>
                  <a:lnTo>
                    <a:pt x="2565865" y="542521"/>
                  </a:lnTo>
                  <a:lnTo>
                    <a:pt x="2567147" y="550002"/>
                  </a:lnTo>
                  <a:lnTo>
                    <a:pt x="2568429" y="638652"/>
                  </a:lnTo>
                  <a:lnTo>
                    <a:pt x="2569711" y="707300"/>
                  </a:lnTo>
                  <a:lnTo>
                    <a:pt x="2570992" y="679191"/>
                  </a:lnTo>
                  <a:lnTo>
                    <a:pt x="2572274" y="710912"/>
                  </a:lnTo>
                  <a:lnTo>
                    <a:pt x="2573556" y="703710"/>
                  </a:lnTo>
                  <a:lnTo>
                    <a:pt x="2574838" y="742569"/>
                  </a:lnTo>
                  <a:lnTo>
                    <a:pt x="2576120" y="785280"/>
                  </a:lnTo>
                  <a:lnTo>
                    <a:pt x="2577402" y="796736"/>
                  </a:lnTo>
                  <a:lnTo>
                    <a:pt x="2578684" y="825864"/>
                  </a:lnTo>
                  <a:lnTo>
                    <a:pt x="2579965" y="902715"/>
                  </a:lnTo>
                  <a:lnTo>
                    <a:pt x="2581247" y="935246"/>
                  </a:lnTo>
                  <a:lnTo>
                    <a:pt x="2582529" y="997398"/>
                  </a:lnTo>
                  <a:lnTo>
                    <a:pt x="2583811" y="948793"/>
                  </a:lnTo>
                  <a:lnTo>
                    <a:pt x="2585093" y="897677"/>
                  </a:lnTo>
                  <a:lnTo>
                    <a:pt x="2586375" y="867152"/>
                  </a:lnTo>
                  <a:lnTo>
                    <a:pt x="2587656" y="776074"/>
                  </a:lnTo>
                  <a:lnTo>
                    <a:pt x="2588938" y="762040"/>
                  </a:lnTo>
                  <a:lnTo>
                    <a:pt x="2590220" y="823655"/>
                  </a:lnTo>
                  <a:lnTo>
                    <a:pt x="2591502" y="867152"/>
                  </a:lnTo>
                  <a:lnTo>
                    <a:pt x="2592784" y="841570"/>
                  </a:lnTo>
                  <a:lnTo>
                    <a:pt x="2594066" y="800959"/>
                  </a:lnTo>
                  <a:lnTo>
                    <a:pt x="2595347" y="779126"/>
                  </a:lnTo>
                  <a:lnTo>
                    <a:pt x="2596629" y="751250"/>
                  </a:lnTo>
                  <a:lnTo>
                    <a:pt x="2597911" y="694833"/>
                  </a:lnTo>
                  <a:lnTo>
                    <a:pt x="2599193" y="663965"/>
                  </a:lnTo>
                  <a:lnTo>
                    <a:pt x="2600475" y="618250"/>
                  </a:lnTo>
                  <a:lnTo>
                    <a:pt x="2601757" y="570915"/>
                  </a:lnTo>
                  <a:lnTo>
                    <a:pt x="2603039" y="558971"/>
                  </a:lnTo>
                  <a:lnTo>
                    <a:pt x="2604320" y="568789"/>
                  </a:lnTo>
                  <a:lnTo>
                    <a:pt x="2605602" y="556889"/>
                  </a:lnTo>
                  <a:lnTo>
                    <a:pt x="2606884" y="549318"/>
                  </a:lnTo>
                  <a:lnTo>
                    <a:pt x="2608166" y="477431"/>
                  </a:lnTo>
                  <a:lnTo>
                    <a:pt x="2609448" y="420064"/>
                  </a:lnTo>
                  <a:lnTo>
                    <a:pt x="2610730" y="362946"/>
                  </a:lnTo>
                  <a:lnTo>
                    <a:pt x="2612011" y="351688"/>
                  </a:lnTo>
                  <a:lnTo>
                    <a:pt x="2613293" y="315076"/>
                  </a:lnTo>
                  <a:lnTo>
                    <a:pt x="2614575" y="272155"/>
                  </a:lnTo>
                  <a:lnTo>
                    <a:pt x="2615857" y="243349"/>
                  </a:lnTo>
                  <a:lnTo>
                    <a:pt x="2617139" y="267532"/>
                  </a:lnTo>
                  <a:lnTo>
                    <a:pt x="2618421" y="265025"/>
                  </a:lnTo>
                  <a:lnTo>
                    <a:pt x="2619703" y="281944"/>
                  </a:lnTo>
                  <a:lnTo>
                    <a:pt x="2620984" y="298050"/>
                  </a:lnTo>
                  <a:lnTo>
                    <a:pt x="2622266" y="327952"/>
                  </a:lnTo>
                  <a:lnTo>
                    <a:pt x="2623548" y="461914"/>
                  </a:lnTo>
                  <a:lnTo>
                    <a:pt x="2624830" y="485844"/>
                  </a:lnTo>
                  <a:lnTo>
                    <a:pt x="2626112" y="643733"/>
                  </a:lnTo>
                  <a:lnTo>
                    <a:pt x="2627394" y="695368"/>
                  </a:lnTo>
                  <a:lnTo>
                    <a:pt x="2628675" y="753276"/>
                  </a:lnTo>
                  <a:lnTo>
                    <a:pt x="2629957" y="798852"/>
                  </a:lnTo>
                  <a:lnTo>
                    <a:pt x="2631239" y="844350"/>
                  </a:lnTo>
                  <a:lnTo>
                    <a:pt x="2632521" y="881471"/>
                  </a:lnTo>
                  <a:lnTo>
                    <a:pt x="2633803" y="865269"/>
                  </a:lnTo>
                  <a:lnTo>
                    <a:pt x="2635085" y="897948"/>
                  </a:lnTo>
                  <a:lnTo>
                    <a:pt x="2636366" y="875526"/>
                  </a:lnTo>
                  <a:lnTo>
                    <a:pt x="2637648" y="852513"/>
                  </a:lnTo>
                  <a:lnTo>
                    <a:pt x="2638930" y="819803"/>
                  </a:lnTo>
                  <a:lnTo>
                    <a:pt x="2640212" y="804122"/>
                  </a:lnTo>
                  <a:lnTo>
                    <a:pt x="2641494" y="771183"/>
                  </a:lnTo>
                  <a:lnTo>
                    <a:pt x="2642776" y="775551"/>
                  </a:lnTo>
                  <a:lnTo>
                    <a:pt x="2644058" y="774300"/>
                  </a:lnTo>
                  <a:lnTo>
                    <a:pt x="2645339" y="730594"/>
                  </a:lnTo>
                  <a:lnTo>
                    <a:pt x="2646621" y="737055"/>
                  </a:lnTo>
                  <a:lnTo>
                    <a:pt x="2647903" y="732604"/>
                  </a:lnTo>
                  <a:lnTo>
                    <a:pt x="2649185" y="705337"/>
                  </a:lnTo>
                  <a:lnTo>
                    <a:pt x="2650467" y="646579"/>
                  </a:lnTo>
                  <a:lnTo>
                    <a:pt x="2651749" y="605380"/>
                  </a:lnTo>
                  <a:lnTo>
                    <a:pt x="2653030" y="618620"/>
                  </a:lnTo>
                  <a:lnTo>
                    <a:pt x="2654312" y="548101"/>
                  </a:lnTo>
                  <a:lnTo>
                    <a:pt x="2655594" y="540634"/>
                  </a:lnTo>
                  <a:lnTo>
                    <a:pt x="2656876" y="556067"/>
                  </a:lnTo>
                  <a:lnTo>
                    <a:pt x="2658158" y="541806"/>
                  </a:lnTo>
                  <a:lnTo>
                    <a:pt x="2659440" y="519175"/>
                  </a:lnTo>
                  <a:lnTo>
                    <a:pt x="2660722" y="590811"/>
                  </a:lnTo>
                  <a:lnTo>
                    <a:pt x="2662003" y="576251"/>
                  </a:lnTo>
                  <a:lnTo>
                    <a:pt x="2663285" y="549565"/>
                  </a:lnTo>
                  <a:lnTo>
                    <a:pt x="2664567" y="531788"/>
                  </a:lnTo>
                  <a:lnTo>
                    <a:pt x="2665849" y="503750"/>
                  </a:lnTo>
                  <a:lnTo>
                    <a:pt x="2667131" y="497493"/>
                  </a:lnTo>
                  <a:lnTo>
                    <a:pt x="2668413" y="482034"/>
                  </a:lnTo>
                  <a:lnTo>
                    <a:pt x="2669694" y="474642"/>
                  </a:lnTo>
                  <a:lnTo>
                    <a:pt x="2670976" y="391540"/>
                  </a:lnTo>
                  <a:lnTo>
                    <a:pt x="2672258" y="421897"/>
                  </a:lnTo>
                  <a:lnTo>
                    <a:pt x="2673540" y="420089"/>
                  </a:lnTo>
                  <a:lnTo>
                    <a:pt x="2674822" y="317990"/>
                  </a:lnTo>
                  <a:lnTo>
                    <a:pt x="2676104" y="327727"/>
                  </a:lnTo>
                  <a:lnTo>
                    <a:pt x="2677386" y="339013"/>
                  </a:lnTo>
                  <a:lnTo>
                    <a:pt x="2678667" y="342130"/>
                  </a:lnTo>
                  <a:lnTo>
                    <a:pt x="2679949" y="339770"/>
                  </a:lnTo>
                  <a:lnTo>
                    <a:pt x="2681231" y="343053"/>
                  </a:lnTo>
                  <a:lnTo>
                    <a:pt x="2682513" y="214010"/>
                  </a:lnTo>
                  <a:lnTo>
                    <a:pt x="2683795" y="237360"/>
                  </a:lnTo>
                  <a:lnTo>
                    <a:pt x="2685077" y="273845"/>
                  </a:lnTo>
                  <a:lnTo>
                    <a:pt x="2686358" y="288419"/>
                  </a:lnTo>
                  <a:lnTo>
                    <a:pt x="2687640" y="306500"/>
                  </a:lnTo>
                  <a:lnTo>
                    <a:pt x="2688922" y="327487"/>
                  </a:lnTo>
                  <a:lnTo>
                    <a:pt x="2690204" y="283233"/>
                  </a:lnTo>
                  <a:lnTo>
                    <a:pt x="2691486" y="243349"/>
                  </a:lnTo>
                  <a:lnTo>
                    <a:pt x="2692768" y="214010"/>
                  </a:lnTo>
                  <a:lnTo>
                    <a:pt x="2694049" y="358095"/>
                  </a:lnTo>
                  <a:lnTo>
                    <a:pt x="2695331" y="378836"/>
                  </a:lnTo>
                  <a:lnTo>
                    <a:pt x="2696613" y="416545"/>
                  </a:lnTo>
                  <a:lnTo>
                    <a:pt x="2697895" y="435839"/>
                  </a:lnTo>
                  <a:lnTo>
                    <a:pt x="2699177" y="468644"/>
                  </a:lnTo>
                  <a:lnTo>
                    <a:pt x="2700459" y="416150"/>
                  </a:lnTo>
                  <a:lnTo>
                    <a:pt x="2701741" y="368055"/>
                  </a:lnTo>
                  <a:lnTo>
                    <a:pt x="2703022" y="358686"/>
                  </a:lnTo>
                  <a:lnTo>
                    <a:pt x="2704304" y="334198"/>
                  </a:lnTo>
                  <a:lnTo>
                    <a:pt x="2705586" y="323678"/>
                  </a:lnTo>
                  <a:lnTo>
                    <a:pt x="2706868" y="345263"/>
                  </a:lnTo>
                  <a:lnTo>
                    <a:pt x="2708150" y="343172"/>
                  </a:lnTo>
                  <a:lnTo>
                    <a:pt x="2709432" y="362991"/>
                  </a:lnTo>
                  <a:lnTo>
                    <a:pt x="2710713" y="355479"/>
                  </a:lnTo>
                  <a:lnTo>
                    <a:pt x="2711995" y="373164"/>
                  </a:lnTo>
                  <a:lnTo>
                    <a:pt x="2713277" y="367095"/>
                  </a:lnTo>
                  <a:lnTo>
                    <a:pt x="2714559" y="336109"/>
                  </a:lnTo>
                  <a:lnTo>
                    <a:pt x="2715841" y="200815"/>
                  </a:lnTo>
                  <a:lnTo>
                    <a:pt x="2717123" y="358477"/>
                  </a:lnTo>
                  <a:lnTo>
                    <a:pt x="2718405" y="406721"/>
                  </a:lnTo>
                  <a:lnTo>
                    <a:pt x="2719686" y="459626"/>
                  </a:lnTo>
                  <a:lnTo>
                    <a:pt x="2720968" y="635977"/>
                  </a:lnTo>
                  <a:lnTo>
                    <a:pt x="2722250" y="734279"/>
                  </a:lnTo>
                  <a:lnTo>
                    <a:pt x="2723532" y="711397"/>
                  </a:lnTo>
                  <a:lnTo>
                    <a:pt x="2724814" y="708694"/>
                  </a:lnTo>
                  <a:lnTo>
                    <a:pt x="2726096" y="651426"/>
                  </a:lnTo>
                  <a:lnTo>
                    <a:pt x="2727377" y="662100"/>
                  </a:lnTo>
                  <a:lnTo>
                    <a:pt x="2728659" y="672977"/>
                  </a:lnTo>
                  <a:lnTo>
                    <a:pt x="2729941" y="714113"/>
                  </a:lnTo>
                  <a:lnTo>
                    <a:pt x="2731223" y="694490"/>
                  </a:lnTo>
                  <a:lnTo>
                    <a:pt x="2732505" y="668769"/>
                  </a:lnTo>
                  <a:lnTo>
                    <a:pt x="2733787" y="652647"/>
                  </a:lnTo>
                  <a:lnTo>
                    <a:pt x="2735068" y="666329"/>
                  </a:lnTo>
                  <a:lnTo>
                    <a:pt x="2736350" y="637855"/>
                  </a:lnTo>
                  <a:lnTo>
                    <a:pt x="2737632" y="557109"/>
                  </a:lnTo>
                  <a:lnTo>
                    <a:pt x="2738914" y="554354"/>
                  </a:lnTo>
                  <a:lnTo>
                    <a:pt x="2740196" y="464920"/>
                  </a:lnTo>
                  <a:lnTo>
                    <a:pt x="2741478" y="434572"/>
                  </a:lnTo>
                  <a:lnTo>
                    <a:pt x="2742760" y="362631"/>
                  </a:lnTo>
                  <a:lnTo>
                    <a:pt x="2744041" y="391410"/>
                  </a:lnTo>
                  <a:lnTo>
                    <a:pt x="2745323" y="409474"/>
                  </a:lnTo>
                  <a:lnTo>
                    <a:pt x="2746605" y="402874"/>
                  </a:lnTo>
                  <a:lnTo>
                    <a:pt x="2747887" y="386512"/>
                  </a:lnTo>
                  <a:lnTo>
                    <a:pt x="2749169" y="348765"/>
                  </a:lnTo>
                  <a:lnTo>
                    <a:pt x="2750451" y="334541"/>
                  </a:lnTo>
                  <a:lnTo>
                    <a:pt x="2751732" y="340376"/>
                  </a:lnTo>
                  <a:lnTo>
                    <a:pt x="2753014" y="318094"/>
                  </a:lnTo>
                  <a:lnTo>
                    <a:pt x="2754296" y="307758"/>
                  </a:lnTo>
                  <a:lnTo>
                    <a:pt x="2755578" y="177443"/>
                  </a:lnTo>
                  <a:lnTo>
                    <a:pt x="2756860" y="202307"/>
                  </a:lnTo>
                  <a:lnTo>
                    <a:pt x="2758142" y="230647"/>
                  </a:lnTo>
                  <a:lnTo>
                    <a:pt x="2759424" y="238553"/>
                  </a:lnTo>
                  <a:lnTo>
                    <a:pt x="2760705" y="244153"/>
                  </a:lnTo>
                  <a:lnTo>
                    <a:pt x="2761987" y="257572"/>
                  </a:lnTo>
                  <a:lnTo>
                    <a:pt x="2763269" y="252656"/>
                  </a:lnTo>
                  <a:lnTo>
                    <a:pt x="2764551" y="241746"/>
                  </a:lnTo>
                  <a:lnTo>
                    <a:pt x="2765833" y="255518"/>
                  </a:lnTo>
                  <a:lnTo>
                    <a:pt x="2767115" y="293214"/>
                  </a:lnTo>
                  <a:lnTo>
                    <a:pt x="2768396" y="360972"/>
                  </a:lnTo>
                  <a:lnTo>
                    <a:pt x="2769678" y="450329"/>
                  </a:lnTo>
                  <a:lnTo>
                    <a:pt x="2770960" y="510970"/>
                  </a:lnTo>
                  <a:lnTo>
                    <a:pt x="2772242" y="583113"/>
                  </a:lnTo>
                  <a:lnTo>
                    <a:pt x="2773524" y="656500"/>
                  </a:lnTo>
                  <a:lnTo>
                    <a:pt x="2774806" y="690445"/>
                  </a:lnTo>
                  <a:lnTo>
                    <a:pt x="2776088" y="628360"/>
                  </a:lnTo>
                  <a:lnTo>
                    <a:pt x="2777369" y="561061"/>
                  </a:lnTo>
                  <a:lnTo>
                    <a:pt x="2778651" y="541171"/>
                  </a:lnTo>
                  <a:lnTo>
                    <a:pt x="2779933" y="664834"/>
                  </a:lnTo>
                  <a:lnTo>
                    <a:pt x="2781215" y="635509"/>
                  </a:lnTo>
                  <a:lnTo>
                    <a:pt x="2782497" y="620328"/>
                  </a:lnTo>
                  <a:lnTo>
                    <a:pt x="2783779" y="775022"/>
                  </a:lnTo>
                  <a:lnTo>
                    <a:pt x="2785060" y="680032"/>
                  </a:lnTo>
                  <a:lnTo>
                    <a:pt x="2786342" y="630016"/>
                  </a:lnTo>
                  <a:lnTo>
                    <a:pt x="2787624" y="556869"/>
                  </a:lnTo>
                  <a:lnTo>
                    <a:pt x="2788906" y="537130"/>
                  </a:lnTo>
                  <a:lnTo>
                    <a:pt x="2790188" y="509848"/>
                  </a:lnTo>
                  <a:lnTo>
                    <a:pt x="2791470" y="490204"/>
                  </a:lnTo>
                  <a:lnTo>
                    <a:pt x="2792751" y="491995"/>
                  </a:lnTo>
                  <a:lnTo>
                    <a:pt x="2794033" y="486994"/>
                  </a:lnTo>
                  <a:lnTo>
                    <a:pt x="2795315" y="504690"/>
                  </a:lnTo>
                  <a:lnTo>
                    <a:pt x="2796597" y="507632"/>
                  </a:lnTo>
                  <a:lnTo>
                    <a:pt x="2797879" y="506527"/>
                  </a:lnTo>
                  <a:lnTo>
                    <a:pt x="2799161" y="539249"/>
                  </a:lnTo>
                  <a:lnTo>
                    <a:pt x="2800443" y="538421"/>
                  </a:lnTo>
                  <a:lnTo>
                    <a:pt x="2801724" y="448443"/>
                  </a:lnTo>
                  <a:lnTo>
                    <a:pt x="2803006" y="471675"/>
                  </a:lnTo>
                  <a:lnTo>
                    <a:pt x="2804288" y="432760"/>
                  </a:lnTo>
                  <a:lnTo>
                    <a:pt x="2805570" y="496445"/>
                  </a:lnTo>
                  <a:lnTo>
                    <a:pt x="2806852" y="614408"/>
                  </a:lnTo>
                  <a:lnTo>
                    <a:pt x="2808134" y="654034"/>
                  </a:lnTo>
                  <a:lnTo>
                    <a:pt x="2809415" y="715459"/>
                  </a:lnTo>
                  <a:lnTo>
                    <a:pt x="2810697" y="748341"/>
                  </a:lnTo>
                  <a:lnTo>
                    <a:pt x="2811979" y="719123"/>
                  </a:lnTo>
                  <a:lnTo>
                    <a:pt x="2813261" y="738753"/>
                  </a:lnTo>
                  <a:lnTo>
                    <a:pt x="2814543" y="796736"/>
                  </a:lnTo>
                  <a:lnTo>
                    <a:pt x="2815825" y="802020"/>
                  </a:lnTo>
                  <a:lnTo>
                    <a:pt x="2817107" y="800959"/>
                  </a:lnTo>
                  <a:lnTo>
                    <a:pt x="2818388" y="785280"/>
                  </a:lnTo>
                  <a:lnTo>
                    <a:pt x="2819670" y="744487"/>
                  </a:lnTo>
                  <a:lnTo>
                    <a:pt x="2820952" y="690445"/>
                  </a:lnTo>
                  <a:lnTo>
                    <a:pt x="2822234" y="663131"/>
                  </a:lnTo>
                  <a:lnTo>
                    <a:pt x="2823516" y="602284"/>
                  </a:lnTo>
                  <a:lnTo>
                    <a:pt x="2824798" y="515465"/>
                  </a:lnTo>
                  <a:lnTo>
                    <a:pt x="2826079" y="384603"/>
                  </a:lnTo>
                  <a:lnTo>
                    <a:pt x="2827361" y="310997"/>
                  </a:lnTo>
                  <a:lnTo>
                    <a:pt x="2828643" y="274692"/>
                  </a:lnTo>
                  <a:lnTo>
                    <a:pt x="2829925" y="395081"/>
                  </a:lnTo>
                  <a:lnTo>
                    <a:pt x="2831207" y="386755"/>
                  </a:lnTo>
                  <a:lnTo>
                    <a:pt x="2832489" y="390654"/>
                  </a:lnTo>
                  <a:lnTo>
                    <a:pt x="2833770" y="391788"/>
                  </a:lnTo>
                  <a:lnTo>
                    <a:pt x="2835052" y="394825"/>
                  </a:lnTo>
                  <a:lnTo>
                    <a:pt x="2836334" y="383519"/>
                  </a:lnTo>
                  <a:lnTo>
                    <a:pt x="2837616" y="385388"/>
                  </a:lnTo>
                  <a:lnTo>
                    <a:pt x="2838898" y="391410"/>
                  </a:lnTo>
                  <a:lnTo>
                    <a:pt x="2840180" y="396731"/>
                  </a:lnTo>
                  <a:lnTo>
                    <a:pt x="2841462" y="386512"/>
                  </a:lnTo>
                  <a:lnTo>
                    <a:pt x="2842743" y="389144"/>
                  </a:lnTo>
                  <a:lnTo>
                    <a:pt x="2844025" y="422505"/>
                  </a:lnTo>
                  <a:lnTo>
                    <a:pt x="2845307" y="496580"/>
                  </a:lnTo>
                  <a:lnTo>
                    <a:pt x="2846589" y="559927"/>
                  </a:lnTo>
                  <a:lnTo>
                    <a:pt x="2847871" y="589601"/>
                  </a:lnTo>
                  <a:lnTo>
                    <a:pt x="2849153" y="628547"/>
                  </a:lnTo>
                  <a:lnTo>
                    <a:pt x="2850434" y="656523"/>
                  </a:lnTo>
                  <a:lnTo>
                    <a:pt x="2851716" y="673881"/>
                  </a:lnTo>
                  <a:lnTo>
                    <a:pt x="2852998" y="654584"/>
                  </a:lnTo>
                  <a:lnTo>
                    <a:pt x="2854280" y="820317"/>
                  </a:lnTo>
                  <a:lnTo>
                    <a:pt x="2855562" y="891116"/>
                  </a:lnTo>
                  <a:lnTo>
                    <a:pt x="2856844" y="926761"/>
                  </a:lnTo>
                  <a:lnTo>
                    <a:pt x="2858126" y="984646"/>
                  </a:lnTo>
                  <a:lnTo>
                    <a:pt x="2859407" y="1017724"/>
                  </a:lnTo>
                  <a:lnTo>
                    <a:pt x="2860689" y="1049026"/>
                  </a:lnTo>
                  <a:lnTo>
                    <a:pt x="2861971" y="1107755"/>
                  </a:lnTo>
                  <a:lnTo>
                    <a:pt x="2863253" y="1170836"/>
                  </a:lnTo>
                  <a:lnTo>
                    <a:pt x="2864535" y="1224758"/>
                  </a:lnTo>
                  <a:lnTo>
                    <a:pt x="2865817" y="1239069"/>
                  </a:lnTo>
                  <a:lnTo>
                    <a:pt x="2867098" y="1272983"/>
                  </a:lnTo>
                  <a:lnTo>
                    <a:pt x="2868380" y="1263284"/>
                  </a:lnTo>
                  <a:lnTo>
                    <a:pt x="2869662" y="1189025"/>
                  </a:lnTo>
                  <a:lnTo>
                    <a:pt x="2870944" y="1077001"/>
                  </a:lnTo>
                  <a:lnTo>
                    <a:pt x="2872226" y="965127"/>
                  </a:lnTo>
                  <a:lnTo>
                    <a:pt x="2873508" y="941916"/>
                  </a:lnTo>
                  <a:lnTo>
                    <a:pt x="2874789" y="894849"/>
                  </a:lnTo>
                  <a:lnTo>
                    <a:pt x="2876071" y="762040"/>
                  </a:lnTo>
                  <a:lnTo>
                    <a:pt x="2877353" y="743527"/>
                  </a:lnTo>
                  <a:lnTo>
                    <a:pt x="2878635" y="762040"/>
                  </a:lnTo>
                  <a:lnTo>
                    <a:pt x="2879917" y="759077"/>
                  </a:lnTo>
                  <a:lnTo>
                    <a:pt x="2881199" y="714547"/>
                  </a:lnTo>
                  <a:lnTo>
                    <a:pt x="2882481" y="686959"/>
                  </a:lnTo>
                  <a:lnTo>
                    <a:pt x="2883762" y="627576"/>
                  </a:lnTo>
                  <a:lnTo>
                    <a:pt x="2885044" y="606800"/>
                  </a:lnTo>
                  <a:lnTo>
                    <a:pt x="2886326" y="583113"/>
                  </a:lnTo>
                  <a:lnTo>
                    <a:pt x="2887608" y="584565"/>
                  </a:lnTo>
                  <a:lnTo>
                    <a:pt x="2888890" y="633087"/>
                  </a:lnTo>
                  <a:lnTo>
                    <a:pt x="2890172" y="633879"/>
                  </a:lnTo>
                  <a:lnTo>
                    <a:pt x="2891453" y="625230"/>
                  </a:lnTo>
                  <a:lnTo>
                    <a:pt x="2892735" y="584565"/>
                  </a:lnTo>
                  <a:lnTo>
                    <a:pt x="2894017" y="594095"/>
                  </a:lnTo>
                  <a:lnTo>
                    <a:pt x="2895299" y="544552"/>
                  </a:lnTo>
                  <a:lnTo>
                    <a:pt x="2896581" y="512251"/>
                  </a:lnTo>
                  <a:lnTo>
                    <a:pt x="2897863" y="473224"/>
                  </a:lnTo>
                  <a:lnTo>
                    <a:pt x="2899145" y="460197"/>
                  </a:lnTo>
                  <a:lnTo>
                    <a:pt x="2900426" y="421157"/>
                  </a:lnTo>
                  <a:lnTo>
                    <a:pt x="2901708" y="378984"/>
                  </a:lnTo>
                  <a:lnTo>
                    <a:pt x="2902990" y="399157"/>
                  </a:lnTo>
                  <a:lnTo>
                    <a:pt x="2904272" y="388207"/>
                  </a:lnTo>
                  <a:lnTo>
                    <a:pt x="2905554" y="353144"/>
                  </a:lnTo>
                  <a:lnTo>
                    <a:pt x="2906836" y="310997"/>
                  </a:lnTo>
                  <a:lnTo>
                    <a:pt x="2908117" y="307845"/>
                  </a:lnTo>
                  <a:lnTo>
                    <a:pt x="2909399" y="339223"/>
                  </a:lnTo>
                  <a:lnTo>
                    <a:pt x="2910681" y="346862"/>
                  </a:lnTo>
                  <a:lnTo>
                    <a:pt x="2911963" y="523757"/>
                  </a:lnTo>
                  <a:lnTo>
                    <a:pt x="2913245" y="642810"/>
                  </a:lnTo>
                  <a:lnTo>
                    <a:pt x="2914527" y="697183"/>
                  </a:lnTo>
                  <a:lnTo>
                    <a:pt x="2915809" y="660711"/>
                  </a:lnTo>
                  <a:lnTo>
                    <a:pt x="2917090" y="640148"/>
                  </a:lnTo>
                  <a:lnTo>
                    <a:pt x="2918372" y="615554"/>
                  </a:lnTo>
                  <a:lnTo>
                    <a:pt x="2919654" y="656328"/>
                  </a:lnTo>
                  <a:lnTo>
                    <a:pt x="2920936" y="697567"/>
                  </a:lnTo>
                  <a:lnTo>
                    <a:pt x="2922218" y="678920"/>
                  </a:lnTo>
                  <a:lnTo>
                    <a:pt x="2923500" y="686220"/>
                  </a:lnTo>
                  <a:lnTo>
                    <a:pt x="2924781" y="720041"/>
                  </a:lnTo>
                  <a:lnTo>
                    <a:pt x="2926063" y="721877"/>
                  </a:lnTo>
                  <a:lnTo>
                    <a:pt x="2927345" y="698008"/>
                  </a:lnTo>
                  <a:lnTo>
                    <a:pt x="2928627" y="752909"/>
                  </a:lnTo>
                  <a:lnTo>
                    <a:pt x="2929909" y="754233"/>
                  </a:lnTo>
                  <a:lnTo>
                    <a:pt x="2931191" y="694929"/>
                  </a:lnTo>
                  <a:lnTo>
                    <a:pt x="2932472" y="716997"/>
                  </a:lnTo>
                  <a:lnTo>
                    <a:pt x="2933754" y="683920"/>
                  </a:lnTo>
                  <a:lnTo>
                    <a:pt x="2935036" y="740770"/>
                  </a:lnTo>
                  <a:lnTo>
                    <a:pt x="2936318" y="679652"/>
                  </a:lnTo>
                  <a:lnTo>
                    <a:pt x="2937600" y="729229"/>
                  </a:lnTo>
                  <a:lnTo>
                    <a:pt x="2938882" y="685305"/>
                  </a:lnTo>
                  <a:lnTo>
                    <a:pt x="2940164" y="653986"/>
                  </a:lnTo>
                  <a:lnTo>
                    <a:pt x="2941445" y="677158"/>
                  </a:lnTo>
                  <a:lnTo>
                    <a:pt x="2942727" y="659390"/>
                  </a:lnTo>
                  <a:lnTo>
                    <a:pt x="2944009" y="661808"/>
                  </a:lnTo>
                  <a:lnTo>
                    <a:pt x="2945291" y="726510"/>
                  </a:lnTo>
                  <a:lnTo>
                    <a:pt x="2946573" y="717095"/>
                  </a:lnTo>
                  <a:lnTo>
                    <a:pt x="2947855" y="799960"/>
                  </a:lnTo>
                  <a:lnTo>
                    <a:pt x="2949136" y="649817"/>
                  </a:lnTo>
                  <a:lnTo>
                    <a:pt x="2950418" y="655782"/>
                  </a:lnTo>
                  <a:lnTo>
                    <a:pt x="2951700" y="661808"/>
                  </a:lnTo>
                  <a:lnTo>
                    <a:pt x="2952982" y="632288"/>
                  </a:lnTo>
                  <a:lnTo>
                    <a:pt x="2954264" y="608612"/>
                  </a:lnTo>
                  <a:lnTo>
                    <a:pt x="2955546" y="608612"/>
                  </a:lnTo>
                  <a:lnTo>
                    <a:pt x="2956828" y="608060"/>
                  </a:lnTo>
                  <a:lnTo>
                    <a:pt x="2958109" y="589601"/>
                  </a:lnTo>
                  <a:lnTo>
                    <a:pt x="2959391" y="583754"/>
                  </a:lnTo>
                  <a:lnTo>
                    <a:pt x="2960673" y="576397"/>
                  </a:lnTo>
                  <a:lnTo>
                    <a:pt x="2961955" y="575354"/>
                  </a:lnTo>
                  <a:lnTo>
                    <a:pt x="2963237" y="574833"/>
                  </a:lnTo>
                  <a:lnTo>
                    <a:pt x="2964519" y="583225"/>
                  </a:lnTo>
                  <a:lnTo>
                    <a:pt x="2965800" y="614581"/>
                  </a:lnTo>
                  <a:lnTo>
                    <a:pt x="2967082" y="651380"/>
                  </a:lnTo>
                  <a:lnTo>
                    <a:pt x="2968364" y="681582"/>
                  </a:lnTo>
                  <a:lnTo>
                    <a:pt x="2969646" y="728686"/>
                  </a:lnTo>
                  <a:lnTo>
                    <a:pt x="2970928" y="725190"/>
                  </a:lnTo>
                  <a:lnTo>
                    <a:pt x="2972210" y="759299"/>
                  </a:lnTo>
                  <a:lnTo>
                    <a:pt x="2973491" y="743718"/>
                  </a:lnTo>
                  <a:lnTo>
                    <a:pt x="2974773" y="719099"/>
                  </a:lnTo>
                  <a:lnTo>
                    <a:pt x="2976055" y="737464"/>
                  </a:lnTo>
                  <a:lnTo>
                    <a:pt x="2977337" y="809535"/>
                  </a:lnTo>
                  <a:lnTo>
                    <a:pt x="2978619" y="870658"/>
                  </a:lnTo>
                  <a:lnTo>
                    <a:pt x="2979901" y="927407"/>
                  </a:lnTo>
                  <a:lnTo>
                    <a:pt x="2981183" y="1001221"/>
                  </a:lnTo>
                  <a:lnTo>
                    <a:pt x="2982464" y="1029243"/>
                  </a:lnTo>
                  <a:lnTo>
                    <a:pt x="2983746" y="977644"/>
                  </a:lnTo>
                  <a:lnTo>
                    <a:pt x="2985028" y="940855"/>
                  </a:lnTo>
                  <a:lnTo>
                    <a:pt x="2986310" y="865859"/>
                  </a:lnTo>
                  <a:lnTo>
                    <a:pt x="2987592" y="850917"/>
                  </a:lnTo>
                  <a:lnTo>
                    <a:pt x="2988874" y="844018"/>
                  </a:lnTo>
                  <a:lnTo>
                    <a:pt x="2990155" y="884031"/>
                  </a:lnTo>
                  <a:lnTo>
                    <a:pt x="2991437" y="793589"/>
                  </a:lnTo>
                  <a:lnTo>
                    <a:pt x="2992719" y="851898"/>
                  </a:lnTo>
                  <a:lnTo>
                    <a:pt x="2994001" y="868342"/>
                  </a:lnTo>
                  <a:lnTo>
                    <a:pt x="2995283" y="880384"/>
                  </a:lnTo>
                  <a:lnTo>
                    <a:pt x="2996565" y="839300"/>
                  </a:lnTo>
                  <a:lnTo>
                    <a:pt x="2997847" y="729322"/>
                  </a:lnTo>
                  <a:lnTo>
                    <a:pt x="2999128" y="688699"/>
                  </a:lnTo>
                  <a:lnTo>
                    <a:pt x="3000410" y="659806"/>
                  </a:lnTo>
                  <a:lnTo>
                    <a:pt x="3001692" y="597803"/>
                  </a:lnTo>
                  <a:lnTo>
                    <a:pt x="3002974" y="594835"/>
                  </a:lnTo>
                  <a:lnTo>
                    <a:pt x="3004256" y="612115"/>
                  </a:lnTo>
                  <a:lnTo>
                    <a:pt x="3005538" y="650761"/>
                  </a:lnTo>
                  <a:lnTo>
                    <a:pt x="3006819" y="687828"/>
                  </a:lnTo>
                  <a:lnTo>
                    <a:pt x="3008101" y="688699"/>
                  </a:lnTo>
                  <a:lnTo>
                    <a:pt x="3009383" y="670682"/>
                  </a:lnTo>
                  <a:lnTo>
                    <a:pt x="3010665" y="658151"/>
                  </a:lnTo>
                  <a:lnTo>
                    <a:pt x="3011947" y="633087"/>
                  </a:lnTo>
                  <a:lnTo>
                    <a:pt x="3013229" y="606045"/>
                  </a:lnTo>
                  <a:lnTo>
                    <a:pt x="3014510" y="537811"/>
                  </a:lnTo>
                  <a:lnTo>
                    <a:pt x="3015792" y="512251"/>
                  </a:lnTo>
                  <a:lnTo>
                    <a:pt x="3017074" y="536472"/>
                  </a:lnTo>
                  <a:lnTo>
                    <a:pt x="3018356" y="529824"/>
                  </a:lnTo>
                  <a:lnTo>
                    <a:pt x="3019638" y="519346"/>
                  </a:lnTo>
                  <a:lnTo>
                    <a:pt x="3020920" y="512892"/>
                  </a:lnTo>
                  <a:lnTo>
                    <a:pt x="3022202" y="509055"/>
                  </a:lnTo>
                  <a:lnTo>
                    <a:pt x="3023483" y="492716"/>
                  </a:lnTo>
                  <a:lnTo>
                    <a:pt x="3024765" y="461369"/>
                  </a:lnTo>
                  <a:lnTo>
                    <a:pt x="3026047" y="445744"/>
                  </a:lnTo>
                  <a:lnTo>
                    <a:pt x="3027329" y="442328"/>
                  </a:lnTo>
                  <a:lnTo>
                    <a:pt x="3028611" y="565077"/>
                  </a:lnTo>
                  <a:lnTo>
                    <a:pt x="3029893" y="573003"/>
                  </a:lnTo>
                  <a:lnTo>
                    <a:pt x="3031174" y="580081"/>
                  </a:lnTo>
                  <a:lnTo>
                    <a:pt x="3032456" y="567075"/>
                  </a:lnTo>
                  <a:lnTo>
                    <a:pt x="3033738" y="607508"/>
                  </a:lnTo>
                  <a:lnTo>
                    <a:pt x="3035020" y="653388"/>
                  </a:lnTo>
                  <a:lnTo>
                    <a:pt x="3036302" y="631138"/>
                  </a:lnTo>
                  <a:lnTo>
                    <a:pt x="3037584" y="622587"/>
                  </a:lnTo>
                  <a:lnTo>
                    <a:pt x="3038866" y="610825"/>
                  </a:lnTo>
                  <a:lnTo>
                    <a:pt x="3040147" y="627131"/>
                  </a:lnTo>
                  <a:lnTo>
                    <a:pt x="3041429" y="622021"/>
                  </a:lnTo>
                  <a:lnTo>
                    <a:pt x="3042711" y="614719"/>
                  </a:lnTo>
                  <a:lnTo>
                    <a:pt x="3043993" y="625423"/>
                  </a:lnTo>
                  <a:lnTo>
                    <a:pt x="3045275" y="618077"/>
                  </a:lnTo>
                  <a:lnTo>
                    <a:pt x="3046557" y="635172"/>
                  </a:lnTo>
                  <a:lnTo>
                    <a:pt x="3047838" y="627994"/>
                  </a:lnTo>
                  <a:lnTo>
                    <a:pt x="3049120" y="588176"/>
                  </a:lnTo>
                  <a:lnTo>
                    <a:pt x="3050402" y="614161"/>
                  </a:lnTo>
                  <a:lnTo>
                    <a:pt x="3051684" y="767522"/>
                  </a:lnTo>
                  <a:lnTo>
                    <a:pt x="3052966" y="733729"/>
                  </a:lnTo>
                  <a:lnTo>
                    <a:pt x="3054248" y="699778"/>
                  </a:lnTo>
                  <a:lnTo>
                    <a:pt x="3055530" y="724513"/>
                  </a:lnTo>
                  <a:lnTo>
                    <a:pt x="3056811" y="722902"/>
                  </a:lnTo>
                  <a:lnTo>
                    <a:pt x="3058093" y="730459"/>
                  </a:lnTo>
                  <a:lnTo>
                    <a:pt x="3059375" y="728831"/>
                  </a:lnTo>
                  <a:lnTo>
                    <a:pt x="3060657" y="718096"/>
                  </a:lnTo>
                  <a:lnTo>
                    <a:pt x="3061939" y="707557"/>
                  </a:lnTo>
                  <a:lnTo>
                    <a:pt x="3063221" y="791009"/>
                  </a:lnTo>
                  <a:lnTo>
                    <a:pt x="3064502" y="763642"/>
                  </a:lnTo>
                  <a:lnTo>
                    <a:pt x="3065784" y="717753"/>
                  </a:lnTo>
                  <a:lnTo>
                    <a:pt x="3067066" y="712301"/>
                  </a:lnTo>
                  <a:lnTo>
                    <a:pt x="3068348" y="736312"/>
                  </a:lnTo>
                  <a:lnTo>
                    <a:pt x="3069630" y="634596"/>
                  </a:lnTo>
                  <a:lnTo>
                    <a:pt x="3070912" y="644658"/>
                  </a:lnTo>
                  <a:lnTo>
                    <a:pt x="3072193" y="636150"/>
                  </a:lnTo>
                  <a:lnTo>
                    <a:pt x="3073475" y="662997"/>
                  </a:lnTo>
                  <a:lnTo>
                    <a:pt x="3074757" y="640605"/>
                  </a:lnTo>
                  <a:lnTo>
                    <a:pt x="3076039" y="625472"/>
                  </a:lnTo>
                  <a:lnTo>
                    <a:pt x="3077321" y="723304"/>
                  </a:lnTo>
                  <a:lnTo>
                    <a:pt x="3078603" y="725573"/>
                  </a:lnTo>
                  <a:lnTo>
                    <a:pt x="3079885" y="746781"/>
                  </a:lnTo>
                  <a:lnTo>
                    <a:pt x="3081166" y="783464"/>
                  </a:lnTo>
                  <a:lnTo>
                    <a:pt x="3082448" y="821892"/>
                  </a:lnTo>
                  <a:lnTo>
                    <a:pt x="3083730" y="844375"/>
                  </a:lnTo>
                  <a:lnTo>
                    <a:pt x="3085012" y="726129"/>
                  </a:lnTo>
                  <a:lnTo>
                    <a:pt x="3086294" y="740324"/>
                  </a:lnTo>
                  <a:lnTo>
                    <a:pt x="3087576" y="743650"/>
                  </a:lnTo>
                  <a:lnTo>
                    <a:pt x="3088857" y="740324"/>
                  </a:lnTo>
                  <a:lnTo>
                    <a:pt x="3090139" y="752052"/>
                  </a:lnTo>
                  <a:lnTo>
                    <a:pt x="3091421" y="774442"/>
                  </a:lnTo>
                  <a:lnTo>
                    <a:pt x="3092703" y="748779"/>
                  </a:lnTo>
                  <a:lnTo>
                    <a:pt x="3093985" y="623719"/>
                  </a:lnTo>
                  <a:lnTo>
                    <a:pt x="3095267" y="614161"/>
                  </a:lnTo>
                  <a:lnTo>
                    <a:pt x="3096549" y="604324"/>
                  </a:lnTo>
                  <a:lnTo>
                    <a:pt x="3097830" y="586132"/>
                  </a:lnTo>
                  <a:lnTo>
                    <a:pt x="3099112" y="477088"/>
                  </a:lnTo>
                  <a:lnTo>
                    <a:pt x="3100394" y="455420"/>
                  </a:lnTo>
                  <a:lnTo>
                    <a:pt x="3101676" y="471682"/>
                  </a:lnTo>
                  <a:lnTo>
                    <a:pt x="3102958" y="472552"/>
                  </a:lnTo>
                  <a:lnTo>
                    <a:pt x="3104240" y="519760"/>
                  </a:lnTo>
                  <a:lnTo>
                    <a:pt x="3105521" y="537050"/>
                  </a:lnTo>
                  <a:lnTo>
                    <a:pt x="3106803" y="507590"/>
                  </a:lnTo>
                  <a:lnTo>
                    <a:pt x="3108085" y="526901"/>
                  </a:lnTo>
                  <a:lnTo>
                    <a:pt x="3109367" y="511774"/>
                  </a:lnTo>
                  <a:lnTo>
                    <a:pt x="3110649" y="500226"/>
                  </a:lnTo>
                  <a:lnTo>
                    <a:pt x="3111931" y="515518"/>
                  </a:lnTo>
                  <a:lnTo>
                    <a:pt x="3113212" y="571199"/>
                  </a:lnTo>
                  <a:lnTo>
                    <a:pt x="3114494" y="631138"/>
                  </a:lnTo>
                  <a:lnTo>
                    <a:pt x="3115776" y="618639"/>
                  </a:lnTo>
                  <a:lnTo>
                    <a:pt x="3117058" y="619201"/>
                  </a:lnTo>
                  <a:lnTo>
                    <a:pt x="3118340" y="744078"/>
                  </a:lnTo>
                  <a:lnTo>
                    <a:pt x="3119622" y="809905"/>
                  </a:lnTo>
                  <a:lnTo>
                    <a:pt x="3120904" y="674921"/>
                  </a:lnTo>
                  <a:lnTo>
                    <a:pt x="3122185" y="741613"/>
                  </a:lnTo>
                  <a:lnTo>
                    <a:pt x="3123467" y="736854"/>
                  </a:lnTo>
                  <a:lnTo>
                    <a:pt x="3124749" y="853570"/>
                  </a:lnTo>
                  <a:lnTo>
                    <a:pt x="3126031" y="907396"/>
                  </a:lnTo>
                  <a:lnTo>
                    <a:pt x="3127313" y="942839"/>
                  </a:lnTo>
                  <a:lnTo>
                    <a:pt x="3128595" y="987172"/>
                  </a:lnTo>
                  <a:lnTo>
                    <a:pt x="3129876" y="999037"/>
                  </a:lnTo>
                  <a:lnTo>
                    <a:pt x="3131158" y="1040847"/>
                  </a:lnTo>
                  <a:lnTo>
                    <a:pt x="3132440" y="1006717"/>
                  </a:lnTo>
                  <a:lnTo>
                    <a:pt x="3133722" y="1004512"/>
                  </a:lnTo>
                  <a:lnTo>
                    <a:pt x="3135004" y="1072160"/>
                  </a:lnTo>
                  <a:lnTo>
                    <a:pt x="3136286" y="1083410"/>
                  </a:lnTo>
                  <a:lnTo>
                    <a:pt x="3137568" y="1011152"/>
                  </a:lnTo>
                  <a:lnTo>
                    <a:pt x="3138849" y="1006717"/>
                  </a:lnTo>
                  <a:lnTo>
                    <a:pt x="3140131" y="985041"/>
                  </a:lnTo>
                  <a:lnTo>
                    <a:pt x="3141413" y="971378"/>
                  </a:lnTo>
                  <a:lnTo>
                    <a:pt x="3142695" y="978695"/>
                  </a:lnTo>
                  <a:lnTo>
                    <a:pt x="3143977" y="994804"/>
                  </a:lnTo>
                  <a:lnTo>
                    <a:pt x="3145259" y="963670"/>
                  </a:lnTo>
                  <a:lnTo>
                    <a:pt x="3146540" y="871171"/>
                  </a:lnTo>
                  <a:lnTo>
                    <a:pt x="3147822" y="646696"/>
                  </a:lnTo>
                  <a:lnTo>
                    <a:pt x="3149104" y="603786"/>
                  </a:lnTo>
                  <a:lnTo>
                    <a:pt x="3150386" y="527187"/>
                  </a:lnTo>
                  <a:lnTo>
                    <a:pt x="3151668" y="522600"/>
                  </a:lnTo>
                  <a:lnTo>
                    <a:pt x="3152950" y="505876"/>
                  </a:lnTo>
                  <a:lnTo>
                    <a:pt x="3154231" y="485940"/>
                  </a:lnTo>
                  <a:lnTo>
                    <a:pt x="3155513" y="517402"/>
                  </a:lnTo>
                  <a:lnTo>
                    <a:pt x="3156795" y="666502"/>
                  </a:lnTo>
                  <a:lnTo>
                    <a:pt x="3158077" y="602070"/>
                  </a:lnTo>
                  <a:lnTo>
                    <a:pt x="3159359" y="542438"/>
                  </a:lnTo>
                  <a:lnTo>
                    <a:pt x="3160641" y="514111"/>
                  </a:lnTo>
                  <a:lnTo>
                    <a:pt x="3161923" y="494765"/>
                  </a:lnTo>
                  <a:lnTo>
                    <a:pt x="3163204" y="474735"/>
                  </a:lnTo>
                  <a:lnTo>
                    <a:pt x="3164486" y="463473"/>
                  </a:lnTo>
                  <a:lnTo>
                    <a:pt x="3165768" y="460906"/>
                  </a:lnTo>
                  <a:lnTo>
                    <a:pt x="3167050" y="475173"/>
                  </a:lnTo>
                  <a:lnTo>
                    <a:pt x="3168332" y="475611"/>
                  </a:lnTo>
                  <a:lnTo>
                    <a:pt x="3169614" y="488907"/>
                  </a:lnTo>
                  <a:lnTo>
                    <a:pt x="3170895" y="474298"/>
                  </a:lnTo>
                  <a:lnTo>
                    <a:pt x="3172177" y="564151"/>
                  </a:lnTo>
                  <a:lnTo>
                    <a:pt x="3173459" y="560037"/>
                  </a:lnTo>
                  <a:lnTo>
                    <a:pt x="3174741" y="535193"/>
                  </a:lnTo>
                  <a:lnTo>
                    <a:pt x="3176023" y="557247"/>
                  </a:lnTo>
                  <a:lnTo>
                    <a:pt x="3177305" y="541625"/>
                  </a:lnTo>
                  <a:lnTo>
                    <a:pt x="3178587" y="464332"/>
                  </a:lnTo>
                  <a:lnTo>
                    <a:pt x="3179868" y="470378"/>
                  </a:lnTo>
                  <a:lnTo>
                    <a:pt x="3181150" y="446151"/>
                  </a:lnTo>
                  <a:lnTo>
                    <a:pt x="3182432" y="434206"/>
                  </a:lnTo>
                  <a:lnTo>
                    <a:pt x="3183714" y="426111"/>
                  </a:lnTo>
                  <a:lnTo>
                    <a:pt x="3184996" y="432172"/>
                  </a:lnTo>
                  <a:lnTo>
                    <a:pt x="3186278" y="452428"/>
                  </a:lnTo>
                  <a:lnTo>
                    <a:pt x="3187559" y="462188"/>
                  </a:lnTo>
                  <a:lnTo>
                    <a:pt x="3188841" y="475611"/>
                  </a:lnTo>
                  <a:lnTo>
                    <a:pt x="3190123" y="470812"/>
                  </a:lnTo>
                  <a:lnTo>
                    <a:pt x="3191405" y="443423"/>
                  </a:lnTo>
                  <a:lnTo>
                    <a:pt x="3192687" y="428960"/>
                  </a:lnTo>
                  <a:lnTo>
                    <a:pt x="3193969" y="262530"/>
                  </a:lnTo>
                  <a:lnTo>
                    <a:pt x="3195251" y="259632"/>
                  </a:lnTo>
                  <a:lnTo>
                    <a:pt x="3196532" y="304264"/>
                  </a:lnTo>
                  <a:lnTo>
                    <a:pt x="3197814" y="321938"/>
                  </a:lnTo>
                  <a:lnTo>
                    <a:pt x="3199096" y="339698"/>
                  </a:lnTo>
                  <a:lnTo>
                    <a:pt x="3200378" y="394438"/>
                  </a:lnTo>
                  <a:lnTo>
                    <a:pt x="3201660" y="421704"/>
                  </a:lnTo>
                  <a:lnTo>
                    <a:pt x="3202942" y="463720"/>
                  </a:lnTo>
                  <a:lnTo>
                    <a:pt x="3204223" y="475023"/>
                  </a:lnTo>
                  <a:lnTo>
                    <a:pt x="3205505" y="470833"/>
                  </a:lnTo>
                  <a:lnTo>
                    <a:pt x="3206787" y="505876"/>
                  </a:lnTo>
                  <a:lnTo>
                    <a:pt x="3208069" y="537141"/>
                  </a:lnTo>
                  <a:lnTo>
                    <a:pt x="3209351" y="558971"/>
                  </a:lnTo>
                  <a:lnTo>
                    <a:pt x="3210633" y="657325"/>
                  </a:lnTo>
                  <a:lnTo>
                    <a:pt x="3211914" y="691320"/>
                  </a:lnTo>
                  <a:lnTo>
                    <a:pt x="3213196" y="703710"/>
                  </a:lnTo>
                  <a:lnTo>
                    <a:pt x="3214478" y="720043"/>
                  </a:lnTo>
                  <a:lnTo>
                    <a:pt x="3215760" y="738753"/>
                  </a:lnTo>
                  <a:lnTo>
                    <a:pt x="3217042" y="754173"/>
                  </a:lnTo>
                  <a:lnTo>
                    <a:pt x="3218324" y="762040"/>
                  </a:lnTo>
                  <a:lnTo>
                    <a:pt x="3219606" y="762040"/>
                  </a:lnTo>
                  <a:lnTo>
                    <a:pt x="3220887" y="798844"/>
                  </a:lnTo>
                  <a:lnTo>
                    <a:pt x="3222169" y="817079"/>
                  </a:lnTo>
                  <a:lnTo>
                    <a:pt x="3223451" y="843849"/>
                  </a:lnTo>
                  <a:lnTo>
                    <a:pt x="3224733" y="771023"/>
                  </a:lnTo>
                  <a:lnTo>
                    <a:pt x="3226015" y="636261"/>
                  </a:lnTo>
                  <a:lnTo>
                    <a:pt x="3227297" y="575191"/>
                  </a:lnTo>
                  <a:lnTo>
                    <a:pt x="3228578" y="519995"/>
                  </a:lnTo>
                  <a:lnTo>
                    <a:pt x="3229860" y="498945"/>
                  </a:lnTo>
                  <a:lnTo>
                    <a:pt x="3231142" y="460783"/>
                  </a:lnTo>
                  <a:lnTo>
                    <a:pt x="3232424" y="614581"/>
                  </a:lnTo>
                  <a:lnTo>
                    <a:pt x="3233706" y="581139"/>
                  </a:lnTo>
                  <a:lnTo>
                    <a:pt x="3234988" y="655874"/>
                  </a:lnTo>
                  <a:lnTo>
                    <a:pt x="3236270" y="639131"/>
                  </a:lnTo>
                  <a:lnTo>
                    <a:pt x="3237551" y="675106"/>
                  </a:lnTo>
                  <a:lnTo>
                    <a:pt x="3238833" y="624507"/>
                  </a:lnTo>
                  <a:lnTo>
                    <a:pt x="3240115" y="580122"/>
                  </a:lnTo>
                  <a:lnTo>
                    <a:pt x="3241397" y="610727"/>
                  </a:lnTo>
                  <a:lnTo>
                    <a:pt x="3242679" y="648425"/>
                  </a:lnTo>
                  <a:lnTo>
                    <a:pt x="3243961" y="647072"/>
                  </a:lnTo>
                  <a:lnTo>
                    <a:pt x="3245242" y="662827"/>
                  </a:lnTo>
                  <a:lnTo>
                    <a:pt x="3246524" y="657986"/>
                  </a:lnTo>
                  <a:lnTo>
                    <a:pt x="3247806" y="682251"/>
                  </a:lnTo>
                  <a:lnTo>
                    <a:pt x="3249088" y="692032"/>
                  </a:lnTo>
                  <a:lnTo>
                    <a:pt x="3250370" y="720493"/>
                  </a:lnTo>
                  <a:lnTo>
                    <a:pt x="3251652" y="748016"/>
                  </a:lnTo>
                  <a:lnTo>
                    <a:pt x="3252933" y="746771"/>
                  </a:lnTo>
                  <a:lnTo>
                    <a:pt x="3254215" y="799726"/>
                  </a:lnTo>
                  <a:lnTo>
                    <a:pt x="3255497" y="770807"/>
                  </a:lnTo>
                  <a:lnTo>
                    <a:pt x="3256779" y="856812"/>
                  </a:lnTo>
                  <a:lnTo>
                    <a:pt x="3258061" y="937027"/>
                  </a:lnTo>
                  <a:lnTo>
                    <a:pt x="3259343" y="938349"/>
                  </a:lnTo>
                  <a:lnTo>
                    <a:pt x="3260625" y="976209"/>
                  </a:lnTo>
                  <a:lnTo>
                    <a:pt x="3261906" y="888120"/>
                  </a:lnTo>
                  <a:lnTo>
                    <a:pt x="3263188" y="857717"/>
                  </a:lnTo>
                  <a:lnTo>
                    <a:pt x="3264470" y="998892"/>
                  </a:lnTo>
                  <a:lnTo>
                    <a:pt x="3265752" y="1123698"/>
                  </a:lnTo>
                  <a:lnTo>
                    <a:pt x="3267034" y="1227299"/>
                  </a:lnTo>
                  <a:lnTo>
                    <a:pt x="3268316" y="1238539"/>
                  </a:lnTo>
                  <a:lnTo>
                    <a:pt x="3269597" y="1231769"/>
                  </a:lnTo>
                  <a:lnTo>
                    <a:pt x="3270879" y="1268836"/>
                  </a:lnTo>
                  <a:lnTo>
                    <a:pt x="3272161" y="1273642"/>
                  </a:lnTo>
                  <a:lnTo>
                    <a:pt x="3273443" y="1285837"/>
                  </a:lnTo>
                  <a:lnTo>
                    <a:pt x="3274725" y="1170135"/>
                  </a:lnTo>
                  <a:lnTo>
                    <a:pt x="3276007" y="1096472"/>
                  </a:lnTo>
                  <a:lnTo>
                    <a:pt x="3277289" y="1047237"/>
                  </a:lnTo>
                  <a:lnTo>
                    <a:pt x="3278570" y="962667"/>
                  </a:lnTo>
                  <a:lnTo>
                    <a:pt x="3279852" y="936587"/>
                  </a:lnTo>
                  <a:lnTo>
                    <a:pt x="3281134" y="856548"/>
                  </a:lnTo>
                  <a:lnTo>
                    <a:pt x="3282416" y="791500"/>
                  </a:lnTo>
                  <a:lnTo>
                    <a:pt x="3283698" y="857419"/>
                  </a:lnTo>
                  <a:lnTo>
                    <a:pt x="3284980" y="811523"/>
                  </a:lnTo>
                  <a:lnTo>
                    <a:pt x="3286261" y="760017"/>
                  </a:lnTo>
                  <a:lnTo>
                    <a:pt x="3287543" y="717095"/>
                  </a:lnTo>
                  <a:lnTo>
                    <a:pt x="3288825" y="652196"/>
                  </a:lnTo>
                  <a:lnTo>
                    <a:pt x="3290107" y="569133"/>
                  </a:lnTo>
                  <a:lnTo>
                    <a:pt x="3291389" y="511774"/>
                  </a:lnTo>
                  <a:lnTo>
                    <a:pt x="3292671" y="513643"/>
                  </a:lnTo>
                  <a:lnTo>
                    <a:pt x="3293953" y="533647"/>
                  </a:lnTo>
                  <a:lnTo>
                    <a:pt x="3295234" y="545894"/>
                  </a:lnTo>
                  <a:lnTo>
                    <a:pt x="3296516" y="544410"/>
                  </a:lnTo>
                  <a:lnTo>
                    <a:pt x="3297798" y="524988"/>
                  </a:lnTo>
                  <a:lnTo>
                    <a:pt x="3299080" y="460906"/>
                  </a:lnTo>
                  <a:lnTo>
                    <a:pt x="3300362" y="425308"/>
                  </a:lnTo>
                  <a:lnTo>
                    <a:pt x="3301644" y="347362"/>
                  </a:lnTo>
                  <a:lnTo>
                    <a:pt x="3302925" y="329344"/>
                  </a:lnTo>
                  <a:lnTo>
                    <a:pt x="3304207" y="329966"/>
                  </a:lnTo>
                  <a:lnTo>
                    <a:pt x="3305489" y="217069"/>
                  </a:lnTo>
                  <a:lnTo>
                    <a:pt x="3306771" y="251433"/>
                  </a:lnTo>
                  <a:lnTo>
                    <a:pt x="3308053" y="285388"/>
                  </a:lnTo>
                  <a:lnTo>
                    <a:pt x="3309335" y="348787"/>
                  </a:lnTo>
                  <a:lnTo>
                    <a:pt x="3310616" y="388207"/>
                  </a:lnTo>
                  <a:lnTo>
                    <a:pt x="3311898" y="472884"/>
                  </a:lnTo>
                  <a:lnTo>
                    <a:pt x="3313180" y="459356"/>
                  </a:lnTo>
                  <a:lnTo>
                    <a:pt x="3314462" y="390393"/>
                  </a:lnTo>
                  <a:lnTo>
                    <a:pt x="3315744" y="393305"/>
                  </a:lnTo>
                  <a:lnTo>
                    <a:pt x="3317026" y="403260"/>
                  </a:lnTo>
                  <a:lnTo>
                    <a:pt x="3318308" y="451587"/>
                  </a:lnTo>
                  <a:lnTo>
                    <a:pt x="3319589" y="507127"/>
                  </a:lnTo>
                  <a:lnTo>
                    <a:pt x="3320871" y="610825"/>
                  </a:lnTo>
                  <a:lnTo>
                    <a:pt x="3322153" y="622021"/>
                  </a:lnTo>
                  <a:lnTo>
                    <a:pt x="3323435" y="596048"/>
                  </a:lnTo>
                  <a:lnTo>
                    <a:pt x="3324717" y="553871"/>
                  </a:lnTo>
                  <a:lnTo>
                    <a:pt x="3325999" y="520708"/>
                  </a:lnTo>
                  <a:lnTo>
                    <a:pt x="3327280" y="511307"/>
                  </a:lnTo>
                  <a:lnTo>
                    <a:pt x="3328562" y="492505"/>
                  </a:lnTo>
                  <a:lnTo>
                    <a:pt x="3329844" y="458349"/>
                  </a:lnTo>
                  <a:lnTo>
                    <a:pt x="3331126" y="487559"/>
                  </a:lnTo>
                  <a:lnTo>
                    <a:pt x="3332408" y="482637"/>
                  </a:lnTo>
                  <a:lnTo>
                    <a:pt x="3333690" y="528489"/>
                  </a:lnTo>
                  <a:lnTo>
                    <a:pt x="3334972" y="408177"/>
                  </a:lnTo>
                  <a:lnTo>
                    <a:pt x="3336253" y="432760"/>
                  </a:lnTo>
                  <a:lnTo>
                    <a:pt x="3337535" y="449179"/>
                  </a:lnTo>
                  <a:lnTo>
                    <a:pt x="3338817" y="463132"/>
                  </a:lnTo>
                  <a:lnTo>
                    <a:pt x="3340099" y="500827"/>
                  </a:lnTo>
                  <a:lnTo>
                    <a:pt x="3341381" y="571626"/>
                  </a:lnTo>
                  <a:lnTo>
                    <a:pt x="3342663" y="624450"/>
                  </a:lnTo>
                  <a:lnTo>
                    <a:pt x="3343944" y="691320"/>
                  </a:lnTo>
                  <a:lnTo>
                    <a:pt x="3345226" y="739705"/>
                  </a:lnTo>
                  <a:lnTo>
                    <a:pt x="3346508" y="799900"/>
                  </a:lnTo>
                  <a:lnTo>
                    <a:pt x="3347790" y="868342"/>
                  </a:lnTo>
                  <a:lnTo>
                    <a:pt x="3349072" y="1026466"/>
                  </a:lnTo>
                  <a:lnTo>
                    <a:pt x="3350354" y="1123698"/>
                  </a:lnTo>
                  <a:lnTo>
                    <a:pt x="3351635" y="1259343"/>
                  </a:lnTo>
                  <a:lnTo>
                    <a:pt x="3352917" y="1406042"/>
                  </a:lnTo>
                  <a:lnTo>
                    <a:pt x="3354199" y="1443718"/>
                  </a:lnTo>
                  <a:lnTo>
                    <a:pt x="3355481" y="1531173"/>
                  </a:lnTo>
                  <a:lnTo>
                    <a:pt x="3356763" y="1578406"/>
                  </a:lnTo>
                  <a:lnTo>
                    <a:pt x="3358045" y="1578406"/>
                  </a:lnTo>
                  <a:lnTo>
                    <a:pt x="3359327" y="1578406"/>
                  </a:lnTo>
                  <a:lnTo>
                    <a:pt x="3360608" y="1578406"/>
                  </a:lnTo>
                  <a:lnTo>
                    <a:pt x="3361890" y="1578406"/>
                  </a:lnTo>
                  <a:lnTo>
                    <a:pt x="3363172" y="1578406"/>
                  </a:lnTo>
                  <a:lnTo>
                    <a:pt x="3364454" y="1666941"/>
                  </a:lnTo>
                  <a:lnTo>
                    <a:pt x="3365736" y="1666941"/>
                  </a:lnTo>
                  <a:lnTo>
                    <a:pt x="3367018" y="1666941"/>
                  </a:lnTo>
                  <a:lnTo>
                    <a:pt x="3368299" y="1666941"/>
                  </a:lnTo>
                  <a:lnTo>
                    <a:pt x="3369581" y="1666941"/>
                  </a:lnTo>
                  <a:lnTo>
                    <a:pt x="3370863" y="1666941"/>
                  </a:lnTo>
                  <a:lnTo>
                    <a:pt x="3372145" y="1666941"/>
                  </a:lnTo>
                  <a:lnTo>
                    <a:pt x="3373427" y="1666941"/>
                  </a:lnTo>
                  <a:lnTo>
                    <a:pt x="3374709" y="1666941"/>
                  </a:lnTo>
                  <a:lnTo>
                    <a:pt x="3375991" y="1634379"/>
                  </a:lnTo>
                  <a:lnTo>
                    <a:pt x="3377272" y="1578406"/>
                  </a:lnTo>
                  <a:lnTo>
                    <a:pt x="3378554" y="1578406"/>
                  </a:lnTo>
                  <a:lnTo>
                    <a:pt x="3379836" y="1578406"/>
                  </a:lnTo>
                  <a:lnTo>
                    <a:pt x="3381118" y="1396997"/>
                  </a:lnTo>
                  <a:lnTo>
                    <a:pt x="3382400" y="1373551"/>
                  </a:lnTo>
                  <a:lnTo>
                    <a:pt x="3383682" y="1318810"/>
                  </a:lnTo>
                  <a:lnTo>
                    <a:pt x="3384963" y="1303356"/>
                  </a:lnTo>
                  <a:lnTo>
                    <a:pt x="3386245" y="1216275"/>
                  </a:lnTo>
                  <a:lnTo>
                    <a:pt x="3387527" y="1138763"/>
                  </a:lnTo>
                  <a:lnTo>
                    <a:pt x="3388809" y="1068788"/>
                  </a:lnTo>
                  <a:lnTo>
                    <a:pt x="3390091" y="991462"/>
                  </a:lnTo>
                  <a:lnTo>
                    <a:pt x="3391373" y="975446"/>
                  </a:lnTo>
                  <a:lnTo>
                    <a:pt x="3392654" y="954302"/>
                  </a:lnTo>
                  <a:lnTo>
                    <a:pt x="3393936" y="947424"/>
                  </a:lnTo>
                  <a:lnTo>
                    <a:pt x="3395218" y="1070078"/>
                  </a:lnTo>
                  <a:lnTo>
                    <a:pt x="3396500" y="1060001"/>
                  </a:lnTo>
                  <a:lnTo>
                    <a:pt x="3397782" y="1116044"/>
                  </a:lnTo>
                  <a:lnTo>
                    <a:pt x="3399064" y="1057605"/>
                  </a:lnTo>
                  <a:lnTo>
                    <a:pt x="3400346" y="1064368"/>
                  </a:lnTo>
                  <a:lnTo>
                    <a:pt x="3401627" y="1026754"/>
                  </a:lnTo>
                  <a:lnTo>
                    <a:pt x="3402909" y="1035930"/>
                  </a:lnTo>
                  <a:lnTo>
                    <a:pt x="3404191" y="992310"/>
                  </a:lnTo>
                  <a:lnTo>
                    <a:pt x="3405473" y="952570"/>
                  </a:lnTo>
                  <a:lnTo>
                    <a:pt x="3406755" y="925234"/>
                  </a:lnTo>
                  <a:lnTo>
                    <a:pt x="3408037" y="916904"/>
                  </a:lnTo>
                  <a:lnTo>
                    <a:pt x="3409318" y="926761"/>
                  </a:lnTo>
                  <a:lnTo>
                    <a:pt x="3410600" y="921433"/>
                  </a:lnTo>
                  <a:lnTo>
                    <a:pt x="3411882" y="931368"/>
                  </a:lnTo>
                  <a:lnTo>
                    <a:pt x="3413164" y="935236"/>
                  </a:lnTo>
                  <a:lnTo>
                    <a:pt x="3414446" y="946283"/>
                  </a:lnTo>
                  <a:lnTo>
                    <a:pt x="3415728" y="889756"/>
                  </a:lnTo>
                  <a:lnTo>
                    <a:pt x="3417010" y="775418"/>
                  </a:lnTo>
                  <a:lnTo>
                    <a:pt x="3418291" y="652395"/>
                  </a:lnTo>
                  <a:lnTo>
                    <a:pt x="3419573" y="674921"/>
                  </a:lnTo>
                  <a:lnTo>
                    <a:pt x="3420855" y="697481"/>
                  </a:lnTo>
                  <a:lnTo>
                    <a:pt x="3422137" y="684358"/>
                  </a:lnTo>
                  <a:lnTo>
                    <a:pt x="3423419" y="709103"/>
                  </a:lnTo>
                  <a:lnTo>
                    <a:pt x="3424701" y="763032"/>
                  </a:lnTo>
                  <a:lnTo>
                    <a:pt x="3425982" y="811655"/>
                  </a:lnTo>
                  <a:lnTo>
                    <a:pt x="3427264" y="825864"/>
                  </a:lnTo>
                  <a:lnTo>
                    <a:pt x="3428546" y="840433"/>
                  </a:lnTo>
                  <a:lnTo>
                    <a:pt x="3429828" y="819262"/>
                  </a:lnTo>
                  <a:lnTo>
                    <a:pt x="3431110" y="749309"/>
                  </a:lnTo>
                  <a:lnTo>
                    <a:pt x="3432392" y="714547"/>
                  </a:lnTo>
                  <a:lnTo>
                    <a:pt x="3433674" y="700143"/>
                  </a:lnTo>
                  <a:lnTo>
                    <a:pt x="3434955" y="720043"/>
                  </a:lnTo>
                  <a:lnTo>
                    <a:pt x="3436237" y="725592"/>
                  </a:lnTo>
                  <a:lnTo>
                    <a:pt x="3437519" y="712726"/>
                  </a:lnTo>
                  <a:lnTo>
                    <a:pt x="3438801" y="671528"/>
                  </a:lnTo>
                  <a:lnTo>
                    <a:pt x="3440083" y="687828"/>
                  </a:lnTo>
                  <a:lnTo>
                    <a:pt x="3441365" y="696597"/>
                  </a:lnTo>
                  <a:lnTo>
                    <a:pt x="3442646" y="672374"/>
                  </a:lnTo>
                  <a:lnTo>
                    <a:pt x="3443928" y="642660"/>
                  </a:lnTo>
                  <a:lnTo>
                    <a:pt x="3445210" y="579498"/>
                  </a:lnTo>
                  <a:lnTo>
                    <a:pt x="3446492" y="546590"/>
                  </a:lnTo>
                  <a:lnTo>
                    <a:pt x="3447774" y="530486"/>
                  </a:lnTo>
                  <a:lnTo>
                    <a:pt x="3449056" y="491478"/>
                  </a:lnTo>
                  <a:lnTo>
                    <a:pt x="3450337" y="427758"/>
                  </a:lnTo>
                  <a:lnTo>
                    <a:pt x="3451619" y="378476"/>
                  </a:lnTo>
                  <a:lnTo>
                    <a:pt x="3452901" y="364430"/>
                  </a:lnTo>
                  <a:lnTo>
                    <a:pt x="3454183" y="361465"/>
                  </a:lnTo>
                  <a:lnTo>
                    <a:pt x="3455465" y="358024"/>
                  </a:lnTo>
                  <a:lnTo>
                    <a:pt x="3456747" y="341123"/>
                  </a:lnTo>
                  <a:lnTo>
                    <a:pt x="3458029" y="324705"/>
                  </a:lnTo>
                  <a:lnTo>
                    <a:pt x="3459310" y="273000"/>
                  </a:lnTo>
                  <a:lnTo>
                    <a:pt x="3460592" y="394297"/>
                  </a:lnTo>
                  <a:lnTo>
                    <a:pt x="3461874" y="397440"/>
                  </a:lnTo>
                  <a:lnTo>
                    <a:pt x="3463156" y="420161"/>
                  </a:lnTo>
                  <a:lnTo>
                    <a:pt x="3464438" y="442831"/>
                  </a:lnTo>
                  <a:lnTo>
                    <a:pt x="3465720" y="431360"/>
                  </a:lnTo>
                  <a:lnTo>
                    <a:pt x="3467001" y="417732"/>
                  </a:lnTo>
                  <a:lnTo>
                    <a:pt x="3468283" y="427721"/>
                  </a:lnTo>
                  <a:lnTo>
                    <a:pt x="3469565" y="483551"/>
                  </a:lnTo>
                  <a:lnTo>
                    <a:pt x="3470847" y="517400"/>
                  </a:lnTo>
                  <a:lnTo>
                    <a:pt x="3472129" y="554373"/>
                  </a:lnTo>
                  <a:lnTo>
                    <a:pt x="3473411" y="555379"/>
                  </a:lnTo>
                  <a:lnTo>
                    <a:pt x="3474693" y="547878"/>
                  </a:lnTo>
                  <a:lnTo>
                    <a:pt x="3475974" y="568618"/>
                  </a:lnTo>
                  <a:lnTo>
                    <a:pt x="3477256" y="601477"/>
                  </a:lnTo>
                  <a:lnTo>
                    <a:pt x="3478538" y="648632"/>
                  </a:lnTo>
                  <a:lnTo>
                    <a:pt x="3479820" y="701298"/>
                  </a:lnTo>
                  <a:lnTo>
                    <a:pt x="3481102" y="730794"/>
                  </a:lnTo>
                  <a:lnTo>
                    <a:pt x="3482384" y="731072"/>
                  </a:lnTo>
                  <a:lnTo>
                    <a:pt x="3483665" y="630719"/>
                  </a:lnTo>
                  <a:lnTo>
                    <a:pt x="3484947" y="718205"/>
                  </a:lnTo>
                  <a:lnTo>
                    <a:pt x="3486229" y="766015"/>
                  </a:lnTo>
                  <a:lnTo>
                    <a:pt x="3487511" y="824759"/>
                  </a:lnTo>
                  <a:lnTo>
                    <a:pt x="3488793" y="841570"/>
                  </a:lnTo>
                  <a:lnTo>
                    <a:pt x="3490075" y="895174"/>
                  </a:lnTo>
                  <a:lnTo>
                    <a:pt x="3491356" y="821454"/>
                  </a:lnTo>
                  <a:lnTo>
                    <a:pt x="3492638" y="906570"/>
                  </a:lnTo>
                  <a:lnTo>
                    <a:pt x="3493920" y="892281"/>
                  </a:lnTo>
                  <a:lnTo>
                    <a:pt x="3495202" y="890633"/>
                  </a:lnTo>
                  <a:lnTo>
                    <a:pt x="3496484" y="916921"/>
                  </a:lnTo>
                  <a:lnTo>
                    <a:pt x="3497766" y="946978"/>
                  </a:lnTo>
                  <a:lnTo>
                    <a:pt x="3499048" y="924528"/>
                  </a:lnTo>
                  <a:lnTo>
                    <a:pt x="3500329" y="895595"/>
                  </a:lnTo>
                  <a:lnTo>
                    <a:pt x="3501611" y="827037"/>
                  </a:lnTo>
                  <a:lnTo>
                    <a:pt x="3502893" y="801752"/>
                  </a:lnTo>
                  <a:lnTo>
                    <a:pt x="3504175" y="765797"/>
                  </a:lnTo>
                  <a:lnTo>
                    <a:pt x="3505457" y="761457"/>
                  </a:lnTo>
                  <a:lnTo>
                    <a:pt x="3506739" y="743020"/>
                  </a:lnTo>
                  <a:lnTo>
                    <a:pt x="3508020" y="761457"/>
                  </a:lnTo>
                  <a:lnTo>
                    <a:pt x="3509302" y="724480"/>
                  </a:lnTo>
                  <a:lnTo>
                    <a:pt x="3510584" y="704558"/>
                  </a:lnTo>
                  <a:lnTo>
                    <a:pt x="3511866" y="677719"/>
                  </a:lnTo>
                  <a:lnTo>
                    <a:pt x="3513148" y="692013"/>
                  </a:lnTo>
                  <a:lnTo>
                    <a:pt x="3514430" y="700632"/>
                  </a:lnTo>
                  <a:lnTo>
                    <a:pt x="3515712" y="562459"/>
                  </a:lnTo>
                  <a:lnTo>
                    <a:pt x="3516993" y="553435"/>
                  </a:lnTo>
                  <a:lnTo>
                    <a:pt x="3518275" y="570915"/>
                  </a:lnTo>
                  <a:lnTo>
                    <a:pt x="3519557" y="546590"/>
                  </a:lnTo>
                  <a:lnTo>
                    <a:pt x="3520839" y="538481"/>
                  </a:lnTo>
                  <a:lnTo>
                    <a:pt x="3522121" y="518697"/>
                  </a:lnTo>
                  <a:lnTo>
                    <a:pt x="3523403" y="509692"/>
                  </a:lnTo>
                  <a:lnTo>
                    <a:pt x="3524684" y="509055"/>
                  </a:lnTo>
                  <a:lnTo>
                    <a:pt x="3525966" y="535804"/>
                  </a:lnTo>
                  <a:lnTo>
                    <a:pt x="3527248" y="539825"/>
                  </a:lnTo>
                  <a:lnTo>
                    <a:pt x="3528530" y="575907"/>
                  </a:lnTo>
                  <a:lnTo>
                    <a:pt x="3529812" y="596317"/>
                  </a:lnTo>
                  <a:lnTo>
                    <a:pt x="3531094" y="597803"/>
                  </a:lnTo>
                  <a:lnTo>
                    <a:pt x="3532375" y="546590"/>
                  </a:lnTo>
                  <a:lnTo>
                    <a:pt x="3533657" y="493956"/>
                  </a:lnTo>
                  <a:lnTo>
                    <a:pt x="3534939" y="473224"/>
                  </a:lnTo>
                  <a:lnTo>
                    <a:pt x="3536221" y="472625"/>
                  </a:lnTo>
                  <a:lnTo>
                    <a:pt x="3537503" y="464310"/>
                  </a:lnTo>
                  <a:lnTo>
                    <a:pt x="3538785" y="493956"/>
                  </a:lnTo>
                  <a:lnTo>
                    <a:pt x="3540067" y="537811"/>
                  </a:lnTo>
                  <a:lnTo>
                    <a:pt x="3541348" y="567376"/>
                  </a:lnTo>
                  <a:lnTo>
                    <a:pt x="3542630" y="573049"/>
                  </a:lnTo>
                  <a:lnTo>
                    <a:pt x="3543912" y="551373"/>
                  </a:lnTo>
                  <a:lnTo>
                    <a:pt x="3545194" y="535136"/>
                  </a:lnTo>
                  <a:lnTo>
                    <a:pt x="3546476" y="522600"/>
                  </a:lnTo>
                  <a:lnTo>
                    <a:pt x="3547758" y="530486"/>
                  </a:lnTo>
                  <a:lnTo>
                    <a:pt x="3549039" y="575907"/>
                  </a:lnTo>
                  <a:lnTo>
                    <a:pt x="3550321" y="669838"/>
                  </a:lnTo>
                  <a:lnTo>
                    <a:pt x="3551603" y="803082"/>
                  </a:lnTo>
                  <a:lnTo>
                    <a:pt x="3552885" y="900191"/>
                  </a:lnTo>
                  <a:lnTo>
                    <a:pt x="3554167" y="907798"/>
                  </a:lnTo>
                  <a:lnTo>
                    <a:pt x="3555449" y="918100"/>
                  </a:lnTo>
                  <a:lnTo>
                    <a:pt x="3556731" y="902715"/>
                  </a:lnTo>
                  <a:lnTo>
                    <a:pt x="3558012" y="1020839"/>
                  </a:lnTo>
                  <a:lnTo>
                    <a:pt x="3559294" y="1029605"/>
                  </a:lnTo>
                  <a:lnTo>
                    <a:pt x="3560576" y="1136568"/>
                  </a:lnTo>
                  <a:lnTo>
                    <a:pt x="3561858" y="1191074"/>
                  </a:lnTo>
                  <a:lnTo>
                    <a:pt x="3563140" y="1328991"/>
                  </a:lnTo>
                  <a:lnTo>
                    <a:pt x="3564422" y="1379063"/>
                  </a:lnTo>
                  <a:lnTo>
                    <a:pt x="3565703" y="1343472"/>
                  </a:lnTo>
                  <a:lnTo>
                    <a:pt x="3566985" y="1321705"/>
                  </a:lnTo>
                  <a:lnTo>
                    <a:pt x="3568267" y="1315392"/>
                  </a:lnTo>
                  <a:lnTo>
                    <a:pt x="3569549" y="1264697"/>
                  </a:lnTo>
                  <a:lnTo>
                    <a:pt x="3570831" y="1224543"/>
                  </a:lnTo>
                  <a:lnTo>
                    <a:pt x="3572113" y="1178429"/>
                  </a:lnTo>
                  <a:lnTo>
                    <a:pt x="3573395" y="1150163"/>
                  </a:lnTo>
                  <a:lnTo>
                    <a:pt x="3574676" y="1137328"/>
                  </a:lnTo>
                  <a:lnTo>
                    <a:pt x="3575958" y="1117831"/>
                  </a:lnTo>
                  <a:lnTo>
                    <a:pt x="3577240" y="1118598"/>
                  </a:lnTo>
                  <a:lnTo>
                    <a:pt x="3578522" y="1114009"/>
                  </a:lnTo>
                  <a:lnTo>
                    <a:pt x="3579804" y="1012515"/>
                  </a:lnTo>
                  <a:lnTo>
                    <a:pt x="3581086" y="951773"/>
                  </a:lnTo>
                  <a:lnTo>
                    <a:pt x="3582367" y="866761"/>
                  </a:lnTo>
                  <a:lnTo>
                    <a:pt x="3583649" y="836356"/>
                  </a:lnTo>
                  <a:lnTo>
                    <a:pt x="3584931" y="723804"/>
                  </a:lnTo>
                  <a:lnTo>
                    <a:pt x="3586213" y="726510"/>
                  </a:lnTo>
                  <a:lnTo>
                    <a:pt x="3587495" y="730794"/>
                  </a:lnTo>
                  <a:lnTo>
                    <a:pt x="3588777" y="736452"/>
                  </a:lnTo>
                  <a:lnTo>
                    <a:pt x="3590058" y="530486"/>
                  </a:lnTo>
                  <a:lnTo>
                    <a:pt x="3591340" y="519995"/>
                  </a:lnTo>
                  <a:lnTo>
                    <a:pt x="3592622" y="502085"/>
                  </a:lnTo>
                  <a:lnTo>
                    <a:pt x="3593904" y="610549"/>
                  </a:lnTo>
                  <a:lnTo>
                    <a:pt x="3595186" y="615156"/>
                  </a:lnTo>
                  <a:lnTo>
                    <a:pt x="3596468" y="611575"/>
                  </a:lnTo>
                  <a:lnTo>
                    <a:pt x="3597750" y="599843"/>
                  </a:lnTo>
                  <a:lnTo>
                    <a:pt x="3599031" y="627702"/>
                  </a:lnTo>
                  <a:lnTo>
                    <a:pt x="3600313" y="657583"/>
                  </a:lnTo>
                  <a:lnTo>
                    <a:pt x="3601595" y="661808"/>
                  </a:lnTo>
                  <a:lnTo>
                    <a:pt x="3602877" y="652792"/>
                  </a:lnTo>
                  <a:lnTo>
                    <a:pt x="3604159" y="629417"/>
                  </a:lnTo>
                  <a:lnTo>
                    <a:pt x="3605441" y="635172"/>
                  </a:lnTo>
                  <a:lnTo>
                    <a:pt x="3606722" y="594430"/>
                  </a:lnTo>
                  <a:lnTo>
                    <a:pt x="3608004" y="556386"/>
                  </a:lnTo>
                  <a:lnTo>
                    <a:pt x="3609286" y="591206"/>
                  </a:lnTo>
                  <a:lnTo>
                    <a:pt x="3610568" y="619201"/>
                  </a:lnTo>
                  <a:lnTo>
                    <a:pt x="3611850" y="661808"/>
                  </a:lnTo>
                  <a:lnTo>
                    <a:pt x="3613132" y="655643"/>
                  </a:lnTo>
                  <a:lnTo>
                    <a:pt x="3614414" y="650411"/>
                  </a:lnTo>
                  <a:lnTo>
                    <a:pt x="3615695" y="648040"/>
                  </a:lnTo>
                  <a:lnTo>
                    <a:pt x="3616977" y="650411"/>
                  </a:lnTo>
                  <a:lnTo>
                    <a:pt x="3618259" y="635751"/>
                  </a:lnTo>
                  <a:lnTo>
                    <a:pt x="3619541" y="639235"/>
                  </a:lnTo>
                  <a:lnTo>
                    <a:pt x="3620823" y="606407"/>
                  </a:lnTo>
                  <a:lnTo>
                    <a:pt x="3622105" y="618639"/>
                  </a:lnTo>
                  <a:lnTo>
                    <a:pt x="3623386" y="633440"/>
                  </a:lnTo>
                  <a:lnTo>
                    <a:pt x="3624668" y="584283"/>
                  </a:lnTo>
                  <a:lnTo>
                    <a:pt x="3625950" y="604210"/>
                  </a:lnTo>
                  <a:lnTo>
                    <a:pt x="3627232" y="599843"/>
                  </a:lnTo>
                  <a:lnTo>
                    <a:pt x="3628514" y="545894"/>
                  </a:lnTo>
                  <a:lnTo>
                    <a:pt x="3629796" y="472988"/>
                  </a:lnTo>
                  <a:lnTo>
                    <a:pt x="3631077" y="423305"/>
                  </a:lnTo>
                  <a:lnTo>
                    <a:pt x="3632359" y="401718"/>
                  </a:lnTo>
                  <a:lnTo>
                    <a:pt x="3633641" y="380364"/>
                  </a:lnTo>
                  <a:lnTo>
                    <a:pt x="3634923" y="221688"/>
                  </a:lnTo>
                  <a:lnTo>
                    <a:pt x="3636205" y="201560"/>
                  </a:lnTo>
                  <a:lnTo>
                    <a:pt x="3637487" y="328480"/>
                  </a:lnTo>
                  <a:lnTo>
                    <a:pt x="3638769" y="310054"/>
                  </a:lnTo>
                  <a:lnTo>
                    <a:pt x="3640050" y="276259"/>
                  </a:lnTo>
                  <a:lnTo>
                    <a:pt x="3641332" y="239095"/>
                  </a:lnTo>
                  <a:lnTo>
                    <a:pt x="3642614" y="213552"/>
                  </a:lnTo>
                  <a:lnTo>
                    <a:pt x="3643896" y="214941"/>
                  </a:lnTo>
                  <a:lnTo>
                    <a:pt x="3645178" y="219411"/>
                  </a:lnTo>
                  <a:lnTo>
                    <a:pt x="3646460" y="244929"/>
                  </a:lnTo>
                  <a:lnTo>
                    <a:pt x="3647741" y="255581"/>
                  </a:lnTo>
                  <a:lnTo>
                    <a:pt x="3649023" y="268570"/>
                  </a:lnTo>
                  <a:lnTo>
                    <a:pt x="3650305" y="278741"/>
                  </a:lnTo>
                  <a:lnTo>
                    <a:pt x="3651587" y="300286"/>
                  </a:lnTo>
                  <a:lnTo>
                    <a:pt x="3652869" y="314670"/>
                  </a:lnTo>
                  <a:lnTo>
                    <a:pt x="3654151" y="324688"/>
                  </a:lnTo>
                  <a:lnTo>
                    <a:pt x="3655433" y="342477"/>
                  </a:lnTo>
                  <a:lnTo>
                    <a:pt x="3656714" y="340483"/>
                  </a:lnTo>
                  <a:lnTo>
                    <a:pt x="3657996" y="224788"/>
                  </a:lnTo>
                  <a:lnTo>
                    <a:pt x="3659278" y="281944"/>
                  </a:lnTo>
                  <a:lnTo>
                    <a:pt x="3660560" y="318268"/>
                  </a:lnTo>
                  <a:lnTo>
                    <a:pt x="3661842" y="346862"/>
                  </a:lnTo>
                  <a:lnTo>
                    <a:pt x="3663124" y="353630"/>
                  </a:lnTo>
                  <a:lnTo>
                    <a:pt x="3664405" y="341599"/>
                  </a:lnTo>
                  <a:lnTo>
                    <a:pt x="3665687" y="315531"/>
                  </a:lnTo>
                  <a:lnTo>
                    <a:pt x="3666969" y="307397"/>
                  </a:lnTo>
                  <a:lnTo>
                    <a:pt x="3668251" y="294968"/>
                  </a:lnTo>
                  <a:lnTo>
                    <a:pt x="3669533" y="293214"/>
                  </a:lnTo>
                  <a:lnTo>
                    <a:pt x="3670815" y="278947"/>
                  </a:lnTo>
                  <a:lnTo>
                    <a:pt x="3672097" y="274692"/>
                  </a:lnTo>
                  <a:lnTo>
                    <a:pt x="3673378" y="250620"/>
                  </a:lnTo>
                  <a:lnTo>
                    <a:pt x="3674660" y="233797"/>
                  </a:lnTo>
                  <a:lnTo>
                    <a:pt x="3675942" y="224012"/>
                  </a:lnTo>
                  <a:lnTo>
                    <a:pt x="3677224" y="157054"/>
                  </a:lnTo>
                  <a:lnTo>
                    <a:pt x="3678506" y="262579"/>
                  </a:lnTo>
                  <a:lnTo>
                    <a:pt x="3679788" y="399341"/>
                  </a:lnTo>
                  <a:lnTo>
                    <a:pt x="3681069" y="400326"/>
                  </a:lnTo>
                  <a:lnTo>
                    <a:pt x="3682351" y="468796"/>
                  </a:lnTo>
                  <a:lnTo>
                    <a:pt x="3683633" y="449467"/>
                  </a:lnTo>
                  <a:lnTo>
                    <a:pt x="3684915" y="437852"/>
                  </a:lnTo>
                  <a:lnTo>
                    <a:pt x="3686197" y="435054"/>
                  </a:lnTo>
                  <a:lnTo>
                    <a:pt x="3687479" y="446897"/>
                  </a:lnTo>
                  <a:lnTo>
                    <a:pt x="3688760" y="503950"/>
                  </a:lnTo>
                  <a:lnTo>
                    <a:pt x="3690042" y="499113"/>
                  </a:lnTo>
                  <a:lnTo>
                    <a:pt x="3691324" y="481534"/>
                  </a:lnTo>
                  <a:lnTo>
                    <a:pt x="3692606" y="458374"/>
                  </a:lnTo>
                  <a:lnTo>
                    <a:pt x="3693888" y="443780"/>
                  </a:lnTo>
                  <a:lnTo>
                    <a:pt x="3695170" y="438656"/>
                  </a:lnTo>
                  <a:lnTo>
                    <a:pt x="3696452" y="450510"/>
                  </a:lnTo>
                  <a:lnTo>
                    <a:pt x="3697733" y="455740"/>
                  </a:lnTo>
                  <a:lnTo>
                    <a:pt x="3699015" y="457583"/>
                  </a:lnTo>
                  <a:lnTo>
                    <a:pt x="3700297" y="418007"/>
                  </a:lnTo>
                  <a:lnTo>
                    <a:pt x="3701579" y="420178"/>
                  </a:lnTo>
                  <a:lnTo>
                    <a:pt x="3702861" y="429500"/>
                  </a:lnTo>
                  <a:lnTo>
                    <a:pt x="3704143" y="458407"/>
                  </a:lnTo>
                  <a:lnTo>
                    <a:pt x="3705424" y="474023"/>
                  </a:lnTo>
                  <a:lnTo>
                    <a:pt x="3706706" y="447467"/>
                  </a:lnTo>
                  <a:lnTo>
                    <a:pt x="3707988" y="441536"/>
                  </a:lnTo>
                  <a:lnTo>
                    <a:pt x="3709270" y="453870"/>
                  </a:lnTo>
                  <a:lnTo>
                    <a:pt x="3710552" y="369675"/>
                  </a:lnTo>
                  <a:lnTo>
                    <a:pt x="3711834" y="380799"/>
                  </a:lnTo>
                  <a:lnTo>
                    <a:pt x="3713116" y="401566"/>
                  </a:lnTo>
                  <a:lnTo>
                    <a:pt x="3714397" y="411146"/>
                  </a:lnTo>
                  <a:lnTo>
                    <a:pt x="3715679" y="524323"/>
                  </a:lnTo>
                  <a:lnTo>
                    <a:pt x="3716961" y="442858"/>
                  </a:lnTo>
                  <a:lnTo>
                    <a:pt x="3718243" y="438920"/>
                  </a:lnTo>
                  <a:lnTo>
                    <a:pt x="3719525" y="434683"/>
                  </a:lnTo>
                  <a:lnTo>
                    <a:pt x="3720807" y="289729"/>
                  </a:lnTo>
                  <a:lnTo>
                    <a:pt x="3722088" y="269182"/>
                  </a:lnTo>
                  <a:lnTo>
                    <a:pt x="3723370" y="253792"/>
                  </a:lnTo>
                  <a:lnTo>
                    <a:pt x="3724652" y="225047"/>
                  </a:lnTo>
                  <a:lnTo>
                    <a:pt x="3725934" y="360036"/>
                  </a:lnTo>
                  <a:lnTo>
                    <a:pt x="3727216" y="339461"/>
                  </a:lnTo>
                  <a:lnTo>
                    <a:pt x="3728498" y="313381"/>
                  </a:lnTo>
                  <a:lnTo>
                    <a:pt x="3729779" y="408923"/>
                  </a:lnTo>
                  <a:lnTo>
                    <a:pt x="3731061" y="410760"/>
                  </a:lnTo>
                  <a:lnTo>
                    <a:pt x="3732343" y="396993"/>
                  </a:lnTo>
                  <a:lnTo>
                    <a:pt x="3733625" y="389727"/>
                  </a:lnTo>
                  <a:lnTo>
                    <a:pt x="3734907" y="377226"/>
                  </a:lnTo>
                  <a:lnTo>
                    <a:pt x="3736189" y="366229"/>
                  </a:lnTo>
                  <a:lnTo>
                    <a:pt x="3737471" y="353982"/>
                  </a:lnTo>
                  <a:lnTo>
                    <a:pt x="3738752" y="332809"/>
                  </a:lnTo>
                  <a:lnTo>
                    <a:pt x="3740034" y="329084"/>
                  </a:lnTo>
                  <a:lnTo>
                    <a:pt x="3741316" y="330479"/>
                  </a:lnTo>
                  <a:lnTo>
                    <a:pt x="3742598" y="324923"/>
                  </a:lnTo>
                  <a:lnTo>
                    <a:pt x="3743880" y="349721"/>
                  </a:lnTo>
                  <a:lnTo>
                    <a:pt x="3745162" y="374350"/>
                  </a:lnTo>
                  <a:lnTo>
                    <a:pt x="3746443" y="302188"/>
                  </a:lnTo>
                  <a:lnTo>
                    <a:pt x="3747725" y="326894"/>
                  </a:lnTo>
                  <a:lnTo>
                    <a:pt x="3749007" y="321859"/>
                  </a:lnTo>
                  <a:lnTo>
                    <a:pt x="3750289" y="337911"/>
                  </a:lnTo>
                  <a:lnTo>
                    <a:pt x="3751571" y="204737"/>
                  </a:lnTo>
                  <a:lnTo>
                    <a:pt x="3752853" y="170370"/>
                  </a:lnTo>
                  <a:lnTo>
                    <a:pt x="3754135" y="142892"/>
                  </a:lnTo>
                  <a:lnTo>
                    <a:pt x="3755416" y="0"/>
                  </a:lnTo>
                  <a:lnTo>
                    <a:pt x="3755416" y="0"/>
                  </a:lnTo>
                  <a:lnTo>
                    <a:pt x="3756698" y="15984"/>
                  </a:lnTo>
                  <a:lnTo>
                    <a:pt x="3757980" y="16795"/>
                  </a:lnTo>
                  <a:lnTo>
                    <a:pt x="3759262" y="21413"/>
                  </a:lnTo>
                  <a:lnTo>
                    <a:pt x="3760544" y="29377"/>
                  </a:lnTo>
                  <a:lnTo>
                    <a:pt x="3761826" y="39982"/>
                  </a:lnTo>
                  <a:lnTo>
                    <a:pt x="3763107" y="49067"/>
                  </a:lnTo>
                  <a:lnTo>
                    <a:pt x="3764389" y="47353"/>
                  </a:lnTo>
                  <a:lnTo>
                    <a:pt x="3765671" y="43655"/>
                  </a:lnTo>
                  <a:lnTo>
                    <a:pt x="3766953" y="26893"/>
                  </a:lnTo>
                  <a:lnTo>
                    <a:pt x="3768235" y="179731"/>
                  </a:lnTo>
                  <a:lnTo>
                    <a:pt x="3769517" y="154154"/>
                  </a:lnTo>
                  <a:lnTo>
                    <a:pt x="3770798" y="165384"/>
                  </a:lnTo>
                  <a:lnTo>
                    <a:pt x="3772080" y="310108"/>
                  </a:lnTo>
                  <a:lnTo>
                    <a:pt x="3773362" y="298590"/>
                  </a:lnTo>
                  <a:lnTo>
                    <a:pt x="3774644" y="404486"/>
                  </a:lnTo>
                  <a:lnTo>
                    <a:pt x="3775926" y="393413"/>
                  </a:lnTo>
                  <a:lnTo>
                    <a:pt x="3777208" y="394908"/>
                  </a:lnTo>
                  <a:lnTo>
                    <a:pt x="3778490" y="418007"/>
                  </a:lnTo>
                  <a:lnTo>
                    <a:pt x="3779771" y="417195"/>
                  </a:lnTo>
                  <a:lnTo>
                    <a:pt x="3781053" y="393608"/>
                  </a:lnTo>
                  <a:lnTo>
                    <a:pt x="3782335" y="348196"/>
                  </a:lnTo>
                  <a:lnTo>
                    <a:pt x="3783617" y="341043"/>
                  </a:lnTo>
                  <a:lnTo>
                    <a:pt x="3784899" y="333043"/>
                  </a:lnTo>
                  <a:lnTo>
                    <a:pt x="3786181" y="337500"/>
                  </a:lnTo>
                  <a:lnTo>
                    <a:pt x="3787462" y="358294"/>
                  </a:lnTo>
                  <a:lnTo>
                    <a:pt x="3788744" y="343179"/>
                  </a:lnTo>
                  <a:lnTo>
                    <a:pt x="3790026" y="344847"/>
                  </a:lnTo>
                  <a:lnTo>
                    <a:pt x="3791308" y="350359"/>
                  </a:lnTo>
                  <a:lnTo>
                    <a:pt x="3792590" y="387577"/>
                  </a:lnTo>
                  <a:lnTo>
                    <a:pt x="3793872" y="366996"/>
                  </a:lnTo>
                  <a:lnTo>
                    <a:pt x="3795154" y="352327"/>
                  </a:lnTo>
                  <a:lnTo>
                    <a:pt x="3796435" y="243896"/>
                  </a:lnTo>
                  <a:lnTo>
                    <a:pt x="3797717" y="235801"/>
                  </a:lnTo>
                  <a:lnTo>
                    <a:pt x="3798999" y="216606"/>
                  </a:lnTo>
                  <a:lnTo>
                    <a:pt x="3800281" y="224883"/>
                  </a:lnTo>
                  <a:lnTo>
                    <a:pt x="3801563" y="261635"/>
                  </a:lnTo>
                  <a:lnTo>
                    <a:pt x="3802845" y="271324"/>
                  </a:lnTo>
                  <a:lnTo>
                    <a:pt x="3804126" y="297566"/>
                  </a:lnTo>
                  <a:lnTo>
                    <a:pt x="3805408" y="312068"/>
                  </a:lnTo>
                  <a:lnTo>
                    <a:pt x="3806690" y="319193"/>
                  </a:lnTo>
                  <a:lnTo>
                    <a:pt x="3807972" y="319015"/>
                  </a:lnTo>
                  <a:lnTo>
                    <a:pt x="3809254" y="178116"/>
                  </a:lnTo>
                  <a:lnTo>
                    <a:pt x="3810536" y="179192"/>
                  </a:lnTo>
                  <a:lnTo>
                    <a:pt x="3811818" y="22778"/>
                  </a:lnTo>
                  <a:lnTo>
                    <a:pt x="3813099" y="52511"/>
                  </a:lnTo>
                  <a:lnTo>
                    <a:pt x="3814381" y="106188"/>
                  </a:lnTo>
                  <a:lnTo>
                    <a:pt x="3815663" y="130069"/>
                  </a:lnTo>
                  <a:lnTo>
                    <a:pt x="3816945" y="146446"/>
                  </a:lnTo>
                  <a:lnTo>
                    <a:pt x="3818227" y="195620"/>
                  </a:lnTo>
                  <a:lnTo>
                    <a:pt x="3819509" y="235774"/>
                  </a:lnTo>
                  <a:lnTo>
                    <a:pt x="3820790" y="266277"/>
                  </a:lnTo>
                  <a:lnTo>
                    <a:pt x="3822072" y="297168"/>
                  </a:lnTo>
                  <a:lnTo>
                    <a:pt x="3823354" y="278947"/>
                  </a:lnTo>
                  <a:lnTo>
                    <a:pt x="3824636" y="262530"/>
                  </a:lnTo>
                  <a:lnTo>
                    <a:pt x="3825918" y="255108"/>
                  </a:lnTo>
                  <a:lnTo>
                    <a:pt x="3827200" y="270890"/>
                  </a:lnTo>
                  <a:lnTo>
                    <a:pt x="3828481" y="331684"/>
                  </a:lnTo>
                  <a:lnTo>
                    <a:pt x="3829763" y="394438"/>
                  </a:lnTo>
                  <a:lnTo>
                    <a:pt x="3831045" y="401795"/>
                  </a:lnTo>
                  <a:lnTo>
                    <a:pt x="3832327" y="443464"/>
                  </a:lnTo>
                  <a:lnTo>
                    <a:pt x="3833609" y="454372"/>
                  </a:lnTo>
                  <a:lnTo>
                    <a:pt x="3834891" y="502085"/>
                  </a:lnTo>
                  <a:lnTo>
                    <a:pt x="3836173" y="532474"/>
                  </a:lnTo>
                  <a:lnTo>
                    <a:pt x="3837454" y="553435"/>
                  </a:lnTo>
                  <a:lnTo>
                    <a:pt x="3838736" y="541171"/>
                  </a:lnTo>
                  <a:lnTo>
                    <a:pt x="3840018" y="505243"/>
                  </a:lnTo>
                  <a:lnTo>
                    <a:pt x="3841300" y="448032"/>
                  </a:lnTo>
                  <a:lnTo>
                    <a:pt x="3842582" y="439497"/>
                  </a:lnTo>
                  <a:lnTo>
                    <a:pt x="3843864" y="591353"/>
                  </a:lnTo>
                  <a:lnTo>
                    <a:pt x="3845145" y="634347"/>
                  </a:lnTo>
                  <a:lnTo>
                    <a:pt x="3846427" y="602569"/>
                  </a:lnTo>
                  <a:lnTo>
                    <a:pt x="3847709" y="650706"/>
                  </a:lnTo>
                  <a:lnTo>
                    <a:pt x="3848991" y="599292"/>
                  </a:lnTo>
                  <a:lnTo>
                    <a:pt x="3850273" y="552070"/>
                  </a:lnTo>
                  <a:lnTo>
                    <a:pt x="3851555" y="501034"/>
                  </a:lnTo>
                  <a:lnTo>
                    <a:pt x="3852837" y="461263"/>
                  </a:lnTo>
                  <a:lnTo>
                    <a:pt x="3854118" y="454838"/>
                  </a:lnTo>
                  <a:lnTo>
                    <a:pt x="3855400" y="405256"/>
                  </a:lnTo>
                  <a:lnTo>
                    <a:pt x="3856682" y="346658"/>
                  </a:lnTo>
                  <a:lnTo>
                    <a:pt x="3857964" y="397251"/>
                  </a:lnTo>
                  <a:lnTo>
                    <a:pt x="3859246" y="366229"/>
                  </a:lnTo>
                  <a:lnTo>
                    <a:pt x="3860528" y="401860"/>
                  </a:lnTo>
                  <a:lnTo>
                    <a:pt x="3861809" y="383267"/>
                  </a:lnTo>
                  <a:lnTo>
                    <a:pt x="3863091" y="399473"/>
                  </a:lnTo>
                  <a:lnTo>
                    <a:pt x="3864373" y="350359"/>
                  </a:lnTo>
                  <a:lnTo>
                    <a:pt x="3865655" y="385871"/>
                  </a:lnTo>
                  <a:lnTo>
                    <a:pt x="3866937" y="435741"/>
                  </a:lnTo>
                  <a:lnTo>
                    <a:pt x="3868219" y="438217"/>
                  </a:lnTo>
                  <a:lnTo>
                    <a:pt x="3869500" y="334532"/>
                  </a:lnTo>
                  <a:lnTo>
                    <a:pt x="3870782" y="343602"/>
                  </a:lnTo>
                  <a:lnTo>
                    <a:pt x="3872064" y="367360"/>
                  </a:lnTo>
                  <a:lnTo>
                    <a:pt x="3873346" y="375503"/>
                  </a:lnTo>
                  <a:lnTo>
                    <a:pt x="3874628" y="422159"/>
                  </a:lnTo>
                  <a:lnTo>
                    <a:pt x="3875910" y="479574"/>
                  </a:lnTo>
                  <a:lnTo>
                    <a:pt x="3877192" y="518404"/>
                  </a:lnTo>
                  <a:lnTo>
                    <a:pt x="3878473" y="453680"/>
                  </a:lnTo>
                  <a:lnTo>
                    <a:pt x="3879755" y="382042"/>
                  </a:lnTo>
                  <a:lnTo>
                    <a:pt x="3881037" y="591353"/>
                  </a:lnTo>
                  <a:lnTo>
                    <a:pt x="3882319" y="567151"/>
                  </a:lnTo>
                  <a:lnTo>
                    <a:pt x="3883601" y="565037"/>
                  </a:lnTo>
                  <a:lnTo>
                    <a:pt x="3884883" y="554373"/>
                  </a:lnTo>
                  <a:lnTo>
                    <a:pt x="3886164" y="539493"/>
                  </a:lnTo>
                  <a:lnTo>
                    <a:pt x="3887446" y="564001"/>
                  </a:lnTo>
                  <a:lnTo>
                    <a:pt x="3888728" y="592278"/>
                  </a:lnTo>
                  <a:lnTo>
                    <a:pt x="3890010" y="586936"/>
                  </a:lnTo>
                  <a:lnTo>
                    <a:pt x="3891292" y="550367"/>
                  </a:lnTo>
                  <a:lnTo>
                    <a:pt x="3892574" y="524034"/>
                  </a:lnTo>
                  <a:lnTo>
                    <a:pt x="3893856" y="538026"/>
                  </a:lnTo>
                  <a:lnTo>
                    <a:pt x="3895137" y="536562"/>
                  </a:lnTo>
                  <a:lnTo>
                    <a:pt x="3896419" y="544904"/>
                  </a:lnTo>
                  <a:lnTo>
                    <a:pt x="3897701" y="647144"/>
                  </a:lnTo>
                  <a:lnTo>
                    <a:pt x="3898983" y="641535"/>
                  </a:lnTo>
                  <a:lnTo>
                    <a:pt x="3900265" y="744527"/>
                  </a:lnTo>
                  <a:lnTo>
                    <a:pt x="3901547" y="783918"/>
                  </a:lnTo>
                  <a:lnTo>
                    <a:pt x="3902828" y="812822"/>
                  </a:lnTo>
                  <a:lnTo>
                    <a:pt x="3904110" y="744764"/>
                  </a:lnTo>
                  <a:lnTo>
                    <a:pt x="3905392" y="750924"/>
                  </a:lnTo>
                  <a:lnTo>
                    <a:pt x="3906674" y="756583"/>
                  </a:lnTo>
                  <a:lnTo>
                    <a:pt x="3907956" y="766911"/>
                  </a:lnTo>
                  <a:lnTo>
                    <a:pt x="3909238" y="835718"/>
                  </a:lnTo>
                  <a:lnTo>
                    <a:pt x="3910519" y="906475"/>
                  </a:lnTo>
                  <a:lnTo>
                    <a:pt x="3911801" y="959815"/>
                  </a:lnTo>
                  <a:lnTo>
                    <a:pt x="3913083" y="950972"/>
                  </a:lnTo>
                  <a:lnTo>
                    <a:pt x="3914365" y="950175"/>
                  </a:lnTo>
                  <a:lnTo>
                    <a:pt x="3915647" y="931368"/>
                  </a:lnTo>
                  <a:lnTo>
                    <a:pt x="3916929" y="933898"/>
                  </a:lnTo>
                  <a:lnTo>
                    <a:pt x="3918211" y="817424"/>
                  </a:lnTo>
                  <a:lnTo>
                    <a:pt x="3919492" y="787932"/>
                  </a:lnTo>
                  <a:lnTo>
                    <a:pt x="3920774" y="658978"/>
                  </a:lnTo>
                  <a:lnTo>
                    <a:pt x="3922056" y="637854"/>
                  </a:lnTo>
                  <a:lnTo>
                    <a:pt x="3923338" y="599293"/>
                  </a:lnTo>
                  <a:lnTo>
                    <a:pt x="3924620" y="577341"/>
                  </a:lnTo>
                  <a:lnTo>
                    <a:pt x="3925902" y="563158"/>
                  </a:lnTo>
                  <a:lnTo>
                    <a:pt x="3927183" y="605291"/>
                  </a:lnTo>
                  <a:lnTo>
                    <a:pt x="3928465" y="575191"/>
                  </a:lnTo>
                  <a:lnTo>
                    <a:pt x="3929747" y="676993"/>
                  </a:lnTo>
                  <a:lnTo>
                    <a:pt x="3931029" y="648933"/>
                  </a:lnTo>
                  <a:lnTo>
                    <a:pt x="3932311" y="601507"/>
                  </a:lnTo>
                  <a:lnTo>
                    <a:pt x="3933593" y="589275"/>
                  </a:lnTo>
                  <a:lnTo>
                    <a:pt x="3934875" y="595915"/>
                  </a:lnTo>
                  <a:lnTo>
                    <a:pt x="3936156" y="532736"/>
                  </a:lnTo>
                  <a:lnTo>
                    <a:pt x="3937438" y="511774"/>
                  </a:lnTo>
                  <a:lnTo>
                    <a:pt x="3938720" y="507127"/>
                  </a:lnTo>
                  <a:lnTo>
                    <a:pt x="3940002" y="476927"/>
                  </a:lnTo>
                  <a:lnTo>
                    <a:pt x="3941284" y="446151"/>
                  </a:lnTo>
                  <a:lnTo>
                    <a:pt x="3942566" y="430144"/>
                  </a:lnTo>
                  <a:lnTo>
                    <a:pt x="3943847" y="420910"/>
                  </a:lnTo>
                  <a:lnTo>
                    <a:pt x="3945129" y="420512"/>
                  </a:lnTo>
                  <a:lnTo>
                    <a:pt x="3946411" y="402489"/>
                  </a:lnTo>
                  <a:lnTo>
                    <a:pt x="3947693" y="507704"/>
                  </a:lnTo>
                  <a:lnTo>
                    <a:pt x="3948975" y="491651"/>
                  </a:lnTo>
                  <a:lnTo>
                    <a:pt x="3950257" y="502428"/>
                  </a:lnTo>
                  <a:lnTo>
                    <a:pt x="3951539" y="522171"/>
                  </a:lnTo>
                  <a:lnTo>
                    <a:pt x="3952820" y="514003"/>
                  </a:lnTo>
                  <a:lnTo>
                    <a:pt x="3954102" y="500523"/>
                  </a:lnTo>
                  <a:lnTo>
                    <a:pt x="3955384" y="509221"/>
                  </a:lnTo>
                  <a:lnTo>
                    <a:pt x="3956666" y="411429"/>
                  </a:lnTo>
                  <a:lnTo>
                    <a:pt x="3957948" y="421308"/>
                  </a:lnTo>
                  <a:lnTo>
                    <a:pt x="3959230" y="444904"/>
                  </a:lnTo>
                  <a:lnTo>
                    <a:pt x="3960511" y="481335"/>
                  </a:lnTo>
                  <a:lnTo>
                    <a:pt x="3961793" y="512240"/>
                  </a:lnTo>
                  <a:lnTo>
                    <a:pt x="3963075" y="544904"/>
                  </a:lnTo>
                  <a:lnTo>
                    <a:pt x="3964357" y="554876"/>
                  </a:lnTo>
                  <a:lnTo>
                    <a:pt x="3965639" y="586936"/>
                  </a:lnTo>
                  <a:lnTo>
                    <a:pt x="3966921" y="620576"/>
                  </a:lnTo>
                  <a:lnTo>
                    <a:pt x="3968202" y="650155"/>
                  </a:lnTo>
                  <a:lnTo>
                    <a:pt x="3969484" y="514821"/>
                  </a:lnTo>
                  <a:lnTo>
                    <a:pt x="3970766" y="575906"/>
                  </a:lnTo>
                  <a:lnTo>
                    <a:pt x="3972048" y="639451"/>
                  </a:lnTo>
                  <a:lnTo>
                    <a:pt x="3973330" y="650761"/>
                  </a:lnTo>
                  <a:lnTo>
                    <a:pt x="3974612" y="641053"/>
                  </a:lnTo>
                  <a:lnTo>
                    <a:pt x="3975894" y="645078"/>
                  </a:lnTo>
                  <a:lnTo>
                    <a:pt x="3977175" y="637057"/>
                  </a:lnTo>
                  <a:lnTo>
                    <a:pt x="3978457" y="659806"/>
                  </a:lnTo>
                  <a:lnTo>
                    <a:pt x="3979739" y="674921"/>
                  </a:lnTo>
                  <a:lnTo>
                    <a:pt x="3981021" y="665637"/>
                  </a:lnTo>
                  <a:lnTo>
                    <a:pt x="3982303" y="619021"/>
                  </a:lnTo>
                  <a:lnTo>
                    <a:pt x="3983585" y="763374"/>
                  </a:lnTo>
                  <a:lnTo>
                    <a:pt x="3984866" y="663772"/>
                  </a:lnTo>
                  <a:lnTo>
                    <a:pt x="3986148" y="613604"/>
                  </a:lnTo>
                  <a:lnTo>
                    <a:pt x="3987430" y="637491"/>
                  </a:lnTo>
                  <a:lnTo>
                    <a:pt x="3988712" y="632864"/>
                  </a:lnTo>
                  <a:lnTo>
                    <a:pt x="3989994" y="631138"/>
                  </a:lnTo>
                  <a:lnTo>
                    <a:pt x="3991276" y="627131"/>
                  </a:lnTo>
                  <a:lnTo>
                    <a:pt x="3992558" y="646268"/>
                  </a:lnTo>
                  <a:lnTo>
                    <a:pt x="3993839" y="692290"/>
                  </a:lnTo>
                  <a:lnTo>
                    <a:pt x="3995121" y="705211"/>
                  </a:lnTo>
                  <a:lnTo>
                    <a:pt x="3996403" y="672201"/>
                  </a:lnTo>
                  <a:lnTo>
                    <a:pt x="3997685" y="654584"/>
                  </a:lnTo>
                  <a:lnTo>
                    <a:pt x="3998967" y="627702"/>
                  </a:lnTo>
                  <a:lnTo>
                    <a:pt x="4000249" y="616396"/>
                  </a:lnTo>
                  <a:lnTo>
                    <a:pt x="4001530" y="591742"/>
                  </a:lnTo>
                  <a:lnTo>
                    <a:pt x="4002812" y="550971"/>
                  </a:lnTo>
                  <a:lnTo>
                    <a:pt x="4004094" y="532652"/>
                  </a:lnTo>
                  <a:lnTo>
                    <a:pt x="4005376" y="414090"/>
                  </a:lnTo>
                  <a:lnTo>
                    <a:pt x="4006658" y="400738"/>
                  </a:lnTo>
                  <a:lnTo>
                    <a:pt x="4007940" y="520915"/>
                  </a:lnTo>
                  <a:lnTo>
                    <a:pt x="4009221" y="523831"/>
                  </a:lnTo>
                  <a:lnTo>
                    <a:pt x="4010503" y="499833"/>
                  </a:lnTo>
                  <a:lnTo>
                    <a:pt x="4011785" y="496580"/>
                  </a:lnTo>
                  <a:lnTo>
                    <a:pt x="4013067" y="471247"/>
                  </a:lnTo>
                  <a:lnTo>
                    <a:pt x="4014349" y="438708"/>
                  </a:lnTo>
                  <a:lnTo>
                    <a:pt x="4015631" y="444489"/>
                  </a:lnTo>
                  <a:lnTo>
                    <a:pt x="4016913" y="463045"/>
                  </a:lnTo>
                  <a:lnTo>
                    <a:pt x="4018194" y="465622"/>
                  </a:lnTo>
                  <a:lnTo>
                    <a:pt x="4019476" y="463045"/>
                  </a:lnTo>
                  <a:lnTo>
                    <a:pt x="4020758" y="496126"/>
                  </a:lnTo>
                  <a:lnTo>
                    <a:pt x="4022040" y="554876"/>
                  </a:lnTo>
                  <a:lnTo>
                    <a:pt x="4023322" y="638653"/>
                  </a:lnTo>
                  <a:lnTo>
                    <a:pt x="4024604" y="667287"/>
                  </a:lnTo>
                  <a:lnTo>
                    <a:pt x="4025885" y="664846"/>
                  </a:lnTo>
                  <a:lnTo>
                    <a:pt x="4027167" y="696864"/>
                  </a:lnTo>
                  <a:lnTo>
                    <a:pt x="4028449" y="694651"/>
                  </a:lnTo>
                  <a:lnTo>
                    <a:pt x="4029731" y="665204"/>
                  </a:lnTo>
                  <a:lnTo>
                    <a:pt x="4031013" y="522600"/>
                  </a:lnTo>
                  <a:lnTo>
                    <a:pt x="4032295" y="540498"/>
                  </a:lnTo>
                  <a:lnTo>
                    <a:pt x="4033577" y="592619"/>
                  </a:lnTo>
                  <a:lnTo>
                    <a:pt x="4034858" y="624450"/>
                  </a:lnTo>
                  <a:lnTo>
                    <a:pt x="4036140" y="553435"/>
                  </a:lnTo>
                  <a:lnTo>
                    <a:pt x="4037422" y="539153"/>
                  </a:lnTo>
                  <a:lnTo>
                    <a:pt x="4038704" y="580220"/>
                  </a:lnTo>
                  <a:lnTo>
                    <a:pt x="4039986" y="556197"/>
                  </a:lnTo>
                  <a:lnTo>
                    <a:pt x="4041268" y="510970"/>
                  </a:lnTo>
                  <a:lnTo>
                    <a:pt x="4042549" y="485328"/>
                  </a:lnTo>
                  <a:lnTo>
                    <a:pt x="4043831" y="456113"/>
                  </a:lnTo>
                  <a:lnTo>
                    <a:pt x="4045113" y="463720"/>
                  </a:lnTo>
                  <a:lnTo>
                    <a:pt x="4046395" y="434437"/>
                  </a:lnTo>
                  <a:lnTo>
                    <a:pt x="4047677" y="567267"/>
                  </a:lnTo>
                  <a:lnTo>
                    <a:pt x="4048959" y="607155"/>
                  </a:lnTo>
                  <a:lnTo>
                    <a:pt x="4050240" y="615495"/>
                  </a:lnTo>
                  <a:lnTo>
                    <a:pt x="4051522" y="581642"/>
                  </a:lnTo>
                  <a:lnTo>
                    <a:pt x="4052804" y="531229"/>
                  </a:lnTo>
                  <a:lnTo>
                    <a:pt x="4054086" y="500226"/>
                  </a:lnTo>
                  <a:lnTo>
                    <a:pt x="4055368" y="525466"/>
                  </a:lnTo>
                  <a:lnTo>
                    <a:pt x="4056650" y="555379"/>
                  </a:lnTo>
                  <a:lnTo>
                    <a:pt x="4057932" y="539982"/>
                  </a:lnTo>
                  <a:lnTo>
                    <a:pt x="4059213" y="576397"/>
                  </a:lnTo>
                  <a:lnTo>
                    <a:pt x="4060495" y="575875"/>
                  </a:lnTo>
                  <a:lnTo>
                    <a:pt x="4061777" y="546885"/>
                  </a:lnTo>
                  <a:lnTo>
                    <a:pt x="4063059" y="524988"/>
                  </a:lnTo>
                  <a:lnTo>
                    <a:pt x="4064341" y="521182"/>
                  </a:lnTo>
                  <a:lnTo>
                    <a:pt x="4065623" y="523082"/>
                  </a:lnTo>
                  <a:lnTo>
                    <a:pt x="4066904" y="543741"/>
                  </a:lnTo>
                  <a:lnTo>
                    <a:pt x="4068186" y="556660"/>
                  </a:lnTo>
                  <a:lnTo>
                    <a:pt x="4069468" y="562895"/>
                  </a:lnTo>
                  <a:lnTo>
                    <a:pt x="4070750" y="455532"/>
                  </a:lnTo>
                  <a:lnTo>
                    <a:pt x="4072032" y="504610"/>
                  </a:lnTo>
                  <a:lnTo>
                    <a:pt x="4073314" y="541171"/>
                  </a:lnTo>
                  <a:lnTo>
                    <a:pt x="4074596" y="560364"/>
                  </a:lnTo>
                  <a:lnTo>
                    <a:pt x="4075877" y="556197"/>
                  </a:lnTo>
                  <a:lnTo>
                    <a:pt x="4077159" y="586750"/>
                  </a:lnTo>
                  <a:lnTo>
                    <a:pt x="4078441" y="612115"/>
                  </a:lnTo>
                  <a:lnTo>
                    <a:pt x="4079723" y="682631"/>
                  </a:lnTo>
                  <a:lnTo>
                    <a:pt x="4081005" y="779126"/>
                  </a:lnTo>
                  <a:lnTo>
                    <a:pt x="4082287" y="916802"/>
                  </a:lnTo>
                  <a:lnTo>
                    <a:pt x="4083568" y="950165"/>
                  </a:lnTo>
                  <a:lnTo>
                    <a:pt x="4084850" y="943336"/>
                  </a:lnTo>
                  <a:lnTo>
                    <a:pt x="4086132" y="891441"/>
                  </a:lnTo>
                  <a:lnTo>
                    <a:pt x="4087414" y="834786"/>
                  </a:lnTo>
                  <a:lnTo>
                    <a:pt x="4088696" y="837038"/>
                  </a:lnTo>
                  <a:lnTo>
                    <a:pt x="4089978" y="886500"/>
                  </a:lnTo>
                  <a:lnTo>
                    <a:pt x="4091260" y="971154"/>
                  </a:lnTo>
                  <a:lnTo>
                    <a:pt x="4092541" y="1031193"/>
                  </a:lnTo>
                  <a:lnTo>
                    <a:pt x="4093823" y="995908"/>
                  </a:lnTo>
                  <a:lnTo>
                    <a:pt x="4095105" y="932575"/>
                  </a:lnTo>
                  <a:lnTo>
                    <a:pt x="4096387" y="860061"/>
                  </a:lnTo>
                  <a:lnTo>
                    <a:pt x="4097669" y="928124"/>
                  </a:lnTo>
                  <a:lnTo>
                    <a:pt x="4098951" y="1090413"/>
                  </a:lnTo>
                  <a:lnTo>
                    <a:pt x="4100232" y="1178767"/>
                  </a:lnTo>
                  <a:lnTo>
                    <a:pt x="4101514" y="1181902"/>
                  </a:lnTo>
                  <a:lnTo>
                    <a:pt x="4102796" y="1126243"/>
                  </a:lnTo>
                  <a:lnTo>
                    <a:pt x="4104078" y="1101022"/>
                  </a:lnTo>
                  <a:lnTo>
                    <a:pt x="4105360" y="1083734"/>
                  </a:lnTo>
                  <a:lnTo>
                    <a:pt x="4106642" y="1056268"/>
                  </a:lnTo>
                  <a:lnTo>
                    <a:pt x="4107923" y="999284"/>
                  </a:lnTo>
                  <a:lnTo>
                    <a:pt x="4109205" y="989237"/>
                  </a:lnTo>
                  <a:lnTo>
                    <a:pt x="4110487" y="952686"/>
                  </a:lnTo>
                  <a:lnTo>
                    <a:pt x="4111769" y="926458"/>
                  </a:lnTo>
                  <a:lnTo>
                    <a:pt x="4113051" y="913392"/>
                  </a:lnTo>
                  <a:lnTo>
                    <a:pt x="4114333" y="916501"/>
                  </a:lnTo>
                  <a:lnTo>
                    <a:pt x="4115615" y="915982"/>
                  </a:lnTo>
                  <a:lnTo>
                    <a:pt x="4116896" y="923295"/>
                  </a:lnTo>
                  <a:lnTo>
                    <a:pt x="4118178" y="912779"/>
                  </a:lnTo>
                  <a:lnTo>
                    <a:pt x="4119460" y="920976"/>
                  </a:lnTo>
                  <a:lnTo>
                    <a:pt x="4120742" y="878299"/>
                  </a:lnTo>
                  <a:lnTo>
                    <a:pt x="4122024" y="872970"/>
                  </a:lnTo>
                  <a:lnTo>
                    <a:pt x="4123306" y="904966"/>
                  </a:lnTo>
                  <a:lnTo>
                    <a:pt x="4124587" y="889337"/>
                  </a:lnTo>
                  <a:lnTo>
                    <a:pt x="4125869" y="909032"/>
                  </a:lnTo>
                  <a:lnTo>
                    <a:pt x="4127151" y="989107"/>
                  </a:lnTo>
                  <a:lnTo>
                    <a:pt x="4128433" y="1000350"/>
                  </a:lnTo>
                  <a:lnTo>
                    <a:pt x="4129715" y="1050609"/>
                  </a:lnTo>
                  <a:lnTo>
                    <a:pt x="4130997" y="1140605"/>
                  </a:lnTo>
                  <a:lnTo>
                    <a:pt x="4132279" y="1121772"/>
                  </a:lnTo>
                  <a:lnTo>
                    <a:pt x="4133560" y="1160040"/>
                  </a:lnTo>
                  <a:lnTo>
                    <a:pt x="4134842" y="1141385"/>
                  </a:lnTo>
                  <a:lnTo>
                    <a:pt x="4136124" y="1194382"/>
                  </a:lnTo>
                  <a:lnTo>
                    <a:pt x="4137406" y="1194382"/>
                  </a:lnTo>
                  <a:lnTo>
                    <a:pt x="4138688" y="1212075"/>
                  </a:lnTo>
                  <a:lnTo>
                    <a:pt x="4139970" y="1234180"/>
                  </a:lnTo>
                  <a:lnTo>
                    <a:pt x="4141251" y="1255163"/>
                  </a:lnTo>
                  <a:lnTo>
                    <a:pt x="4142533" y="1241959"/>
                  </a:lnTo>
                  <a:lnTo>
                    <a:pt x="4143815" y="1255163"/>
                  </a:lnTo>
                  <a:lnTo>
                    <a:pt x="4145097" y="1255831"/>
                  </a:lnTo>
                  <a:lnTo>
                    <a:pt x="4146379" y="1221982"/>
                  </a:lnTo>
                  <a:lnTo>
                    <a:pt x="4147661" y="1242794"/>
                  </a:lnTo>
                  <a:lnTo>
                    <a:pt x="4148942" y="1230013"/>
                  </a:lnTo>
                  <a:lnTo>
                    <a:pt x="4150224" y="1279115"/>
                  </a:lnTo>
                  <a:lnTo>
                    <a:pt x="4151506" y="1348945"/>
                  </a:lnTo>
                  <a:lnTo>
                    <a:pt x="4152788" y="1347823"/>
                  </a:lnTo>
                  <a:lnTo>
                    <a:pt x="4154070" y="1402544"/>
                  </a:lnTo>
                  <a:lnTo>
                    <a:pt x="4155352" y="1209760"/>
                  </a:lnTo>
                  <a:lnTo>
                    <a:pt x="4156634" y="1365000"/>
                  </a:lnTo>
                  <a:lnTo>
                    <a:pt x="4157915" y="1373551"/>
                  </a:lnTo>
                  <a:lnTo>
                    <a:pt x="4159197" y="1373551"/>
                  </a:lnTo>
                  <a:lnTo>
                    <a:pt x="4160479" y="1329349"/>
                  </a:lnTo>
                  <a:lnTo>
                    <a:pt x="4161761" y="1450244"/>
                  </a:lnTo>
                  <a:lnTo>
                    <a:pt x="4163043" y="1406042"/>
                  </a:lnTo>
                  <a:lnTo>
                    <a:pt x="4164325" y="1515013"/>
                  </a:lnTo>
                  <a:lnTo>
                    <a:pt x="4165606" y="1421912"/>
                  </a:lnTo>
                  <a:lnTo>
                    <a:pt x="4166888" y="1404823"/>
                  </a:lnTo>
                  <a:lnTo>
                    <a:pt x="4168170" y="1404823"/>
                  </a:lnTo>
                  <a:lnTo>
                    <a:pt x="4169452" y="1404823"/>
                  </a:lnTo>
                  <a:lnTo>
                    <a:pt x="4170734" y="1404823"/>
                  </a:lnTo>
                  <a:lnTo>
                    <a:pt x="4172016" y="1404823"/>
                  </a:lnTo>
                  <a:lnTo>
                    <a:pt x="4173298" y="1376800"/>
                  </a:lnTo>
                  <a:lnTo>
                    <a:pt x="4174579" y="1350082"/>
                  </a:lnTo>
                  <a:lnTo>
                    <a:pt x="4175861" y="1235741"/>
                  </a:lnTo>
                  <a:lnTo>
                    <a:pt x="4177143" y="1192942"/>
                  </a:lnTo>
                  <a:lnTo>
                    <a:pt x="4178425" y="1186865"/>
                  </a:lnTo>
                  <a:lnTo>
                    <a:pt x="4179707" y="1214736"/>
                  </a:lnTo>
                  <a:lnTo>
                    <a:pt x="4180989" y="1217918"/>
                  </a:lnTo>
                  <a:lnTo>
                    <a:pt x="4182270" y="1266155"/>
                  </a:lnTo>
                  <a:lnTo>
                    <a:pt x="4183552" y="1286669"/>
                  </a:lnTo>
                  <a:lnTo>
                    <a:pt x="4184834" y="1392159"/>
                  </a:lnTo>
                  <a:lnTo>
                    <a:pt x="4186116" y="1268836"/>
                  </a:lnTo>
                  <a:lnTo>
                    <a:pt x="4187398" y="1268836"/>
                  </a:lnTo>
                  <a:lnTo>
                    <a:pt x="4188680" y="1268836"/>
                  </a:lnTo>
                  <a:lnTo>
                    <a:pt x="4189962" y="1268836"/>
                  </a:lnTo>
                  <a:lnTo>
                    <a:pt x="4191243" y="1268836"/>
                  </a:lnTo>
                  <a:lnTo>
                    <a:pt x="4192525" y="1443316"/>
                  </a:lnTo>
                  <a:lnTo>
                    <a:pt x="4193807" y="1459743"/>
                  </a:lnTo>
                  <a:lnTo>
                    <a:pt x="4195089" y="1538533"/>
                  </a:lnTo>
                  <a:lnTo>
                    <a:pt x="4196371" y="1573004"/>
                  </a:lnTo>
                  <a:lnTo>
                    <a:pt x="4197653" y="1555510"/>
                  </a:lnTo>
                  <a:lnTo>
                    <a:pt x="4198934" y="1477741"/>
                  </a:lnTo>
                  <a:lnTo>
                    <a:pt x="4200216" y="1438952"/>
                  </a:lnTo>
                  <a:lnTo>
                    <a:pt x="4201498" y="1376800"/>
                  </a:lnTo>
                  <a:lnTo>
                    <a:pt x="4202780" y="1322633"/>
                  </a:lnTo>
                  <a:lnTo>
                    <a:pt x="4204062" y="1221117"/>
                  </a:lnTo>
                  <a:lnTo>
                    <a:pt x="4205344" y="1203736"/>
                  </a:lnTo>
                  <a:lnTo>
                    <a:pt x="4206625" y="1143222"/>
                  </a:lnTo>
                  <a:lnTo>
                    <a:pt x="4207907" y="1218579"/>
                  </a:lnTo>
                  <a:lnTo>
                    <a:pt x="4209189" y="1169077"/>
                  </a:lnTo>
                  <a:lnTo>
                    <a:pt x="4210471" y="1202152"/>
                  </a:lnTo>
                  <a:lnTo>
                    <a:pt x="4211753" y="1314163"/>
                  </a:lnTo>
                  <a:lnTo>
                    <a:pt x="4213035" y="1293121"/>
                  </a:lnTo>
                  <a:lnTo>
                    <a:pt x="4214317" y="1327055"/>
                  </a:lnTo>
                  <a:lnTo>
                    <a:pt x="4215598" y="1297678"/>
                  </a:lnTo>
                  <a:lnTo>
                    <a:pt x="4216880" y="1238344"/>
                  </a:lnTo>
                  <a:lnTo>
                    <a:pt x="4218162" y="1175873"/>
                  </a:lnTo>
                  <a:lnTo>
                    <a:pt x="4219444" y="1160790"/>
                  </a:lnTo>
                  <a:lnTo>
                    <a:pt x="4220726" y="1149768"/>
                  </a:lnTo>
                  <a:lnTo>
                    <a:pt x="4222008" y="1154859"/>
                  </a:lnTo>
                  <a:lnTo>
                    <a:pt x="4223289" y="1176913"/>
                  </a:lnTo>
                  <a:lnTo>
                    <a:pt x="4224571" y="1174466"/>
                  </a:lnTo>
                  <a:lnTo>
                    <a:pt x="4225853" y="1189728"/>
                  </a:lnTo>
                  <a:lnTo>
                    <a:pt x="4227135" y="1190146"/>
                  </a:lnTo>
                  <a:lnTo>
                    <a:pt x="4228417" y="1211886"/>
                  </a:lnTo>
                  <a:lnTo>
                    <a:pt x="4229699" y="1223241"/>
                  </a:lnTo>
                  <a:lnTo>
                    <a:pt x="4230981" y="1220559"/>
                  </a:lnTo>
                  <a:lnTo>
                    <a:pt x="4232262" y="1202544"/>
                  </a:lnTo>
                  <a:lnTo>
                    <a:pt x="4233544" y="1167964"/>
                  </a:lnTo>
                  <a:lnTo>
                    <a:pt x="4234826" y="1120450"/>
                  </a:lnTo>
                  <a:lnTo>
                    <a:pt x="4236108" y="1174184"/>
                  </a:lnTo>
                  <a:lnTo>
                    <a:pt x="4237390" y="1234063"/>
                  </a:lnTo>
                  <a:lnTo>
                    <a:pt x="4238672" y="1134454"/>
                  </a:lnTo>
                  <a:lnTo>
                    <a:pt x="4239953" y="1079014"/>
                  </a:lnTo>
                  <a:lnTo>
                    <a:pt x="4241235" y="1082463"/>
                  </a:lnTo>
                  <a:lnTo>
                    <a:pt x="4242517" y="1073878"/>
                  </a:lnTo>
                  <a:lnTo>
                    <a:pt x="4243799" y="1072176"/>
                  </a:lnTo>
                  <a:lnTo>
                    <a:pt x="4245081" y="1072176"/>
                  </a:lnTo>
                  <a:lnTo>
                    <a:pt x="4246363" y="1256005"/>
                  </a:lnTo>
                  <a:lnTo>
                    <a:pt x="4247644" y="1282422"/>
                  </a:lnTo>
                  <a:lnTo>
                    <a:pt x="4248926" y="1301951"/>
                  </a:lnTo>
                  <a:lnTo>
                    <a:pt x="4250208" y="1378908"/>
                  </a:lnTo>
                  <a:lnTo>
                    <a:pt x="4251490" y="1318817"/>
                  </a:lnTo>
                  <a:lnTo>
                    <a:pt x="4252772" y="1289167"/>
                  </a:lnTo>
                  <a:lnTo>
                    <a:pt x="4254054" y="1237389"/>
                  </a:lnTo>
                  <a:lnTo>
                    <a:pt x="4255336" y="1224335"/>
                  </a:lnTo>
                  <a:lnTo>
                    <a:pt x="4256617" y="1200631"/>
                  </a:lnTo>
                  <a:lnTo>
                    <a:pt x="4257899" y="1166085"/>
                  </a:lnTo>
                  <a:lnTo>
                    <a:pt x="4259181" y="1121235"/>
                  </a:lnTo>
                  <a:lnTo>
                    <a:pt x="4260463" y="1085940"/>
                  </a:lnTo>
                  <a:lnTo>
                    <a:pt x="4261745" y="999037"/>
                  </a:lnTo>
                  <a:lnTo>
                    <a:pt x="4263027" y="975548"/>
                  </a:lnTo>
                  <a:lnTo>
                    <a:pt x="4264308" y="934181"/>
                  </a:lnTo>
                  <a:lnTo>
                    <a:pt x="4265590" y="883950"/>
                  </a:lnTo>
                  <a:lnTo>
                    <a:pt x="4266872" y="836952"/>
                  </a:lnTo>
                  <a:lnTo>
                    <a:pt x="4268154" y="661466"/>
                  </a:lnTo>
                  <a:lnTo>
                    <a:pt x="4269436" y="659806"/>
                  </a:lnTo>
                  <a:lnTo>
                    <a:pt x="4270718" y="710912"/>
                  </a:lnTo>
                  <a:lnTo>
                    <a:pt x="4272000" y="713636"/>
                  </a:lnTo>
                  <a:lnTo>
                    <a:pt x="4273281" y="658978"/>
                  </a:lnTo>
                  <a:lnTo>
                    <a:pt x="4274563" y="623672"/>
                  </a:lnTo>
                  <a:lnTo>
                    <a:pt x="4275845" y="630719"/>
                  </a:lnTo>
                  <a:lnTo>
                    <a:pt x="4277127" y="648319"/>
                  </a:lnTo>
                  <a:lnTo>
                    <a:pt x="4278409" y="625230"/>
                  </a:lnTo>
                  <a:lnTo>
                    <a:pt x="4279691" y="577341"/>
                  </a:lnTo>
                  <a:lnTo>
                    <a:pt x="4280972" y="562459"/>
                  </a:lnTo>
                  <a:lnTo>
                    <a:pt x="4282254" y="566671"/>
                  </a:lnTo>
                  <a:lnTo>
                    <a:pt x="4283536" y="693097"/>
                  </a:lnTo>
                  <a:lnTo>
                    <a:pt x="4284818" y="731498"/>
                  </a:lnTo>
                  <a:lnTo>
                    <a:pt x="4286100" y="746191"/>
                  </a:lnTo>
                  <a:lnTo>
                    <a:pt x="4287382" y="702603"/>
                  </a:lnTo>
                  <a:lnTo>
                    <a:pt x="4288663" y="680277"/>
                  </a:lnTo>
                  <a:lnTo>
                    <a:pt x="4289945" y="670353"/>
                  </a:lnTo>
                  <a:lnTo>
                    <a:pt x="4291227" y="661808"/>
                  </a:lnTo>
                  <a:lnTo>
                    <a:pt x="4292509" y="696136"/>
                  </a:lnTo>
                  <a:lnTo>
                    <a:pt x="4293791" y="709803"/>
                  </a:lnTo>
                  <a:lnTo>
                    <a:pt x="4295073" y="704558"/>
                  </a:lnTo>
                  <a:lnTo>
                    <a:pt x="4296355" y="705211"/>
                  </a:lnTo>
                  <a:lnTo>
                    <a:pt x="4297636" y="735394"/>
                  </a:lnTo>
                  <a:lnTo>
                    <a:pt x="4298918" y="779018"/>
                  </a:lnTo>
                  <a:lnTo>
                    <a:pt x="4300200" y="801752"/>
                  </a:lnTo>
                  <a:lnTo>
                    <a:pt x="4301482" y="805630"/>
                  </a:lnTo>
                  <a:lnTo>
                    <a:pt x="4302764" y="849185"/>
                  </a:lnTo>
                  <a:lnTo>
                    <a:pt x="4304046" y="854398"/>
                  </a:lnTo>
                  <a:lnTo>
                    <a:pt x="4305327" y="859926"/>
                  </a:lnTo>
                  <a:lnTo>
                    <a:pt x="4306609" y="804147"/>
                  </a:lnTo>
                  <a:lnTo>
                    <a:pt x="4307891" y="851898"/>
                  </a:lnTo>
                  <a:lnTo>
                    <a:pt x="4309173" y="884046"/>
                  </a:lnTo>
                  <a:lnTo>
                    <a:pt x="4310455" y="854218"/>
                  </a:lnTo>
                  <a:lnTo>
                    <a:pt x="4311737" y="900191"/>
                  </a:lnTo>
                  <a:lnTo>
                    <a:pt x="4313019" y="955688"/>
                  </a:lnTo>
                  <a:lnTo>
                    <a:pt x="4314300" y="951541"/>
                  </a:lnTo>
                  <a:lnTo>
                    <a:pt x="4315582" y="947424"/>
                  </a:lnTo>
                  <a:lnTo>
                    <a:pt x="4316864" y="952920"/>
                  </a:lnTo>
                  <a:lnTo>
                    <a:pt x="4318146" y="948793"/>
                  </a:lnTo>
                  <a:lnTo>
                    <a:pt x="4319428" y="1053782"/>
                  </a:lnTo>
                  <a:lnTo>
                    <a:pt x="4320710" y="1065419"/>
                  </a:lnTo>
                  <a:lnTo>
                    <a:pt x="4321991" y="1018672"/>
                  </a:lnTo>
                  <a:lnTo>
                    <a:pt x="4323273" y="1020223"/>
                  </a:lnTo>
                  <a:lnTo>
                    <a:pt x="4324555" y="998892"/>
                  </a:lnTo>
                  <a:lnTo>
                    <a:pt x="4325837" y="985586"/>
                  </a:lnTo>
                  <a:lnTo>
                    <a:pt x="4327119" y="954302"/>
                  </a:lnTo>
                  <a:lnTo>
                    <a:pt x="4328401" y="936587"/>
                  </a:lnTo>
                  <a:lnTo>
                    <a:pt x="4329683" y="991462"/>
                  </a:lnTo>
                  <a:lnTo>
                    <a:pt x="4330964" y="991462"/>
                  </a:lnTo>
                  <a:lnTo>
                    <a:pt x="4332246" y="964072"/>
                  </a:lnTo>
                  <a:lnTo>
                    <a:pt x="4333528" y="971154"/>
                  </a:lnTo>
                  <a:lnTo>
                    <a:pt x="4334810" y="939277"/>
                  </a:lnTo>
                  <a:lnTo>
                    <a:pt x="4336092" y="910356"/>
                  </a:lnTo>
                  <a:lnTo>
                    <a:pt x="4337374" y="971154"/>
                  </a:lnTo>
                  <a:lnTo>
                    <a:pt x="4338655" y="954302"/>
                  </a:lnTo>
                  <a:lnTo>
                    <a:pt x="4339937" y="978325"/>
                  </a:lnTo>
                  <a:lnTo>
                    <a:pt x="4341219" y="992940"/>
                  </a:lnTo>
                  <a:lnTo>
                    <a:pt x="4342501" y="1017127"/>
                  </a:lnTo>
                  <a:lnTo>
                    <a:pt x="4343783" y="971154"/>
                  </a:lnTo>
                  <a:lnTo>
                    <a:pt x="4345065" y="950165"/>
                  </a:lnTo>
                  <a:lnTo>
                    <a:pt x="4346346" y="939277"/>
                  </a:lnTo>
                  <a:lnTo>
                    <a:pt x="4347628" y="880384"/>
                  </a:lnTo>
                  <a:lnTo>
                    <a:pt x="4348910" y="893927"/>
                  </a:lnTo>
                  <a:lnTo>
                    <a:pt x="4350192" y="847285"/>
                  </a:lnTo>
                  <a:lnTo>
                    <a:pt x="4351474" y="787346"/>
                  </a:lnTo>
                  <a:lnTo>
                    <a:pt x="4352756" y="772029"/>
                  </a:lnTo>
                  <a:lnTo>
                    <a:pt x="4354038" y="788382"/>
                  </a:lnTo>
                  <a:lnTo>
                    <a:pt x="4355319" y="781170"/>
                  </a:lnTo>
                  <a:lnTo>
                    <a:pt x="4356601" y="748342"/>
                  </a:lnTo>
                  <a:lnTo>
                    <a:pt x="4357883" y="729322"/>
                  </a:lnTo>
                  <a:lnTo>
                    <a:pt x="4359165" y="654034"/>
                  </a:lnTo>
                  <a:lnTo>
                    <a:pt x="4360447" y="606045"/>
                  </a:lnTo>
                  <a:lnTo>
                    <a:pt x="4361729" y="570206"/>
                  </a:lnTo>
                  <a:lnTo>
                    <a:pt x="4363010" y="575907"/>
                  </a:lnTo>
                  <a:lnTo>
                    <a:pt x="4364292" y="577341"/>
                  </a:lnTo>
                  <a:lnTo>
                    <a:pt x="4365574" y="580219"/>
                  </a:lnTo>
                  <a:lnTo>
                    <a:pt x="4366856" y="609072"/>
                  </a:lnTo>
                  <a:lnTo>
                    <a:pt x="4368138" y="609072"/>
                  </a:lnTo>
                  <a:lnTo>
                    <a:pt x="4369420" y="791585"/>
                  </a:lnTo>
                  <a:lnTo>
                    <a:pt x="4370702" y="860541"/>
                  </a:lnTo>
                  <a:lnTo>
                    <a:pt x="4371983" y="847595"/>
                  </a:lnTo>
                  <a:lnTo>
                    <a:pt x="4373265" y="835992"/>
                  </a:lnTo>
                  <a:lnTo>
                    <a:pt x="4374547" y="861150"/>
                  </a:lnTo>
                  <a:lnTo>
                    <a:pt x="4375829" y="843424"/>
                  </a:lnTo>
                  <a:lnTo>
                    <a:pt x="4377111" y="814256"/>
                  </a:lnTo>
                  <a:lnTo>
                    <a:pt x="4378393" y="842594"/>
                  </a:lnTo>
                  <a:lnTo>
                    <a:pt x="4379674" y="895595"/>
                  </a:lnTo>
                  <a:lnTo>
                    <a:pt x="4380956" y="922616"/>
                  </a:lnTo>
                  <a:lnTo>
                    <a:pt x="4382238" y="937109"/>
                  </a:lnTo>
                  <a:lnTo>
                    <a:pt x="4383520" y="891965"/>
                  </a:lnTo>
                  <a:lnTo>
                    <a:pt x="4384802" y="856029"/>
                  </a:lnTo>
                  <a:lnTo>
                    <a:pt x="4386084" y="815838"/>
                  </a:lnTo>
                  <a:lnTo>
                    <a:pt x="4387365" y="816631"/>
                  </a:lnTo>
                  <a:lnTo>
                    <a:pt x="4388647" y="730090"/>
                  </a:lnTo>
                  <a:lnTo>
                    <a:pt x="4389929" y="650840"/>
                  </a:lnTo>
                  <a:lnTo>
                    <a:pt x="4391211" y="596261"/>
                  </a:lnTo>
                  <a:lnTo>
                    <a:pt x="4392493" y="585923"/>
                  </a:lnTo>
                  <a:lnTo>
                    <a:pt x="4393775" y="540473"/>
                  </a:lnTo>
                  <a:lnTo>
                    <a:pt x="4395057" y="524034"/>
                  </a:lnTo>
                  <a:lnTo>
                    <a:pt x="4396338" y="543917"/>
                  </a:lnTo>
                  <a:lnTo>
                    <a:pt x="4397620" y="572235"/>
                  </a:lnTo>
                  <a:lnTo>
                    <a:pt x="4398902" y="582169"/>
                  </a:lnTo>
                  <a:lnTo>
                    <a:pt x="4400184" y="585343"/>
                  </a:lnTo>
                  <a:lnTo>
                    <a:pt x="4401466" y="592815"/>
                  </a:lnTo>
                  <a:lnTo>
                    <a:pt x="4402748" y="608060"/>
                  </a:lnTo>
                  <a:lnTo>
                    <a:pt x="4404029" y="623153"/>
                  </a:lnTo>
                  <a:lnTo>
                    <a:pt x="4405311" y="641570"/>
                  </a:lnTo>
                  <a:lnTo>
                    <a:pt x="4406593" y="622587"/>
                  </a:lnTo>
                  <a:lnTo>
                    <a:pt x="4407875" y="648632"/>
                  </a:lnTo>
                  <a:lnTo>
                    <a:pt x="4409157" y="818519"/>
                  </a:lnTo>
                  <a:lnTo>
                    <a:pt x="4410439" y="872925"/>
                  </a:lnTo>
                  <a:lnTo>
                    <a:pt x="4411721" y="849934"/>
                  </a:lnTo>
                  <a:lnTo>
                    <a:pt x="4413002" y="736773"/>
                  </a:lnTo>
                  <a:lnTo>
                    <a:pt x="4414284" y="766524"/>
                  </a:lnTo>
                  <a:lnTo>
                    <a:pt x="4415566" y="788759"/>
                  </a:lnTo>
                  <a:lnTo>
                    <a:pt x="4416848" y="788759"/>
                  </a:lnTo>
                  <a:lnTo>
                    <a:pt x="4418130" y="768709"/>
                  </a:lnTo>
                  <a:lnTo>
                    <a:pt x="4419412" y="713106"/>
                  </a:lnTo>
                  <a:lnTo>
                    <a:pt x="4420693" y="652196"/>
                  </a:lnTo>
                  <a:lnTo>
                    <a:pt x="4421975" y="719578"/>
                  </a:lnTo>
                  <a:lnTo>
                    <a:pt x="4423257" y="692910"/>
                  </a:lnTo>
                  <a:lnTo>
                    <a:pt x="4424539" y="659980"/>
                  </a:lnTo>
                  <a:lnTo>
                    <a:pt x="4425821" y="641070"/>
                  </a:lnTo>
                  <a:lnTo>
                    <a:pt x="4427103" y="610286"/>
                  </a:lnTo>
                  <a:lnTo>
                    <a:pt x="4428384" y="597583"/>
                  </a:lnTo>
                  <a:lnTo>
                    <a:pt x="4429666" y="454536"/>
                  </a:lnTo>
                  <a:lnTo>
                    <a:pt x="4430948" y="466484"/>
                  </a:lnTo>
                  <a:lnTo>
                    <a:pt x="4432230" y="479126"/>
                  </a:lnTo>
                  <a:lnTo>
                    <a:pt x="4433512" y="460905"/>
                  </a:lnTo>
                  <a:lnTo>
                    <a:pt x="4434794" y="418525"/>
                  </a:lnTo>
                  <a:lnTo>
                    <a:pt x="4436076" y="383146"/>
                  </a:lnTo>
                  <a:lnTo>
                    <a:pt x="4437357" y="362272"/>
                  </a:lnTo>
                  <a:lnTo>
                    <a:pt x="4438639" y="376472"/>
                  </a:lnTo>
                  <a:lnTo>
                    <a:pt x="4439921" y="389144"/>
                  </a:lnTo>
                  <a:lnTo>
                    <a:pt x="4441203" y="383368"/>
                  </a:lnTo>
                  <a:lnTo>
                    <a:pt x="4442485" y="399018"/>
                  </a:lnTo>
                  <a:lnTo>
                    <a:pt x="4443767" y="265025"/>
                  </a:lnTo>
                  <a:lnTo>
                    <a:pt x="4445048" y="267950"/>
                  </a:lnTo>
                  <a:lnTo>
                    <a:pt x="4446330" y="264609"/>
                  </a:lnTo>
                  <a:lnTo>
                    <a:pt x="4447612" y="255518"/>
                  </a:lnTo>
                  <a:lnTo>
                    <a:pt x="4448894" y="385413"/>
                  </a:lnTo>
                  <a:lnTo>
                    <a:pt x="4450176" y="398228"/>
                  </a:lnTo>
                  <a:lnTo>
                    <a:pt x="4451458" y="413785"/>
                  </a:lnTo>
                  <a:lnTo>
                    <a:pt x="4452740" y="430954"/>
                  </a:lnTo>
                  <a:lnTo>
                    <a:pt x="4454021" y="442831"/>
                  </a:lnTo>
                  <a:lnTo>
                    <a:pt x="4455303" y="451167"/>
                  </a:lnTo>
                  <a:lnTo>
                    <a:pt x="4456585" y="463045"/>
                  </a:lnTo>
                  <a:lnTo>
                    <a:pt x="4457867" y="450328"/>
                  </a:lnTo>
                  <a:lnTo>
                    <a:pt x="4459149" y="442004"/>
                  </a:lnTo>
                  <a:lnTo>
                    <a:pt x="4460431" y="463045"/>
                  </a:lnTo>
                  <a:lnTo>
                    <a:pt x="4461712" y="449490"/>
                  </a:lnTo>
                  <a:lnTo>
                    <a:pt x="4462994" y="418525"/>
                  </a:lnTo>
                  <a:lnTo>
                    <a:pt x="4464276" y="435022"/>
                  </a:lnTo>
                  <a:lnTo>
                    <a:pt x="4465558" y="451587"/>
                  </a:lnTo>
                  <a:lnTo>
                    <a:pt x="4466840" y="472552"/>
                  </a:lnTo>
                  <a:lnTo>
                    <a:pt x="4468122" y="517564"/>
                  </a:lnTo>
                  <a:lnTo>
                    <a:pt x="4469404" y="518921"/>
                  </a:lnTo>
                  <a:lnTo>
                    <a:pt x="4470685" y="403384"/>
                  </a:lnTo>
                  <a:lnTo>
                    <a:pt x="4471967" y="427759"/>
                  </a:lnTo>
                  <a:lnTo>
                    <a:pt x="4473249" y="459612"/>
                  </a:lnTo>
                  <a:lnTo>
                    <a:pt x="4474531" y="474423"/>
                  </a:lnTo>
                  <a:lnTo>
                    <a:pt x="4475813" y="484106"/>
                  </a:lnTo>
                  <a:lnTo>
                    <a:pt x="4477095" y="503978"/>
                  </a:lnTo>
                  <a:lnTo>
                    <a:pt x="4478376" y="521296"/>
                  </a:lnTo>
                  <a:lnTo>
                    <a:pt x="4479658" y="512892"/>
                  </a:lnTo>
                  <a:lnTo>
                    <a:pt x="4480940" y="521296"/>
                  </a:lnTo>
                  <a:lnTo>
                    <a:pt x="4482222" y="558971"/>
                  </a:lnTo>
                  <a:lnTo>
                    <a:pt x="4483504" y="571626"/>
                  </a:lnTo>
                  <a:lnTo>
                    <a:pt x="4484786" y="634672"/>
                  </a:lnTo>
                  <a:lnTo>
                    <a:pt x="4486067" y="668154"/>
                  </a:lnTo>
                  <a:lnTo>
                    <a:pt x="4487349" y="695714"/>
                  </a:lnTo>
                  <a:lnTo>
                    <a:pt x="4488631" y="812621"/>
                  </a:lnTo>
                  <a:lnTo>
                    <a:pt x="4489913" y="784620"/>
                  </a:lnTo>
                  <a:lnTo>
                    <a:pt x="4491195" y="694651"/>
                  </a:lnTo>
                  <a:lnTo>
                    <a:pt x="4492477" y="632288"/>
                  </a:lnTo>
                  <a:lnTo>
                    <a:pt x="4493759" y="597130"/>
                  </a:lnTo>
                  <a:lnTo>
                    <a:pt x="4495040" y="583225"/>
                  </a:lnTo>
                  <a:lnTo>
                    <a:pt x="4496322" y="604759"/>
                  </a:lnTo>
                  <a:lnTo>
                    <a:pt x="4497604" y="617516"/>
                  </a:lnTo>
                  <a:lnTo>
                    <a:pt x="4498886" y="636910"/>
                  </a:lnTo>
                  <a:lnTo>
                    <a:pt x="4500168" y="615836"/>
                  </a:lnTo>
                  <a:lnTo>
                    <a:pt x="4501450" y="611380"/>
                  </a:lnTo>
                  <a:lnTo>
                    <a:pt x="4502731" y="579014"/>
                  </a:lnTo>
                  <a:lnTo>
                    <a:pt x="4504013" y="555882"/>
                  </a:lnTo>
                  <a:lnTo>
                    <a:pt x="4505295" y="555379"/>
                  </a:lnTo>
                  <a:lnTo>
                    <a:pt x="4506577" y="535589"/>
                  </a:lnTo>
                  <a:lnTo>
                    <a:pt x="4507859" y="548722"/>
                  </a:lnTo>
                  <a:lnTo>
                    <a:pt x="4509141" y="538311"/>
                  </a:lnTo>
                  <a:lnTo>
                    <a:pt x="4510423" y="558816"/>
                  </a:lnTo>
                  <a:lnTo>
                    <a:pt x="4511704" y="582711"/>
                  </a:lnTo>
                  <a:lnTo>
                    <a:pt x="4512986" y="643914"/>
                  </a:lnTo>
                  <a:lnTo>
                    <a:pt x="4514268" y="674055"/>
                  </a:lnTo>
                  <a:lnTo>
                    <a:pt x="4515550" y="673436"/>
                  </a:lnTo>
                  <a:lnTo>
                    <a:pt x="4516832" y="697423"/>
                  </a:lnTo>
                  <a:lnTo>
                    <a:pt x="4518114" y="729911"/>
                  </a:lnTo>
                  <a:lnTo>
                    <a:pt x="4519395" y="806409"/>
                  </a:lnTo>
                  <a:lnTo>
                    <a:pt x="4520677" y="817424"/>
                  </a:lnTo>
                  <a:lnTo>
                    <a:pt x="4521959" y="831904"/>
                  </a:lnTo>
                  <a:lnTo>
                    <a:pt x="4523241" y="862867"/>
                  </a:lnTo>
                  <a:lnTo>
                    <a:pt x="4524523" y="853486"/>
                  </a:lnTo>
                  <a:lnTo>
                    <a:pt x="4525805" y="884774"/>
                  </a:lnTo>
                  <a:lnTo>
                    <a:pt x="4527086" y="903845"/>
                  </a:lnTo>
                  <a:lnTo>
                    <a:pt x="4528368" y="920428"/>
                  </a:lnTo>
                  <a:lnTo>
                    <a:pt x="4529650" y="894148"/>
                  </a:lnTo>
                  <a:lnTo>
                    <a:pt x="4530932" y="808164"/>
                  </a:lnTo>
                  <a:lnTo>
                    <a:pt x="4532214" y="657325"/>
                  </a:lnTo>
                  <a:lnTo>
                    <a:pt x="4533496" y="638652"/>
                  </a:lnTo>
                  <a:lnTo>
                    <a:pt x="4534778" y="588212"/>
                  </a:lnTo>
                  <a:lnTo>
                    <a:pt x="4536059" y="732679"/>
                  </a:lnTo>
                  <a:lnTo>
                    <a:pt x="4537341" y="721023"/>
                  </a:lnTo>
                  <a:lnTo>
                    <a:pt x="4538623" y="640451"/>
                  </a:lnTo>
                  <a:lnTo>
                    <a:pt x="4539905" y="620328"/>
                  </a:lnTo>
                  <a:lnTo>
                    <a:pt x="4541187" y="623719"/>
                  </a:lnTo>
                  <a:lnTo>
                    <a:pt x="4542469" y="624287"/>
                  </a:lnTo>
                  <a:lnTo>
                    <a:pt x="4543750" y="631138"/>
                  </a:lnTo>
                  <a:lnTo>
                    <a:pt x="4545032" y="638653"/>
                  </a:lnTo>
                  <a:lnTo>
                    <a:pt x="4546314" y="640402"/>
                  </a:lnTo>
                  <a:lnTo>
                    <a:pt x="4547596" y="659994"/>
                  </a:lnTo>
                  <a:lnTo>
                    <a:pt x="4548878" y="705211"/>
                  </a:lnTo>
                  <a:lnTo>
                    <a:pt x="4550160" y="770902"/>
                  </a:lnTo>
                  <a:lnTo>
                    <a:pt x="4551442" y="760017"/>
                  </a:lnTo>
                  <a:lnTo>
                    <a:pt x="4552723" y="788004"/>
                  </a:lnTo>
                  <a:lnTo>
                    <a:pt x="4554005" y="825424"/>
                  </a:lnTo>
                  <a:lnTo>
                    <a:pt x="4555287" y="795525"/>
                  </a:lnTo>
                  <a:lnTo>
                    <a:pt x="4556569" y="788498"/>
                  </a:lnTo>
                  <a:lnTo>
                    <a:pt x="4557851" y="864560"/>
                  </a:lnTo>
                  <a:lnTo>
                    <a:pt x="4559133" y="793589"/>
                  </a:lnTo>
                  <a:lnTo>
                    <a:pt x="4560414" y="860061"/>
                  </a:lnTo>
                  <a:lnTo>
                    <a:pt x="4561696" y="858888"/>
                  </a:lnTo>
                  <a:lnTo>
                    <a:pt x="4562978" y="838168"/>
                  </a:lnTo>
                  <a:lnTo>
                    <a:pt x="4564260" y="810576"/>
                  </a:lnTo>
                  <a:lnTo>
                    <a:pt x="4565542" y="769014"/>
                  </a:lnTo>
                  <a:lnTo>
                    <a:pt x="4566824" y="805214"/>
                  </a:lnTo>
                  <a:lnTo>
                    <a:pt x="4568105" y="788382"/>
                  </a:lnTo>
                  <a:lnTo>
                    <a:pt x="4569387" y="800959"/>
                  </a:lnTo>
                  <a:lnTo>
                    <a:pt x="4570669" y="825864"/>
                  </a:lnTo>
                  <a:lnTo>
                    <a:pt x="4571951" y="824758"/>
                  </a:lnTo>
                  <a:lnTo>
                    <a:pt x="4573233" y="844992"/>
                  </a:lnTo>
                  <a:lnTo>
                    <a:pt x="4574515" y="853057"/>
                  </a:lnTo>
                  <a:lnTo>
                    <a:pt x="4575797" y="857717"/>
                  </a:lnTo>
                  <a:lnTo>
                    <a:pt x="4577078" y="825864"/>
                  </a:lnTo>
                  <a:lnTo>
                    <a:pt x="4578360" y="818169"/>
                  </a:lnTo>
                  <a:lnTo>
                    <a:pt x="4579642" y="757110"/>
                  </a:lnTo>
                  <a:lnTo>
                    <a:pt x="4580924" y="800541"/>
                  </a:lnTo>
                  <a:lnTo>
                    <a:pt x="4582206" y="767861"/>
                  </a:lnTo>
                  <a:lnTo>
                    <a:pt x="4583488" y="735742"/>
                  </a:lnTo>
                  <a:lnTo>
                    <a:pt x="4584769" y="702637"/>
                  </a:lnTo>
                  <a:lnTo>
                    <a:pt x="4586051" y="705211"/>
                  </a:lnTo>
                  <a:lnTo>
                    <a:pt x="4587333" y="780761"/>
                  </a:lnTo>
                  <a:lnTo>
                    <a:pt x="4588615" y="798129"/>
                  </a:lnTo>
                  <a:lnTo>
                    <a:pt x="4589897" y="732092"/>
                  </a:lnTo>
                  <a:lnTo>
                    <a:pt x="4591179" y="676559"/>
                  </a:lnTo>
                  <a:lnTo>
                    <a:pt x="4592461" y="670163"/>
                  </a:lnTo>
                  <a:lnTo>
                    <a:pt x="4593742" y="660943"/>
                  </a:lnTo>
                  <a:lnTo>
                    <a:pt x="4595024" y="674583"/>
                  </a:lnTo>
                  <a:lnTo>
                    <a:pt x="4596306" y="689061"/>
                  </a:lnTo>
                  <a:lnTo>
                    <a:pt x="4597588" y="653291"/>
                  </a:lnTo>
                  <a:lnTo>
                    <a:pt x="4598870" y="630472"/>
                  </a:lnTo>
                  <a:lnTo>
                    <a:pt x="4600152" y="666352"/>
                  </a:lnTo>
                  <a:lnTo>
                    <a:pt x="4601433" y="669726"/>
                  </a:lnTo>
                  <a:lnTo>
                    <a:pt x="4602715" y="664433"/>
                  </a:lnTo>
                  <a:lnTo>
                    <a:pt x="4603997" y="652966"/>
                  </a:lnTo>
                  <a:lnTo>
                    <a:pt x="4605279" y="504817"/>
                  </a:lnTo>
                  <a:lnTo>
                    <a:pt x="4606561" y="482637"/>
                  </a:lnTo>
                  <a:lnTo>
                    <a:pt x="4607843" y="477036"/>
                  </a:lnTo>
                  <a:lnTo>
                    <a:pt x="4609125" y="387175"/>
                  </a:lnTo>
                  <a:lnTo>
                    <a:pt x="4610406" y="427206"/>
                  </a:lnTo>
                  <a:lnTo>
                    <a:pt x="4611688" y="431645"/>
                  </a:lnTo>
                  <a:lnTo>
                    <a:pt x="4612970" y="459027"/>
                  </a:lnTo>
                  <a:lnTo>
                    <a:pt x="4614252" y="467266"/>
                  </a:lnTo>
                  <a:lnTo>
                    <a:pt x="4615534" y="484717"/>
                  </a:lnTo>
                  <a:lnTo>
                    <a:pt x="4616816" y="529164"/>
                  </a:lnTo>
                  <a:lnTo>
                    <a:pt x="4618097" y="594095"/>
                  </a:lnTo>
                  <a:lnTo>
                    <a:pt x="4619379" y="631507"/>
                  </a:lnTo>
                  <a:lnTo>
                    <a:pt x="4620661" y="657325"/>
                  </a:lnTo>
                  <a:lnTo>
                    <a:pt x="4621943" y="706400"/>
                  </a:lnTo>
                  <a:lnTo>
                    <a:pt x="4623225" y="759077"/>
                  </a:lnTo>
                  <a:lnTo>
                    <a:pt x="4624507" y="855382"/>
                  </a:lnTo>
                  <a:lnTo>
                    <a:pt x="4625788" y="1010984"/>
                  </a:lnTo>
                  <a:lnTo>
                    <a:pt x="4627070" y="1065419"/>
                  </a:lnTo>
                  <a:lnTo>
                    <a:pt x="4628352" y="1031193"/>
                  </a:lnTo>
                  <a:lnTo>
                    <a:pt x="4629634" y="1017127"/>
                  </a:lnTo>
                  <a:lnTo>
                    <a:pt x="4630916" y="1006419"/>
                  </a:lnTo>
                  <a:lnTo>
                    <a:pt x="4632198" y="975446"/>
                  </a:lnTo>
                  <a:lnTo>
                    <a:pt x="4633480" y="897677"/>
                  </a:lnTo>
                  <a:lnTo>
                    <a:pt x="4634761" y="870731"/>
                  </a:lnTo>
                  <a:lnTo>
                    <a:pt x="4636043" y="885272"/>
                  </a:lnTo>
                  <a:lnTo>
                    <a:pt x="4637325" y="811655"/>
                  </a:lnTo>
                  <a:lnTo>
                    <a:pt x="4638607" y="893214"/>
                  </a:lnTo>
                  <a:lnTo>
                    <a:pt x="4639889" y="904531"/>
                  </a:lnTo>
                  <a:lnTo>
                    <a:pt x="4641171" y="883950"/>
                  </a:lnTo>
                  <a:lnTo>
                    <a:pt x="4642452" y="825462"/>
                  </a:lnTo>
                  <a:lnTo>
                    <a:pt x="4643734" y="762629"/>
                  </a:lnTo>
                  <a:lnTo>
                    <a:pt x="4645016" y="693990"/>
                  </a:lnTo>
                  <a:lnTo>
                    <a:pt x="4646298" y="659390"/>
                  </a:lnTo>
                  <a:lnTo>
                    <a:pt x="4647580" y="638653"/>
                  </a:lnTo>
                  <a:lnTo>
                    <a:pt x="4648862" y="622021"/>
                  </a:lnTo>
                  <a:lnTo>
                    <a:pt x="4650144" y="583754"/>
                  </a:lnTo>
                  <a:lnTo>
                    <a:pt x="4651425" y="536076"/>
                  </a:lnTo>
                  <a:lnTo>
                    <a:pt x="4652707" y="540964"/>
                  </a:lnTo>
                  <a:lnTo>
                    <a:pt x="4653989" y="522606"/>
                  </a:lnTo>
                  <a:lnTo>
                    <a:pt x="4655271" y="508053"/>
                  </a:lnTo>
                  <a:lnTo>
                    <a:pt x="4656553" y="541946"/>
                  </a:lnTo>
                  <a:lnTo>
                    <a:pt x="4657835" y="561357"/>
                  </a:lnTo>
                  <a:lnTo>
                    <a:pt x="4659116" y="549868"/>
                  </a:lnTo>
                  <a:lnTo>
                    <a:pt x="4660398" y="548375"/>
                  </a:lnTo>
                  <a:lnTo>
                    <a:pt x="4661680" y="683425"/>
                  </a:lnTo>
                  <a:lnTo>
                    <a:pt x="4662962" y="678986"/>
                  </a:lnTo>
                  <a:lnTo>
                    <a:pt x="4664244" y="667782"/>
                  </a:lnTo>
                  <a:lnTo>
                    <a:pt x="4665526" y="582169"/>
                  </a:lnTo>
                  <a:lnTo>
                    <a:pt x="4666807" y="603663"/>
                  </a:lnTo>
                  <a:lnTo>
                    <a:pt x="4668089" y="611380"/>
                  </a:lnTo>
                  <a:lnTo>
                    <a:pt x="4669371" y="645679"/>
                  </a:lnTo>
                  <a:lnTo>
                    <a:pt x="4670653" y="682158"/>
                  </a:lnTo>
                  <a:lnTo>
                    <a:pt x="4671935" y="715762"/>
                  </a:lnTo>
                  <a:lnTo>
                    <a:pt x="4673217" y="736773"/>
                  </a:lnTo>
                  <a:lnTo>
                    <a:pt x="4674499" y="727189"/>
                  </a:lnTo>
                  <a:lnTo>
                    <a:pt x="4675780" y="692929"/>
                  </a:lnTo>
                  <a:lnTo>
                    <a:pt x="4677062" y="707175"/>
                  </a:lnTo>
                  <a:lnTo>
                    <a:pt x="4678344" y="725888"/>
                  </a:lnTo>
                  <a:lnTo>
                    <a:pt x="4679626" y="717389"/>
                  </a:lnTo>
                  <a:lnTo>
                    <a:pt x="4680908" y="629932"/>
                  </a:lnTo>
                  <a:lnTo>
                    <a:pt x="4682190" y="706400"/>
                  </a:lnTo>
                  <a:lnTo>
                    <a:pt x="4683471" y="777090"/>
                  </a:lnTo>
                  <a:lnTo>
                    <a:pt x="4684753" y="775060"/>
                  </a:lnTo>
                  <a:lnTo>
                    <a:pt x="4686035" y="787346"/>
                  </a:lnTo>
                  <a:lnTo>
                    <a:pt x="4687317" y="839300"/>
                  </a:lnTo>
                  <a:lnTo>
                    <a:pt x="4688599" y="865964"/>
                  </a:lnTo>
                  <a:lnTo>
                    <a:pt x="4689881" y="901452"/>
                  </a:lnTo>
                  <a:lnTo>
                    <a:pt x="4691163" y="902715"/>
                  </a:lnTo>
                  <a:lnTo>
                    <a:pt x="4692444" y="886500"/>
                  </a:lnTo>
                  <a:lnTo>
                    <a:pt x="4693726" y="861237"/>
                  </a:lnTo>
                  <a:lnTo>
                    <a:pt x="4695008" y="918100"/>
                  </a:lnTo>
                  <a:lnTo>
                    <a:pt x="4696290" y="920705"/>
                  </a:lnTo>
                  <a:lnTo>
                    <a:pt x="4697572" y="968311"/>
                  </a:lnTo>
                  <a:lnTo>
                    <a:pt x="4698854" y="1010984"/>
                  </a:lnTo>
                  <a:lnTo>
                    <a:pt x="4700135" y="1004906"/>
                  </a:lnTo>
                  <a:lnTo>
                    <a:pt x="4701417" y="1133556"/>
                  </a:lnTo>
                  <a:lnTo>
                    <a:pt x="4702699" y="1035557"/>
                  </a:lnTo>
                  <a:lnTo>
                    <a:pt x="4703981" y="1037703"/>
                  </a:lnTo>
                  <a:lnTo>
                    <a:pt x="4705263" y="1016745"/>
                  </a:lnTo>
                  <a:lnTo>
                    <a:pt x="4706545" y="994694"/>
                  </a:lnTo>
                  <a:lnTo>
                    <a:pt x="4707827" y="989311"/>
                  </a:lnTo>
                  <a:lnTo>
                    <a:pt x="4709108" y="1018997"/>
                  </a:lnTo>
                  <a:lnTo>
                    <a:pt x="4710390" y="1012266"/>
                  </a:lnTo>
                  <a:lnTo>
                    <a:pt x="4711672" y="1050301"/>
                  </a:lnTo>
                  <a:lnTo>
                    <a:pt x="4712954" y="1061127"/>
                  </a:lnTo>
                  <a:lnTo>
                    <a:pt x="4714236" y="1040847"/>
                  </a:lnTo>
                  <a:lnTo>
                    <a:pt x="4715518" y="1005614"/>
                  </a:lnTo>
                  <a:lnTo>
                    <a:pt x="4716799" y="947974"/>
                  </a:lnTo>
                  <a:lnTo>
                    <a:pt x="4718081" y="892870"/>
                  </a:lnTo>
                  <a:lnTo>
                    <a:pt x="4719363" y="871530"/>
                  </a:lnTo>
                  <a:lnTo>
                    <a:pt x="4720645" y="807960"/>
                  </a:lnTo>
                  <a:lnTo>
                    <a:pt x="4721927" y="855271"/>
                  </a:lnTo>
                  <a:lnTo>
                    <a:pt x="4723209" y="805933"/>
                  </a:lnTo>
                  <a:lnTo>
                    <a:pt x="4724490" y="594835"/>
                  </a:lnTo>
                  <a:lnTo>
                    <a:pt x="4725772" y="552747"/>
                  </a:lnTo>
                  <a:lnTo>
                    <a:pt x="4727054" y="541171"/>
                  </a:lnTo>
                  <a:lnTo>
                    <a:pt x="4728336" y="515465"/>
                  </a:lnTo>
                  <a:lnTo>
                    <a:pt x="4729618" y="493335"/>
                  </a:lnTo>
                  <a:lnTo>
                    <a:pt x="4730900" y="462543"/>
                  </a:lnTo>
                  <a:lnTo>
                    <a:pt x="4732182" y="489626"/>
                  </a:lnTo>
                  <a:lnTo>
                    <a:pt x="4733463" y="453792"/>
                  </a:lnTo>
                  <a:lnTo>
                    <a:pt x="4734745" y="405509"/>
                  </a:lnTo>
                  <a:lnTo>
                    <a:pt x="4736027" y="399157"/>
                  </a:lnTo>
                  <a:lnTo>
                    <a:pt x="4737309" y="366913"/>
                  </a:lnTo>
                  <a:lnTo>
                    <a:pt x="4738591" y="319641"/>
                  </a:lnTo>
                  <a:lnTo>
                    <a:pt x="4739873" y="314167"/>
                  </a:lnTo>
                  <a:lnTo>
                    <a:pt x="4741154" y="285820"/>
                  </a:lnTo>
                  <a:lnTo>
                    <a:pt x="4742436" y="284525"/>
                  </a:lnTo>
                  <a:lnTo>
                    <a:pt x="4743718" y="436266"/>
                  </a:lnTo>
                  <a:lnTo>
                    <a:pt x="4745000" y="448490"/>
                  </a:lnTo>
                  <a:lnTo>
                    <a:pt x="4746282" y="420345"/>
                  </a:lnTo>
                  <a:lnTo>
                    <a:pt x="4747564" y="439942"/>
                  </a:lnTo>
                  <a:lnTo>
                    <a:pt x="4748846" y="454536"/>
                  </a:lnTo>
                  <a:lnTo>
                    <a:pt x="4750127" y="457075"/>
                  </a:lnTo>
                  <a:lnTo>
                    <a:pt x="4751409" y="437067"/>
                  </a:lnTo>
                  <a:lnTo>
                    <a:pt x="4752691" y="532461"/>
                  </a:lnTo>
                  <a:lnTo>
                    <a:pt x="4753973" y="570923"/>
                  </a:lnTo>
                  <a:lnTo>
                    <a:pt x="4755255" y="567817"/>
                  </a:lnTo>
                  <a:lnTo>
                    <a:pt x="4756537" y="619618"/>
                  </a:lnTo>
                  <a:lnTo>
                    <a:pt x="4757818" y="670163"/>
                  </a:lnTo>
                  <a:lnTo>
                    <a:pt x="4759100" y="690073"/>
                  </a:lnTo>
                  <a:lnTo>
                    <a:pt x="4760382" y="711749"/>
                  </a:lnTo>
                  <a:lnTo>
                    <a:pt x="4761664" y="725589"/>
                  </a:lnTo>
                  <a:lnTo>
                    <a:pt x="4762946" y="760118"/>
                  </a:lnTo>
                  <a:lnTo>
                    <a:pt x="4764228" y="782622"/>
                  </a:lnTo>
                  <a:lnTo>
                    <a:pt x="4765509" y="816559"/>
                  </a:lnTo>
                  <a:lnTo>
                    <a:pt x="4766791" y="666676"/>
                  </a:lnTo>
                  <a:lnTo>
                    <a:pt x="4768073" y="630564"/>
                  </a:lnTo>
                  <a:lnTo>
                    <a:pt x="4769355" y="640986"/>
                  </a:lnTo>
                  <a:lnTo>
                    <a:pt x="4770637" y="663629"/>
                  </a:lnTo>
                  <a:lnTo>
                    <a:pt x="4771919" y="682792"/>
                  </a:lnTo>
                  <a:lnTo>
                    <a:pt x="4773201" y="647963"/>
                  </a:lnTo>
                  <a:lnTo>
                    <a:pt x="4774482" y="481063"/>
                  </a:lnTo>
                  <a:lnTo>
                    <a:pt x="4775764" y="433319"/>
                  </a:lnTo>
                  <a:lnTo>
                    <a:pt x="4777046" y="401795"/>
                  </a:lnTo>
                  <a:lnTo>
                    <a:pt x="4778328" y="395484"/>
                  </a:lnTo>
                  <a:lnTo>
                    <a:pt x="4779610" y="398105"/>
                  </a:lnTo>
                  <a:lnTo>
                    <a:pt x="4780892" y="407642"/>
                  </a:lnTo>
                  <a:lnTo>
                    <a:pt x="4782173" y="432202"/>
                  </a:lnTo>
                  <a:lnTo>
                    <a:pt x="4783455" y="464310"/>
                  </a:lnTo>
                  <a:lnTo>
                    <a:pt x="4784737" y="492716"/>
                  </a:lnTo>
                  <a:lnTo>
                    <a:pt x="4786019" y="527845"/>
                  </a:lnTo>
                  <a:lnTo>
                    <a:pt x="4787301" y="570915"/>
                  </a:lnTo>
                  <a:lnTo>
                    <a:pt x="4788583" y="586750"/>
                  </a:lnTo>
                  <a:lnTo>
                    <a:pt x="4789865" y="568789"/>
                  </a:lnTo>
                  <a:lnTo>
                    <a:pt x="4791146" y="626011"/>
                  </a:lnTo>
                  <a:lnTo>
                    <a:pt x="4792428" y="637057"/>
                  </a:lnTo>
                  <a:lnTo>
                    <a:pt x="4793710" y="693952"/>
                  </a:lnTo>
                  <a:lnTo>
                    <a:pt x="4794992" y="758093"/>
                  </a:lnTo>
                  <a:lnTo>
                    <a:pt x="4796274" y="837038"/>
                  </a:lnTo>
                  <a:lnTo>
                    <a:pt x="4797556" y="920705"/>
                  </a:lnTo>
                  <a:lnTo>
                    <a:pt x="4798837" y="966895"/>
                  </a:lnTo>
                  <a:lnTo>
                    <a:pt x="4800119" y="968311"/>
                  </a:lnTo>
                  <a:lnTo>
                    <a:pt x="4801401" y="907798"/>
                  </a:lnTo>
                  <a:lnTo>
                    <a:pt x="4802683" y="870731"/>
                  </a:lnTo>
                  <a:lnTo>
                    <a:pt x="4803965" y="828082"/>
                  </a:lnTo>
                  <a:lnTo>
                    <a:pt x="4805247" y="731196"/>
                  </a:lnTo>
                  <a:lnTo>
                    <a:pt x="4806528" y="683494"/>
                  </a:lnTo>
                  <a:lnTo>
                    <a:pt x="4807810" y="679191"/>
                  </a:lnTo>
                  <a:lnTo>
                    <a:pt x="4809092" y="724664"/>
                  </a:lnTo>
                  <a:lnTo>
                    <a:pt x="4810374" y="699254"/>
                  </a:lnTo>
                  <a:lnTo>
                    <a:pt x="4811656" y="697481"/>
                  </a:lnTo>
                  <a:lnTo>
                    <a:pt x="4812938" y="675773"/>
                  </a:lnTo>
                  <a:lnTo>
                    <a:pt x="4814220" y="678335"/>
                  </a:lnTo>
                  <a:lnTo>
                    <a:pt x="4815501" y="658978"/>
                  </a:lnTo>
                  <a:lnTo>
                    <a:pt x="4816783" y="629932"/>
                  </a:lnTo>
                  <a:lnTo>
                    <a:pt x="4818065" y="622117"/>
                  </a:lnTo>
                  <a:lnTo>
                    <a:pt x="4819347" y="631507"/>
                  </a:lnTo>
                  <a:lnTo>
                    <a:pt x="4820629" y="614408"/>
                  </a:lnTo>
                  <a:lnTo>
                    <a:pt x="4821911" y="622117"/>
                  </a:lnTo>
                  <a:lnTo>
                    <a:pt x="4823192" y="629932"/>
                  </a:lnTo>
                  <a:lnTo>
                    <a:pt x="4824474" y="685224"/>
                  </a:lnTo>
                  <a:lnTo>
                    <a:pt x="4825756" y="711818"/>
                  </a:lnTo>
                  <a:lnTo>
                    <a:pt x="4827038" y="695714"/>
                  </a:lnTo>
                  <a:lnTo>
                    <a:pt x="4828320" y="682631"/>
                  </a:lnTo>
                  <a:lnTo>
                    <a:pt x="4829602" y="657325"/>
                  </a:lnTo>
                  <a:lnTo>
                    <a:pt x="4830884" y="670682"/>
                  </a:lnTo>
                  <a:lnTo>
                    <a:pt x="4832165" y="684358"/>
                  </a:lnTo>
                  <a:lnTo>
                    <a:pt x="4833447" y="660635"/>
                  </a:lnTo>
                  <a:lnTo>
                    <a:pt x="4834729" y="682631"/>
                  </a:lnTo>
                  <a:lnTo>
                    <a:pt x="4836011" y="696597"/>
                  </a:lnTo>
                  <a:lnTo>
                    <a:pt x="4837293" y="702816"/>
                  </a:lnTo>
                  <a:lnTo>
                    <a:pt x="4838575" y="686091"/>
                  </a:lnTo>
                  <a:lnTo>
                    <a:pt x="4839856" y="742569"/>
                  </a:lnTo>
                  <a:lnTo>
                    <a:pt x="4841138" y="762040"/>
                  </a:lnTo>
                  <a:lnTo>
                    <a:pt x="4842420" y="789419"/>
                  </a:lnTo>
                  <a:lnTo>
                    <a:pt x="4843702" y="797789"/>
                  </a:lnTo>
                  <a:lnTo>
                    <a:pt x="4844984" y="818169"/>
                  </a:lnTo>
                  <a:lnTo>
                    <a:pt x="4846266" y="860061"/>
                  </a:lnTo>
                  <a:lnTo>
                    <a:pt x="4847548" y="888965"/>
                  </a:lnTo>
                  <a:lnTo>
                    <a:pt x="4848829" y="1079082"/>
                  </a:lnTo>
                  <a:lnTo>
                    <a:pt x="4850111" y="1134558"/>
                  </a:lnTo>
                  <a:lnTo>
                    <a:pt x="4851393" y="1163177"/>
                  </a:lnTo>
                  <a:lnTo>
                    <a:pt x="4852675" y="1191417"/>
                  </a:lnTo>
                  <a:lnTo>
                    <a:pt x="4853957" y="1163177"/>
                  </a:lnTo>
                  <a:lnTo>
                    <a:pt x="4855239" y="1170475"/>
                  </a:lnTo>
                  <a:lnTo>
                    <a:pt x="4856520" y="1161728"/>
                  </a:lnTo>
                  <a:lnTo>
                    <a:pt x="4857802" y="1176381"/>
                  </a:lnTo>
                  <a:lnTo>
                    <a:pt x="4859084" y="1102664"/>
                  </a:lnTo>
                  <a:lnTo>
                    <a:pt x="4860366" y="1061127"/>
                  </a:lnTo>
                  <a:lnTo>
                    <a:pt x="4861648" y="1047923"/>
                  </a:lnTo>
                  <a:lnTo>
                    <a:pt x="4862930" y="1024667"/>
                  </a:lnTo>
                  <a:lnTo>
                    <a:pt x="4864211" y="1029243"/>
                  </a:lnTo>
                  <a:lnTo>
                    <a:pt x="4865493" y="1012266"/>
                  </a:lnTo>
                  <a:lnTo>
                    <a:pt x="4866775" y="965180"/>
                  </a:lnTo>
                  <a:lnTo>
                    <a:pt x="4868057" y="949837"/>
                  </a:lnTo>
                  <a:lnTo>
                    <a:pt x="4869339" y="850954"/>
                  </a:lnTo>
                  <a:lnTo>
                    <a:pt x="4870621" y="875687"/>
                  </a:lnTo>
                  <a:lnTo>
                    <a:pt x="4871903" y="817728"/>
                  </a:lnTo>
                  <a:lnTo>
                    <a:pt x="4873184" y="829821"/>
                  </a:lnTo>
                  <a:lnTo>
                    <a:pt x="4874466" y="857536"/>
                  </a:lnTo>
                  <a:lnTo>
                    <a:pt x="4875748" y="808400"/>
                  </a:lnTo>
                  <a:lnTo>
                    <a:pt x="4877030" y="775382"/>
                  </a:lnTo>
                  <a:lnTo>
                    <a:pt x="4878312" y="791654"/>
                  </a:lnTo>
                  <a:lnTo>
                    <a:pt x="4879594" y="790241"/>
                  </a:lnTo>
                  <a:lnTo>
                    <a:pt x="4880875" y="732982"/>
                  </a:lnTo>
                  <a:lnTo>
                    <a:pt x="4882157" y="715786"/>
                  </a:lnTo>
                  <a:lnTo>
                    <a:pt x="4883439" y="700698"/>
                  </a:lnTo>
                  <a:lnTo>
                    <a:pt x="4884721" y="687174"/>
                  </a:lnTo>
                  <a:lnTo>
                    <a:pt x="4886003" y="703118"/>
                  </a:lnTo>
                  <a:lnTo>
                    <a:pt x="4887285" y="719517"/>
                  </a:lnTo>
                  <a:lnTo>
                    <a:pt x="4888567" y="709144"/>
                  </a:lnTo>
                  <a:lnTo>
                    <a:pt x="4889848" y="703914"/>
                  </a:lnTo>
                  <a:lnTo>
                    <a:pt x="4891130" y="734275"/>
                  </a:lnTo>
                  <a:lnTo>
                    <a:pt x="4892412" y="661896"/>
                  </a:lnTo>
                  <a:lnTo>
                    <a:pt x="4893694" y="658430"/>
                  </a:lnTo>
                  <a:lnTo>
                    <a:pt x="4894976" y="516755"/>
                  </a:lnTo>
                  <a:lnTo>
                    <a:pt x="4896258" y="567376"/>
                  </a:lnTo>
                  <a:lnTo>
                    <a:pt x="4897539" y="568789"/>
                  </a:lnTo>
                  <a:lnTo>
                    <a:pt x="4898821" y="570206"/>
                  </a:lnTo>
                  <a:lnTo>
                    <a:pt x="4900103" y="813145"/>
                  </a:lnTo>
                  <a:lnTo>
                    <a:pt x="4901385" y="980505"/>
                  </a:lnTo>
                  <a:lnTo>
                    <a:pt x="4902667" y="1134234"/>
                  </a:lnTo>
                  <a:lnTo>
                    <a:pt x="4903949" y="1137952"/>
                  </a:lnTo>
                  <a:lnTo>
                    <a:pt x="4905230" y="1114946"/>
                  </a:lnTo>
                  <a:lnTo>
                    <a:pt x="4906512" y="1128787"/>
                  </a:lnTo>
                  <a:lnTo>
                    <a:pt x="4907794" y="1146811"/>
                  </a:lnTo>
                  <a:lnTo>
                    <a:pt x="4909076" y="1142969"/>
                  </a:lnTo>
                  <a:lnTo>
                    <a:pt x="4910358" y="1188781"/>
                  </a:lnTo>
                  <a:lnTo>
                    <a:pt x="4911640" y="1160463"/>
                  </a:lnTo>
                  <a:lnTo>
                    <a:pt x="4912922" y="1202419"/>
                  </a:lnTo>
                  <a:lnTo>
                    <a:pt x="4914203" y="1310756"/>
                  </a:lnTo>
                  <a:lnTo>
                    <a:pt x="4915485" y="1330315"/>
                  </a:lnTo>
                  <a:lnTo>
                    <a:pt x="4916767" y="1351940"/>
                  </a:lnTo>
                  <a:lnTo>
                    <a:pt x="4918049" y="1360264"/>
                  </a:lnTo>
                  <a:lnTo>
                    <a:pt x="4919331" y="1404920"/>
                  </a:lnTo>
                  <a:lnTo>
                    <a:pt x="4920613" y="1355449"/>
                  </a:lnTo>
                  <a:lnTo>
                    <a:pt x="4921894" y="1212064"/>
                  </a:lnTo>
                  <a:lnTo>
                    <a:pt x="4923176" y="1229027"/>
                  </a:lnTo>
                  <a:lnTo>
                    <a:pt x="4924458" y="1085934"/>
                  </a:lnTo>
                  <a:lnTo>
                    <a:pt x="4925740" y="1073878"/>
                  </a:lnTo>
                  <a:lnTo>
                    <a:pt x="4927022" y="1067101"/>
                  </a:lnTo>
                  <a:lnTo>
                    <a:pt x="4928304" y="1057083"/>
                  </a:lnTo>
                  <a:lnTo>
                    <a:pt x="4929586" y="1042377"/>
                  </a:lnTo>
                  <a:lnTo>
                    <a:pt x="4930867" y="1127427"/>
                  </a:lnTo>
                  <a:lnTo>
                    <a:pt x="4932149" y="1140675"/>
                  </a:lnTo>
                  <a:lnTo>
                    <a:pt x="4933431" y="1109017"/>
                  </a:lnTo>
                  <a:lnTo>
                    <a:pt x="4934713" y="1114479"/>
                  </a:lnTo>
                  <a:lnTo>
                    <a:pt x="4935995" y="1154235"/>
                  </a:lnTo>
                  <a:lnTo>
                    <a:pt x="4937277" y="1211924"/>
                  </a:lnTo>
                  <a:lnTo>
                    <a:pt x="4938558" y="1236273"/>
                  </a:lnTo>
                  <a:lnTo>
                    <a:pt x="4939840" y="1209760"/>
                  </a:lnTo>
                  <a:lnTo>
                    <a:pt x="4941122" y="1294891"/>
                  </a:lnTo>
                  <a:lnTo>
                    <a:pt x="4942404" y="1299786"/>
                  </a:lnTo>
                  <a:lnTo>
                    <a:pt x="4943686" y="1205294"/>
                  </a:lnTo>
                  <a:lnTo>
                    <a:pt x="4944968" y="1182348"/>
                  </a:lnTo>
                  <a:lnTo>
                    <a:pt x="4946249" y="1208424"/>
                  </a:lnTo>
                  <a:lnTo>
                    <a:pt x="4947531" y="1196005"/>
                  </a:lnTo>
                  <a:lnTo>
                    <a:pt x="4948813" y="1155971"/>
                  </a:lnTo>
                  <a:lnTo>
                    <a:pt x="4950095" y="1093598"/>
                  </a:lnTo>
                  <a:lnTo>
                    <a:pt x="4951377" y="1039676"/>
                  </a:lnTo>
                  <a:lnTo>
                    <a:pt x="4952659" y="974502"/>
                  </a:lnTo>
                  <a:lnTo>
                    <a:pt x="4953941" y="893777"/>
                  </a:lnTo>
                  <a:lnTo>
                    <a:pt x="4955222" y="835992"/>
                  </a:lnTo>
                  <a:lnTo>
                    <a:pt x="4956504" y="897913"/>
                  </a:lnTo>
                  <a:lnTo>
                    <a:pt x="4957786" y="866761"/>
                  </a:lnTo>
                  <a:lnTo>
                    <a:pt x="4959068" y="852628"/>
                  </a:lnTo>
                  <a:lnTo>
                    <a:pt x="4960350" y="839485"/>
                  </a:lnTo>
                  <a:lnTo>
                    <a:pt x="4961632" y="851300"/>
                  </a:lnTo>
                  <a:lnTo>
                    <a:pt x="4962913" y="862437"/>
                  </a:lnTo>
                  <a:lnTo>
                    <a:pt x="4964195" y="863806"/>
                  </a:lnTo>
                  <a:lnTo>
                    <a:pt x="4965477" y="944951"/>
                  </a:lnTo>
                  <a:lnTo>
                    <a:pt x="4966759" y="934203"/>
                  </a:lnTo>
                  <a:lnTo>
                    <a:pt x="4968041" y="917802"/>
                  </a:lnTo>
                  <a:lnTo>
                    <a:pt x="4969323" y="908181"/>
                  </a:lnTo>
                  <a:lnTo>
                    <a:pt x="4970605" y="912650"/>
                  </a:lnTo>
                  <a:lnTo>
                    <a:pt x="4971886" y="909454"/>
                  </a:lnTo>
                  <a:lnTo>
                    <a:pt x="4973168" y="939552"/>
                  </a:lnTo>
                  <a:lnTo>
                    <a:pt x="4974450" y="960763"/>
                  </a:lnTo>
                  <a:lnTo>
                    <a:pt x="4975732" y="1009045"/>
                  </a:lnTo>
                  <a:lnTo>
                    <a:pt x="4977014" y="1042795"/>
                  </a:lnTo>
                  <a:lnTo>
                    <a:pt x="4978296" y="1023376"/>
                  </a:lnTo>
                  <a:lnTo>
                    <a:pt x="4979577" y="903529"/>
                  </a:lnTo>
                  <a:lnTo>
                    <a:pt x="4980859" y="851964"/>
                  </a:lnTo>
                  <a:lnTo>
                    <a:pt x="4982141" y="705865"/>
                  </a:lnTo>
                  <a:lnTo>
                    <a:pt x="4983423" y="662921"/>
                  </a:lnTo>
                  <a:lnTo>
                    <a:pt x="4984705" y="467859"/>
                  </a:lnTo>
                  <a:lnTo>
                    <a:pt x="4985987" y="455532"/>
                  </a:lnTo>
                  <a:lnTo>
                    <a:pt x="4987269" y="457860"/>
                  </a:lnTo>
                  <a:lnTo>
                    <a:pt x="4988550" y="460783"/>
                  </a:lnTo>
                  <a:lnTo>
                    <a:pt x="4989832" y="602327"/>
                  </a:lnTo>
                  <a:lnTo>
                    <a:pt x="4991114" y="615156"/>
                  </a:lnTo>
                  <a:lnTo>
                    <a:pt x="4992396" y="627958"/>
                  </a:lnTo>
                  <a:lnTo>
                    <a:pt x="4993678" y="632288"/>
                  </a:lnTo>
                  <a:lnTo>
                    <a:pt x="4994960" y="710884"/>
                  </a:lnTo>
                  <a:lnTo>
                    <a:pt x="4996241" y="719701"/>
                  </a:lnTo>
                  <a:lnTo>
                    <a:pt x="4997523" y="713329"/>
                  </a:lnTo>
                  <a:lnTo>
                    <a:pt x="4998805" y="812822"/>
                  </a:lnTo>
                  <a:lnTo>
                    <a:pt x="5000087" y="810708"/>
                  </a:lnTo>
                  <a:lnTo>
                    <a:pt x="5001369" y="773317"/>
                  </a:lnTo>
                  <a:lnTo>
                    <a:pt x="5002651" y="794316"/>
                  </a:lnTo>
                  <a:lnTo>
                    <a:pt x="5003932" y="813410"/>
                  </a:lnTo>
                  <a:lnTo>
                    <a:pt x="5005214" y="845572"/>
                  </a:lnTo>
                  <a:lnTo>
                    <a:pt x="5006496" y="858843"/>
                  </a:lnTo>
                  <a:lnTo>
                    <a:pt x="5007778" y="845572"/>
                  </a:lnTo>
                  <a:lnTo>
                    <a:pt x="5009060" y="805909"/>
                  </a:lnTo>
                  <a:lnTo>
                    <a:pt x="5010342" y="801138"/>
                  </a:lnTo>
                  <a:lnTo>
                    <a:pt x="5011624" y="818192"/>
                  </a:lnTo>
                  <a:lnTo>
                    <a:pt x="5012905" y="759896"/>
                  </a:lnTo>
                  <a:lnTo>
                    <a:pt x="5014187" y="797157"/>
                  </a:lnTo>
                  <a:lnTo>
                    <a:pt x="5015469" y="795360"/>
                  </a:lnTo>
                  <a:lnTo>
                    <a:pt x="5016751" y="821354"/>
                  </a:lnTo>
                  <a:lnTo>
                    <a:pt x="5018033" y="847740"/>
                  </a:lnTo>
                  <a:lnTo>
                    <a:pt x="5019315" y="884920"/>
                  </a:lnTo>
                  <a:lnTo>
                    <a:pt x="5020596" y="826011"/>
                  </a:lnTo>
                  <a:lnTo>
                    <a:pt x="5021878" y="808318"/>
                  </a:lnTo>
                  <a:lnTo>
                    <a:pt x="5023160" y="847286"/>
                  </a:lnTo>
                  <a:lnTo>
                    <a:pt x="5024442" y="820463"/>
                  </a:lnTo>
                  <a:lnTo>
                    <a:pt x="5025724" y="881133"/>
                  </a:lnTo>
                  <a:lnTo>
                    <a:pt x="5027006" y="941398"/>
                  </a:lnTo>
                  <a:lnTo>
                    <a:pt x="5028288" y="971296"/>
                  </a:lnTo>
                  <a:lnTo>
                    <a:pt x="5029569" y="977357"/>
                  </a:lnTo>
                  <a:lnTo>
                    <a:pt x="5030851" y="1041616"/>
                  </a:lnTo>
                  <a:lnTo>
                    <a:pt x="5032133" y="1070531"/>
                  </a:lnTo>
                  <a:lnTo>
                    <a:pt x="5033415" y="1088355"/>
                  </a:lnTo>
                  <a:lnTo>
                    <a:pt x="5034697" y="1113234"/>
                  </a:lnTo>
                  <a:lnTo>
                    <a:pt x="5035979" y="1140605"/>
                  </a:lnTo>
                  <a:lnTo>
                    <a:pt x="5037260" y="1112904"/>
                  </a:lnTo>
                  <a:lnTo>
                    <a:pt x="5038542" y="1130709"/>
                  </a:lnTo>
                  <a:lnTo>
                    <a:pt x="5039824" y="1173495"/>
                  </a:lnTo>
                  <a:lnTo>
                    <a:pt x="5041106" y="1276510"/>
                  </a:lnTo>
                  <a:lnTo>
                    <a:pt x="5042388" y="1247412"/>
                  </a:lnTo>
                  <a:lnTo>
                    <a:pt x="5043670" y="1249187"/>
                  </a:lnTo>
                  <a:lnTo>
                    <a:pt x="5044951" y="1315392"/>
                  </a:lnTo>
                  <a:lnTo>
                    <a:pt x="5046233" y="1319735"/>
                  </a:lnTo>
                  <a:lnTo>
                    <a:pt x="5047515" y="1396500"/>
                  </a:lnTo>
                  <a:lnTo>
                    <a:pt x="5048797" y="1472007"/>
                  </a:lnTo>
                  <a:lnTo>
                    <a:pt x="5050079" y="1526173"/>
                  </a:lnTo>
                  <a:lnTo>
                    <a:pt x="5051361" y="1494257"/>
                  </a:lnTo>
                  <a:lnTo>
                    <a:pt x="5052643" y="1421458"/>
                  </a:lnTo>
                  <a:lnTo>
                    <a:pt x="5053924" y="1372097"/>
                  </a:lnTo>
                  <a:lnTo>
                    <a:pt x="5055206" y="1366031"/>
                  </a:lnTo>
                  <a:lnTo>
                    <a:pt x="5056488" y="1345394"/>
                  </a:lnTo>
                  <a:lnTo>
                    <a:pt x="5057770" y="1317372"/>
                  </a:lnTo>
                  <a:lnTo>
                    <a:pt x="5059052" y="1285303"/>
                  </a:lnTo>
                  <a:lnTo>
                    <a:pt x="5060334" y="1271771"/>
                  </a:lnTo>
                  <a:lnTo>
                    <a:pt x="5061615" y="1322218"/>
                  </a:lnTo>
                  <a:lnTo>
                    <a:pt x="5062897" y="1360802"/>
                  </a:lnTo>
                  <a:lnTo>
                    <a:pt x="5064179" y="1362540"/>
                  </a:lnTo>
                  <a:lnTo>
                    <a:pt x="5065461" y="1355918"/>
                  </a:lnTo>
                  <a:lnTo>
                    <a:pt x="5066743" y="1302557"/>
                  </a:lnTo>
                  <a:lnTo>
                    <a:pt x="5068025" y="1240805"/>
                  </a:lnTo>
                  <a:lnTo>
                    <a:pt x="5069307" y="1129108"/>
                  </a:lnTo>
                  <a:lnTo>
                    <a:pt x="5070588" y="1167924"/>
                  </a:lnTo>
                  <a:lnTo>
                    <a:pt x="5071870" y="1226465"/>
                  </a:lnTo>
                  <a:lnTo>
                    <a:pt x="5073152" y="1179357"/>
                  </a:lnTo>
                  <a:lnTo>
                    <a:pt x="5074434" y="1275287"/>
                  </a:lnTo>
                  <a:lnTo>
                    <a:pt x="5075716" y="1304248"/>
                  </a:lnTo>
                  <a:lnTo>
                    <a:pt x="5076998" y="1254654"/>
                  </a:lnTo>
                  <a:lnTo>
                    <a:pt x="5078279" y="1340085"/>
                  </a:lnTo>
                  <a:lnTo>
                    <a:pt x="5079561" y="1370687"/>
                  </a:lnTo>
                  <a:lnTo>
                    <a:pt x="5080843" y="1353793"/>
                  </a:lnTo>
                  <a:lnTo>
                    <a:pt x="5082125" y="1318810"/>
                  </a:lnTo>
                  <a:lnTo>
                    <a:pt x="5083407" y="1293280"/>
                  </a:lnTo>
                  <a:lnTo>
                    <a:pt x="5084689" y="1268836"/>
                  </a:lnTo>
                  <a:lnTo>
                    <a:pt x="5085970" y="1268836"/>
                  </a:lnTo>
                  <a:lnTo>
                    <a:pt x="5087252" y="1308462"/>
                  </a:lnTo>
                  <a:lnTo>
                    <a:pt x="5088534" y="1340085"/>
                  </a:lnTo>
                  <a:lnTo>
                    <a:pt x="5089816" y="1373551"/>
                  </a:lnTo>
                  <a:lnTo>
                    <a:pt x="5091098" y="1373551"/>
                  </a:lnTo>
                  <a:lnTo>
                    <a:pt x="5092380" y="1295782"/>
                  </a:lnTo>
                  <a:lnTo>
                    <a:pt x="5093662" y="1268836"/>
                  </a:lnTo>
                  <a:lnTo>
                    <a:pt x="5094943" y="1218463"/>
                  </a:lnTo>
                  <a:lnTo>
                    <a:pt x="5096225" y="1123698"/>
                  </a:lnTo>
                  <a:lnTo>
                    <a:pt x="5097507" y="1259529"/>
                  </a:lnTo>
                  <a:lnTo>
                    <a:pt x="5098789" y="1211571"/>
                  </a:lnTo>
                  <a:lnTo>
                    <a:pt x="5100071" y="1167545"/>
                  </a:lnTo>
                  <a:lnTo>
                    <a:pt x="5101353" y="1137646"/>
                  </a:lnTo>
                  <a:lnTo>
                    <a:pt x="5102634" y="1252065"/>
                  </a:lnTo>
                  <a:lnTo>
                    <a:pt x="5103916" y="1174356"/>
                  </a:lnTo>
                  <a:lnTo>
                    <a:pt x="5105198" y="1210976"/>
                  </a:lnTo>
                  <a:lnTo>
                    <a:pt x="5106480" y="1241021"/>
                  </a:lnTo>
                  <a:lnTo>
                    <a:pt x="5107762" y="1290658"/>
                  </a:lnTo>
                  <a:lnTo>
                    <a:pt x="5109044" y="1304013"/>
                  </a:lnTo>
                  <a:lnTo>
                    <a:pt x="5110326" y="1327106"/>
                  </a:lnTo>
                  <a:lnTo>
                    <a:pt x="5111607" y="1302288"/>
                  </a:lnTo>
                  <a:lnTo>
                    <a:pt x="5112889" y="1296829"/>
                  </a:lnTo>
                  <a:lnTo>
                    <a:pt x="5114171" y="1307008"/>
                  </a:lnTo>
                  <a:lnTo>
                    <a:pt x="5115453" y="1332862"/>
                  </a:lnTo>
                  <a:lnTo>
                    <a:pt x="5116735" y="1338677"/>
                  </a:lnTo>
                  <a:lnTo>
                    <a:pt x="5118017" y="1333825"/>
                  </a:lnTo>
                  <a:lnTo>
                    <a:pt x="5119298" y="1367291"/>
                  </a:lnTo>
                  <a:lnTo>
                    <a:pt x="5120580" y="1400796"/>
                  </a:lnTo>
                  <a:lnTo>
                    <a:pt x="5121862" y="1428869"/>
                  </a:lnTo>
                  <a:lnTo>
                    <a:pt x="5123144" y="1505106"/>
                  </a:lnTo>
                  <a:lnTo>
                    <a:pt x="5124426" y="1492738"/>
                  </a:lnTo>
                  <a:lnTo>
                    <a:pt x="5125708" y="1478960"/>
                  </a:lnTo>
                  <a:lnTo>
                    <a:pt x="5126990" y="1462160"/>
                  </a:lnTo>
                  <a:lnTo>
                    <a:pt x="5128271" y="1455830"/>
                  </a:lnTo>
                  <a:lnTo>
                    <a:pt x="5129553" y="1304374"/>
                  </a:lnTo>
                  <a:lnTo>
                    <a:pt x="5130835" y="1184418"/>
                  </a:lnTo>
                  <a:lnTo>
                    <a:pt x="5132117" y="1222864"/>
                  </a:lnTo>
                  <a:lnTo>
                    <a:pt x="5133399" y="1172154"/>
                  </a:lnTo>
                  <a:lnTo>
                    <a:pt x="5134681" y="1062070"/>
                  </a:lnTo>
                  <a:lnTo>
                    <a:pt x="5135962" y="1035959"/>
                  </a:lnTo>
                  <a:lnTo>
                    <a:pt x="5137244" y="1035959"/>
                  </a:lnTo>
                  <a:lnTo>
                    <a:pt x="5138526" y="1035959"/>
                  </a:lnTo>
                  <a:lnTo>
                    <a:pt x="5139808" y="1014047"/>
                  </a:lnTo>
                  <a:lnTo>
                    <a:pt x="5141090" y="1210800"/>
                  </a:lnTo>
                  <a:lnTo>
                    <a:pt x="5142372" y="1147571"/>
                  </a:lnTo>
                  <a:lnTo>
                    <a:pt x="5143653" y="1188781"/>
                  </a:lnTo>
                  <a:lnTo>
                    <a:pt x="5144935" y="1257809"/>
                  </a:lnTo>
                  <a:lnTo>
                    <a:pt x="5146217" y="1168668"/>
                  </a:lnTo>
                  <a:lnTo>
                    <a:pt x="5147499" y="1115890"/>
                  </a:lnTo>
                  <a:lnTo>
                    <a:pt x="5148781" y="1134082"/>
                  </a:lnTo>
                  <a:lnTo>
                    <a:pt x="5150063" y="1094991"/>
                  </a:lnTo>
                  <a:lnTo>
                    <a:pt x="5151345" y="1104426"/>
                  </a:lnTo>
                  <a:lnTo>
                    <a:pt x="5152626" y="1106269"/>
                  </a:lnTo>
                  <a:lnTo>
                    <a:pt x="5153908" y="1127819"/>
                  </a:lnTo>
                  <a:lnTo>
                    <a:pt x="5155190" y="1138932"/>
                  </a:lnTo>
                  <a:lnTo>
                    <a:pt x="5156472" y="1117378"/>
                  </a:lnTo>
                  <a:lnTo>
                    <a:pt x="5157754" y="1109227"/>
                  </a:lnTo>
                  <a:lnTo>
                    <a:pt x="5159036" y="1097517"/>
                  </a:lnTo>
                  <a:lnTo>
                    <a:pt x="5160317" y="1113288"/>
                  </a:lnTo>
                  <a:lnTo>
                    <a:pt x="5161599" y="1135338"/>
                  </a:lnTo>
                  <a:lnTo>
                    <a:pt x="5162881" y="1151192"/>
                  </a:lnTo>
                  <a:lnTo>
                    <a:pt x="5164163" y="1173735"/>
                  </a:lnTo>
                  <a:lnTo>
                    <a:pt x="5165445" y="1243073"/>
                  </a:lnTo>
                  <a:lnTo>
                    <a:pt x="5166727" y="1308410"/>
                  </a:lnTo>
                  <a:lnTo>
                    <a:pt x="5168009" y="1342405"/>
                  </a:lnTo>
                  <a:lnTo>
                    <a:pt x="5169290" y="1443028"/>
                  </a:lnTo>
                  <a:lnTo>
                    <a:pt x="5170572" y="1486733"/>
                  </a:lnTo>
                  <a:lnTo>
                    <a:pt x="5171854" y="1501731"/>
                  </a:lnTo>
                  <a:lnTo>
                    <a:pt x="5173136" y="1430586"/>
                  </a:lnTo>
                  <a:lnTo>
                    <a:pt x="5174418" y="1392328"/>
                  </a:lnTo>
                  <a:lnTo>
                    <a:pt x="5175700" y="1184379"/>
                  </a:lnTo>
                  <a:lnTo>
                    <a:pt x="5176981" y="1077297"/>
                  </a:lnTo>
                  <a:lnTo>
                    <a:pt x="5178263" y="1174179"/>
                  </a:lnTo>
                  <a:lnTo>
                    <a:pt x="5179545" y="1218463"/>
                  </a:lnTo>
                  <a:lnTo>
                    <a:pt x="5180827" y="1222864"/>
                  </a:lnTo>
                  <a:lnTo>
                    <a:pt x="5182109" y="1261701"/>
                  </a:lnTo>
                  <a:lnTo>
                    <a:pt x="5183391" y="1518018"/>
                  </a:lnTo>
                  <a:lnTo>
                    <a:pt x="5184672" y="1549981"/>
                  </a:lnTo>
                  <a:lnTo>
                    <a:pt x="5185954" y="1616079"/>
                  </a:lnTo>
                  <a:lnTo>
                    <a:pt x="5186423" y="166881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l114"/>
            <p:cNvSpPr/>
            <p:nvPr/>
          </p:nvSpPr>
          <p:spPr>
            <a:xfrm>
              <a:off x="7407479" y="3459196"/>
              <a:ext cx="97405" cy="565202"/>
            </a:xfrm>
            <a:custGeom>
              <a:avLst/>
              <a:pathLst>
                <a:path w="97405" h="565202">
                  <a:moveTo>
                    <a:pt x="0" y="565202"/>
                  </a:moveTo>
                  <a:lnTo>
                    <a:pt x="247" y="539889"/>
                  </a:lnTo>
                  <a:lnTo>
                    <a:pt x="1529" y="443527"/>
                  </a:lnTo>
                  <a:lnTo>
                    <a:pt x="2811" y="478347"/>
                  </a:lnTo>
                  <a:lnTo>
                    <a:pt x="4093" y="463103"/>
                  </a:lnTo>
                  <a:lnTo>
                    <a:pt x="5374" y="342421"/>
                  </a:lnTo>
                  <a:lnTo>
                    <a:pt x="6656" y="288518"/>
                  </a:lnTo>
                  <a:lnTo>
                    <a:pt x="7938" y="281673"/>
                  </a:lnTo>
                  <a:lnTo>
                    <a:pt x="9220" y="76693"/>
                  </a:lnTo>
                  <a:lnTo>
                    <a:pt x="10502" y="76693"/>
                  </a:lnTo>
                  <a:lnTo>
                    <a:pt x="11784" y="95457"/>
                  </a:lnTo>
                  <a:lnTo>
                    <a:pt x="13066" y="76693"/>
                  </a:lnTo>
                  <a:lnTo>
                    <a:pt x="14347" y="76693"/>
                  </a:lnTo>
                  <a:lnTo>
                    <a:pt x="15629" y="76693"/>
                  </a:lnTo>
                  <a:lnTo>
                    <a:pt x="16911" y="121469"/>
                  </a:lnTo>
                  <a:lnTo>
                    <a:pt x="18193" y="165228"/>
                  </a:lnTo>
                  <a:lnTo>
                    <a:pt x="19475" y="244663"/>
                  </a:lnTo>
                  <a:lnTo>
                    <a:pt x="20757" y="269944"/>
                  </a:lnTo>
                  <a:lnTo>
                    <a:pt x="22038" y="269944"/>
                  </a:lnTo>
                  <a:lnTo>
                    <a:pt x="23320" y="269944"/>
                  </a:lnTo>
                  <a:lnTo>
                    <a:pt x="24602" y="275716"/>
                  </a:lnTo>
                  <a:lnTo>
                    <a:pt x="25884" y="330457"/>
                  </a:lnTo>
                  <a:lnTo>
                    <a:pt x="27166" y="370083"/>
                  </a:lnTo>
                  <a:lnTo>
                    <a:pt x="28448" y="474798"/>
                  </a:lnTo>
                  <a:lnTo>
                    <a:pt x="29729" y="474798"/>
                  </a:lnTo>
                  <a:lnTo>
                    <a:pt x="31011" y="499956"/>
                  </a:lnTo>
                  <a:lnTo>
                    <a:pt x="32293" y="563334"/>
                  </a:lnTo>
                  <a:lnTo>
                    <a:pt x="33575" y="563334"/>
                  </a:lnTo>
                  <a:lnTo>
                    <a:pt x="34857" y="563334"/>
                  </a:lnTo>
                  <a:lnTo>
                    <a:pt x="36139" y="563334"/>
                  </a:lnTo>
                  <a:lnTo>
                    <a:pt x="37421" y="553840"/>
                  </a:lnTo>
                  <a:lnTo>
                    <a:pt x="38702" y="427565"/>
                  </a:lnTo>
                  <a:lnTo>
                    <a:pt x="39984" y="330457"/>
                  </a:lnTo>
                  <a:lnTo>
                    <a:pt x="41266" y="278624"/>
                  </a:lnTo>
                  <a:lnTo>
                    <a:pt x="42548" y="223089"/>
                  </a:lnTo>
                  <a:lnTo>
                    <a:pt x="43830" y="210005"/>
                  </a:lnTo>
                  <a:lnTo>
                    <a:pt x="45112" y="165228"/>
                  </a:lnTo>
                  <a:lnTo>
                    <a:pt x="46393" y="165228"/>
                  </a:lnTo>
                  <a:lnTo>
                    <a:pt x="47675" y="165228"/>
                  </a:lnTo>
                  <a:lnTo>
                    <a:pt x="48957" y="130409"/>
                  </a:lnTo>
                  <a:lnTo>
                    <a:pt x="50239" y="99711"/>
                  </a:lnTo>
                  <a:lnTo>
                    <a:pt x="51521" y="35156"/>
                  </a:lnTo>
                  <a:lnTo>
                    <a:pt x="52803" y="0"/>
                  </a:lnTo>
                  <a:lnTo>
                    <a:pt x="54085" y="0"/>
                  </a:lnTo>
                  <a:lnTo>
                    <a:pt x="55366" y="0"/>
                  </a:lnTo>
                  <a:lnTo>
                    <a:pt x="56648" y="3600"/>
                  </a:lnTo>
                  <a:lnTo>
                    <a:pt x="57930" y="25693"/>
                  </a:lnTo>
                  <a:lnTo>
                    <a:pt x="59212" y="226706"/>
                  </a:lnTo>
                  <a:lnTo>
                    <a:pt x="60494" y="294626"/>
                  </a:lnTo>
                  <a:lnTo>
                    <a:pt x="61776" y="456696"/>
                  </a:lnTo>
                  <a:lnTo>
                    <a:pt x="63057" y="443181"/>
                  </a:lnTo>
                  <a:lnTo>
                    <a:pt x="64339" y="449899"/>
                  </a:lnTo>
                  <a:lnTo>
                    <a:pt x="65621" y="313118"/>
                  </a:lnTo>
                  <a:lnTo>
                    <a:pt x="66903" y="232847"/>
                  </a:lnTo>
                  <a:lnTo>
                    <a:pt x="68185" y="237548"/>
                  </a:lnTo>
                  <a:lnTo>
                    <a:pt x="69467" y="260011"/>
                  </a:lnTo>
                  <a:lnTo>
                    <a:pt x="70749" y="300690"/>
                  </a:lnTo>
                  <a:lnTo>
                    <a:pt x="72030" y="283389"/>
                  </a:lnTo>
                  <a:lnTo>
                    <a:pt x="73312" y="278299"/>
                  </a:lnTo>
                  <a:lnTo>
                    <a:pt x="74594" y="276612"/>
                  </a:lnTo>
                  <a:lnTo>
                    <a:pt x="75876" y="245470"/>
                  </a:lnTo>
                  <a:lnTo>
                    <a:pt x="77158" y="359029"/>
                  </a:lnTo>
                  <a:lnTo>
                    <a:pt x="78440" y="218969"/>
                  </a:lnTo>
                  <a:lnTo>
                    <a:pt x="79721" y="188689"/>
                  </a:lnTo>
                  <a:lnTo>
                    <a:pt x="81003" y="181364"/>
                  </a:lnTo>
                  <a:lnTo>
                    <a:pt x="82285" y="184957"/>
                  </a:lnTo>
                  <a:lnTo>
                    <a:pt x="83567" y="187836"/>
                  </a:lnTo>
                  <a:lnTo>
                    <a:pt x="84849" y="278299"/>
                  </a:lnTo>
                  <a:lnTo>
                    <a:pt x="86131" y="365709"/>
                  </a:lnTo>
                  <a:lnTo>
                    <a:pt x="87412" y="389811"/>
                  </a:lnTo>
                  <a:lnTo>
                    <a:pt x="88694" y="385723"/>
                  </a:lnTo>
                  <a:lnTo>
                    <a:pt x="89976" y="365709"/>
                  </a:lnTo>
                  <a:lnTo>
                    <a:pt x="91258" y="425786"/>
                  </a:lnTo>
                  <a:lnTo>
                    <a:pt x="92540" y="432375"/>
                  </a:lnTo>
                  <a:lnTo>
                    <a:pt x="93822" y="434588"/>
                  </a:lnTo>
                  <a:lnTo>
                    <a:pt x="95104" y="478347"/>
                  </a:lnTo>
                  <a:lnTo>
                    <a:pt x="96385" y="504189"/>
                  </a:lnTo>
                  <a:lnTo>
                    <a:pt x="97405" y="56520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l115"/>
            <p:cNvSpPr/>
            <p:nvPr/>
          </p:nvSpPr>
          <p:spPr>
            <a:xfrm>
              <a:off x="7507165" y="3832708"/>
              <a:ext cx="7074" cy="191690"/>
            </a:xfrm>
            <a:custGeom>
              <a:avLst/>
              <a:pathLst>
                <a:path w="7074" h="191690">
                  <a:moveTo>
                    <a:pt x="0" y="191690"/>
                  </a:moveTo>
                  <a:lnTo>
                    <a:pt x="545" y="158541"/>
                  </a:lnTo>
                  <a:lnTo>
                    <a:pt x="1827" y="103452"/>
                  </a:lnTo>
                  <a:lnTo>
                    <a:pt x="3109" y="0"/>
                  </a:lnTo>
                  <a:lnTo>
                    <a:pt x="4391" y="24593"/>
                  </a:lnTo>
                  <a:lnTo>
                    <a:pt x="5673" y="171100"/>
                  </a:lnTo>
                  <a:lnTo>
                    <a:pt x="6955" y="189420"/>
                  </a:lnTo>
                  <a:lnTo>
                    <a:pt x="7074" y="19169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l116"/>
            <p:cNvSpPr/>
            <p:nvPr/>
          </p:nvSpPr>
          <p:spPr>
            <a:xfrm>
              <a:off x="7519576" y="3674399"/>
              <a:ext cx="35083" cy="349999"/>
            </a:xfrm>
            <a:custGeom>
              <a:avLst/>
              <a:pathLst>
                <a:path w="35083" h="349999">
                  <a:moveTo>
                    <a:pt x="0" y="349999"/>
                  </a:moveTo>
                  <a:lnTo>
                    <a:pt x="953" y="306865"/>
                  </a:lnTo>
                  <a:lnTo>
                    <a:pt x="2235" y="236699"/>
                  </a:lnTo>
                  <a:lnTo>
                    <a:pt x="3517" y="236699"/>
                  </a:lnTo>
                  <a:lnTo>
                    <a:pt x="4798" y="219722"/>
                  </a:lnTo>
                  <a:lnTo>
                    <a:pt x="6080" y="181958"/>
                  </a:lnTo>
                  <a:lnTo>
                    <a:pt x="7362" y="205948"/>
                  </a:lnTo>
                  <a:lnTo>
                    <a:pt x="8644" y="236699"/>
                  </a:lnTo>
                  <a:lnTo>
                    <a:pt x="9926" y="236699"/>
                  </a:lnTo>
                  <a:lnTo>
                    <a:pt x="11208" y="236699"/>
                  </a:lnTo>
                  <a:lnTo>
                    <a:pt x="12489" y="233555"/>
                  </a:lnTo>
                  <a:lnTo>
                    <a:pt x="13771" y="201889"/>
                  </a:lnTo>
                  <a:lnTo>
                    <a:pt x="15053" y="0"/>
                  </a:lnTo>
                  <a:lnTo>
                    <a:pt x="16335" y="2616"/>
                  </a:lnTo>
                  <a:lnTo>
                    <a:pt x="17617" y="54740"/>
                  </a:lnTo>
                  <a:lnTo>
                    <a:pt x="18899" y="54740"/>
                  </a:lnTo>
                  <a:lnTo>
                    <a:pt x="20181" y="105760"/>
                  </a:lnTo>
                  <a:lnTo>
                    <a:pt x="21462" y="182902"/>
                  </a:lnTo>
                  <a:lnTo>
                    <a:pt x="22744" y="182902"/>
                  </a:lnTo>
                  <a:lnTo>
                    <a:pt x="24026" y="204854"/>
                  </a:lnTo>
                  <a:lnTo>
                    <a:pt x="25308" y="259595"/>
                  </a:lnTo>
                  <a:lnTo>
                    <a:pt x="26590" y="197443"/>
                  </a:lnTo>
                  <a:lnTo>
                    <a:pt x="27872" y="182902"/>
                  </a:lnTo>
                  <a:lnTo>
                    <a:pt x="29153" y="182902"/>
                  </a:lnTo>
                  <a:lnTo>
                    <a:pt x="30435" y="182902"/>
                  </a:lnTo>
                  <a:lnTo>
                    <a:pt x="31717" y="182902"/>
                  </a:lnTo>
                  <a:lnTo>
                    <a:pt x="32999" y="186503"/>
                  </a:lnTo>
                  <a:lnTo>
                    <a:pt x="34281" y="259595"/>
                  </a:lnTo>
                  <a:lnTo>
                    <a:pt x="35083" y="34999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7588828" y="3971612"/>
              <a:ext cx="2756" cy="52786"/>
            </a:xfrm>
            <a:custGeom>
              <a:avLst/>
              <a:pathLst>
                <a:path w="2756" h="52786">
                  <a:moveTo>
                    <a:pt x="0" y="52786"/>
                  </a:moveTo>
                  <a:lnTo>
                    <a:pt x="920" y="0"/>
                  </a:lnTo>
                  <a:lnTo>
                    <a:pt x="2202" y="19637"/>
                  </a:lnTo>
                  <a:lnTo>
                    <a:pt x="2756" y="5278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l118"/>
            <p:cNvSpPr/>
            <p:nvPr/>
          </p:nvSpPr>
          <p:spPr>
            <a:xfrm>
              <a:off x="7592728" y="3933995"/>
              <a:ext cx="32928" cy="90403"/>
            </a:xfrm>
            <a:custGeom>
              <a:avLst/>
              <a:pathLst>
                <a:path w="32928" h="90403">
                  <a:moveTo>
                    <a:pt x="0" y="90403"/>
                  </a:moveTo>
                  <a:lnTo>
                    <a:pt x="865" y="0"/>
                  </a:lnTo>
                  <a:lnTo>
                    <a:pt x="2147" y="0"/>
                  </a:lnTo>
                  <a:lnTo>
                    <a:pt x="3429" y="0"/>
                  </a:lnTo>
                  <a:lnTo>
                    <a:pt x="4711" y="0"/>
                  </a:lnTo>
                  <a:lnTo>
                    <a:pt x="5993" y="0"/>
                  </a:lnTo>
                  <a:lnTo>
                    <a:pt x="7275" y="0"/>
                  </a:lnTo>
                  <a:lnTo>
                    <a:pt x="8556" y="74353"/>
                  </a:lnTo>
                  <a:lnTo>
                    <a:pt x="9838" y="88535"/>
                  </a:lnTo>
                  <a:lnTo>
                    <a:pt x="11120" y="88535"/>
                  </a:lnTo>
                  <a:lnTo>
                    <a:pt x="12402" y="88535"/>
                  </a:lnTo>
                  <a:lnTo>
                    <a:pt x="13684" y="88535"/>
                  </a:lnTo>
                  <a:lnTo>
                    <a:pt x="14966" y="88535"/>
                  </a:lnTo>
                  <a:lnTo>
                    <a:pt x="16248" y="88535"/>
                  </a:lnTo>
                  <a:lnTo>
                    <a:pt x="17529" y="88535"/>
                  </a:lnTo>
                  <a:lnTo>
                    <a:pt x="18811" y="88535"/>
                  </a:lnTo>
                  <a:lnTo>
                    <a:pt x="20093" y="88535"/>
                  </a:lnTo>
                  <a:lnTo>
                    <a:pt x="21375" y="88535"/>
                  </a:lnTo>
                  <a:lnTo>
                    <a:pt x="22657" y="88535"/>
                  </a:lnTo>
                  <a:lnTo>
                    <a:pt x="23939" y="88535"/>
                  </a:lnTo>
                  <a:lnTo>
                    <a:pt x="25220" y="88535"/>
                  </a:lnTo>
                  <a:lnTo>
                    <a:pt x="26502" y="88535"/>
                  </a:lnTo>
                  <a:lnTo>
                    <a:pt x="27784" y="88535"/>
                  </a:lnTo>
                  <a:lnTo>
                    <a:pt x="29066" y="88535"/>
                  </a:lnTo>
                  <a:lnTo>
                    <a:pt x="30348" y="88535"/>
                  </a:lnTo>
                  <a:lnTo>
                    <a:pt x="31630" y="88535"/>
                  </a:lnTo>
                  <a:lnTo>
                    <a:pt x="32911" y="88535"/>
                  </a:lnTo>
                  <a:lnTo>
                    <a:pt x="32928" y="9040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l119"/>
            <p:cNvSpPr/>
            <p:nvPr/>
          </p:nvSpPr>
          <p:spPr>
            <a:xfrm>
              <a:off x="7645419" y="3510129"/>
              <a:ext cx="42895" cy="514269"/>
            </a:xfrm>
            <a:custGeom>
              <a:avLst/>
              <a:pathLst>
                <a:path w="42895" h="514269">
                  <a:moveTo>
                    <a:pt x="0" y="514269"/>
                  </a:moveTo>
                  <a:lnTo>
                    <a:pt x="730" y="494556"/>
                  </a:lnTo>
                  <a:lnTo>
                    <a:pt x="2012" y="429537"/>
                  </a:lnTo>
                  <a:lnTo>
                    <a:pt x="3294" y="279524"/>
                  </a:lnTo>
                  <a:lnTo>
                    <a:pt x="4576" y="279524"/>
                  </a:lnTo>
                  <a:lnTo>
                    <a:pt x="5858" y="305635"/>
                  </a:lnTo>
                  <a:lnTo>
                    <a:pt x="7140" y="347172"/>
                  </a:lnTo>
                  <a:lnTo>
                    <a:pt x="8421" y="347172"/>
                  </a:lnTo>
                  <a:lnTo>
                    <a:pt x="9703" y="298995"/>
                  </a:lnTo>
                  <a:lnTo>
                    <a:pt x="10985" y="224783"/>
                  </a:lnTo>
                  <a:lnTo>
                    <a:pt x="12267" y="219011"/>
                  </a:lnTo>
                  <a:lnTo>
                    <a:pt x="13549" y="219011"/>
                  </a:lnTo>
                  <a:lnTo>
                    <a:pt x="14831" y="219011"/>
                  </a:lnTo>
                  <a:lnTo>
                    <a:pt x="16112" y="254549"/>
                  </a:lnTo>
                  <a:lnTo>
                    <a:pt x="17394" y="279524"/>
                  </a:lnTo>
                  <a:lnTo>
                    <a:pt x="18676" y="279524"/>
                  </a:lnTo>
                  <a:lnTo>
                    <a:pt x="19958" y="169515"/>
                  </a:lnTo>
                  <a:lnTo>
                    <a:pt x="21240" y="61734"/>
                  </a:lnTo>
                  <a:lnTo>
                    <a:pt x="22522" y="135846"/>
                  </a:lnTo>
                  <a:lnTo>
                    <a:pt x="23804" y="52663"/>
                  </a:lnTo>
                  <a:lnTo>
                    <a:pt x="25085" y="12177"/>
                  </a:lnTo>
                  <a:lnTo>
                    <a:pt x="26367" y="0"/>
                  </a:lnTo>
                  <a:lnTo>
                    <a:pt x="27649" y="100196"/>
                  </a:lnTo>
                  <a:lnTo>
                    <a:pt x="28931" y="97855"/>
                  </a:lnTo>
                  <a:lnTo>
                    <a:pt x="30213" y="131159"/>
                  </a:lnTo>
                  <a:lnTo>
                    <a:pt x="31495" y="134024"/>
                  </a:lnTo>
                  <a:lnTo>
                    <a:pt x="32776" y="134024"/>
                  </a:lnTo>
                  <a:lnTo>
                    <a:pt x="34058" y="134024"/>
                  </a:lnTo>
                  <a:lnTo>
                    <a:pt x="35340" y="134024"/>
                  </a:lnTo>
                  <a:lnTo>
                    <a:pt x="36622" y="134024"/>
                  </a:lnTo>
                  <a:lnTo>
                    <a:pt x="37904" y="134024"/>
                  </a:lnTo>
                  <a:lnTo>
                    <a:pt x="39186" y="205815"/>
                  </a:lnTo>
                  <a:lnTo>
                    <a:pt x="40468" y="305025"/>
                  </a:lnTo>
                  <a:lnTo>
                    <a:pt x="41749" y="405763"/>
                  </a:lnTo>
                  <a:lnTo>
                    <a:pt x="42895" y="514269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l120"/>
            <p:cNvSpPr/>
            <p:nvPr/>
          </p:nvSpPr>
          <p:spPr>
            <a:xfrm>
              <a:off x="7694843" y="4022530"/>
              <a:ext cx="33" cy="1868"/>
            </a:xfrm>
            <a:custGeom>
              <a:avLst/>
              <a:pathLst>
                <a:path w="33" h="1868">
                  <a:moveTo>
                    <a:pt x="0" y="1868"/>
                  </a:moveTo>
                  <a:lnTo>
                    <a:pt x="16" y="0"/>
                  </a:lnTo>
                  <a:lnTo>
                    <a:pt x="33" y="186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l121"/>
            <p:cNvSpPr/>
            <p:nvPr/>
          </p:nvSpPr>
          <p:spPr>
            <a:xfrm>
              <a:off x="7721762" y="3729140"/>
              <a:ext cx="57535" cy="295258"/>
            </a:xfrm>
            <a:custGeom>
              <a:avLst/>
              <a:pathLst>
                <a:path w="57535" h="295258">
                  <a:moveTo>
                    <a:pt x="0" y="295258"/>
                  </a:moveTo>
                  <a:lnTo>
                    <a:pt x="16" y="293390"/>
                  </a:lnTo>
                  <a:lnTo>
                    <a:pt x="1298" y="293390"/>
                  </a:lnTo>
                  <a:lnTo>
                    <a:pt x="2580" y="293390"/>
                  </a:lnTo>
                  <a:lnTo>
                    <a:pt x="3861" y="293390"/>
                  </a:lnTo>
                  <a:lnTo>
                    <a:pt x="5143" y="293390"/>
                  </a:lnTo>
                  <a:lnTo>
                    <a:pt x="6425" y="293390"/>
                  </a:lnTo>
                  <a:lnTo>
                    <a:pt x="7707" y="247417"/>
                  </a:lnTo>
                  <a:lnTo>
                    <a:pt x="8989" y="204854"/>
                  </a:lnTo>
                  <a:lnTo>
                    <a:pt x="10271" y="204854"/>
                  </a:lnTo>
                  <a:lnTo>
                    <a:pt x="11552" y="204854"/>
                  </a:lnTo>
                  <a:lnTo>
                    <a:pt x="12834" y="204854"/>
                  </a:lnTo>
                  <a:lnTo>
                    <a:pt x="14116" y="204854"/>
                  </a:lnTo>
                  <a:lnTo>
                    <a:pt x="15398" y="204854"/>
                  </a:lnTo>
                  <a:lnTo>
                    <a:pt x="16680" y="204854"/>
                  </a:lnTo>
                  <a:lnTo>
                    <a:pt x="17962" y="131762"/>
                  </a:lnTo>
                  <a:lnTo>
                    <a:pt x="19244" y="60513"/>
                  </a:lnTo>
                  <a:lnTo>
                    <a:pt x="20525" y="60513"/>
                  </a:lnTo>
                  <a:lnTo>
                    <a:pt x="21807" y="0"/>
                  </a:lnTo>
                  <a:lnTo>
                    <a:pt x="23089" y="0"/>
                  </a:lnTo>
                  <a:lnTo>
                    <a:pt x="24371" y="0"/>
                  </a:lnTo>
                  <a:lnTo>
                    <a:pt x="25653" y="0"/>
                  </a:lnTo>
                  <a:lnTo>
                    <a:pt x="26935" y="29459"/>
                  </a:lnTo>
                  <a:lnTo>
                    <a:pt x="28216" y="60513"/>
                  </a:lnTo>
                  <a:lnTo>
                    <a:pt x="29498" y="60513"/>
                  </a:lnTo>
                  <a:lnTo>
                    <a:pt x="30780" y="60513"/>
                  </a:lnTo>
                  <a:lnTo>
                    <a:pt x="32062" y="60513"/>
                  </a:lnTo>
                  <a:lnTo>
                    <a:pt x="33344" y="60513"/>
                  </a:lnTo>
                  <a:lnTo>
                    <a:pt x="34626" y="60513"/>
                  </a:lnTo>
                  <a:lnTo>
                    <a:pt x="35907" y="60513"/>
                  </a:lnTo>
                  <a:lnTo>
                    <a:pt x="37189" y="124582"/>
                  </a:lnTo>
                  <a:lnTo>
                    <a:pt x="38471" y="135385"/>
                  </a:lnTo>
                  <a:lnTo>
                    <a:pt x="39753" y="79984"/>
                  </a:lnTo>
                  <a:lnTo>
                    <a:pt x="41035" y="128161"/>
                  </a:lnTo>
                  <a:lnTo>
                    <a:pt x="42317" y="128161"/>
                  </a:lnTo>
                  <a:lnTo>
                    <a:pt x="43599" y="128161"/>
                  </a:lnTo>
                  <a:lnTo>
                    <a:pt x="44880" y="128161"/>
                  </a:lnTo>
                  <a:lnTo>
                    <a:pt x="46162" y="128161"/>
                  </a:lnTo>
                  <a:lnTo>
                    <a:pt x="47444" y="128161"/>
                  </a:lnTo>
                  <a:lnTo>
                    <a:pt x="48726" y="121026"/>
                  </a:lnTo>
                  <a:lnTo>
                    <a:pt x="50008" y="60513"/>
                  </a:lnTo>
                  <a:lnTo>
                    <a:pt x="51290" y="60513"/>
                  </a:lnTo>
                  <a:lnTo>
                    <a:pt x="52571" y="210526"/>
                  </a:lnTo>
                  <a:lnTo>
                    <a:pt x="53853" y="225339"/>
                  </a:lnTo>
                  <a:lnTo>
                    <a:pt x="55135" y="239327"/>
                  </a:lnTo>
                  <a:lnTo>
                    <a:pt x="56417" y="242471"/>
                  </a:lnTo>
                  <a:lnTo>
                    <a:pt x="57535" y="29525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l122"/>
            <p:cNvSpPr/>
            <p:nvPr/>
          </p:nvSpPr>
          <p:spPr>
            <a:xfrm>
              <a:off x="7795767" y="3624425"/>
              <a:ext cx="42955" cy="399973"/>
            </a:xfrm>
            <a:custGeom>
              <a:avLst/>
              <a:pathLst>
                <a:path w="42955" h="399973">
                  <a:moveTo>
                    <a:pt x="0" y="399973"/>
                  </a:moveTo>
                  <a:lnTo>
                    <a:pt x="358" y="377343"/>
                  </a:lnTo>
                  <a:lnTo>
                    <a:pt x="1640" y="232876"/>
                  </a:lnTo>
                  <a:lnTo>
                    <a:pt x="2922" y="232876"/>
                  </a:lnTo>
                  <a:lnTo>
                    <a:pt x="4204" y="232876"/>
                  </a:lnTo>
                  <a:lnTo>
                    <a:pt x="5486" y="232876"/>
                  </a:lnTo>
                  <a:lnTo>
                    <a:pt x="6767" y="232876"/>
                  </a:lnTo>
                  <a:lnTo>
                    <a:pt x="8049" y="232876"/>
                  </a:lnTo>
                  <a:lnTo>
                    <a:pt x="9331" y="171645"/>
                  </a:lnTo>
                  <a:lnTo>
                    <a:pt x="10613" y="152605"/>
                  </a:lnTo>
                  <a:lnTo>
                    <a:pt x="11895" y="68546"/>
                  </a:lnTo>
                  <a:lnTo>
                    <a:pt x="13177" y="49974"/>
                  </a:lnTo>
                  <a:lnTo>
                    <a:pt x="14458" y="19471"/>
                  </a:lnTo>
                  <a:lnTo>
                    <a:pt x="15740" y="44776"/>
                  </a:lnTo>
                  <a:lnTo>
                    <a:pt x="17022" y="0"/>
                  </a:lnTo>
                  <a:lnTo>
                    <a:pt x="18304" y="9653"/>
                  </a:lnTo>
                  <a:lnTo>
                    <a:pt x="19586" y="49974"/>
                  </a:lnTo>
                  <a:lnTo>
                    <a:pt x="20868" y="37067"/>
                  </a:lnTo>
                  <a:lnTo>
                    <a:pt x="22150" y="0"/>
                  </a:lnTo>
                  <a:lnTo>
                    <a:pt x="23431" y="85391"/>
                  </a:lnTo>
                  <a:lnTo>
                    <a:pt x="24713" y="15982"/>
                  </a:lnTo>
                  <a:lnTo>
                    <a:pt x="25995" y="13586"/>
                  </a:lnTo>
                  <a:lnTo>
                    <a:pt x="27277" y="16729"/>
                  </a:lnTo>
                  <a:lnTo>
                    <a:pt x="28559" y="49981"/>
                  </a:lnTo>
                  <a:lnTo>
                    <a:pt x="29841" y="61506"/>
                  </a:lnTo>
                  <a:lnTo>
                    <a:pt x="31122" y="120727"/>
                  </a:lnTo>
                  <a:lnTo>
                    <a:pt x="32404" y="135986"/>
                  </a:lnTo>
                  <a:lnTo>
                    <a:pt x="33686" y="179570"/>
                  </a:lnTo>
                  <a:lnTo>
                    <a:pt x="34968" y="186764"/>
                  </a:lnTo>
                  <a:lnTo>
                    <a:pt x="36250" y="231933"/>
                  </a:lnTo>
                  <a:lnTo>
                    <a:pt x="37532" y="231933"/>
                  </a:lnTo>
                  <a:lnTo>
                    <a:pt x="38814" y="231933"/>
                  </a:lnTo>
                  <a:lnTo>
                    <a:pt x="40095" y="245136"/>
                  </a:lnTo>
                  <a:lnTo>
                    <a:pt x="41377" y="286673"/>
                  </a:lnTo>
                  <a:lnTo>
                    <a:pt x="42659" y="363514"/>
                  </a:lnTo>
                  <a:lnTo>
                    <a:pt x="42955" y="39997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l123"/>
            <p:cNvSpPr/>
            <p:nvPr/>
          </p:nvSpPr>
          <p:spPr>
            <a:xfrm>
              <a:off x="7842255" y="3857302"/>
              <a:ext cx="42562" cy="167096"/>
            </a:xfrm>
            <a:custGeom>
              <a:avLst/>
              <a:pathLst>
                <a:path w="42562" h="167096">
                  <a:moveTo>
                    <a:pt x="0" y="167096"/>
                  </a:moveTo>
                  <a:lnTo>
                    <a:pt x="16" y="165228"/>
                  </a:lnTo>
                  <a:lnTo>
                    <a:pt x="1298" y="165228"/>
                  </a:lnTo>
                  <a:lnTo>
                    <a:pt x="2580" y="165228"/>
                  </a:lnTo>
                  <a:lnTo>
                    <a:pt x="3862" y="165228"/>
                  </a:lnTo>
                  <a:lnTo>
                    <a:pt x="5143" y="165228"/>
                  </a:lnTo>
                  <a:lnTo>
                    <a:pt x="6425" y="165228"/>
                  </a:lnTo>
                  <a:lnTo>
                    <a:pt x="7707" y="165228"/>
                  </a:lnTo>
                  <a:lnTo>
                    <a:pt x="8989" y="165228"/>
                  </a:lnTo>
                  <a:lnTo>
                    <a:pt x="10271" y="165228"/>
                  </a:lnTo>
                  <a:lnTo>
                    <a:pt x="11553" y="165228"/>
                  </a:lnTo>
                  <a:lnTo>
                    <a:pt x="12835" y="165228"/>
                  </a:lnTo>
                  <a:lnTo>
                    <a:pt x="14116" y="165228"/>
                  </a:lnTo>
                  <a:lnTo>
                    <a:pt x="15398" y="165228"/>
                  </a:lnTo>
                  <a:lnTo>
                    <a:pt x="16680" y="165228"/>
                  </a:lnTo>
                  <a:lnTo>
                    <a:pt x="17962" y="165228"/>
                  </a:lnTo>
                  <a:lnTo>
                    <a:pt x="19244" y="165228"/>
                  </a:lnTo>
                  <a:lnTo>
                    <a:pt x="20526" y="165228"/>
                  </a:lnTo>
                  <a:lnTo>
                    <a:pt x="21807" y="165228"/>
                  </a:lnTo>
                  <a:lnTo>
                    <a:pt x="23089" y="110487"/>
                  </a:lnTo>
                  <a:lnTo>
                    <a:pt x="24371" y="33251"/>
                  </a:lnTo>
                  <a:lnTo>
                    <a:pt x="25653" y="0"/>
                  </a:lnTo>
                  <a:lnTo>
                    <a:pt x="26935" y="0"/>
                  </a:lnTo>
                  <a:lnTo>
                    <a:pt x="28217" y="0"/>
                  </a:lnTo>
                  <a:lnTo>
                    <a:pt x="29498" y="0"/>
                  </a:lnTo>
                  <a:lnTo>
                    <a:pt x="30780" y="150012"/>
                  </a:lnTo>
                  <a:lnTo>
                    <a:pt x="32062" y="103595"/>
                  </a:lnTo>
                  <a:lnTo>
                    <a:pt x="33344" y="111166"/>
                  </a:lnTo>
                  <a:lnTo>
                    <a:pt x="34626" y="114310"/>
                  </a:lnTo>
                  <a:lnTo>
                    <a:pt x="35908" y="114310"/>
                  </a:lnTo>
                  <a:lnTo>
                    <a:pt x="37190" y="114310"/>
                  </a:lnTo>
                  <a:lnTo>
                    <a:pt x="38471" y="114310"/>
                  </a:lnTo>
                  <a:lnTo>
                    <a:pt x="39753" y="114310"/>
                  </a:lnTo>
                  <a:lnTo>
                    <a:pt x="41035" y="114310"/>
                  </a:lnTo>
                  <a:lnTo>
                    <a:pt x="42317" y="153936"/>
                  </a:lnTo>
                  <a:lnTo>
                    <a:pt x="42562" y="16709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l124"/>
            <p:cNvSpPr/>
            <p:nvPr/>
          </p:nvSpPr>
          <p:spPr>
            <a:xfrm>
              <a:off x="7892094" y="4022128"/>
              <a:ext cx="212" cy="2270"/>
            </a:xfrm>
            <a:custGeom>
              <a:avLst/>
              <a:pathLst>
                <a:path w="212" h="2270">
                  <a:moveTo>
                    <a:pt x="0" y="2270"/>
                  </a:moveTo>
                  <a:lnTo>
                    <a:pt x="169" y="0"/>
                  </a:lnTo>
                  <a:lnTo>
                    <a:pt x="212" y="227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l125"/>
            <p:cNvSpPr/>
            <p:nvPr/>
          </p:nvSpPr>
          <p:spPr>
            <a:xfrm>
              <a:off x="7895318" y="3933995"/>
              <a:ext cx="8002" cy="90403"/>
            </a:xfrm>
            <a:custGeom>
              <a:avLst/>
              <a:pathLst>
                <a:path w="8002" h="90403">
                  <a:moveTo>
                    <a:pt x="0" y="90403"/>
                  </a:moveTo>
                  <a:lnTo>
                    <a:pt x="790" y="0"/>
                  </a:lnTo>
                  <a:lnTo>
                    <a:pt x="2072" y="0"/>
                  </a:lnTo>
                  <a:lnTo>
                    <a:pt x="3354" y="0"/>
                  </a:lnTo>
                  <a:lnTo>
                    <a:pt x="4636" y="0"/>
                  </a:lnTo>
                  <a:lnTo>
                    <a:pt x="5918" y="0"/>
                  </a:lnTo>
                  <a:lnTo>
                    <a:pt x="7200" y="0"/>
                  </a:lnTo>
                  <a:lnTo>
                    <a:pt x="8002" y="9040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7926904" y="3671795"/>
              <a:ext cx="33168" cy="352603"/>
            </a:xfrm>
            <a:custGeom>
              <a:avLst/>
              <a:pathLst>
                <a:path w="33168" h="352603">
                  <a:moveTo>
                    <a:pt x="0" y="352603"/>
                  </a:moveTo>
                  <a:lnTo>
                    <a:pt x="1251" y="245076"/>
                  </a:lnTo>
                  <a:lnTo>
                    <a:pt x="2533" y="267871"/>
                  </a:lnTo>
                  <a:lnTo>
                    <a:pt x="3815" y="117858"/>
                  </a:lnTo>
                  <a:lnTo>
                    <a:pt x="5096" y="117858"/>
                  </a:lnTo>
                  <a:lnTo>
                    <a:pt x="6378" y="105235"/>
                  </a:lnTo>
                  <a:lnTo>
                    <a:pt x="7660" y="57345"/>
                  </a:lnTo>
                  <a:lnTo>
                    <a:pt x="8942" y="26594"/>
                  </a:lnTo>
                  <a:lnTo>
                    <a:pt x="10224" y="2604"/>
                  </a:lnTo>
                  <a:lnTo>
                    <a:pt x="11506" y="2604"/>
                  </a:lnTo>
                  <a:lnTo>
                    <a:pt x="12787" y="0"/>
                  </a:lnTo>
                  <a:lnTo>
                    <a:pt x="14069" y="29323"/>
                  </a:lnTo>
                  <a:lnTo>
                    <a:pt x="15351" y="80791"/>
                  </a:lnTo>
                  <a:lnTo>
                    <a:pt x="16633" y="264365"/>
                  </a:lnTo>
                  <a:lnTo>
                    <a:pt x="17915" y="282685"/>
                  </a:lnTo>
                  <a:lnTo>
                    <a:pt x="19197" y="207990"/>
                  </a:lnTo>
                  <a:lnTo>
                    <a:pt x="20479" y="167431"/>
                  </a:lnTo>
                  <a:lnTo>
                    <a:pt x="21760" y="164826"/>
                  </a:lnTo>
                  <a:lnTo>
                    <a:pt x="23042" y="85472"/>
                  </a:lnTo>
                  <a:lnTo>
                    <a:pt x="24324" y="88616"/>
                  </a:lnTo>
                  <a:lnTo>
                    <a:pt x="25606" y="213437"/>
                  </a:lnTo>
                  <a:lnTo>
                    <a:pt x="26888" y="272120"/>
                  </a:lnTo>
                  <a:lnTo>
                    <a:pt x="28170" y="292695"/>
                  </a:lnTo>
                  <a:lnTo>
                    <a:pt x="29451" y="275401"/>
                  </a:lnTo>
                  <a:lnTo>
                    <a:pt x="30733" y="265748"/>
                  </a:lnTo>
                  <a:lnTo>
                    <a:pt x="32015" y="258613"/>
                  </a:lnTo>
                  <a:lnTo>
                    <a:pt x="33168" y="35260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7962300" y="3988951"/>
              <a:ext cx="2529" cy="35448"/>
            </a:xfrm>
            <a:custGeom>
              <a:avLst/>
              <a:pathLst>
                <a:path w="2529" h="35448">
                  <a:moveTo>
                    <a:pt x="0" y="35448"/>
                  </a:moveTo>
                  <a:lnTo>
                    <a:pt x="464" y="29459"/>
                  </a:lnTo>
                  <a:lnTo>
                    <a:pt x="1746" y="0"/>
                  </a:lnTo>
                  <a:lnTo>
                    <a:pt x="2529" y="3544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7973049" y="3802561"/>
              <a:ext cx="40003" cy="221837"/>
            </a:xfrm>
            <a:custGeom>
              <a:avLst/>
              <a:pathLst>
                <a:path w="40003" h="221837">
                  <a:moveTo>
                    <a:pt x="0" y="221837"/>
                  </a:moveTo>
                  <a:lnTo>
                    <a:pt x="1252" y="108538"/>
                  </a:lnTo>
                  <a:lnTo>
                    <a:pt x="2534" y="156427"/>
                  </a:lnTo>
                  <a:lnTo>
                    <a:pt x="3816" y="169051"/>
                  </a:lnTo>
                  <a:lnTo>
                    <a:pt x="5098" y="156414"/>
                  </a:lnTo>
                  <a:lnTo>
                    <a:pt x="6380" y="151919"/>
                  </a:lnTo>
                  <a:lnTo>
                    <a:pt x="7662" y="137105"/>
                  </a:lnTo>
                  <a:lnTo>
                    <a:pt x="8943" y="9874"/>
                  </a:lnTo>
                  <a:lnTo>
                    <a:pt x="10225" y="54740"/>
                  </a:lnTo>
                  <a:lnTo>
                    <a:pt x="11507" y="51162"/>
                  </a:lnTo>
                  <a:lnTo>
                    <a:pt x="12789" y="0"/>
                  </a:lnTo>
                  <a:lnTo>
                    <a:pt x="14071" y="54740"/>
                  </a:lnTo>
                  <a:lnTo>
                    <a:pt x="15353" y="54740"/>
                  </a:lnTo>
                  <a:lnTo>
                    <a:pt x="16635" y="54740"/>
                  </a:lnTo>
                  <a:lnTo>
                    <a:pt x="17916" y="54740"/>
                  </a:lnTo>
                  <a:lnTo>
                    <a:pt x="19198" y="219567"/>
                  </a:lnTo>
                  <a:lnTo>
                    <a:pt x="20480" y="198736"/>
                  </a:lnTo>
                  <a:lnTo>
                    <a:pt x="21762" y="108538"/>
                  </a:lnTo>
                  <a:lnTo>
                    <a:pt x="23044" y="108538"/>
                  </a:lnTo>
                  <a:lnTo>
                    <a:pt x="24326" y="97164"/>
                  </a:lnTo>
                  <a:lnTo>
                    <a:pt x="25607" y="102823"/>
                  </a:lnTo>
                  <a:lnTo>
                    <a:pt x="26889" y="53797"/>
                  </a:lnTo>
                  <a:lnTo>
                    <a:pt x="28171" y="33282"/>
                  </a:lnTo>
                  <a:lnTo>
                    <a:pt x="29453" y="3822"/>
                  </a:lnTo>
                  <a:lnTo>
                    <a:pt x="30735" y="6220"/>
                  </a:lnTo>
                  <a:lnTo>
                    <a:pt x="32017" y="53797"/>
                  </a:lnTo>
                  <a:lnTo>
                    <a:pt x="33299" y="191328"/>
                  </a:lnTo>
                  <a:lnTo>
                    <a:pt x="34580" y="191328"/>
                  </a:lnTo>
                  <a:lnTo>
                    <a:pt x="35862" y="184957"/>
                  </a:lnTo>
                  <a:lnTo>
                    <a:pt x="37144" y="184957"/>
                  </a:lnTo>
                  <a:lnTo>
                    <a:pt x="38426" y="191328"/>
                  </a:lnTo>
                  <a:lnTo>
                    <a:pt x="39708" y="196431"/>
                  </a:lnTo>
                  <a:lnTo>
                    <a:pt x="40003" y="22183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8034769" y="3907955"/>
              <a:ext cx="4680" cy="116443"/>
            </a:xfrm>
            <a:custGeom>
              <a:avLst/>
              <a:pathLst>
                <a:path w="4680" h="116443">
                  <a:moveTo>
                    <a:pt x="0" y="116443"/>
                  </a:moveTo>
                  <a:lnTo>
                    <a:pt x="1061" y="0"/>
                  </a:lnTo>
                  <a:lnTo>
                    <a:pt x="2342" y="0"/>
                  </a:lnTo>
                  <a:lnTo>
                    <a:pt x="3624" y="3143"/>
                  </a:lnTo>
                  <a:lnTo>
                    <a:pt x="4680" y="11644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8042554" y="3934545"/>
              <a:ext cx="9914" cy="89853"/>
            </a:xfrm>
            <a:custGeom>
              <a:avLst/>
              <a:pathLst>
                <a:path w="9914" h="89853">
                  <a:moveTo>
                    <a:pt x="0" y="89853"/>
                  </a:moveTo>
                  <a:lnTo>
                    <a:pt x="967" y="37067"/>
                  </a:lnTo>
                  <a:lnTo>
                    <a:pt x="2249" y="37067"/>
                  </a:lnTo>
                  <a:lnTo>
                    <a:pt x="3531" y="37067"/>
                  </a:lnTo>
                  <a:lnTo>
                    <a:pt x="4812" y="37067"/>
                  </a:lnTo>
                  <a:lnTo>
                    <a:pt x="6094" y="0"/>
                  </a:lnTo>
                  <a:lnTo>
                    <a:pt x="7376" y="2999"/>
                  </a:lnTo>
                  <a:lnTo>
                    <a:pt x="8658" y="56538"/>
                  </a:lnTo>
                  <a:lnTo>
                    <a:pt x="9914" y="8985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8056805" y="3806384"/>
              <a:ext cx="23524" cy="218014"/>
            </a:xfrm>
            <a:custGeom>
              <a:avLst/>
              <a:pathLst>
                <a:path w="23524" h="218014">
                  <a:moveTo>
                    <a:pt x="0" y="218014"/>
                  </a:moveTo>
                  <a:lnTo>
                    <a:pt x="816" y="197425"/>
                  </a:lnTo>
                  <a:lnTo>
                    <a:pt x="2098" y="2741"/>
                  </a:lnTo>
                  <a:lnTo>
                    <a:pt x="3380" y="78827"/>
                  </a:lnTo>
                  <a:lnTo>
                    <a:pt x="4662" y="26316"/>
                  </a:lnTo>
                  <a:lnTo>
                    <a:pt x="5944" y="0"/>
                  </a:lnTo>
                  <a:lnTo>
                    <a:pt x="7226" y="184780"/>
                  </a:lnTo>
                  <a:lnTo>
                    <a:pt x="8507" y="172468"/>
                  </a:lnTo>
                  <a:lnTo>
                    <a:pt x="9789" y="159365"/>
                  </a:lnTo>
                  <a:lnTo>
                    <a:pt x="11071" y="123784"/>
                  </a:lnTo>
                  <a:lnTo>
                    <a:pt x="12353" y="125817"/>
                  </a:lnTo>
                  <a:lnTo>
                    <a:pt x="13635" y="109750"/>
                  </a:lnTo>
                  <a:lnTo>
                    <a:pt x="14917" y="90279"/>
                  </a:lnTo>
                  <a:lnTo>
                    <a:pt x="16199" y="90279"/>
                  </a:lnTo>
                  <a:lnTo>
                    <a:pt x="17480" y="201857"/>
                  </a:lnTo>
                  <a:lnTo>
                    <a:pt x="18762" y="162443"/>
                  </a:lnTo>
                  <a:lnTo>
                    <a:pt x="20044" y="187989"/>
                  </a:lnTo>
                  <a:lnTo>
                    <a:pt x="21326" y="166241"/>
                  </a:lnTo>
                  <a:lnTo>
                    <a:pt x="22608" y="171356"/>
                  </a:lnTo>
                  <a:lnTo>
                    <a:pt x="23524" y="21801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8081310" y="3622037"/>
              <a:ext cx="39329" cy="402361"/>
            </a:xfrm>
            <a:custGeom>
              <a:avLst/>
              <a:pathLst>
                <a:path w="39329" h="402361">
                  <a:moveTo>
                    <a:pt x="0" y="402361"/>
                  </a:moveTo>
                  <a:lnTo>
                    <a:pt x="666" y="382181"/>
                  </a:lnTo>
                  <a:lnTo>
                    <a:pt x="1948" y="343694"/>
                  </a:lnTo>
                  <a:lnTo>
                    <a:pt x="3230" y="321782"/>
                  </a:lnTo>
                  <a:lnTo>
                    <a:pt x="4511" y="308624"/>
                  </a:lnTo>
                  <a:lnTo>
                    <a:pt x="5793" y="324861"/>
                  </a:lnTo>
                  <a:lnTo>
                    <a:pt x="7075" y="318719"/>
                  </a:lnTo>
                  <a:lnTo>
                    <a:pt x="8357" y="310629"/>
                  </a:lnTo>
                  <a:lnTo>
                    <a:pt x="9639" y="307625"/>
                  </a:lnTo>
                  <a:lnTo>
                    <a:pt x="10921" y="302652"/>
                  </a:lnTo>
                  <a:lnTo>
                    <a:pt x="12203" y="282516"/>
                  </a:lnTo>
                  <a:lnTo>
                    <a:pt x="13484" y="312972"/>
                  </a:lnTo>
                  <a:lnTo>
                    <a:pt x="14766" y="288647"/>
                  </a:lnTo>
                  <a:lnTo>
                    <a:pt x="16048" y="246669"/>
                  </a:lnTo>
                  <a:lnTo>
                    <a:pt x="17330" y="239793"/>
                  </a:lnTo>
                  <a:lnTo>
                    <a:pt x="18612" y="121829"/>
                  </a:lnTo>
                  <a:lnTo>
                    <a:pt x="19894" y="33892"/>
                  </a:lnTo>
                  <a:lnTo>
                    <a:pt x="21175" y="0"/>
                  </a:lnTo>
                  <a:lnTo>
                    <a:pt x="22457" y="49757"/>
                  </a:lnTo>
                  <a:lnTo>
                    <a:pt x="23739" y="52362"/>
                  </a:lnTo>
                  <a:lnTo>
                    <a:pt x="25021" y="87345"/>
                  </a:lnTo>
                  <a:lnTo>
                    <a:pt x="26303" y="124597"/>
                  </a:lnTo>
                  <a:lnTo>
                    <a:pt x="27585" y="210671"/>
                  </a:lnTo>
                  <a:lnTo>
                    <a:pt x="28867" y="291803"/>
                  </a:lnTo>
                  <a:lnTo>
                    <a:pt x="30148" y="311957"/>
                  </a:lnTo>
                  <a:lnTo>
                    <a:pt x="31430" y="311957"/>
                  </a:lnTo>
                  <a:lnTo>
                    <a:pt x="32712" y="311957"/>
                  </a:lnTo>
                  <a:lnTo>
                    <a:pt x="33994" y="311957"/>
                  </a:lnTo>
                  <a:lnTo>
                    <a:pt x="35276" y="249805"/>
                  </a:lnTo>
                  <a:lnTo>
                    <a:pt x="36558" y="235264"/>
                  </a:lnTo>
                  <a:lnTo>
                    <a:pt x="37839" y="385277"/>
                  </a:lnTo>
                  <a:lnTo>
                    <a:pt x="39121" y="400091"/>
                  </a:lnTo>
                  <a:lnTo>
                    <a:pt x="39329" y="40236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8142207" y="4022530"/>
              <a:ext cx="15414" cy="1868"/>
            </a:xfrm>
            <a:custGeom>
              <a:avLst/>
              <a:pathLst>
                <a:path w="15414" h="1868">
                  <a:moveTo>
                    <a:pt x="0" y="1868"/>
                  </a:moveTo>
                  <a:lnTo>
                    <a:pt x="16" y="0"/>
                  </a:lnTo>
                  <a:lnTo>
                    <a:pt x="1298" y="0"/>
                  </a:lnTo>
                  <a:lnTo>
                    <a:pt x="2580" y="0"/>
                  </a:lnTo>
                  <a:lnTo>
                    <a:pt x="3862" y="0"/>
                  </a:lnTo>
                  <a:lnTo>
                    <a:pt x="5143" y="0"/>
                  </a:lnTo>
                  <a:lnTo>
                    <a:pt x="6425" y="0"/>
                  </a:lnTo>
                  <a:lnTo>
                    <a:pt x="7707" y="0"/>
                  </a:lnTo>
                  <a:lnTo>
                    <a:pt x="8989" y="0"/>
                  </a:lnTo>
                  <a:lnTo>
                    <a:pt x="10271" y="0"/>
                  </a:lnTo>
                  <a:lnTo>
                    <a:pt x="11553" y="0"/>
                  </a:lnTo>
                  <a:lnTo>
                    <a:pt x="12835" y="0"/>
                  </a:lnTo>
                  <a:lnTo>
                    <a:pt x="14116" y="0"/>
                  </a:lnTo>
                  <a:lnTo>
                    <a:pt x="15398" y="0"/>
                  </a:lnTo>
                  <a:lnTo>
                    <a:pt x="15414" y="186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8180173" y="3857302"/>
              <a:ext cx="10162" cy="167096"/>
            </a:xfrm>
            <a:custGeom>
              <a:avLst/>
              <a:pathLst>
                <a:path w="10162" h="167096">
                  <a:moveTo>
                    <a:pt x="0" y="167096"/>
                  </a:moveTo>
                  <a:lnTo>
                    <a:pt x="505" y="76693"/>
                  </a:lnTo>
                  <a:lnTo>
                    <a:pt x="1787" y="76693"/>
                  </a:lnTo>
                  <a:lnTo>
                    <a:pt x="3069" y="76693"/>
                  </a:lnTo>
                  <a:lnTo>
                    <a:pt x="4351" y="76693"/>
                  </a:lnTo>
                  <a:lnTo>
                    <a:pt x="5633" y="76693"/>
                  </a:lnTo>
                  <a:lnTo>
                    <a:pt x="6915" y="76693"/>
                  </a:lnTo>
                  <a:lnTo>
                    <a:pt x="8196" y="52591"/>
                  </a:lnTo>
                  <a:lnTo>
                    <a:pt x="9478" y="0"/>
                  </a:lnTo>
                  <a:lnTo>
                    <a:pt x="10162" y="16709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8211308" y="3783307"/>
              <a:ext cx="33479" cy="241091"/>
            </a:xfrm>
            <a:custGeom>
              <a:avLst/>
              <a:pathLst>
                <a:path w="33479" h="241091">
                  <a:moveTo>
                    <a:pt x="0" y="241091"/>
                  </a:moveTo>
                  <a:lnTo>
                    <a:pt x="135" y="236162"/>
                  </a:lnTo>
                  <a:lnTo>
                    <a:pt x="1416" y="169987"/>
                  </a:lnTo>
                  <a:lnTo>
                    <a:pt x="2698" y="126232"/>
                  </a:lnTo>
                  <a:lnTo>
                    <a:pt x="3980" y="126232"/>
                  </a:lnTo>
                  <a:lnTo>
                    <a:pt x="5262" y="126232"/>
                  </a:lnTo>
                  <a:lnTo>
                    <a:pt x="6544" y="120218"/>
                  </a:lnTo>
                  <a:lnTo>
                    <a:pt x="7826" y="96772"/>
                  </a:lnTo>
                  <a:lnTo>
                    <a:pt x="9107" y="96772"/>
                  </a:lnTo>
                  <a:lnTo>
                    <a:pt x="10389" y="101096"/>
                  </a:lnTo>
                  <a:lnTo>
                    <a:pt x="11671" y="50384"/>
                  </a:lnTo>
                  <a:lnTo>
                    <a:pt x="12953" y="46695"/>
                  </a:lnTo>
                  <a:lnTo>
                    <a:pt x="14235" y="71887"/>
                  </a:lnTo>
                  <a:lnTo>
                    <a:pt x="15517" y="45028"/>
                  </a:lnTo>
                  <a:lnTo>
                    <a:pt x="16798" y="110659"/>
                  </a:lnTo>
                  <a:lnTo>
                    <a:pt x="18080" y="92340"/>
                  </a:lnTo>
                  <a:lnTo>
                    <a:pt x="19362" y="0"/>
                  </a:lnTo>
                  <a:lnTo>
                    <a:pt x="20644" y="70415"/>
                  </a:lnTo>
                  <a:lnTo>
                    <a:pt x="21926" y="73994"/>
                  </a:lnTo>
                  <a:lnTo>
                    <a:pt x="23208" y="73994"/>
                  </a:lnTo>
                  <a:lnTo>
                    <a:pt x="24490" y="73994"/>
                  </a:lnTo>
                  <a:lnTo>
                    <a:pt x="25771" y="88535"/>
                  </a:lnTo>
                  <a:lnTo>
                    <a:pt x="27053" y="150687"/>
                  </a:lnTo>
                  <a:lnTo>
                    <a:pt x="28335" y="150687"/>
                  </a:lnTo>
                  <a:lnTo>
                    <a:pt x="29617" y="158951"/>
                  </a:lnTo>
                  <a:lnTo>
                    <a:pt x="30899" y="239223"/>
                  </a:lnTo>
                  <a:lnTo>
                    <a:pt x="32181" y="239223"/>
                  </a:lnTo>
                  <a:lnTo>
                    <a:pt x="33462" y="239223"/>
                  </a:lnTo>
                  <a:lnTo>
                    <a:pt x="33479" y="24109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8273768" y="3987518"/>
              <a:ext cx="1259" cy="36880"/>
            </a:xfrm>
            <a:custGeom>
              <a:avLst/>
              <a:pathLst>
                <a:path w="1259" h="36880">
                  <a:moveTo>
                    <a:pt x="0" y="36880"/>
                  </a:moveTo>
                  <a:lnTo>
                    <a:pt x="485" y="0"/>
                  </a:lnTo>
                  <a:lnTo>
                    <a:pt x="1259" y="3688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8278575" y="3729140"/>
              <a:ext cx="54885" cy="295258"/>
            </a:xfrm>
            <a:custGeom>
              <a:avLst/>
              <a:pathLst>
                <a:path w="54885" h="295258">
                  <a:moveTo>
                    <a:pt x="0" y="295258"/>
                  </a:moveTo>
                  <a:lnTo>
                    <a:pt x="806" y="167776"/>
                  </a:lnTo>
                  <a:lnTo>
                    <a:pt x="2087" y="77243"/>
                  </a:lnTo>
                  <a:lnTo>
                    <a:pt x="3369" y="124612"/>
                  </a:lnTo>
                  <a:lnTo>
                    <a:pt x="4651" y="110085"/>
                  </a:lnTo>
                  <a:lnTo>
                    <a:pt x="5933" y="117971"/>
                  </a:lnTo>
                  <a:lnTo>
                    <a:pt x="7215" y="150012"/>
                  </a:lnTo>
                  <a:lnTo>
                    <a:pt x="8497" y="0"/>
                  </a:lnTo>
                  <a:lnTo>
                    <a:pt x="9778" y="0"/>
                  </a:lnTo>
                  <a:lnTo>
                    <a:pt x="11060" y="29459"/>
                  </a:lnTo>
                  <a:lnTo>
                    <a:pt x="12342" y="60513"/>
                  </a:lnTo>
                  <a:lnTo>
                    <a:pt x="13624" y="60513"/>
                  </a:lnTo>
                  <a:lnTo>
                    <a:pt x="14906" y="60513"/>
                  </a:lnTo>
                  <a:lnTo>
                    <a:pt x="16188" y="60513"/>
                  </a:lnTo>
                  <a:lnTo>
                    <a:pt x="17470" y="60513"/>
                  </a:lnTo>
                  <a:lnTo>
                    <a:pt x="18751" y="29459"/>
                  </a:lnTo>
                  <a:lnTo>
                    <a:pt x="20033" y="76693"/>
                  </a:lnTo>
                  <a:lnTo>
                    <a:pt x="21315" y="204854"/>
                  </a:lnTo>
                  <a:lnTo>
                    <a:pt x="22597" y="204854"/>
                  </a:lnTo>
                  <a:lnTo>
                    <a:pt x="23879" y="204854"/>
                  </a:lnTo>
                  <a:lnTo>
                    <a:pt x="25161" y="204854"/>
                  </a:lnTo>
                  <a:lnTo>
                    <a:pt x="26442" y="204854"/>
                  </a:lnTo>
                  <a:lnTo>
                    <a:pt x="27724" y="204854"/>
                  </a:lnTo>
                  <a:lnTo>
                    <a:pt x="29006" y="204854"/>
                  </a:lnTo>
                  <a:lnTo>
                    <a:pt x="30288" y="204854"/>
                  </a:lnTo>
                  <a:lnTo>
                    <a:pt x="31570" y="204854"/>
                  </a:lnTo>
                  <a:lnTo>
                    <a:pt x="32852" y="204854"/>
                  </a:lnTo>
                  <a:lnTo>
                    <a:pt x="34133" y="204854"/>
                  </a:lnTo>
                  <a:lnTo>
                    <a:pt x="35415" y="192677"/>
                  </a:lnTo>
                  <a:lnTo>
                    <a:pt x="36697" y="96730"/>
                  </a:lnTo>
                  <a:lnTo>
                    <a:pt x="37979" y="103567"/>
                  </a:lnTo>
                  <a:lnTo>
                    <a:pt x="39261" y="292987"/>
                  </a:lnTo>
                  <a:lnTo>
                    <a:pt x="40543" y="258168"/>
                  </a:lnTo>
                  <a:lnTo>
                    <a:pt x="41825" y="225339"/>
                  </a:lnTo>
                  <a:lnTo>
                    <a:pt x="43106" y="242471"/>
                  </a:lnTo>
                  <a:lnTo>
                    <a:pt x="44388" y="242471"/>
                  </a:lnTo>
                  <a:lnTo>
                    <a:pt x="45670" y="242471"/>
                  </a:lnTo>
                  <a:lnTo>
                    <a:pt x="46952" y="242471"/>
                  </a:lnTo>
                  <a:lnTo>
                    <a:pt x="48234" y="242471"/>
                  </a:lnTo>
                  <a:lnTo>
                    <a:pt x="49516" y="242471"/>
                  </a:lnTo>
                  <a:lnTo>
                    <a:pt x="50797" y="242471"/>
                  </a:lnTo>
                  <a:lnTo>
                    <a:pt x="52079" y="242471"/>
                  </a:lnTo>
                  <a:lnTo>
                    <a:pt x="53361" y="242471"/>
                  </a:lnTo>
                  <a:lnTo>
                    <a:pt x="54643" y="252124"/>
                  </a:lnTo>
                  <a:lnTo>
                    <a:pt x="54885" y="295258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l138"/>
            <p:cNvSpPr/>
            <p:nvPr/>
          </p:nvSpPr>
          <p:spPr>
            <a:xfrm>
              <a:off x="8355500" y="3933995"/>
              <a:ext cx="1153" cy="90403"/>
            </a:xfrm>
            <a:custGeom>
              <a:avLst/>
              <a:pathLst>
                <a:path w="1153" h="90403">
                  <a:moveTo>
                    <a:pt x="0" y="90403"/>
                  </a:moveTo>
                  <a:lnTo>
                    <a:pt x="790" y="0"/>
                  </a:lnTo>
                  <a:lnTo>
                    <a:pt x="1153" y="9040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l139"/>
            <p:cNvSpPr/>
            <p:nvPr/>
          </p:nvSpPr>
          <p:spPr>
            <a:xfrm>
              <a:off x="8376978" y="3700716"/>
              <a:ext cx="25166" cy="323682"/>
            </a:xfrm>
            <a:custGeom>
              <a:avLst/>
              <a:pathLst>
                <a:path w="25166" h="323682">
                  <a:moveTo>
                    <a:pt x="0" y="323682"/>
                  </a:moveTo>
                  <a:lnTo>
                    <a:pt x="1104" y="235572"/>
                  </a:lnTo>
                  <a:lnTo>
                    <a:pt x="2386" y="156555"/>
                  </a:lnTo>
                  <a:lnTo>
                    <a:pt x="3668" y="46592"/>
                  </a:lnTo>
                  <a:lnTo>
                    <a:pt x="4950" y="38019"/>
                  </a:lnTo>
                  <a:lnTo>
                    <a:pt x="6231" y="17131"/>
                  </a:lnTo>
                  <a:lnTo>
                    <a:pt x="7513" y="17131"/>
                  </a:lnTo>
                  <a:lnTo>
                    <a:pt x="8795" y="0"/>
                  </a:lnTo>
                  <a:lnTo>
                    <a:pt x="10077" y="0"/>
                  </a:lnTo>
                  <a:lnTo>
                    <a:pt x="11359" y="40358"/>
                  </a:lnTo>
                  <a:lnTo>
                    <a:pt x="12641" y="44477"/>
                  </a:lnTo>
                  <a:lnTo>
                    <a:pt x="13922" y="45918"/>
                  </a:lnTo>
                  <a:lnTo>
                    <a:pt x="15204" y="88937"/>
                  </a:lnTo>
                  <a:lnTo>
                    <a:pt x="16486" y="156585"/>
                  </a:lnTo>
                  <a:lnTo>
                    <a:pt x="17768" y="156585"/>
                  </a:lnTo>
                  <a:lnTo>
                    <a:pt x="19050" y="156585"/>
                  </a:lnTo>
                  <a:lnTo>
                    <a:pt x="20332" y="156585"/>
                  </a:lnTo>
                  <a:lnTo>
                    <a:pt x="21614" y="160186"/>
                  </a:lnTo>
                  <a:lnTo>
                    <a:pt x="22895" y="233278"/>
                  </a:lnTo>
                  <a:lnTo>
                    <a:pt x="24177" y="217099"/>
                  </a:lnTo>
                  <a:lnTo>
                    <a:pt x="25166" y="32368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l140"/>
            <p:cNvSpPr/>
            <p:nvPr/>
          </p:nvSpPr>
          <p:spPr>
            <a:xfrm>
              <a:off x="8406738" y="4001526"/>
              <a:ext cx="5858" cy="22872"/>
            </a:xfrm>
            <a:custGeom>
              <a:avLst/>
              <a:pathLst>
                <a:path w="5858" h="22872">
                  <a:moveTo>
                    <a:pt x="0" y="22872"/>
                  </a:moveTo>
                  <a:lnTo>
                    <a:pt x="826" y="2120"/>
                  </a:lnTo>
                  <a:lnTo>
                    <a:pt x="2108" y="9992"/>
                  </a:lnTo>
                  <a:lnTo>
                    <a:pt x="3390" y="4665"/>
                  </a:lnTo>
                  <a:lnTo>
                    <a:pt x="4672" y="0"/>
                  </a:lnTo>
                  <a:lnTo>
                    <a:pt x="5858" y="2287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l141"/>
            <p:cNvSpPr/>
            <p:nvPr/>
          </p:nvSpPr>
          <p:spPr>
            <a:xfrm>
              <a:off x="8412913" y="3932578"/>
              <a:ext cx="11231" cy="91820"/>
            </a:xfrm>
            <a:custGeom>
              <a:avLst/>
              <a:pathLst>
                <a:path w="11231" h="91820">
                  <a:moveTo>
                    <a:pt x="0" y="91820"/>
                  </a:moveTo>
                  <a:lnTo>
                    <a:pt x="1061" y="82938"/>
                  </a:lnTo>
                  <a:lnTo>
                    <a:pt x="2343" y="54762"/>
                  </a:lnTo>
                  <a:lnTo>
                    <a:pt x="3624" y="30828"/>
                  </a:lnTo>
                  <a:lnTo>
                    <a:pt x="4906" y="54223"/>
                  </a:lnTo>
                  <a:lnTo>
                    <a:pt x="6188" y="30095"/>
                  </a:lnTo>
                  <a:lnTo>
                    <a:pt x="7470" y="0"/>
                  </a:lnTo>
                  <a:lnTo>
                    <a:pt x="8752" y="11321"/>
                  </a:lnTo>
                  <a:lnTo>
                    <a:pt x="10034" y="40180"/>
                  </a:lnTo>
                  <a:lnTo>
                    <a:pt x="11231" y="9182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l142"/>
            <p:cNvSpPr/>
            <p:nvPr/>
          </p:nvSpPr>
          <p:spPr>
            <a:xfrm>
              <a:off x="8530564" y="4022372"/>
              <a:ext cx="145" cy="2026"/>
            </a:xfrm>
            <a:custGeom>
              <a:avLst/>
              <a:pathLst>
                <a:path w="145" h="2026">
                  <a:moveTo>
                    <a:pt x="0" y="2026"/>
                  </a:moveTo>
                  <a:lnTo>
                    <a:pt x="58" y="0"/>
                  </a:lnTo>
                  <a:lnTo>
                    <a:pt x="145" y="202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l143"/>
            <p:cNvSpPr/>
            <p:nvPr/>
          </p:nvSpPr>
          <p:spPr>
            <a:xfrm>
              <a:off x="8561896" y="3933995"/>
              <a:ext cx="11041" cy="90403"/>
            </a:xfrm>
            <a:custGeom>
              <a:avLst/>
              <a:pathLst>
                <a:path w="11041" h="90403">
                  <a:moveTo>
                    <a:pt x="0" y="90403"/>
                  </a:moveTo>
                  <a:lnTo>
                    <a:pt x="772" y="0"/>
                  </a:lnTo>
                  <a:lnTo>
                    <a:pt x="2054" y="0"/>
                  </a:lnTo>
                  <a:lnTo>
                    <a:pt x="3336" y="0"/>
                  </a:lnTo>
                  <a:lnTo>
                    <a:pt x="4618" y="0"/>
                  </a:lnTo>
                  <a:lnTo>
                    <a:pt x="5899" y="0"/>
                  </a:lnTo>
                  <a:lnTo>
                    <a:pt x="7181" y="74353"/>
                  </a:lnTo>
                  <a:lnTo>
                    <a:pt x="8463" y="88535"/>
                  </a:lnTo>
                  <a:lnTo>
                    <a:pt x="9745" y="88535"/>
                  </a:lnTo>
                  <a:lnTo>
                    <a:pt x="11027" y="88535"/>
                  </a:lnTo>
                  <a:lnTo>
                    <a:pt x="11041" y="9040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l144"/>
            <p:cNvSpPr/>
            <p:nvPr/>
          </p:nvSpPr>
          <p:spPr>
            <a:xfrm>
              <a:off x="8590220" y="3700716"/>
              <a:ext cx="21516" cy="323682"/>
            </a:xfrm>
            <a:custGeom>
              <a:avLst/>
              <a:pathLst>
                <a:path w="21516" h="323682">
                  <a:moveTo>
                    <a:pt x="0" y="323682"/>
                  </a:moveTo>
                  <a:lnTo>
                    <a:pt x="648" y="305373"/>
                  </a:lnTo>
                  <a:lnTo>
                    <a:pt x="1930" y="286802"/>
                  </a:lnTo>
                  <a:lnTo>
                    <a:pt x="3212" y="245597"/>
                  </a:lnTo>
                  <a:lnTo>
                    <a:pt x="4494" y="192825"/>
                  </a:lnTo>
                  <a:lnTo>
                    <a:pt x="5776" y="154663"/>
                  </a:lnTo>
                  <a:lnTo>
                    <a:pt x="7058" y="17131"/>
                  </a:lnTo>
                  <a:lnTo>
                    <a:pt x="8339" y="0"/>
                  </a:lnTo>
                  <a:lnTo>
                    <a:pt x="9621" y="29459"/>
                  </a:lnTo>
                  <a:lnTo>
                    <a:pt x="10903" y="51663"/>
                  </a:lnTo>
                  <a:lnTo>
                    <a:pt x="12185" y="95760"/>
                  </a:lnTo>
                  <a:lnTo>
                    <a:pt x="13467" y="138510"/>
                  </a:lnTo>
                  <a:lnTo>
                    <a:pt x="14749" y="138510"/>
                  </a:lnTo>
                  <a:lnTo>
                    <a:pt x="16031" y="100627"/>
                  </a:lnTo>
                  <a:lnTo>
                    <a:pt x="17312" y="112892"/>
                  </a:lnTo>
                  <a:lnTo>
                    <a:pt x="18594" y="201661"/>
                  </a:lnTo>
                  <a:lnTo>
                    <a:pt x="19876" y="220315"/>
                  </a:lnTo>
                  <a:lnTo>
                    <a:pt x="21158" y="302964"/>
                  </a:lnTo>
                  <a:lnTo>
                    <a:pt x="21516" y="32368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l145"/>
            <p:cNvSpPr/>
            <p:nvPr/>
          </p:nvSpPr>
          <p:spPr>
            <a:xfrm>
              <a:off x="8664614" y="3783307"/>
              <a:ext cx="20652" cy="241091"/>
            </a:xfrm>
            <a:custGeom>
              <a:avLst/>
              <a:pathLst>
                <a:path w="20652" h="241091">
                  <a:moveTo>
                    <a:pt x="0" y="241091"/>
                  </a:moveTo>
                  <a:lnTo>
                    <a:pt x="602" y="227930"/>
                  </a:lnTo>
                  <a:lnTo>
                    <a:pt x="1883" y="188305"/>
                  </a:lnTo>
                  <a:lnTo>
                    <a:pt x="3165" y="188305"/>
                  </a:lnTo>
                  <a:lnTo>
                    <a:pt x="4447" y="188305"/>
                  </a:lnTo>
                  <a:lnTo>
                    <a:pt x="5729" y="188305"/>
                  </a:lnTo>
                  <a:lnTo>
                    <a:pt x="7011" y="171172"/>
                  </a:lnTo>
                  <a:lnTo>
                    <a:pt x="8293" y="171172"/>
                  </a:lnTo>
                  <a:lnTo>
                    <a:pt x="9574" y="150813"/>
                  </a:lnTo>
                  <a:lnTo>
                    <a:pt x="10856" y="6346"/>
                  </a:lnTo>
                  <a:lnTo>
                    <a:pt x="12138" y="6346"/>
                  </a:lnTo>
                  <a:lnTo>
                    <a:pt x="13420" y="0"/>
                  </a:lnTo>
                  <a:lnTo>
                    <a:pt x="14702" y="6346"/>
                  </a:lnTo>
                  <a:lnTo>
                    <a:pt x="15984" y="172324"/>
                  </a:lnTo>
                  <a:lnTo>
                    <a:pt x="17265" y="238821"/>
                  </a:lnTo>
                  <a:lnTo>
                    <a:pt x="18547" y="231665"/>
                  </a:lnTo>
                  <a:lnTo>
                    <a:pt x="19829" y="214415"/>
                  </a:lnTo>
                  <a:lnTo>
                    <a:pt x="20652" y="24109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l146"/>
            <p:cNvSpPr/>
            <p:nvPr/>
          </p:nvSpPr>
          <p:spPr>
            <a:xfrm>
              <a:off x="8723078" y="3857302"/>
              <a:ext cx="19295" cy="167096"/>
            </a:xfrm>
            <a:custGeom>
              <a:avLst/>
              <a:pathLst>
                <a:path w="19295" h="167096">
                  <a:moveTo>
                    <a:pt x="0" y="167096"/>
                  </a:moveTo>
                  <a:lnTo>
                    <a:pt x="1102" y="0"/>
                  </a:lnTo>
                  <a:lnTo>
                    <a:pt x="2384" y="0"/>
                  </a:lnTo>
                  <a:lnTo>
                    <a:pt x="3666" y="0"/>
                  </a:lnTo>
                  <a:lnTo>
                    <a:pt x="4947" y="0"/>
                  </a:lnTo>
                  <a:lnTo>
                    <a:pt x="6229" y="0"/>
                  </a:lnTo>
                  <a:lnTo>
                    <a:pt x="7511" y="0"/>
                  </a:lnTo>
                  <a:lnTo>
                    <a:pt x="8793" y="60513"/>
                  </a:lnTo>
                  <a:lnTo>
                    <a:pt x="10075" y="76693"/>
                  </a:lnTo>
                  <a:lnTo>
                    <a:pt x="11357" y="76693"/>
                  </a:lnTo>
                  <a:lnTo>
                    <a:pt x="12639" y="76693"/>
                  </a:lnTo>
                  <a:lnTo>
                    <a:pt x="13920" y="76693"/>
                  </a:lnTo>
                  <a:lnTo>
                    <a:pt x="15202" y="76693"/>
                  </a:lnTo>
                  <a:lnTo>
                    <a:pt x="16484" y="76693"/>
                  </a:lnTo>
                  <a:lnTo>
                    <a:pt x="17766" y="76693"/>
                  </a:lnTo>
                  <a:lnTo>
                    <a:pt x="19048" y="128161"/>
                  </a:lnTo>
                  <a:lnTo>
                    <a:pt x="19295" y="16709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8759741" y="4008241"/>
              <a:ext cx="821" cy="16157"/>
            </a:xfrm>
            <a:custGeom>
              <a:avLst/>
              <a:pathLst>
                <a:path w="821" h="16157">
                  <a:moveTo>
                    <a:pt x="0" y="16157"/>
                  </a:moveTo>
                  <a:lnTo>
                    <a:pt x="331" y="0"/>
                  </a:lnTo>
                  <a:lnTo>
                    <a:pt x="821" y="1615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8766279" y="4017868"/>
              <a:ext cx="388" cy="6530"/>
            </a:xfrm>
            <a:custGeom>
              <a:avLst/>
              <a:pathLst>
                <a:path w="388" h="6530">
                  <a:moveTo>
                    <a:pt x="0" y="6530"/>
                  </a:moveTo>
                  <a:lnTo>
                    <a:pt x="201" y="0"/>
                  </a:lnTo>
                  <a:lnTo>
                    <a:pt x="388" y="6530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8787621" y="4002762"/>
              <a:ext cx="1106" cy="21636"/>
            </a:xfrm>
            <a:custGeom>
              <a:avLst/>
              <a:pathLst>
                <a:path w="1106" h="21636">
                  <a:moveTo>
                    <a:pt x="0" y="21636"/>
                  </a:moveTo>
                  <a:lnTo>
                    <a:pt x="651" y="0"/>
                  </a:lnTo>
                  <a:lnTo>
                    <a:pt x="1106" y="2163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8794153" y="3785911"/>
              <a:ext cx="21648" cy="238487"/>
            </a:xfrm>
            <a:custGeom>
              <a:avLst/>
              <a:pathLst>
                <a:path w="21648" h="238487">
                  <a:moveTo>
                    <a:pt x="0" y="238487"/>
                  </a:moveTo>
                  <a:lnTo>
                    <a:pt x="529" y="228533"/>
                  </a:lnTo>
                  <a:lnTo>
                    <a:pt x="1811" y="164182"/>
                  </a:lnTo>
                  <a:lnTo>
                    <a:pt x="3093" y="54273"/>
                  </a:lnTo>
                  <a:lnTo>
                    <a:pt x="4374" y="47374"/>
                  </a:lnTo>
                  <a:lnTo>
                    <a:pt x="5656" y="21560"/>
                  </a:lnTo>
                  <a:lnTo>
                    <a:pt x="6938" y="13977"/>
                  </a:lnTo>
                  <a:lnTo>
                    <a:pt x="8220" y="0"/>
                  </a:lnTo>
                  <a:lnTo>
                    <a:pt x="9502" y="31760"/>
                  </a:lnTo>
                  <a:lnTo>
                    <a:pt x="10784" y="63347"/>
                  </a:lnTo>
                  <a:lnTo>
                    <a:pt x="12066" y="192941"/>
                  </a:lnTo>
                  <a:lnTo>
                    <a:pt x="13347" y="167026"/>
                  </a:lnTo>
                  <a:lnTo>
                    <a:pt x="14629" y="158642"/>
                  </a:lnTo>
                  <a:lnTo>
                    <a:pt x="15911" y="150378"/>
                  </a:lnTo>
                  <a:lnTo>
                    <a:pt x="17193" y="150378"/>
                  </a:lnTo>
                  <a:lnTo>
                    <a:pt x="18475" y="150378"/>
                  </a:lnTo>
                  <a:lnTo>
                    <a:pt x="19757" y="175535"/>
                  </a:lnTo>
                  <a:lnTo>
                    <a:pt x="21038" y="195154"/>
                  </a:lnTo>
                  <a:lnTo>
                    <a:pt x="21648" y="23848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8823658" y="3731825"/>
              <a:ext cx="57608" cy="292573"/>
            </a:xfrm>
            <a:custGeom>
              <a:avLst/>
              <a:pathLst>
                <a:path w="57608" h="292573">
                  <a:moveTo>
                    <a:pt x="0" y="292573"/>
                  </a:moveTo>
                  <a:lnTo>
                    <a:pt x="506" y="253088"/>
                  </a:lnTo>
                  <a:lnTo>
                    <a:pt x="1788" y="81870"/>
                  </a:lnTo>
                  <a:lnTo>
                    <a:pt x="3069" y="38594"/>
                  </a:lnTo>
                  <a:lnTo>
                    <a:pt x="4351" y="0"/>
                  </a:lnTo>
                  <a:lnTo>
                    <a:pt x="5633" y="57426"/>
                  </a:lnTo>
                  <a:lnTo>
                    <a:pt x="6915" y="57426"/>
                  </a:lnTo>
                  <a:lnTo>
                    <a:pt x="8197" y="69792"/>
                  </a:lnTo>
                  <a:lnTo>
                    <a:pt x="9479" y="28586"/>
                  </a:lnTo>
                  <a:lnTo>
                    <a:pt x="10760" y="140101"/>
                  </a:lnTo>
                  <a:lnTo>
                    <a:pt x="12042" y="123554"/>
                  </a:lnTo>
                  <a:lnTo>
                    <a:pt x="13324" y="123554"/>
                  </a:lnTo>
                  <a:lnTo>
                    <a:pt x="14606" y="123554"/>
                  </a:lnTo>
                  <a:lnTo>
                    <a:pt x="15888" y="138070"/>
                  </a:lnTo>
                  <a:lnTo>
                    <a:pt x="17170" y="111062"/>
                  </a:lnTo>
                  <a:lnTo>
                    <a:pt x="18452" y="40490"/>
                  </a:lnTo>
                  <a:lnTo>
                    <a:pt x="19733" y="36911"/>
                  </a:lnTo>
                  <a:lnTo>
                    <a:pt x="21015" y="22816"/>
                  </a:lnTo>
                  <a:lnTo>
                    <a:pt x="22297" y="77557"/>
                  </a:lnTo>
                  <a:lnTo>
                    <a:pt x="23579" y="109036"/>
                  </a:lnTo>
                  <a:lnTo>
                    <a:pt x="24861" y="87770"/>
                  </a:lnTo>
                  <a:lnTo>
                    <a:pt x="26143" y="76321"/>
                  </a:lnTo>
                  <a:lnTo>
                    <a:pt x="27424" y="26308"/>
                  </a:lnTo>
                  <a:lnTo>
                    <a:pt x="28706" y="137869"/>
                  </a:lnTo>
                  <a:lnTo>
                    <a:pt x="29988" y="141470"/>
                  </a:lnTo>
                  <a:lnTo>
                    <a:pt x="31270" y="174936"/>
                  </a:lnTo>
                  <a:lnTo>
                    <a:pt x="32552" y="169221"/>
                  </a:lnTo>
                  <a:lnTo>
                    <a:pt x="33834" y="137869"/>
                  </a:lnTo>
                  <a:lnTo>
                    <a:pt x="35116" y="17619"/>
                  </a:lnTo>
                  <a:lnTo>
                    <a:pt x="36397" y="83329"/>
                  </a:lnTo>
                  <a:lnTo>
                    <a:pt x="37679" y="159746"/>
                  </a:lnTo>
                  <a:lnTo>
                    <a:pt x="38961" y="164181"/>
                  </a:lnTo>
                  <a:lnTo>
                    <a:pt x="40243" y="205718"/>
                  </a:lnTo>
                  <a:lnTo>
                    <a:pt x="41525" y="205718"/>
                  </a:lnTo>
                  <a:lnTo>
                    <a:pt x="42807" y="205718"/>
                  </a:lnTo>
                  <a:lnTo>
                    <a:pt x="44088" y="250495"/>
                  </a:lnTo>
                  <a:lnTo>
                    <a:pt x="45370" y="208116"/>
                  </a:lnTo>
                  <a:lnTo>
                    <a:pt x="46652" y="236534"/>
                  </a:lnTo>
                  <a:lnTo>
                    <a:pt x="47934" y="240449"/>
                  </a:lnTo>
                  <a:lnTo>
                    <a:pt x="49216" y="124533"/>
                  </a:lnTo>
                  <a:lnTo>
                    <a:pt x="50498" y="124533"/>
                  </a:lnTo>
                  <a:lnTo>
                    <a:pt x="51779" y="132419"/>
                  </a:lnTo>
                  <a:lnTo>
                    <a:pt x="53061" y="179274"/>
                  </a:lnTo>
                  <a:lnTo>
                    <a:pt x="54343" y="182153"/>
                  </a:lnTo>
                  <a:lnTo>
                    <a:pt x="55625" y="240449"/>
                  </a:lnTo>
                  <a:lnTo>
                    <a:pt x="56907" y="235178"/>
                  </a:lnTo>
                  <a:lnTo>
                    <a:pt x="57608" y="292573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8885706" y="3983288"/>
              <a:ext cx="2164" cy="41111"/>
            </a:xfrm>
            <a:custGeom>
              <a:avLst/>
              <a:pathLst>
                <a:path w="2164" h="41111">
                  <a:moveTo>
                    <a:pt x="0" y="41111"/>
                  </a:moveTo>
                  <a:lnTo>
                    <a:pt x="1268" y="0"/>
                  </a:lnTo>
                  <a:lnTo>
                    <a:pt x="2164" y="4111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l153"/>
            <p:cNvSpPr/>
            <p:nvPr/>
          </p:nvSpPr>
          <p:spPr>
            <a:xfrm>
              <a:off x="8890023" y="3891571"/>
              <a:ext cx="7397" cy="132827"/>
            </a:xfrm>
            <a:custGeom>
              <a:avLst/>
              <a:pathLst>
                <a:path w="7397" h="132827">
                  <a:moveTo>
                    <a:pt x="0" y="132827"/>
                  </a:moveTo>
                  <a:lnTo>
                    <a:pt x="797" y="45972"/>
                  </a:lnTo>
                  <a:lnTo>
                    <a:pt x="2079" y="24828"/>
                  </a:lnTo>
                  <a:lnTo>
                    <a:pt x="3361" y="0"/>
                  </a:lnTo>
                  <a:lnTo>
                    <a:pt x="4643" y="0"/>
                  </a:lnTo>
                  <a:lnTo>
                    <a:pt x="5925" y="97379"/>
                  </a:lnTo>
                  <a:lnTo>
                    <a:pt x="7206" y="128486"/>
                  </a:lnTo>
                  <a:lnTo>
                    <a:pt x="7397" y="132827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l154"/>
            <p:cNvSpPr/>
            <p:nvPr/>
          </p:nvSpPr>
          <p:spPr>
            <a:xfrm>
              <a:off x="8899699" y="4022436"/>
              <a:ext cx="1146" cy="1962"/>
            </a:xfrm>
            <a:custGeom>
              <a:avLst/>
              <a:pathLst>
                <a:path w="1146" h="1962">
                  <a:moveTo>
                    <a:pt x="0" y="1962"/>
                  </a:moveTo>
                  <a:lnTo>
                    <a:pt x="93" y="0"/>
                  </a:lnTo>
                  <a:lnTo>
                    <a:pt x="1146" y="1962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l155"/>
            <p:cNvSpPr/>
            <p:nvPr/>
          </p:nvSpPr>
          <p:spPr>
            <a:xfrm>
              <a:off x="8901104" y="3978853"/>
              <a:ext cx="6265" cy="45546"/>
            </a:xfrm>
            <a:custGeom>
              <a:avLst/>
              <a:pathLst>
                <a:path w="6265" h="45546">
                  <a:moveTo>
                    <a:pt x="0" y="45546"/>
                  </a:moveTo>
                  <a:lnTo>
                    <a:pt x="1252" y="27139"/>
                  </a:lnTo>
                  <a:lnTo>
                    <a:pt x="2534" y="0"/>
                  </a:lnTo>
                  <a:lnTo>
                    <a:pt x="3816" y="0"/>
                  </a:lnTo>
                  <a:lnTo>
                    <a:pt x="5098" y="41205"/>
                  </a:lnTo>
                  <a:lnTo>
                    <a:pt x="6265" y="4554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l156"/>
            <p:cNvSpPr/>
            <p:nvPr/>
          </p:nvSpPr>
          <p:spPr>
            <a:xfrm>
              <a:off x="8907517" y="4008312"/>
              <a:ext cx="2045" cy="16086"/>
            </a:xfrm>
            <a:custGeom>
              <a:avLst/>
              <a:pathLst>
                <a:path w="2045" h="16086">
                  <a:moveTo>
                    <a:pt x="0" y="16086"/>
                  </a:moveTo>
                  <a:lnTo>
                    <a:pt x="1248" y="0"/>
                  </a:lnTo>
                  <a:lnTo>
                    <a:pt x="2045" y="1608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l157"/>
            <p:cNvSpPr/>
            <p:nvPr/>
          </p:nvSpPr>
          <p:spPr>
            <a:xfrm>
              <a:off x="8913119" y="3848327"/>
              <a:ext cx="23087" cy="176071"/>
            </a:xfrm>
            <a:custGeom>
              <a:avLst/>
              <a:pathLst>
                <a:path w="23087" h="176071">
                  <a:moveTo>
                    <a:pt x="0" y="176071"/>
                  </a:moveTo>
                  <a:lnTo>
                    <a:pt x="774" y="144160"/>
                  </a:lnTo>
                  <a:lnTo>
                    <a:pt x="2056" y="103454"/>
                  </a:lnTo>
                  <a:lnTo>
                    <a:pt x="3338" y="78318"/>
                  </a:lnTo>
                  <a:lnTo>
                    <a:pt x="4619" y="59812"/>
                  </a:lnTo>
                  <a:lnTo>
                    <a:pt x="5901" y="81219"/>
                  </a:lnTo>
                  <a:lnTo>
                    <a:pt x="7183" y="73994"/>
                  </a:lnTo>
                  <a:lnTo>
                    <a:pt x="8465" y="104968"/>
                  </a:lnTo>
                  <a:lnTo>
                    <a:pt x="9747" y="109532"/>
                  </a:lnTo>
                  <a:lnTo>
                    <a:pt x="11029" y="103454"/>
                  </a:lnTo>
                  <a:lnTo>
                    <a:pt x="12311" y="66859"/>
                  </a:lnTo>
                  <a:lnTo>
                    <a:pt x="13592" y="33794"/>
                  </a:lnTo>
                  <a:lnTo>
                    <a:pt x="14874" y="0"/>
                  </a:lnTo>
                  <a:lnTo>
                    <a:pt x="16156" y="19253"/>
                  </a:lnTo>
                  <a:lnTo>
                    <a:pt x="17438" y="27139"/>
                  </a:lnTo>
                  <a:lnTo>
                    <a:pt x="18720" y="61212"/>
                  </a:lnTo>
                  <a:lnTo>
                    <a:pt x="20002" y="55941"/>
                  </a:lnTo>
                  <a:lnTo>
                    <a:pt x="21283" y="103677"/>
                  </a:lnTo>
                  <a:lnTo>
                    <a:pt x="22565" y="137182"/>
                  </a:lnTo>
                  <a:lnTo>
                    <a:pt x="23087" y="17607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l158"/>
            <p:cNvSpPr/>
            <p:nvPr/>
          </p:nvSpPr>
          <p:spPr>
            <a:xfrm>
              <a:off x="8938164" y="3907802"/>
              <a:ext cx="6910" cy="116596"/>
            </a:xfrm>
            <a:custGeom>
              <a:avLst/>
              <a:pathLst>
                <a:path w="6910" h="116596">
                  <a:moveTo>
                    <a:pt x="0" y="116596"/>
                  </a:moveTo>
                  <a:lnTo>
                    <a:pt x="84" y="112572"/>
                  </a:lnTo>
                  <a:lnTo>
                    <a:pt x="1366" y="51911"/>
                  </a:lnTo>
                  <a:lnTo>
                    <a:pt x="2648" y="12544"/>
                  </a:lnTo>
                  <a:lnTo>
                    <a:pt x="3930" y="0"/>
                  </a:lnTo>
                  <a:lnTo>
                    <a:pt x="5212" y="7134"/>
                  </a:lnTo>
                  <a:lnTo>
                    <a:pt x="6494" y="100770"/>
                  </a:lnTo>
                  <a:lnTo>
                    <a:pt x="6910" y="116596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l159"/>
            <p:cNvSpPr/>
            <p:nvPr/>
          </p:nvSpPr>
          <p:spPr>
            <a:xfrm>
              <a:off x="8949311" y="3537944"/>
              <a:ext cx="33660" cy="486454"/>
            </a:xfrm>
            <a:custGeom>
              <a:avLst/>
              <a:pathLst>
                <a:path w="33660" h="486454">
                  <a:moveTo>
                    <a:pt x="0" y="486454"/>
                  </a:moveTo>
                  <a:lnTo>
                    <a:pt x="474" y="453685"/>
                  </a:lnTo>
                  <a:lnTo>
                    <a:pt x="1756" y="376992"/>
                  </a:lnTo>
                  <a:lnTo>
                    <a:pt x="3038" y="376992"/>
                  </a:lnTo>
                  <a:lnTo>
                    <a:pt x="4319" y="376992"/>
                  </a:lnTo>
                  <a:lnTo>
                    <a:pt x="5601" y="321651"/>
                  </a:lnTo>
                  <a:lnTo>
                    <a:pt x="6883" y="331749"/>
                  </a:lnTo>
                  <a:lnTo>
                    <a:pt x="8165" y="303252"/>
                  </a:lnTo>
                  <a:lnTo>
                    <a:pt x="9447" y="329614"/>
                  </a:lnTo>
                  <a:lnTo>
                    <a:pt x="10729" y="261304"/>
                  </a:lnTo>
                  <a:lnTo>
                    <a:pt x="12011" y="318413"/>
                  </a:lnTo>
                  <a:lnTo>
                    <a:pt x="13292" y="275663"/>
                  </a:lnTo>
                  <a:lnTo>
                    <a:pt x="14574" y="209770"/>
                  </a:lnTo>
                  <a:lnTo>
                    <a:pt x="15856" y="147958"/>
                  </a:lnTo>
                  <a:lnTo>
                    <a:pt x="17138" y="0"/>
                  </a:lnTo>
                  <a:lnTo>
                    <a:pt x="18420" y="40508"/>
                  </a:lnTo>
                  <a:lnTo>
                    <a:pt x="19702" y="136455"/>
                  </a:lnTo>
                  <a:lnTo>
                    <a:pt x="20983" y="401722"/>
                  </a:lnTo>
                  <a:lnTo>
                    <a:pt x="22265" y="416535"/>
                  </a:lnTo>
                  <a:lnTo>
                    <a:pt x="23547" y="433668"/>
                  </a:lnTo>
                  <a:lnTo>
                    <a:pt x="24829" y="433668"/>
                  </a:lnTo>
                  <a:lnTo>
                    <a:pt x="26111" y="433668"/>
                  </a:lnTo>
                  <a:lnTo>
                    <a:pt x="27393" y="433668"/>
                  </a:lnTo>
                  <a:lnTo>
                    <a:pt x="28674" y="427321"/>
                  </a:lnTo>
                  <a:lnTo>
                    <a:pt x="29956" y="373154"/>
                  </a:lnTo>
                  <a:lnTo>
                    <a:pt x="31238" y="373154"/>
                  </a:lnTo>
                  <a:lnTo>
                    <a:pt x="32520" y="424174"/>
                  </a:lnTo>
                  <a:lnTo>
                    <a:pt x="33660" y="486454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l160"/>
            <p:cNvSpPr/>
            <p:nvPr/>
          </p:nvSpPr>
          <p:spPr>
            <a:xfrm>
              <a:off x="8990198" y="3893967"/>
              <a:ext cx="7996" cy="130431"/>
            </a:xfrm>
            <a:custGeom>
              <a:avLst/>
              <a:pathLst>
                <a:path w="7996" h="130431">
                  <a:moveTo>
                    <a:pt x="0" y="130431"/>
                  </a:moveTo>
                  <a:lnTo>
                    <a:pt x="605" y="102678"/>
                  </a:lnTo>
                  <a:lnTo>
                    <a:pt x="1887" y="36206"/>
                  </a:lnTo>
                  <a:lnTo>
                    <a:pt x="3169" y="0"/>
                  </a:lnTo>
                  <a:lnTo>
                    <a:pt x="4451" y="0"/>
                  </a:lnTo>
                  <a:lnTo>
                    <a:pt x="5733" y="0"/>
                  </a:lnTo>
                  <a:lnTo>
                    <a:pt x="7014" y="22904"/>
                  </a:lnTo>
                  <a:lnTo>
                    <a:pt x="7996" y="130431"/>
                  </a:lnTo>
                </a:path>
              </a:pathLst>
            </a:custGeom>
            <a:ln w="27101" cap="flat">
              <a:solidFill>
                <a:srgbClr val="40E0D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g161"/>
            <p:cNvSpPr/>
            <p:nvPr/>
          </p:nvSpPr>
          <p:spPr>
            <a:xfrm>
              <a:off x="622670" y="2355589"/>
              <a:ext cx="8375825" cy="1668810"/>
            </a:xfrm>
            <a:custGeom>
              <a:avLst/>
              <a:pathLst>
                <a:path w="8375825" h="1668810">
                  <a:moveTo>
                    <a:pt x="0" y="1315010"/>
                  </a:moveTo>
                  <a:lnTo>
                    <a:pt x="256" y="1349078"/>
                  </a:lnTo>
                  <a:lnTo>
                    <a:pt x="1538" y="1349078"/>
                  </a:lnTo>
                  <a:lnTo>
                    <a:pt x="2820" y="1368549"/>
                  </a:lnTo>
                  <a:lnTo>
                    <a:pt x="4101" y="1370202"/>
                  </a:lnTo>
                  <a:lnTo>
                    <a:pt x="5383" y="1390415"/>
                  </a:lnTo>
                  <a:lnTo>
                    <a:pt x="6665" y="1388278"/>
                  </a:lnTo>
                  <a:lnTo>
                    <a:pt x="7947" y="1388278"/>
                  </a:lnTo>
                  <a:lnTo>
                    <a:pt x="9229" y="1380338"/>
                  </a:lnTo>
                  <a:lnTo>
                    <a:pt x="10511" y="1332286"/>
                  </a:lnTo>
                  <a:lnTo>
                    <a:pt x="11792" y="1400421"/>
                  </a:lnTo>
                  <a:lnTo>
                    <a:pt x="13074" y="1500242"/>
                  </a:lnTo>
                  <a:lnTo>
                    <a:pt x="14356" y="1538378"/>
                  </a:lnTo>
                  <a:lnTo>
                    <a:pt x="15638" y="1564835"/>
                  </a:lnTo>
                  <a:lnTo>
                    <a:pt x="16920" y="1434065"/>
                  </a:lnTo>
                  <a:lnTo>
                    <a:pt x="18202" y="1434065"/>
                  </a:lnTo>
                  <a:lnTo>
                    <a:pt x="19484" y="1434065"/>
                  </a:lnTo>
                  <a:lnTo>
                    <a:pt x="20765" y="1434065"/>
                  </a:lnTo>
                  <a:lnTo>
                    <a:pt x="22047" y="1446972"/>
                  </a:lnTo>
                  <a:lnTo>
                    <a:pt x="23329" y="1473690"/>
                  </a:lnTo>
                  <a:lnTo>
                    <a:pt x="24611" y="1668810"/>
                  </a:lnTo>
                  <a:lnTo>
                    <a:pt x="25893" y="1668810"/>
                  </a:lnTo>
                  <a:lnTo>
                    <a:pt x="27175" y="1668810"/>
                  </a:lnTo>
                  <a:lnTo>
                    <a:pt x="28456" y="1616023"/>
                  </a:lnTo>
                  <a:lnTo>
                    <a:pt x="29738" y="1609677"/>
                  </a:lnTo>
                  <a:lnTo>
                    <a:pt x="31020" y="1511308"/>
                  </a:lnTo>
                  <a:lnTo>
                    <a:pt x="32302" y="1500769"/>
                  </a:lnTo>
                  <a:lnTo>
                    <a:pt x="33584" y="1500769"/>
                  </a:lnTo>
                  <a:lnTo>
                    <a:pt x="34866" y="1480255"/>
                  </a:lnTo>
                  <a:lnTo>
                    <a:pt x="36148" y="1411488"/>
                  </a:lnTo>
                  <a:lnTo>
                    <a:pt x="37429" y="1362259"/>
                  </a:lnTo>
                  <a:lnTo>
                    <a:pt x="38711" y="1362259"/>
                  </a:lnTo>
                  <a:lnTo>
                    <a:pt x="39993" y="1362259"/>
                  </a:lnTo>
                  <a:lnTo>
                    <a:pt x="41275" y="1348077"/>
                  </a:lnTo>
                  <a:lnTo>
                    <a:pt x="42557" y="1342104"/>
                  </a:lnTo>
                  <a:lnTo>
                    <a:pt x="43839" y="1345127"/>
                  </a:lnTo>
                  <a:lnTo>
                    <a:pt x="45120" y="1326807"/>
                  </a:lnTo>
                  <a:lnTo>
                    <a:pt x="46402" y="1209760"/>
                  </a:lnTo>
                  <a:lnTo>
                    <a:pt x="47684" y="1268836"/>
                  </a:lnTo>
                  <a:lnTo>
                    <a:pt x="48966" y="1273642"/>
                  </a:lnTo>
                  <a:lnTo>
                    <a:pt x="50248" y="1362178"/>
                  </a:lnTo>
                  <a:lnTo>
                    <a:pt x="51530" y="1373551"/>
                  </a:lnTo>
                  <a:lnTo>
                    <a:pt x="52811" y="1373551"/>
                  </a:lnTo>
                  <a:lnTo>
                    <a:pt x="54093" y="1342801"/>
                  </a:lnTo>
                  <a:lnTo>
                    <a:pt x="55375" y="1295782"/>
                  </a:lnTo>
                  <a:lnTo>
                    <a:pt x="56657" y="1318810"/>
                  </a:lnTo>
                  <a:lnTo>
                    <a:pt x="57939" y="1318810"/>
                  </a:lnTo>
                  <a:lnTo>
                    <a:pt x="59221" y="1318810"/>
                  </a:lnTo>
                  <a:lnTo>
                    <a:pt x="60503" y="1337382"/>
                  </a:lnTo>
                  <a:lnTo>
                    <a:pt x="61784" y="1373551"/>
                  </a:lnTo>
                  <a:lnTo>
                    <a:pt x="63066" y="1373551"/>
                  </a:lnTo>
                  <a:lnTo>
                    <a:pt x="64348" y="1318810"/>
                  </a:lnTo>
                  <a:lnTo>
                    <a:pt x="65630" y="1318810"/>
                  </a:lnTo>
                  <a:lnTo>
                    <a:pt x="66912" y="1318810"/>
                  </a:lnTo>
                  <a:lnTo>
                    <a:pt x="68194" y="1318810"/>
                  </a:lnTo>
                  <a:lnTo>
                    <a:pt x="69475" y="1318810"/>
                  </a:lnTo>
                  <a:lnTo>
                    <a:pt x="70757" y="1318810"/>
                  </a:lnTo>
                  <a:lnTo>
                    <a:pt x="72039" y="1318810"/>
                  </a:lnTo>
                  <a:lnTo>
                    <a:pt x="73321" y="1362178"/>
                  </a:lnTo>
                  <a:lnTo>
                    <a:pt x="74603" y="1453536"/>
                  </a:lnTo>
                  <a:lnTo>
                    <a:pt x="75885" y="1501713"/>
                  </a:lnTo>
                  <a:lnTo>
                    <a:pt x="77167" y="1501713"/>
                  </a:lnTo>
                  <a:lnTo>
                    <a:pt x="78448" y="1501713"/>
                  </a:lnTo>
                  <a:lnTo>
                    <a:pt x="79730" y="1501713"/>
                  </a:lnTo>
                  <a:lnTo>
                    <a:pt x="81012" y="1501713"/>
                  </a:lnTo>
                  <a:lnTo>
                    <a:pt x="82294" y="1501713"/>
                  </a:lnTo>
                  <a:lnTo>
                    <a:pt x="83576" y="1578406"/>
                  </a:lnTo>
                  <a:lnTo>
                    <a:pt x="84858" y="1527407"/>
                  </a:lnTo>
                  <a:lnTo>
                    <a:pt x="86139" y="1501713"/>
                  </a:lnTo>
                  <a:lnTo>
                    <a:pt x="87421" y="1501713"/>
                  </a:lnTo>
                  <a:lnTo>
                    <a:pt x="88703" y="1501713"/>
                  </a:lnTo>
                  <a:lnTo>
                    <a:pt x="89985" y="1501713"/>
                  </a:lnTo>
                  <a:lnTo>
                    <a:pt x="91267" y="1501713"/>
                  </a:lnTo>
                  <a:lnTo>
                    <a:pt x="92549" y="1512584"/>
                  </a:lnTo>
                  <a:lnTo>
                    <a:pt x="93830" y="1578406"/>
                  </a:lnTo>
                  <a:lnTo>
                    <a:pt x="95112" y="1578406"/>
                  </a:lnTo>
                  <a:lnTo>
                    <a:pt x="96394" y="1578406"/>
                  </a:lnTo>
                  <a:lnTo>
                    <a:pt x="97676" y="1578406"/>
                  </a:lnTo>
                  <a:lnTo>
                    <a:pt x="98958" y="1578406"/>
                  </a:lnTo>
                  <a:lnTo>
                    <a:pt x="100240" y="1578406"/>
                  </a:lnTo>
                  <a:lnTo>
                    <a:pt x="101522" y="1578406"/>
                  </a:lnTo>
                  <a:lnTo>
                    <a:pt x="102803" y="1578406"/>
                  </a:lnTo>
                  <a:lnTo>
                    <a:pt x="104085" y="1634379"/>
                  </a:lnTo>
                  <a:lnTo>
                    <a:pt x="105367" y="1666941"/>
                  </a:lnTo>
                  <a:lnTo>
                    <a:pt x="106649" y="1666941"/>
                  </a:lnTo>
                  <a:lnTo>
                    <a:pt x="107931" y="1666941"/>
                  </a:lnTo>
                  <a:lnTo>
                    <a:pt x="109213" y="1666941"/>
                  </a:lnTo>
                  <a:lnTo>
                    <a:pt x="110494" y="1666941"/>
                  </a:lnTo>
                  <a:lnTo>
                    <a:pt x="111776" y="1666941"/>
                  </a:lnTo>
                  <a:lnTo>
                    <a:pt x="113058" y="1666941"/>
                  </a:lnTo>
                  <a:lnTo>
                    <a:pt x="114340" y="1666941"/>
                  </a:lnTo>
                  <a:lnTo>
                    <a:pt x="115622" y="1666941"/>
                  </a:lnTo>
                  <a:lnTo>
                    <a:pt x="116904" y="1582523"/>
                  </a:lnTo>
                  <a:lnTo>
                    <a:pt x="118186" y="1578406"/>
                  </a:lnTo>
                  <a:lnTo>
                    <a:pt x="119467" y="1578406"/>
                  </a:lnTo>
                  <a:lnTo>
                    <a:pt x="120749" y="1578406"/>
                  </a:lnTo>
                  <a:lnTo>
                    <a:pt x="122031" y="1578406"/>
                  </a:lnTo>
                  <a:lnTo>
                    <a:pt x="123313" y="1578406"/>
                  </a:lnTo>
                  <a:lnTo>
                    <a:pt x="124595" y="1574318"/>
                  </a:lnTo>
                  <a:lnTo>
                    <a:pt x="125877" y="1501713"/>
                  </a:lnTo>
                  <a:lnTo>
                    <a:pt x="127158" y="1501713"/>
                  </a:lnTo>
                  <a:lnTo>
                    <a:pt x="128440" y="1501713"/>
                  </a:lnTo>
                  <a:lnTo>
                    <a:pt x="129722" y="1501713"/>
                  </a:lnTo>
                  <a:lnTo>
                    <a:pt x="131004" y="1501713"/>
                  </a:lnTo>
                  <a:lnTo>
                    <a:pt x="132286" y="1501713"/>
                  </a:lnTo>
                  <a:lnTo>
                    <a:pt x="133568" y="1501713"/>
                  </a:lnTo>
                  <a:lnTo>
                    <a:pt x="134849" y="1501713"/>
                  </a:lnTo>
                  <a:lnTo>
                    <a:pt x="136131" y="1574318"/>
                  </a:lnTo>
                  <a:lnTo>
                    <a:pt x="137413" y="1578406"/>
                  </a:lnTo>
                  <a:lnTo>
                    <a:pt x="138695" y="1578406"/>
                  </a:lnTo>
                  <a:lnTo>
                    <a:pt x="139977" y="1578406"/>
                  </a:lnTo>
                  <a:lnTo>
                    <a:pt x="141259" y="1578406"/>
                  </a:lnTo>
                  <a:lnTo>
                    <a:pt x="142541" y="1578406"/>
                  </a:lnTo>
                  <a:lnTo>
                    <a:pt x="143822" y="1582523"/>
                  </a:lnTo>
                  <a:lnTo>
                    <a:pt x="145104" y="1666941"/>
                  </a:lnTo>
                  <a:lnTo>
                    <a:pt x="146386" y="1666941"/>
                  </a:lnTo>
                  <a:lnTo>
                    <a:pt x="147668" y="1666941"/>
                  </a:lnTo>
                  <a:lnTo>
                    <a:pt x="148950" y="1666941"/>
                  </a:lnTo>
                  <a:lnTo>
                    <a:pt x="150232" y="1666941"/>
                  </a:lnTo>
                  <a:lnTo>
                    <a:pt x="151513" y="1666941"/>
                  </a:lnTo>
                  <a:lnTo>
                    <a:pt x="152795" y="1666941"/>
                  </a:lnTo>
                  <a:lnTo>
                    <a:pt x="154077" y="1666941"/>
                  </a:lnTo>
                  <a:lnTo>
                    <a:pt x="155359" y="1666941"/>
                  </a:lnTo>
                  <a:lnTo>
                    <a:pt x="156641" y="1666941"/>
                  </a:lnTo>
                  <a:lnTo>
                    <a:pt x="157923" y="1666941"/>
                  </a:lnTo>
                  <a:lnTo>
                    <a:pt x="159205" y="1666941"/>
                  </a:lnTo>
                  <a:lnTo>
                    <a:pt x="160486" y="1666941"/>
                  </a:lnTo>
                  <a:lnTo>
                    <a:pt x="161768" y="1666941"/>
                  </a:lnTo>
                  <a:lnTo>
                    <a:pt x="163050" y="1666941"/>
                  </a:lnTo>
                  <a:lnTo>
                    <a:pt x="164332" y="1666941"/>
                  </a:lnTo>
                  <a:lnTo>
                    <a:pt x="165614" y="1666941"/>
                  </a:lnTo>
                  <a:lnTo>
                    <a:pt x="166896" y="1666941"/>
                  </a:lnTo>
                  <a:lnTo>
                    <a:pt x="168177" y="1666941"/>
                  </a:lnTo>
                  <a:lnTo>
                    <a:pt x="169459" y="1666941"/>
                  </a:lnTo>
                  <a:lnTo>
                    <a:pt x="170741" y="1666941"/>
                  </a:lnTo>
                  <a:lnTo>
                    <a:pt x="172023" y="1666941"/>
                  </a:lnTo>
                  <a:lnTo>
                    <a:pt x="173305" y="1666941"/>
                  </a:lnTo>
                  <a:lnTo>
                    <a:pt x="174587" y="1666941"/>
                  </a:lnTo>
                  <a:lnTo>
                    <a:pt x="175869" y="1666941"/>
                  </a:lnTo>
                  <a:lnTo>
                    <a:pt x="177150" y="1666941"/>
                  </a:lnTo>
                  <a:lnTo>
                    <a:pt x="178432" y="1666941"/>
                  </a:lnTo>
                  <a:lnTo>
                    <a:pt x="179714" y="1666941"/>
                  </a:lnTo>
                  <a:lnTo>
                    <a:pt x="180996" y="1666941"/>
                  </a:lnTo>
                  <a:lnTo>
                    <a:pt x="182278" y="1666941"/>
                  </a:lnTo>
                  <a:lnTo>
                    <a:pt x="183560" y="1666941"/>
                  </a:lnTo>
                  <a:lnTo>
                    <a:pt x="184841" y="1666941"/>
                  </a:lnTo>
                  <a:lnTo>
                    <a:pt x="186123" y="1666941"/>
                  </a:lnTo>
                  <a:lnTo>
                    <a:pt x="187405" y="1666941"/>
                  </a:lnTo>
                  <a:lnTo>
                    <a:pt x="188687" y="1666941"/>
                  </a:lnTo>
                  <a:lnTo>
                    <a:pt x="189969" y="1666941"/>
                  </a:lnTo>
                  <a:lnTo>
                    <a:pt x="191251" y="1666941"/>
                  </a:lnTo>
                  <a:lnTo>
                    <a:pt x="192532" y="1666941"/>
                  </a:lnTo>
                  <a:lnTo>
                    <a:pt x="193814" y="1666941"/>
                  </a:lnTo>
                  <a:lnTo>
                    <a:pt x="195096" y="1666941"/>
                  </a:lnTo>
                  <a:lnTo>
                    <a:pt x="196378" y="1666941"/>
                  </a:lnTo>
                  <a:lnTo>
                    <a:pt x="197660" y="1666941"/>
                  </a:lnTo>
                  <a:lnTo>
                    <a:pt x="198942" y="1666941"/>
                  </a:lnTo>
                  <a:lnTo>
                    <a:pt x="200224" y="1666941"/>
                  </a:lnTo>
                  <a:lnTo>
                    <a:pt x="201505" y="1666941"/>
                  </a:lnTo>
                  <a:lnTo>
                    <a:pt x="202787" y="1666941"/>
                  </a:lnTo>
                  <a:lnTo>
                    <a:pt x="204069" y="1666941"/>
                  </a:lnTo>
                  <a:lnTo>
                    <a:pt x="205351" y="1668810"/>
                  </a:lnTo>
                  <a:lnTo>
                    <a:pt x="206633" y="1668810"/>
                  </a:lnTo>
                  <a:lnTo>
                    <a:pt x="207915" y="1668810"/>
                  </a:lnTo>
                  <a:lnTo>
                    <a:pt x="209196" y="1668810"/>
                  </a:lnTo>
                  <a:lnTo>
                    <a:pt x="210478" y="1668810"/>
                  </a:lnTo>
                  <a:lnTo>
                    <a:pt x="211760" y="1668810"/>
                  </a:lnTo>
                  <a:lnTo>
                    <a:pt x="213042" y="1668810"/>
                  </a:lnTo>
                  <a:lnTo>
                    <a:pt x="214324" y="1668810"/>
                  </a:lnTo>
                  <a:lnTo>
                    <a:pt x="215606" y="1668810"/>
                  </a:lnTo>
                  <a:lnTo>
                    <a:pt x="216888" y="1668810"/>
                  </a:lnTo>
                  <a:lnTo>
                    <a:pt x="218169" y="1668810"/>
                  </a:lnTo>
                  <a:lnTo>
                    <a:pt x="219451" y="1668810"/>
                  </a:lnTo>
                  <a:lnTo>
                    <a:pt x="220733" y="1659078"/>
                  </a:lnTo>
                  <a:lnTo>
                    <a:pt x="222015" y="1616023"/>
                  </a:lnTo>
                  <a:lnTo>
                    <a:pt x="223297" y="1594111"/>
                  </a:lnTo>
                  <a:lnTo>
                    <a:pt x="224579" y="1552366"/>
                  </a:lnTo>
                  <a:lnTo>
                    <a:pt x="225860" y="1567838"/>
                  </a:lnTo>
                  <a:lnTo>
                    <a:pt x="227142" y="1578532"/>
                  </a:lnTo>
                  <a:lnTo>
                    <a:pt x="228424" y="1434065"/>
                  </a:lnTo>
                  <a:lnTo>
                    <a:pt x="229706" y="1434065"/>
                  </a:lnTo>
                  <a:lnTo>
                    <a:pt x="230988" y="1385155"/>
                  </a:lnTo>
                  <a:lnTo>
                    <a:pt x="232270" y="1329349"/>
                  </a:lnTo>
                  <a:lnTo>
                    <a:pt x="233551" y="1318810"/>
                  </a:lnTo>
                  <a:lnTo>
                    <a:pt x="234833" y="1324056"/>
                  </a:lnTo>
                  <a:lnTo>
                    <a:pt x="236115" y="1373551"/>
                  </a:lnTo>
                  <a:lnTo>
                    <a:pt x="237397" y="1373551"/>
                  </a:lnTo>
                  <a:lnTo>
                    <a:pt x="238679" y="1373551"/>
                  </a:lnTo>
                  <a:lnTo>
                    <a:pt x="239961" y="1394014"/>
                  </a:lnTo>
                  <a:lnTo>
                    <a:pt x="241243" y="1434065"/>
                  </a:lnTo>
                  <a:lnTo>
                    <a:pt x="242524" y="1456846"/>
                  </a:lnTo>
                  <a:lnTo>
                    <a:pt x="243806" y="1501713"/>
                  </a:lnTo>
                  <a:lnTo>
                    <a:pt x="245088" y="1501713"/>
                  </a:lnTo>
                  <a:lnTo>
                    <a:pt x="246370" y="1501713"/>
                  </a:lnTo>
                  <a:lnTo>
                    <a:pt x="247652" y="1501713"/>
                  </a:lnTo>
                  <a:lnTo>
                    <a:pt x="248934" y="1501713"/>
                  </a:lnTo>
                  <a:lnTo>
                    <a:pt x="250215" y="1562226"/>
                  </a:lnTo>
                  <a:lnTo>
                    <a:pt x="251497" y="1648109"/>
                  </a:lnTo>
                  <a:lnTo>
                    <a:pt x="252779" y="1666941"/>
                  </a:lnTo>
                  <a:lnTo>
                    <a:pt x="254061" y="1666941"/>
                  </a:lnTo>
                  <a:lnTo>
                    <a:pt x="255343" y="1666941"/>
                  </a:lnTo>
                  <a:lnTo>
                    <a:pt x="256625" y="1666941"/>
                  </a:lnTo>
                  <a:lnTo>
                    <a:pt x="257907" y="1607866"/>
                  </a:lnTo>
                  <a:lnTo>
                    <a:pt x="259188" y="1578406"/>
                  </a:lnTo>
                  <a:lnTo>
                    <a:pt x="260470" y="1578406"/>
                  </a:lnTo>
                  <a:lnTo>
                    <a:pt x="261752" y="1578406"/>
                  </a:lnTo>
                  <a:lnTo>
                    <a:pt x="263034" y="1578406"/>
                  </a:lnTo>
                  <a:lnTo>
                    <a:pt x="264316" y="1578406"/>
                  </a:lnTo>
                  <a:lnTo>
                    <a:pt x="265598" y="1578406"/>
                  </a:lnTo>
                  <a:lnTo>
                    <a:pt x="266879" y="1578406"/>
                  </a:lnTo>
                  <a:lnTo>
                    <a:pt x="268161" y="1558251"/>
                  </a:lnTo>
                  <a:lnTo>
                    <a:pt x="269443" y="1501713"/>
                  </a:lnTo>
                  <a:lnTo>
                    <a:pt x="270725" y="1501713"/>
                  </a:lnTo>
                  <a:lnTo>
                    <a:pt x="272007" y="1501713"/>
                  </a:lnTo>
                  <a:lnTo>
                    <a:pt x="273289" y="1501713"/>
                  </a:lnTo>
                  <a:lnTo>
                    <a:pt x="274570" y="1484039"/>
                  </a:lnTo>
                  <a:lnTo>
                    <a:pt x="275852" y="1388092"/>
                  </a:lnTo>
                  <a:lnTo>
                    <a:pt x="277134" y="1412152"/>
                  </a:lnTo>
                  <a:lnTo>
                    <a:pt x="278416" y="1434065"/>
                  </a:lnTo>
                  <a:lnTo>
                    <a:pt x="279698" y="1434065"/>
                  </a:lnTo>
                  <a:lnTo>
                    <a:pt x="280980" y="1434065"/>
                  </a:lnTo>
                  <a:lnTo>
                    <a:pt x="282262" y="1434065"/>
                  </a:lnTo>
                  <a:lnTo>
                    <a:pt x="283543" y="1434065"/>
                  </a:lnTo>
                  <a:lnTo>
                    <a:pt x="284825" y="1434065"/>
                  </a:lnTo>
                  <a:lnTo>
                    <a:pt x="286107" y="1578532"/>
                  </a:lnTo>
                  <a:lnTo>
                    <a:pt x="287389" y="1504912"/>
                  </a:lnTo>
                  <a:lnTo>
                    <a:pt x="288671" y="1538378"/>
                  </a:lnTo>
                  <a:lnTo>
                    <a:pt x="289953" y="1538378"/>
                  </a:lnTo>
                  <a:lnTo>
                    <a:pt x="291234" y="1552366"/>
                  </a:lnTo>
                  <a:lnTo>
                    <a:pt x="292516" y="1555510"/>
                  </a:lnTo>
                  <a:lnTo>
                    <a:pt x="293798" y="1570051"/>
                  </a:lnTo>
                  <a:lnTo>
                    <a:pt x="295080" y="1665998"/>
                  </a:lnTo>
                  <a:lnTo>
                    <a:pt x="296362" y="1668810"/>
                  </a:lnTo>
                  <a:lnTo>
                    <a:pt x="297644" y="1616023"/>
                  </a:lnTo>
                  <a:lnTo>
                    <a:pt x="298926" y="1616023"/>
                  </a:lnTo>
                  <a:lnTo>
                    <a:pt x="300207" y="1616023"/>
                  </a:lnTo>
                  <a:lnTo>
                    <a:pt x="301489" y="1616023"/>
                  </a:lnTo>
                  <a:lnTo>
                    <a:pt x="302771" y="1616023"/>
                  </a:lnTo>
                  <a:lnTo>
                    <a:pt x="304053" y="1616023"/>
                  </a:lnTo>
                  <a:lnTo>
                    <a:pt x="305335" y="1612879"/>
                  </a:lnTo>
                  <a:lnTo>
                    <a:pt x="306617" y="1668810"/>
                  </a:lnTo>
                  <a:lnTo>
                    <a:pt x="307898" y="1668810"/>
                  </a:lnTo>
                  <a:lnTo>
                    <a:pt x="309180" y="1666539"/>
                  </a:lnTo>
                  <a:lnTo>
                    <a:pt x="310462" y="1648220"/>
                  </a:lnTo>
                  <a:lnTo>
                    <a:pt x="311744" y="1456846"/>
                  </a:lnTo>
                  <a:lnTo>
                    <a:pt x="313026" y="1434065"/>
                  </a:lnTo>
                  <a:lnTo>
                    <a:pt x="314308" y="1434065"/>
                  </a:lnTo>
                  <a:lnTo>
                    <a:pt x="315590" y="1434065"/>
                  </a:lnTo>
                  <a:lnTo>
                    <a:pt x="316871" y="1434065"/>
                  </a:lnTo>
                  <a:lnTo>
                    <a:pt x="318153" y="1434065"/>
                  </a:lnTo>
                  <a:lnTo>
                    <a:pt x="319435" y="1434065"/>
                  </a:lnTo>
                  <a:lnTo>
                    <a:pt x="320717" y="1403011"/>
                  </a:lnTo>
                  <a:lnTo>
                    <a:pt x="321999" y="1373551"/>
                  </a:lnTo>
                  <a:lnTo>
                    <a:pt x="323281" y="1373551"/>
                  </a:lnTo>
                  <a:lnTo>
                    <a:pt x="324562" y="1373551"/>
                  </a:lnTo>
                  <a:lnTo>
                    <a:pt x="325844" y="1373551"/>
                  </a:lnTo>
                  <a:lnTo>
                    <a:pt x="327126" y="1427718"/>
                  </a:lnTo>
                  <a:lnTo>
                    <a:pt x="328408" y="1434065"/>
                  </a:lnTo>
                  <a:lnTo>
                    <a:pt x="329690" y="1434065"/>
                  </a:lnTo>
                  <a:lnTo>
                    <a:pt x="330972" y="1446972"/>
                  </a:lnTo>
                  <a:lnTo>
                    <a:pt x="332253" y="1382232"/>
                  </a:lnTo>
                  <a:lnTo>
                    <a:pt x="333535" y="1373551"/>
                  </a:lnTo>
                  <a:lnTo>
                    <a:pt x="334817" y="1385155"/>
                  </a:lnTo>
                  <a:lnTo>
                    <a:pt x="336099" y="1434065"/>
                  </a:lnTo>
                  <a:lnTo>
                    <a:pt x="337381" y="1434065"/>
                  </a:lnTo>
                  <a:lnTo>
                    <a:pt x="338663" y="1434065"/>
                  </a:lnTo>
                  <a:lnTo>
                    <a:pt x="339945" y="1466893"/>
                  </a:lnTo>
                  <a:lnTo>
                    <a:pt x="341226" y="1501713"/>
                  </a:lnTo>
                  <a:lnTo>
                    <a:pt x="342508" y="1440482"/>
                  </a:lnTo>
                  <a:lnTo>
                    <a:pt x="343790" y="1434065"/>
                  </a:lnTo>
                  <a:lnTo>
                    <a:pt x="345072" y="1379324"/>
                  </a:lnTo>
                  <a:lnTo>
                    <a:pt x="346354" y="1295782"/>
                  </a:lnTo>
                  <a:lnTo>
                    <a:pt x="347636" y="1176212"/>
                  </a:lnTo>
                  <a:lnTo>
                    <a:pt x="348917" y="1140675"/>
                  </a:lnTo>
                  <a:lnTo>
                    <a:pt x="350199" y="1133067"/>
                  </a:lnTo>
                  <a:lnTo>
                    <a:pt x="351481" y="1156198"/>
                  </a:lnTo>
                  <a:lnTo>
                    <a:pt x="352763" y="1103607"/>
                  </a:lnTo>
                  <a:lnTo>
                    <a:pt x="354045" y="1103607"/>
                  </a:lnTo>
                  <a:lnTo>
                    <a:pt x="355327" y="1096472"/>
                  </a:lnTo>
                  <a:lnTo>
                    <a:pt x="356609" y="1023336"/>
                  </a:lnTo>
                  <a:lnTo>
                    <a:pt x="357890" y="1004906"/>
                  </a:lnTo>
                  <a:lnTo>
                    <a:pt x="359172" y="1004906"/>
                  </a:lnTo>
                  <a:lnTo>
                    <a:pt x="360454" y="1149373"/>
                  </a:lnTo>
                  <a:lnTo>
                    <a:pt x="361736" y="1197604"/>
                  </a:lnTo>
                  <a:lnTo>
                    <a:pt x="363018" y="1197487"/>
                  </a:lnTo>
                  <a:lnTo>
                    <a:pt x="364300" y="1189895"/>
                  </a:lnTo>
                  <a:lnTo>
                    <a:pt x="365581" y="1232459"/>
                  </a:lnTo>
                  <a:lnTo>
                    <a:pt x="366863" y="1326475"/>
                  </a:lnTo>
                  <a:lnTo>
                    <a:pt x="368145" y="1362259"/>
                  </a:lnTo>
                  <a:lnTo>
                    <a:pt x="369427" y="1342104"/>
                  </a:lnTo>
                  <a:lnTo>
                    <a:pt x="370709" y="1456043"/>
                  </a:lnTo>
                  <a:lnTo>
                    <a:pt x="371991" y="1542354"/>
                  </a:lnTo>
                  <a:lnTo>
                    <a:pt x="373272" y="1483253"/>
                  </a:lnTo>
                  <a:lnTo>
                    <a:pt x="374554" y="1461503"/>
                  </a:lnTo>
                  <a:lnTo>
                    <a:pt x="375836" y="1533778"/>
                  </a:lnTo>
                  <a:lnTo>
                    <a:pt x="377118" y="1535982"/>
                  </a:lnTo>
                  <a:lnTo>
                    <a:pt x="378400" y="1535982"/>
                  </a:lnTo>
                  <a:lnTo>
                    <a:pt x="379682" y="1518555"/>
                  </a:lnTo>
                  <a:lnTo>
                    <a:pt x="380964" y="1499790"/>
                  </a:lnTo>
                  <a:lnTo>
                    <a:pt x="382245" y="1490616"/>
                  </a:lnTo>
                  <a:lnTo>
                    <a:pt x="383527" y="1396054"/>
                  </a:lnTo>
                  <a:lnTo>
                    <a:pt x="384809" y="1404823"/>
                  </a:lnTo>
                  <a:lnTo>
                    <a:pt x="386091" y="1378908"/>
                  </a:lnTo>
                  <a:lnTo>
                    <a:pt x="387373" y="1362259"/>
                  </a:lnTo>
                  <a:lnTo>
                    <a:pt x="388655" y="1411488"/>
                  </a:lnTo>
                  <a:lnTo>
                    <a:pt x="389936" y="1433662"/>
                  </a:lnTo>
                  <a:lnTo>
                    <a:pt x="391218" y="1418849"/>
                  </a:lnTo>
                  <a:lnTo>
                    <a:pt x="392500" y="1332014"/>
                  </a:lnTo>
                  <a:lnTo>
                    <a:pt x="393782" y="1373551"/>
                  </a:lnTo>
                  <a:lnTo>
                    <a:pt x="395064" y="1396997"/>
                  </a:lnTo>
                  <a:lnTo>
                    <a:pt x="396346" y="1373551"/>
                  </a:lnTo>
                  <a:lnTo>
                    <a:pt x="397628" y="1373551"/>
                  </a:lnTo>
                  <a:lnTo>
                    <a:pt x="398909" y="1406042"/>
                  </a:lnTo>
                  <a:lnTo>
                    <a:pt x="400191" y="1388092"/>
                  </a:lnTo>
                  <a:lnTo>
                    <a:pt x="401473" y="1388092"/>
                  </a:lnTo>
                  <a:lnTo>
                    <a:pt x="402755" y="1434065"/>
                  </a:lnTo>
                  <a:lnTo>
                    <a:pt x="404037" y="1391046"/>
                  </a:lnTo>
                  <a:lnTo>
                    <a:pt x="405319" y="1409089"/>
                  </a:lnTo>
                  <a:lnTo>
                    <a:pt x="406600" y="1434065"/>
                  </a:lnTo>
                  <a:lnTo>
                    <a:pt x="407882" y="1578532"/>
                  </a:lnTo>
                  <a:lnTo>
                    <a:pt x="409164" y="1555872"/>
                  </a:lnTo>
                  <a:lnTo>
                    <a:pt x="410446" y="1450663"/>
                  </a:lnTo>
                  <a:lnTo>
                    <a:pt x="411728" y="1402618"/>
                  </a:lnTo>
                  <a:lnTo>
                    <a:pt x="413010" y="1334237"/>
                  </a:lnTo>
                  <a:lnTo>
                    <a:pt x="414292" y="1290976"/>
                  </a:lnTo>
                  <a:lnTo>
                    <a:pt x="415573" y="1285566"/>
                  </a:lnTo>
                  <a:lnTo>
                    <a:pt x="416855" y="1274897"/>
                  </a:lnTo>
                  <a:lnTo>
                    <a:pt x="418137" y="1366662"/>
                  </a:lnTo>
                  <a:lnTo>
                    <a:pt x="419419" y="1414192"/>
                  </a:lnTo>
                  <a:lnTo>
                    <a:pt x="420701" y="1412428"/>
                  </a:lnTo>
                  <a:lnTo>
                    <a:pt x="421983" y="1325909"/>
                  </a:lnTo>
                  <a:lnTo>
                    <a:pt x="423264" y="1294936"/>
                  </a:lnTo>
                  <a:lnTo>
                    <a:pt x="424546" y="1284972"/>
                  </a:lnTo>
                  <a:lnTo>
                    <a:pt x="425828" y="1266914"/>
                  </a:lnTo>
                  <a:lnTo>
                    <a:pt x="427110" y="1245298"/>
                  </a:lnTo>
                  <a:lnTo>
                    <a:pt x="428392" y="1148853"/>
                  </a:lnTo>
                  <a:lnTo>
                    <a:pt x="429674" y="1322773"/>
                  </a:lnTo>
                  <a:lnTo>
                    <a:pt x="430955" y="1368354"/>
                  </a:lnTo>
                  <a:lnTo>
                    <a:pt x="432237" y="1442420"/>
                  </a:lnTo>
                  <a:lnTo>
                    <a:pt x="433519" y="1489331"/>
                  </a:lnTo>
                  <a:lnTo>
                    <a:pt x="434801" y="1535982"/>
                  </a:lnTo>
                  <a:lnTo>
                    <a:pt x="436083" y="1549392"/>
                  </a:lnTo>
                  <a:lnTo>
                    <a:pt x="437365" y="1588326"/>
                  </a:lnTo>
                  <a:lnTo>
                    <a:pt x="438647" y="1562587"/>
                  </a:lnTo>
                  <a:lnTo>
                    <a:pt x="439928" y="1555763"/>
                  </a:lnTo>
                  <a:lnTo>
                    <a:pt x="441210" y="1635696"/>
                  </a:lnTo>
                  <a:lnTo>
                    <a:pt x="442492" y="1640917"/>
                  </a:lnTo>
                  <a:lnTo>
                    <a:pt x="443774" y="1656872"/>
                  </a:lnTo>
                  <a:lnTo>
                    <a:pt x="445056" y="1668810"/>
                  </a:lnTo>
                  <a:lnTo>
                    <a:pt x="446338" y="1668810"/>
                  </a:lnTo>
                  <a:lnTo>
                    <a:pt x="447619" y="1668810"/>
                  </a:lnTo>
                  <a:lnTo>
                    <a:pt x="448901" y="1535752"/>
                  </a:lnTo>
                  <a:lnTo>
                    <a:pt x="450183" y="1497625"/>
                  </a:lnTo>
                  <a:lnTo>
                    <a:pt x="451465" y="1250003"/>
                  </a:lnTo>
                  <a:lnTo>
                    <a:pt x="452747" y="1162130"/>
                  </a:lnTo>
                  <a:lnTo>
                    <a:pt x="454029" y="1116311"/>
                  </a:lnTo>
                  <a:lnTo>
                    <a:pt x="455311" y="1096472"/>
                  </a:lnTo>
                  <a:lnTo>
                    <a:pt x="456592" y="1212064"/>
                  </a:lnTo>
                  <a:lnTo>
                    <a:pt x="457874" y="1235741"/>
                  </a:lnTo>
                  <a:lnTo>
                    <a:pt x="459156" y="1221117"/>
                  </a:lnTo>
                  <a:lnTo>
                    <a:pt x="460438" y="1250746"/>
                  </a:lnTo>
                  <a:lnTo>
                    <a:pt x="461720" y="1264422"/>
                  </a:lnTo>
                  <a:lnTo>
                    <a:pt x="463002" y="1203736"/>
                  </a:lnTo>
                  <a:lnTo>
                    <a:pt x="464283" y="1186865"/>
                  </a:lnTo>
                  <a:lnTo>
                    <a:pt x="465565" y="1177867"/>
                  </a:lnTo>
                  <a:lnTo>
                    <a:pt x="466847" y="1260541"/>
                  </a:lnTo>
                  <a:lnTo>
                    <a:pt x="468129" y="1245440"/>
                  </a:lnTo>
                  <a:lnTo>
                    <a:pt x="469411" y="1208293"/>
                  </a:lnTo>
                  <a:lnTo>
                    <a:pt x="470693" y="1244362"/>
                  </a:lnTo>
                  <a:lnTo>
                    <a:pt x="471974" y="1301635"/>
                  </a:lnTo>
                  <a:lnTo>
                    <a:pt x="473256" y="1338017"/>
                  </a:lnTo>
                  <a:lnTo>
                    <a:pt x="474538" y="1355495"/>
                  </a:lnTo>
                  <a:lnTo>
                    <a:pt x="475820" y="1408915"/>
                  </a:lnTo>
                  <a:lnTo>
                    <a:pt x="477102" y="1249060"/>
                  </a:lnTo>
                  <a:lnTo>
                    <a:pt x="478384" y="1247378"/>
                  </a:lnTo>
                  <a:lnTo>
                    <a:pt x="479666" y="1250746"/>
                  </a:lnTo>
                  <a:lnTo>
                    <a:pt x="480947" y="1294611"/>
                  </a:lnTo>
                  <a:lnTo>
                    <a:pt x="482229" y="1334237"/>
                  </a:lnTo>
                  <a:lnTo>
                    <a:pt x="483511" y="1217918"/>
                  </a:lnTo>
                  <a:lnTo>
                    <a:pt x="484793" y="1137646"/>
                  </a:lnTo>
                  <a:lnTo>
                    <a:pt x="486075" y="1155698"/>
                  </a:lnTo>
                  <a:lnTo>
                    <a:pt x="487357" y="1129783"/>
                  </a:lnTo>
                  <a:lnTo>
                    <a:pt x="488638" y="1035959"/>
                  </a:lnTo>
                  <a:lnTo>
                    <a:pt x="489920" y="1035959"/>
                  </a:lnTo>
                  <a:lnTo>
                    <a:pt x="491202" y="1200786"/>
                  </a:lnTo>
                  <a:lnTo>
                    <a:pt x="492484" y="1120514"/>
                  </a:lnTo>
                  <a:lnTo>
                    <a:pt x="493766" y="979730"/>
                  </a:lnTo>
                  <a:lnTo>
                    <a:pt x="495048" y="919977"/>
                  </a:lnTo>
                  <a:lnTo>
                    <a:pt x="496330" y="1003376"/>
                  </a:lnTo>
                  <a:lnTo>
                    <a:pt x="497611" y="1071927"/>
                  </a:lnTo>
                  <a:lnTo>
                    <a:pt x="498893" y="1133375"/>
                  </a:lnTo>
                  <a:lnTo>
                    <a:pt x="500175" y="1156601"/>
                  </a:lnTo>
                  <a:lnTo>
                    <a:pt x="501457" y="1173495"/>
                  </a:lnTo>
                  <a:lnTo>
                    <a:pt x="502739" y="1226524"/>
                  </a:lnTo>
                  <a:lnTo>
                    <a:pt x="504021" y="1254547"/>
                  </a:lnTo>
                  <a:lnTo>
                    <a:pt x="505302" y="1252752"/>
                  </a:lnTo>
                  <a:lnTo>
                    <a:pt x="506584" y="1228343"/>
                  </a:lnTo>
                  <a:lnTo>
                    <a:pt x="507866" y="1145411"/>
                  </a:lnTo>
                  <a:lnTo>
                    <a:pt x="509148" y="1085864"/>
                  </a:lnTo>
                  <a:lnTo>
                    <a:pt x="510430" y="1047981"/>
                  </a:lnTo>
                  <a:lnTo>
                    <a:pt x="511712" y="1060333"/>
                  </a:lnTo>
                  <a:lnTo>
                    <a:pt x="512993" y="1133132"/>
                  </a:lnTo>
                  <a:lnTo>
                    <a:pt x="514275" y="1171506"/>
                  </a:lnTo>
                  <a:lnTo>
                    <a:pt x="515557" y="1195072"/>
                  </a:lnTo>
                  <a:lnTo>
                    <a:pt x="516839" y="1183717"/>
                  </a:lnTo>
                  <a:lnTo>
                    <a:pt x="518121" y="1107948"/>
                  </a:lnTo>
                  <a:lnTo>
                    <a:pt x="519403" y="988879"/>
                  </a:lnTo>
                  <a:lnTo>
                    <a:pt x="520685" y="944751"/>
                  </a:lnTo>
                  <a:lnTo>
                    <a:pt x="521966" y="934380"/>
                  </a:lnTo>
                  <a:lnTo>
                    <a:pt x="523248" y="923007"/>
                  </a:lnTo>
                  <a:lnTo>
                    <a:pt x="524530" y="864709"/>
                  </a:lnTo>
                  <a:lnTo>
                    <a:pt x="525812" y="894604"/>
                  </a:lnTo>
                  <a:lnTo>
                    <a:pt x="527094" y="935714"/>
                  </a:lnTo>
                  <a:lnTo>
                    <a:pt x="528376" y="946989"/>
                  </a:lnTo>
                  <a:lnTo>
                    <a:pt x="529657" y="946309"/>
                  </a:lnTo>
                  <a:lnTo>
                    <a:pt x="530939" y="915864"/>
                  </a:lnTo>
                  <a:lnTo>
                    <a:pt x="532221" y="864120"/>
                  </a:lnTo>
                  <a:lnTo>
                    <a:pt x="533503" y="825398"/>
                  </a:lnTo>
                  <a:lnTo>
                    <a:pt x="534785" y="828926"/>
                  </a:lnTo>
                  <a:lnTo>
                    <a:pt x="536067" y="741431"/>
                  </a:lnTo>
                  <a:lnTo>
                    <a:pt x="537349" y="780977"/>
                  </a:lnTo>
                  <a:lnTo>
                    <a:pt x="538630" y="853293"/>
                  </a:lnTo>
                  <a:lnTo>
                    <a:pt x="539912" y="891827"/>
                  </a:lnTo>
                  <a:lnTo>
                    <a:pt x="541194" y="905511"/>
                  </a:lnTo>
                  <a:lnTo>
                    <a:pt x="542476" y="909901"/>
                  </a:lnTo>
                  <a:lnTo>
                    <a:pt x="543758" y="938511"/>
                  </a:lnTo>
                  <a:lnTo>
                    <a:pt x="545040" y="950997"/>
                  </a:lnTo>
                  <a:lnTo>
                    <a:pt x="546321" y="980956"/>
                  </a:lnTo>
                  <a:lnTo>
                    <a:pt x="547603" y="891541"/>
                  </a:lnTo>
                  <a:lnTo>
                    <a:pt x="548885" y="938875"/>
                  </a:lnTo>
                  <a:lnTo>
                    <a:pt x="550167" y="843849"/>
                  </a:lnTo>
                  <a:lnTo>
                    <a:pt x="551449" y="915507"/>
                  </a:lnTo>
                  <a:lnTo>
                    <a:pt x="552731" y="957077"/>
                  </a:lnTo>
                  <a:lnTo>
                    <a:pt x="554013" y="1024899"/>
                  </a:lnTo>
                  <a:lnTo>
                    <a:pt x="555294" y="1004906"/>
                  </a:lnTo>
                  <a:lnTo>
                    <a:pt x="556576" y="1014047"/>
                  </a:lnTo>
                  <a:lnTo>
                    <a:pt x="557858" y="1032777"/>
                  </a:lnTo>
                  <a:lnTo>
                    <a:pt x="559140" y="1188162"/>
                  </a:lnTo>
                  <a:lnTo>
                    <a:pt x="560422" y="1185049"/>
                  </a:lnTo>
                  <a:lnTo>
                    <a:pt x="561704" y="1203713"/>
                  </a:lnTo>
                  <a:lnTo>
                    <a:pt x="562985" y="1361617"/>
                  </a:lnTo>
                  <a:lnTo>
                    <a:pt x="564267" y="1390415"/>
                  </a:lnTo>
                  <a:lnTo>
                    <a:pt x="565549" y="1423011"/>
                  </a:lnTo>
                  <a:lnTo>
                    <a:pt x="566831" y="1385944"/>
                  </a:lnTo>
                  <a:lnTo>
                    <a:pt x="568113" y="1375846"/>
                  </a:lnTo>
                  <a:lnTo>
                    <a:pt x="569395" y="1396308"/>
                  </a:lnTo>
                  <a:lnTo>
                    <a:pt x="570676" y="1434766"/>
                  </a:lnTo>
                  <a:lnTo>
                    <a:pt x="571958" y="1462470"/>
                  </a:lnTo>
                  <a:lnTo>
                    <a:pt x="573240" y="1430012"/>
                  </a:lnTo>
                  <a:lnTo>
                    <a:pt x="574522" y="1383070"/>
                  </a:lnTo>
                  <a:lnTo>
                    <a:pt x="575804" y="1394822"/>
                  </a:lnTo>
                  <a:lnTo>
                    <a:pt x="577086" y="1414446"/>
                  </a:lnTo>
                  <a:lnTo>
                    <a:pt x="578368" y="1438411"/>
                  </a:lnTo>
                  <a:lnTo>
                    <a:pt x="579649" y="1426895"/>
                  </a:lnTo>
                  <a:lnTo>
                    <a:pt x="580931" y="1479540"/>
                  </a:lnTo>
                  <a:lnTo>
                    <a:pt x="582213" y="1431187"/>
                  </a:lnTo>
                  <a:lnTo>
                    <a:pt x="583495" y="1383070"/>
                  </a:lnTo>
                  <a:lnTo>
                    <a:pt x="584777" y="1459364"/>
                  </a:lnTo>
                  <a:lnTo>
                    <a:pt x="586059" y="1381906"/>
                  </a:lnTo>
                  <a:lnTo>
                    <a:pt x="587340" y="1381906"/>
                  </a:lnTo>
                  <a:lnTo>
                    <a:pt x="588622" y="1381906"/>
                  </a:lnTo>
                  <a:lnTo>
                    <a:pt x="589904" y="1381906"/>
                  </a:lnTo>
                  <a:lnTo>
                    <a:pt x="591186" y="1400795"/>
                  </a:lnTo>
                  <a:lnTo>
                    <a:pt x="592468" y="1385295"/>
                  </a:lnTo>
                  <a:lnTo>
                    <a:pt x="593750" y="1407167"/>
                  </a:lnTo>
                  <a:lnTo>
                    <a:pt x="595032" y="1388278"/>
                  </a:lnTo>
                  <a:lnTo>
                    <a:pt x="596313" y="1343487"/>
                  </a:lnTo>
                  <a:lnTo>
                    <a:pt x="597595" y="1165216"/>
                  </a:lnTo>
                  <a:lnTo>
                    <a:pt x="598877" y="1145399"/>
                  </a:lnTo>
                  <a:lnTo>
                    <a:pt x="600159" y="1021777"/>
                  </a:lnTo>
                  <a:lnTo>
                    <a:pt x="601441" y="974012"/>
                  </a:lnTo>
                  <a:lnTo>
                    <a:pt x="602723" y="1026758"/>
                  </a:lnTo>
                  <a:lnTo>
                    <a:pt x="604004" y="977562"/>
                  </a:lnTo>
                  <a:lnTo>
                    <a:pt x="605286" y="1081096"/>
                  </a:lnTo>
                  <a:lnTo>
                    <a:pt x="606568" y="1153067"/>
                  </a:lnTo>
                  <a:lnTo>
                    <a:pt x="607850" y="1082168"/>
                  </a:lnTo>
                  <a:lnTo>
                    <a:pt x="609132" y="1100012"/>
                  </a:lnTo>
                  <a:lnTo>
                    <a:pt x="610414" y="1067856"/>
                  </a:lnTo>
                  <a:lnTo>
                    <a:pt x="611695" y="1004376"/>
                  </a:lnTo>
                  <a:lnTo>
                    <a:pt x="612977" y="957197"/>
                  </a:lnTo>
                  <a:lnTo>
                    <a:pt x="614259" y="952810"/>
                  </a:lnTo>
                  <a:lnTo>
                    <a:pt x="615541" y="950940"/>
                  </a:lnTo>
                  <a:lnTo>
                    <a:pt x="616823" y="975086"/>
                  </a:lnTo>
                  <a:lnTo>
                    <a:pt x="618105" y="1018766"/>
                  </a:lnTo>
                  <a:lnTo>
                    <a:pt x="619387" y="1020706"/>
                  </a:lnTo>
                  <a:lnTo>
                    <a:pt x="620668" y="1021353"/>
                  </a:lnTo>
                  <a:lnTo>
                    <a:pt x="621950" y="1039797"/>
                  </a:lnTo>
                  <a:lnTo>
                    <a:pt x="623232" y="1042481"/>
                  </a:lnTo>
                  <a:lnTo>
                    <a:pt x="624514" y="984245"/>
                  </a:lnTo>
                  <a:lnTo>
                    <a:pt x="625796" y="946301"/>
                  </a:lnTo>
                  <a:lnTo>
                    <a:pt x="627078" y="891827"/>
                  </a:lnTo>
                  <a:lnTo>
                    <a:pt x="628359" y="897167"/>
                  </a:lnTo>
                  <a:lnTo>
                    <a:pt x="629641" y="808752"/>
                  </a:lnTo>
                  <a:lnTo>
                    <a:pt x="630923" y="915034"/>
                  </a:lnTo>
                  <a:lnTo>
                    <a:pt x="632205" y="997948"/>
                  </a:lnTo>
                  <a:lnTo>
                    <a:pt x="633487" y="994694"/>
                  </a:lnTo>
                  <a:lnTo>
                    <a:pt x="634769" y="1005614"/>
                  </a:lnTo>
                  <a:lnTo>
                    <a:pt x="636051" y="1038876"/>
                  </a:lnTo>
                  <a:lnTo>
                    <a:pt x="637332" y="1056267"/>
                  </a:lnTo>
                  <a:lnTo>
                    <a:pt x="638614" y="1076466"/>
                  </a:lnTo>
                  <a:lnTo>
                    <a:pt x="639896" y="957077"/>
                  </a:lnTo>
                  <a:lnTo>
                    <a:pt x="641178" y="975446"/>
                  </a:lnTo>
                  <a:lnTo>
                    <a:pt x="642460" y="1032777"/>
                  </a:lnTo>
                  <a:lnTo>
                    <a:pt x="643742" y="1105405"/>
                  </a:lnTo>
                  <a:lnTo>
                    <a:pt x="645023" y="1140675"/>
                  </a:lnTo>
                  <a:lnTo>
                    <a:pt x="646305" y="1168123"/>
                  </a:lnTo>
                  <a:lnTo>
                    <a:pt x="647587" y="1184418"/>
                  </a:lnTo>
                  <a:lnTo>
                    <a:pt x="648869" y="1222864"/>
                  </a:lnTo>
                  <a:lnTo>
                    <a:pt x="650151" y="1209760"/>
                  </a:lnTo>
                  <a:lnTo>
                    <a:pt x="651433" y="1229529"/>
                  </a:lnTo>
                  <a:lnTo>
                    <a:pt x="652714" y="1247692"/>
                  </a:lnTo>
                  <a:lnTo>
                    <a:pt x="653996" y="1268836"/>
                  </a:lnTo>
                  <a:lnTo>
                    <a:pt x="655278" y="1225077"/>
                  </a:lnTo>
                  <a:lnTo>
                    <a:pt x="656560" y="1180300"/>
                  </a:lnTo>
                  <a:lnTo>
                    <a:pt x="657842" y="1158169"/>
                  </a:lnTo>
                  <a:lnTo>
                    <a:pt x="659124" y="1103607"/>
                  </a:lnTo>
                  <a:lnTo>
                    <a:pt x="660406" y="1133067"/>
                  </a:lnTo>
                  <a:lnTo>
                    <a:pt x="661687" y="1168123"/>
                  </a:lnTo>
                  <a:lnTo>
                    <a:pt x="662969" y="1199065"/>
                  </a:lnTo>
                  <a:lnTo>
                    <a:pt x="664251" y="1222864"/>
                  </a:lnTo>
                  <a:lnTo>
                    <a:pt x="665533" y="1222864"/>
                  </a:lnTo>
                  <a:lnTo>
                    <a:pt x="666815" y="1205458"/>
                  </a:lnTo>
                  <a:lnTo>
                    <a:pt x="668097" y="1180300"/>
                  </a:lnTo>
                  <a:lnTo>
                    <a:pt x="669378" y="1192741"/>
                  </a:lnTo>
                  <a:lnTo>
                    <a:pt x="670660" y="1227299"/>
                  </a:lnTo>
                  <a:lnTo>
                    <a:pt x="671942" y="1268836"/>
                  </a:lnTo>
                  <a:lnTo>
                    <a:pt x="673224" y="1268836"/>
                  </a:lnTo>
                  <a:lnTo>
                    <a:pt x="674506" y="1316206"/>
                  </a:lnTo>
                  <a:lnTo>
                    <a:pt x="675788" y="1373551"/>
                  </a:lnTo>
                  <a:lnTo>
                    <a:pt x="677070" y="1406042"/>
                  </a:lnTo>
                  <a:lnTo>
                    <a:pt x="678351" y="1501713"/>
                  </a:lnTo>
                  <a:lnTo>
                    <a:pt x="679633" y="1566228"/>
                  </a:lnTo>
                  <a:lnTo>
                    <a:pt x="680915" y="1512584"/>
                  </a:lnTo>
                  <a:lnTo>
                    <a:pt x="682197" y="1501713"/>
                  </a:lnTo>
                  <a:lnTo>
                    <a:pt x="683479" y="1501713"/>
                  </a:lnTo>
                  <a:lnTo>
                    <a:pt x="684761" y="1501713"/>
                  </a:lnTo>
                  <a:lnTo>
                    <a:pt x="686042" y="1531173"/>
                  </a:lnTo>
                  <a:lnTo>
                    <a:pt x="687324" y="1578406"/>
                  </a:lnTo>
                  <a:lnTo>
                    <a:pt x="688606" y="1578406"/>
                  </a:lnTo>
                  <a:lnTo>
                    <a:pt x="689888" y="1578406"/>
                  </a:lnTo>
                  <a:lnTo>
                    <a:pt x="691170" y="1566228"/>
                  </a:lnTo>
                  <a:lnTo>
                    <a:pt x="692452" y="1501713"/>
                  </a:lnTo>
                  <a:lnTo>
                    <a:pt x="693734" y="1501713"/>
                  </a:lnTo>
                  <a:lnTo>
                    <a:pt x="695015" y="1487531"/>
                  </a:lnTo>
                  <a:lnTo>
                    <a:pt x="696297" y="1418328"/>
                  </a:lnTo>
                  <a:lnTo>
                    <a:pt x="697579" y="1321427"/>
                  </a:lnTo>
                  <a:lnTo>
                    <a:pt x="698861" y="1225077"/>
                  </a:lnTo>
                  <a:lnTo>
                    <a:pt x="700143" y="1225077"/>
                  </a:lnTo>
                  <a:lnTo>
                    <a:pt x="701425" y="1188564"/>
                  </a:lnTo>
                  <a:lnTo>
                    <a:pt x="702706" y="1023336"/>
                  </a:lnTo>
                  <a:lnTo>
                    <a:pt x="703988" y="1000389"/>
                  </a:lnTo>
                  <a:lnTo>
                    <a:pt x="705270" y="936587"/>
                  </a:lnTo>
                  <a:lnTo>
                    <a:pt x="706552" y="905251"/>
                  </a:lnTo>
                  <a:lnTo>
                    <a:pt x="707834" y="981505"/>
                  </a:lnTo>
                  <a:lnTo>
                    <a:pt x="709116" y="963670"/>
                  </a:lnTo>
                  <a:lnTo>
                    <a:pt x="710397" y="1039533"/>
                  </a:lnTo>
                  <a:lnTo>
                    <a:pt x="711679" y="1077025"/>
                  </a:lnTo>
                  <a:lnTo>
                    <a:pt x="712961" y="1075535"/>
                  </a:lnTo>
                  <a:lnTo>
                    <a:pt x="714243" y="1106627"/>
                  </a:lnTo>
                  <a:lnTo>
                    <a:pt x="715525" y="1043622"/>
                  </a:lnTo>
                  <a:lnTo>
                    <a:pt x="716807" y="1035320"/>
                  </a:lnTo>
                  <a:lnTo>
                    <a:pt x="718089" y="1043695"/>
                  </a:lnTo>
                  <a:lnTo>
                    <a:pt x="719370" y="1023879"/>
                  </a:lnTo>
                  <a:lnTo>
                    <a:pt x="720652" y="1027046"/>
                  </a:lnTo>
                  <a:lnTo>
                    <a:pt x="721934" y="1067050"/>
                  </a:lnTo>
                  <a:lnTo>
                    <a:pt x="723216" y="1073901"/>
                  </a:lnTo>
                  <a:lnTo>
                    <a:pt x="724498" y="1090212"/>
                  </a:lnTo>
                  <a:lnTo>
                    <a:pt x="725780" y="1099145"/>
                  </a:lnTo>
                  <a:lnTo>
                    <a:pt x="727061" y="1103361"/>
                  </a:lnTo>
                  <a:lnTo>
                    <a:pt x="728343" y="1102757"/>
                  </a:lnTo>
                  <a:lnTo>
                    <a:pt x="729625" y="1087731"/>
                  </a:lnTo>
                  <a:lnTo>
                    <a:pt x="730907" y="1051130"/>
                  </a:lnTo>
                  <a:lnTo>
                    <a:pt x="732189" y="983112"/>
                  </a:lnTo>
                  <a:lnTo>
                    <a:pt x="733471" y="887566"/>
                  </a:lnTo>
                  <a:lnTo>
                    <a:pt x="734753" y="930885"/>
                  </a:lnTo>
                  <a:lnTo>
                    <a:pt x="736034" y="889696"/>
                  </a:lnTo>
                  <a:lnTo>
                    <a:pt x="737316" y="930082"/>
                  </a:lnTo>
                  <a:lnTo>
                    <a:pt x="738598" y="784243"/>
                  </a:lnTo>
                  <a:lnTo>
                    <a:pt x="739880" y="760017"/>
                  </a:lnTo>
                  <a:lnTo>
                    <a:pt x="741162" y="752874"/>
                  </a:lnTo>
                  <a:lnTo>
                    <a:pt x="742444" y="730593"/>
                  </a:lnTo>
                  <a:lnTo>
                    <a:pt x="743725" y="707175"/>
                  </a:lnTo>
                  <a:lnTo>
                    <a:pt x="745007" y="684674"/>
                  </a:lnTo>
                  <a:lnTo>
                    <a:pt x="746289" y="711783"/>
                  </a:lnTo>
                  <a:lnTo>
                    <a:pt x="747571" y="727868"/>
                  </a:lnTo>
                  <a:lnTo>
                    <a:pt x="748853" y="764347"/>
                  </a:lnTo>
                  <a:lnTo>
                    <a:pt x="750135" y="781849"/>
                  </a:lnTo>
                  <a:lnTo>
                    <a:pt x="751416" y="819851"/>
                  </a:lnTo>
                  <a:lnTo>
                    <a:pt x="752698" y="712726"/>
                  </a:lnTo>
                  <a:lnTo>
                    <a:pt x="753980" y="750279"/>
                  </a:lnTo>
                  <a:lnTo>
                    <a:pt x="755262" y="785280"/>
                  </a:lnTo>
                  <a:lnTo>
                    <a:pt x="756544" y="756129"/>
                  </a:lnTo>
                  <a:lnTo>
                    <a:pt x="757826" y="787346"/>
                  </a:lnTo>
                  <a:lnTo>
                    <a:pt x="759108" y="813818"/>
                  </a:lnTo>
                  <a:lnTo>
                    <a:pt x="760389" y="834786"/>
                  </a:lnTo>
                  <a:lnTo>
                    <a:pt x="761671" y="875537"/>
                  </a:lnTo>
                  <a:lnTo>
                    <a:pt x="762953" y="933909"/>
                  </a:lnTo>
                  <a:lnTo>
                    <a:pt x="764235" y="975446"/>
                  </a:lnTo>
                  <a:lnTo>
                    <a:pt x="765517" y="962666"/>
                  </a:lnTo>
                  <a:lnTo>
                    <a:pt x="766799" y="947424"/>
                  </a:lnTo>
                  <a:lnTo>
                    <a:pt x="768080" y="895174"/>
                  </a:lnTo>
                  <a:lnTo>
                    <a:pt x="769362" y="891441"/>
                  </a:lnTo>
                  <a:lnTo>
                    <a:pt x="770644" y="909076"/>
                  </a:lnTo>
                  <a:lnTo>
                    <a:pt x="771926" y="947424"/>
                  </a:lnTo>
                  <a:lnTo>
                    <a:pt x="773208" y="959865"/>
                  </a:lnTo>
                  <a:lnTo>
                    <a:pt x="774490" y="997398"/>
                  </a:lnTo>
                  <a:lnTo>
                    <a:pt x="775772" y="1047237"/>
                  </a:lnTo>
                  <a:lnTo>
                    <a:pt x="777053" y="1082463"/>
                  </a:lnTo>
                  <a:lnTo>
                    <a:pt x="778335" y="1100029"/>
                  </a:lnTo>
                  <a:lnTo>
                    <a:pt x="779617" y="1070480"/>
                  </a:lnTo>
                  <a:lnTo>
                    <a:pt x="780899" y="1035959"/>
                  </a:lnTo>
                  <a:lnTo>
                    <a:pt x="782181" y="1045612"/>
                  </a:lnTo>
                  <a:lnTo>
                    <a:pt x="783463" y="1068788"/>
                  </a:lnTo>
                  <a:lnTo>
                    <a:pt x="784744" y="1092938"/>
                  </a:lnTo>
                  <a:lnTo>
                    <a:pt x="786026" y="1092938"/>
                  </a:lnTo>
                  <a:lnTo>
                    <a:pt x="787308" y="1118148"/>
                  </a:lnTo>
                  <a:lnTo>
                    <a:pt x="788590" y="1166118"/>
                  </a:lnTo>
                  <a:lnTo>
                    <a:pt x="789872" y="1180300"/>
                  </a:lnTo>
                  <a:lnTo>
                    <a:pt x="791154" y="1127427"/>
                  </a:lnTo>
                  <a:lnTo>
                    <a:pt x="792435" y="1062070"/>
                  </a:lnTo>
                  <a:lnTo>
                    <a:pt x="793717" y="1035959"/>
                  </a:lnTo>
                  <a:lnTo>
                    <a:pt x="794999" y="1057083"/>
                  </a:lnTo>
                  <a:lnTo>
                    <a:pt x="796281" y="979770"/>
                  </a:lnTo>
                  <a:lnTo>
                    <a:pt x="797563" y="992940"/>
                  </a:lnTo>
                  <a:lnTo>
                    <a:pt x="798845" y="995908"/>
                  </a:lnTo>
                  <a:lnTo>
                    <a:pt x="800127" y="939277"/>
                  </a:lnTo>
                  <a:lnTo>
                    <a:pt x="801408" y="916802"/>
                  </a:lnTo>
                  <a:lnTo>
                    <a:pt x="802690" y="895174"/>
                  </a:lnTo>
                  <a:lnTo>
                    <a:pt x="803972" y="898932"/>
                  </a:lnTo>
                  <a:lnTo>
                    <a:pt x="805254" y="918100"/>
                  </a:lnTo>
                  <a:lnTo>
                    <a:pt x="806536" y="915507"/>
                  </a:lnTo>
                  <a:lnTo>
                    <a:pt x="807818" y="905251"/>
                  </a:lnTo>
                  <a:lnTo>
                    <a:pt x="809099" y="861237"/>
                  </a:lnTo>
                  <a:lnTo>
                    <a:pt x="810381" y="819262"/>
                  </a:lnTo>
                  <a:lnTo>
                    <a:pt x="811663" y="806282"/>
                  </a:lnTo>
                  <a:lnTo>
                    <a:pt x="812945" y="803082"/>
                  </a:lnTo>
                  <a:lnTo>
                    <a:pt x="814227" y="970040"/>
                  </a:lnTo>
                  <a:lnTo>
                    <a:pt x="815509" y="1025807"/>
                  </a:lnTo>
                  <a:lnTo>
                    <a:pt x="816791" y="1006717"/>
                  </a:lnTo>
                  <a:lnTo>
                    <a:pt x="818072" y="1013383"/>
                  </a:lnTo>
                  <a:lnTo>
                    <a:pt x="819354" y="1038507"/>
                  </a:lnTo>
                  <a:lnTo>
                    <a:pt x="820636" y="1117279"/>
                  </a:lnTo>
                  <a:lnTo>
                    <a:pt x="821918" y="1116201"/>
                  </a:lnTo>
                  <a:lnTo>
                    <a:pt x="823200" y="1103577"/>
                  </a:lnTo>
                  <a:lnTo>
                    <a:pt x="824482" y="1160776"/>
                  </a:lnTo>
                  <a:lnTo>
                    <a:pt x="825763" y="1169575"/>
                  </a:lnTo>
                  <a:lnTo>
                    <a:pt x="827045" y="1153596"/>
                  </a:lnTo>
                  <a:lnTo>
                    <a:pt x="828327" y="1170417"/>
                  </a:lnTo>
                  <a:lnTo>
                    <a:pt x="829609" y="1238567"/>
                  </a:lnTo>
                  <a:lnTo>
                    <a:pt x="830891" y="1269935"/>
                  </a:lnTo>
                  <a:lnTo>
                    <a:pt x="832173" y="1236311"/>
                  </a:lnTo>
                  <a:lnTo>
                    <a:pt x="833455" y="1229760"/>
                  </a:lnTo>
                  <a:lnTo>
                    <a:pt x="834736" y="1145661"/>
                  </a:lnTo>
                  <a:lnTo>
                    <a:pt x="836018" y="1152418"/>
                  </a:lnTo>
                  <a:lnTo>
                    <a:pt x="837300" y="1159256"/>
                  </a:lnTo>
                  <a:lnTo>
                    <a:pt x="838582" y="1174872"/>
                  </a:lnTo>
                  <a:lnTo>
                    <a:pt x="839864" y="1218579"/>
                  </a:lnTo>
                  <a:lnTo>
                    <a:pt x="841146" y="1096174"/>
                  </a:lnTo>
                  <a:lnTo>
                    <a:pt x="842427" y="1075886"/>
                  </a:lnTo>
                  <a:lnTo>
                    <a:pt x="843709" y="1081629"/>
                  </a:lnTo>
                  <a:lnTo>
                    <a:pt x="844991" y="1058147"/>
                  </a:lnTo>
                  <a:lnTo>
                    <a:pt x="846273" y="895174"/>
                  </a:lnTo>
                  <a:lnTo>
                    <a:pt x="847555" y="860061"/>
                  </a:lnTo>
                  <a:lnTo>
                    <a:pt x="848837" y="988181"/>
                  </a:lnTo>
                  <a:lnTo>
                    <a:pt x="850118" y="945997"/>
                  </a:lnTo>
                  <a:lnTo>
                    <a:pt x="851400" y="933841"/>
                  </a:lnTo>
                  <a:lnTo>
                    <a:pt x="852682" y="911280"/>
                  </a:lnTo>
                  <a:lnTo>
                    <a:pt x="853964" y="895595"/>
                  </a:lnTo>
                  <a:lnTo>
                    <a:pt x="855246" y="882101"/>
                  </a:lnTo>
                  <a:lnTo>
                    <a:pt x="856528" y="874155"/>
                  </a:lnTo>
                  <a:lnTo>
                    <a:pt x="857810" y="976209"/>
                  </a:lnTo>
                  <a:lnTo>
                    <a:pt x="859091" y="985965"/>
                  </a:lnTo>
                  <a:lnTo>
                    <a:pt x="860373" y="919919"/>
                  </a:lnTo>
                  <a:lnTo>
                    <a:pt x="861655" y="870701"/>
                  </a:lnTo>
                  <a:lnTo>
                    <a:pt x="862937" y="840963"/>
                  </a:lnTo>
                  <a:lnTo>
                    <a:pt x="864219" y="829228"/>
                  </a:lnTo>
                  <a:lnTo>
                    <a:pt x="865501" y="818361"/>
                  </a:lnTo>
                  <a:lnTo>
                    <a:pt x="866782" y="831168"/>
                  </a:lnTo>
                  <a:lnTo>
                    <a:pt x="868064" y="836245"/>
                  </a:lnTo>
                  <a:lnTo>
                    <a:pt x="869346" y="880551"/>
                  </a:lnTo>
                  <a:lnTo>
                    <a:pt x="870628" y="899709"/>
                  </a:lnTo>
                  <a:lnTo>
                    <a:pt x="871910" y="808752"/>
                  </a:lnTo>
                  <a:lnTo>
                    <a:pt x="873192" y="798668"/>
                  </a:lnTo>
                  <a:lnTo>
                    <a:pt x="874474" y="794074"/>
                  </a:lnTo>
                  <a:lnTo>
                    <a:pt x="875755" y="784993"/>
                  </a:lnTo>
                  <a:lnTo>
                    <a:pt x="877037" y="806391"/>
                  </a:lnTo>
                  <a:lnTo>
                    <a:pt x="878319" y="806391"/>
                  </a:lnTo>
                  <a:lnTo>
                    <a:pt x="879601" y="874155"/>
                  </a:lnTo>
                  <a:lnTo>
                    <a:pt x="880883" y="1102711"/>
                  </a:lnTo>
                  <a:lnTo>
                    <a:pt x="882165" y="1167337"/>
                  </a:lnTo>
                  <a:lnTo>
                    <a:pt x="883446" y="1204559"/>
                  </a:lnTo>
                  <a:lnTo>
                    <a:pt x="884728" y="1271588"/>
                  </a:lnTo>
                  <a:lnTo>
                    <a:pt x="886010" y="1282850"/>
                  </a:lnTo>
                  <a:lnTo>
                    <a:pt x="887292" y="1256454"/>
                  </a:lnTo>
                  <a:lnTo>
                    <a:pt x="888574" y="1224758"/>
                  </a:lnTo>
                  <a:lnTo>
                    <a:pt x="889856" y="1259176"/>
                  </a:lnTo>
                  <a:lnTo>
                    <a:pt x="891137" y="1228626"/>
                  </a:lnTo>
                  <a:lnTo>
                    <a:pt x="892419" y="1236440"/>
                  </a:lnTo>
                  <a:lnTo>
                    <a:pt x="893701" y="1179083"/>
                  </a:lnTo>
                  <a:lnTo>
                    <a:pt x="894983" y="1183849"/>
                  </a:lnTo>
                  <a:lnTo>
                    <a:pt x="896265" y="1134573"/>
                  </a:lnTo>
                  <a:lnTo>
                    <a:pt x="897547" y="1132225"/>
                  </a:lnTo>
                  <a:lnTo>
                    <a:pt x="898829" y="1000128"/>
                  </a:lnTo>
                  <a:lnTo>
                    <a:pt x="900110" y="941916"/>
                  </a:lnTo>
                  <a:lnTo>
                    <a:pt x="901392" y="935849"/>
                  </a:lnTo>
                  <a:lnTo>
                    <a:pt x="902674" y="945997"/>
                  </a:lnTo>
                  <a:lnTo>
                    <a:pt x="903956" y="935925"/>
                  </a:lnTo>
                  <a:lnTo>
                    <a:pt x="905238" y="903845"/>
                  </a:lnTo>
                  <a:lnTo>
                    <a:pt x="906520" y="922616"/>
                  </a:lnTo>
                  <a:lnTo>
                    <a:pt x="907801" y="937109"/>
                  </a:lnTo>
                  <a:lnTo>
                    <a:pt x="909083" y="1044286"/>
                  </a:lnTo>
                  <a:lnTo>
                    <a:pt x="910365" y="1070740"/>
                  </a:lnTo>
                  <a:lnTo>
                    <a:pt x="911647" y="1110990"/>
                  </a:lnTo>
                  <a:lnTo>
                    <a:pt x="912929" y="1193821"/>
                  </a:lnTo>
                  <a:lnTo>
                    <a:pt x="914211" y="1183849"/>
                  </a:lnTo>
                  <a:lnTo>
                    <a:pt x="915493" y="1207046"/>
                  </a:lnTo>
                  <a:lnTo>
                    <a:pt x="916774" y="1236440"/>
                  </a:lnTo>
                  <a:lnTo>
                    <a:pt x="918056" y="1165016"/>
                  </a:lnTo>
                  <a:lnTo>
                    <a:pt x="919338" y="1185047"/>
                  </a:lnTo>
                  <a:lnTo>
                    <a:pt x="920620" y="1147571"/>
                  </a:lnTo>
                  <a:lnTo>
                    <a:pt x="921902" y="1123637"/>
                  </a:lnTo>
                  <a:lnTo>
                    <a:pt x="923184" y="995777"/>
                  </a:lnTo>
                  <a:lnTo>
                    <a:pt x="924465" y="994694"/>
                  </a:lnTo>
                  <a:lnTo>
                    <a:pt x="925747" y="997948"/>
                  </a:lnTo>
                  <a:lnTo>
                    <a:pt x="927029" y="940052"/>
                  </a:lnTo>
                  <a:lnTo>
                    <a:pt x="928311" y="897020"/>
                  </a:lnTo>
                  <a:lnTo>
                    <a:pt x="929593" y="851785"/>
                  </a:lnTo>
                  <a:lnTo>
                    <a:pt x="930875" y="787721"/>
                  </a:lnTo>
                  <a:lnTo>
                    <a:pt x="932157" y="758622"/>
                  </a:lnTo>
                  <a:lnTo>
                    <a:pt x="933438" y="608314"/>
                  </a:lnTo>
                  <a:lnTo>
                    <a:pt x="934720" y="586750"/>
                  </a:lnTo>
                  <a:lnTo>
                    <a:pt x="936002" y="580220"/>
                  </a:lnTo>
                  <a:lnTo>
                    <a:pt x="937284" y="599293"/>
                  </a:lnTo>
                  <a:lnTo>
                    <a:pt x="938566" y="603034"/>
                  </a:lnTo>
                  <a:lnTo>
                    <a:pt x="939848" y="594095"/>
                  </a:lnTo>
                  <a:lnTo>
                    <a:pt x="941129" y="539153"/>
                  </a:lnTo>
                  <a:lnTo>
                    <a:pt x="942411" y="519995"/>
                  </a:lnTo>
                  <a:lnTo>
                    <a:pt x="943693" y="518049"/>
                  </a:lnTo>
                  <a:lnTo>
                    <a:pt x="944975" y="509055"/>
                  </a:lnTo>
                  <a:lnTo>
                    <a:pt x="946257" y="535804"/>
                  </a:lnTo>
                  <a:lnTo>
                    <a:pt x="947539" y="676542"/>
                  </a:lnTo>
                  <a:lnTo>
                    <a:pt x="948820" y="723798"/>
                  </a:lnTo>
                  <a:lnTo>
                    <a:pt x="950102" y="742167"/>
                  </a:lnTo>
                  <a:lnTo>
                    <a:pt x="951384" y="732203"/>
                  </a:lnTo>
                  <a:lnTo>
                    <a:pt x="952666" y="735032"/>
                  </a:lnTo>
                  <a:lnTo>
                    <a:pt x="953948" y="761143"/>
                  </a:lnTo>
                  <a:lnTo>
                    <a:pt x="955230" y="793989"/>
                  </a:lnTo>
                  <a:lnTo>
                    <a:pt x="956512" y="829465"/>
                  </a:lnTo>
                  <a:lnTo>
                    <a:pt x="957793" y="843424"/>
                  </a:lnTo>
                  <a:lnTo>
                    <a:pt x="959075" y="900164"/>
                  </a:lnTo>
                  <a:lnTo>
                    <a:pt x="960357" y="942022"/>
                  </a:lnTo>
                  <a:lnTo>
                    <a:pt x="961639" y="905695"/>
                  </a:lnTo>
                  <a:lnTo>
                    <a:pt x="962921" y="923571"/>
                  </a:lnTo>
                  <a:lnTo>
                    <a:pt x="964203" y="923571"/>
                  </a:lnTo>
                  <a:lnTo>
                    <a:pt x="965484" y="905695"/>
                  </a:lnTo>
                  <a:lnTo>
                    <a:pt x="966766" y="927858"/>
                  </a:lnTo>
                  <a:lnTo>
                    <a:pt x="968048" y="901681"/>
                  </a:lnTo>
                  <a:lnTo>
                    <a:pt x="969330" y="926867"/>
                  </a:lnTo>
                  <a:lnTo>
                    <a:pt x="970612" y="912202"/>
                  </a:lnTo>
                  <a:lnTo>
                    <a:pt x="971894" y="859659"/>
                  </a:lnTo>
                  <a:lnTo>
                    <a:pt x="973176" y="805880"/>
                  </a:lnTo>
                  <a:lnTo>
                    <a:pt x="974457" y="736349"/>
                  </a:lnTo>
                  <a:lnTo>
                    <a:pt x="975739" y="578778"/>
                  </a:lnTo>
                  <a:lnTo>
                    <a:pt x="977021" y="554125"/>
                  </a:lnTo>
                  <a:lnTo>
                    <a:pt x="978303" y="519995"/>
                  </a:lnTo>
                  <a:lnTo>
                    <a:pt x="979585" y="525216"/>
                  </a:lnTo>
                  <a:lnTo>
                    <a:pt x="980867" y="552747"/>
                  </a:lnTo>
                  <a:lnTo>
                    <a:pt x="982148" y="715296"/>
                  </a:lnTo>
                  <a:lnTo>
                    <a:pt x="983430" y="726767"/>
                  </a:lnTo>
                  <a:lnTo>
                    <a:pt x="984712" y="723130"/>
                  </a:lnTo>
                  <a:lnTo>
                    <a:pt x="985994" y="669125"/>
                  </a:lnTo>
                  <a:lnTo>
                    <a:pt x="987276" y="674674"/>
                  </a:lnTo>
                  <a:lnTo>
                    <a:pt x="988558" y="691013"/>
                  </a:lnTo>
                  <a:lnTo>
                    <a:pt x="989839" y="719099"/>
                  </a:lnTo>
                  <a:lnTo>
                    <a:pt x="991121" y="773840"/>
                  </a:lnTo>
                  <a:lnTo>
                    <a:pt x="992403" y="844256"/>
                  </a:lnTo>
                  <a:lnTo>
                    <a:pt x="993685" y="858584"/>
                  </a:lnTo>
                  <a:lnTo>
                    <a:pt x="994967" y="964568"/>
                  </a:lnTo>
                  <a:lnTo>
                    <a:pt x="996249" y="924781"/>
                  </a:lnTo>
                  <a:lnTo>
                    <a:pt x="997531" y="947066"/>
                  </a:lnTo>
                  <a:lnTo>
                    <a:pt x="998812" y="905000"/>
                  </a:lnTo>
                  <a:lnTo>
                    <a:pt x="1000094" y="991439"/>
                  </a:lnTo>
                  <a:lnTo>
                    <a:pt x="1001376" y="937684"/>
                  </a:lnTo>
                  <a:lnTo>
                    <a:pt x="1002658" y="828583"/>
                  </a:lnTo>
                  <a:lnTo>
                    <a:pt x="1003940" y="808940"/>
                  </a:lnTo>
                  <a:lnTo>
                    <a:pt x="1005222" y="870008"/>
                  </a:lnTo>
                  <a:lnTo>
                    <a:pt x="1006503" y="866554"/>
                  </a:lnTo>
                  <a:lnTo>
                    <a:pt x="1007785" y="799059"/>
                  </a:lnTo>
                  <a:lnTo>
                    <a:pt x="1009067" y="754879"/>
                  </a:lnTo>
                  <a:lnTo>
                    <a:pt x="1010349" y="688051"/>
                  </a:lnTo>
                  <a:lnTo>
                    <a:pt x="1011631" y="627739"/>
                  </a:lnTo>
                  <a:lnTo>
                    <a:pt x="1012913" y="690299"/>
                  </a:lnTo>
                  <a:lnTo>
                    <a:pt x="1014195" y="569868"/>
                  </a:lnTo>
                  <a:lnTo>
                    <a:pt x="1015476" y="658279"/>
                  </a:lnTo>
                  <a:lnTo>
                    <a:pt x="1016758" y="643505"/>
                  </a:lnTo>
                  <a:lnTo>
                    <a:pt x="1018040" y="575648"/>
                  </a:lnTo>
                  <a:lnTo>
                    <a:pt x="1019322" y="548569"/>
                  </a:lnTo>
                  <a:lnTo>
                    <a:pt x="1020604" y="544667"/>
                  </a:lnTo>
                  <a:lnTo>
                    <a:pt x="1021886" y="544552"/>
                  </a:lnTo>
                  <a:lnTo>
                    <a:pt x="1023167" y="559688"/>
                  </a:lnTo>
                  <a:lnTo>
                    <a:pt x="1024449" y="542198"/>
                  </a:lnTo>
                  <a:lnTo>
                    <a:pt x="1025731" y="544552"/>
                  </a:lnTo>
                  <a:lnTo>
                    <a:pt x="1027013" y="583167"/>
                  </a:lnTo>
                  <a:lnTo>
                    <a:pt x="1028295" y="595492"/>
                  </a:lnTo>
                  <a:lnTo>
                    <a:pt x="1029577" y="635977"/>
                  </a:lnTo>
                  <a:lnTo>
                    <a:pt x="1030858" y="692103"/>
                  </a:lnTo>
                  <a:lnTo>
                    <a:pt x="1032140" y="766376"/>
                  </a:lnTo>
                  <a:lnTo>
                    <a:pt x="1033422" y="805020"/>
                  </a:lnTo>
                  <a:lnTo>
                    <a:pt x="1034704" y="741626"/>
                  </a:lnTo>
                  <a:lnTo>
                    <a:pt x="1035986" y="765072"/>
                  </a:lnTo>
                  <a:lnTo>
                    <a:pt x="1037268" y="758582"/>
                  </a:lnTo>
                  <a:lnTo>
                    <a:pt x="1038550" y="830392"/>
                  </a:lnTo>
                  <a:lnTo>
                    <a:pt x="1039831" y="901681"/>
                  </a:lnTo>
                  <a:lnTo>
                    <a:pt x="1041113" y="754173"/>
                  </a:lnTo>
                  <a:lnTo>
                    <a:pt x="1042395" y="804147"/>
                  </a:lnTo>
                  <a:lnTo>
                    <a:pt x="1043677" y="860061"/>
                  </a:lnTo>
                  <a:lnTo>
                    <a:pt x="1044959" y="887732"/>
                  </a:lnTo>
                  <a:lnTo>
                    <a:pt x="1046241" y="839300"/>
                  </a:lnTo>
                  <a:lnTo>
                    <a:pt x="1047522" y="851898"/>
                  </a:lnTo>
                  <a:lnTo>
                    <a:pt x="1048804" y="871928"/>
                  </a:lnTo>
                  <a:lnTo>
                    <a:pt x="1050086" y="809500"/>
                  </a:lnTo>
                  <a:lnTo>
                    <a:pt x="1051368" y="704605"/>
                  </a:lnTo>
                  <a:lnTo>
                    <a:pt x="1052650" y="639451"/>
                  </a:lnTo>
                  <a:lnTo>
                    <a:pt x="1053932" y="597803"/>
                  </a:lnTo>
                  <a:lnTo>
                    <a:pt x="1055214" y="564561"/>
                  </a:lnTo>
                  <a:lnTo>
                    <a:pt x="1056495" y="729388"/>
                  </a:lnTo>
                  <a:lnTo>
                    <a:pt x="1057777" y="755972"/>
                  </a:lnTo>
                  <a:lnTo>
                    <a:pt x="1059059" y="744782"/>
                  </a:lnTo>
                  <a:lnTo>
                    <a:pt x="1060341" y="840396"/>
                  </a:lnTo>
                  <a:lnTo>
                    <a:pt x="1061623" y="831100"/>
                  </a:lnTo>
                  <a:lnTo>
                    <a:pt x="1062905" y="786941"/>
                  </a:lnTo>
                  <a:lnTo>
                    <a:pt x="1064186" y="746996"/>
                  </a:lnTo>
                  <a:lnTo>
                    <a:pt x="1065468" y="742539"/>
                  </a:lnTo>
                  <a:lnTo>
                    <a:pt x="1066750" y="728831"/>
                  </a:lnTo>
                  <a:lnTo>
                    <a:pt x="1068032" y="710698"/>
                  </a:lnTo>
                  <a:lnTo>
                    <a:pt x="1069314" y="726129"/>
                  </a:lnTo>
                  <a:lnTo>
                    <a:pt x="1070596" y="763448"/>
                  </a:lnTo>
                  <a:lnTo>
                    <a:pt x="1071878" y="804596"/>
                  </a:lnTo>
                  <a:lnTo>
                    <a:pt x="1073159" y="837025"/>
                  </a:lnTo>
                  <a:lnTo>
                    <a:pt x="1074441" y="866554"/>
                  </a:lnTo>
                  <a:lnTo>
                    <a:pt x="1075723" y="889696"/>
                  </a:lnTo>
                  <a:lnTo>
                    <a:pt x="1077005" y="858642"/>
                  </a:lnTo>
                  <a:lnTo>
                    <a:pt x="1078287" y="823747"/>
                  </a:lnTo>
                  <a:lnTo>
                    <a:pt x="1079569" y="730090"/>
                  </a:lnTo>
                  <a:lnTo>
                    <a:pt x="1080850" y="722526"/>
                  </a:lnTo>
                  <a:lnTo>
                    <a:pt x="1082132" y="619794"/>
                  </a:lnTo>
                  <a:lnTo>
                    <a:pt x="1083414" y="669838"/>
                  </a:lnTo>
                  <a:lnTo>
                    <a:pt x="1084696" y="702816"/>
                  </a:lnTo>
                  <a:lnTo>
                    <a:pt x="1085978" y="679191"/>
                  </a:lnTo>
                  <a:lnTo>
                    <a:pt x="1087260" y="671528"/>
                  </a:lnTo>
                  <a:lnTo>
                    <a:pt x="1088541" y="663131"/>
                  </a:lnTo>
                  <a:lnTo>
                    <a:pt x="1089823" y="641856"/>
                  </a:lnTo>
                  <a:lnTo>
                    <a:pt x="1091105" y="628360"/>
                  </a:lnTo>
                  <a:lnTo>
                    <a:pt x="1092387" y="625230"/>
                  </a:lnTo>
                  <a:lnTo>
                    <a:pt x="1093669" y="615942"/>
                  </a:lnTo>
                  <a:lnTo>
                    <a:pt x="1094951" y="578778"/>
                  </a:lnTo>
                  <a:lnTo>
                    <a:pt x="1096233" y="553435"/>
                  </a:lnTo>
                  <a:lnTo>
                    <a:pt x="1097514" y="657359"/>
                  </a:lnTo>
                  <a:lnTo>
                    <a:pt x="1098796" y="646497"/>
                  </a:lnTo>
                  <a:lnTo>
                    <a:pt x="1100078" y="639235"/>
                  </a:lnTo>
                  <a:lnTo>
                    <a:pt x="1101360" y="624855"/>
                  </a:lnTo>
                  <a:lnTo>
                    <a:pt x="1102642" y="593353"/>
                  </a:lnTo>
                  <a:lnTo>
                    <a:pt x="1103924" y="675843"/>
                  </a:lnTo>
                  <a:lnTo>
                    <a:pt x="1105205" y="736287"/>
                  </a:lnTo>
                  <a:lnTo>
                    <a:pt x="1106487" y="750022"/>
                  </a:lnTo>
                  <a:lnTo>
                    <a:pt x="1107769" y="753181"/>
                  </a:lnTo>
                  <a:lnTo>
                    <a:pt x="1109051" y="782165"/>
                  </a:lnTo>
                  <a:lnTo>
                    <a:pt x="1110333" y="803978"/>
                  </a:lnTo>
                  <a:lnTo>
                    <a:pt x="1111615" y="822811"/>
                  </a:lnTo>
                  <a:lnTo>
                    <a:pt x="1112897" y="824089"/>
                  </a:lnTo>
                  <a:lnTo>
                    <a:pt x="1114178" y="829874"/>
                  </a:lnTo>
                  <a:lnTo>
                    <a:pt x="1115460" y="863806"/>
                  </a:lnTo>
                  <a:lnTo>
                    <a:pt x="1116742" y="947850"/>
                  </a:lnTo>
                  <a:lnTo>
                    <a:pt x="1118024" y="985127"/>
                  </a:lnTo>
                  <a:lnTo>
                    <a:pt x="1119306" y="889258"/>
                  </a:lnTo>
                  <a:lnTo>
                    <a:pt x="1120588" y="895595"/>
                  </a:lnTo>
                  <a:lnTo>
                    <a:pt x="1121869" y="921663"/>
                  </a:lnTo>
                  <a:lnTo>
                    <a:pt x="1123151" y="987240"/>
                  </a:lnTo>
                  <a:lnTo>
                    <a:pt x="1124433" y="952173"/>
                  </a:lnTo>
                  <a:lnTo>
                    <a:pt x="1125715" y="944649"/>
                  </a:lnTo>
                  <a:lnTo>
                    <a:pt x="1126997" y="774048"/>
                  </a:lnTo>
                  <a:lnTo>
                    <a:pt x="1128279" y="722811"/>
                  </a:lnTo>
                  <a:lnTo>
                    <a:pt x="1129560" y="696597"/>
                  </a:lnTo>
                  <a:lnTo>
                    <a:pt x="1130842" y="687828"/>
                  </a:lnTo>
                  <a:lnTo>
                    <a:pt x="1132124" y="836972"/>
                  </a:lnTo>
                  <a:lnTo>
                    <a:pt x="1133406" y="882115"/>
                  </a:lnTo>
                  <a:lnTo>
                    <a:pt x="1134688" y="916921"/>
                  </a:lnTo>
                  <a:lnTo>
                    <a:pt x="1135970" y="901082"/>
                  </a:lnTo>
                  <a:lnTo>
                    <a:pt x="1137252" y="915034"/>
                  </a:lnTo>
                  <a:lnTo>
                    <a:pt x="1138533" y="907551"/>
                  </a:lnTo>
                  <a:lnTo>
                    <a:pt x="1139815" y="943010"/>
                  </a:lnTo>
                  <a:lnTo>
                    <a:pt x="1141097" y="985041"/>
                  </a:lnTo>
                  <a:lnTo>
                    <a:pt x="1142379" y="986106"/>
                  </a:lnTo>
                  <a:lnTo>
                    <a:pt x="1143661" y="1005614"/>
                  </a:lnTo>
                  <a:lnTo>
                    <a:pt x="1144943" y="1025807"/>
                  </a:lnTo>
                  <a:lnTo>
                    <a:pt x="1146224" y="1092315"/>
                  </a:lnTo>
                  <a:lnTo>
                    <a:pt x="1147506" y="1188378"/>
                  </a:lnTo>
                  <a:lnTo>
                    <a:pt x="1148788" y="1208424"/>
                  </a:lnTo>
                  <a:lnTo>
                    <a:pt x="1150070" y="1196005"/>
                  </a:lnTo>
                  <a:lnTo>
                    <a:pt x="1151352" y="1203986"/>
                  </a:lnTo>
                  <a:lnTo>
                    <a:pt x="1152634" y="1171790"/>
                  </a:lnTo>
                  <a:lnTo>
                    <a:pt x="1153916" y="1012513"/>
                  </a:lnTo>
                  <a:lnTo>
                    <a:pt x="1155197" y="1050500"/>
                  </a:lnTo>
                  <a:lnTo>
                    <a:pt x="1156479" y="1007937"/>
                  </a:lnTo>
                  <a:lnTo>
                    <a:pt x="1157761" y="1026466"/>
                  </a:lnTo>
                  <a:lnTo>
                    <a:pt x="1159043" y="957077"/>
                  </a:lnTo>
                  <a:lnTo>
                    <a:pt x="1160325" y="935246"/>
                  </a:lnTo>
                  <a:lnTo>
                    <a:pt x="1161607" y="914215"/>
                  </a:lnTo>
                  <a:lnTo>
                    <a:pt x="1162888" y="850741"/>
                  </a:lnTo>
                  <a:lnTo>
                    <a:pt x="1164170" y="824759"/>
                  </a:lnTo>
                  <a:lnTo>
                    <a:pt x="1165452" y="814903"/>
                  </a:lnTo>
                  <a:lnTo>
                    <a:pt x="1166734" y="803082"/>
                  </a:lnTo>
                  <a:lnTo>
                    <a:pt x="1168016" y="820357"/>
                  </a:lnTo>
                  <a:lnTo>
                    <a:pt x="1169298" y="813818"/>
                  </a:lnTo>
                  <a:lnTo>
                    <a:pt x="1170579" y="794636"/>
                  </a:lnTo>
                  <a:lnTo>
                    <a:pt x="1171861" y="798844"/>
                  </a:lnTo>
                  <a:lnTo>
                    <a:pt x="1173143" y="781170"/>
                  </a:lnTo>
                  <a:lnTo>
                    <a:pt x="1174425" y="781170"/>
                  </a:lnTo>
                  <a:lnTo>
                    <a:pt x="1175707" y="776074"/>
                  </a:lnTo>
                  <a:lnTo>
                    <a:pt x="1176989" y="757110"/>
                  </a:lnTo>
                  <a:lnTo>
                    <a:pt x="1178271" y="795685"/>
                  </a:lnTo>
                  <a:lnTo>
                    <a:pt x="1179552" y="812736"/>
                  </a:lnTo>
                  <a:lnTo>
                    <a:pt x="1180834" y="828082"/>
                  </a:lnTo>
                  <a:lnTo>
                    <a:pt x="1182116" y="901452"/>
                  </a:lnTo>
                  <a:lnTo>
                    <a:pt x="1183398" y="933909"/>
                  </a:lnTo>
                  <a:lnTo>
                    <a:pt x="1184680" y="932575"/>
                  </a:lnTo>
                  <a:lnTo>
                    <a:pt x="1185962" y="919401"/>
                  </a:lnTo>
                  <a:lnTo>
                    <a:pt x="1187243" y="886500"/>
                  </a:lnTo>
                  <a:lnTo>
                    <a:pt x="1188525" y="895174"/>
                  </a:lnTo>
                  <a:lnTo>
                    <a:pt x="1189807" y="935246"/>
                  </a:lnTo>
                  <a:lnTo>
                    <a:pt x="1191089" y="937930"/>
                  </a:lnTo>
                  <a:lnTo>
                    <a:pt x="1192371" y="991462"/>
                  </a:lnTo>
                  <a:lnTo>
                    <a:pt x="1193653" y="1010984"/>
                  </a:lnTo>
                  <a:lnTo>
                    <a:pt x="1194935" y="1073878"/>
                  </a:lnTo>
                  <a:lnTo>
                    <a:pt x="1196216" y="1089425"/>
                  </a:lnTo>
                  <a:lnTo>
                    <a:pt x="1197498" y="1068788"/>
                  </a:lnTo>
                  <a:lnTo>
                    <a:pt x="1198780" y="1052139"/>
                  </a:lnTo>
                  <a:lnTo>
                    <a:pt x="1200062" y="1023336"/>
                  </a:lnTo>
                  <a:lnTo>
                    <a:pt x="1201344" y="969731"/>
                  </a:lnTo>
                  <a:lnTo>
                    <a:pt x="1202626" y="952920"/>
                  </a:lnTo>
                  <a:lnTo>
                    <a:pt x="1203907" y="947424"/>
                  </a:lnTo>
                  <a:lnTo>
                    <a:pt x="1205189" y="976884"/>
                  </a:lnTo>
                  <a:lnTo>
                    <a:pt x="1206471" y="1015585"/>
                  </a:lnTo>
                  <a:lnTo>
                    <a:pt x="1207753" y="1052139"/>
                  </a:lnTo>
                  <a:lnTo>
                    <a:pt x="1209035" y="1062070"/>
                  </a:lnTo>
                  <a:lnTo>
                    <a:pt x="1210317" y="1021777"/>
                  </a:lnTo>
                  <a:lnTo>
                    <a:pt x="1211599" y="1004906"/>
                  </a:lnTo>
                  <a:lnTo>
                    <a:pt x="1212880" y="976884"/>
                  </a:lnTo>
                  <a:lnTo>
                    <a:pt x="1214162" y="951541"/>
                  </a:lnTo>
                  <a:lnTo>
                    <a:pt x="1215444" y="1000389"/>
                  </a:lnTo>
                  <a:lnTo>
                    <a:pt x="1216726" y="1035959"/>
                  </a:lnTo>
                  <a:lnTo>
                    <a:pt x="1218008" y="1052139"/>
                  </a:lnTo>
                  <a:lnTo>
                    <a:pt x="1219290" y="1112652"/>
                  </a:lnTo>
                  <a:lnTo>
                    <a:pt x="1220571" y="1207605"/>
                  </a:lnTo>
                  <a:lnTo>
                    <a:pt x="1221853" y="1240814"/>
                  </a:lnTo>
                  <a:lnTo>
                    <a:pt x="1223135" y="1268836"/>
                  </a:lnTo>
                  <a:lnTo>
                    <a:pt x="1224417" y="1268836"/>
                  </a:lnTo>
                  <a:lnTo>
                    <a:pt x="1225699" y="1205458"/>
                  </a:lnTo>
                  <a:lnTo>
                    <a:pt x="1226981" y="1180300"/>
                  </a:lnTo>
                  <a:lnTo>
                    <a:pt x="1228262" y="1188564"/>
                  </a:lnTo>
                  <a:lnTo>
                    <a:pt x="1229544" y="1290788"/>
                  </a:lnTo>
                  <a:lnTo>
                    <a:pt x="1230826" y="1318810"/>
                  </a:lnTo>
                  <a:lnTo>
                    <a:pt x="1232108" y="1370687"/>
                  </a:lnTo>
                  <a:lnTo>
                    <a:pt x="1233390" y="1434065"/>
                  </a:lnTo>
                  <a:lnTo>
                    <a:pt x="1234672" y="1434065"/>
                  </a:lnTo>
                  <a:lnTo>
                    <a:pt x="1235954" y="1434065"/>
                  </a:lnTo>
                  <a:lnTo>
                    <a:pt x="1237235" y="1434065"/>
                  </a:lnTo>
                  <a:lnTo>
                    <a:pt x="1238517" y="1434065"/>
                  </a:lnTo>
                  <a:lnTo>
                    <a:pt x="1239799" y="1379324"/>
                  </a:lnTo>
                  <a:lnTo>
                    <a:pt x="1241081" y="1316206"/>
                  </a:lnTo>
                  <a:lnTo>
                    <a:pt x="1242363" y="1318810"/>
                  </a:lnTo>
                  <a:lnTo>
                    <a:pt x="1243645" y="1318810"/>
                  </a:lnTo>
                  <a:lnTo>
                    <a:pt x="1244926" y="1396997"/>
                  </a:lnTo>
                  <a:lnTo>
                    <a:pt x="1246208" y="1434065"/>
                  </a:lnTo>
                  <a:lnTo>
                    <a:pt x="1247490" y="1598891"/>
                  </a:lnTo>
                  <a:lnTo>
                    <a:pt x="1248772" y="1573916"/>
                  </a:lnTo>
                  <a:lnTo>
                    <a:pt x="1250054" y="1500769"/>
                  </a:lnTo>
                  <a:lnTo>
                    <a:pt x="1251336" y="1438952"/>
                  </a:lnTo>
                  <a:lnTo>
                    <a:pt x="1252618" y="1429055"/>
                  </a:lnTo>
                  <a:lnTo>
                    <a:pt x="1253899" y="1391666"/>
                  </a:lnTo>
                  <a:lnTo>
                    <a:pt x="1255181" y="1261911"/>
                  </a:lnTo>
                  <a:lnTo>
                    <a:pt x="1256463" y="1233824"/>
                  </a:lnTo>
                  <a:lnTo>
                    <a:pt x="1257745" y="1207046"/>
                  </a:lnTo>
                  <a:lnTo>
                    <a:pt x="1259027" y="1177897"/>
                  </a:lnTo>
                  <a:lnTo>
                    <a:pt x="1260309" y="1183849"/>
                  </a:lnTo>
                  <a:lnTo>
                    <a:pt x="1261590" y="1183849"/>
                  </a:lnTo>
                  <a:lnTo>
                    <a:pt x="1262872" y="1145661"/>
                  </a:lnTo>
                  <a:lnTo>
                    <a:pt x="1264154" y="1114078"/>
                  </a:lnTo>
                  <a:lnTo>
                    <a:pt x="1265436" y="1068269"/>
                  </a:lnTo>
                  <a:lnTo>
                    <a:pt x="1266718" y="1046944"/>
                  </a:lnTo>
                  <a:lnTo>
                    <a:pt x="1268000" y="986804"/>
                  </a:lnTo>
                  <a:lnTo>
                    <a:pt x="1269281" y="966186"/>
                  </a:lnTo>
                  <a:lnTo>
                    <a:pt x="1270563" y="936012"/>
                  </a:lnTo>
                  <a:lnTo>
                    <a:pt x="1271845" y="949379"/>
                  </a:lnTo>
                  <a:lnTo>
                    <a:pt x="1273127" y="1040429"/>
                  </a:lnTo>
                  <a:lnTo>
                    <a:pt x="1274409" y="999209"/>
                  </a:lnTo>
                  <a:lnTo>
                    <a:pt x="1275691" y="988891"/>
                  </a:lnTo>
                  <a:lnTo>
                    <a:pt x="1276973" y="967152"/>
                  </a:lnTo>
                  <a:lnTo>
                    <a:pt x="1278254" y="981273"/>
                  </a:lnTo>
                  <a:lnTo>
                    <a:pt x="1279536" y="1000077"/>
                  </a:lnTo>
                  <a:lnTo>
                    <a:pt x="1280818" y="993168"/>
                  </a:lnTo>
                  <a:lnTo>
                    <a:pt x="1282100" y="980432"/>
                  </a:lnTo>
                  <a:lnTo>
                    <a:pt x="1283382" y="952570"/>
                  </a:lnTo>
                  <a:lnTo>
                    <a:pt x="1284664" y="1072795"/>
                  </a:lnTo>
                  <a:lnTo>
                    <a:pt x="1285945" y="1061035"/>
                  </a:lnTo>
                  <a:lnTo>
                    <a:pt x="1287227" y="1116773"/>
                  </a:lnTo>
                  <a:lnTo>
                    <a:pt x="1288509" y="1181520"/>
                  </a:lnTo>
                  <a:lnTo>
                    <a:pt x="1289791" y="1120471"/>
                  </a:lnTo>
                  <a:lnTo>
                    <a:pt x="1291073" y="1140583"/>
                  </a:lnTo>
                  <a:lnTo>
                    <a:pt x="1292355" y="1062342"/>
                  </a:lnTo>
                  <a:lnTo>
                    <a:pt x="1293637" y="1184375"/>
                  </a:lnTo>
                  <a:lnTo>
                    <a:pt x="1294918" y="1217167"/>
                  </a:lnTo>
                  <a:lnTo>
                    <a:pt x="1296200" y="1244124"/>
                  </a:lnTo>
                  <a:lnTo>
                    <a:pt x="1297482" y="1275178"/>
                  </a:lnTo>
                  <a:lnTo>
                    <a:pt x="1298764" y="1288564"/>
                  </a:lnTo>
                  <a:lnTo>
                    <a:pt x="1300046" y="1295789"/>
                  </a:lnTo>
                  <a:lnTo>
                    <a:pt x="1301328" y="1383070"/>
                  </a:lnTo>
                  <a:lnTo>
                    <a:pt x="1302609" y="1485354"/>
                  </a:lnTo>
                  <a:lnTo>
                    <a:pt x="1303891" y="1549755"/>
                  </a:lnTo>
                  <a:lnTo>
                    <a:pt x="1305173" y="1538937"/>
                  </a:lnTo>
                  <a:lnTo>
                    <a:pt x="1306455" y="1546640"/>
                  </a:lnTo>
                  <a:lnTo>
                    <a:pt x="1307737" y="1518203"/>
                  </a:lnTo>
                  <a:lnTo>
                    <a:pt x="1309019" y="1519260"/>
                  </a:lnTo>
                  <a:lnTo>
                    <a:pt x="1310300" y="1494419"/>
                  </a:lnTo>
                  <a:lnTo>
                    <a:pt x="1311582" y="1521919"/>
                  </a:lnTo>
                  <a:lnTo>
                    <a:pt x="1312864" y="1497505"/>
                  </a:lnTo>
                  <a:lnTo>
                    <a:pt x="1314146" y="1518445"/>
                  </a:lnTo>
                  <a:lnTo>
                    <a:pt x="1315428" y="1495501"/>
                  </a:lnTo>
                  <a:lnTo>
                    <a:pt x="1316710" y="1455929"/>
                  </a:lnTo>
                  <a:lnTo>
                    <a:pt x="1317992" y="1427497"/>
                  </a:lnTo>
                  <a:lnTo>
                    <a:pt x="1319273" y="1399601"/>
                  </a:lnTo>
                  <a:lnTo>
                    <a:pt x="1320555" y="1411114"/>
                  </a:lnTo>
                  <a:lnTo>
                    <a:pt x="1321837" y="1404690"/>
                  </a:lnTo>
                  <a:lnTo>
                    <a:pt x="1323119" y="1362063"/>
                  </a:lnTo>
                  <a:lnTo>
                    <a:pt x="1324401" y="1354472"/>
                  </a:lnTo>
                  <a:lnTo>
                    <a:pt x="1325683" y="1342655"/>
                  </a:lnTo>
                  <a:lnTo>
                    <a:pt x="1326964" y="1273733"/>
                  </a:lnTo>
                  <a:lnTo>
                    <a:pt x="1328246" y="1257560"/>
                  </a:lnTo>
                  <a:lnTo>
                    <a:pt x="1329528" y="1158748"/>
                  </a:lnTo>
                  <a:lnTo>
                    <a:pt x="1330810" y="1108209"/>
                  </a:lnTo>
                  <a:lnTo>
                    <a:pt x="1332092" y="1116704"/>
                  </a:lnTo>
                  <a:lnTo>
                    <a:pt x="1333374" y="1096118"/>
                  </a:lnTo>
                  <a:lnTo>
                    <a:pt x="1334656" y="1092864"/>
                  </a:lnTo>
                  <a:lnTo>
                    <a:pt x="1335937" y="1135943"/>
                  </a:lnTo>
                  <a:lnTo>
                    <a:pt x="1337219" y="1161664"/>
                  </a:lnTo>
                  <a:lnTo>
                    <a:pt x="1338501" y="1157780"/>
                  </a:lnTo>
                  <a:lnTo>
                    <a:pt x="1339783" y="1137809"/>
                  </a:lnTo>
                  <a:lnTo>
                    <a:pt x="1341065" y="1152482"/>
                  </a:lnTo>
                  <a:lnTo>
                    <a:pt x="1342347" y="1157296"/>
                  </a:lnTo>
                  <a:lnTo>
                    <a:pt x="1343628" y="1184521"/>
                  </a:lnTo>
                  <a:lnTo>
                    <a:pt x="1344910" y="1208326"/>
                  </a:lnTo>
                  <a:lnTo>
                    <a:pt x="1346192" y="1212512"/>
                  </a:lnTo>
                  <a:lnTo>
                    <a:pt x="1347474" y="1280303"/>
                  </a:lnTo>
                  <a:lnTo>
                    <a:pt x="1348756" y="1364572"/>
                  </a:lnTo>
                  <a:lnTo>
                    <a:pt x="1350038" y="1413312"/>
                  </a:lnTo>
                  <a:lnTo>
                    <a:pt x="1351320" y="1449617"/>
                  </a:lnTo>
                  <a:lnTo>
                    <a:pt x="1352601" y="1408729"/>
                  </a:lnTo>
                  <a:lnTo>
                    <a:pt x="1353883" y="1419358"/>
                  </a:lnTo>
                  <a:lnTo>
                    <a:pt x="1355165" y="1358544"/>
                  </a:lnTo>
                  <a:lnTo>
                    <a:pt x="1356447" y="1262023"/>
                  </a:lnTo>
                  <a:lnTo>
                    <a:pt x="1357729" y="1278840"/>
                  </a:lnTo>
                  <a:lnTo>
                    <a:pt x="1359011" y="1222194"/>
                  </a:lnTo>
                  <a:lnTo>
                    <a:pt x="1360292" y="1193821"/>
                  </a:lnTo>
                  <a:lnTo>
                    <a:pt x="1361574" y="1183146"/>
                  </a:lnTo>
                  <a:lnTo>
                    <a:pt x="1362856" y="1170231"/>
                  </a:lnTo>
                  <a:lnTo>
                    <a:pt x="1364138" y="1109949"/>
                  </a:lnTo>
                  <a:lnTo>
                    <a:pt x="1365420" y="1060494"/>
                  </a:lnTo>
                  <a:lnTo>
                    <a:pt x="1366702" y="1161747"/>
                  </a:lnTo>
                  <a:lnTo>
                    <a:pt x="1367983" y="1136090"/>
                  </a:lnTo>
                  <a:lnTo>
                    <a:pt x="1369265" y="1118605"/>
                  </a:lnTo>
                  <a:lnTo>
                    <a:pt x="1370547" y="1105901"/>
                  </a:lnTo>
                  <a:lnTo>
                    <a:pt x="1371829" y="1135790"/>
                  </a:lnTo>
                  <a:lnTo>
                    <a:pt x="1373111" y="1095192"/>
                  </a:lnTo>
                  <a:lnTo>
                    <a:pt x="1374393" y="1061032"/>
                  </a:lnTo>
                  <a:lnTo>
                    <a:pt x="1375675" y="1098973"/>
                  </a:lnTo>
                  <a:lnTo>
                    <a:pt x="1376956" y="1035239"/>
                  </a:lnTo>
                  <a:lnTo>
                    <a:pt x="1378238" y="1041762"/>
                  </a:lnTo>
                  <a:lnTo>
                    <a:pt x="1379520" y="1061032"/>
                  </a:lnTo>
                  <a:lnTo>
                    <a:pt x="1380802" y="1099206"/>
                  </a:lnTo>
                  <a:lnTo>
                    <a:pt x="1382084" y="1128963"/>
                  </a:lnTo>
                  <a:lnTo>
                    <a:pt x="1383366" y="1174864"/>
                  </a:lnTo>
                  <a:lnTo>
                    <a:pt x="1384647" y="1232830"/>
                  </a:lnTo>
                  <a:lnTo>
                    <a:pt x="1385929" y="1248285"/>
                  </a:lnTo>
                  <a:lnTo>
                    <a:pt x="1387211" y="1239699"/>
                  </a:lnTo>
                  <a:lnTo>
                    <a:pt x="1388493" y="1253457"/>
                  </a:lnTo>
                  <a:lnTo>
                    <a:pt x="1389775" y="1272913"/>
                  </a:lnTo>
                  <a:lnTo>
                    <a:pt x="1391057" y="1317021"/>
                  </a:lnTo>
                  <a:lnTo>
                    <a:pt x="1392339" y="1285700"/>
                  </a:lnTo>
                  <a:lnTo>
                    <a:pt x="1393620" y="1407821"/>
                  </a:lnTo>
                  <a:lnTo>
                    <a:pt x="1394902" y="1529250"/>
                  </a:lnTo>
                  <a:lnTo>
                    <a:pt x="1396184" y="1581191"/>
                  </a:lnTo>
                  <a:lnTo>
                    <a:pt x="1397466" y="1656872"/>
                  </a:lnTo>
                  <a:lnTo>
                    <a:pt x="1398748" y="1538533"/>
                  </a:lnTo>
                  <a:lnTo>
                    <a:pt x="1400030" y="1500769"/>
                  </a:lnTo>
                  <a:lnTo>
                    <a:pt x="1401311" y="1521401"/>
                  </a:lnTo>
                  <a:lnTo>
                    <a:pt x="1402593" y="1571454"/>
                  </a:lnTo>
                  <a:lnTo>
                    <a:pt x="1403875" y="1434065"/>
                  </a:lnTo>
                  <a:lnTo>
                    <a:pt x="1405157" y="1434065"/>
                  </a:lnTo>
                  <a:lnTo>
                    <a:pt x="1406439" y="1434065"/>
                  </a:lnTo>
                  <a:lnTo>
                    <a:pt x="1407721" y="1484039"/>
                  </a:lnTo>
                  <a:lnTo>
                    <a:pt x="1409002" y="1562226"/>
                  </a:lnTo>
                  <a:lnTo>
                    <a:pt x="1410284" y="1501713"/>
                  </a:lnTo>
                  <a:lnTo>
                    <a:pt x="1411566" y="1501713"/>
                  </a:lnTo>
                  <a:lnTo>
                    <a:pt x="1412848" y="1501713"/>
                  </a:lnTo>
                  <a:lnTo>
                    <a:pt x="1414130" y="1501713"/>
                  </a:lnTo>
                  <a:lnTo>
                    <a:pt x="1415412" y="1501713"/>
                  </a:lnTo>
                  <a:lnTo>
                    <a:pt x="1416694" y="1463525"/>
                  </a:lnTo>
                  <a:lnTo>
                    <a:pt x="1417975" y="1450244"/>
                  </a:lnTo>
                  <a:lnTo>
                    <a:pt x="1419257" y="1430883"/>
                  </a:lnTo>
                  <a:lnTo>
                    <a:pt x="1420539" y="1321427"/>
                  </a:lnTo>
                  <a:lnTo>
                    <a:pt x="1421821" y="1271234"/>
                  </a:lnTo>
                  <a:lnTo>
                    <a:pt x="1423103" y="1222864"/>
                  </a:lnTo>
                  <a:lnTo>
                    <a:pt x="1424385" y="1222864"/>
                  </a:lnTo>
                  <a:lnTo>
                    <a:pt x="1425666" y="1222864"/>
                  </a:lnTo>
                  <a:lnTo>
                    <a:pt x="1426948" y="1222864"/>
                  </a:lnTo>
                  <a:lnTo>
                    <a:pt x="1428230" y="1231769"/>
                  </a:lnTo>
                  <a:lnTo>
                    <a:pt x="1429512" y="1254654"/>
                  </a:lnTo>
                  <a:lnTo>
                    <a:pt x="1430794" y="1222864"/>
                  </a:lnTo>
                  <a:lnTo>
                    <a:pt x="1432076" y="1222864"/>
                  </a:lnTo>
                  <a:lnTo>
                    <a:pt x="1433358" y="1162130"/>
                  </a:lnTo>
                  <a:lnTo>
                    <a:pt x="1434639" y="1140675"/>
                  </a:lnTo>
                  <a:lnTo>
                    <a:pt x="1435921" y="1162130"/>
                  </a:lnTo>
                  <a:lnTo>
                    <a:pt x="1437203" y="1182355"/>
                  </a:lnTo>
                  <a:lnTo>
                    <a:pt x="1438485" y="1225077"/>
                  </a:lnTo>
                  <a:lnTo>
                    <a:pt x="1439767" y="1308462"/>
                  </a:lnTo>
                  <a:lnTo>
                    <a:pt x="1441049" y="1316206"/>
                  </a:lnTo>
                  <a:lnTo>
                    <a:pt x="1442330" y="1373551"/>
                  </a:lnTo>
                  <a:lnTo>
                    <a:pt x="1443612" y="1293280"/>
                  </a:lnTo>
                  <a:lnTo>
                    <a:pt x="1444894" y="1266448"/>
                  </a:lnTo>
                  <a:lnTo>
                    <a:pt x="1446176" y="1222864"/>
                  </a:lnTo>
                  <a:lnTo>
                    <a:pt x="1447458" y="1222864"/>
                  </a:lnTo>
                  <a:lnTo>
                    <a:pt x="1448740" y="1236273"/>
                  </a:lnTo>
                  <a:lnTo>
                    <a:pt x="1450022" y="1266448"/>
                  </a:lnTo>
                  <a:lnTo>
                    <a:pt x="1451303" y="1222864"/>
                  </a:lnTo>
                  <a:lnTo>
                    <a:pt x="1452585" y="1268836"/>
                  </a:lnTo>
                  <a:lnTo>
                    <a:pt x="1453867" y="1268836"/>
                  </a:lnTo>
                  <a:lnTo>
                    <a:pt x="1455149" y="1261701"/>
                  </a:lnTo>
                  <a:lnTo>
                    <a:pt x="1456431" y="1222864"/>
                  </a:lnTo>
                  <a:lnTo>
                    <a:pt x="1457713" y="1222864"/>
                  </a:lnTo>
                  <a:lnTo>
                    <a:pt x="1458994" y="1229529"/>
                  </a:lnTo>
                  <a:lnTo>
                    <a:pt x="1460276" y="1266448"/>
                  </a:lnTo>
                  <a:lnTo>
                    <a:pt x="1461558" y="1222864"/>
                  </a:lnTo>
                  <a:lnTo>
                    <a:pt x="1462840" y="1293280"/>
                  </a:lnTo>
                  <a:lnTo>
                    <a:pt x="1464122" y="1321427"/>
                  </a:lnTo>
                  <a:lnTo>
                    <a:pt x="1465404" y="1324056"/>
                  </a:lnTo>
                  <a:lnTo>
                    <a:pt x="1466685" y="1318810"/>
                  </a:lnTo>
                  <a:lnTo>
                    <a:pt x="1467967" y="1293280"/>
                  </a:lnTo>
                  <a:lnTo>
                    <a:pt x="1469249" y="1271234"/>
                  </a:lnTo>
                  <a:lnTo>
                    <a:pt x="1470531" y="1245390"/>
                  </a:lnTo>
                  <a:lnTo>
                    <a:pt x="1471813" y="1207605"/>
                  </a:lnTo>
                  <a:lnTo>
                    <a:pt x="1473095" y="1174179"/>
                  </a:lnTo>
                  <a:lnTo>
                    <a:pt x="1474377" y="1146447"/>
                  </a:lnTo>
                  <a:lnTo>
                    <a:pt x="1475658" y="1065419"/>
                  </a:lnTo>
                  <a:lnTo>
                    <a:pt x="1476940" y="979770"/>
                  </a:lnTo>
                  <a:lnTo>
                    <a:pt x="1478222" y="868342"/>
                  </a:lnTo>
                  <a:lnTo>
                    <a:pt x="1479504" y="825864"/>
                  </a:lnTo>
                  <a:lnTo>
                    <a:pt x="1480786" y="830308"/>
                  </a:lnTo>
                  <a:lnTo>
                    <a:pt x="1482068" y="822554"/>
                  </a:lnTo>
                  <a:lnTo>
                    <a:pt x="1483349" y="803082"/>
                  </a:lnTo>
                  <a:lnTo>
                    <a:pt x="1484631" y="778107"/>
                  </a:lnTo>
                  <a:lnTo>
                    <a:pt x="1485913" y="727454"/>
                  </a:lnTo>
                  <a:lnTo>
                    <a:pt x="1487195" y="733076"/>
                  </a:lnTo>
                  <a:lnTo>
                    <a:pt x="1488477" y="723736"/>
                  </a:lnTo>
                  <a:lnTo>
                    <a:pt x="1489759" y="752222"/>
                  </a:lnTo>
                  <a:lnTo>
                    <a:pt x="1491041" y="758093"/>
                  </a:lnTo>
                  <a:lnTo>
                    <a:pt x="1492322" y="770018"/>
                  </a:lnTo>
                  <a:lnTo>
                    <a:pt x="1493604" y="782195"/>
                  </a:lnTo>
                  <a:lnTo>
                    <a:pt x="1494886" y="844992"/>
                  </a:lnTo>
                  <a:lnTo>
                    <a:pt x="1496168" y="891441"/>
                  </a:lnTo>
                  <a:lnTo>
                    <a:pt x="1497450" y="992940"/>
                  </a:lnTo>
                  <a:lnTo>
                    <a:pt x="1498732" y="1014047"/>
                  </a:lnTo>
                  <a:lnTo>
                    <a:pt x="1500013" y="1028037"/>
                  </a:lnTo>
                  <a:lnTo>
                    <a:pt x="1501295" y="1039159"/>
                  </a:lnTo>
                  <a:lnTo>
                    <a:pt x="1502577" y="1068788"/>
                  </a:lnTo>
                  <a:lnTo>
                    <a:pt x="1503859" y="1144517"/>
                  </a:lnTo>
                  <a:lnTo>
                    <a:pt x="1505141" y="1259342"/>
                  </a:lnTo>
                  <a:lnTo>
                    <a:pt x="1506423" y="1247692"/>
                  </a:lnTo>
                  <a:lnTo>
                    <a:pt x="1507704" y="1190649"/>
                  </a:lnTo>
                  <a:lnTo>
                    <a:pt x="1508986" y="1079014"/>
                  </a:lnTo>
                  <a:lnTo>
                    <a:pt x="1510268" y="1213255"/>
                  </a:lnTo>
                  <a:lnTo>
                    <a:pt x="1511550" y="1194439"/>
                  </a:lnTo>
                  <a:lnTo>
                    <a:pt x="1512832" y="1186865"/>
                  </a:lnTo>
                  <a:lnTo>
                    <a:pt x="1514114" y="1330474"/>
                  </a:lnTo>
                  <a:lnTo>
                    <a:pt x="1515396" y="1355449"/>
                  </a:lnTo>
                  <a:lnTo>
                    <a:pt x="1516677" y="1334896"/>
                  </a:lnTo>
                  <a:lnTo>
                    <a:pt x="1517959" y="1371859"/>
                  </a:lnTo>
                  <a:lnTo>
                    <a:pt x="1519241" y="1358731"/>
                  </a:lnTo>
                  <a:lnTo>
                    <a:pt x="1520523" y="1318025"/>
                  </a:lnTo>
                  <a:lnTo>
                    <a:pt x="1521805" y="1318025"/>
                  </a:lnTo>
                  <a:lnTo>
                    <a:pt x="1523087" y="1318025"/>
                  </a:lnTo>
                  <a:lnTo>
                    <a:pt x="1524368" y="1318025"/>
                  </a:lnTo>
                  <a:lnTo>
                    <a:pt x="1525650" y="1304580"/>
                  </a:lnTo>
                  <a:lnTo>
                    <a:pt x="1526932" y="1373522"/>
                  </a:lnTo>
                  <a:lnTo>
                    <a:pt x="1528214" y="1481241"/>
                  </a:lnTo>
                  <a:lnTo>
                    <a:pt x="1529496" y="1499790"/>
                  </a:lnTo>
                  <a:lnTo>
                    <a:pt x="1530778" y="1546789"/>
                  </a:lnTo>
                  <a:lnTo>
                    <a:pt x="1532060" y="1447651"/>
                  </a:lnTo>
                  <a:lnTo>
                    <a:pt x="1533341" y="1433662"/>
                  </a:lnTo>
                  <a:lnTo>
                    <a:pt x="1534623" y="1413303"/>
                  </a:lnTo>
                  <a:lnTo>
                    <a:pt x="1535905" y="1316206"/>
                  </a:lnTo>
                  <a:lnTo>
                    <a:pt x="1537187" y="1318810"/>
                  </a:lnTo>
                  <a:lnTo>
                    <a:pt x="1538469" y="1356574"/>
                  </a:lnTo>
                  <a:lnTo>
                    <a:pt x="1539751" y="1434065"/>
                  </a:lnTo>
                  <a:lnTo>
                    <a:pt x="1541032" y="1382232"/>
                  </a:lnTo>
                  <a:lnTo>
                    <a:pt x="1542314" y="1373551"/>
                  </a:lnTo>
                  <a:lnTo>
                    <a:pt x="1543596" y="1353793"/>
                  </a:lnTo>
                  <a:lnTo>
                    <a:pt x="1544878" y="1367837"/>
                  </a:lnTo>
                  <a:lnTo>
                    <a:pt x="1546160" y="1340085"/>
                  </a:lnTo>
                  <a:lnTo>
                    <a:pt x="1547442" y="1290788"/>
                  </a:lnTo>
                  <a:lnTo>
                    <a:pt x="1548723" y="1268836"/>
                  </a:lnTo>
                  <a:lnTo>
                    <a:pt x="1550005" y="1311031"/>
                  </a:lnTo>
                  <a:lnTo>
                    <a:pt x="1551287" y="1318810"/>
                  </a:lnTo>
                  <a:lnTo>
                    <a:pt x="1552569" y="1318810"/>
                  </a:lnTo>
                  <a:lnTo>
                    <a:pt x="1553851" y="1318810"/>
                  </a:lnTo>
                  <a:lnTo>
                    <a:pt x="1555133" y="1318810"/>
                  </a:lnTo>
                  <a:lnTo>
                    <a:pt x="1556415" y="1318810"/>
                  </a:lnTo>
                  <a:lnTo>
                    <a:pt x="1557696" y="1318810"/>
                  </a:lnTo>
                  <a:lnTo>
                    <a:pt x="1558978" y="1318810"/>
                  </a:lnTo>
                  <a:lnTo>
                    <a:pt x="1560260" y="1334692"/>
                  </a:lnTo>
                  <a:lnTo>
                    <a:pt x="1561542" y="1318810"/>
                  </a:lnTo>
                  <a:lnTo>
                    <a:pt x="1562824" y="1337382"/>
                  </a:lnTo>
                  <a:lnTo>
                    <a:pt x="1564106" y="1373551"/>
                  </a:lnTo>
                  <a:lnTo>
                    <a:pt x="1565387" y="1409089"/>
                  </a:lnTo>
                  <a:lnTo>
                    <a:pt x="1566669" y="1620295"/>
                  </a:lnTo>
                  <a:lnTo>
                    <a:pt x="1567951" y="1668810"/>
                  </a:lnTo>
                  <a:lnTo>
                    <a:pt x="1569233" y="1668810"/>
                  </a:lnTo>
                  <a:lnTo>
                    <a:pt x="1570515" y="1648866"/>
                  </a:lnTo>
                  <a:lnTo>
                    <a:pt x="1571797" y="1570869"/>
                  </a:lnTo>
                  <a:lnTo>
                    <a:pt x="1573079" y="1538378"/>
                  </a:lnTo>
                  <a:lnTo>
                    <a:pt x="1574360" y="1538378"/>
                  </a:lnTo>
                  <a:lnTo>
                    <a:pt x="1575642" y="1552366"/>
                  </a:lnTo>
                  <a:lnTo>
                    <a:pt x="1576924" y="1555510"/>
                  </a:lnTo>
                  <a:lnTo>
                    <a:pt x="1578206" y="1519341"/>
                  </a:lnTo>
                  <a:lnTo>
                    <a:pt x="1579488" y="1530229"/>
                  </a:lnTo>
                  <a:lnTo>
                    <a:pt x="1580770" y="1511308"/>
                  </a:lnTo>
                  <a:lnTo>
                    <a:pt x="1582051" y="1352093"/>
                  </a:lnTo>
                  <a:lnTo>
                    <a:pt x="1583333" y="1301951"/>
                  </a:lnTo>
                  <a:lnTo>
                    <a:pt x="1584615" y="1285566"/>
                  </a:lnTo>
                  <a:lnTo>
                    <a:pt x="1585897" y="1252503"/>
                  </a:lnTo>
                  <a:lnTo>
                    <a:pt x="1587179" y="1202383"/>
                  </a:lnTo>
                  <a:lnTo>
                    <a:pt x="1588461" y="1202383"/>
                  </a:lnTo>
                  <a:lnTo>
                    <a:pt x="1589743" y="1202383"/>
                  </a:lnTo>
                  <a:lnTo>
                    <a:pt x="1591024" y="1185049"/>
                  </a:lnTo>
                  <a:lnTo>
                    <a:pt x="1592306" y="1200786"/>
                  </a:lnTo>
                  <a:lnTo>
                    <a:pt x="1593588" y="1168223"/>
                  </a:lnTo>
                  <a:lnTo>
                    <a:pt x="1594870" y="1134502"/>
                  </a:lnTo>
                  <a:lnTo>
                    <a:pt x="1596152" y="1075183"/>
                  </a:lnTo>
                  <a:lnTo>
                    <a:pt x="1597434" y="1069690"/>
                  </a:lnTo>
                  <a:lnTo>
                    <a:pt x="1598715" y="1033857"/>
                  </a:lnTo>
                  <a:lnTo>
                    <a:pt x="1599997" y="1024667"/>
                  </a:lnTo>
                  <a:lnTo>
                    <a:pt x="1601279" y="1109228"/>
                  </a:lnTo>
                  <a:lnTo>
                    <a:pt x="1602561" y="1144625"/>
                  </a:lnTo>
                  <a:lnTo>
                    <a:pt x="1603843" y="1146031"/>
                  </a:lnTo>
                  <a:lnTo>
                    <a:pt x="1605125" y="1123938"/>
                  </a:lnTo>
                  <a:lnTo>
                    <a:pt x="1606406" y="1265548"/>
                  </a:lnTo>
                  <a:lnTo>
                    <a:pt x="1607688" y="1275178"/>
                  </a:lnTo>
                  <a:lnTo>
                    <a:pt x="1608970" y="1349774"/>
                  </a:lnTo>
                  <a:lnTo>
                    <a:pt x="1610252" y="1299332"/>
                  </a:lnTo>
                  <a:lnTo>
                    <a:pt x="1611534" y="1304175"/>
                  </a:lnTo>
                  <a:lnTo>
                    <a:pt x="1612816" y="1205613"/>
                  </a:lnTo>
                  <a:lnTo>
                    <a:pt x="1614098" y="1173437"/>
                  </a:lnTo>
                  <a:lnTo>
                    <a:pt x="1615379" y="1208938"/>
                  </a:lnTo>
                  <a:lnTo>
                    <a:pt x="1616661" y="1181570"/>
                  </a:lnTo>
                  <a:lnTo>
                    <a:pt x="1617943" y="1220757"/>
                  </a:lnTo>
                  <a:lnTo>
                    <a:pt x="1619225" y="1244248"/>
                  </a:lnTo>
                  <a:lnTo>
                    <a:pt x="1620507" y="1225158"/>
                  </a:lnTo>
                  <a:lnTo>
                    <a:pt x="1621789" y="1215302"/>
                  </a:lnTo>
                  <a:lnTo>
                    <a:pt x="1623070" y="1208825"/>
                  </a:lnTo>
                  <a:lnTo>
                    <a:pt x="1624352" y="1217478"/>
                  </a:lnTo>
                  <a:lnTo>
                    <a:pt x="1625634" y="1257782"/>
                  </a:lnTo>
                  <a:lnTo>
                    <a:pt x="1626916" y="1158110"/>
                  </a:lnTo>
                  <a:lnTo>
                    <a:pt x="1628198" y="1178378"/>
                  </a:lnTo>
                  <a:lnTo>
                    <a:pt x="1629480" y="1123938"/>
                  </a:lnTo>
                  <a:lnTo>
                    <a:pt x="1630762" y="1168223"/>
                  </a:lnTo>
                  <a:lnTo>
                    <a:pt x="1632043" y="1228569"/>
                  </a:lnTo>
                  <a:lnTo>
                    <a:pt x="1633325" y="1246536"/>
                  </a:lnTo>
                  <a:lnTo>
                    <a:pt x="1634607" y="1087677"/>
                  </a:lnTo>
                  <a:lnTo>
                    <a:pt x="1635889" y="978325"/>
                  </a:lnTo>
                  <a:lnTo>
                    <a:pt x="1637171" y="918100"/>
                  </a:lnTo>
                  <a:lnTo>
                    <a:pt x="1638453" y="844992"/>
                  </a:lnTo>
                  <a:lnTo>
                    <a:pt x="1639734" y="810576"/>
                  </a:lnTo>
                  <a:lnTo>
                    <a:pt x="1641016" y="812736"/>
                  </a:lnTo>
                  <a:lnTo>
                    <a:pt x="1642298" y="778107"/>
                  </a:lnTo>
                  <a:lnTo>
                    <a:pt x="1643580" y="753197"/>
                  </a:lnTo>
                  <a:lnTo>
                    <a:pt x="1644862" y="738753"/>
                  </a:lnTo>
                  <a:lnTo>
                    <a:pt x="1646144" y="841064"/>
                  </a:lnTo>
                  <a:lnTo>
                    <a:pt x="1647425" y="849497"/>
                  </a:lnTo>
                  <a:lnTo>
                    <a:pt x="1648707" y="981788"/>
                  </a:lnTo>
                  <a:lnTo>
                    <a:pt x="1649989" y="951771"/>
                  </a:lnTo>
                  <a:lnTo>
                    <a:pt x="1651271" y="958197"/>
                  </a:lnTo>
                  <a:lnTo>
                    <a:pt x="1652553" y="967152"/>
                  </a:lnTo>
                  <a:lnTo>
                    <a:pt x="1653835" y="1102694"/>
                  </a:lnTo>
                  <a:lnTo>
                    <a:pt x="1655117" y="1143573"/>
                  </a:lnTo>
                  <a:lnTo>
                    <a:pt x="1656398" y="1152622"/>
                  </a:lnTo>
                  <a:lnTo>
                    <a:pt x="1657680" y="1203482"/>
                  </a:lnTo>
                  <a:lnTo>
                    <a:pt x="1658962" y="1239699"/>
                  </a:lnTo>
                  <a:lnTo>
                    <a:pt x="1660244" y="1247684"/>
                  </a:lnTo>
                  <a:lnTo>
                    <a:pt x="1661526" y="1304381"/>
                  </a:lnTo>
                  <a:lnTo>
                    <a:pt x="1662808" y="1358868"/>
                  </a:lnTo>
                  <a:lnTo>
                    <a:pt x="1664089" y="1353319"/>
                  </a:lnTo>
                  <a:lnTo>
                    <a:pt x="1665371" y="1424545"/>
                  </a:lnTo>
                  <a:lnTo>
                    <a:pt x="1666653" y="1361985"/>
                  </a:lnTo>
                  <a:lnTo>
                    <a:pt x="1667935" y="1353856"/>
                  </a:lnTo>
                  <a:lnTo>
                    <a:pt x="1669217" y="1216325"/>
                  </a:lnTo>
                  <a:lnTo>
                    <a:pt x="1670499" y="1232459"/>
                  </a:lnTo>
                  <a:lnTo>
                    <a:pt x="1671781" y="1259255"/>
                  </a:lnTo>
                  <a:lnTo>
                    <a:pt x="1673062" y="1259255"/>
                  </a:lnTo>
                  <a:lnTo>
                    <a:pt x="1674344" y="1394347"/>
                  </a:lnTo>
                  <a:lnTo>
                    <a:pt x="1675626" y="1244029"/>
                  </a:lnTo>
                  <a:lnTo>
                    <a:pt x="1676908" y="1230825"/>
                  </a:lnTo>
                  <a:lnTo>
                    <a:pt x="1678190" y="1388278"/>
                  </a:lnTo>
                  <a:lnTo>
                    <a:pt x="1679472" y="1358649"/>
                  </a:lnTo>
                  <a:lnTo>
                    <a:pt x="1680753" y="1324396"/>
                  </a:lnTo>
                  <a:lnTo>
                    <a:pt x="1682035" y="1319538"/>
                  </a:lnTo>
                  <a:lnTo>
                    <a:pt x="1683317" y="1349078"/>
                  </a:lnTo>
                  <a:lnTo>
                    <a:pt x="1684599" y="1355495"/>
                  </a:lnTo>
                  <a:lnTo>
                    <a:pt x="1685881" y="1345896"/>
                  </a:lnTo>
                  <a:lnTo>
                    <a:pt x="1687163" y="1349078"/>
                  </a:lnTo>
                  <a:lnTo>
                    <a:pt x="1688444" y="1344311"/>
                  </a:lnTo>
                  <a:lnTo>
                    <a:pt x="1689726" y="1300168"/>
                  </a:lnTo>
                  <a:lnTo>
                    <a:pt x="1691008" y="1308006"/>
                  </a:lnTo>
                  <a:lnTo>
                    <a:pt x="1692290" y="1277959"/>
                  </a:lnTo>
                  <a:lnTo>
                    <a:pt x="1693572" y="1080891"/>
                  </a:lnTo>
                  <a:lnTo>
                    <a:pt x="1694854" y="1191074"/>
                  </a:lnTo>
                  <a:lnTo>
                    <a:pt x="1696136" y="1219662"/>
                  </a:lnTo>
                  <a:lnTo>
                    <a:pt x="1697417" y="1194494"/>
                  </a:lnTo>
                  <a:lnTo>
                    <a:pt x="1698699" y="1241410"/>
                  </a:lnTo>
                  <a:lnTo>
                    <a:pt x="1699981" y="1160346"/>
                  </a:lnTo>
                  <a:lnTo>
                    <a:pt x="1701263" y="1133220"/>
                  </a:lnTo>
                  <a:lnTo>
                    <a:pt x="1702545" y="1123055"/>
                  </a:lnTo>
                  <a:lnTo>
                    <a:pt x="1703827" y="1119706"/>
                  </a:lnTo>
                  <a:lnTo>
                    <a:pt x="1705108" y="1138371"/>
                  </a:lnTo>
                  <a:lnTo>
                    <a:pt x="1706390" y="1153222"/>
                  </a:lnTo>
                  <a:lnTo>
                    <a:pt x="1707672" y="1182263"/>
                  </a:lnTo>
                  <a:lnTo>
                    <a:pt x="1708954" y="1199268"/>
                  </a:lnTo>
                  <a:lnTo>
                    <a:pt x="1710236" y="1193544"/>
                  </a:lnTo>
                  <a:lnTo>
                    <a:pt x="1711518" y="1225758"/>
                  </a:lnTo>
                  <a:lnTo>
                    <a:pt x="1712800" y="1290527"/>
                  </a:lnTo>
                  <a:lnTo>
                    <a:pt x="1714081" y="1303115"/>
                  </a:lnTo>
                  <a:lnTo>
                    <a:pt x="1715363" y="1256454"/>
                  </a:lnTo>
                  <a:lnTo>
                    <a:pt x="1716645" y="1221191"/>
                  </a:lnTo>
                  <a:lnTo>
                    <a:pt x="1717927" y="1040765"/>
                  </a:lnTo>
                  <a:lnTo>
                    <a:pt x="1719209" y="1110832"/>
                  </a:lnTo>
                  <a:lnTo>
                    <a:pt x="1720491" y="1127427"/>
                  </a:lnTo>
                  <a:lnTo>
                    <a:pt x="1721772" y="1047237"/>
                  </a:lnTo>
                  <a:lnTo>
                    <a:pt x="1723054" y="1035959"/>
                  </a:lnTo>
                  <a:lnTo>
                    <a:pt x="1724336" y="1035959"/>
                  </a:lnTo>
                  <a:lnTo>
                    <a:pt x="1725618" y="979770"/>
                  </a:lnTo>
                  <a:lnTo>
                    <a:pt x="1726900" y="887731"/>
                  </a:lnTo>
                  <a:lnTo>
                    <a:pt x="1728182" y="888965"/>
                  </a:lnTo>
                  <a:lnTo>
                    <a:pt x="1729464" y="915507"/>
                  </a:lnTo>
                  <a:lnTo>
                    <a:pt x="1730745" y="920705"/>
                  </a:lnTo>
                  <a:lnTo>
                    <a:pt x="1732027" y="920705"/>
                  </a:lnTo>
                  <a:lnTo>
                    <a:pt x="1733309" y="925950"/>
                  </a:lnTo>
                  <a:lnTo>
                    <a:pt x="1734591" y="969731"/>
                  </a:lnTo>
                  <a:lnTo>
                    <a:pt x="1735873" y="947424"/>
                  </a:lnTo>
                  <a:lnTo>
                    <a:pt x="1737155" y="958469"/>
                  </a:lnTo>
                  <a:lnTo>
                    <a:pt x="1738436" y="954302"/>
                  </a:lnTo>
                  <a:lnTo>
                    <a:pt x="1739718" y="923322"/>
                  </a:lnTo>
                  <a:lnTo>
                    <a:pt x="1741000" y="936587"/>
                  </a:lnTo>
                  <a:lnTo>
                    <a:pt x="1742282" y="898932"/>
                  </a:lnTo>
                  <a:lnTo>
                    <a:pt x="1743564" y="1017238"/>
                  </a:lnTo>
                  <a:lnTo>
                    <a:pt x="1744846" y="1081629"/>
                  </a:lnTo>
                  <a:lnTo>
                    <a:pt x="1746127" y="1196006"/>
                  </a:lnTo>
                  <a:lnTo>
                    <a:pt x="1747409" y="1217918"/>
                  </a:lnTo>
                  <a:lnTo>
                    <a:pt x="1748691" y="1214736"/>
                  </a:lnTo>
                  <a:lnTo>
                    <a:pt x="1749973" y="1115868"/>
                  </a:lnTo>
                  <a:lnTo>
                    <a:pt x="1751255" y="1061127"/>
                  </a:lnTo>
                  <a:lnTo>
                    <a:pt x="1752537" y="1029243"/>
                  </a:lnTo>
                  <a:lnTo>
                    <a:pt x="1753819" y="1039676"/>
                  </a:lnTo>
                  <a:lnTo>
                    <a:pt x="1755100" y="1077133"/>
                  </a:lnTo>
                  <a:lnTo>
                    <a:pt x="1756382" y="1091034"/>
                  </a:lnTo>
                  <a:lnTo>
                    <a:pt x="1757664" y="1101360"/>
                  </a:lnTo>
                  <a:lnTo>
                    <a:pt x="1758946" y="1241210"/>
                  </a:lnTo>
                  <a:lnTo>
                    <a:pt x="1760228" y="1306539"/>
                  </a:lnTo>
                  <a:lnTo>
                    <a:pt x="1761510" y="1325909"/>
                  </a:lnTo>
                  <a:lnTo>
                    <a:pt x="1762791" y="1322887"/>
                  </a:lnTo>
                  <a:lnTo>
                    <a:pt x="1764073" y="1273320"/>
                  </a:lnTo>
                  <a:lnTo>
                    <a:pt x="1765355" y="1199874"/>
                  </a:lnTo>
                  <a:lnTo>
                    <a:pt x="1766637" y="1106836"/>
                  </a:lnTo>
                  <a:lnTo>
                    <a:pt x="1767919" y="1052566"/>
                  </a:lnTo>
                  <a:lnTo>
                    <a:pt x="1769201" y="1076150"/>
                  </a:lnTo>
                  <a:lnTo>
                    <a:pt x="1770483" y="1108804"/>
                  </a:lnTo>
                  <a:lnTo>
                    <a:pt x="1771764" y="1137877"/>
                  </a:lnTo>
                  <a:lnTo>
                    <a:pt x="1773046" y="1137877"/>
                  </a:lnTo>
                  <a:lnTo>
                    <a:pt x="1774328" y="1137877"/>
                  </a:lnTo>
                  <a:lnTo>
                    <a:pt x="1775610" y="1101500"/>
                  </a:lnTo>
                  <a:lnTo>
                    <a:pt x="1776892" y="1029492"/>
                  </a:lnTo>
                  <a:lnTo>
                    <a:pt x="1778174" y="1068554"/>
                  </a:lnTo>
                  <a:lnTo>
                    <a:pt x="1779455" y="1121378"/>
                  </a:lnTo>
                  <a:lnTo>
                    <a:pt x="1780737" y="1140099"/>
                  </a:lnTo>
                  <a:lnTo>
                    <a:pt x="1782019" y="1158557"/>
                  </a:lnTo>
                  <a:lnTo>
                    <a:pt x="1783301" y="1161243"/>
                  </a:lnTo>
                  <a:lnTo>
                    <a:pt x="1784583" y="1229789"/>
                  </a:lnTo>
                  <a:lnTo>
                    <a:pt x="1785865" y="1320520"/>
                  </a:lnTo>
                  <a:lnTo>
                    <a:pt x="1787146" y="1336986"/>
                  </a:lnTo>
                  <a:lnTo>
                    <a:pt x="1788428" y="1370131"/>
                  </a:lnTo>
                  <a:lnTo>
                    <a:pt x="1789710" y="1365881"/>
                  </a:lnTo>
                  <a:lnTo>
                    <a:pt x="1790992" y="1347823"/>
                  </a:lnTo>
                  <a:lnTo>
                    <a:pt x="1792274" y="1347823"/>
                  </a:lnTo>
                  <a:lnTo>
                    <a:pt x="1793556" y="1347823"/>
                  </a:lnTo>
                  <a:lnTo>
                    <a:pt x="1794838" y="1396308"/>
                  </a:lnTo>
                  <a:lnTo>
                    <a:pt x="1796119" y="1553090"/>
                  </a:lnTo>
                  <a:lnTo>
                    <a:pt x="1797401" y="1646186"/>
                  </a:lnTo>
                  <a:lnTo>
                    <a:pt x="1798683" y="1561047"/>
                  </a:lnTo>
                  <a:lnTo>
                    <a:pt x="1799965" y="1578532"/>
                  </a:lnTo>
                  <a:lnTo>
                    <a:pt x="1801247" y="1446972"/>
                  </a:lnTo>
                  <a:lnTo>
                    <a:pt x="1802529" y="1501713"/>
                  </a:lnTo>
                  <a:lnTo>
                    <a:pt x="1803810" y="1470282"/>
                  </a:lnTo>
                  <a:lnTo>
                    <a:pt x="1805092" y="1434065"/>
                  </a:lnTo>
                  <a:lnTo>
                    <a:pt x="1806374" y="1321427"/>
                  </a:lnTo>
                  <a:lnTo>
                    <a:pt x="1807656" y="1353793"/>
                  </a:lnTo>
                  <a:lnTo>
                    <a:pt x="1808938" y="1351025"/>
                  </a:lnTo>
                  <a:lnTo>
                    <a:pt x="1810220" y="1373551"/>
                  </a:lnTo>
                  <a:lnTo>
                    <a:pt x="1811502" y="1342801"/>
                  </a:lnTo>
                  <a:lnTo>
                    <a:pt x="1812783" y="1318810"/>
                  </a:lnTo>
                  <a:lnTo>
                    <a:pt x="1814065" y="1283377"/>
                  </a:lnTo>
                  <a:lnTo>
                    <a:pt x="1815347" y="1121842"/>
                  </a:lnTo>
                  <a:lnTo>
                    <a:pt x="1816629" y="1103607"/>
                  </a:lnTo>
                  <a:lnTo>
                    <a:pt x="1817911" y="1235932"/>
                  </a:lnTo>
                  <a:lnTo>
                    <a:pt x="1819193" y="1205592"/>
                  </a:lnTo>
                  <a:lnTo>
                    <a:pt x="1820474" y="1200786"/>
                  </a:lnTo>
                  <a:lnTo>
                    <a:pt x="1821756" y="1177340"/>
                  </a:lnTo>
                  <a:lnTo>
                    <a:pt x="1823038" y="1143151"/>
                  </a:lnTo>
                  <a:lnTo>
                    <a:pt x="1824320" y="1157405"/>
                  </a:lnTo>
                  <a:lnTo>
                    <a:pt x="1825602" y="1199085"/>
                  </a:lnTo>
                  <a:lnTo>
                    <a:pt x="1826884" y="1143222"/>
                  </a:lnTo>
                  <a:lnTo>
                    <a:pt x="1828165" y="1113202"/>
                  </a:lnTo>
                  <a:lnTo>
                    <a:pt x="1829447" y="1102664"/>
                  </a:lnTo>
                  <a:lnTo>
                    <a:pt x="1830729" y="1117205"/>
                  </a:lnTo>
                  <a:lnTo>
                    <a:pt x="1832011" y="1109228"/>
                  </a:lnTo>
                  <a:lnTo>
                    <a:pt x="1833293" y="1094885"/>
                  </a:lnTo>
                  <a:lnTo>
                    <a:pt x="1834575" y="1148853"/>
                  </a:lnTo>
                  <a:lnTo>
                    <a:pt x="1835857" y="1144625"/>
                  </a:lnTo>
                  <a:lnTo>
                    <a:pt x="1837138" y="1137284"/>
                  </a:lnTo>
                  <a:lnTo>
                    <a:pt x="1838420" y="1120514"/>
                  </a:lnTo>
                  <a:lnTo>
                    <a:pt x="1839702" y="1198065"/>
                  </a:lnTo>
                  <a:lnTo>
                    <a:pt x="1840984" y="1167924"/>
                  </a:lnTo>
                  <a:lnTo>
                    <a:pt x="1842266" y="1202152"/>
                  </a:lnTo>
                  <a:lnTo>
                    <a:pt x="1843548" y="1223583"/>
                  </a:lnTo>
                  <a:lnTo>
                    <a:pt x="1844829" y="1259857"/>
                  </a:lnTo>
                  <a:lnTo>
                    <a:pt x="1846111" y="1239394"/>
                  </a:lnTo>
                  <a:lnTo>
                    <a:pt x="1847393" y="1270986"/>
                  </a:lnTo>
                  <a:lnTo>
                    <a:pt x="1848675" y="1260277"/>
                  </a:lnTo>
                  <a:lnTo>
                    <a:pt x="1849957" y="1217678"/>
                  </a:lnTo>
                  <a:lnTo>
                    <a:pt x="1851239" y="1214935"/>
                  </a:lnTo>
                  <a:lnTo>
                    <a:pt x="1852521" y="1197725"/>
                  </a:lnTo>
                  <a:lnTo>
                    <a:pt x="1853802" y="1233234"/>
                  </a:lnTo>
                  <a:lnTo>
                    <a:pt x="1855084" y="1231105"/>
                  </a:lnTo>
                  <a:lnTo>
                    <a:pt x="1856366" y="1224763"/>
                  </a:lnTo>
                  <a:lnTo>
                    <a:pt x="1857648" y="1220991"/>
                  </a:lnTo>
                  <a:lnTo>
                    <a:pt x="1858930" y="1223503"/>
                  </a:lnTo>
                  <a:lnTo>
                    <a:pt x="1860212" y="1219739"/>
                  </a:lnTo>
                  <a:lnTo>
                    <a:pt x="1861493" y="1240843"/>
                  </a:lnTo>
                  <a:lnTo>
                    <a:pt x="1862775" y="1282049"/>
                  </a:lnTo>
                  <a:lnTo>
                    <a:pt x="1864057" y="1316777"/>
                  </a:lnTo>
                  <a:lnTo>
                    <a:pt x="1865339" y="1363257"/>
                  </a:lnTo>
                  <a:lnTo>
                    <a:pt x="1866621" y="1424094"/>
                  </a:lnTo>
                  <a:lnTo>
                    <a:pt x="1867903" y="1432804"/>
                  </a:lnTo>
                  <a:lnTo>
                    <a:pt x="1869185" y="1465156"/>
                  </a:lnTo>
                  <a:lnTo>
                    <a:pt x="1870466" y="1379063"/>
                  </a:lnTo>
                  <a:lnTo>
                    <a:pt x="1871748" y="1275785"/>
                  </a:lnTo>
                  <a:lnTo>
                    <a:pt x="1873030" y="1125294"/>
                  </a:lnTo>
                  <a:lnTo>
                    <a:pt x="1874312" y="1129382"/>
                  </a:lnTo>
                  <a:lnTo>
                    <a:pt x="1875594" y="1148953"/>
                  </a:lnTo>
                  <a:lnTo>
                    <a:pt x="1876876" y="1208819"/>
                  </a:lnTo>
                  <a:lnTo>
                    <a:pt x="1878157" y="1221764"/>
                  </a:lnTo>
                  <a:lnTo>
                    <a:pt x="1879439" y="1205458"/>
                  </a:lnTo>
                  <a:lnTo>
                    <a:pt x="1880721" y="1222864"/>
                  </a:lnTo>
                  <a:lnTo>
                    <a:pt x="1882003" y="1211924"/>
                  </a:lnTo>
                  <a:lnTo>
                    <a:pt x="1883285" y="1154235"/>
                  </a:lnTo>
                  <a:lnTo>
                    <a:pt x="1884567" y="1140675"/>
                  </a:lnTo>
                  <a:lnTo>
                    <a:pt x="1885848" y="1136858"/>
                  </a:lnTo>
                  <a:lnTo>
                    <a:pt x="1887130" y="1103607"/>
                  </a:lnTo>
                  <a:lnTo>
                    <a:pt x="1888412" y="1105405"/>
                  </a:lnTo>
                  <a:lnTo>
                    <a:pt x="1889694" y="1112652"/>
                  </a:lnTo>
                  <a:lnTo>
                    <a:pt x="1890976" y="1119992"/>
                  </a:lnTo>
                  <a:lnTo>
                    <a:pt x="1892258" y="1150328"/>
                  </a:lnTo>
                  <a:lnTo>
                    <a:pt x="1893540" y="1138763"/>
                  </a:lnTo>
                  <a:lnTo>
                    <a:pt x="1894821" y="1103607"/>
                  </a:lnTo>
                  <a:lnTo>
                    <a:pt x="1896103" y="1100029"/>
                  </a:lnTo>
                  <a:lnTo>
                    <a:pt x="1897385" y="1268434"/>
                  </a:lnTo>
                  <a:lnTo>
                    <a:pt x="1898667" y="1249023"/>
                  </a:lnTo>
                  <a:lnTo>
                    <a:pt x="1899949" y="1160033"/>
                  </a:lnTo>
                  <a:lnTo>
                    <a:pt x="1901231" y="1085940"/>
                  </a:lnTo>
                  <a:lnTo>
                    <a:pt x="1902512" y="1079636"/>
                  </a:lnTo>
                  <a:lnTo>
                    <a:pt x="1903794" y="1074641"/>
                  </a:lnTo>
                  <a:lnTo>
                    <a:pt x="1905076" y="1028096"/>
                  </a:lnTo>
                  <a:lnTo>
                    <a:pt x="1906358" y="1029243"/>
                  </a:lnTo>
                  <a:lnTo>
                    <a:pt x="1907640" y="1040847"/>
                  </a:lnTo>
                  <a:lnTo>
                    <a:pt x="1908922" y="1049111"/>
                  </a:lnTo>
                  <a:lnTo>
                    <a:pt x="1910204" y="1167337"/>
                  </a:lnTo>
                  <a:lnTo>
                    <a:pt x="1911485" y="1281228"/>
                  </a:lnTo>
                  <a:lnTo>
                    <a:pt x="1912767" y="1285671"/>
                  </a:lnTo>
                  <a:lnTo>
                    <a:pt x="1914049" y="1328870"/>
                  </a:lnTo>
                  <a:lnTo>
                    <a:pt x="1915331" y="1283822"/>
                  </a:lnTo>
                  <a:lnTo>
                    <a:pt x="1916613" y="1303026"/>
                  </a:lnTo>
                  <a:lnTo>
                    <a:pt x="1917895" y="1297311"/>
                  </a:lnTo>
                  <a:lnTo>
                    <a:pt x="1919176" y="1332486"/>
                  </a:lnTo>
                  <a:lnTo>
                    <a:pt x="1920458" y="1389157"/>
                  </a:lnTo>
                  <a:lnTo>
                    <a:pt x="1921740" y="1341956"/>
                  </a:lnTo>
                  <a:lnTo>
                    <a:pt x="1923022" y="1351065"/>
                  </a:lnTo>
                  <a:lnTo>
                    <a:pt x="1924304" y="1326134"/>
                  </a:lnTo>
                  <a:lnTo>
                    <a:pt x="1925586" y="1311085"/>
                  </a:lnTo>
                  <a:lnTo>
                    <a:pt x="1926867" y="1261771"/>
                  </a:lnTo>
                  <a:lnTo>
                    <a:pt x="1928149" y="1193316"/>
                  </a:lnTo>
                  <a:lnTo>
                    <a:pt x="1929431" y="1147735"/>
                  </a:lnTo>
                  <a:lnTo>
                    <a:pt x="1930713" y="1146122"/>
                  </a:lnTo>
                  <a:lnTo>
                    <a:pt x="1931995" y="1100819"/>
                  </a:lnTo>
                  <a:lnTo>
                    <a:pt x="1933277" y="1051977"/>
                  </a:lnTo>
                  <a:lnTo>
                    <a:pt x="1934559" y="1066874"/>
                  </a:lnTo>
                  <a:lnTo>
                    <a:pt x="1935840" y="1039851"/>
                  </a:lnTo>
                  <a:lnTo>
                    <a:pt x="1937122" y="1031065"/>
                  </a:lnTo>
                  <a:lnTo>
                    <a:pt x="1938404" y="959815"/>
                  </a:lnTo>
                  <a:lnTo>
                    <a:pt x="1939686" y="1011686"/>
                  </a:lnTo>
                  <a:lnTo>
                    <a:pt x="1940968" y="924528"/>
                  </a:lnTo>
                  <a:lnTo>
                    <a:pt x="1942250" y="935293"/>
                  </a:lnTo>
                  <a:lnTo>
                    <a:pt x="1943531" y="856548"/>
                  </a:lnTo>
                  <a:lnTo>
                    <a:pt x="1944813" y="880384"/>
                  </a:lnTo>
                  <a:lnTo>
                    <a:pt x="1946095" y="901452"/>
                  </a:lnTo>
                  <a:lnTo>
                    <a:pt x="1947377" y="984126"/>
                  </a:lnTo>
                  <a:lnTo>
                    <a:pt x="1948659" y="1035959"/>
                  </a:lnTo>
                  <a:lnTo>
                    <a:pt x="1949941" y="1057083"/>
                  </a:lnTo>
                  <a:lnTo>
                    <a:pt x="1951223" y="1203795"/>
                  </a:lnTo>
                  <a:lnTo>
                    <a:pt x="1952504" y="1210008"/>
                  </a:lnTo>
                  <a:lnTo>
                    <a:pt x="1953786" y="1225951"/>
                  </a:lnTo>
                  <a:lnTo>
                    <a:pt x="1955068" y="1240699"/>
                  </a:lnTo>
                  <a:lnTo>
                    <a:pt x="1956350" y="1257543"/>
                  </a:lnTo>
                  <a:lnTo>
                    <a:pt x="1957632" y="1242362"/>
                  </a:lnTo>
                  <a:lnTo>
                    <a:pt x="1958914" y="1214736"/>
                  </a:lnTo>
                  <a:lnTo>
                    <a:pt x="1960195" y="1166085"/>
                  </a:lnTo>
                  <a:lnTo>
                    <a:pt x="1961477" y="1129382"/>
                  </a:lnTo>
                  <a:lnTo>
                    <a:pt x="1962759" y="1073400"/>
                  </a:lnTo>
                  <a:lnTo>
                    <a:pt x="1964041" y="1024667"/>
                  </a:lnTo>
                  <a:lnTo>
                    <a:pt x="1965323" y="1001221"/>
                  </a:lnTo>
                  <a:lnTo>
                    <a:pt x="1966605" y="1013383"/>
                  </a:lnTo>
                  <a:lnTo>
                    <a:pt x="1967887" y="1128990"/>
                  </a:lnTo>
                  <a:lnTo>
                    <a:pt x="1969168" y="1156909"/>
                  </a:lnTo>
                  <a:lnTo>
                    <a:pt x="1970450" y="1091719"/>
                  </a:lnTo>
                  <a:lnTo>
                    <a:pt x="1971732" y="1110596"/>
                  </a:lnTo>
                  <a:lnTo>
                    <a:pt x="1973014" y="1114772"/>
                  </a:lnTo>
                  <a:lnTo>
                    <a:pt x="1974296" y="1149084"/>
                  </a:lnTo>
                  <a:lnTo>
                    <a:pt x="1975578" y="1143140"/>
                  </a:lnTo>
                  <a:lnTo>
                    <a:pt x="1976859" y="1183905"/>
                  </a:lnTo>
                  <a:lnTo>
                    <a:pt x="1978141" y="1165048"/>
                  </a:lnTo>
                  <a:lnTo>
                    <a:pt x="1979423" y="1173675"/>
                  </a:lnTo>
                  <a:lnTo>
                    <a:pt x="1980705" y="1183168"/>
                  </a:lnTo>
                  <a:lnTo>
                    <a:pt x="1981987" y="1214180"/>
                  </a:lnTo>
                  <a:lnTo>
                    <a:pt x="1983269" y="1218863"/>
                  </a:lnTo>
                  <a:lnTo>
                    <a:pt x="1984550" y="1255251"/>
                  </a:lnTo>
                  <a:lnTo>
                    <a:pt x="1985832" y="1267059"/>
                  </a:lnTo>
                  <a:lnTo>
                    <a:pt x="1987114" y="1249437"/>
                  </a:lnTo>
                  <a:lnTo>
                    <a:pt x="1988396" y="1237744"/>
                  </a:lnTo>
                  <a:lnTo>
                    <a:pt x="1989678" y="1229179"/>
                  </a:lnTo>
                  <a:lnTo>
                    <a:pt x="1990960" y="1157510"/>
                  </a:lnTo>
                  <a:lnTo>
                    <a:pt x="1992242" y="1106707"/>
                  </a:lnTo>
                  <a:lnTo>
                    <a:pt x="1993523" y="1105802"/>
                  </a:lnTo>
                  <a:lnTo>
                    <a:pt x="1994805" y="996861"/>
                  </a:lnTo>
                  <a:lnTo>
                    <a:pt x="1996087" y="986281"/>
                  </a:lnTo>
                  <a:lnTo>
                    <a:pt x="1997369" y="996251"/>
                  </a:lnTo>
                  <a:lnTo>
                    <a:pt x="1998651" y="1006396"/>
                  </a:lnTo>
                  <a:lnTo>
                    <a:pt x="1999933" y="987380"/>
                  </a:lnTo>
                  <a:lnTo>
                    <a:pt x="2001214" y="930757"/>
                  </a:lnTo>
                  <a:lnTo>
                    <a:pt x="2002496" y="811655"/>
                  </a:lnTo>
                  <a:lnTo>
                    <a:pt x="2003778" y="790459"/>
                  </a:lnTo>
                  <a:lnTo>
                    <a:pt x="2005060" y="774048"/>
                  </a:lnTo>
                  <a:lnTo>
                    <a:pt x="2006342" y="775060"/>
                  </a:lnTo>
                  <a:lnTo>
                    <a:pt x="2007624" y="797789"/>
                  </a:lnTo>
                  <a:lnTo>
                    <a:pt x="2008906" y="807353"/>
                  </a:lnTo>
                  <a:lnTo>
                    <a:pt x="2010187" y="807353"/>
                  </a:lnTo>
                  <a:lnTo>
                    <a:pt x="2011469" y="929845"/>
                  </a:lnTo>
                  <a:lnTo>
                    <a:pt x="2012751" y="1107872"/>
                  </a:lnTo>
                  <a:lnTo>
                    <a:pt x="2014033" y="1024030"/>
                  </a:lnTo>
                  <a:lnTo>
                    <a:pt x="2015315" y="1076135"/>
                  </a:lnTo>
                  <a:lnTo>
                    <a:pt x="2016597" y="1038253"/>
                  </a:lnTo>
                  <a:lnTo>
                    <a:pt x="2017878" y="1017879"/>
                  </a:lnTo>
                  <a:lnTo>
                    <a:pt x="2019160" y="974162"/>
                  </a:lnTo>
                  <a:lnTo>
                    <a:pt x="2020442" y="958676"/>
                  </a:lnTo>
                  <a:lnTo>
                    <a:pt x="2021724" y="936871"/>
                  </a:lnTo>
                  <a:lnTo>
                    <a:pt x="2023006" y="913934"/>
                  </a:lnTo>
                  <a:lnTo>
                    <a:pt x="2024288" y="892496"/>
                  </a:lnTo>
                  <a:lnTo>
                    <a:pt x="2025569" y="915864"/>
                  </a:lnTo>
                  <a:lnTo>
                    <a:pt x="2026851" y="868258"/>
                  </a:lnTo>
                  <a:lnTo>
                    <a:pt x="2028133" y="844433"/>
                  </a:lnTo>
                  <a:lnTo>
                    <a:pt x="2029415" y="863531"/>
                  </a:lnTo>
                  <a:lnTo>
                    <a:pt x="2030697" y="910697"/>
                  </a:lnTo>
                  <a:lnTo>
                    <a:pt x="2031979" y="811437"/>
                  </a:lnTo>
                  <a:lnTo>
                    <a:pt x="2033261" y="847335"/>
                  </a:lnTo>
                  <a:lnTo>
                    <a:pt x="2034542" y="845145"/>
                  </a:lnTo>
                  <a:lnTo>
                    <a:pt x="2035824" y="745818"/>
                  </a:lnTo>
                  <a:lnTo>
                    <a:pt x="2037106" y="758582"/>
                  </a:lnTo>
                  <a:lnTo>
                    <a:pt x="2038388" y="814256"/>
                  </a:lnTo>
                  <a:lnTo>
                    <a:pt x="2039670" y="858584"/>
                  </a:lnTo>
                  <a:lnTo>
                    <a:pt x="2040952" y="886564"/>
                  </a:lnTo>
                  <a:lnTo>
                    <a:pt x="2042233" y="928370"/>
                  </a:lnTo>
                  <a:lnTo>
                    <a:pt x="2043515" y="960066"/>
                  </a:lnTo>
                  <a:lnTo>
                    <a:pt x="2044797" y="945983"/>
                  </a:lnTo>
                  <a:lnTo>
                    <a:pt x="2046079" y="1011152"/>
                  </a:lnTo>
                  <a:lnTo>
                    <a:pt x="2047361" y="1061127"/>
                  </a:lnTo>
                  <a:lnTo>
                    <a:pt x="2048643" y="1077133"/>
                  </a:lnTo>
                  <a:lnTo>
                    <a:pt x="2049925" y="1091741"/>
                  </a:lnTo>
                  <a:lnTo>
                    <a:pt x="2051206" y="1113619"/>
                  </a:lnTo>
                  <a:lnTo>
                    <a:pt x="2052488" y="1146358"/>
                  </a:lnTo>
                  <a:lnTo>
                    <a:pt x="2053770" y="1029613"/>
                  </a:lnTo>
                  <a:lnTo>
                    <a:pt x="2055052" y="1085934"/>
                  </a:lnTo>
                  <a:lnTo>
                    <a:pt x="2056334" y="1134960"/>
                  </a:lnTo>
                  <a:lnTo>
                    <a:pt x="2057616" y="1158169"/>
                  </a:lnTo>
                  <a:lnTo>
                    <a:pt x="2058897" y="1114479"/>
                  </a:lnTo>
                  <a:lnTo>
                    <a:pt x="2060179" y="1142592"/>
                  </a:lnTo>
                  <a:lnTo>
                    <a:pt x="2061461" y="1138763"/>
                  </a:lnTo>
                  <a:lnTo>
                    <a:pt x="2062743" y="1075585"/>
                  </a:lnTo>
                  <a:lnTo>
                    <a:pt x="2064025" y="1112652"/>
                  </a:lnTo>
                  <a:lnTo>
                    <a:pt x="2065307" y="1118148"/>
                  </a:lnTo>
                  <a:lnTo>
                    <a:pt x="2066588" y="1114479"/>
                  </a:lnTo>
                  <a:lnTo>
                    <a:pt x="2067870" y="1103607"/>
                  </a:lnTo>
                  <a:lnTo>
                    <a:pt x="2069152" y="1250114"/>
                  </a:lnTo>
                  <a:lnTo>
                    <a:pt x="2070434" y="1238705"/>
                  </a:lnTo>
                  <a:lnTo>
                    <a:pt x="2071716" y="1208427"/>
                  </a:lnTo>
                  <a:lnTo>
                    <a:pt x="2072998" y="1253562"/>
                  </a:lnTo>
                  <a:lnTo>
                    <a:pt x="2074280" y="1243034"/>
                  </a:lnTo>
                  <a:lnTo>
                    <a:pt x="2075561" y="1292099"/>
                  </a:lnTo>
                  <a:lnTo>
                    <a:pt x="2076843" y="1335357"/>
                  </a:lnTo>
                  <a:lnTo>
                    <a:pt x="2078125" y="1403099"/>
                  </a:lnTo>
                  <a:lnTo>
                    <a:pt x="2079407" y="1429900"/>
                  </a:lnTo>
                  <a:lnTo>
                    <a:pt x="2080689" y="1423770"/>
                  </a:lnTo>
                  <a:lnTo>
                    <a:pt x="2081971" y="1400416"/>
                  </a:lnTo>
                  <a:lnTo>
                    <a:pt x="2083252" y="1392126"/>
                  </a:lnTo>
                  <a:lnTo>
                    <a:pt x="2084534" y="1412408"/>
                  </a:lnTo>
                  <a:lnTo>
                    <a:pt x="2085816" y="1401504"/>
                  </a:lnTo>
                  <a:lnTo>
                    <a:pt x="2087098" y="1400869"/>
                  </a:lnTo>
                  <a:lnTo>
                    <a:pt x="2088380" y="1391428"/>
                  </a:lnTo>
                  <a:lnTo>
                    <a:pt x="2089662" y="1382753"/>
                  </a:lnTo>
                  <a:lnTo>
                    <a:pt x="2090944" y="1360440"/>
                  </a:lnTo>
                  <a:lnTo>
                    <a:pt x="2092225" y="1362811"/>
                  </a:lnTo>
                  <a:lnTo>
                    <a:pt x="2093507" y="1340673"/>
                  </a:lnTo>
                  <a:lnTo>
                    <a:pt x="2094789" y="1302001"/>
                  </a:lnTo>
                  <a:lnTo>
                    <a:pt x="2096071" y="1289842"/>
                  </a:lnTo>
                  <a:lnTo>
                    <a:pt x="2097353" y="1253329"/>
                  </a:lnTo>
                  <a:lnTo>
                    <a:pt x="2098635" y="1181488"/>
                  </a:lnTo>
                  <a:lnTo>
                    <a:pt x="2099916" y="1185536"/>
                  </a:lnTo>
                  <a:lnTo>
                    <a:pt x="2101198" y="1183508"/>
                  </a:lnTo>
                  <a:lnTo>
                    <a:pt x="2102480" y="1149322"/>
                  </a:lnTo>
                  <a:lnTo>
                    <a:pt x="2103762" y="1143724"/>
                  </a:lnTo>
                  <a:lnTo>
                    <a:pt x="2105044" y="1087768"/>
                  </a:lnTo>
                  <a:lnTo>
                    <a:pt x="2106326" y="1073476"/>
                  </a:lnTo>
                  <a:lnTo>
                    <a:pt x="2107608" y="1055744"/>
                  </a:lnTo>
                  <a:lnTo>
                    <a:pt x="2108889" y="1059531"/>
                  </a:lnTo>
                  <a:lnTo>
                    <a:pt x="2110171" y="1094796"/>
                  </a:lnTo>
                  <a:lnTo>
                    <a:pt x="2111453" y="1116939"/>
                  </a:lnTo>
                  <a:lnTo>
                    <a:pt x="2112735" y="1085568"/>
                  </a:lnTo>
                  <a:lnTo>
                    <a:pt x="2114017" y="1085505"/>
                  </a:lnTo>
                  <a:lnTo>
                    <a:pt x="2115299" y="1100341"/>
                  </a:lnTo>
                  <a:lnTo>
                    <a:pt x="2116580" y="1130439"/>
                  </a:lnTo>
                  <a:lnTo>
                    <a:pt x="2117862" y="1150579"/>
                  </a:lnTo>
                  <a:lnTo>
                    <a:pt x="2119144" y="1094393"/>
                  </a:lnTo>
                  <a:lnTo>
                    <a:pt x="2120426" y="1113126"/>
                  </a:lnTo>
                  <a:lnTo>
                    <a:pt x="2121708" y="1062059"/>
                  </a:lnTo>
                  <a:lnTo>
                    <a:pt x="2122990" y="981859"/>
                  </a:lnTo>
                  <a:lnTo>
                    <a:pt x="2124271" y="1036532"/>
                  </a:lnTo>
                  <a:lnTo>
                    <a:pt x="2125553" y="1066278"/>
                  </a:lnTo>
                  <a:lnTo>
                    <a:pt x="2126835" y="1098769"/>
                  </a:lnTo>
                  <a:lnTo>
                    <a:pt x="2128117" y="1109878"/>
                  </a:lnTo>
                  <a:lnTo>
                    <a:pt x="2129399" y="1106806"/>
                  </a:lnTo>
                  <a:lnTo>
                    <a:pt x="2130681" y="1105280"/>
                  </a:lnTo>
                  <a:lnTo>
                    <a:pt x="2131963" y="1153113"/>
                  </a:lnTo>
                  <a:lnTo>
                    <a:pt x="2133244" y="1196006"/>
                  </a:lnTo>
                  <a:lnTo>
                    <a:pt x="2134526" y="1219516"/>
                  </a:lnTo>
                  <a:lnTo>
                    <a:pt x="2135808" y="1259255"/>
                  </a:lnTo>
                  <a:lnTo>
                    <a:pt x="2137090" y="1313140"/>
                  </a:lnTo>
                  <a:lnTo>
                    <a:pt x="2138372" y="1362259"/>
                  </a:lnTo>
                  <a:lnTo>
                    <a:pt x="2139654" y="1364314"/>
                  </a:lnTo>
                  <a:lnTo>
                    <a:pt x="2140935" y="1448406"/>
                  </a:lnTo>
                  <a:lnTo>
                    <a:pt x="2142217" y="1450795"/>
                  </a:lnTo>
                  <a:lnTo>
                    <a:pt x="2143499" y="1450795"/>
                  </a:lnTo>
                  <a:lnTo>
                    <a:pt x="2144781" y="1450795"/>
                  </a:lnTo>
                  <a:lnTo>
                    <a:pt x="2146063" y="1480255"/>
                  </a:lnTo>
                  <a:lnTo>
                    <a:pt x="2147345" y="1473288"/>
                  </a:lnTo>
                  <a:lnTo>
                    <a:pt x="2148627" y="1479362"/>
                  </a:lnTo>
                  <a:lnTo>
                    <a:pt x="2149908" y="1316206"/>
                  </a:lnTo>
                  <a:lnTo>
                    <a:pt x="2151190" y="1283377"/>
                  </a:lnTo>
                  <a:lnTo>
                    <a:pt x="2152472" y="1250003"/>
                  </a:lnTo>
                  <a:lnTo>
                    <a:pt x="2153754" y="1256993"/>
                  </a:lnTo>
                  <a:lnTo>
                    <a:pt x="2155036" y="1243097"/>
                  </a:lnTo>
                  <a:lnTo>
                    <a:pt x="2156318" y="1368476"/>
                  </a:lnTo>
                  <a:lnTo>
                    <a:pt x="2157599" y="1339006"/>
                  </a:lnTo>
                  <a:lnTo>
                    <a:pt x="2158881" y="1438549"/>
                  </a:lnTo>
                  <a:lnTo>
                    <a:pt x="2160163" y="1400226"/>
                  </a:lnTo>
                  <a:lnTo>
                    <a:pt x="2161445" y="1345896"/>
                  </a:lnTo>
                  <a:lnTo>
                    <a:pt x="2162727" y="1318025"/>
                  </a:lnTo>
                  <a:lnTo>
                    <a:pt x="2164009" y="1387381"/>
                  </a:lnTo>
                  <a:lnTo>
                    <a:pt x="2165290" y="1370131"/>
                  </a:lnTo>
                  <a:lnTo>
                    <a:pt x="2166572" y="1368711"/>
                  </a:lnTo>
                  <a:lnTo>
                    <a:pt x="2167854" y="1347823"/>
                  </a:lnTo>
                  <a:lnTo>
                    <a:pt x="2169136" y="1349192"/>
                  </a:lnTo>
                  <a:lnTo>
                    <a:pt x="2170418" y="1299332"/>
                  </a:lnTo>
                  <a:lnTo>
                    <a:pt x="2171700" y="1296824"/>
                  </a:lnTo>
                  <a:lnTo>
                    <a:pt x="2172982" y="1331278"/>
                  </a:lnTo>
                  <a:lnTo>
                    <a:pt x="2174263" y="1333696"/>
                  </a:lnTo>
                  <a:lnTo>
                    <a:pt x="2175545" y="1353418"/>
                  </a:lnTo>
                  <a:lnTo>
                    <a:pt x="2176827" y="1313326"/>
                  </a:lnTo>
                  <a:lnTo>
                    <a:pt x="2178109" y="1318296"/>
                  </a:lnTo>
                  <a:lnTo>
                    <a:pt x="2179391" y="1348428"/>
                  </a:lnTo>
                  <a:lnTo>
                    <a:pt x="2180673" y="1264659"/>
                  </a:lnTo>
                  <a:lnTo>
                    <a:pt x="2181954" y="1294936"/>
                  </a:lnTo>
                  <a:lnTo>
                    <a:pt x="2183236" y="1301271"/>
                  </a:lnTo>
                  <a:lnTo>
                    <a:pt x="2184518" y="1192942"/>
                  </a:lnTo>
                  <a:lnTo>
                    <a:pt x="2185800" y="1206857"/>
                  </a:lnTo>
                  <a:lnTo>
                    <a:pt x="2187082" y="1217918"/>
                  </a:lnTo>
                  <a:lnTo>
                    <a:pt x="2188364" y="1267892"/>
                  </a:lnTo>
                  <a:lnTo>
                    <a:pt x="2189646" y="1338157"/>
                  </a:lnTo>
                  <a:lnTo>
                    <a:pt x="2190927" y="1309343"/>
                  </a:lnTo>
                  <a:lnTo>
                    <a:pt x="2192209" y="1305501"/>
                  </a:lnTo>
                  <a:lnTo>
                    <a:pt x="2193491" y="1272035"/>
                  </a:lnTo>
                  <a:lnTo>
                    <a:pt x="2194773" y="1233614"/>
                  </a:lnTo>
                  <a:lnTo>
                    <a:pt x="2196055" y="1249023"/>
                  </a:lnTo>
                  <a:lnTo>
                    <a:pt x="2197337" y="1286669"/>
                  </a:lnTo>
                  <a:lnTo>
                    <a:pt x="2198618" y="1266642"/>
                  </a:lnTo>
                  <a:lnTo>
                    <a:pt x="2199900" y="1252503"/>
                  </a:lnTo>
                  <a:lnTo>
                    <a:pt x="2201182" y="1351657"/>
                  </a:lnTo>
                  <a:lnTo>
                    <a:pt x="2202464" y="1309027"/>
                  </a:lnTo>
                  <a:lnTo>
                    <a:pt x="2203746" y="1333819"/>
                  </a:lnTo>
                  <a:lnTo>
                    <a:pt x="2205028" y="1232942"/>
                  </a:lnTo>
                  <a:lnTo>
                    <a:pt x="2206309" y="1264166"/>
                  </a:lnTo>
                  <a:lnTo>
                    <a:pt x="2207591" y="1243087"/>
                  </a:lnTo>
                  <a:lnTo>
                    <a:pt x="2208873" y="1304676"/>
                  </a:lnTo>
                  <a:lnTo>
                    <a:pt x="2210155" y="1345781"/>
                  </a:lnTo>
                  <a:lnTo>
                    <a:pt x="2211437" y="1373803"/>
                  </a:lnTo>
                  <a:lnTo>
                    <a:pt x="2212719" y="1396329"/>
                  </a:lnTo>
                  <a:lnTo>
                    <a:pt x="2214001" y="1409106"/>
                  </a:lnTo>
                  <a:lnTo>
                    <a:pt x="2215282" y="1396329"/>
                  </a:lnTo>
                  <a:lnTo>
                    <a:pt x="2216564" y="1396329"/>
                  </a:lnTo>
                  <a:lnTo>
                    <a:pt x="2217846" y="1403263"/>
                  </a:lnTo>
                  <a:lnTo>
                    <a:pt x="2219128" y="1429428"/>
                  </a:lnTo>
                  <a:lnTo>
                    <a:pt x="2220410" y="1401589"/>
                  </a:lnTo>
                  <a:lnTo>
                    <a:pt x="2221692" y="1385479"/>
                  </a:lnTo>
                  <a:lnTo>
                    <a:pt x="2222973" y="1396584"/>
                  </a:lnTo>
                  <a:lnTo>
                    <a:pt x="2224255" y="1459137"/>
                  </a:lnTo>
                  <a:lnTo>
                    <a:pt x="2225537" y="1460647"/>
                  </a:lnTo>
                  <a:lnTo>
                    <a:pt x="2226819" y="1414446"/>
                  </a:lnTo>
                  <a:lnTo>
                    <a:pt x="2228101" y="1324102"/>
                  </a:lnTo>
                  <a:lnTo>
                    <a:pt x="2229383" y="1351657"/>
                  </a:lnTo>
                  <a:lnTo>
                    <a:pt x="2230665" y="1250746"/>
                  </a:lnTo>
                  <a:lnTo>
                    <a:pt x="2231946" y="1237389"/>
                  </a:lnTo>
                  <a:lnTo>
                    <a:pt x="2233228" y="1134878"/>
                  </a:lnTo>
                  <a:lnTo>
                    <a:pt x="2234510" y="1087209"/>
                  </a:lnTo>
                  <a:lnTo>
                    <a:pt x="2235792" y="1173708"/>
                  </a:lnTo>
                  <a:lnTo>
                    <a:pt x="2237074" y="1143426"/>
                  </a:lnTo>
                  <a:lnTo>
                    <a:pt x="2238356" y="1137877"/>
                  </a:lnTo>
                  <a:lnTo>
                    <a:pt x="2239637" y="1128021"/>
                  </a:lnTo>
                  <a:lnTo>
                    <a:pt x="2240919" y="1136568"/>
                  </a:lnTo>
                  <a:lnTo>
                    <a:pt x="2242201" y="1004512"/>
                  </a:lnTo>
                  <a:lnTo>
                    <a:pt x="2243483" y="986106"/>
                  </a:lnTo>
                  <a:lnTo>
                    <a:pt x="2244765" y="968271"/>
                  </a:lnTo>
                  <a:lnTo>
                    <a:pt x="2246047" y="946978"/>
                  </a:lnTo>
                  <a:lnTo>
                    <a:pt x="2247329" y="943999"/>
                  </a:lnTo>
                  <a:lnTo>
                    <a:pt x="2248610" y="943999"/>
                  </a:lnTo>
                  <a:lnTo>
                    <a:pt x="2249892" y="943999"/>
                  </a:lnTo>
                  <a:lnTo>
                    <a:pt x="2251174" y="941036"/>
                  </a:lnTo>
                  <a:lnTo>
                    <a:pt x="2252456" y="1008930"/>
                  </a:lnTo>
                  <a:lnTo>
                    <a:pt x="2253738" y="989391"/>
                  </a:lnTo>
                  <a:lnTo>
                    <a:pt x="2255020" y="944974"/>
                  </a:lnTo>
                  <a:lnTo>
                    <a:pt x="2256301" y="906507"/>
                  </a:lnTo>
                  <a:lnTo>
                    <a:pt x="2257583" y="683494"/>
                  </a:lnTo>
                  <a:lnTo>
                    <a:pt x="2258865" y="647507"/>
                  </a:lnTo>
                  <a:lnTo>
                    <a:pt x="2260147" y="649132"/>
                  </a:lnTo>
                  <a:lnTo>
                    <a:pt x="2261429" y="664800"/>
                  </a:lnTo>
                  <a:lnTo>
                    <a:pt x="2262711" y="653214"/>
                  </a:lnTo>
                  <a:lnTo>
                    <a:pt x="2263992" y="663131"/>
                  </a:lnTo>
                  <a:lnTo>
                    <a:pt x="2265274" y="694833"/>
                  </a:lnTo>
                  <a:lnTo>
                    <a:pt x="2266556" y="658978"/>
                  </a:lnTo>
                  <a:lnTo>
                    <a:pt x="2267838" y="628360"/>
                  </a:lnTo>
                  <a:lnTo>
                    <a:pt x="2269120" y="606801"/>
                  </a:lnTo>
                  <a:lnTo>
                    <a:pt x="2270402" y="598547"/>
                  </a:lnTo>
                  <a:lnTo>
                    <a:pt x="2271684" y="593356"/>
                  </a:lnTo>
                  <a:lnTo>
                    <a:pt x="2272965" y="595575"/>
                  </a:lnTo>
                  <a:lnTo>
                    <a:pt x="2274247" y="631507"/>
                  </a:lnTo>
                  <a:lnTo>
                    <a:pt x="2275529" y="651577"/>
                  </a:lnTo>
                  <a:lnTo>
                    <a:pt x="2276811" y="728387"/>
                  </a:lnTo>
                  <a:lnTo>
                    <a:pt x="2278093" y="777090"/>
                  </a:lnTo>
                  <a:lnTo>
                    <a:pt x="2279375" y="790459"/>
                  </a:lnTo>
                  <a:lnTo>
                    <a:pt x="2280656" y="731196"/>
                  </a:lnTo>
                  <a:lnTo>
                    <a:pt x="2281938" y="711818"/>
                  </a:lnTo>
                  <a:lnTo>
                    <a:pt x="2283220" y="713636"/>
                  </a:lnTo>
                  <a:lnTo>
                    <a:pt x="2284502" y="706400"/>
                  </a:lnTo>
                  <a:lnTo>
                    <a:pt x="2285784" y="756129"/>
                  </a:lnTo>
                  <a:lnTo>
                    <a:pt x="2287066" y="794636"/>
                  </a:lnTo>
                  <a:lnTo>
                    <a:pt x="2288348" y="973252"/>
                  </a:lnTo>
                  <a:lnTo>
                    <a:pt x="2289629" y="1005614"/>
                  </a:lnTo>
                  <a:lnTo>
                    <a:pt x="2290911" y="1007823"/>
                  </a:lnTo>
                  <a:lnTo>
                    <a:pt x="2292193" y="1033857"/>
                  </a:lnTo>
                  <a:lnTo>
                    <a:pt x="2293475" y="1057495"/>
                  </a:lnTo>
                  <a:lnTo>
                    <a:pt x="2294757" y="1093598"/>
                  </a:lnTo>
                  <a:lnTo>
                    <a:pt x="2296039" y="1102664"/>
                  </a:lnTo>
                  <a:lnTo>
                    <a:pt x="2297320" y="1074641"/>
                  </a:lnTo>
                  <a:lnTo>
                    <a:pt x="2298602" y="1103970"/>
                  </a:lnTo>
                  <a:lnTo>
                    <a:pt x="2299884" y="1197543"/>
                  </a:lnTo>
                  <a:lnTo>
                    <a:pt x="2301166" y="1274897"/>
                  </a:lnTo>
                  <a:lnTo>
                    <a:pt x="2302448" y="1342104"/>
                  </a:lnTo>
                  <a:lnTo>
                    <a:pt x="2303730" y="1300107"/>
                  </a:lnTo>
                  <a:lnTo>
                    <a:pt x="2305011" y="1235741"/>
                  </a:lnTo>
                  <a:lnTo>
                    <a:pt x="2306293" y="1141823"/>
                  </a:lnTo>
                  <a:lnTo>
                    <a:pt x="2307575" y="1053995"/>
                  </a:lnTo>
                  <a:lnTo>
                    <a:pt x="2308857" y="882822"/>
                  </a:lnTo>
                  <a:lnTo>
                    <a:pt x="2310139" y="824758"/>
                  </a:lnTo>
                  <a:lnTo>
                    <a:pt x="2311421" y="864779"/>
                  </a:lnTo>
                  <a:lnTo>
                    <a:pt x="2312703" y="818169"/>
                  </a:lnTo>
                  <a:lnTo>
                    <a:pt x="2313984" y="792544"/>
                  </a:lnTo>
                  <a:lnTo>
                    <a:pt x="2315266" y="757110"/>
                  </a:lnTo>
                  <a:lnTo>
                    <a:pt x="2316548" y="722811"/>
                  </a:lnTo>
                  <a:lnTo>
                    <a:pt x="2317830" y="703710"/>
                  </a:lnTo>
                  <a:lnTo>
                    <a:pt x="2319112" y="688699"/>
                  </a:lnTo>
                  <a:lnTo>
                    <a:pt x="2320394" y="627576"/>
                  </a:lnTo>
                  <a:lnTo>
                    <a:pt x="2321675" y="543874"/>
                  </a:lnTo>
                  <a:lnTo>
                    <a:pt x="2322957" y="523253"/>
                  </a:lnTo>
                  <a:lnTo>
                    <a:pt x="2324239" y="533138"/>
                  </a:lnTo>
                  <a:lnTo>
                    <a:pt x="2325521" y="561759"/>
                  </a:lnTo>
                  <a:lnTo>
                    <a:pt x="2326803" y="557582"/>
                  </a:lnTo>
                  <a:lnTo>
                    <a:pt x="2328085" y="566671"/>
                  </a:lnTo>
                  <a:lnTo>
                    <a:pt x="2329367" y="581664"/>
                  </a:lnTo>
                  <a:lnTo>
                    <a:pt x="2330648" y="535804"/>
                  </a:lnTo>
                  <a:lnTo>
                    <a:pt x="2331930" y="553435"/>
                  </a:lnTo>
                  <a:lnTo>
                    <a:pt x="2333212" y="552747"/>
                  </a:lnTo>
                  <a:lnTo>
                    <a:pt x="2334494" y="566671"/>
                  </a:lnTo>
                  <a:lnTo>
                    <a:pt x="2335776" y="615174"/>
                  </a:lnTo>
                  <a:lnTo>
                    <a:pt x="2337058" y="639451"/>
                  </a:lnTo>
                  <a:lnTo>
                    <a:pt x="2338339" y="658978"/>
                  </a:lnTo>
                  <a:lnTo>
                    <a:pt x="2339621" y="717288"/>
                  </a:lnTo>
                  <a:lnTo>
                    <a:pt x="2340903" y="834786"/>
                  </a:lnTo>
                  <a:lnTo>
                    <a:pt x="2342185" y="854218"/>
                  </a:lnTo>
                  <a:lnTo>
                    <a:pt x="2343467" y="835911"/>
                  </a:lnTo>
                  <a:lnTo>
                    <a:pt x="2344749" y="820357"/>
                  </a:lnTo>
                  <a:lnTo>
                    <a:pt x="2346031" y="870731"/>
                  </a:lnTo>
                  <a:lnTo>
                    <a:pt x="2347312" y="833663"/>
                  </a:lnTo>
                  <a:lnTo>
                    <a:pt x="2348594" y="812736"/>
                  </a:lnTo>
                  <a:lnTo>
                    <a:pt x="2349876" y="803082"/>
                  </a:lnTo>
                  <a:lnTo>
                    <a:pt x="2351158" y="783222"/>
                  </a:lnTo>
                  <a:lnTo>
                    <a:pt x="2352440" y="756130"/>
                  </a:lnTo>
                  <a:lnTo>
                    <a:pt x="2353722" y="760063"/>
                  </a:lnTo>
                  <a:lnTo>
                    <a:pt x="2355003" y="730258"/>
                  </a:lnTo>
                  <a:lnTo>
                    <a:pt x="2356285" y="682631"/>
                  </a:lnTo>
                  <a:lnTo>
                    <a:pt x="2357567" y="658978"/>
                  </a:lnTo>
                  <a:lnTo>
                    <a:pt x="2358849" y="649132"/>
                  </a:lnTo>
                  <a:lnTo>
                    <a:pt x="2360131" y="637854"/>
                  </a:lnTo>
                  <a:lnTo>
                    <a:pt x="2361413" y="641053"/>
                  </a:lnTo>
                  <a:lnTo>
                    <a:pt x="2362694" y="790265"/>
                  </a:lnTo>
                  <a:lnTo>
                    <a:pt x="2363976" y="832981"/>
                  </a:lnTo>
                  <a:lnTo>
                    <a:pt x="2365258" y="842306"/>
                  </a:lnTo>
                  <a:lnTo>
                    <a:pt x="2366540" y="895188"/>
                  </a:lnTo>
                  <a:lnTo>
                    <a:pt x="2367822" y="956007"/>
                  </a:lnTo>
                  <a:lnTo>
                    <a:pt x="2369104" y="1030393"/>
                  </a:lnTo>
                  <a:lnTo>
                    <a:pt x="2370386" y="1073400"/>
                  </a:lnTo>
                  <a:lnTo>
                    <a:pt x="2371667" y="1091034"/>
                  </a:lnTo>
                  <a:lnTo>
                    <a:pt x="2372949" y="1103970"/>
                  </a:lnTo>
                  <a:lnTo>
                    <a:pt x="2374231" y="1093598"/>
                  </a:lnTo>
                  <a:lnTo>
                    <a:pt x="2375513" y="1115868"/>
                  </a:lnTo>
                  <a:lnTo>
                    <a:pt x="2376795" y="1122585"/>
                  </a:lnTo>
                  <a:lnTo>
                    <a:pt x="2378077" y="1107909"/>
                  </a:lnTo>
                  <a:lnTo>
                    <a:pt x="2379358" y="1074641"/>
                  </a:lnTo>
                  <a:lnTo>
                    <a:pt x="2380640" y="1084674"/>
                  </a:lnTo>
                  <a:lnTo>
                    <a:pt x="2381922" y="1085532"/>
                  </a:lnTo>
                  <a:lnTo>
                    <a:pt x="2383204" y="1070078"/>
                  </a:lnTo>
                  <a:lnTo>
                    <a:pt x="2384486" y="1005260"/>
                  </a:lnTo>
                  <a:lnTo>
                    <a:pt x="2385768" y="953860"/>
                  </a:lnTo>
                  <a:lnTo>
                    <a:pt x="2387050" y="817079"/>
                  </a:lnTo>
                  <a:lnTo>
                    <a:pt x="2388331" y="824758"/>
                  </a:lnTo>
                  <a:lnTo>
                    <a:pt x="2389613" y="826972"/>
                  </a:lnTo>
                  <a:lnTo>
                    <a:pt x="2390895" y="806282"/>
                  </a:lnTo>
                  <a:lnTo>
                    <a:pt x="2392177" y="749309"/>
                  </a:lnTo>
                  <a:lnTo>
                    <a:pt x="2393459" y="751250"/>
                  </a:lnTo>
                  <a:lnTo>
                    <a:pt x="2394741" y="739705"/>
                  </a:lnTo>
                  <a:lnTo>
                    <a:pt x="2396022" y="719123"/>
                  </a:lnTo>
                  <a:lnTo>
                    <a:pt x="2397304" y="744487"/>
                  </a:lnTo>
                  <a:lnTo>
                    <a:pt x="2398586" y="784250"/>
                  </a:lnTo>
                  <a:lnTo>
                    <a:pt x="2399868" y="819262"/>
                  </a:lnTo>
                  <a:lnTo>
                    <a:pt x="2401150" y="832543"/>
                  </a:lnTo>
                  <a:lnTo>
                    <a:pt x="2402432" y="823655"/>
                  </a:lnTo>
                  <a:lnTo>
                    <a:pt x="2403713" y="887731"/>
                  </a:lnTo>
                  <a:lnTo>
                    <a:pt x="2404995" y="941979"/>
                  </a:lnTo>
                  <a:lnTo>
                    <a:pt x="2406277" y="931244"/>
                  </a:lnTo>
                  <a:lnTo>
                    <a:pt x="2407559" y="912926"/>
                  </a:lnTo>
                  <a:lnTo>
                    <a:pt x="2408841" y="838168"/>
                  </a:lnTo>
                  <a:lnTo>
                    <a:pt x="2410123" y="846137"/>
                  </a:lnTo>
                  <a:lnTo>
                    <a:pt x="2411405" y="791500"/>
                  </a:lnTo>
                  <a:lnTo>
                    <a:pt x="2412686" y="730258"/>
                  </a:lnTo>
                  <a:lnTo>
                    <a:pt x="2413968" y="739705"/>
                  </a:lnTo>
                  <a:lnTo>
                    <a:pt x="2415250" y="765019"/>
                  </a:lnTo>
                  <a:lnTo>
                    <a:pt x="2416532" y="754173"/>
                  </a:lnTo>
                  <a:lnTo>
                    <a:pt x="2417814" y="731196"/>
                  </a:lnTo>
                  <a:lnTo>
                    <a:pt x="2419096" y="697481"/>
                  </a:lnTo>
                  <a:lnTo>
                    <a:pt x="2420377" y="649946"/>
                  </a:lnTo>
                  <a:lnTo>
                    <a:pt x="2421659" y="609072"/>
                  </a:lnTo>
                  <a:lnTo>
                    <a:pt x="2422941" y="533138"/>
                  </a:lnTo>
                  <a:lnTo>
                    <a:pt x="2424223" y="502715"/>
                  </a:lnTo>
                  <a:lnTo>
                    <a:pt x="2425505" y="489626"/>
                  </a:lnTo>
                  <a:lnTo>
                    <a:pt x="2426787" y="447459"/>
                  </a:lnTo>
                  <a:lnTo>
                    <a:pt x="2428069" y="465490"/>
                  </a:lnTo>
                  <a:lnTo>
                    <a:pt x="2429350" y="476226"/>
                  </a:lnTo>
                  <a:lnTo>
                    <a:pt x="2430632" y="485940"/>
                  </a:lnTo>
                  <a:lnTo>
                    <a:pt x="2431914" y="538481"/>
                  </a:lnTo>
                  <a:lnTo>
                    <a:pt x="2433196" y="542521"/>
                  </a:lnTo>
                  <a:lnTo>
                    <a:pt x="2434478" y="540498"/>
                  </a:lnTo>
                  <a:lnTo>
                    <a:pt x="2435760" y="554814"/>
                  </a:lnTo>
                  <a:lnTo>
                    <a:pt x="2437041" y="563158"/>
                  </a:lnTo>
                  <a:lnTo>
                    <a:pt x="2438323" y="577341"/>
                  </a:lnTo>
                  <a:lnTo>
                    <a:pt x="2439605" y="619794"/>
                  </a:lnTo>
                  <a:lnTo>
                    <a:pt x="2440887" y="827124"/>
                  </a:lnTo>
                  <a:lnTo>
                    <a:pt x="2442169" y="905485"/>
                  </a:lnTo>
                  <a:lnTo>
                    <a:pt x="2443451" y="1066865"/>
                  </a:lnTo>
                  <a:lnTo>
                    <a:pt x="2444732" y="1085505"/>
                  </a:lnTo>
                  <a:lnTo>
                    <a:pt x="2446014" y="1151286"/>
                  </a:lnTo>
                  <a:lnTo>
                    <a:pt x="2447296" y="1173180"/>
                  </a:lnTo>
                  <a:lnTo>
                    <a:pt x="2448578" y="1146782"/>
                  </a:lnTo>
                  <a:lnTo>
                    <a:pt x="2449860" y="1237753"/>
                  </a:lnTo>
                  <a:lnTo>
                    <a:pt x="2451142" y="1207046"/>
                  </a:lnTo>
                  <a:lnTo>
                    <a:pt x="2452424" y="1215834"/>
                  </a:lnTo>
                  <a:lnTo>
                    <a:pt x="2453705" y="1233824"/>
                  </a:lnTo>
                  <a:lnTo>
                    <a:pt x="2454987" y="1218369"/>
                  </a:lnTo>
                  <a:lnTo>
                    <a:pt x="2456269" y="1180271"/>
                  </a:lnTo>
                  <a:lnTo>
                    <a:pt x="2457551" y="1173180"/>
                  </a:lnTo>
                  <a:lnTo>
                    <a:pt x="2458833" y="1151286"/>
                  </a:lnTo>
                  <a:lnTo>
                    <a:pt x="2460115" y="1130066"/>
                  </a:lnTo>
                  <a:lnTo>
                    <a:pt x="2461396" y="1107374"/>
                  </a:lnTo>
                  <a:lnTo>
                    <a:pt x="2462678" y="1019045"/>
                  </a:lnTo>
                  <a:lnTo>
                    <a:pt x="2463960" y="1001015"/>
                  </a:lnTo>
                  <a:lnTo>
                    <a:pt x="2465242" y="823655"/>
                  </a:lnTo>
                  <a:lnTo>
                    <a:pt x="2466524" y="828082"/>
                  </a:lnTo>
                  <a:lnTo>
                    <a:pt x="2467806" y="851898"/>
                  </a:lnTo>
                  <a:lnTo>
                    <a:pt x="2469088" y="844992"/>
                  </a:lnTo>
                  <a:lnTo>
                    <a:pt x="2470369" y="850741"/>
                  </a:lnTo>
                  <a:lnTo>
                    <a:pt x="2471651" y="856548"/>
                  </a:lnTo>
                  <a:lnTo>
                    <a:pt x="2472933" y="870731"/>
                  </a:lnTo>
                  <a:lnTo>
                    <a:pt x="2474215" y="863596"/>
                  </a:lnTo>
                  <a:lnTo>
                    <a:pt x="2475497" y="914215"/>
                  </a:lnTo>
                  <a:lnTo>
                    <a:pt x="2476779" y="944695"/>
                  </a:lnTo>
                  <a:lnTo>
                    <a:pt x="2478060" y="988516"/>
                  </a:lnTo>
                  <a:lnTo>
                    <a:pt x="2479342" y="1055430"/>
                  </a:lnTo>
                  <a:lnTo>
                    <a:pt x="2480624" y="1068788"/>
                  </a:lnTo>
                  <a:lnTo>
                    <a:pt x="2481906" y="1068788"/>
                  </a:lnTo>
                  <a:lnTo>
                    <a:pt x="2483188" y="1089425"/>
                  </a:lnTo>
                  <a:lnTo>
                    <a:pt x="2484470" y="1148384"/>
                  </a:lnTo>
                  <a:lnTo>
                    <a:pt x="2485752" y="1114479"/>
                  </a:lnTo>
                  <a:lnTo>
                    <a:pt x="2487033" y="1180300"/>
                  </a:lnTo>
                  <a:lnTo>
                    <a:pt x="2488315" y="1188564"/>
                  </a:lnTo>
                  <a:lnTo>
                    <a:pt x="2489597" y="1264070"/>
                  </a:lnTo>
                  <a:lnTo>
                    <a:pt x="2490879" y="1313613"/>
                  </a:lnTo>
                  <a:lnTo>
                    <a:pt x="2492161" y="1318810"/>
                  </a:lnTo>
                  <a:lnTo>
                    <a:pt x="2493443" y="1367837"/>
                  </a:lnTo>
                  <a:lnTo>
                    <a:pt x="2494724" y="1365000"/>
                  </a:lnTo>
                  <a:lnTo>
                    <a:pt x="2496006" y="1283377"/>
                  </a:lnTo>
                  <a:lnTo>
                    <a:pt x="2497288" y="1190649"/>
                  </a:lnTo>
                  <a:lnTo>
                    <a:pt x="2498570" y="1142592"/>
                  </a:lnTo>
                  <a:lnTo>
                    <a:pt x="2499852" y="1112652"/>
                  </a:lnTo>
                  <a:lnTo>
                    <a:pt x="2501134" y="1068788"/>
                  </a:lnTo>
                  <a:lnTo>
                    <a:pt x="2502415" y="1068788"/>
                  </a:lnTo>
                  <a:lnTo>
                    <a:pt x="2503697" y="1092938"/>
                  </a:lnTo>
                  <a:lnTo>
                    <a:pt x="2504979" y="1140675"/>
                  </a:lnTo>
                  <a:lnTo>
                    <a:pt x="2506261" y="1279314"/>
                  </a:lnTo>
                  <a:lnTo>
                    <a:pt x="2507543" y="1301685"/>
                  </a:lnTo>
                  <a:lnTo>
                    <a:pt x="2508825" y="1322633"/>
                  </a:lnTo>
                  <a:lnTo>
                    <a:pt x="2510107" y="1322633"/>
                  </a:lnTo>
                  <a:lnTo>
                    <a:pt x="2511388" y="1322633"/>
                  </a:lnTo>
                  <a:lnTo>
                    <a:pt x="2512670" y="1281987"/>
                  </a:lnTo>
                  <a:lnTo>
                    <a:pt x="2513952" y="1255837"/>
                  </a:lnTo>
                  <a:lnTo>
                    <a:pt x="2515234" y="1311260"/>
                  </a:lnTo>
                  <a:lnTo>
                    <a:pt x="2516516" y="1509798"/>
                  </a:lnTo>
                  <a:lnTo>
                    <a:pt x="2517798" y="1544567"/>
                  </a:lnTo>
                  <a:lnTo>
                    <a:pt x="2519079" y="1619022"/>
                  </a:lnTo>
                  <a:lnTo>
                    <a:pt x="2520361" y="1650501"/>
                  </a:lnTo>
                  <a:lnTo>
                    <a:pt x="2521643" y="1631929"/>
                  </a:lnTo>
                  <a:lnTo>
                    <a:pt x="2522925" y="1626731"/>
                  </a:lnTo>
                  <a:lnTo>
                    <a:pt x="2524207" y="1581954"/>
                  </a:lnTo>
                  <a:lnTo>
                    <a:pt x="2525489" y="1602867"/>
                  </a:lnTo>
                  <a:lnTo>
                    <a:pt x="2526771" y="1616685"/>
                  </a:lnTo>
                  <a:lnTo>
                    <a:pt x="2528052" y="1500769"/>
                  </a:lnTo>
                  <a:lnTo>
                    <a:pt x="2529334" y="1460448"/>
                  </a:lnTo>
                  <a:lnTo>
                    <a:pt x="2530616" y="1446028"/>
                  </a:lnTo>
                  <a:lnTo>
                    <a:pt x="2531898" y="1431962"/>
                  </a:lnTo>
                  <a:lnTo>
                    <a:pt x="2533180" y="1450795"/>
                  </a:lnTo>
                  <a:lnTo>
                    <a:pt x="2534462" y="1450795"/>
                  </a:lnTo>
                  <a:lnTo>
                    <a:pt x="2535743" y="1433662"/>
                  </a:lnTo>
                  <a:lnTo>
                    <a:pt x="2537025" y="1462713"/>
                  </a:lnTo>
                  <a:lnTo>
                    <a:pt x="2538307" y="1318810"/>
                  </a:lnTo>
                  <a:lnTo>
                    <a:pt x="2539589" y="1353793"/>
                  </a:lnTo>
                  <a:lnTo>
                    <a:pt x="2540871" y="1520059"/>
                  </a:lnTo>
                  <a:lnTo>
                    <a:pt x="2542153" y="1544150"/>
                  </a:lnTo>
                  <a:lnTo>
                    <a:pt x="2543434" y="1612879"/>
                  </a:lnTo>
                  <a:lnTo>
                    <a:pt x="2544716" y="1511308"/>
                  </a:lnTo>
                  <a:lnTo>
                    <a:pt x="2545998" y="1450795"/>
                  </a:lnTo>
                  <a:lnTo>
                    <a:pt x="2547280" y="1448406"/>
                  </a:lnTo>
                  <a:lnTo>
                    <a:pt x="2548562" y="1542354"/>
                  </a:lnTo>
                  <a:lnTo>
                    <a:pt x="2549844" y="1531414"/>
                  </a:lnTo>
                  <a:lnTo>
                    <a:pt x="2551126" y="1620258"/>
                  </a:lnTo>
                  <a:lnTo>
                    <a:pt x="2552407" y="1592853"/>
                  </a:lnTo>
                  <a:lnTo>
                    <a:pt x="2553689" y="1493338"/>
                  </a:lnTo>
                  <a:lnTo>
                    <a:pt x="2554971" y="1491700"/>
                  </a:lnTo>
                  <a:lnTo>
                    <a:pt x="2556253" y="1550936"/>
                  </a:lnTo>
                  <a:lnTo>
                    <a:pt x="2557535" y="1459401"/>
                  </a:lnTo>
                  <a:lnTo>
                    <a:pt x="2558817" y="1411460"/>
                  </a:lnTo>
                  <a:lnTo>
                    <a:pt x="2560098" y="1344730"/>
                  </a:lnTo>
                  <a:lnTo>
                    <a:pt x="2561380" y="1269088"/>
                  </a:lnTo>
                  <a:lnTo>
                    <a:pt x="2562662" y="1213845"/>
                  </a:lnTo>
                  <a:lnTo>
                    <a:pt x="2563944" y="1258600"/>
                  </a:lnTo>
                  <a:lnTo>
                    <a:pt x="2565226" y="1258600"/>
                  </a:lnTo>
                  <a:lnTo>
                    <a:pt x="2566508" y="1244500"/>
                  </a:lnTo>
                  <a:lnTo>
                    <a:pt x="2567790" y="1258600"/>
                  </a:lnTo>
                  <a:lnTo>
                    <a:pt x="2569071" y="1267912"/>
                  </a:lnTo>
                  <a:lnTo>
                    <a:pt x="2570353" y="1232538"/>
                  </a:lnTo>
                  <a:lnTo>
                    <a:pt x="2571635" y="1188496"/>
                  </a:lnTo>
                  <a:lnTo>
                    <a:pt x="2572917" y="1131017"/>
                  </a:lnTo>
                  <a:lnTo>
                    <a:pt x="2574199" y="1083317"/>
                  </a:lnTo>
                  <a:lnTo>
                    <a:pt x="2575481" y="1035728"/>
                  </a:lnTo>
                  <a:lnTo>
                    <a:pt x="2576762" y="1087977"/>
                  </a:lnTo>
                  <a:lnTo>
                    <a:pt x="2578044" y="1015935"/>
                  </a:lnTo>
                  <a:lnTo>
                    <a:pt x="2579326" y="1066865"/>
                  </a:lnTo>
                  <a:lnTo>
                    <a:pt x="2580608" y="1110990"/>
                  </a:lnTo>
                  <a:lnTo>
                    <a:pt x="2581890" y="1130417"/>
                  </a:lnTo>
                  <a:lnTo>
                    <a:pt x="2583172" y="1027242"/>
                  </a:lnTo>
                  <a:lnTo>
                    <a:pt x="2584453" y="996365"/>
                  </a:lnTo>
                  <a:lnTo>
                    <a:pt x="2585735" y="864779"/>
                  </a:lnTo>
                  <a:lnTo>
                    <a:pt x="2587017" y="841570"/>
                  </a:lnTo>
                  <a:lnTo>
                    <a:pt x="2588299" y="824759"/>
                  </a:lnTo>
                  <a:lnTo>
                    <a:pt x="2589581" y="841570"/>
                  </a:lnTo>
                  <a:lnTo>
                    <a:pt x="2590863" y="897677"/>
                  </a:lnTo>
                  <a:lnTo>
                    <a:pt x="2592145" y="972581"/>
                  </a:lnTo>
                  <a:lnTo>
                    <a:pt x="2593426" y="1003397"/>
                  </a:lnTo>
                  <a:lnTo>
                    <a:pt x="2594708" y="964072"/>
                  </a:lnTo>
                  <a:lnTo>
                    <a:pt x="2595990" y="1056267"/>
                  </a:lnTo>
                  <a:lnTo>
                    <a:pt x="2597272" y="977562"/>
                  </a:lnTo>
                  <a:lnTo>
                    <a:pt x="2598554" y="938875"/>
                  </a:lnTo>
                  <a:lnTo>
                    <a:pt x="2599836" y="926867"/>
                  </a:lnTo>
                  <a:lnTo>
                    <a:pt x="2601117" y="935155"/>
                  </a:lnTo>
                  <a:lnTo>
                    <a:pt x="2602399" y="912217"/>
                  </a:lnTo>
                  <a:lnTo>
                    <a:pt x="2603681" y="932237"/>
                  </a:lnTo>
                  <a:lnTo>
                    <a:pt x="2604963" y="881213"/>
                  </a:lnTo>
                  <a:lnTo>
                    <a:pt x="2606245" y="908481"/>
                  </a:lnTo>
                  <a:lnTo>
                    <a:pt x="2607527" y="901082"/>
                  </a:lnTo>
                  <a:lnTo>
                    <a:pt x="2608809" y="868049"/>
                  </a:lnTo>
                  <a:lnTo>
                    <a:pt x="2610090" y="852641"/>
                  </a:lnTo>
                  <a:lnTo>
                    <a:pt x="2611372" y="834354"/>
                  </a:lnTo>
                  <a:lnTo>
                    <a:pt x="2612654" y="831090"/>
                  </a:lnTo>
                  <a:lnTo>
                    <a:pt x="2613936" y="875032"/>
                  </a:lnTo>
                  <a:lnTo>
                    <a:pt x="2615218" y="910275"/>
                  </a:lnTo>
                  <a:lnTo>
                    <a:pt x="2616500" y="990691"/>
                  </a:lnTo>
                  <a:lnTo>
                    <a:pt x="2617781" y="1047649"/>
                  </a:lnTo>
                  <a:lnTo>
                    <a:pt x="2619063" y="1089290"/>
                  </a:lnTo>
                  <a:lnTo>
                    <a:pt x="2620345" y="927269"/>
                  </a:lnTo>
                  <a:lnTo>
                    <a:pt x="2621627" y="947424"/>
                  </a:lnTo>
                  <a:lnTo>
                    <a:pt x="2622909" y="964072"/>
                  </a:lnTo>
                  <a:lnTo>
                    <a:pt x="2624191" y="1058741"/>
                  </a:lnTo>
                  <a:lnTo>
                    <a:pt x="2625473" y="1072176"/>
                  </a:lnTo>
                  <a:lnTo>
                    <a:pt x="2626754" y="1112652"/>
                  </a:lnTo>
                  <a:lnTo>
                    <a:pt x="2628036" y="1196949"/>
                  </a:lnTo>
                  <a:lnTo>
                    <a:pt x="2629318" y="1305903"/>
                  </a:lnTo>
                  <a:lnTo>
                    <a:pt x="2630600" y="1379324"/>
                  </a:lnTo>
                  <a:lnTo>
                    <a:pt x="2631882" y="1434065"/>
                  </a:lnTo>
                  <a:lnTo>
                    <a:pt x="2633164" y="1388092"/>
                  </a:lnTo>
                  <a:lnTo>
                    <a:pt x="2634445" y="1373551"/>
                  </a:lnTo>
                  <a:lnTo>
                    <a:pt x="2635727" y="1373551"/>
                  </a:lnTo>
                  <a:lnTo>
                    <a:pt x="2637009" y="1300821"/>
                  </a:lnTo>
                  <a:lnTo>
                    <a:pt x="2638291" y="1271234"/>
                  </a:lnTo>
                  <a:lnTo>
                    <a:pt x="2639573" y="1385155"/>
                  </a:lnTo>
                  <a:lnTo>
                    <a:pt x="2640855" y="1434065"/>
                  </a:lnTo>
                  <a:lnTo>
                    <a:pt x="2642136" y="1434065"/>
                  </a:lnTo>
                  <a:lnTo>
                    <a:pt x="2643418" y="1359369"/>
                  </a:lnTo>
                  <a:lnTo>
                    <a:pt x="2644700" y="1295782"/>
                  </a:lnTo>
                  <a:lnTo>
                    <a:pt x="2645982" y="1268836"/>
                  </a:lnTo>
                  <a:lnTo>
                    <a:pt x="2647264" y="1203319"/>
                  </a:lnTo>
                  <a:lnTo>
                    <a:pt x="2648546" y="1092938"/>
                  </a:lnTo>
                  <a:lnTo>
                    <a:pt x="2649828" y="1068788"/>
                  </a:lnTo>
                  <a:lnTo>
                    <a:pt x="2651109" y="1068788"/>
                  </a:lnTo>
                  <a:lnTo>
                    <a:pt x="2652391" y="1094703"/>
                  </a:lnTo>
                  <a:lnTo>
                    <a:pt x="2653673" y="1048866"/>
                  </a:lnTo>
                  <a:lnTo>
                    <a:pt x="2654955" y="984126"/>
                  </a:lnTo>
                  <a:lnTo>
                    <a:pt x="2656237" y="944695"/>
                  </a:lnTo>
                  <a:lnTo>
                    <a:pt x="2657519" y="947424"/>
                  </a:lnTo>
                  <a:lnTo>
                    <a:pt x="2658800" y="1052728"/>
                  </a:lnTo>
                  <a:lnTo>
                    <a:pt x="2660082" y="1012111"/>
                  </a:lnTo>
                  <a:lnTo>
                    <a:pt x="2661364" y="980802"/>
                  </a:lnTo>
                  <a:lnTo>
                    <a:pt x="2662646" y="949971"/>
                  </a:lnTo>
                  <a:lnTo>
                    <a:pt x="2663928" y="935155"/>
                  </a:lnTo>
                  <a:lnTo>
                    <a:pt x="2665210" y="907551"/>
                  </a:lnTo>
                  <a:lnTo>
                    <a:pt x="2666492" y="906622"/>
                  </a:lnTo>
                  <a:lnTo>
                    <a:pt x="2667773" y="929334"/>
                  </a:lnTo>
                  <a:lnTo>
                    <a:pt x="2669055" y="924528"/>
                  </a:lnTo>
                  <a:lnTo>
                    <a:pt x="2670337" y="1025328"/>
                  </a:lnTo>
                  <a:lnTo>
                    <a:pt x="2671619" y="1015204"/>
                  </a:lnTo>
                  <a:lnTo>
                    <a:pt x="2672901" y="1005314"/>
                  </a:lnTo>
                  <a:lnTo>
                    <a:pt x="2674183" y="1017724"/>
                  </a:lnTo>
                  <a:lnTo>
                    <a:pt x="2675464" y="1023125"/>
                  </a:lnTo>
                  <a:lnTo>
                    <a:pt x="2676746" y="1004438"/>
                  </a:lnTo>
                  <a:lnTo>
                    <a:pt x="2678028" y="1005314"/>
                  </a:lnTo>
                  <a:lnTo>
                    <a:pt x="2679310" y="1109752"/>
                  </a:lnTo>
                  <a:lnTo>
                    <a:pt x="2680592" y="1116898"/>
                  </a:lnTo>
                  <a:lnTo>
                    <a:pt x="2681874" y="1141693"/>
                  </a:lnTo>
                  <a:lnTo>
                    <a:pt x="2683155" y="1157873"/>
                  </a:lnTo>
                  <a:lnTo>
                    <a:pt x="2684437" y="1148741"/>
                  </a:lnTo>
                  <a:lnTo>
                    <a:pt x="2685719" y="1110406"/>
                  </a:lnTo>
                  <a:lnTo>
                    <a:pt x="2687001" y="1109502"/>
                  </a:lnTo>
                  <a:lnTo>
                    <a:pt x="2688283" y="1098767"/>
                  </a:lnTo>
                  <a:lnTo>
                    <a:pt x="2689565" y="1112421"/>
                  </a:lnTo>
                  <a:lnTo>
                    <a:pt x="2690847" y="1045253"/>
                  </a:lnTo>
                  <a:lnTo>
                    <a:pt x="2692128" y="1062428"/>
                  </a:lnTo>
                  <a:lnTo>
                    <a:pt x="2693410" y="1071212"/>
                  </a:lnTo>
                  <a:lnTo>
                    <a:pt x="2694692" y="1090208"/>
                  </a:lnTo>
                  <a:lnTo>
                    <a:pt x="2695974" y="1051872"/>
                  </a:lnTo>
                  <a:lnTo>
                    <a:pt x="2697256" y="1015042"/>
                  </a:lnTo>
                  <a:lnTo>
                    <a:pt x="2698538" y="1007071"/>
                  </a:lnTo>
                  <a:lnTo>
                    <a:pt x="2699819" y="1046012"/>
                  </a:lnTo>
                  <a:lnTo>
                    <a:pt x="2701101" y="1072687"/>
                  </a:lnTo>
                  <a:lnTo>
                    <a:pt x="2702383" y="1072934"/>
                  </a:lnTo>
                  <a:lnTo>
                    <a:pt x="2703665" y="997948"/>
                  </a:lnTo>
                  <a:lnTo>
                    <a:pt x="2704947" y="1061127"/>
                  </a:lnTo>
                  <a:lnTo>
                    <a:pt x="2706229" y="1014501"/>
                  </a:lnTo>
                  <a:lnTo>
                    <a:pt x="2707511" y="950973"/>
                  </a:lnTo>
                  <a:lnTo>
                    <a:pt x="2708792" y="919761"/>
                  </a:lnTo>
                  <a:lnTo>
                    <a:pt x="2710074" y="900164"/>
                  </a:lnTo>
                  <a:lnTo>
                    <a:pt x="2711356" y="905695"/>
                  </a:lnTo>
                  <a:lnTo>
                    <a:pt x="2712638" y="923571"/>
                  </a:lnTo>
                  <a:lnTo>
                    <a:pt x="2713920" y="947974"/>
                  </a:lnTo>
                  <a:lnTo>
                    <a:pt x="2715202" y="974500"/>
                  </a:lnTo>
                  <a:lnTo>
                    <a:pt x="2716483" y="970040"/>
                  </a:lnTo>
                  <a:lnTo>
                    <a:pt x="2717765" y="882270"/>
                  </a:lnTo>
                  <a:lnTo>
                    <a:pt x="2719047" y="723736"/>
                  </a:lnTo>
                  <a:lnTo>
                    <a:pt x="2720329" y="710912"/>
                  </a:lnTo>
                  <a:lnTo>
                    <a:pt x="2721611" y="705502"/>
                  </a:lnTo>
                  <a:lnTo>
                    <a:pt x="2722893" y="701032"/>
                  </a:lnTo>
                  <a:lnTo>
                    <a:pt x="2724174" y="667314"/>
                  </a:lnTo>
                  <a:lnTo>
                    <a:pt x="2725456" y="805880"/>
                  </a:lnTo>
                  <a:lnTo>
                    <a:pt x="2726738" y="771636"/>
                  </a:lnTo>
                  <a:lnTo>
                    <a:pt x="2728020" y="708488"/>
                  </a:lnTo>
                  <a:lnTo>
                    <a:pt x="2729302" y="656982"/>
                  </a:lnTo>
                  <a:lnTo>
                    <a:pt x="2730584" y="717393"/>
                  </a:lnTo>
                  <a:lnTo>
                    <a:pt x="2731866" y="783415"/>
                  </a:lnTo>
                  <a:lnTo>
                    <a:pt x="2733147" y="804529"/>
                  </a:lnTo>
                  <a:lnTo>
                    <a:pt x="2734429" y="822756"/>
                  </a:lnTo>
                  <a:lnTo>
                    <a:pt x="2735711" y="851082"/>
                  </a:lnTo>
                  <a:lnTo>
                    <a:pt x="2736993" y="832708"/>
                  </a:lnTo>
                  <a:lnTo>
                    <a:pt x="2738275" y="813748"/>
                  </a:lnTo>
                  <a:lnTo>
                    <a:pt x="2739557" y="802165"/>
                  </a:lnTo>
                  <a:lnTo>
                    <a:pt x="2740838" y="767451"/>
                  </a:lnTo>
                  <a:lnTo>
                    <a:pt x="2742120" y="712557"/>
                  </a:lnTo>
                  <a:lnTo>
                    <a:pt x="2743402" y="696556"/>
                  </a:lnTo>
                  <a:lnTo>
                    <a:pt x="2744684" y="712557"/>
                  </a:lnTo>
                  <a:lnTo>
                    <a:pt x="2745966" y="746287"/>
                  </a:lnTo>
                  <a:lnTo>
                    <a:pt x="2747248" y="780052"/>
                  </a:lnTo>
                  <a:lnTo>
                    <a:pt x="2748530" y="798598"/>
                  </a:lnTo>
                  <a:lnTo>
                    <a:pt x="2749811" y="838350"/>
                  </a:lnTo>
                  <a:lnTo>
                    <a:pt x="2751093" y="806059"/>
                  </a:lnTo>
                  <a:lnTo>
                    <a:pt x="2752375" y="739883"/>
                  </a:lnTo>
                  <a:lnTo>
                    <a:pt x="2753657" y="692763"/>
                  </a:lnTo>
                  <a:lnTo>
                    <a:pt x="2754939" y="688753"/>
                  </a:lnTo>
                  <a:lnTo>
                    <a:pt x="2756221" y="730562"/>
                  </a:lnTo>
                  <a:lnTo>
                    <a:pt x="2757502" y="675940"/>
                  </a:lnTo>
                  <a:lnTo>
                    <a:pt x="2758784" y="615600"/>
                  </a:lnTo>
                  <a:lnTo>
                    <a:pt x="2760066" y="477366"/>
                  </a:lnTo>
                  <a:lnTo>
                    <a:pt x="2761348" y="493860"/>
                  </a:lnTo>
                  <a:lnTo>
                    <a:pt x="2762630" y="633787"/>
                  </a:lnTo>
                  <a:lnTo>
                    <a:pt x="2763912" y="658713"/>
                  </a:lnTo>
                  <a:lnTo>
                    <a:pt x="2765194" y="656148"/>
                  </a:lnTo>
                  <a:lnTo>
                    <a:pt x="2766475" y="651394"/>
                  </a:lnTo>
                  <a:lnTo>
                    <a:pt x="2767757" y="672614"/>
                  </a:lnTo>
                  <a:lnTo>
                    <a:pt x="2769039" y="665777"/>
                  </a:lnTo>
                  <a:lnTo>
                    <a:pt x="2770321" y="691904"/>
                  </a:lnTo>
                  <a:lnTo>
                    <a:pt x="2771603" y="609717"/>
                  </a:lnTo>
                  <a:lnTo>
                    <a:pt x="2772885" y="659994"/>
                  </a:lnTo>
                  <a:lnTo>
                    <a:pt x="2774166" y="717762"/>
                  </a:lnTo>
                  <a:lnTo>
                    <a:pt x="2775448" y="737464"/>
                  </a:lnTo>
                  <a:lnTo>
                    <a:pt x="2776730" y="760018"/>
                  </a:lnTo>
                  <a:lnTo>
                    <a:pt x="2778012" y="796367"/>
                  </a:lnTo>
                  <a:lnTo>
                    <a:pt x="2779294" y="883882"/>
                  </a:lnTo>
                  <a:lnTo>
                    <a:pt x="2780576" y="1002316"/>
                  </a:lnTo>
                  <a:lnTo>
                    <a:pt x="2781857" y="1005614"/>
                  </a:lnTo>
                  <a:lnTo>
                    <a:pt x="2783139" y="932011"/>
                  </a:lnTo>
                  <a:lnTo>
                    <a:pt x="2784421" y="895595"/>
                  </a:lnTo>
                  <a:lnTo>
                    <a:pt x="2785703" y="867182"/>
                  </a:lnTo>
                  <a:lnTo>
                    <a:pt x="2786985" y="958510"/>
                  </a:lnTo>
                  <a:lnTo>
                    <a:pt x="2788267" y="992712"/>
                  </a:lnTo>
                  <a:lnTo>
                    <a:pt x="2789549" y="1124134"/>
                  </a:lnTo>
                  <a:lnTo>
                    <a:pt x="2790830" y="1107095"/>
                  </a:lnTo>
                  <a:lnTo>
                    <a:pt x="2792112" y="1104450"/>
                  </a:lnTo>
                  <a:lnTo>
                    <a:pt x="2793394" y="1091719"/>
                  </a:lnTo>
                  <a:lnTo>
                    <a:pt x="2794676" y="1089099"/>
                  </a:lnTo>
                  <a:lnTo>
                    <a:pt x="2795958" y="1102323"/>
                  </a:lnTo>
                  <a:lnTo>
                    <a:pt x="2797240" y="1124136"/>
                  </a:lnTo>
                  <a:lnTo>
                    <a:pt x="2798521" y="1135361"/>
                  </a:lnTo>
                  <a:lnTo>
                    <a:pt x="2799803" y="1138202"/>
                  </a:lnTo>
                  <a:lnTo>
                    <a:pt x="2801085" y="1144516"/>
                  </a:lnTo>
                  <a:lnTo>
                    <a:pt x="2802367" y="1138885"/>
                  </a:lnTo>
                  <a:lnTo>
                    <a:pt x="2803649" y="1055688"/>
                  </a:lnTo>
                  <a:lnTo>
                    <a:pt x="2804931" y="1098398"/>
                  </a:lnTo>
                  <a:lnTo>
                    <a:pt x="2806213" y="1104770"/>
                  </a:lnTo>
                  <a:lnTo>
                    <a:pt x="2807494" y="1073662"/>
                  </a:lnTo>
                  <a:lnTo>
                    <a:pt x="2808776" y="869432"/>
                  </a:lnTo>
                  <a:lnTo>
                    <a:pt x="2810058" y="835509"/>
                  </a:lnTo>
                  <a:lnTo>
                    <a:pt x="2811340" y="782321"/>
                  </a:lnTo>
                  <a:lnTo>
                    <a:pt x="2812622" y="637854"/>
                  </a:lnTo>
                  <a:lnTo>
                    <a:pt x="2813904" y="607557"/>
                  </a:lnTo>
                  <a:lnTo>
                    <a:pt x="2815185" y="689019"/>
                  </a:lnTo>
                  <a:lnTo>
                    <a:pt x="2816467" y="686122"/>
                  </a:lnTo>
                  <a:lnTo>
                    <a:pt x="2817749" y="604916"/>
                  </a:lnTo>
                  <a:lnTo>
                    <a:pt x="2819031" y="573273"/>
                  </a:lnTo>
                  <a:lnTo>
                    <a:pt x="2820313" y="591206"/>
                  </a:lnTo>
                  <a:lnTo>
                    <a:pt x="2821595" y="649817"/>
                  </a:lnTo>
                  <a:lnTo>
                    <a:pt x="2822876" y="682786"/>
                  </a:lnTo>
                  <a:lnTo>
                    <a:pt x="2824158" y="686568"/>
                  </a:lnTo>
                  <a:lnTo>
                    <a:pt x="2825440" y="694209"/>
                  </a:lnTo>
                  <a:lnTo>
                    <a:pt x="2826722" y="704558"/>
                  </a:lnTo>
                  <a:lnTo>
                    <a:pt x="2828004" y="714433"/>
                  </a:lnTo>
                  <a:lnTo>
                    <a:pt x="2829286" y="745117"/>
                  </a:lnTo>
                  <a:lnTo>
                    <a:pt x="2830568" y="743718"/>
                  </a:lnTo>
                  <a:lnTo>
                    <a:pt x="2831849" y="711783"/>
                  </a:lnTo>
                  <a:lnTo>
                    <a:pt x="2833131" y="743718"/>
                  </a:lnTo>
                  <a:lnTo>
                    <a:pt x="2834413" y="794756"/>
                  </a:lnTo>
                  <a:lnTo>
                    <a:pt x="2835695" y="804278"/>
                  </a:lnTo>
                  <a:lnTo>
                    <a:pt x="2836977" y="931813"/>
                  </a:lnTo>
                  <a:lnTo>
                    <a:pt x="2838259" y="877955"/>
                  </a:lnTo>
                  <a:lnTo>
                    <a:pt x="2839540" y="906523"/>
                  </a:lnTo>
                  <a:lnTo>
                    <a:pt x="2840822" y="903982"/>
                  </a:lnTo>
                  <a:lnTo>
                    <a:pt x="2842104" y="888965"/>
                  </a:lnTo>
                  <a:lnTo>
                    <a:pt x="2843386" y="1037744"/>
                  </a:lnTo>
                  <a:lnTo>
                    <a:pt x="2844668" y="1076466"/>
                  </a:lnTo>
                  <a:lnTo>
                    <a:pt x="2845950" y="1113202"/>
                  </a:lnTo>
                  <a:lnTo>
                    <a:pt x="2847232" y="1166085"/>
                  </a:lnTo>
                  <a:lnTo>
                    <a:pt x="2848513" y="1205294"/>
                  </a:lnTo>
                  <a:lnTo>
                    <a:pt x="2849795" y="1313140"/>
                  </a:lnTo>
                  <a:lnTo>
                    <a:pt x="2851077" y="1441301"/>
                  </a:lnTo>
                  <a:lnTo>
                    <a:pt x="2852359" y="1364314"/>
                  </a:lnTo>
                  <a:lnTo>
                    <a:pt x="2853641" y="1330343"/>
                  </a:lnTo>
                  <a:lnTo>
                    <a:pt x="2854923" y="1290976"/>
                  </a:lnTo>
                  <a:lnTo>
                    <a:pt x="2856204" y="1225951"/>
                  </a:lnTo>
                  <a:lnTo>
                    <a:pt x="2857486" y="1217918"/>
                  </a:lnTo>
                  <a:lnTo>
                    <a:pt x="2858768" y="1295272"/>
                  </a:lnTo>
                  <a:lnTo>
                    <a:pt x="2860050" y="1321381"/>
                  </a:lnTo>
                  <a:lnTo>
                    <a:pt x="2861332" y="1254736"/>
                  </a:lnTo>
                  <a:lnTo>
                    <a:pt x="2862614" y="1165627"/>
                  </a:lnTo>
                  <a:lnTo>
                    <a:pt x="2863896" y="1119390"/>
                  </a:lnTo>
                  <a:lnTo>
                    <a:pt x="2865177" y="964153"/>
                  </a:lnTo>
                  <a:lnTo>
                    <a:pt x="2866459" y="942022"/>
                  </a:lnTo>
                  <a:lnTo>
                    <a:pt x="2867741" y="907551"/>
                  </a:lnTo>
                  <a:lnTo>
                    <a:pt x="2869023" y="896506"/>
                  </a:lnTo>
                  <a:lnTo>
                    <a:pt x="2870305" y="881213"/>
                  </a:lnTo>
                  <a:lnTo>
                    <a:pt x="2871587" y="891061"/>
                  </a:lnTo>
                  <a:lnTo>
                    <a:pt x="2872868" y="852641"/>
                  </a:lnTo>
                  <a:lnTo>
                    <a:pt x="2874150" y="850113"/>
                  </a:lnTo>
                  <a:lnTo>
                    <a:pt x="2875432" y="850113"/>
                  </a:lnTo>
                  <a:lnTo>
                    <a:pt x="2876714" y="808752"/>
                  </a:lnTo>
                  <a:lnTo>
                    <a:pt x="2877996" y="753770"/>
                  </a:lnTo>
                  <a:lnTo>
                    <a:pt x="2879278" y="710057"/>
                  </a:lnTo>
                  <a:lnTo>
                    <a:pt x="2880559" y="702049"/>
                  </a:lnTo>
                  <a:lnTo>
                    <a:pt x="2881841" y="609072"/>
                  </a:lnTo>
                  <a:lnTo>
                    <a:pt x="2883123" y="638652"/>
                  </a:lnTo>
                  <a:lnTo>
                    <a:pt x="2884405" y="637854"/>
                  </a:lnTo>
                  <a:lnTo>
                    <a:pt x="2885687" y="642660"/>
                  </a:lnTo>
                  <a:lnTo>
                    <a:pt x="2886969" y="652395"/>
                  </a:lnTo>
                  <a:lnTo>
                    <a:pt x="2888251" y="655677"/>
                  </a:lnTo>
                  <a:lnTo>
                    <a:pt x="2889532" y="637057"/>
                  </a:lnTo>
                  <a:lnTo>
                    <a:pt x="2890814" y="649946"/>
                  </a:lnTo>
                  <a:lnTo>
                    <a:pt x="2892096" y="715459"/>
                  </a:lnTo>
                  <a:lnTo>
                    <a:pt x="2893378" y="725592"/>
                  </a:lnTo>
                  <a:lnTo>
                    <a:pt x="2894660" y="717288"/>
                  </a:lnTo>
                  <a:lnTo>
                    <a:pt x="2895942" y="713636"/>
                  </a:lnTo>
                  <a:lnTo>
                    <a:pt x="2897223" y="734018"/>
                  </a:lnTo>
                  <a:lnTo>
                    <a:pt x="2898505" y="723736"/>
                  </a:lnTo>
                  <a:lnTo>
                    <a:pt x="2899787" y="730258"/>
                  </a:lnTo>
                  <a:lnTo>
                    <a:pt x="2901069" y="730258"/>
                  </a:lnTo>
                  <a:lnTo>
                    <a:pt x="2902351" y="701923"/>
                  </a:lnTo>
                  <a:lnTo>
                    <a:pt x="2903633" y="691320"/>
                  </a:lnTo>
                  <a:lnTo>
                    <a:pt x="2904915" y="684358"/>
                  </a:lnTo>
                  <a:lnTo>
                    <a:pt x="2906196" y="686090"/>
                  </a:lnTo>
                  <a:lnTo>
                    <a:pt x="2907478" y="649132"/>
                  </a:lnTo>
                  <a:lnTo>
                    <a:pt x="2908760" y="688699"/>
                  </a:lnTo>
                  <a:lnTo>
                    <a:pt x="2910042" y="698367"/>
                  </a:lnTo>
                  <a:lnTo>
                    <a:pt x="2911324" y="687828"/>
                  </a:lnTo>
                  <a:lnTo>
                    <a:pt x="2912606" y="703710"/>
                  </a:lnTo>
                  <a:lnTo>
                    <a:pt x="2913887" y="747375"/>
                  </a:lnTo>
                  <a:lnTo>
                    <a:pt x="2915169" y="794636"/>
                  </a:lnTo>
                  <a:lnTo>
                    <a:pt x="2916451" y="822554"/>
                  </a:lnTo>
                  <a:lnTo>
                    <a:pt x="2917733" y="1053543"/>
                  </a:lnTo>
                  <a:lnTo>
                    <a:pt x="2919015" y="1043995"/>
                  </a:lnTo>
                  <a:lnTo>
                    <a:pt x="2920297" y="1036532"/>
                  </a:lnTo>
                  <a:lnTo>
                    <a:pt x="2921578" y="1055087"/>
                  </a:lnTo>
                  <a:lnTo>
                    <a:pt x="2922860" y="1012266"/>
                  </a:lnTo>
                  <a:lnTo>
                    <a:pt x="2924142" y="1006717"/>
                  </a:lnTo>
                  <a:lnTo>
                    <a:pt x="2925424" y="1031545"/>
                  </a:lnTo>
                  <a:lnTo>
                    <a:pt x="2926706" y="1059914"/>
                  </a:lnTo>
                  <a:lnTo>
                    <a:pt x="2927988" y="989311"/>
                  </a:lnTo>
                  <a:lnTo>
                    <a:pt x="2929270" y="952981"/>
                  </a:lnTo>
                  <a:lnTo>
                    <a:pt x="2930551" y="905695"/>
                  </a:lnTo>
                  <a:lnTo>
                    <a:pt x="2931833" y="848433"/>
                  </a:lnTo>
                  <a:lnTo>
                    <a:pt x="2933115" y="807970"/>
                  </a:lnTo>
                  <a:lnTo>
                    <a:pt x="2934397" y="752164"/>
                  </a:lnTo>
                  <a:lnTo>
                    <a:pt x="2935679" y="734018"/>
                  </a:lnTo>
                  <a:lnTo>
                    <a:pt x="2936961" y="713951"/>
                  </a:lnTo>
                  <a:lnTo>
                    <a:pt x="2938242" y="748665"/>
                  </a:lnTo>
                  <a:lnTo>
                    <a:pt x="2939524" y="734878"/>
                  </a:lnTo>
                  <a:lnTo>
                    <a:pt x="2940806" y="572337"/>
                  </a:lnTo>
                  <a:lnTo>
                    <a:pt x="2942088" y="605291"/>
                  </a:lnTo>
                  <a:lnTo>
                    <a:pt x="2943370" y="600786"/>
                  </a:lnTo>
                  <a:lnTo>
                    <a:pt x="2944652" y="537811"/>
                  </a:lnTo>
                  <a:lnTo>
                    <a:pt x="2945934" y="517402"/>
                  </a:lnTo>
                  <a:lnTo>
                    <a:pt x="2947215" y="560364"/>
                  </a:lnTo>
                  <a:lnTo>
                    <a:pt x="2948497" y="584565"/>
                  </a:lnTo>
                  <a:lnTo>
                    <a:pt x="2949779" y="612878"/>
                  </a:lnTo>
                  <a:lnTo>
                    <a:pt x="2951061" y="767074"/>
                  </a:lnTo>
                  <a:lnTo>
                    <a:pt x="2952343" y="776179"/>
                  </a:lnTo>
                  <a:lnTo>
                    <a:pt x="2953625" y="803300"/>
                  </a:lnTo>
                  <a:lnTo>
                    <a:pt x="2954906" y="933340"/>
                  </a:lnTo>
                  <a:lnTo>
                    <a:pt x="2956188" y="951771"/>
                  </a:lnTo>
                  <a:lnTo>
                    <a:pt x="2957470" y="950972"/>
                  </a:lnTo>
                  <a:lnTo>
                    <a:pt x="2958752" y="962250"/>
                  </a:lnTo>
                  <a:lnTo>
                    <a:pt x="2960034" y="977083"/>
                  </a:lnTo>
                  <a:lnTo>
                    <a:pt x="2961316" y="968795"/>
                  </a:lnTo>
                  <a:lnTo>
                    <a:pt x="2962597" y="950175"/>
                  </a:lnTo>
                  <a:lnTo>
                    <a:pt x="2963879" y="1000947"/>
                  </a:lnTo>
                  <a:lnTo>
                    <a:pt x="2965161" y="1033162"/>
                  </a:lnTo>
                  <a:lnTo>
                    <a:pt x="2966443" y="1036855"/>
                  </a:lnTo>
                  <a:lnTo>
                    <a:pt x="2967725" y="1045253"/>
                  </a:lnTo>
                  <a:lnTo>
                    <a:pt x="2969007" y="1066315"/>
                  </a:lnTo>
                  <a:lnTo>
                    <a:pt x="2970289" y="1107872"/>
                  </a:lnTo>
                  <a:lnTo>
                    <a:pt x="2971570" y="1111693"/>
                  </a:lnTo>
                  <a:lnTo>
                    <a:pt x="2972852" y="1010040"/>
                  </a:lnTo>
                  <a:lnTo>
                    <a:pt x="2974134" y="954889"/>
                  </a:lnTo>
                  <a:lnTo>
                    <a:pt x="2975416" y="749309"/>
                  </a:lnTo>
                  <a:lnTo>
                    <a:pt x="2976698" y="740658"/>
                  </a:lnTo>
                  <a:lnTo>
                    <a:pt x="2977980" y="746411"/>
                  </a:lnTo>
                  <a:lnTo>
                    <a:pt x="2979261" y="776074"/>
                  </a:lnTo>
                  <a:lnTo>
                    <a:pt x="2980543" y="793589"/>
                  </a:lnTo>
                  <a:lnTo>
                    <a:pt x="2981825" y="857717"/>
                  </a:lnTo>
                  <a:lnTo>
                    <a:pt x="2983107" y="869535"/>
                  </a:lnTo>
                  <a:lnTo>
                    <a:pt x="2984389" y="855382"/>
                  </a:lnTo>
                  <a:lnTo>
                    <a:pt x="2985671" y="782195"/>
                  </a:lnTo>
                  <a:lnTo>
                    <a:pt x="2986953" y="762040"/>
                  </a:lnTo>
                  <a:lnTo>
                    <a:pt x="2988234" y="721887"/>
                  </a:lnTo>
                  <a:lnTo>
                    <a:pt x="2989516" y="680908"/>
                  </a:lnTo>
                  <a:lnTo>
                    <a:pt x="2990798" y="665637"/>
                  </a:lnTo>
                  <a:lnTo>
                    <a:pt x="2992080" y="671528"/>
                  </a:lnTo>
                  <a:lnTo>
                    <a:pt x="2993362" y="720964"/>
                  </a:lnTo>
                  <a:lnTo>
                    <a:pt x="2994644" y="750279"/>
                  </a:lnTo>
                  <a:lnTo>
                    <a:pt x="2995925" y="919977"/>
                  </a:lnTo>
                  <a:lnTo>
                    <a:pt x="2997207" y="931037"/>
                  </a:lnTo>
                  <a:lnTo>
                    <a:pt x="2998489" y="891965"/>
                  </a:lnTo>
                  <a:lnTo>
                    <a:pt x="2999771" y="850113"/>
                  </a:lnTo>
                  <a:lnTo>
                    <a:pt x="3001053" y="783493"/>
                  </a:lnTo>
                  <a:lnTo>
                    <a:pt x="3002335" y="718430"/>
                  </a:lnTo>
                  <a:lnTo>
                    <a:pt x="3003617" y="700656"/>
                  </a:lnTo>
                  <a:lnTo>
                    <a:pt x="3004898" y="719769"/>
                  </a:lnTo>
                  <a:lnTo>
                    <a:pt x="3006180" y="708488"/>
                  </a:lnTo>
                  <a:lnTo>
                    <a:pt x="3007462" y="709145"/>
                  </a:lnTo>
                  <a:lnTo>
                    <a:pt x="3008744" y="751456"/>
                  </a:lnTo>
                  <a:lnTo>
                    <a:pt x="3010026" y="792550"/>
                  </a:lnTo>
                  <a:lnTo>
                    <a:pt x="3011308" y="926235"/>
                  </a:lnTo>
                  <a:lnTo>
                    <a:pt x="3012589" y="934664"/>
                  </a:lnTo>
                  <a:lnTo>
                    <a:pt x="3013871" y="935728"/>
                  </a:lnTo>
                  <a:lnTo>
                    <a:pt x="3015153" y="827037"/>
                  </a:lnTo>
                  <a:lnTo>
                    <a:pt x="3016435" y="827124"/>
                  </a:lnTo>
                  <a:lnTo>
                    <a:pt x="3017717" y="870328"/>
                  </a:lnTo>
                  <a:lnTo>
                    <a:pt x="3018999" y="929845"/>
                  </a:lnTo>
                  <a:lnTo>
                    <a:pt x="3020280" y="1020209"/>
                  </a:lnTo>
                  <a:lnTo>
                    <a:pt x="3021562" y="1283460"/>
                  </a:lnTo>
                  <a:lnTo>
                    <a:pt x="3022844" y="1355449"/>
                  </a:lnTo>
                  <a:lnTo>
                    <a:pt x="3024126" y="1411366"/>
                  </a:lnTo>
                  <a:lnTo>
                    <a:pt x="3025408" y="1448078"/>
                  </a:lnTo>
                  <a:lnTo>
                    <a:pt x="3026690" y="1477239"/>
                  </a:lnTo>
                  <a:lnTo>
                    <a:pt x="3027972" y="1442420"/>
                  </a:lnTo>
                  <a:lnTo>
                    <a:pt x="3029253" y="1397314"/>
                  </a:lnTo>
                  <a:lnTo>
                    <a:pt x="3030535" y="1408915"/>
                  </a:lnTo>
                  <a:lnTo>
                    <a:pt x="3031817" y="1471768"/>
                  </a:lnTo>
                  <a:lnTo>
                    <a:pt x="3033099" y="1437638"/>
                  </a:lnTo>
                  <a:lnTo>
                    <a:pt x="3034381" y="1423097"/>
                  </a:lnTo>
                  <a:lnTo>
                    <a:pt x="3035663" y="1423097"/>
                  </a:lnTo>
                  <a:lnTo>
                    <a:pt x="3036944" y="1363482"/>
                  </a:lnTo>
                  <a:lnTo>
                    <a:pt x="3038226" y="1294337"/>
                  </a:lnTo>
                  <a:lnTo>
                    <a:pt x="3039508" y="1327300"/>
                  </a:lnTo>
                  <a:lnTo>
                    <a:pt x="3040790" y="1222205"/>
                  </a:lnTo>
                  <a:lnTo>
                    <a:pt x="3042072" y="1217275"/>
                  </a:lnTo>
                  <a:lnTo>
                    <a:pt x="3043354" y="1101360"/>
                  </a:lnTo>
                  <a:lnTo>
                    <a:pt x="3044636" y="1084674"/>
                  </a:lnTo>
                  <a:lnTo>
                    <a:pt x="3045917" y="1062342"/>
                  </a:lnTo>
                  <a:lnTo>
                    <a:pt x="3047199" y="1084674"/>
                  </a:lnTo>
                  <a:lnTo>
                    <a:pt x="3048481" y="1083410"/>
                  </a:lnTo>
                  <a:lnTo>
                    <a:pt x="3049763" y="1064781"/>
                  </a:lnTo>
                  <a:lnTo>
                    <a:pt x="3051045" y="1066004"/>
                  </a:lnTo>
                  <a:lnTo>
                    <a:pt x="3052327" y="1092315"/>
                  </a:lnTo>
                  <a:lnTo>
                    <a:pt x="3053608" y="1102664"/>
                  </a:lnTo>
                  <a:lnTo>
                    <a:pt x="3054890" y="1077133"/>
                  </a:lnTo>
                  <a:lnTo>
                    <a:pt x="3056172" y="1105453"/>
                  </a:lnTo>
                  <a:lnTo>
                    <a:pt x="3057454" y="1135599"/>
                  </a:lnTo>
                  <a:lnTo>
                    <a:pt x="3058736" y="1023336"/>
                  </a:lnTo>
                  <a:lnTo>
                    <a:pt x="3060018" y="988516"/>
                  </a:lnTo>
                  <a:lnTo>
                    <a:pt x="3061299" y="974012"/>
                  </a:lnTo>
                  <a:lnTo>
                    <a:pt x="3062581" y="925950"/>
                  </a:lnTo>
                  <a:lnTo>
                    <a:pt x="3063863" y="898932"/>
                  </a:lnTo>
                  <a:lnTo>
                    <a:pt x="3065145" y="923322"/>
                  </a:lnTo>
                  <a:lnTo>
                    <a:pt x="3066427" y="903982"/>
                  </a:lnTo>
                  <a:lnTo>
                    <a:pt x="3067709" y="897677"/>
                  </a:lnTo>
                  <a:lnTo>
                    <a:pt x="3068991" y="902715"/>
                  </a:lnTo>
                  <a:lnTo>
                    <a:pt x="3070272" y="869535"/>
                  </a:lnTo>
                  <a:lnTo>
                    <a:pt x="3071554" y="823655"/>
                  </a:lnTo>
                  <a:lnTo>
                    <a:pt x="3072836" y="788382"/>
                  </a:lnTo>
                  <a:lnTo>
                    <a:pt x="3074118" y="798844"/>
                  </a:lnTo>
                  <a:lnTo>
                    <a:pt x="3075400" y="750279"/>
                  </a:lnTo>
                  <a:lnTo>
                    <a:pt x="3076682" y="736854"/>
                  </a:lnTo>
                  <a:lnTo>
                    <a:pt x="3077963" y="712726"/>
                  </a:lnTo>
                  <a:lnTo>
                    <a:pt x="3079245" y="710912"/>
                  </a:lnTo>
                  <a:lnTo>
                    <a:pt x="3080527" y="724664"/>
                  </a:lnTo>
                  <a:lnTo>
                    <a:pt x="3081809" y="751250"/>
                  </a:lnTo>
                  <a:lnTo>
                    <a:pt x="3083091" y="790459"/>
                  </a:lnTo>
                  <a:lnTo>
                    <a:pt x="3084373" y="806282"/>
                  </a:lnTo>
                  <a:lnTo>
                    <a:pt x="3085655" y="807353"/>
                  </a:lnTo>
                  <a:lnTo>
                    <a:pt x="3086936" y="792544"/>
                  </a:lnTo>
                  <a:lnTo>
                    <a:pt x="3088218" y="804147"/>
                  </a:lnTo>
                  <a:lnTo>
                    <a:pt x="3089500" y="804147"/>
                  </a:lnTo>
                  <a:lnTo>
                    <a:pt x="3090782" y="848434"/>
                  </a:lnTo>
                  <a:lnTo>
                    <a:pt x="3092064" y="877955"/>
                  </a:lnTo>
                  <a:lnTo>
                    <a:pt x="3093346" y="855382"/>
                  </a:lnTo>
                  <a:lnTo>
                    <a:pt x="3094627" y="910356"/>
                  </a:lnTo>
                  <a:lnTo>
                    <a:pt x="3095909" y="940627"/>
                  </a:lnTo>
                  <a:lnTo>
                    <a:pt x="3097191" y="989987"/>
                  </a:lnTo>
                  <a:lnTo>
                    <a:pt x="3098473" y="1018673"/>
                  </a:lnTo>
                  <a:lnTo>
                    <a:pt x="3099755" y="1035959"/>
                  </a:lnTo>
                  <a:lnTo>
                    <a:pt x="3101037" y="1048866"/>
                  </a:lnTo>
                  <a:lnTo>
                    <a:pt x="3102318" y="1037557"/>
                  </a:lnTo>
                  <a:lnTo>
                    <a:pt x="3103600" y="974012"/>
                  </a:lnTo>
                  <a:lnTo>
                    <a:pt x="3104882" y="922012"/>
                  </a:lnTo>
                  <a:lnTo>
                    <a:pt x="3106164" y="1086447"/>
                  </a:lnTo>
                  <a:lnTo>
                    <a:pt x="3107446" y="1119129"/>
                  </a:lnTo>
                  <a:lnTo>
                    <a:pt x="3108728" y="1082927"/>
                  </a:lnTo>
                  <a:lnTo>
                    <a:pt x="3110010" y="1073989"/>
                  </a:lnTo>
                  <a:lnTo>
                    <a:pt x="3111291" y="1066004"/>
                  </a:lnTo>
                  <a:lnTo>
                    <a:pt x="3112573" y="1058703"/>
                  </a:lnTo>
                  <a:lnTo>
                    <a:pt x="3113855" y="1043196"/>
                  </a:lnTo>
                  <a:lnTo>
                    <a:pt x="3115137" y="1029243"/>
                  </a:lnTo>
                  <a:lnTo>
                    <a:pt x="3116419" y="1044374"/>
                  </a:lnTo>
                  <a:lnTo>
                    <a:pt x="3117701" y="1077133"/>
                  </a:lnTo>
                  <a:lnTo>
                    <a:pt x="3118982" y="1067230"/>
                  </a:lnTo>
                  <a:lnTo>
                    <a:pt x="3120264" y="1032700"/>
                  </a:lnTo>
                  <a:lnTo>
                    <a:pt x="3121546" y="982918"/>
                  </a:lnTo>
                  <a:lnTo>
                    <a:pt x="3122828" y="979748"/>
                  </a:lnTo>
                  <a:lnTo>
                    <a:pt x="3124110" y="1038507"/>
                  </a:lnTo>
                  <a:lnTo>
                    <a:pt x="3125392" y="1071497"/>
                  </a:lnTo>
                  <a:lnTo>
                    <a:pt x="3126674" y="1082927"/>
                  </a:lnTo>
                  <a:lnTo>
                    <a:pt x="3127955" y="1172763"/>
                  </a:lnTo>
                  <a:lnTo>
                    <a:pt x="3129237" y="1182466"/>
                  </a:lnTo>
                  <a:lnTo>
                    <a:pt x="3130519" y="1063742"/>
                  </a:lnTo>
                  <a:lnTo>
                    <a:pt x="3131801" y="1079014"/>
                  </a:lnTo>
                  <a:lnTo>
                    <a:pt x="3133083" y="1082463"/>
                  </a:lnTo>
                  <a:lnTo>
                    <a:pt x="3134365" y="1103607"/>
                  </a:lnTo>
                  <a:lnTo>
                    <a:pt x="3135646" y="1103607"/>
                  </a:lnTo>
                  <a:lnTo>
                    <a:pt x="3136928" y="1103607"/>
                  </a:lnTo>
                  <a:lnTo>
                    <a:pt x="3138210" y="1118148"/>
                  </a:lnTo>
                  <a:lnTo>
                    <a:pt x="3139492" y="1174179"/>
                  </a:lnTo>
                  <a:lnTo>
                    <a:pt x="3140774" y="1321427"/>
                  </a:lnTo>
                  <a:lnTo>
                    <a:pt x="3142056" y="1491043"/>
                  </a:lnTo>
                  <a:lnTo>
                    <a:pt x="3143338" y="1501713"/>
                  </a:lnTo>
                  <a:lnTo>
                    <a:pt x="3144619" y="1501713"/>
                  </a:lnTo>
                  <a:lnTo>
                    <a:pt x="3145901" y="1501713"/>
                  </a:lnTo>
                  <a:lnTo>
                    <a:pt x="3147183" y="1501713"/>
                  </a:lnTo>
                  <a:lnTo>
                    <a:pt x="3148465" y="1456846"/>
                  </a:lnTo>
                  <a:lnTo>
                    <a:pt x="3149747" y="1359369"/>
                  </a:lnTo>
                  <a:lnTo>
                    <a:pt x="3151029" y="1391046"/>
                  </a:lnTo>
                  <a:lnTo>
                    <a:pt x="3152310" y="1434065"/>
                  </a:lnTo>
                  <a:lnTo>
                    <a:pt x="3153592" y="1434065"/>
                  </a:lnTo>
                  <a:lnTo>
                    <a:pt x="3154874" y="1418328"/>
                  </a:lnTo>
                  <a:lnTo>
                    <a:pt x="3156156" y="1318810"/>
                  </a:lnTo>
                  <a:lnTo>
                    <a:pt x="3157438" y="1318810"/>
                  </a:lnTo>
                  <a:lnTo>
                    <a:pt x="3158720" y="1303356"/>
                  </a:lnTo>
                  <a:lnTo>
                    <a:pt x="3160001" y="1205458"/>
                  </a:lnTo>
                  <a:lnTo>
                    <a:pt x="3161283" y="1266499"/>
                  </a:lnTo>
                  <a:lnTo>
                    <a:pt x="3162565" y="1127493"/>
                  </a:lnTo>
                  <a:lnTo>
                    <a:pt x="3163847" y="1080334"/>
                  </a:lnTo>
                  <a:lnTo>
                    <a:pt x="3165129" y="1027249"/>
                  </a:lnTo>
                  <a:lnTo>
                    <a:pt x="3166411" y="977644"/>
                  </a:lnTo>
                  <a:lnTo>
                    <a:pt x="3167693" y="944990"/>
                  </a:lnTo>
                  <a:lnTo>
                    <a:pt x="3168974" y="912217"/>
                  </a:lnTo>
                  <a:lnTo>
                    <a:pt x="3170256" y="903846"/>
                  </a:lnTo>
                  <a:lnTo>
                    <a:pt x="3171538" y="876791"/>
                  </a:lnTo>
                  <a:lnTo>
                    <a:pt x="3172820" y="793311"/>
                  </a:lnTo>
                  <a:lnTo>
                    <a:pt x="3174102" y="768709"/>
                  </a:lnTo>
                  <a:lnTo>
                    <a:pt x="3175384" y="770902"/>
                  </a:lnTo>
                  <a:lnTo>
                    <a:pt x="3176665" y="746520"/>
                  </a:lnTo>
                  <a:lnTo>
                    <a:pt x="3177947" y="749335"/>
                  </a:lnTo>
                  <a:lnTo>
                    <a:pt x="3179229" y="742322"/>
                  </a:lnTo>
                  <a:lnTo>
                    <a:pt x="3180511" y="700111"/>
                  </a:lnTo>
                  <a:lnTo>
                    <a:pt x="3181793" y="654453"/>
                  </a:lnTo>
                  <a:lnTo>
                    <a:pt x="3183075" y="608860"/>
                  </a:lnTo>
                  <a:lnTo>
                    <a:pt x="3184357" y="572226"/>
                  </a:lnTo>
                  <a:lnTo>
                    <a:pt x="3185638" y="423898"/>
                  </a:lnTo>
                  <a:lnTo>
                    <a:pt x="3186920" y="418973"/>
                  </a:lnTo>
                  <a:lnTo>
                    <a:pt x="3188202" y="557901"/>
                  </a:lnTo>
                  <a:lnTo>
                    <a:pt x="3189484" y="664788"/>
                  </a:lnTo>
                  <a:lnTo>
                    <a:pt x="3190766" y="734741"/>
                  </a:lnTo>
                  <a:lnTo>
                    <a:pt x="3192048" y="827362"/>
                  </a:lnTo>
                  <a:lnTo>
                    <a:pt x="3193329" y="767682"/>
                  </a:lnTo>
                  <a:lnTo>
                    <a:pt x="3194611" y="719725"/>
                  </a:lnTo>
                  <a:lnTo>
                    <a:pt x="3195893" y="714383"/>
                  </a:lnTo>
                  <a:lnTo>
                    <a:pt x="3197175" y="709089"/>
                  </a:lnTo>
                  <a:lnTo>
                    <a:pt x="3198457" y="717429"/>
                  </a:lnTo>
                  <a:lnTo>
                    <a:pt x="3199739" y="755720"/>
                  </a:lnTo>
                  <a:lnTo>
                    <a:pt x="3201020" y="819554"/>
                  </a:lnTo>
                  <a:lnTo>
                    <a:pt x="3202302" y="865602"/>
                  </a:lnTo>
                  <a:lnTo>
                    <a:pt x="3203584" y="886233"/>
                  </a:lnTo>
                  <a:lnTo>
                    <a:pt x="3204866" y="855801"/>
                  </a:lnTo>
                  <a:lnTo>
                    <a:pt x="3206148" y="845686"/>
                  </a:lnTo>
                  <a:lnTo>
                    <a:pt x="3207430" y="838569"/>
                  </a:lnTo>
                  <a:lnTo>
                    <a:pt x="3208712" y="793070"/>
                  </a:lnTo>
                  <a:lnTo>
                    <a:pt x="3209993" y="668698"/>
                  </a:lnTo>
                  <a:lnTo>
                    <a:pt x="3211275" y="568573"/>
                  </a:lnTo>
                  <a:lnTo>
                    <a:pt x="3212557" y="625701"/>
                  </a:lnTo>
                  <a:lnTo>
                    <a:pt x="3213839" y="672818"/>
                  </a:lnTo>
                  <a:lnTo>
                    <a:pt x="3215121" y="637491"/>
                  </a:lnTo>
                  <a:lnTo>
                    <a:pt x="3216403" y="615836"/>
                  </a:lnTo>
                  <a:lnTo>
                    <a:pt x="3217684" y="548375"/>
                  </a:lnTo>
                  <a:lnTo>
                    <a:pt x="3218966" y="491153"/>
                  </a:lnTo>
                  <a:lnTo>
                    <a:pt x="3220248" y="457924"/>
                  </a:lnTo>
                  <a:lnTo>
                    <a:pt x="3221530" y="436248"/>
                  </a:lnTo>
                  <a:lnTo>
                    <a:pt x="3222812" y="424907"/>
                  </a:lnTo>
                  <a:lnTo>
                    <a:pt x="3224094" y="436657"/>
                  </a:lnTo>
                  <a:lnTo>
                    <a:pt x="3225376" y="466484"/>
                  </a:lnTo>
                  <a:lnTo>
                    <a:pt x="3226657" y="498400"/>
                  </a:lnTo>
                  <a:lnTo>
                    <a:pt x="3227939" y="539003"/>
                  </a:lnTo>
                  <a:lnTo>
                    <a:pt x="3229221" y="708213"/>
                  </a:lnTo>
                  <a:lnTo>
                    <a:pt x="3230503" y="673817"/>
                  </a:lnTo>
                  <a:lnTo>
                    <a:pt x="3231785" y="546885"/>
                  </a:lnTo>
                  <a:lnTo>
                    <a:pt x="3233067" y="561960"/>
                  </a:lnTo>
                  <a:lnTo>
                    <a:pt x="3234348" y="614719"/>
                  </a:lnTo>
                  <a:lnTo>
                    <a:pt x="3235630" y="627702"/>
                  </a:lnTo>
                  <a:lnTo>
                    <a:pt x="3236912" y="711783"/>
                  </a:lnTo>
                  <a:lnTo>
                    <a:pt x="3238194" y="800980"/>
                  </a:lnTo>
                  <a:lnTo>
                    <a:pt x="3239476" y="842594"/>
                  </a:lnTo>
                  <a:lnTo>
                    <a:pt x="3240758" y="826230"/>
                  </a:lnTo>
                  <a:lnTo>
                    <a:pt x="3242039" y="837636"/>
                  </a:lnTo>
                  <a:lnTo>
                    <a:pt x="3243321" y="834354"/>
                  </a:lnTo>
                  <a:lnTo>
                    <a:pt x="3244603" y="804853"/>
                  </a:lnTo>
                  <a:lnTo>
                    <a:pt x="3245885" y="817424"/>
                  </a:lnTo>
                  <a:lnTo>
                    <a:pt x="3247167" y="807970"/>
                  </a:lnTo>
                  <a:lnTo>
                    <a:pt x="3248449" y="800292"/>
                  </a:lnTo>
                  <a:lnTo>
                    <a:pt x="3249731" y="836354"/>
                  </a:lnTo>
                  <a:lnTo>
                    <a:pt x="3251012" y="897663"/>
                  </a:lnTo>
                  <a:lnTo>
                    <a:pt x="3252294" y="895717"/>
                  </a:lnTo>
                  <a:lnTo>
                    <a:pt x="3253576" y="878462"/>
                  </a:lnTo>
                  <a:lnTo>
                    <a:pt x="3254858" y="859723"/>
                  </a:lnTo>
                  <a:lnTo>
                    <a:pt x="3256140" y="852641"/>
                  </a:lnTo>
                  <a:lnTo>
                    <a:pt x="3257422" y="831904"/>
                  </a:lnTo>
                  <a:lnTo>
                    <a:pt x="3258703" y="944720"/>
                  </a:lnTo>
                  <a:lnTo>
                    <a:pt x="3259985" y="1003848"/>
                  </a:lnTo>
                  <a:lnTo>
                    <a:pt x="3261267" y="1027665"/>
                  </a:lnTo>
                  <a:lnTo>
                    <a:pt x="3262549" y="1084141"/>
                  </a:lnTo>
                  <a:lnTo>
                    <a:pt x="3263831" y="1099431"/>
                  </a:lnTo>
                  <a:lnTo>
                    <a:pt x="3265113" y="1055688"/>
                  </a:lnTo>
                  <a:lnTo>
                    <a:pt x="3266395" y="1047137"/>
                  </a:lnTo>
                  <a:lnTo>
                    <a:pt x="3267676" y="1018620"/>
                  </a:lnTo>
                  <a:lnTo>
                    <a:pt x="3268958" y="983801"/>
                  </a:lnTo>
                  <a:lnTo>
                    <a:pt x="3270240" y="983801"/>
                  </a:lnTo>
                  <a:lnTo>
                    <a:pt x="3271522" y="1002984"/>
                  </a:lnTo>
                  <a:lnTo>
                    <a:pt x="3272804" y="1042301"/>
                  </a:lnTo>
                  <a:lnTo>
                    <a:pt x="3274086" y="1087294"/>
                  </a:lnTo>
                  <a:lnTo>
                    <a:pt x="3275367" y="1006717"/>
                  </a:lnTo>
                  <a:lnTo>
                    <a:pt x="3276649" y="1035016"/>
                  </a:lnTo>
                  <a:lnTo>
                    <a:pt x="3277931" y="1085532"/>
                  </a:lnTo>
                  <a:lnTo>
                    <a:pt x="3279213" y="1077282"/>
                  </a:lnTo>
                  <a:lnTo>
                    <a:pt x="3280495" y="907798"/>
                  </a:lnTo>
                  <a:lnTo>
                    <a:pt x="3281777" y="920705"/>
                  </a:lnTo>
                  <a:lnTo>
                    <a:pt x="3283059" y="919401"/>
                  </a:lnTo>
                  <a:lnTo>
                    <a:pt x="3284340" y="976884"/>
                  </a:lnTo>
                  <a:lnTo>
                    <a:pt x="3285622" y="976884"/>
                  </a:lnTo>
                  <a:lnTo>
                    <a:pt x="3286904" y="1007937"/>
                  </a:lnTo>
                  <a:lnTo>
                    <a:pt x="3288186" y="1032777"/>
                  </a:lnTo>
                  <a:lnTo>
                    <a:pt x="3289468" y="927269"/>
                  </a:lnTo>
                  <a:lnTo>
                    <a:pt x="3290750" y="1021375"/>
                  </a:lnTo>
                  <a:lnTo>
                    <a:pt x="3292031" y="957019"/>
                  </a:lnTo>
                  <a:lnTo>
                    <a:pt x="3293313" y="872404"/>
                  </a:lnTo>
                  <a:lnTo>
                    <a:pt x="3294595" y="799438"/>
                  </a:lnTo>
                  <a:lnTo>
                    <a:pt x="3295877" y="730593"/>
                  </a:lnTo>
                  <a:lnTo>
                    <a:pt x="3297159" y="705865"/>
                  </a:lnTo>
                  <a:lnTo>
                    <a:pt x="3298441" y="689104"/>
                  </a:lnTo>
                  <a:lnTo>
                    <a:pt x="3299722" y="680278"/>
                  </a:lnTo>
                  <a:lnTo>
                    <a:pt x="3301004" y="656381"/>
                  </a:lnTo>
                  <a:lnTo>
                    <a:pt x="3302286" y="613047"/>
                  </a:lnTo>
                  <a:lnTo>
                    <a:pt x="3303568" y="564001"/>
                  </a:lnTo>
                  <a:lnTo>
                    <a:pt x="3304850" y="527381"/>
                  </a:lnTo>
                  <a:lnTo>
                    <a:pt x="3306132" y="502517"/>
                  </a:lnTo>
                  <a:lnTo>
                    <a:pt x="3307414" y="517871"/>
                  </a:lnTo>
                  <a:lnTo>
                    <a:pt x="3308695" y="553871"/>
                  </a:lnTo>
                  <a:lnTo>
                    <a:pt x="3309977" y="584891"/>
                  </a:lnTo>
                  <a:lnTo>
                    <a:pt x="3311259" y="464900"/>
                  </a:lnTo>
                  <a:lnTo>
                    <a:pt x="3312541" y="520645"/>
                  </a:lnTo>
                  <a:lnTo>
                    <a:pt x="3313823" y="578059"/>
                  </a:lnTo>
                  <a:lnTo>
                    <a:pt x="3315105" y="612115"/>
                  </a:lnTo>
                  <a:lnTo>
                    <a:pt x="3316386" y="583838"/>
                  </a:lnTo>
                  <a:lnTo>
                    <a:pt x="3317668" y="558971"/>
                  </a:lnTo>
                  <a:lnTo>
                    <a:pt x="3318950" y="558276"/>
                  </a:lnTo>
                  <a:lnTo>
                    <a:pt x="3320232" y="597059"/>
                  </a:lnTo>
                  <a:lnTo>
                    <a:pt x="3321514" y="841452"/>
                  </a:lnTo>
                  <a:lnTo>
                    <a:pt x="3322796" y="898845"/>
                  </a:lnTo>
                  <a:lnTo>
                    <a:pt x="3324078" y="1002470"/>
                  </a:lnTo>
                  <a:lnTo>
                    <a:pt x="3325359" y="1016745"/>
                  </a:lnTo>
                  <a:lnTo>
                    <a:pt x="3326641" y="957019"/>
                  </a:lnTo>
                  <a:lnTo>
                    <a:pt x="3327923" y="1012421"/>
                  </a:lnTo>
                  <a:lnTo>
                    <a:pt x="3329205" y="980125"/>
                  </a:lnTo>
                  <a:lnTo>
                    <a:pt x="3330487" y="954162"/>
                  </a:lnTo>
                  <a:lnTo>
                    <a:pt x="3331769" y="895396"/>
                  </a:lnTo>
                  <a:lnTo>
                    <a:pt x="3333050" y="955050"/>
                  </a:lnTo>
                  <a:lnTo>
                    <a:pt x="3334332" y="922999"/>
                  </a:lnTo>
                  <a:lnTo>
                    <a:pt x="3335614" y="944274"/>
                  </a:lnTo>
                  <a:lnTo>
                    <a:pt x="3336896" y="971315"/>
                  </a:lnTo>
                  <a:lnTo>
                    <a:pt x="3338178" y="1001934"/>
                  </a:lnTo>
                  <a:lnTo>
                    <a:pt x="3339460" y="993018"/>
                  </a:lnTo>
                  <a:lnTo>
                    <a:pt x="3340741" y="996519"/>
                  </a:lnTo>
                  <a:lnTo>
                    <a:pt x="3342023" y="989996"/>
                  </a:lnTo>
                  <a:lnTo>
                    <a:pt x="3343305" y="910178"/>
                  </a:lnTo>
                  <a:lnTo>
                    <a:pt x="3344587" y="955779"/>
                  </a:lnTo>
                  <a:lnTo>
                    <a:pt x="3345869" y="1007071"/>
                  </a:lnTo>
                  <a:lnTo>
                    <a:pt x="3347151" y="1071712"/>
                  </a:lnTo>
                  <a:lnTo>
                    <a:pt x="3348433" y="1135480"/>
                  </a:lnTo>
                  <a:lnTo>
                    <a:pt x="3349714" y="1171388"/>
                  </a:lnTo>
                  <a:lnTo>
                    <a:pt x="3350996" y="1132124"/>
                  </a:lnTo>
                  <a:lnTo>
                    <a:pt x="3352278" y="1109878"/>
                  </a:lnTo>
                  <a:lnTo>
                    <a:pt x="3353560" y="985586"/>
                  </a:lnTo>
                  <a:lnTo>
                    <a:pt x="3354842" y="1003397"/>
                  </a:lnTo>
                  <a:lnTo>
                    <a:pt x="3356124" y="988516"/>
                  </a:lnTo>
                  <a:lnTo>
                    <a:pt x="3357405" y="1004906"/>
                  </a:lnTo>
                  <a:lnTo>
                    <a:pt x="3358687" y="1034366"/>
                  </a:lnTo>
                  <a:lnTo>
                    <a:pt x="3359969" y="1052139"/>
                  </a:lnTo>
                  <a:lnTo>
                    <a:pt x="3361251" y="1133067"/>
                  </a:lnTo>
                  <a:lnTo>
                    <a:pt x="3362533" y="1140675"/>
                  </a:lnTo>
                  <a:lnTo>
                    <a:pt x="3363815" y="1118148"/>
                  </a:lnTo>
                  <a:lnTo>
                    <a:pt x="3365097" y="1103607"/>
                  </a:lnTo>
                  <a:lnTo>
                    <a:pt x="3366378" y="1103607"/>
                  </a:lnTo>
                  <a:lnTo>
                    <a:pt x="3367660" y="1103607"/>
                  </a:lnTo>
                  <a:lnTo>
                    <a:pt x="3368942" y="1103607"/>
                  </a:lnTo>
                  <a:lnTo>
                    <a:pt x="3370224" y="1103607"/>
                  </a:lnTo>
                  <a:lnTo>
                    <a:pt x="3371506" y="1186487"/>
                  </a:lnTo>
                  <a:lnTo>
                    <a:pt x="3372788" y="1337382"/>
                  </a:lnTo>
                  <a:lnTo>
                    <a:pt x="3374069" y="1427718"/>
                  </a:lnTo>
                  <a:lnTo>
                    <a:pt x="3375351" y="1578406"/>
                  </a:lnTo>
                  <a:lnTo>
                    <a:pt x="3376633" y="1491043"/>
                  </a:lnTo>
                  <a:lnTo>
                    <a:pt x="3377915" y="1412152"/>
                  </a:lnTo>
                  <a:lnTo>
                    <a:pt x="3379197" y="1373551"/>
                  </a:lnTo>
                  <a:lnTo>
                    <a:pt x="3380479" y="1373551"/>
                  </a:lnTo>
                  <a:lnTo>
                    <a:pt x="3381761" y="1373551"/>
                  </a:lnTo>
                  <a:lnTo>
                    <a:pt x="3383042" y="1409089"/>
                  </a:lnTo>
                  <a:lnTo>
                    <a:pt x="3384324" y="1399996"/>
                  </a:lnTo>
                  <a:lnTo>
                    <a:pt x="3385606" y="1295782"/>
                  </a:lnTo>
                  <a:lnTo>
                    <a:pt x="3386888" y="1184418"/>
                  </a:lnTo>
                  <a:lnTo>
                    <a:pt x="3388170" y="1140675"/>
                  </a:lnTo>
                  <a:lnTo>
                    <a:pt x="3389452" y="1233892"/>
                  </a:lnTo>
                  <a:lnTo>
                    <a:pt x="3390733" y="1199193"/>
                  </a:lnTo>
                  <a:lnTo>
                    <a:pt x="3392015" y="1121235"/>
                  </a:lnTo>
                  <a:lnTo>
                    <a:pt x="3393297" y="1187832"/>
                  </a:lnTo>
                  <a:lnTo>
                    <a:pt x="3394579" y="1248666"/>
                  </a:lnTo>
                  <a:lnTo>
                    <a:pt x="3395861" y="1255490"/>
                  </a:lnTo>
                  <a:lnTo>
                    <a:pt x="3397143" y="1244248"/>
                  </a:lnTo>
                  <a:lnTo>
                    <a:pt x="3398424" y="1226263"/>
                  </a:lnTo>
                  <a:lnTo>
                    <a:pt x="3399706" y="1244123"/>
                  </a:lnTo>
                  <a:lnTo>
                    <a:pt x="3400988" y="1186937"/>
                  </a:lnTo>
                  <a:lnTo>
                    <a:pt x="3402270" y="1198371"/>
                  </a:lnTo>
                  <a:lnTo>
                    <a:pt x="3403552" y="1183565"/>
                  </a:lnTo>
                  <a:lnTo>
                    <a:pt x="3404834" y="1215519"/>
                  </a:lnTo>
                  <a:lnTo>
                    <a:pt x="3406116" y="1227379"/>
                  </a:lnTo>
                  <a:lnTo>
                    <a:pt x="3407397" y="1218883"/>
                  </a:lnTo>
                  <a:lnTo>
                    <a:pt x="3408679" y="1226524"/>
                  </a:lnTo>
                  <a:lnTo>
                    <a:pt x="3409961" y="1243877"/>
                  </a:lnTo>
                  <a:lnTo>
                    <a:pt x="3411243" y="1250998"/>
                  </a:lnTo>
                  <a:lnTo>
                    <a:pt x="3412525" y="1260955"/>
                  </a:lnTo>
                  <a:lnTo>
                    <a:pt x="3413807" y="1270644"/>
                  </a:lnTo>
                  <a:lnTo>
                    <a:pt x="3415088" y="1178507"/>
                  </a:lnTo>
                  <a:lnTo>
                    <a:pt x="3416370" y="1203041"/>
                  </a:lnTo>
                  <a:lnTo>
                    <a:pt x="3417652" y="1217850"/>
                  </a:lnTo>
                  <a:lnTo>
                    <a:pt x="3418934" y="1116201"/>
                  </a:lnTo>
                  <a:lnTo>
                    <a:pt x="3420216" y="1131288"/>
                  </a:lnTo>
                  <a:lnTo>
                    <a:pt x="3421498" y="1157936"/>
                  </a:lnTo>
                  <a:lnTo>
                    <a:pt x="3422780" y="1075886"/>
                  </a:lnTo>
                  <a:lnTo>
                    <a:pt x="3424061" y="1111362"/>
                  </a:lnTo>
                  <a:lnTo>
                    <a:pt x="3425343" y="1018672"/>
                  </a:lnTo>
                  <a:lnTo>
                    <a:pt x="3426625" y="1003397"/>
                  </a:lnTo>
                  <a:lnTo>
                    <a:pt x="3427907" y="952920"/>
                  </a:lnTo>
                  <a:lnTo>
                    <a:pt x="3429189" y="940627"/>
                  </a:lnTo>
                  <a:lnTo>
                    <a:pt x="3430471" y="880384"/>
                  </a:lnTo>
                  <a:lnTo>
                    <a:pt x="3431752" y="870731"/>
                  </a:lnTo>
                  <a:lnTo>
                    <a:pt x="3433034" y="850741"/>
                  </a:lnTo>
                  <a:lnTo>
                    <a:pt x="3434316" y="868342"/>
                  </a:lnTo>
                  <a:lnTo>
                    <a:pt x="3435598" y="847285"/>
                  </a:lnTo>
                  <a:lnTo>
                    <a:pt x="3436880" y="843849"/>
                  </a:lnTo>
                  <a:lnTo>
                    <a:pt x="3438162" y="840433"/>
                  </a:lnTo>
                  <a:lnTo>
                    <a:pt x="3439443" y="871928"/>
                  </a:lnTo>
                  <a:lnTo>
                    <a:pt x="3440725" y="849587"/>
                  </a:lnTo>
                  <a:lnTo>
                    <a:pt x="3442007" y="821455"/>
                  </a:lnTo>
                  <a:lnTo>
                    <a:pt x="3443289" y="774048"/>
                  </a:lnTo>
                  <a:lnTo>
                    <a:pt x="3444571" y="751250"/>
                  </a:lnTo>
                  <a:lnTo>
                    <a:pt x="3445853" y="771023"/>
                  </a:lnTo>
                  <a:lnTo>
                    <a:pt x="3447135" y="778107"/>
                  </a:lnTo>
                  <a:lnTo>
                    <a:pt x="3448416" y="725592"/>
                  </a:lnTo>
                  <a:lnTo>
                    <a:pt x="3449698" y="735907"/>
                  </a:lnTo>
                  <a:lnTo>
                    <a:pt x="3450980" y="723737"/>
                  </a:lnTo>
                  <a:lnTo>
                    <a:pt x="3452262" y="722811"/>
                  </a:lnTo>
                  <a:lnTo>
                    <a:pt x="3453544" y="855610"/>
                  </a:lnTo>
                  <a:lnTo>
                    <a:pt x="3454826" y="842306"/>
                  </a:lnTo>
                  <a:lnTo>
                    <a:pt x="3456107" y="868049"/>
                  </a:lnTo>
                  <a:lnTo>
                    <a:pt x="3457389" y="903845"/>
                  </a:lnTo>
                  <a:lnTo>
                    <a:pt x="3458671" y="899247"/>
                  </a:lnTo>
                  <a:lnTo>
                    <a:pt x="3459953" y="859438"/>
                  </a:lnTo>
                  <a:lnTo>
                    <a:pt x="3461235" y="872404"/>
                  </a:lnTo>
                  <a:lnTo>
                    <a:pt x="3462517" y="913154"/>
                  </a:lnTo>
                  <a:lnTo>
                    <a:pt x="3463799" y="921663"/>
                  </a:lnTo>
                  <a:lnTo>
                    <a:pt x="3465080" y="930300"/>
                  </a:lnTo>
                  <a:lnTo>
                    <a:pt x="3466362" y="935155"/>
                  </a:lnTo>
                  <a:lnTo>
                    <a:pt x="3467644" y="994694"/>
                  </a:lnTo>
                  <a:lnTo>
                    <a:pt x="3468926" y="1028096"/>
                  </a:lnTo>
                  <a:lnTo>
                    <a:pt x="3470208" y="1052689"/>
                  </a:lnTo>
                  <a:lnTo>
                    <a:pt x="3471490" y="1070924"/>
                  </a:lnTo>
                  <a:lnTo>
                    <a:pt x="3472771" y="1094743"/>
                  </a:lnTo>
                  <a:lnTo>
                    <a:pt x="3474053" y="1165598"/>
                  </a:lnTo>
                  <a:lnTo>
                    <a:pt x="3475335" y="1004906"/>
                  </a:lnTo>
                  <a:lnTo>
                    <a:pt x="3476617" y="1007937"/>
                  </a:lnTo>
                  <a:lnTo>
                    <a:pt x="3477899" y="991462"/>
                  </a:lnTo>
                  <a:lnTo>
                    <a:pt x="3479181" y="1082463"/>
                  </a:lnTo>
                  <a:lnTo>
                    <a:pt x="3480462" y="1068788"/>
                  </a:lnTo>
                  <a:lnTo>
                    <a:pt x="3481744" y="1024899"/>
                  </a:lnTo>
                  <a:lnTo>
                    <a:pt x="3483026" y="1026466"/>
                  </a:lnTo>
                  <a:lnTo>
                    <a:pt x="3484308" y="1047237"/>
                  </a:lnTo>
                  <a:lnTo>
                    <a:pt x="3485590" y="1119992"/>
                  </a:lnTo>
                  <a:lnTo>
                    <a:pt x="3486872" y="1144517"/>
                  </a:lnTo>
                  <a:lnTo>
                    <a:pt x="3488154" y="1140675"/>
                  </a:lnTo>
                  <a:lnTo>
                    <a:pt x="3489435" y="1140675"/>
                  </a:lnTo>
                  <a:lnTo>
                    <a:pt x="3490717" y="1148384"/>
                  </a:lnTo>
                  <a:lnTo>
                    <a:pt x="3491999" y="1180300"/>
                  </a:lnTo>
                  <a:lnTo>
                    <a:pt x="3493281" y="1158169"/>
                  </a:lnTo>
                  <a:lnTo>
                    <a:pt x="3494563" y="1180300"/>
                  </a:lnTo>
                  <a:lnTo>
                    <a:pt x="3495845" y="1180300"/>
                  </a:lnTo>
                  <a:lnTo>
                    <a:pt x="3497126" y="1252324"/>
                  </a:lnTo>
                  <a:lnTo>
                    <a:pt x="3498408" y="1273642"/>
                  </a:lnTo>
                  <a:lnTo>
                    <a:pt x="3499690" y="1285837"/>
                  </a:lnTo>
                  <a:lnTo>
                    <a:pt x="3500972" y="1413303"/>
                  </a:lnTo>
                  <a:lnTo>
                    <a:pt x="3502254" y="1407924"/>
                  </a:lnTo>
                  <a:lnTo>
                    <a:pt x="3503536" y="1324551"/>
                  </a:lnTo>
                  <a:lnTo>
                    <a:pt x="3504818" y="1285566"/>
                  </a:lnTo>
                  <a:lnTo>
                    <a:pt x="3506099" y="1273138"/>
                  </a:lnTo>
                  <a:lnTo>
                    <a:pt x="3507381" y="1285566"/>
                  </a:lnTo>
                  <a:lnTo>
                    <a:pt x="3508663" y="1266155"/>
                  </a:lnTo>
                  <a:lnTo>
                    <a:pt x="3509945" y="1244029"/>
                  </a:lnTo>
                  <a:lnTo>
                    <a:pt x="3511227" y="1239042"/>
                  </a:lnTo>
                  <a:lnTo>
                    <a:pt x="3512509" y="1221117"/>
                  </a:lnTo>
                  <a:lnTo>
                    <a:pt x="3513790" y="1217918"/>
                  </a:lnTo>
                  <a:lnTo>
                    <a:pt x="3515072" y="1217918"/>
                  </a:lnTo>
                  <a:lnTo>
                    <a:pt x="3516354" y="1196005"/>
                  </a:lnTo>
                  <a:lnTo>
                    <a:pt x="3517636" y="1186864"/>
                  </a:lnTo>
                  <a:lnTo>
                    <a:pt x="3518918" y="1206857"/>
                  </a:lnTo>
                  <a:lnTo>
                    <a:pt x="3520200" y="1259551"/>
                  </a:lnTo>
                  <a:lnTo>
                    <a:pt x="3521482" y="1275658"/>
                  </a:lnTo>
                  <a:lnTo>
                    <a:pt x="3522763" y="1328266"/>
                  </a:lnTo>
                  <a:lnTo>
                    <a:pt x="3524045" y="1359668"/>
                  </a:lnTo>
                  <a:lnTo>
                    <a:pt x="3525327" y="1387417"/>
                  </a:lnTo>
                  <a:lnTo>
                    <a:pt x="3526609" y="1389564"/>
                  </a:lnTo>
                  <a:lnTo>
                    <a:pt x="3527891" y="1352093"/>
                  </a:lnTo>
                  <a:lnTo>
                    <a:pt x="3529173" y="1344088"/>
                  </a:lnTo>
                  <a:lnTo>
                    <a:pt x="3530454" y="1298269"/>
                  </a:lnTo>
                  <a:lnTo>
                    <a:pt x="3531736" y="1311260"/>
                  </a:lnTo>
                  <a:lnTo>
                    <a:pt x="3533018" y="1305656"/>
                  </a:lnTo>
                  <a:lnTo>
                    <a:pt x="3534300" y="1285566"/>
                  </a:lnTo>
                  <a:lnTo>
                    <a:pt x="3535582" y="1311260"/>
                  </a:lnTo>
                  <a:lnTo>
                    <a:pt x="3536864" y="1322633"/>
                  </a:lnTo>
                  <a:lnTo>
                    <a:pt x="3538145" y="1294611"/>
                  </a:lnTo>
                  <a:lnTo>
                    <a:pt x="3539427" y="1141823"/>
                  </a:lnTo>
                  <a:lnTo>
                    <a:pt x="3540709" y="1051494"/>
                  </a:lnTo>
                  <a:lnTo>
                    <a:pt x="3541991" y="1010239"/>
                  </a:lnTo>
                  <a:lnTo>
                    <a:pt x="3543273" y="963129"/>
                  </a:lnTo>
                  <a:lnTo>
                    <a:pt x="3544555" y="929093"/>
                  </a:lnTo>
                  <a:lnTo>
                    <a:pt x="3545837" y="931268"/>
                  </a:lnTo>
                  <a:lnTo>
                    <a:pt x="3547118" y="1075981"/>
                  </a:lnTo>
                  <a:lnTo>
                    <a:pt x="3548400" y="1132225"/>
                  </a:lnTo>
                  <a:lnTo>
                    <a:pt x="3549682" y="1103740"/>
                  </a:lnTo>
                  <a:lnTo>
                    <a:pt x="3550964" y="1070740"/>
                  </a:lnTo>
                  <a:lnTo>
                    <a:pt x="3552246" y="1007951"/>
                  </a:lnTo>
                  <a:lnTo>
                    <a:pt x="3553528" y="950972"/>
                  </a:lnTo>
                  <a:lnTo>
                    <a:pt x="3554809" y="896231"/>
                  </a:lnTo>
                  <a:lnTo>
                    <a:pt x="3556091" y="890459"/>
                  </a:lnTo>
                  <a:lnTo>
                    <a:pt x="3557373" y="998709"/>
                  </a:lnTo>
                  <a:lnTo>
                    <a:pt x="3558655" y="1052354"/>
                  </a:lnTo>
                  <a:lnTo>
                    <a:pt x="3559937" y="1049949"/>
                  </a:lnTo>
                  <a:lnTo>
                    <a:pt x="3561219" y="992886"/>
                  </a:lnTo>
                  <a:lnTo>
                    <a:pt x="3562501" y="957768"/>
                  </a:lnTo>
                  <a:lnTo>
                    <a:pt x="3563782" y="823449"/>
                  </a:lnTo>
                  <a:lnTo>
                    <a:pt x="3565064" y="789345"/>
                  </a:lnTo>
                  <a:lnTo>
                    <a:pt x="3566346" y="753181"/>
                  </a:lnTo>
                  <a:lnTo>
                    <a:pt x="3567628" y="710173"/>
                  </a:lnTo>
                  <a:lnTo>
                    <a:pt x="3568910" y="811764"/>
                  </a:lnTo>
                  <a:lnTo>
                    <a:pt x="3570192" y="811764"/>
                  </a:lnTo>
                  <a:lnTo>
                    <a:pt x="3571473" y="726668"/>
                  </a:lnTo>
                  <a:lnTo>
                    <a:pt x="3572755" y="741985"/>
                  </a:lnTo>
                  <a:lnTo>
                    <a:pt x="3574037" y="756014"/>
                  </a:lnTo>
                  <a:lnTo>
                    <a:pt x="3575319" y="741431"/>
                  </a:lnTo>
                  <a:lnTo>
                    <a:pt x="3576601" y="715443"/>
                  </a:lnTo>
                  <a:lnTo>
                    <a:pt x="3577883" y="816007"/>
                  </a:lnTo>
                  <a:lnTo>
                    <a:pt x="3579164" y="850560"/>
                  </a:lnTo>
                  <a:lnTo>
                    <a:pt x="3580446" y="814574"/>
                  </a:lnTo>
                  <a:lnTo>
                    <a:pt x="3581728" y="888309"/>
                  </a:lnTo>
                  <a:lnTo>
                    <a:pt x="3583010" y="929060"/>
                  </a:lnTo>
                  <a:lnTo>
                    <a:pt x="3584292" y="965513"/>
                  </a:lnTo>
                  <a:lnTo>
                    <a:pt x="3585574" y="1010810"/>
                  </a:lnTo>
                  <a:lnTo>
                    <a:pt x="3586856" y="1029496"/>
                  </a:lnTo>
                  <a:lnTo>
                    <a:pt x="3588137" y="895595"/>
                  </a:lnTo>
                  <a:lnTo>
                    <a:pt x="3589419" y="875911"/>
                  </a:lnTo>
                  <a:lnTo>
                    <a:pt x="3590701" y="884774"/>
                  </a:lnTo>
                  <a:lnTo>
                    <a:pt x="3591983" y="920711"/>
                  </a:lnTo>
                  <a:lnTo>
                    <a:pt x="3593265" y="967239"/>
                  </a:lnTo>
                  <a:lnTo>
                    <a:pt x="3594547" y="986281"/>
                  </a:lnTo>
                  <a:lnTo>
                    <a:pt x="3595828" y="1008675"/>
                  </a:lnTo>
                  <a:lnTo>
                    <a:pt x="3597110" y="959370"/>
                  </a:lnTo>
                  <a:lnTo>
                    <a:pt x="3598392" y="804147"/>
                  </a:lnTo>
                  <a:lnTo>
                    <a:pt x="3599674" y="783222"/>
                  </a:lnTo>
                  <a:lnTo>
                    <a:pt x="3600956" y="718205"/>
                  </a:lnTo>
                  <a:lnTo>
                    <a:pt x="3602238" y="687828"/>
                  </a:lnTo>
                  <a:lnTo>
                    <a:pt x="3603520" y="615941"/>
                  </a:lnTo>
                  <a:lnTo>
                    <a:pt x="3604801" y="753038"/>
                  </a:lnTo>
                  <a:lnTo>
                    <a:pt x="3606083" y="811890"/>
                  </a:lnTo>
                  <a:lnTo>
                    <a:pt x="3607365" y="849272"/>
                  </a:lnTo>
                  <a:lnTo>
                    <a:pt x="3608647" y="915977"/>
                  </a:lnTo>
                  <a:lnTo>
                    <a:pt x="3609929" y="944990"/>
                  </a:lnTo>
                  <a:lnTo>
                    <a:pt x="3611211" y="925486"/>
                  </a:lnTo>
                  <a:lnTo>
                    <a:pt x="3612492" y="867182"/>
                  </a:lnTo>
                  <a:lnTo>
                    <a:pt x="3613774" y="799438"/>
                  </a:lnTo>
                  <a:lnTo>
                    <a:pt x="3615056" y="760737"/>
                  </a:lnTo>
                  <a:lnTo>
                    <a:pt x="3616338" y="757149"/>
                  </a:lnTo>
                  <a:lnTo>
                    <a:pt x="3617620" y="747222"/>
                  </a:lnTo>
                  <a:lnTo>
                    <a:pt x="3618902" y="744417"/>
                  </a:lnTo>
                  <a:lnTo>
                    <a:pt x="3620183" y="758582"/>
                  </a:lnTo>
                  <a:lnTo>
                    <a:pt x="3621465" y="755008"/>
                  </a:lnTo>
                  <a:lnTo>
                    <a:pt x="3622747" y="925535"/>
                  </a:lnTo>
                  <a:lnTo>
                    <a:pt x="3624029" y="863841"/>
                  </a:lnTo>
                  <a:lnTo>
                    <a:pt x="3625311" y="818435"/>
                  </a:lnTo>
                  <a:lnTo>
                    <a:pt x="3626593" y="768070"/>
                  </a:lnTo>
                  <a:lnTo>
                    <a:pt x="3627875" y="720761"/>
                  </a:lnTo>
                  <a:lnTo>
                    <a:pt x="3629156" y="698235"/>
                  </a:lnTo>
                  <a:lnTo>
                    <a:pt x="3630438" y="692103"/>
                  </a:lnTo>
                  <a:lnTo>
                    <a:pt x="3631720" y="698749"/>
                  </a:lnTo>
                  <a:lnTo>
                    <a:pt x="3633002" y="722366"/>
                  </a:lnTo>
                  <a:lnTo>
                    <a:pt x="3634284" y="734823"/>
                  </a:lnTo>
                  <a:lnTo>
                    <a:pt x="3635566" y="722902"/>
                  </a:lnTo>
                  <a:lnTo>
                    <a:pt x="3636847" y="703914"/>
                  </a:lnTo>
                  <a:lnTo>
                    <a:pt x="3638129" y="678045"/>
                  </a:lnTo>
                  <a:lnTo>
                    <a:pt x="3639411" y="680530"/>
                  </a:lnTo>
                  <a:lnTo>
                    <a:pt x="3640693" y="720761"/>
                  </a:lnTo>
                  <a:lnTo>
                    <a:pt x="3641975" y="760118"/>
                  </a:lnTo>
                  <a:lnTo>
                    <a:pt x="3643257" y="793074"/>
                  </a:lnTo>
                  <a:lnTo>
                    <a:pt x="3644539" y="674014"/>
                  </a:lnTo>
                  <a:lnTo>
                    <a:pt x="3645820" y="660026"/>
                  </a:lnTo>
                  <a:lnTo>
                    <a:pt x="3647102" y="705344"/>
                  </a:lnTo>
                  <a:lnTo>
                    <a:pt x="3648384" y="722456"/>
                  </a:lnTo>
                  <a:lnTo>
                    <a:pt x="3649666" y="751456"/>
                  </a:lnTo>
                  <a:lnTo>
                    <a:pt x="3650948" y="788759"/>
                  </a:lnTo>
                  <a:lnTo>
                    <a:pt x="3652230" y="801752"/>
                  </a:lnTo>
                  <a:lnTo>
                    <a:pt x="3653511" y="819812"/>
                  </a:lnTo>
                  <a:lnTo>
                    <a:pt x="3654793" y="832719"/>
                  </a:lnTo>
                  <a:lnTo>
                    <a:pt x="3656075" y="865452"/>
                  </a:lnTo>
                  <a:lnTo>
                    <a:pt x="3657357" y="927407"/>
                  </a:lnTo>
                  <a:lnTo>
                    <a:pt x="3658639" y="919761"/>
                  </a:lnTo>
                  <a:lnTo>
                    <a:pt x="3659921" y="849272"/>
                  </a:lnTo>
                  <a:lnTo>
                    <a:pt x="3661203" y="795601"/>
                  </a:lnTo>
                  <a:lnTo>
                    <a:pt x="3662484" y="785744"/>
                  </a:lnTo>
                  <a:lnTo>
                    <a:pt x="3663766" y="780768"/>
                  </a:lnTo>
                  <a:lnTo>
                    <a:pt x="3665048" y="770118"/>
                  </a:lnTo>
                  <a:lnTo>
                    <a:pt x="3666330" y="732679"/>
                  </a:lnTo>
                  <a:lnTo>
                    <a:pt x="3667612" y="582388"/>
                  </a:lnTo>
                  <a:lnTo>
                    <a:pt x="3668894" y="537141"/>
                  </a:lnTo>
                  <a:lnTo>
                    <a:pt x="3670175" y="498945"/>
                  </a:lnTo>
                  <a:lnTo>
                    <a:pt x="3671457" y="456695"/>
                  </a:lnTo>
                  <a:lnTo>
                    <a:pt x="3672739" y="395484"/>
                  </a:lnTo>
                  <a:lnTo>
                    <a:pt x="3674021" y="422252"/>
                  </a:lnTo>
                  <a:lnTo>
                    <a:pt x="3675303" y="413550"/>
                  </a:lnTo>
                  <a:lnTo>
                    <a:pt x="3676585" y="352173"/>
                  </a:lnTo>
                  <a:lnTo>
                    <a:pt x="3677866" y="344943"/>
                  </a:lnTo>
                  <a:lnTo>
                    <a:pt x="3679148" y="343507"/>
                  </a:lnTo>
                  <a:lnTo>
                    <a:pt x="3680430" y="330749"/>
                  </a:lnTo>
                  <a:lnTo>
                    <a:pt x="3681712" y="293652"/>
                  </a:lnTo>
                  <a:lnTo>
                    <a:pt x="3682994" y="289723"/>
                  </a:lnTo>
                  <a:lnTo>
                    <a:pt x="3684276" y="291903"/>
                  </a:lnTo>
                  <a:lnTo>
                    <a:pt x="3685558" y="273000"/>
                  </a:lnTo>
                  <a:lnTo>
                    <a:pt x="3686839" y="256338"/>
                  </a:lnTo>
                  <a:lnTo>
                    <a:pt x="3688121" y="251433"/>
                  </a:lnTo>
                  <a:lnTo>
                    <a:pt x="3689403" y="393480"/>
                  </a:lnTo>
                  <a:lnTo>
                    <a:pt x="3690685" y="440792"/>
                  </a:lnTo>
                  <a:lnTo>
                    <a:pt x="3691967" y="508981"/>
                  </a:lnTo>
                  <a:lnTo>
                    <a:pt x="3693249" y="484440"/>
                  </a:lnTo>
                  <a:lnTo>
                    <a:pt x="3694530" y="504817"/>
                  </a:lnTo>
                  <a:lnTo>
                    <a:pt x="3695812" y="575875"/>
                  </a:lnTo>
                  <a:lnTo>
                    <a:pt x="3697094" y="601477"/>
                  </a:lnTo>
                  <a:lnTo>
                    <a:pt x="3698376" y="631138"/>
                  </a:lnTo>
                  <a:lnTo>
                    <a:pt x="3699658" y="795114"/>
                  </a:lnTo>
                  <a:lnTo>
                    <a:pt x="3700940" y="855962"/>
                  </a:lnTo>
                  <a:lnTo>
                    <a:pt x="3702222" y="865178"/>
                  </a:lnTo>
                  <a:lnTo>
                    <a:pt x="3703503" y="902062"/>
                  </a:lnTo>
                  <a:lnTo>
                    <a:pt x="3704785" y="916904"/>
                  </a:lnTo>
                  <a:lnTo>
                    <a:pt x="3706067" y="929060"/>
                  </a:lnTo>
                  <a:lnTo>
                    <a:pt x="3707349" y="954975"/>
                  </a:lnTo>
                  <a:lnTo>
                    <a:pt x="3708631" y="969436"/>
                  </a:lnTo>
                  <a:lnTo>
                    <a:pt x="3709913" y="908466"/>
                  </a:lnTo>
                  <a:lnTo>
                    <a:pt x="3711194" y="691013"/>
                  </a:lnTo>
                  <a:lnTo>
                    <a:pt x="3712476" y="764548"/>
                  </a:lnTo>
                  <a:lnTo>
                    <a:pt x="3713758" y="729810"/>
                  </a:lnTo>
                  <a:lnTo>
                    <a:pt x="3715040" y="699263"/>
                  </a:lnTo>
                  <a:lnTo>
                    <a:pt x="3716322" y="696183"/>
                  </a:lnTo>
                  <a:lnTo>
                    <a:pt x="3717604" y="710698"/>
                  </a:lnTo>
                  <a:lnTo>
                    <a:pt x="3718885" y="743388"/>
                  </a:lnTo>
                  <a:lnTo>
                    <a:pt x="3720167" y="688151"/>
                  </a:lnTo>
                  <a:lnTo>
                    <a:pt x="3721449" y="557901"/>
                  </a:lnTo>
                  <a:lnTo>
                    <a:pt x="3722731" y="557901"/>
                  </a:lnTo>
                  <a:lnTo>
                    <a:pt x="3724013" y="575354"/>
                  </a:lnTo>
                  <a:lnTo>
                    <a:pt x="3725295" y="591206"/>
                  </a:lnTo>
                  <a:lnTo>
                    <a:pt x="3726577" y="610825"/>
                  </a:lnTo>
                  <a:lnTo>
                    <a:pt x="3727858" y="645090"/>
                  </a:lnTo>
                  <a:lnTo>
                    <a:pt x="3729140" y="688469"/>
                  </a:lnTo>
                  <a:lnTo>
                    <a:pt x="3730422" y="809535"/>
                  </a:lnTo>
                  <a:lnTo>
                    <a:pt x="3731704" y="883950"/>
                  </a:lnTo>
                  <a:lnTo>
                    <a:pt x="3732986" y="928120"/>
                  </a:lnTo>
                  <a:lnTo>
                    <a:pt x="3734268" y="753197"/>
                  </a:lnTo>
                  <a:lnTo>
                    <a:pt x="3735549" y="753197"/>
                  </a:lnTo>
                  <a:lnTo>
                    <a:pt x="3736831" y="674071"/>
                  </a:lnTo>
                  <a:lnTo>
                    <a:pt x="3738113" y="634672"/>
                  </a:lnTo>
                  <a:lnTo>
                    <a:pt x="3739395" y="632297"/>
                  </a:lnTo>
                  <a:lnTo>
                    <a:pt x="3740677" y="673222"/>
                  </a:lnTo>
                  <a:lnTo>
                    <a:pt x="3741959" y="696597"/>
                  </a:lnTo>
                  <a:lnTo>
                    <a:pt x="3743241" y="720043"/>
                  </a:lnTo>
                  <a:lnTo>
                    <a:pt x="3744522" y="716373"/>
                  </a:lnTo>
                  <a:lnTo>
                    <a:pt x="3745804" y="667314"/>
                  </a:lnTo>
                  <a:lnTo>
                    <a:pt x="3747086" y="590411"/>
                  </a:lnTo>
                  <a:lnTo>
                    <a:pt x="3748368" y="527187"/>
                  </a:lnTo>
                  <a:lnTo>
                    <a:pt x="3749650" y="489010"/>
                  </a:lnTo>
                  <a:lnTo>
                    <a:pt x="3750932" y="470833"/>
                  </a:lnTo>
                  <a:lnTo>
                    <a:pt x="3752213" y="481063"/>
                  </a:lnTo>
                  <a:lnTo>
                    <a:pt x="3753495" y="514177"/>
                  </a:lnTo>
                  <a:lnTo>
                    <a:pt x="3754777" y="500827"/>
                  </a:lnTo>
                  <a:lnTo>
                    <a:pt x="3756059" y="514177"/>
                  </a:lnTo>
                  <a:lnTo>
                    <a:pt x="3757341" y="511610"/>
                  </a:lnTo>
                  <a:lnTo>
                    <a:pt x="3758623" y="523906"/>
                  </a:lnTo>
                  <a:lnTo>
                    <a:pt x="3759904" y="533803"/>
                  </a:lnTo>
                  <a:lnTo>
                    <a:pt x="3761186" y="519346"/>
                  </a:lnTo>
                  <a:lnTo>
                    <a:pt x="3762468" y="490243"/>
                  </a:lnTo>
                  <a:lnTo>
                    <a:pt x="3763750" y="495822"/>
                  </a:lnTo>
                  <a:lnTo>
                    <a:pt x="3765032" y="538481"/>
                  </a:lnTo>
                  <a:lnTo>
                    <a:pt x="3766314" y="608314"/>
                  </a:lnTo>
                  <a:lnTo>
                    <a:pt x="3767596" y="668154"/>
                  </a:lnTo>
                  <a:lnTo>
                    <a:pt x="3768877" y="717288"/>
                  </a:lnTo>
                  <a:lnTo>
                    <a:pt x="3770159" y="751250"/>
                  </a:lnTo>
                  <a:lnTo>
                    <a:pt x="3771441" y="782195"/>
                  </a:lnTo>
                  <a:lnTo>
                    <a:pt x="3772723" y="791500"/>
                  </a:lnTo>
                  <a:lnTo>
                    <a:pt x="3774005" y="825864"/>
                  </a:lnTo>
                  <a:lnTo>
                    <a:pt x="3775287" y="862415"/>
                  </a:lnTo>
                  <a:lnTo>
                    <a:pt x="3776568" y="905251"/>
                  </a:lnTo>
                  <a:lnTo>
                    <a:pt x="3777850" y="936587"/>
                  </a:lnTo>
                  <a:lnTo>
                    <a:pt x="3779132" y="910356"/>
                  </a:lnTo>
                  <a:lnTo>
                    <a:pt x="3780414" y="927269"/>
                  </a:lnTo>
                  <a:lnTo>
                    <a:pt x="3781696" y="1014047"/>
                  </a:lnTo>
                  <a:lnTo>
                    <a:pt x="3782978" y="958469"/>
                  </a:lnTo>
                  <a:lnTo>
                    <a:pt x="3784260" y="916802"/>
                  </a:lnTo>
                  <a:lnTo>
                    <a:pt x="3785541" y="851898"/>
                  </a:lnTo>
                  <a:lnTo>
                    <a:pt x="3786823" y="785280"/>
                  </a:lnTo>
                  <a:lnTo>
                    <a:pt x="3788105" y="773038"/>
                  </a:lnTo>
                  <a:lnTo>
                    <a:pt x="3789387" y="739705"/>
                  </a:lnTo>
                  <a:lnTo>
                    <a:pt x="3790669" y="699254"/>
                  </a:lnTo>
                  <a:lnTo>
                    <a:pt x="3791951" y="673222"/>
                  </a:lnTo>
                  <a:lnTo>
                    <a:pt x="3793232" y="658151"/>
                  </a:lnTo>
                  <a:lnTo>
                    <a:pt x="3794514" y="656500"/>
                  </a:lnTo>
                  <a:lnTo>
                    <a:pt x="3795796" y="621342"/>
                  </a:lnTo>
                  <a:lnTo>
                    <a:pt x="3797078" y="620567"/>
                  </a:lnTo>
                  <a:lnTo>
                    <a:pt x="3798360" y="554814"/>
                  </a:lnTo>
                  <a:lnTo>
                    <a:pt x="3799642" y="498319"/>
                  </a:lnTo>
                  <a:lnTo>
                    <a:pt x="3800924" y="470237"/>
                  </a:lnTo>
                  <a:lnTo>
                    <a:pt x="3802205" y="500827"/>
                  </a:lnTo>
                  <a:lnTo>
                    <a:pt x="3803487" y="511610"/>
                  </a:lnTo>
                  <a:lnTo>
                    <a:pt x="3804769" y="543874"/>
                  </a:lnTo>
                  <a:lnTo>
                    <a:pt x="3806051" y="574476"/>
                  </a:lnTo>
                  <a:lnTo>
                    <a:pt x="3807333" y="525872"/>
                  </a:lnTo>
                  <a:lnTo>
                    <a:pt x="3808615" y="537811"/>
                  </a:lnTo>
                  <a:lnTo>
                    <a:pt x="3809896" y="516110"/>
                  </a:lnTo>
                  <a:lnTo>
                    <a:pt x="3811178" y="476828"/>
                  </a:lnTo>
                  <a:lnTo>
                    <a:pt x="3812460" y="449179"/>
                  </a:lnTo>
                  <a:lnTo>
                    <a:pt x="3813742" y="435558"/>
                  </a:lnTo>
                  <a:lnTo>
                    <a:pt x="3815024" y="402324"/>
                  </a:lnTo>
                  <a:lnTo>
                    <a:pt x="3816306" y="402324"/>
                  </a:lnTo>
                  <a:lnTo>
                    <a:pt x="3817587" y="611997"/>
                  </a:lnTo>
                  <a:lnTo>
                    <a:pt x="3818869" y="669436"/>
                  </a:lnTo>
                  <a:lnTo>
                    <a:pt x="3820151" y="641053"/>
                  </a:lnTo>
                  <a:lnTo>
                    <a:pt x="3821433" y="589275"/>
                  </a:lnTo>
                  <a:lnTo>
                    <a:pt x="3822715" y="594430"/>
                  </a:lnTo>
                  <a:lnTo>
                    <a:pt x="3823997" y="568618"/>
                  </a:lnTo>
                  <a:lnTo>
                    <a:pt x="3825279" y="567589"/>
                  </a:lnTo>
                  <a:lnTo>
                    <a:pt x="3826560" y="613047"/>
                  </a:lnTo>
                  <a:lnTo>
                    <a:pt x="3827842" y="631138"/>
                  </a:lnTo>
                  <a:lnTo>
                    <a:pt x="3829124" y="677158"/>
                  </a:lnTo>
                  <a:lnTo>
                    <a:pt x="3830406" y="743718"/>
                  </a:lnTo>
                  <a:lnTo>
                    <a:pt x="3831688" y="785744"/>
                  </a:lnTo>
                  <a:lnTo>
                    <a:pt x="3832970" y="814256"/>
                  </a:lnTo>
                  <a:lnTo>
                    <a:pt x="3834251" y="875911"/>
                  </a:lnTo>
                  <a:lnTo>
                    <a:pt x="3835533" y="868917"/>
                  </a:lnTo>
                  <a:lnTo>
                    <a:pt x="3836815" y="823893"/>
                  </a:lnTo>
                  <a:lnTo>
                    <a:pt x="3838097" y="773141"/>
                  </a:lnTo>
                  <a:lnTo>
                    <a:pt x="3839379" y="818860"/>
                  </a:lnTo>
                  <a:lnTo>
                    <a:pt x="3840661" y="879373"/>
                  </a:lnTo>
                  <a:lnTo>
                    <a:pt x="3841943" y="737803"/>
                  </a:lnTo>
                  <a:lnTo>
                    <a:pt x="3843224" y="766015"/>
                  </a:lnTo>
                  <a:lnTo>
                    <a:pt x="3844506" y="873789"/>
                  </a:lnTo>
                  <a:lnTo>
                    <a:pt x="3845788" y="822977"/>
                  </a:lnTo>
                  <a:lnTo>
                    <a:pt x="3847070" y="780350"/>
                  </a:lnTo>
                  <a:lnTo>
                    <a:pt x="3848352" y="701304"/>
                  </a:lnTo>
                  <a:lnTo>
                    <a:pt x="3849634" y="655782"/>
                  </a:lnTo>
                  <a:lnTo>
                    <a:pt x="3850915" y="636330"/>
                  </a:lnTo>
                  <a:lnTo>
                    <a:pt x="3852197" y="600932"/>
                  </a:lnTo>
                  <a:lnTo>
                    <a:pt x="3853479" y="596048"/>
                  </a:lnTo>
                  <a:lnTo>
                    <a:pt x="3854761" y="619202"/>
                  </a:lnTo>
                  <a:lnTo>
                    <a:pt x="3856043" y="668512"/>
                  </a:lnTo>
                  <a:lnTo>
                    <a:pt x="3857325" y="708488"/>
                  </a:lnTo>
                  <a:lnTo>
                    <a:pt x="3858606" y="729911"/>
                  </a:lnTo>
                  <a:lnTo>
                    <a:pt x="3859888" y="711783"/>
                  </a:lnTo>
                  <a:lnTo>
                    <a:pt x="3861170" y="665455"/>
                  </a:lnTo>
                  <a:lnTo>
                    <a:pt x="3862452" y="761251"/>
                  </a:lnTo>
                  <a:lnTo>
                    <a:pt x="3863734" y="765805"/>
                  </a:lnTo>
                  <a:lnTo>
                    <a:pt x="3865016" y="789132"/>
                  </a:lnTo>
                  <a:lnTo>
                    <a:pt x="3866298" y="806929"/>
                  </a:lnTo>
                  <a:lnTo>
                    <a:pt x="3867579" y="762900"/>
                  </a:lnTo>
                  <a:lnTo>
                    <a:pt x="3868861" y="819015"/>
                  </a:lnTo>
                  <a:lnTo>
                    <a:pt x="3870143" y="841765"/>
                  </a:lnTo>
                  <a:lnTo>
                    <a:pt x="3871425" y="862008"/>
                  </a:lnTo>
                  <a:lnTo>
                    <a:pt x="3872707" y="883882"/>
                  </a:lnTo>
                  <a:lnTo>
                    <a:pt x="3873989" y="866317"/>
                  </a:lnTo>
                  <a:lnTo>
                    <a:pt x="3875270" y="847595"/>
                  </a:lnTo>
                  <a:lnTo>
                    <a:pt x="3876552" y="834354"/>
                  </a:lnTo>
                  <a:lnTo>
                    <a:pt x="3877834" y="840109"/>
                  </a:lnTo>
                  <a:lnTo>
                    <a:pt x="3879116" y="866317"/>
                  </a:lnTo>
                  <a:lnTo>
                    <a:pt x="3880398" y="872404"/>
                  </a:lnTo>
                  <a:lnTo>
                    <a:pt x="3881680" y="877553"/>
                  </a:lnTo>
                  <a:lnTo>
                    <a:pt x="3882962" y="730258"/>
                  </a:lnTo>
                  <a:lnTo>
                    <a:pt x="3884243" y="723736"/>
                  </a:lnTo>
                  <a:lnTo>
                    <a:pt x="3885525" y="679191"/>
                  </a:lnTo>
                  <a:lnTo>
                    <a:pt x="3886807" y="606045"/>
                  </a:lnTo>
                  <a:lnTo>
                    <a:pt x="3888089" y="556197"/>
                  </a:lnTo>
                  <a:lnTo>
                    <a:pt x="3889371" y="535804"/>
                  </a:lnTo>
                  <a:lnTo>
                    <a:pt x="3890653" y="530486"/>
                  </a:lnTo>
                  <a:lnTo>
                    <a:pt x="3891934" y="497694"/>
                  </a:lnTo>
                  <a:lnTo>
                    <a:pt x="3893216" y="440062"/>
                  </a:lnTo>
                  <a:lnTo>
                    <a:pt x="3894498" y="386659"/>
                  </a:lnTo>
                  <a:lnTo>
                    <a:pt x="3895780" y="386144"/>
                  </a:lnTo>
                  <a:lnTo>
                    <a:pt x="3897062" y="364430"/>
                  </a:lnTo>
                  <a:lnTo>
                    <a:pt x="3898344" y="325168"/>
                  </a:lnTo>
                  <a:lnTo>
                    <a:pt x="3899626" y="339223"/>
                  </a:lnTo>
                  <a:lnTo>
                    <a:pt x="3900907" y="351204"/>
                  </a:lnTo>
                  <a:lnTo>
                    <a:pt x="3902189" y="318725"/>
                  </a:lnTo>
                  <a:lnTo>
                    <a:pt x="3903471" y="300705"/>
                  </a:lnTo>
                  <a:lnTo>
                    <a:pt x="3904753" y="292340"/>
                  </a:lnTo>
                  <a:lnTo>
                    <a:pt x="3906035" y="291466"/>
                  </a:lnTo>
                  <a:lnTo>
                    <a:pt x="3907317" y="302482"/>
                  </a:lnTo>
                  <a:lnTo>
                    <a:pt x="3908598" y="289288"/>
                  </a:lnTo>
                  <a:lnTo>
                    <a:pt x="3909880" y="284525"/>
                  </a:lnTo>
                  <a:lnTo>
                    <a:pt x="3911162" y="310095"/>
                  </a:lnTo>
                  <a:lnTo>
                    <a:pt x="3912444" y="323320"/>
                  </a:lnTo>
                  <a:lnTo>
                    <a:pt x="3913726" y="374428"/>
                  </a:lnTo>
                  <a:lnTo>
                    <a:pt x="3915008" y="384089"/>
                  </a:lnTo>
                  <a:lnTo>
                    <a:pt x="3916289" y="392874"/>
                  </a:lnTo>
                  <a:lnTo>
                    <a:pt x="3917571" y="575373"/>
                  </a:lnTo>
                  <a:lnTo>
                    <a:pt x="3918853" y="588176"/>
                  </a:lnTo>
                  <a:lnTo>
                    <a:pt x="3920135" y="559927"/>
                  </a:lnTo>
                  <a:lnTo>
                    <a:pt x="3921417" y="587468"/>
                  </a:lnTo>
                  <a:lnTo>
                    <a:pt x="3922699" y="630564"/>
                  </a:lnTo>
                  <a:lnTo>
                    <a:pt x="3923981" y="636910"/>
                  </a:lnTo>
                  <a:lnTo>
                    <a:pt x="3925262" y="662414"/>
                  </a:lnTo>
                  <a:lnTo>
                    <a:pt x="3926544" y="722873"/>
                  </a:lnTo>
                  <a:lnTo>
                    <a:pt x="3927826" y="693120"/>
                  </a:lnTo>
                  <a:lnTo>
                    <a:pt x="3929108" y="763642"/>
                  </a:lnTo>
                  <a:lnTo>
                    <a:pt x="3930390" y="725105"/>
                  </a:lnTo>
                  <a:lnTo>
                    <a:pt x="3931672" y="736312"/>
                  </a:lnTo>
                  <a:lnTo>
                    <a:pt x="3932953" y="713206"/>
                  </a:lnTo>
                  <a:lnTo>
                    <a:pt x="3934235" y="681057"/>
                  </a:lnTo>
                  <a:lnTo>
                    <a:pt x="3935517" y="671711"/>
                  </a:lnTo>
                  <a:lnTo>
                    <a:pt x="3936799" y="686463"/>
                  </a:lnTo>
                  <a:lnTo>
                    <a:pt x="3938081" y="632619"/>
                  </a:lnTo>
                  <a:lnTo>
                    <a:pt x="3939363" y="627524"/>
                  </a:lnTo>
                  <a:lnTo>
                    <a:pt x="3940645" y="581072"/>
                  </a:lnTo>
                  <a:lnTo>
                    <a:pt x="3941926" y="554010"/>
                  </a:lnTo>
                  <a:lnTo>
                    <a:pt x="3943208" y="557454"/>
                  </a:lnTo>
                  <a:lnTo>
                    <a:pt x="3944490" y="569670"/>
                  </a:lnTo>
                  <a:lnTo>
                    <a:pt x="3945772" y="621085"/>
                  </a:lnTo>
                  <a:lnTo>
                    <a:pt x="3947054" y="580231"/>
                  </a:lnTo>
                  <a:lnTo>
                    <a:pt x="3948336" y="600801"/>
                  </a:lnTo>
                  <a:lnTo>
                    <a:pt x="3949617" y="495218"/>
                  </a:lnTo>
                  <a:lnTo>
                    <a:pt x="3950899" y="477806"/>
                  </a:lnTo>
                  <a:lnTo>
                    <a:pt x="3952181" y="467347"/>
                  </a:lnTo>
                  <a:lnTo>
                    <a:pt x="3953463" y="506202"/>
                  </a:lnTo>
                  <a:lnTo>
                    <a:pt x="3954745" y="522131"/>
                  </a:lnTo>
                  <a:lnTo>
                    <a:pt x="3956027" y="529301"/>
                  </a:lnTo>
                  <a:lnTo>
                    <a:pt x="3957308" y="590928"/>
                  </a:lnTo>
                  <a:lnTo>
                    <a:pt x="3958590" y="452636"/>
                  </a:lnTo>
                  <a:lnTo>
                    <a:pt x="3959872" y="529164"/>
                  </a:lnTo>
                  <a:lnTo>
                    <a:pt x="3961154" y="528504"/>
                  </a:lnTo>
                  <a:lnTo>
                    <a:pt x="3962436" y="466673"/>
                  </a:lnTo>
                  <a:lnTo>
                    <a:pt x="3963718" y="428312"/>
                  </a:lnTo>
                  <a:lnTo>
                    <a:pt x="3965000" y="409247"/>
                  </a:lnTo>
                  <a:lnTo>
                    <a:pt x="3966281" y="363440"/>
                  </a:lnTo>
                  <a:lnTo>
                    <a:pt x="3967563" y="346382"/>
                  </a:lnTo>
                  <a:lnTo>
                    <a:pt x="3968845" y="501111"/>
                  </a:lnTo>
                  <a:lnTo>
                    <a:pt x="3970127" y="561368"/>
                  </a:lnTo>
                  <a:lnTo>
                    <a:pt x="3971409" y="668282"/>
                  </a:lnTo>
                  <a:lnTo>
                    <a:pt x="3972691" y="629134"/>
                  </a:lnTo>
                  <a:lnTo>
                    <a:pt x="3973972" y="599804"/>
                  </a:lnTo>
                  <a:lnTo>
                    <a:pt x="3975254" y="581069"/>
                  </a:lnTo>
                  <a:lnTo>
                    <a:pt x="3976536" y="530955"/>
                  </a:lnTo>
                  <a:lnTo>
                    <a:pt x="3977818" y="549685"/>
                  </a:lnTo>
                  <a:lnTo>
                    <a:pt x="3979100" y="542981"/>
                  </a:lnTo>
                  <a:lnTo>
                    <a:pt x="3980382" y="575648"/>
                  </a:lnTo>
                  <a:lnTo>
                    <a:pt x="3981664" y="627285"/>
                  </a:lnTo>
                  <a:lnTo>
                    <a:pt x="3982945" y="668210"/>
                  </a:lnTo>
                  <a:lnTo>
                    <a:pt x="3984227" y="660461"/>
                  </a:lnTo>
                  <a:lnTo>
                    <a:pt x="3985509" y="704952"/>
                  </a:lnTo>
                  <a:lnTo>
                    <a:pt x="3986791" y="725051"/>
                  </a:lnTo>
                  <a:lnTo>
                    <a:pt x="3988073" y="730347"/>
                  </a:lnTo>
                  <a:lnTo>
                    <a:pt x="3989355" y="698613"/>
                  </a:lnTo>
                  <a:lnTo>
                    <a:pt x="3990636" y="628547"/>
                  </a:lnTo>
                  <a:lnTo>
                    <a:pt x="3991918" y="685638"/>
                  </a:lnTo>
                  <a:lnTo>
                    <a:pt x="3993200" y="573762"/>
                  </a:lnTo>
                  <a:lnTo>
                    <a:pt x="3994482" y="601535"/>
                  </a:lnTo>
                  <a:lnTo>
                    <a:pt x="3995764" y="668154"/>
                  </a:lnTo>
                  <a:lnTo>
                    <a:pt x="3997046" y="668996"/>
                  </a:lnTo>
                  <a:lnTo>
                    <a:pt x="3998327" y="686090"/>
                  </a:lnTo>
                  <a:lnTo>
                    <a:pt x="3999609" y="645887"/>
                  </a:lnTo>
                  <a:lnTo>
                    <a:pt x="4000891" y="670682"/>
                  </a:lnTo>
                  <a:lnTo>
                    <a:pt x="4002173" y="667314"/>
                  </a:lnTo>
                  <a:lnTo>
                    <a:pt x="4003455" y="686091"/>
                  </a:lnTo>
                  <a:lnTo>
                    <a:pt x="4004737" y="668996"/>
                  </a:lnTo>
                  <a:lnTo>
                    <a:pt x="4006019" y="649946"/>
                  </a:lnTo>
                  <a:lnTo>
                    <a:pt x="4007300" y="614408"/>
                  </a:lnTo>
                  <a:lnTo>
                    <a:pt x="4008582" y="610592"/>
                  </a:lnTo>
                  <a:lnTo>
                    <a:pt x="4009864" y="720373"/>
                  </a:lnTo>
                  <a:lnTo>
                    <a:pt x="4011146" y="704687"/>
                  </a:lnTo>
                  <a:lnTo>
                    <a:pt x="4012428" y="756901"/>
                  </a:lnTo>
                  <a:lnTo>
                    <a:pt x="4013710" y="731422"/>
                  </a:lnTo>
                  <a:lnTo>
                    <a:pt x="4014991" y="698235"/>
                  </a:lnTo>
                  <a:lnTo>
                    <a:pt x="4016273" y="659980"/>
                  </a:lnTo>
                  <a:lnTo>
                    <a:pt x="4017555" y="636900"/>
                  </a:lnTo>
                  <a:lnTo>
                    <a:pt x="4018837" y="598507"/>
                  </a:lnTo>
                  <a:lnTo>
                    <a:pt x="4020119" y="566999"/>
                  </a:lnTo>
                  <a:lnTo>
                    <a:pt x="4021401" y="543766"/>
                  </a:lnTo>
                  <a:lnTo>
                    <a:pt x="4022683" y="515800"/>
                  </a:lnTo>
                  <a:lnTo>
                    <a:pt x="4023964" y="492354"/>
                  </a:lnTo>
                  <a:lnTo>
                    <a:pt x="4025246" y="488775"/>
                  </a:lnTo>
                  <a:lnTo>
                    <a:pt x="4026528" y="478172"/>
                  </a:lnTo>
                  <a:lnTo>
                    <a:pt x="4027810" y="483096"/>
                  </a:lnTo>
                  <a:lnTo>
                    <a:pt x="4029092" y="467760"/>
                  </a:lnTo>
                  <a:lnTo>
                    <a:pt x="4030374" y="471387"/>
                  </a:lnTo>
                  <a:lnTo>
                    <a:pt x="4031655" y="494790"/>
                  </a:lnTo>
                  <a:lnTo>
                    <a:pt x="4032937" y="497649"/>
                  </a:lnTo>
                  <a:lnTo>
                    <a:pt x="4034219" y="498725"/>
                  </a:lnTo>
                  <a:lnTo>
                    <a:pt x="4035501" y="586868"/>
                  </a:lnTo>
                  <a:lnTo>
                    <a:pt x="4036783" y="585798"/>
                  </a:lnTo>
                  <a:lnTo>
                    <a:pt x="4038065" y="580353"/>
                  </a:lnTo>
                  <a:lnTo>
                    <a:pt x="4039347" y="559183"/>
                  </a:lnTo>
                  <a:lnTo>
                    <a:pt x="4040628" y="577485"/>
                  </a:lnTo>
                  <a:lnTo>
                    <a:pt x="4041910" y="625577"/>
                  </a:lnTo>
                  <a:lnTo>
                    <a:pt x="4043192" y="657971"/>
                  </a:lnTo>
                  <a:lnTo>
                    <a:pt x="4044474" y="686652"/>
                  </a:lnTo>
                  <a:lnTo>
                    <a:pt x="4045756" y="704217"/>
                  </a:lnTo>
                  <a:lnTo>
                    <a:pt x="4047038" y="692302"/>
                  </a:lnTo>
                  <a:lnTo>
                    <a:pt x="4048319" y="681388"/>
                  </a:lnTo>
                  <a:lnTo>
                    <a:pt x="4049601" y="666836"/>
                  </a:lnTo>
                  <a:lnTo>
                    <a:pt x="4050883" y="558881"/>
                  </a:lnTo>
                  <a:lnTo>
                    <a:pt x="4052165" y="582435"/>
                  </a:lnTo>
                  <a:lnTo>
                    <a:pt x="4053447" y="584992"/>
                  </a:lnTo>
                  <a:lnTo>
                    <a:pt x="4054729" y="476276"/>
                  </a:lnTo>
                  <a:lnTo>
                    <a:pt x="4056010" y="522851"/>
                  </a:lnTo>
                  <a:lnTo>
                    <a:pt x="4057292" y="572226"/>
                  </a:lnTo>
                  <a:lnTo>
                    <a:pt x="4058574" y="487166"/>
                  </a:lnTo>
                  <a:lnTo>
                    <a:pt x="4059856" y="422252"/>
                  </a:lnTo>
                  <a:lnTo>
                    <a:pt x="4061138" y="353630"/>
                  </a:lnTo>
                  <a:lnTo>
                    <a:pt x="4062420" y="319183"/>
                  </a:lnTo>
                  <a:lnTo>
                    <a:pt x="4063702" y="298050"/>
                  </a:lnTo>
                  <a:lnTo>
                    <a:pt x="4064983" y="323781"/>
                  </a:lnTo>
                  <a:lnTo>
                    <a:pt x="4066265" y="334970"/>
                  </a:lnTo>
                  <a:lnTo>
                    <a:pt x="4067547" y="386144"/>
                  </a:lnTo>
                  <a:lnTo>
                    <a:pt x="4068829" y="448605"/>
                  </a:lnTo>
                  <a:lnTo>
                    <a:pt x="4070111" y="481063"/>
                  </a:lnTo>
                  <a:lnTo>
                    <a:pt x="4071393" y="458443"/>
                  </a:lnTo>
                  <a:lnTo>
                    <a:pt x="4072674" y="411394"/>
                  </a:lnTo>
                  <a:lnTo>
                    <a:pt x="4073956" y="399684"/>
                  </a:lnTo>
                  <a:lnTo>
                    <a:pt x="4075238" y="374932"/>
                  </a:lnTo>
                  <a:lnTo>
                    <a:pt x="4076520" y="363440"/>
                  </a:lnTo>
                  <a:lnTo>
                    <a:pt x="4077802" y="339698"/>
                  </a:lnTo>
                  <a:lnTo>
                    <a:pt x="4079084" y="373420"/>
                  </a:lnTo>
                  <a:lnTo>
                    <a:pt x="4080366" y="382553"/>
                  </a:lnTo>
                  <a:lnTo>
                    <a:pt x="4081647" y="355579"/>
                  </a:lnTo>
                  <a:lnTo>
                    <a:pt x="4082929" y="309644"/>
                  </a:lnTo>
                  <a:lnTo>
                    <a:pt x="4084211" y="570516"/>
                  </a:lnTo>
                  <a:lnTo>
                    <a:pt x="4085493" y="860445"/>
                  </a:lnTo>
                  <a:lnTo>
                    <a:pt x="4086775" y="970682"/>
                  </a:lnTo>
                  <a:lnTo>
                    <a:pt x="4088057" y="953794"/>
                  </a:lnTo>
                  <a:lnTo>
                    <a:pt x="4089338" y="913409"/>
                  </a:lnTo>
                  <a:lnTo>
                    <a:pt x="4090620" y="917757"/>
                  </a:lnTo>
                  <a:lnTo>
                    <a:pt x="4091902" y="902787"/>
                  </a:lnTo>
                  <a:lnTo>
                    <a:pt x="4093184" y="870260"/>
                  </a:lnTo>
                  <a:lnTo>
                    <a:pt x="4094466" y="866463"/>
                  </a:lnTo>
                  <a:lnTo>
                    <a:pt x="4095748" y="840249"/>
                  </a:lnTo>
                  <a:lnTo>
                    <a:pt x="4097029" y="829943"/>
                  </a:lnTo>
                  <a:lnTo>
                    <a:pt x="4098311" y="820715"/>
                  </a:lnTo>
                  <a:lnTo>
                    <a:pt x="4099593" y="826307"/>
                  </a:lnTo>
                  <a:lnTo>
                    <a:pt x="4100875" y="869161"/>
                  </a:lnTo>
                  <a:lnTo>
                    <a:pt x="4102157" y="882855"/>
                  </a:lnTo>
                  <a:lnTo>
                    <a:pt x="4103439" y="888500"/>
                  </a:lnTo>
                  <a:lnTo>
                    <a:pt x="4104721" y="890071"/>
                  </a:lnTo>
                  <a:lnTo>
                    <a:pt x="4106002" y="876039"/>
                  </a:lnTo>
                  <a:lnTo>
                    <a:pt x="4107284" y="881733"/>
                  </a:lnTo>
                  <a:lnTo>
                    <a:pt x="4108566" y="885258"/>
                  </a:lnTo>
                  <a:lnTo>
                    <a:pt x="4109848" y="868919"/>
                  </a:lnTo>
                  <a:lnTo>
                    <a:pt x="4111130" y="851547"/>
                  </a:lnTo>
                  <a:lnTo>
                    <a:pt x="4112412" y="843112"/>
                  </a:lnTo>
                  <a:lnTo>
                    <a:pt x="4113693" y="834154"/>
                  </a:lnTo>
                  <a:lnTo>
                    <a:pt x="4114975" y="813350"/>
                  </a:lnTo>
                  <a:lnTo>
                    <a:pt x="4116257" y="754132"/>
                  </a:lnTo>
                  <a:lnTo>
                    <a:pt x="4117539" y="745241"/>
                  </a:lnTo>
                  <a:lnTo>
                    <a:pt x="4118821" y="690764"/>
                  </a:lnTo>
                  <a:lnTo>
                    <a:pt x="4120103" y="660748"/>
                  </a:lnTo>
                  <a:lnTo>
                    <a:pt x="4121385" y="579276"/>
                  </a:lnTo>
                  <a:lnTo>
                    <a:pt x="4122666" y="609823"/>
                  </a:lnTo>
                  <a:lnTo>
                    <a:pt x="4123948" y="498689"/>
                  </a:lnTo>
                  <a:lnTo>
                    <a:pt x="4125230" y="414228"/>
                  </a:lnTo>
                  <a:lnTo>
                    <a:pt x="4126512" y="292340"/>
                  </a:lnTo>
                  <a:lnTo>
                    <a:pt x="4127794" y="352173"/>
                  </a:lnTo>
                  <a:lnTo>
                    <a:pt x="4129076" y="400211"/>
                  </a:lnTo>
                  <a:lnTo>
                    <a:pt x="4130357" y="420610"/>
                  </a:lnTo>
                  <a:lnTo>
                    <a:pt x="4131639" y="470833"/>
                  </a:lnTo>
                  <a:lnTo>
                    <a:pt x="4132921" y="510970"/>
                  </a:lnTo>
                  <a:lnTo>
                    <a:pt x="4134203" y="539153"/>
                  </a:lnTo>
                  <a:lnTo>
                    <a:pt x="4135485" y="542521"/>
                  </a:lnTo>
                  <a:lnTo>
                    <a:pt x="4136767" y="550002"/>
                  </a:lnTo>
                  <a:lnTo>
                    <a:pt x="4138048" y="638652"/>
                  </a:lnTo>
                  <a:lnTo>
                    <a:pt x="4139330" y="707300"/>
                  </a:lnTo>
                  <a:lnTo>
                    <a:pt x="4140612" y="679191"/>
                  </a:lnTo>
                  <a:lnTo>
                    <a:pt x="4141894" y="710912"/>
                  </a:lnTo>
                  <a:lnTo>
                    <a:pt x="4143176" y="703710"/>
                  </a:lnTo>
                  <a:lnTo>
                    <a:pt x="4144458" y="742569"/>
                  </a:lnTo>
                  <a:lnTo>
                    <a:pt x="4145740" y="785280"/>
                  </a:lnTo>
                  <a:lnTo>
                    <a:pt x="4147021" y="796736"/>
                  </a:lnTo>
                  <a:lnTo>
                    <a:pt x="4148303" y="825864"/>
                  </a:lnTo>
                  <a:lnTo>
                    <a:pt x="4149585" y="902715"/>
                  </a:lnTo>
                  <a:lnTo>
                    <a:pt x="4150867" y="935246"/>
                  </a:lnTo>
                  <a:lnTo>
                    <a:pt x="4152149" y="997398"/>
                  </a:lnTo>
                  <a:lnTo>
                    <a:pt x="4153431" y="948793"/>
                  </a:lnTo>
                  <a:lnTo>
                    <a:pt x="4154712" y="897677"/>
                  </a:lnTo>
                  <a:lnTo>
                    <a:pt x="4155994" y="867152"/>
                  </a:lnTo>
                  <a:lnTo>
                    <a:pt x="4157276" y="776074"/>
                  </a:lnTo>
                  <a:lnTo>
                    <a:pt x="4158558" y="762040"/>
                  </a:lnTo>
                  <a:lnTo>
                    <a:pt x="4159840" y="823655"/>
                  </a:lnTo>
                  <a:lnTo>
                    <a:pt x="4161122" y="867152"/>
                  </a:lnTo>
                  <a:lnTo>
                    <a:pt x="4162404" y="841570"/>
                  </a:lnTo>
                  <a:lnTo>
                    <a:pt x="4163685" y="800959"/>
                  </a:lnTo>
                  <a:lnTo>
                    <a:pt x="4164967" y="779126"/>
                  </a:lnTo>
                  <a:lnTo>
                    <a:pt x="4166249" y="751250"/>
                  </a:lnTo>
                  <a:lnTo>
                    <a:pt x="4167531" y="694833"/>
                  </a:lnTo>
                  <a:lnTo>
                    <a:pt x="4168813" y="663965"/>
                  </a:lnTo>
                  <a:lnTo>
                    <a:pt x="4170095" y="618250"/>
                  </a:lnTo>
                  <a:lnTo>
                    <a:pt x="4171376" y="570915"/>
                  </a:lnTo>
                  <a:lnTo>
                    <a:pt x="4172658" y="558971"/>
                  </a:lnTo>
                  <a:lnTo>
                    <a:pt x="4173940" y="568789"/>
                  </a:lnTo>
                  <a:lnTo>
                    <a:pt x="4175222" y="556889"/>
                  </a:lnTo>
                  <a:lnTo>
                    <a:pt x="4176504" y="549318"/>
                  </a:lnTo>
                  <a:lnTo>
                    <a:pt x="4177786" y="477431"/>
                  </a:lnTo>
                  <a:lnTo>
                    <a:pt x="4179068" y="420064"/>
                  </a:lnTo>
                  <a:lnTo>
                    <a:pt x="4180349" y="362946"/>
                  </a:lnTo>
                  <a:lnTo>
                    <a:pt x="4181631" y="351688"/>
                  </a:lnTo>
                  <a:lnTo>
                    <a:pt x="4182913" y="315076"/>
                  </a:lnTo>
                  <a:lnTo>
                    <a:pt x="4184195" y="272155"/>
                  </a:lnTo>
                  <a:lnTo>
                    <a:pt x="4185477" y="243349"/>
                  </a:lnTo>
                  <a:lnTo>
                    <a:pt x="4186759" y="267532"/>
                  </a:lnTo>
                  <a:lnTo>
                    <a:pt x="4188040" y="265025"/>
                  </a:lnTo>
                  <a:lnTo>
                    <a:pt x="4189322" y="281944"/>
                  </a:lnTo>
                  <a:lnTo>
                    <a:pt x="4190604" y="298050"/>
                  </a:lnTo>
                  <a:lnTo>
                    <a:pt x="4191886" y="327952"/>
                  </a:lnTo>
                  <a:lnTo>
                    <a:pt x="4193168" y="461914"/>
                  </a:lnTo>
                  <a:lnTo>
                    <a:pt x="4194450" y="485844"/>
                  </a:lnTo>
                  <a:lnTo>
                    <a:pt x="4195731" y="643733"/>
                  </a:lnTo>
                  <a:lnTo>
                    <a:pt x="4197013" y="695368"/>
                  </a:lnTo>
                  <a:lnTo>
                    <a:pt x="4198295" y="753276"/>
                  </a:lnTo>
                  <a:lnTo>
                    <a:pt x="4199577" y="798852"/>
                  </a:lnTo>
                  <a:lnTo>
                    <a:pt x="4200859" y="844350"/>
                  </a:lnTo>
                  <a:lnTo>
                    <a:pt x="4202141" y="881471"/>
                  </a:lnTo>
                  <a:lnTo>
                    <a:pt x="4203423" y="865269"/>
                  </a:lnTo>
                  <a:lnTo>
                    <a:pt x="4204704" y="897948"/>
                  </a:lnTo>
                  <a:lnTo>
                    <a:pt x="4205986" y="875526"/>
                  </a:lnTo>
                  <a:lnTo>
                    <a:pt x="4207268" y="852513"/>
                  </a:lnTo>
                  <a:lnTo>
                    <a:pt x="4208550" y="819803"/>
                  </a:lnTo>
                  <a:lnTo>
                    <a:pt x="4209832" y="804122"/>
                  </a:lnTo>
                  <a:lnTo>
                    <a:pt x="4211114" y="771183"/>
                  </a:lnTo>
                  <a:lnTo>
                    <a:pt x="4212395" y="775551"/>
                  </a:lnTo>
                  <a:lnTo>
                    <a:pt x="4213677" y="774300"/>
                  </a:lnTo>
                  <a:lnTo>
                    <a:pt x="4214959" y="730594"/>
                  </a:lnTo>
                  <a:lnTo>
                    <a:pt x="4216241" y="737055"/>
                  </a:lnTo>
                  <a:lnTo>
                    <a:pt x="4217523" y="732604"/>
                  </a:lnTo>
                  <a:lnTo>
                    <a:pt x="4218805" y="705337"/>
                  </a:lnTo>
                  <a:lnTo>
                    <a:pt x="4220087" y="646579"/>
                  </a:lnTo>
                  <a:lnTo>
                    <a:pt x="4221368" y="605380"/>
                  </a:lnTo>
                  <a:lnTo>
                    <a:pt x="4222650" y="618620"/>
                  </a:lnTo>
                  <a:lnTo>
                    <a:pt x="4223932" y="548101"/>
                  </a:lnTo>
                  <a:lnTo>
                    <a:pt x="4225214" y="540634"/>
                  </a:lnTo>
                  <a:lnTo>
                    <a:pt x="4226496" y="556067"/>
                  </a:lnTo>
                  <a:lnTo>
                    <a:pt x="4227778" y="541806"/>
                  </a:lnTo>
                  <a:lnTo>
                    <a:pt x="4229059" y="519175"/>
                  </a:lnTo>
                  <a:lnTo>
                    <a:pt x="4230341" y="590811"/>
                  </a:lnTo>
                  <a:lnTo>
                    <a:pt x="4231623" y="576251"/>
                  </a:lnTo>
                  <a:lnTo>
                    <a:pt x="4232905" y="549565"/>
                  </a:lnTo>
                  <a:lnTo>
                    <a:pt x="4234187" y="531788"/>
                  </a:lnTo>
                  <a:lnTo>
                    <a:pt x="4235469" y="503750"/>
                  </a:lnTo>
                  <a:lnTo>
                    <a:pt x="4236750" y="497493"/>
                  </a:lnTo>
                  <a:lnTo>
                    <a:pt x="4238032" y="482034"/>
                  </a:lnTo>
                  <a:lnTo>
                    <a:pt x="4239314" y="474642"/>
                  </a:lnTo>
                  <a:lnTo>
                    <a:pt x="4240596" y="391540"/>
                  </a:lnTo>
                  <a:lnTo>
                    <a:pt x="4241878" y="421897"/>
                  </a:lnTo>
                  <a:lnTo>
                    <a:pt x="4243160" y="420089"/>
                  </a:lnTo>
                  <a:lnTo>
                    <a:pt x="4244442" y="317990"/>
                  </a:lnTo>
                  <a:lnTo>
                    <a:pt x="4245723" y="327727"/>
                  </a:lnTo>
                  <a:lnTo>
                    <a:pt x="4247005" y="339013"/>
                  </a:lnTo>
                  <a:lnTo>
                    <a:pt x="4248287" y="342130"/>
                  </a:lnTo>
                  <a:lnTo>
                    <a:pt x="4249569" y="339770"/>
                  </a:lnTo>
                  <a:lnTo>
                    <a:pt x="4250851" y="343053"/>
                  </a:lnTo>
                  <a:lnTo>
                    <a:pt x="4252133" y="214010"/>
                  </a:lnTo>
                  <a:lnTo>
                    <a:pt x="4253414" y="237360"/>
                  </a:lnTo>
                  <a:lnTo>
                    <a:pt x="4254696" y="273845"/>
                  </a:lnTo>
                  <a:lnTo>
                    <a:pt x="4255978" y="288419"/>
                  </a:lnTo>
                  <a:lnTo>
                    <a:pt x="4257260" y="306500"/>
                  </a:lnTo>
                  <a:lnTo>
                    <a:pt x="4258542" y="327487"/>
                  </a:lnTo>
                  <a:lnTo>
                    <a:pt x="4259824" y="283233"/>
                  </a:lnTo>
                  <a:lnTo>
                    <a:pt x="4261106" y="243349"/>
                  </a:lnTo>
                  <a:lnTo>
                    <a:pt x="4262387" y="214010"/>
                  </a:lnTo>
                  <a:lnTo>
                    <a:pt x="4263669" y="358095"/>
                  </a:lnTo>
                  <a:lnTo>
                    <a:pt x="4264951" y="378836"/>
                  </a:lnTo>
                  <a:lnTo>
                    <a:pt x="4266233" y="416545"/>
                  </a:lnTo>
                  <a:lnTo>
                    <a:pt x="4267515" y="435839"/>
                  </a:lnTo>
                  <a:lnTo>
                    <a:pt x="4268797" y="468644"/>
                  </a:lnTo>
                  <a:lnTo>
                    <a:pt x="4270078" y="416150"/>
                  </a:lnTo>
                  <a:lnTo>
                    <a:pt x="4271360" y="368055"/>
                  </a:lnTo>
                  <a:lnTo>
                    <a:pt x="4272642" y="358686"/>
                  </a:lnTo>
                  <a:lnTo>
                    <a:pt x="4273924" y="334198"/>
                  </a:lnTo>
                  <a:lnTo>
                    <a:pt x="4275206" y="323678"/>
                  </a:lnTo>
                  <a:lnTo>
                    <a:pt x="4276488" y="345263"/>
                  </a:lnTo>
                  <a:lnTo>
                    <a:pt x="4277770" y="343172"/>
                  </a:lnTo>
                  <a:lnTo>
                    <a:pt x="4279051" y="362991"/>
                  </a:lnTo>
                  <a:lnTo>
                    <a:pt x="4280333" y="355479"/>
                  </a:lnTo>
                  <a:lnTo>
                    <a:pt x="4281615" y="373164"/>
                  </a:lnTo>
                  <a:lnTo>
                    <a:pt x="4282897" y="367095"/>
                  </a:lnTo>
                  <a:lnTo>
                    <a:pt x="4284179" y="336109"/>
                  </a:lnTo>
                  <a:lnTo>
                    <a:pt x="4285461" y="200815"/>
                  </a:lnTo>
                  <a:lnTo>
                    <a:pt x="4286742" y="358477"/>
                  </a:lnTo>
                  <a:lnTo>
                    <a:pt x="4288024" y="406721"/>
                  </a:lnTo>
                  <a:lnTo>
                    <a:pt x="4289306" y="459626"/>
                  </a:lnTo>
                  <a:lnTo>
                    <a:pt x="4290588" y="635977"/>
                  </a:lnTo>
                  <a:lnTo>
                    <a:pt x="4291870" y="734279"/>
                  </a:lnTo>
                  <a:lnTo>
                    <a:pt x="4293152" y="711397"/>
                  </a:lnTo>
                  <a:lnTo>
                    <a:pt x="4294433" y="708694"/>
                  </a:lnTo>
                  <a:lnTo>
                    <a:pt x="4295715" y="651426"/>
                  </a:lnTo>
                  <a:lnTo>
                    <a:pt x="4296997" y="662100"/>
                  </a:lnTo>
                  <a:lnTo>
                    <a:pt x="4298279" y="672977"/>
                  </a:lnTo>
                  <a:lnTo>
                    <a:pt x="4299561" y="714113"/>
                  </a:lnTo>
                  <a:lnTo>
                    <a:pt x="4300843" y="694490"/>
                  </a:lnTo>
                  <a:lnTo>
                    <a:pt x="4302125" y="668769"/>
                  </a:lnTo>
                  <a:lnTo>
                    <a:pt x="4303406" y="652647"/>
                  </a:lnTo>
                  <a:lnTo>
                    <a:pt x="4304688" y="666329"/>
                  </a:lnTo>
                  <a:lnTo>
                    <a:pt x="4305970" y="637855"/>
                  </a:lnTo>
                  <a:lnTo>
                    <a:pt x="4307252" y="557109"/>
                  </a:lnTo>
                  <a:lnTo>
                    <a:pt x="4308534" y="554354"/>
                  </a:lnTo>
                  <a:lnTo>
                    <a:pt x="4309816" y="464920"/>
                  </a:lnTo>
                  <a:lnTo>
                    <a:pt x="4311097" y="434572"/>
                  </a:lnTo>
                  <a:lnTo>
                    <a:pt x="4312379" y="362631"/>
                  </a:lnTo>
                  <a:lnTo>
                    <a:pt x="4313661" y="391410"/>
                  </a:lnTo>
                  <a:lnTo>
                    <a:pt x="4314943" y="409474"/>
                  </a:lnTo>
                  <a:lnTo>
                    <a:pt x="4316225" y="402874"/>
                  </a:lnTo>
                  <a:lnTo>
                    <a:pt x="4317507" y="386512"/>
                  </a:lnTo>
                  <a:lnTo>
                    <a:pt x="4318789" y="348765"/>
                  </a:lnTo>
                  <a:lnTo>
                    <a:pt x="4320070" y="334541"/>
                  </a:lnTo>
                  <a:lnTo>
                    <a:pt x="4321352" y="340376"/>
                  </a:lnTo>
                  <a:lnTo>
                    <a:pt x="4322634" y="318094"/>
                  </a:lnTo>
                  <a:lnTo>
                    <a:pt x="4323916" y="307758"/>
                  </a:lnTo>
                  <a:lnTo>
                    <a:pt x="4325198" y="177443"/>
                  </a:lnTo>
                  <a:lnTo>
                    <a:pt x="4326480" y="202307"/>
                  </a:lnTo>
                  <a:lnTo>
                    <a:pt x="4327761" y="230647"/>
                  </a:lnTo>
                  <a:lnTo>
                    <a:pt x="4329043" y="238553"/>
                  </a:lnTo>
                  <a:lnTo>
                    <a:pt x="4330325" y="244153"/>
                  </a:lnTo>
                  <a:lnTo>
                    <a:pt x="4331607" y="257572"/>
                  </a:lnTo>
                  <a:lnTo>
                    <a:pt x="4332889" y="252656"/>
                  </a:lnTo>
                  <a:lnTo>
                    <a:pt x="4334171" y="241746"/>
                  </a:lnTo>
                  <a:lnTo>
                    <a:pt x="4335452" y="255518"/>
                  </a:lnTo>
                  <a:lnTo>
                    <a:pt x="4336734" y="293214"/>
                  </a:lnTo>
                  <a:lnTo>
                    <a:pt x="4338016" y="360972"/>
                  </a:lnTo>
                  <a:lnTo>
                    <a:pt x="4339298" y="450329"/>
                  </a:lnTo>
                  <a:lnTo>
                    <a:pt x="4340580" y="510970"/>
                  </a:lnTo>
                  <a:lnTo>
                    <a:pt x="4341862" y="583113"/>
                  </a:lnTo>
                  <a:lnTo>
                    <a:pt x="4343144" y="656500"/>
                  </a:lnTo>
                  <a:lnTo>
                    <a:pt x="4344425" y="690445"/>
                  </a:lnTo>
                  <a:lnTo>
                    <a:pt x="4345707" y="628360"/>
                  </a:lnTo>
                  <a:lnTo>
                    <a:pt x="4346989" y="561061"/>
                  </a:lnTo>
                  <a:lnTo>
                    <a:pt x="4348271" y="541171"/>
                  </a:lnTo>
                  <a:lnTo>
                    <a:pt x="4349553" y="664834"/>
                  </a:lnTo>
                  <a:lnTo>
                    <a:pt x="4350835" y="635509"/>
                  </a:lnTo>
                  <a:lnTo>
                    <a:pt x="4352116" y="620328"/>
                  </a:lnTo>
                  <a:lnTo>
                    <a:pt x="4353398" y="775022"/>
                  </a:lnTo>
                  <a:lnTo>
                    <a:pt x="4354680" y="680032"/>
                  </a:lnTo>
                  <a:lnTo>
                    <a:pt x="4355962" y="630016"/>
                  </a:lnTo>
                  <a:lnTo>
                    <a:pt x="4357244" y="556869"/>
                  </a:lnTo>
                  <a:lnTo>
                    <a:pt x="4358526" y="537130"/>
                  </a:lnTo>
                  <a:lnTo>
                    <a:pt x="4359808" y="509848"/>
                  </a:lnTo>
                  <a:lnTo>
                    <a:pt x="4361089" y="490204"/>
                  </a:lnTo>
                  <a:lnTo>
                    <a:pt x="4362371" y="491995"/>
                  </a:lnTo>
                  <a:lnTo>
                    <a:pt x="4363653" y="486994"/>
                  </a:lnTo>
                  <a:lnTo>
                    <a:pt x="4364935" y="504690"/>
                  </a:lnTo>
                  <a:lnTo>
                    <a:pt x="4366217" y="507632"/>
                  </a:lnTo>
                  <a:lnTo>
                    <a:pt x="4367499" y="506527"/>
                  </a:lnTo>
                  <a:lnTo>
                    <a:pt x="4368780" y="539249"/>
                  </a:lnTo>
                  <a:lnTo>
                    <a:pt x="4370062" y="538421"/>
                  </a:lnTo>
                  <a:lnTo>
                    <a:pt x="4371344" y="448443"/>
                  </a:lnTo>
                  <a:lnTo>
                    <a:pt x="4372626" y="471675"/>
                  </a:lnTo>
                  <a:lnTo>
                    <a:pt x="4373908" y="432760"/>
                  </a:lnTo>
                  <a:lnTo>
                    <a:pt x="4375190" y="496445"/>
                  </a:lnTo>
                  <a:lnTo>
                    <a:pt x="4376471" y="614408"/>
                  </a:lnTo>
                  <a:lnTo>
                    <a:pt x="4377753" y="654034"/>
                  </a:lnTo>
                  <a:lnTo>
                    <a:pt x="4379035" y="715459"/>
                  </a:lnTo>
                  <a:lnTo>
                    <a:pt x="4380317" y="748341"/>
                  </a:lnTo>
                  <a:lnTo>
                    <a:pt x="4381599" y="719123"/>
                  </a:lnTo>
                  <a:lnTo>
                    <a:pt x="4382881" y="738753"/>
                  </a:lnTo>
                  <a:lnTo>
                    <a:pt x="4384163" y="796736"/>
                  </a:lnTo>
                  <a:lnTo>
                    <a:pt x="4385444" y="802020"/>
                  </a:lnTo>
                  <a:lnTo>
                    <a:pt x="4386726" y="800959"/>
                  </a:lnTo>
                  <a:lnTo>
                    <a:pt x="4388008" y="785280"/>
                  </a:lnTo>
                  <a:lnTo>
                    <a:pt x="4389290" y="744487"/>
                  </a:lnTo>
                  <a:lnTo>
                    <a:pt x="4390572" y="690445"/>
                  </a:lnTo>
                  <a:lnTo>
                    <a:pt x="4391854" y="663131"/>
                  </a:lnTo>
                  <a:lnTo>
                    <a:pt x="4393135" y="602284"/>
                  </a:lnTo>
                  <a:lnTo>
                    <a:pt x="4394417" y="515465"/>
                  </a:lnTo>
                  <a:lnTo>
                    <a:pt x="4395699" y="384603"/>
                  </a:lnTo>
                  <a:lnTo>
                    <a:pt x="4396981" y="310997"/>
                  </a:lnTo>
                  <a:lnTo>
                    <a:pt x="4398263" y="274692"/>
                  </a:lnTo>
                  <a:lnTo>
                    <a:pt x="4399545" y="395081"/>
                  </a:lnTo>
                  <a:lnTo>
                    <a:pt x="4400827" y="386755"/>
                  </a:lnTo>
                  <a:lnTo>
                    <a:pt x="4402108" y="390654"/>
                  </a:lnTo>
                  <a:lnTo>
                    <a:pt x="4403390" y="391788"/>
                  </a:lnTo>
                  <a:lnTo>
                    <a:pt x="4404672" y="394825"/>
                  </a:lnTo>
                  <a:lnTo>
                    <a:pt x="4405954" y="383519"/>
                  </a:lnTo>
                  <a:lnTo>
                    <a:pt x="4407236" y="385388"/>
                  </a:lnTo>
                  <a:lnTo>
                    <a:pt x="4408518" y="391410"/>
                  </a:lnTo>
                  <a:lnTo>
                    <a:pt x="4409799" y="396731"/>
                  </a:lnTo>
                  <a:lnTo>
                    <a:pt x="4411081" y="386512"/>
                  </a:lnTo>
                  <a:lnTo>
                    <a:pt x="4412363" y="389144"/>
                  </a:lnTo>
                  <a:lnTo>
                    <a:pt x="4413645" y="422505"/>
                  </a:lnTo>
                  <a:lnTo>
                    <a:pt x="4414927" y="496580"/>
                  </a:lnTo>
                  <a:lnTo>
                    <a:pt x="4416209" y="559927"/>
                  </a:lnTo>
                  <a:lnTo>
                    <a:pt x="4417491" y="589601"/>
                  </a:lnTo>
                  <a:lnTo>
                    <a:pt x="4418772" y="628547"/>
                  </a:lnTo>
                  <a:lnTo>
                    <a:pt x="4420054" y="656523"/>
                  </a:lnTo>
                  <a:lnTo>
                    <a:pt x="4421336" y="673881"/>
                  </a:lnTo>
                  <a:lnTo>
                    <a:pt x="4422618" y="654584"/>
                  </a:lnTo>
                  <a:lnTo>
                    <a:pt x="4423900" y="820317"/>
                  </a:lnTo>
                  <a:lnTo>
                    <a:pt x="4425182" y="891116"/>
                  </a:lnTo>
                  <a:lnTo>
                    <a:pt x="4426463" y="926761"/>
                  </a:lnTo>
                  <a:lnTo>
                    <a:pt x="4427745" y="984646"/>
                  </a:lnTo>
                  <a:lnTo>
                    <a:pt x="4429027" y="1017724"/>
                  </a:lnTo>
                  <a:lnTo>
                    <a:pt x="4430309" y="1049026"/>
                  </a:lnTo>
                  <a:lnTo>
                    <a:pt x="4431591" y="1107755"/>
                  </a:lnTo>
                  <a:lnTo>
                    <a:pt x="4432873" y="1170836"/>
                  </a:lnTo>
                  <a:lnTo>
                    <a:pt x="4434154" y="1224758"/>
                  </a:lnTo>
                  <a:lnTo>
                    <a:pt x="4435436" y="1239069"/>
                  </a:lnTo>
                  <a:lnTo>
                    <a:pt x="4436718" y="1272983"/>
                  </a:lnTo>
                  <a:lnTo>
                    <a:pt x="4438000" y="1263284"/>
                  </a:lnTo>
                  <a:lnTo>
                    <a:pt x="4439282" y="1189025"/>
                  </a:lnTo>
                  <a:lnTo>
                    <a:pt x="4440564" y="1077001"/>
                  </a:lnTo>
                  <a:lnTo>
                    <a:pt x="4441846" y="965127"/>
                  </a:lnTo>
                  <a:lnTo>
                    <a:pt x="4443127" y="941916"/>
                  </a:lnTo>
                  <a:lnTo>
                    <a:pt x="4444409" y="894849"/>
                  </a:lnTo>
                  <a:lnTo>
                    <a:pt x="4445691" y="762040"/>
                  </a:lnTo>
                  <a:lnTo>
                    <a:pt x="4446973" y="743527"/>
                  </a:lnTo>
                  <a:lnTo>
                    <a:pt x="4448255" y="762040"/>
                  </a:lnTo>
                  <a:lnTo>
                    <a:pt x="4449537" y="759077"/>
                  </a:lnTo>
                  <a:lnTo>
                    <a:pt x="4450818" y="714547"/>
                  </a:lnTo>
                  <a:lnTo>
                    <a:pt x="4452100" y="686959"/>
                  </a:lnTo>
                  <a:lnTo>
                    <a:pt x="4453382" y="627576"/>
                  </a:lnTo>
                  <a:lnTo>
                    <a:pt x="4454664" y="606800"/>
                  </a:lnTo>
                  <a:lnTo>
                    <a:pt x="4455946" y="583113"/>
                  </a:lnTo>
                  <a:lnTo>
                    <a:pt x="4457228" y="584565"/>
                  </a:lnTo>
                  <a:lnTo>
                    <a:pt x="4458510" y="633087"/>
                  </a:lnTo>
                  <a:lnTo>
                    <a:pt x="4459791" y="633879"/>
                  </a:lnTo>
                  <a:lnTo>
                    <a:pt x="4461073" y="625230"/>
                  </a:lnTo>
                  <a:lnTo>
                    <a:pt x="4462355" y="584565"/>
                  </a:lnTo>
                  <a:lnTo>
                    <a:pt x="4463637" y="594095"/>
                  </a:lnTo>
                  <a:lnTo>
                    <a:pt x="4464919" y="544552"/>
                  </a:lnTo>
                  <a:lnTo>
                    <a:pt x="4466201" y="512251"/>
                  </a:lnTo>
                  <a:lnTo>
                    <a:pt x="4467482" y="473224"/>
                  </a:lnTo>
                  <a:lnTo>
                    <a:pt x="4468764" y="460197"/>
                  </a:lnTo>
                  <a:lnTo>
                    <a:pt x="4470046" y="421157"/>
                  </a:lnTo>
                  <a:lnTo>
                    <a:pt x="4471328" y="378984"/>
                  </a:lnTo>
                  <a:lnTo>
                    <a:pt x="4472610" y="399157"/>
                  </a:lnTo>
                  <a:lnTo>
                    <a:pt x="4473892" y="388207"/>
                  </a:lnTo>
                  <a:lnTo>
                    <a:pt x="4475173" y="353144"/>
                  </a:lnTo>
                  <a:lnTo>
                    <a:pt x="4476455" y="310997"/>
                  </a:lnTo>
                  <a:lnTo>
                    <a:pt x="4477737" y="307845"/>
                  </a:lnTo>
                  <a:lnTo>
                    <a:pt x="4479019" y="339223"/>
                  </a:lnTo>
                  <a:lnTo>
                    <a:pt x="4480301" y="346862"/>
                  </a:lnTo>
                  <a:lnTo>
                    <a:pt x="4481583" y="523757"/>
                  </a:lnTo>
                  <a:lnTo>
                    <a:pt x="4482865" y="642810"/>
                  </a:lnTo>
                  <a:lnTo>
                    <a:pt x="4484146" y="697183"/>
                  </a:lnTo>
                  <a:lnTo>
                    <a:pt x="4485428" y="660711"/>
                  </a:lnTo>
                  <a:lnTo>
                    <a:pt x="4486710" y="640148"/>
                  </a:lnTo>
                  <a:lnTo>
                    <a:pt x="4487992" y="615554"/>
                  </a:lnTo>
                  <a:lnTo>
                    <a:pt x="4489274" y="656328"/>
                  </a:lnTo>
                  <a:lnTo>
                    <a:pt x="4490556" y="697567"/>
                  </a:lnTo>
                  <a:lnTo>
                    <a:pt x="4491837" y="678920"/>
                  </a:lnTo>
                  <a:lnTo>
                    <a:pt x="4493119" y="686220"/>
                  </a:lnTo>
                  <a:lnTo>
                    <a:pt x="4494401" y="720041"/>
                  </a:lnTo>
                  <a:lnTo>
                    <a:pt x="4495683" y="721877"/>
                  </a:lnTo>
                  <a:lnTo>
                    <a:pt x="4496965" y="698008"/>
                  </a:lnTo>
                  <a:lnTo>
                    <a:pt x="4498247" y="752909"/>
                  </a:lnTo>
                  <a:lnTo>
                    <a:pt x="4499529" y="754233"/>
                  </a:lnTo>
                  <a:lnTo>
                    <a:pt x="4500810" y="694929"/>
                  </a:lnTo>
                  <a:lnTo>
                    <a:pt x="4502092" y="716997"/>
                  </a:lnTo>
                  <a:lnTo>
                    <a:pt x="4503374" y="683920"/>
                  </a:lnTo>
                  <a:lnTo>
                    <a:pt x="4504656" y="740770"/>
                  </a:lnTo>
                  <a:lnTo>
                    <a:pt x="4505938" y="679652"/>
                  </a:lnTo>
                  <a:lnTo>
                    <a:pt x="4507220" y="729229"/>
                  </a:lnTo>
                  <a:lnTo>
                    <a:pt x="4508501" y="685305"/>
                  </a:lnTo>
                  <a:lnTo>
                    <a:pt x="4509783" y="653986"/>
                  </a:lnTo>
                  <a:lnTo>
                    <a:pt x="4511065" y="677158"/>
                  </a:lnTo>
                  <a:lnTo>
                    <a:pt x="4512347" y="659390"/>
                  </a:lnTo>
                  <a:lnTo>
                    <a:pt x="4513629" y="661808"/>
                  </a:lnTo>
                  <a:lnTo>
                    <a:pt x="4514911" y="726510"/>
                  </a:lnTo>
                  <a:lnTo>
                    <a:pt x="4516192" y="717095"/>
                  </a:lnTo>
                  <a:lnTo>
                    <a:pt x="4517474" y="799960"/>
                  </a:lnTo>
                  <a:lnTo>
                    <a:pt x="4518756" y="649817"/>
                  </a:lnTo>
                  <a:lnTo>
                    <a:pt x="4520038" y="655782"/>
                  </a:lnTo>
                  <a:lnTo>
                    <a:pt x="4521320" y="661808"/>
                  </a:lnTo>
                  <a:lnTo>
                    <a:pt x="4522602" y="632288"/>
                  </a:lnTo>
                  <a:lnTo>
                    <a:pt x="4523884" y="608612"/>
                  </a:lnTo>
                  <a:lnTo>
                    <a:pt x="4525165" y="608612"/>
                  </a:lnTo>
                  <a:lnTo>
                    <a:pt x="4526447" y="608060"/>
                  </a:lnTo>
                  <a:lnTo>
                    <a:pt x="4527729" y="589601"/>
                  </a:lnTo>
                  <a:lnTo>
                    <a:pt x="4529011" y="583754"/>
                  </a:lnTo>
                  <a:lnTo>
                    <a:pt x="4530293" y="576397"/>
                  </a:lnTo>
                  <a:lnTo>
                    <a:pt x="4531575" y="575354"/>
                  </a:lnTo>
                  <a:lnTo>
                    <a:pt x="4532856" y="574833"/>
                  </a:lnTo>
                  <a:lnTo>
                    <a:pt x="4534138" y="583225"/>
                  </a:lnTo>
                  <a:lnTo>
                    <a:pt x="4535420" y="614581"/>
                  </a:lnTo>
                  <a:lnTo>
                    <a:pt x="4536702" y="651380"/>
                  </a:lnTo>
                  <a:lnTo>
                    <a:pt x="4537984" y="681582"/>
                  </a:lnTo>
                  <a:lnTo>
                    <a:pt x="4539266" y="728686"/>
                  </a:lnTo>
                  <a:lnTo>
                    <a:pt x="4540548" y="725190"/>
                  </a:lnTo>
                  <a:lnTo>
                    <a:pt x="4541829" y="759299"/>
                  </a:lnTo>
                  <a:lnTo>
                    <a:pt x="4543111" y="743718"/>
                  </a:lnTo>
                  <a:lnTo>
                    <a:pt x="4544393" y="719099"/>
                  </a:lnTo>
                  <a:lnTo>
                    <a:pt x="4545675" y="737464"/>
                  </a:lnTo>
                  <a:lnTo>
                    <a:pt x="4546957" y="809535"/>
                  </a:lnTo>
                  <a:lnTo>
                    <a:pt x="4548239" y="870658"/>
                  </a:lnTo>
                  <a:lnTo>
                    <a:pt x="4549520" y="927407"/>
                  </a:lnTo>
                  <a:lnTo>
                    <a:pt x="4550802" y="1001221"/>
                  </a:lnTo>
                  <a:lnTo>
                    <a:pt x="4552084" y="1029243"/>
                  </a:lnTo>
                  <a:lnTo>
                    <a:pt x="4553366" y="977644"/>
                  </a:lnTo>
                  <a:lnTo>
                    <a:pt x="4554648" y="940855"/>
                  </a:lnTo>
                  <a:lnTo>
                    <a:pt x="4555930" y="865859"/>
                  </a:lnTo>
                  <a:lnTo>
                    <a:pt x="4557212" y="850917"/>
                  </a:lnTo>
                  <a:lnTo>
                    <a:pt x="4558493" y="844018"/>
                  </a:lnTo>
                  <a:lnTo>
                    <a:pt x="4559775" y="884031"/>
                  </a:lnTo>
                  <a:lnTo>
                    <a:pt x="4561057" y="793589"/>
                  </a:lnTo>
                  <a:lnTo>
                    <a:pt x="4562339" y="851898"/>
                  </a:lnTo>
                  <a:lnTo>
                    <a:pt x="4563621" y="868342"/>
                  </a:lnTo>
                  <a:lnTo>
                    <a:pt x="4564903" y="880384"/>
                  </a:lnTo>
                  <a:lnTo>
                    <a:pt x="4566184" y="839300"/>
                  </a:lnTo>
                  <a:lnTo>
                    <a:pt x="4567466" y="729322"/>
                  </a:lnTo>
                  <a:lnTo>
                    <a:pt x="4568748" y="688699"/>
                  </a:lnTo>
                  <a:lnTo>
                    <a:pt x="4570030" y="659806"/>
                  </a:lnTo>
                  <a:lnTo>
                    <a:pt x="4571312" y="597803"/>
                  </a:lnTo>
                  <a:lnTo>
                    <a:pt x="4572594" y="594835"/>
                  </a:lnTo>
                  <a:lnTo>
                    <a:pt x="4573875" y="612115"/>
                  </a:lnTo>
                  <a:lnTo>
                    <a:pt x="4575157" y="650761"/>
                  </a:lnTo>
                  <a:lnTo>
                    <a:pt x="4576439" y="687828"/>
                  </a:lnTo>
                  <a:lnTo>
                    <a:pt x="4577721" y="688699"/>
                  </a:lnTo>
                  <a:lnTo>
                    <a:pt x="4579003" y="670682"/>
                  </a:lnTo>
                  <a:lnTo>
                    <a:pt x="4580285" y="658151"/>
                  </a:lnTo>
                  <a:lnTo>
                    <a:pt x="4581567" y="633087"/>
                  </a:lnTo>
                  <a:lnTo>
                    <a:pt x="4582848" y="606045"/>
                  </a:lnTo>
                  <a:lnTo>
                    <a:pt x="4584130" y="537811"/>
                  </a:lnTo>
                  <a:lnTo>
                    <a:pt x="4585412" y="512251"/>
                  </a:lnTo>
                  <a:lnTo>
                    <a:pt x="4586694" y="536472"/>
                  </a:lnTo>
                  <a:lnTo>
                    <a:pt x="4587976" y="529824"/>
                  </a:lnTo>
                  <a:lnTo>
                    <a:pt x="4589258" y="519346"/>
                  </a:lnTo>
                  <a:lnTo>
                    <a:pt x="4590539" y="512892"/>
                  </a:lnTo>
                  <a:lnTo>
                    <a:pt x="4591821" y="509055"/>
                  </a:lnTo>
                  <a:lnTo>
                    <a:pt x="4593103" y="492716"/>
                  </a:lnTo>
                  <a:lnTo>
                    <a:pt x="4594385" y="461369"/>
                  </a:lnTo>
                  <a:lnTo>
                    <a:pt x="4595667" y="445744"/>
                  </a:lnTo>
                  <a:lnTo>
                    <a:pt x="4596949" y="442328"/>
                  </a:lnTo>
                  <a:lnTo>
                    <a:pt x="4598231" y="565077"/>
                  </a:lnTo>
                  <a:lnTo>
                    <a:pt x="4599512" y="573003"/>
                  </a:lnTo>
                  <a:lnTo>
                    <a:pt x="4600794" y="580081"/>
                  </a:lnTo>
                  <a:lnTo>
                    <a:pt x="4602076" y="567075"/>
                  </a:lnTo>
                  <a:lnTo>
                    <a:pt x="4603358" y="607508"/>
                  </a:lnTo>
                  <a:lnTo>
                    <a:pt x="4604640" y="653388"/>
                  </a:lnTo>
                  <a:lnTo>
                    <a:pt x="4605922" y="631138"/>
                  </a:lnTo>
                  <a:lnTo>
                    <a:pt x="4607203" y="622587"/>
                  </a:lnTo>
                  <a:lnTo>
                    <a:pt x="4608485" y="610825"/>
                  </a:lnTo>
                  <a:lnTo>
                    <a:pt x="4609767" y="627131"/>
                  </a:lnTo>
                  <a:lnTo>
                    <a:pt x="4611049" y="622021"/>
                  </a:lnTo>
                  <a:lnTo>
                    <a:pt x="4612331" y="614719"/>
                  </a:lnTo>
                  <a:lnTo>
                    <a:pt x="4613613" y="625423"/>
                  </a:lnTo>
                  <a:lnTo>
                    <a:pt x="4614894" y="618077"/>
                  </a:lnTo>
                  <a:lnTo>
                    <a:pt x="4616176" y="635172"/>
                  </a:lnTo>
                  <a:lnTo>
                    <a:pt x="4617458" y="627994"/>
                  </a:lnTo>
                  <a:lnTo>
                    <a:pt x="4618740" y="588176"/>
                  </a:lnTo>
                  <a:lnTo>
                    <a:pt x="4620022" y="614161"/>
                  </a:lnTo>
                  <a:lnTo>
                    <a:pt x="4621304" y="767522"/>
                  </a:lnTo>
                  <a:lnTo>
                    <a:pt x="4622586" y="733729"/>
                  </a:lnTo>
                  <a:lnTo>
                    <a:pt x="4623867" y="699778"/>
                  </a:lnTo>
                  <a:lnTo>
                    <a:pt x="4625149" y="724513"/>
                  </a:lnTo>
                  <a:lnTo>
                    <a:pt x="4626431" y="722902"/>
                  </a:lnTo>
                  <a:lnTo>
                    <a:pt x="4627713" y="730459"/>
                  </a:lnTo>
                  <a:lnTo>
                    <a:pt x="4628995" y="728831"/>
                  </a:lnTo>
                  <a:lnTo>
                    <a:pt x="4630277" y="718096"/>
                  </a:lnTo>
                  <a:lnTo>
                    <a:pt x="4631558" y="707557"/>
                  </a:lnTo>
                  <a:lnTo>
                    <a:pt x="4632840" y="791009"/>
                  </a:lnTo>
                  <a:lnTo>
                    <a:pt x="4634122" y="763642"/>
                  </a:lnTo>
                  <a:lnTo>
                    <a:pt x="4635404" y="717753"/>
                  </a:lnTo>
                  <a:lnTo>
                    <a:pt x="4636686" y="712301"/>
                  </a:lnTo>
                  <a:lnTo>
                    <a:pt x="4637968" y="736312"/>
                  </a:lnTo>
                  <a:lnTo>
                    <a:pt x="4639250" y="634596"/>
                  </a:lnTo>
                  <a:lnTo>
                    <a:pt x="4640531" y="644658"/>
                  </a:lnTo>
                  <a:lnTo>
                    <a:pt x="4641813" y="636150"/>
                  </a:lnTo>
                  <a:lnTo>
                    <a:pt x="4643095" y="662997"/>
                  </a:lnTo>
                  <a:lnTo>
                    <a:pt x="4644377" y="640605"/>
                  </a:lnTo>
                  <a:lnTo>
                    <a:pt x="4645659" y="625472"/>
                  </a:lnTo>
                  <a:lnTo>
                    <a:pt x="4646941" y="723304"/>
                  </a:lnTo>
                  <a:lnTo>
                    <a:pt x="4648222" y="725573"/>
                  </a:lnTo>
                  <a:lnTo>
                    <a:pt x="4649504" y="746781"/>
                  </a:lnTo>
                  <a:lnTo>
                    <a:pt x="4650786" y="783464"/>
                  </a:lnTo>
                  <a:lnTo>
                    <a:pt x="4652068" y="821892"/>
                  </a:lnTo>
                  <a:lnTo>
                    <a:pt x="4653350" y="844375"/>
                  </a:lnTo>
                  <a:lnTo>
                    <a:pt x="4654632" y="726129"/>
                  </a:lnTo>
                  <a:lnTo>
                    <a:pt x="4655913" y="740324"/>
                  </a:lnTo>
                  <a:lnTo>
                    <a:pt x="4657195" y="743650"/>
                  </a:lnTo>
                  <a:lnTo>
                    <a:pt x="4658477" y="740324"/>
                  </a:lnTo>
                  <a:lnTo>
                    <a:pt x="4659759" y="752052"/>
                  </a:lnTo>
                  <a:lnTo>
                    <a:pt x="4661041" y="774442"/>
                  </a:lnTo>
                  <a:lnTo>
                    <a:pt x="4662323" y="748779"/>
                  </a:lnTo>
                  <a:lnTo>
                    <a:pt x="4663605" y="623719"/>
                  </a:lnTo>
                  <a:lnTo>
                    <a:pt x="4664886" y="614161"/>
                  </a:lnTo>
                  <a:lnTo>
                    <a:pt x="4666168" y="604324"/>
                  </a:lnTo>
                  <a:lnTo>
                    <a:pt x="4667450" y="586132"/>
                  </a:lnTo>
                  <a:lnTo>
                    <a:pt x="4668732" y="477088"/>
                  </a:lnTo>
                  <a:lnTo>
                    <a:pt x="4670014" y="455420"/>
                  </a:lnTo>
                  <a:lnTo>
                    <a:pt x="4671296" y="471682"/>
                  </a:lnTo>
                  <a:lnTo>
                    <a:pt x="4672577" y="472552"/>
                  </a:lnTo>
                  <a:lnTo>
                    <a:pt x="4673859" y="519760"/>
                  </a:lnTo>
                  <a:lnTo>
                    <a:pt x="4675141" y="537050"/>
                  </a:lnTo>
                  <a:lnTo>
                    <a:pt x="4676423" y="507590"/>
                  </a:lnTo>
                  <a:lnTo>
                    <a:pt x="4677705" y="526901"/>
                  </a:lnTo>
                  <a:lnTo>
                    <a:pt x="4678987" y="511774"/>
                  </a:lnTo>
                  <a:lnTo>
                    <a:pt x="4680269" y="500226"/>
                  </a:lnTo>
                  <a:lnTo>
                    <a:pt x="4681550" y="515518"/>
                  </a:lnTo>
                  <a:lnTo>
                    <a:pt x="4682832" y="571199"/>
                  </a:lnTo>
                  <a:lnTo>
                    <a:pt x="4684114" y="631138"/>
                  </a:lnTo>
                  <a:lnTo>
                    <a:pt x="4685396" y="618639"/>
                  </a:lnTo>
                  <a:lnTo>
                    <a:pt x="4686678" y="619201"/>
                  </a:lnTo>
                  <a:lnTo>
                    <a:pt x="4687960" y="744078"/>
                  </a:lnTo>
                  <a:lnTo>
                    <a:pt x="4689241" y="809905"/>
                  </a:lnTo>
                  <a:lnTo>
                    <a:pt x="4690523" y="674921"/>
                  </a:lnTo>
                  <a:lnTo>
                    <a:pt x="4691805" y="741613"/>
                  </a:lnTo>
                  <a:lnTo>
                    <a:pt x="4693087" y="736854"/>
                  </a:lnTo>
                  <a:lnTo>
                    <a:pt x="4694369" y="853570"/>
                  </a:lnTo>
                  <a:lnTo>
                    <a:pt x="4695651" y="907396"/>
                  </a:lnTo>
                  <a:lnTo>
                    <a:pt x="4696933" y="942839"/>
                  </a:lnTo>
                  <a:lnTo>
                    <a:pt x="4698214" y="987172"/>
                  </a:lnTo>
                  <a:lnTo>
                    <a:pt x="4699496" y="999037"/>
                  </a:lnTo>
                  <a:lnTo>
                    <a:pt x="4700778" y="1040847"/>
                  </a:lnTo>
                  <a:lnTo>
                    <a:pt x="4702060" y="1006717"/>
                  </a:lnTo>
                  <a:lnTo>
                    <a:pt x="4703342" y="1004512"/>
                  </a:lnTo>
                  <a:lnTo>
                    <a:pt x="4704624" y="1072160"/>
                  </a:lnTo>
                  <a:lnTo>
                    <a:pt x="4705905" y="1083410"/>
                  </a:lnTo>
                  <a:lnTo>
                    <a:pt x="4707187" y="1011152"/>
                  </a:lnTo>
                  <a:lnTo>
                    <a:pt x="4708469" y="1006717"/>
                  </a:lnTo>
                  <a:lnTo>
                    <a:pt x="4709751" y="985041"/>
                  </a:lnTo>
                  <a:lnTo>
                    <a:pt x="4711033" y="971378"/>
                  </a:lnTo>
                  <a:lnTo>
                    <a:pt x="4712315" y="978695"/>
                  </a:lnTo>
                  <a:lnTo>
                    <a:pt x="4713596" y="994804"/>
                  </a:lnTo>
                  <a:lnTo>
                    <a:pt x="4714878" y="963670"/>
                  </a:lnTo>
                  <a:lnTo>
                    <a:pt x="4716160" y="871171"/>
                  </a:lnTo>
                  <a:lnTo>
                    <a:pt x="4717442" y="646696"/>
                  </a:lnTo>
                  <a:lnTo>
                    <a:pt x="4718724" y="603786"/>
                  </a:lnTo>
                  <a:lnTo>
                    <a:pt x="4720006" y="527187"/>
                  </a:lnTo>
                  <a:lnTo>
                    <a:pt x="4721288" y="522600"/>
                  </a:lnTo>
                  <a:lnTo>
                    <a:pt x="4722569" y="505876"/>
                  </a:lnTo>
                  <a:lnTo>
                    <a:pt x="4723851" y="485940"/>
                  </a:lnTo>
                  <a:lnTo>
                    <a:pt x="4725133" y="517402"/>
                  </a:lnTo>
                  <a:lnTo>
                    <a:pt x="4726415" y="666502"/>
                  </a:lnTo>
                  <a:lnTo>
                    <a:pt x="4727697" y="602070"/>
                  </a:lnTo>
                  <a:lnTo>
                    <a:pt x="4728979" y="542438"/>
                  </a:lnTo>
                  <a:lnTo>
                    <a:pt x="4730260" y="514111"/>
                  </a:lnTo>
                  <a:lnTo>
                    <a:pt x="4731542" y="494765"/>
                  </a:lnTo>
                  <a:lnTo>
                    <a:pt x="4732824" y="474735"/>
                  </a:lnTo>
                  <a:lnTo>
                    <a:pt x="4734106" y="463473"/>
                  </a:lnTo>
                  <a:lnTo>
                    <a:pt x="4735388" y="460906"/>
                  </a:lnTo>
                  <a:lnTo>
                    <a:pt x="4736670" y="475173"/>
                  </a:lnTo>
                  <a:lnTo>
                    <a:pt x="4737952" y="475611"/>
                  </a:lnTo>
                  <a:lnTo>
                    <a:pt x="4739233" y="488907"/>
                  </a:lnTo>
                  <a:lnTo>
                    <a:pt x="4740515" y="474298"/>
                  </a:lnTo>
                  <a:lnTo>
                    <a:pt x="4741797" y="564151"/>
                  </a:lnTo>
                  <a:lnTo>
                    <a:pt x="4743079" y="560037"/>
                  </a:lnTo>
                  <a:lnTo>
                    <a:pt x="4744361" y="535193"/>
                  </a:lnTo>
                  <a:lnTo>
                    <a:pt x="4745643" y="557247"/>
                  </a:lnTo>
                  <a:lnTo>
                    <a:pt x="4746924" y="541625"/>
                  </a:lnTo>
                  <a:lnTo>
                    <a:pt x="4748206" y="464332"/>
                  </a:lnTo>
                  <a:lnTo>
                    <a:pt x="4749488" y="470378"/>
                  </a:lnTo>
                  <a:lnTo>
                    <a:pt x="4750770" y="446151"/>
                  </a:lnTo>
                  <a:lnTo>
                    <a:pt x="4752052" y="434206"/>
                  </a:lnTo>
                  <a:lnTo>
                    <a:pt x="4753334" y="426111"/>
                  </a:lnTo>
                  <a:lnTo>
                    <a:pt x="4754615" y="432172"/>
                  </a:lnTo>
                  <a:lnTo>
                    <a:pt x="4755897" y="452428"/>
                  </a:lnTo>
                  <a:lnTo>
                    <a:pt x="4757179" y="462188"/>
                  </a:lnTo>
                  <a:lnTo>
                    <a:pt x="4758461" y="475611"/>
                  </a:lnTo>
                  <a:lnTo>
                    <a:pt x="4759743" y="470812"/>
                  </a:lnTo>
                  <a:lnTo>
                    <a:pt x="4761025" y="443423"/>
                  </a:lnTo>
                  <a:lnTo>
                    <a:pt x="4762307" y="428960"/>
                  </a:lnTo>
                  <a:lnTo>
                    <a:pt x="4763588" y="262530"/>
                  </a:lnTo>
                  <a:lnTo>
                    <a:pt x="4764870" y="259632"/>
                  </a:lnTo>
                  <a:lnTo>
                    <a:pt x="4766152" y="304264"/>
                  </a:lnTo>
                  <a:lnTo>
                    <a:pt x="4767434" y="321938"/>
                  </a:lnTo>
                  <a:lnTo>
                    <a:pt x="4768716" y="339698"/>
                  </a:lnTo>
                  <a:lnTo>
                    <a:pt x="4769998" y="394438"/>
                  </a:lnTo>
                  <a:lnTo>
                    <a:pt x="4771279" y="421704"/>
                  </a:lnTo>
                  <a:lnTo>
                    <a:pt x="4772561" y="463720"/>
                  </a:lnTo>
                  <a:lnTo>
                    <a:pt x="4773843" y="475023"/>
                  </a:lnTo>
                  <a:lnTo>
                    <a:pt x="4775125" y="470833"/>
                  </a:lnTo>
                  <a:lnTo>
                    <a:pt x="4776407" y="505876"/>
                  </a:lnTo>
                  <a:lnTo>
                    <a:pt x="4777689" y="537141"/>
                  </a:lnTo>
                  <a:lnTo>
                    <a:pt x="4778971" y="558971"/>
                  </a:lnTo>
                  <a:lnTo>
                    <a:pt x="4780252" y="657325"/>
                  </a:lnTo>
                  <a:lnTo>
                    <a:pt x="4781534" y="691320"/>
                  </a:lnTo>
                  <a:lnTo>
                    <a:pt x="4782816" y="703710"/>
                  </a:lnTo>
                  <a:lnTo>
                    <a:pt x="4784098" y="720043"/>
                  </a:lnTo>
                  <a:lnTo>
                    <a:pt x="4785380" y="738753"/>
                  </a:lnTo>
                  <a:lnTo>
                    <a:pt x="4786662" y="754173"/>
                  </a:lnTo>
                  <a:lnTo>
                    <a:pt x="4787943" y="762040"/>
                  </a:lnTo>
                  <a:lnTo>
                    <a:pt x="4789225" y="762040"/>
                  </a:lnTo>
                  <a:lnTo>
                    <a:pt x="4790507" y="798844"/>
                  </a:lnTo>
                  <a:lnTo>
                    <a:pt x="4791789" y="817079"/>
                  </a:lnTo>
                  <a:lnTo>
                    <a:pt x="4793071" y="843849"/>
                  </a:lnTo>
                  <a:lnTo>
                    <a:pt x="4794353" y="771023"/>
                  </a:lnTo>
                  <a:lnTo>
                    <a:pt x="4795635" y="636261"/>
                  </a:lnTo>
                  <a:lnTo>
                    <a:pt x="4796916" y="575191"/>
                  </a:lnTo>
                  <a:lnTo>
                    <a:pt x="4798198" y="519995"/>
                  </a:lnTo>
                  <a:lnTo>
                    <a:pt x="4799480" y="498945"/>
                  </a:lnTo>
                  <a:lnTo>
                    <a:pt x="4800762" y="460783"/>
                  </a:lnTo>
                  <a:lnTo>
                    <a:pt x="4802044" y="614581"/>
                  </a:lnTo>
                  <a:lnTo>
                    <a:pt x="4803326" y="581139"/>
                  </a:lnTo>
                  <a:lnTo>
                    <a:pt x="4804607" y="655874"/>
                  </a:lnTo>
                  <a:lnTo>
                    <a:pt x="4805889" y="639131"/>
                  </a:lnTo>
                  <a:lnTo>
                    <a:pt x="4807171" y="675106"/>
                  </a:lnTo>
                  <a:lnTo>
                    <a:pt x="4808453" y="624507"/>
                  </a:lnTo>
                  <a:lnTo>
                    <a:pt x="4809735" y="580122"/>
                  </a:lnTo>
                  <a:lnTo>
                    <a:pt x="4811017" y="610727"/>
                  </a:lnTo>
                  <a:lnTo>
                    <a:pt x="4812298" y="648425"/>
                  </a:lnTo>
                  <a:lnTo>
                    <a:pt x="4813580" y="647072"/>
                  </a:lnTo>
                  <a:lnTo>
                    <a:pt x="4814862" y="662827"/>
                  </a:lnTo>
                  <a:lnTo>
                    <a:pt x="4816144" y="657986"/>
                  </a:lnTo>
                  <a:lnTo>
                    <a:pt x="4817426" y="682251"/>
                  </a:lnTo>
                  <a:lnTo>
                    <a:pt x="4818708" y="692032"/>
                  </a:lnTo>
                  <a:lnTo>
                    <a:pt x="4819990" y="720493"/>
                  </a:lnTo>
                  <a:lnTo>
                    <a:pt x="4821271" y="748016"/>
                  </a:lnTo>
                  <a:lnTo>
                    <a:pt x="4822553" y="746771"/>
                  </a:lnTo>
                  <a:lnTo>
                    <a:pt x="4823835" y="799726"/>
                  </a:lnTo>
                  <a:lnTo>
                    <a:pt x="4825117" y="770807"/>
                  </a:lnTo>
                  <a:lnTo>
                    <a:pt x="4826399" y="856812"/>
                  </a:lnTo>
                  <a:lnTo>
                    <a:pt x="4827681" y="937027"/>
                  </a:lnTo>
                  <a:lnTo>
                    <a:pt x="4828962" y="938349"/>
                  </a:lnTo>
                  <a:lnTo>
                    <a:pt x="4830244" y="976209"/>
                  </a:lnTo>
                  <a:lnTo>
                    <a:pt x="4831526" y="888120"/>
                  </a:lnTo>
                  <a:lnTo>
                    <a:pt x="4832808" y="857717"/>
                  </a:lnTo>
                  <a:lnTo>
                    <a:pt x="4834090" y="998892"/>
                  </a:lnTo>
                  <a:lnTo>
                    <a:pt x="4835372" y="1123698"/>
                  </a:lnTo>
                  <a:lnTo>
                    <a:pt x="4836654" y="1227299"/>
                  </a:lnTo>
                  <a:lnTo>
                    <a:pt x="4837935" y="1238539"/>
                  </a:lnTo>
                  <a:lnTo>
                    <a:pt x="4839217" y="1231769"/>
                  </a:lnTo>
                  <a:lnTo>
                    <a:pt x="4840499" y="1268836"/>
                  </a:lnTo>
                  <a:lnTo>
                    <a:pt x="4841781" y="1273642"/>
                  </a:lnTo>
                  <a:lnTo>
                    <a:pt x="4843063" y="1285837"/>
                  </a:lnTo>
                  <a:lnTo>
                    <a:pt x="4844345" y="1170135"/>
                  </a:lnTo>
                  <a:lnTo>
                    <a:pt x="4845626" y="1096472"/>
                  </a:lnTo>
                  <a:lnTo>
                    <a:pt x="4846908" y="1047237"/>
                  </a:lnTo>
                  <a:lnTo>
                    <a:pt x="4848190" y="962667"/>
                  </a:lnTo>
                  <a:lnTo>
                    <a:pt x="4849472" y="936587"/>
                  </a:lnTo>
                  <a:lnTo>
                    <a:pt x="4850754" y="856548"/>
                  </a:lnTo>
                  <a:lnTo>
                    <a:pt x="4852036" y="791500"/>
                  </a:lnTo>
                  <a:lnTo>
                    <a:pt x="4853317" y="857419"/>
                  </a:lnTo>
                  <a:lnTo>
                    <a:pt x="4854599" y="811523"/>
                  </a:lnTo>
                  <a:lnTo>
                    <a:pt x="4855881" y="760017"/>
                  </a:lnTo>
                  <a:lnTo>
                    <a:pt x="4857163" y="717095"/>
                  </a:lnTo>
                  <a:lnTo>
                    <a:pt x="4858445" y="652196"/>
                  </a:lnTo>
                  <a:lnTo>
                    <a:pt x="4859727" y="569133"/>
                  </a:lnTo>
                  <a:lnTo>
                    <a:pt x="4861009" y="511774"/>
                  </a:lnTo>
                  <a:lnTo>
                    <a:pt x="4862290" y="513643"/>
                  </a:lnTo>
                  <a:lnTo>
                    <a:pt x="4863572" y="533647"/>
                  </a:lnTo>
                  <a:lnTo>
                    <a:pt x="4864854" y="545894"/>
                  </a:lnTo>
                  <a:lnTo>
                    <a:pt x="4866136" y="544410"/>
                  </a:lnTo>
                  <a:lnTo>
                    <a:pt x="4867418" y="524988"/>
                  </a:lnTo>
                  <a:lnTo>
                    <a:pt x="4868700" y="460906"/>
                  </a:lnTo>
                  <a:lnTo>
                    <a:pt x="4869981" y="425308"/>
                  </a:lnTo>
                  <a:lnTo>
                    <a:pt x="4871263" y="347362"/>
                  </a:lnTo>
                  <a:lnTo>
                    <a:pt x="4872545" y="329344"/>
                  </a:lnTo>
                  <a:lnTo>
                    <a:pt x="4873827" y="329966"/>
                  </a:lnTo>
                  <a:lnTo>
                    <a:pt x="4875109" y="217069"/>
                  </a:lnTo>
                  <a:lnTo>
                    <a:pt x="4876391" y="251433"/>
                  </a:lnTo>
                  <a:lnTo>
                    <a:pt x="4877673" y="285388"/>
                  </a:lnTo>
                  <a:lnTo>
                    <a:pt x="4878954" y="348787"/>
                  </a:lnTo>
                  <a:lnTo>
                    <a:pt x="4880236" y="388207"/>
                  </a:lnTo>
                  <a:lnTo>
                    <a:pt x="4881518" y="472884"/>
                  </a:lnTo>
                  <a:lnTo>
                    <a:pt x="4882800" y="459356"/>
                  </a:lnTo>
                  <a:lnTo>
                    <a:pt x="4884082" y="390393"/>
                  </a:lnTo>
                  <a:lnTo>
                    <a:pt x="4885364" y="393305"/>
                  </a:lnTo>
                  <a:lnTo>
                    <a:pt x="4886645" y="403260"/>
                  </a:lnTo>
                  <a:lnTo>
                    <a:pt x="4887927" y="451587"/>
                  </a:lnTo>
                  <a:lnTo>
                    <a:pt x="4889209" y="507127"/>
                  </a:lnTo>
                  <a:lnTo>
                    <a:pt x="4890491" y="610825"/>
                  </a:lnTo>
                  <a:lnTo>
                    <a:pt x="4891773" y="622021"/>
                  </a:lnTo>
                  <a:lnTo>
                    <a:pt x="4893055" y="596048"/>
                  </a:lnTo>
                  <a:lnTo>
                    <a:pt x="4894336" y="553871"/>
                  </a:lnTo>
                  <a:lnTo>
                    <a:pt x="4895618" y="520708"/>
                  </a:lnTo>
                  <a:lnTo>
                    <a:pt x="4896900" y="511307"/>
                  </a:lnTo>
                  <a:lnTo>
                    <a:pt x="4898182" y="492505"/>
                  </a:lnTo>
                  <a:lnTo>
                    <a:pt x="4899464" y="458349"/>
                  </a:lnTo>
                  <a:lnTo>
                    <a:pt x="4900746" y="487559"/>
                  </a:lnTo>
                  <a:lnTo>
                    <a:pt x="4902028" y="482637"/>
                  </a:lnTo>
                  <a:lnTo>
                    <a:pt x="4903309" y="528489"/>
                  </a:lnTo>
                  <a:lnTo>
                    <a:pt x="4904591" y="408177"/>
                  </a:lnTo>
                  <a:lnTo>
                    <a:pt x="4905873" y="432760"/>
                  </a:lnTo>
                  <a:lnTo>
                    <a:pt x="4907155" y="449179"/>
                  </a:lnTo>
                  <a:lnTo>
                    <a:pt x="4908437" y="463132"/>
                  </a:lnTo>
                  <a:lnTo>
                    <a:pt x="4909719" y="500827"/>
                  </a:lnTo>
                  <a:lnTo>
                    <a:pt x="4911000" y="571626"/>
                  </a:lnTo>
                  <a:lnTo>
                    <a:pt x="4912282" y="624450"/>
                  </a:lnTo>
                  <a:lnTo>
                    <a:pt x="4913564" y="691320"/>
                  </a:lnTo>
                  <a:lnTo>
                    <a:pt x="4914846" y="739705"/>
                  </a:lnTo>
                  <a:lnTo>
                    <a:pt x="4916128" y="799900"/>
                  </a:lnTo>
                  <a:lnTo>
                    <a:pt x="4917410" y="868342"/>
                  </a:lnTo>
                  <a:lnTo>
                    <a:pt x="4918692" y="1026466"/>
                  </a:lnTo>
                  <a:lnTo>
                    <a:pt x="4919973" y="1123698"/>
                  </a:lnTo>
                  <a:lnTo>
                    <a:pt x="4921255" y="1259343"/>
                  </a:lnTo>
                  <a:lnTo>
                    <a:pt x="4922537" y="1406042"/>
                  </a:lnTo>
                  <a:lnTo>
                    <a:pt x="4923819" y="1443718"/>
                  </a:lnTo>
                  <a:lnTo>
                    <a:pt x="4925101" y="1531173"/>
                  </a:lnTo>
                  <a:lnTo>
                    <a:pt x="4926383" y="1578406"/>
                  </a:lnTo>
                  <a:lnTo>
                    <a:pt x="4927664" y="1578406"/>
                  </a:lnTo>
                  <a:lnTo>
                    <a:pt x="4928946" y="1578406"/>
                  </a:lnTo>
                  <a:lnTo>
                    <a:pt x="4930228" y="1578406"/>
                  </a:lnTo>
                  <a:lnTo>
                    <a:pt x="4931510" y="1578406"/>
                  </a:lnTo>
                  <a:lnTo>
                    <a:pt x="4932792" y="1578406"/>
                  </a:lnTo>
                  <a:lnTo>
                    <a:pt x="4934074" y="1666941"/>
                  </a:lnTo>
                  <a:lnTo>
                    <a:pt x="4935356" y="1666941"/>
                  </a:lnTo>
                  <a:lnTo>
                    <a:pt x="4936637" y="1666941"/>
                  </a:lnTo>
                  <a:lnTo>
                    <a:pt x="4937919" y="1666941"/>
                  </a:lnTo>
                  <a:lnTo>
                    <a:pt x="4939201" y="1666941"/>
                  </a:lnTo>
                  <a:lnTo>
                    <a:pt x="4940483" y="1666941"/>
                  </a:lnTo>
                  <a:lnTo>
                    <a:pt x="4941765" y="1666941"/>
                  </a:lnTo>
                  <a:lnTo>
                    <a:pt x="4943047" y="1666941"/>
                  </a:lnTo>
                  <a:lnTo>
                    <a:pt x="4944328" y="1666941"/>
                  </a:lnTo>
                  <a:lnTo>
                    <a:pt x="4945610" y="1634379"/>
                  </a:lnTo>
                  <a:lnTo>
                    <a:pt x="4946892" y="1578406"/>
                  </a:lnTo>
                  <a:lnTo>
                    <a:pt x="4948174" y="1578406"/>
                  </a:lnTo>
                  <a:lnTo>
                    <a:pt x="4949456" y="1578406"/>
                  </a:lnTo>
                  <a:lnTo>
                    <a:pt x="4950738" y="1396997"/>
                  </a:lnTo>
                  <a:lnTo>
                    <a:pt x="4952019" y="1373551"/>
                  </a:lnTo>
                  <a:lnTo>
                    <a:pt x="4953301" y="1318810"/>
                  </a:lnTo>
                  <a:lnTo>
                    <a:pt x="4954583" y="1303356"/>
                  </a:lnTo>
                  <a:lnTo>
                    <a:pt x="4955865" y="1216275"/>
                  </a:lnTo>
                  <a:lnTo>
                    <a:pt x="4957147" y="1138763"/>
                  </a:lnTo>
                  <a:lnTo>
                    <a:pt x="4958429" y="1068788"/>
                  </a:lnTo>
                  <a:lnTo>
                    <a:pt x="4959711" y="991462"/>
                  </a:lnTo>
                  <a:lnTo>
                    <a:pt x="4960992" y="975446"/>
                  </a:lnTo>
                  <a:lnTo>
                    <a:pt x="4962274" y="954302"/>
                  </a:lnTo>
                  <a:lnTo>
                    <a:pt x="4963556" y="947424"/>
                  </a:lnTo>
                  <a:lnTo>
                    <a:pt x="4964838" y="1070078"/>
                  </a:lnTo>
                  <a:lnTo>
                    <a:pt x="4966120" y="1060001"/>
                  </a:lnTo>
                  <a:lnTo>
                    <a:pt x="4967402" y="1116044"/>
                  </a:lnTo>
                  <a:lnTo>
                    <a:pt x="4968683" y="1057605"/>
                  </a:lnTo>
                  <a:lnTo>
                    <a:pt x="4969965" y="1064368"/>
                  </a:lnTo>
                  <a:lnTo>
                    <a:pt x="4971247" y="1026754"/>
                  </a:lnTo>
                  <a:lnTo>
                    <a:pt x="4972529" y="1035930"/>
                  </a:lnTo>
                  <a:lnTo>
                    <a:pt x="4973811" y="992310"/>
                  </a:lnTo>
                  <a:lnTo>
                    <a:pt x="4975093" y="952570"/>
                  </a:lnTo>
                  <a:lnTo>
                    <a:pt x="4976375" y="925234"/>
                  </a:lnTo>
                  <a:lnTo>
                    <a:pt x="4977656" y="916904"/>
                  </a:lnTo>
                  <a:lnTo>
                    <a:pt x="4978938" y="926761"/>
                  </a:lnTo>
                  <a:lnTo>
                    <a:pt x="4980220" y="921433"/>
                  </a:lnTo>
                  <a:lnTo>
                    <a:pt x="4981502" y="931368"/>
                  </a:lnTo>
                  <a:lnTo>
                    <a:pt x="4982784" y="935236"/>
                  </a:lnTo>
                  <a:lnTo>
                    <a:pt x="4984066" y="946283"/>
                  </a:lnTo>
                  <a:lnTo>
                    <a:pt x="4985347" y="889756"/>
                  </a:lnTo>
                  <a:lnTo>
                    <a:pt x="4986629" y="775418"/>
                  </a:lnTo>
                  <a:lnTo>
                    <a:pt x="4987911" y="652395"/>
                  </a:lnTo>
                  <a:lnTo>
                    <a:pt x="4989193" y="674921"/>
                  </a:lnTo>
                  <a:lnTo>
                    <a:pt x="4990475" y="697481"/>
                  </a:lnTo>
                  <a:lnTo>
                    <a:pt x="4991757" y="684358"/>
                  </a:lnTo>
                  <a:lnTo>
                    <a:pt x="4993038" y="709103"/>
                  </a:lnTo>
                  <a:lnTo>
                    <a:pt x="4994320" y="763032"/>
                  </a:lnTo>
                  <a:lnTo>
                    <a:pt x="4995602" y="811655"/>
                  </a:lnTo>
                  <a:lnTo>
                    <a:pt x="4996884" y="825864"/>
                  </a:lnTo>
                  <a:lnTo>
                    <a:pt x="4998166" y="840433"/>
                  </a:lnTo>
                  <a:lnTo>
                    <a:pt x="4999448" y="819262"/>
                  </a:lnTo>
                  <a:lnTo>
                    <a:pt x="5000730" y="749309"/>
                  </a:lnTo>
                  <a:lnTo>
                    <a:pt x="5002011" y="714547"/>
                  </a:lnTo>
                  <a:lnTo>
                    <a:pt x="5003293" y="700143"/>
                  </a:lnTo>
                  <a:lnTo>
                    <a:pt x="5004575" y="720043"/>
                  </a:lnTo>
                  <a:lnTo>
                    <a:pt x="5005857" y="725592"/>
                  </a:lnTo>
                  <a:lnTo>
                    <a:pt x="5007139" y="712726"/>
                  </a:lnTo>
                  <a:lnTo>
                    <a:pt x="5008421" y="671528"/>
                  </a:lnTo>
                  <a:lnTo>
                    <a:pt x="5009702" y="687828"/>
                  </a:lnTo>
                  <a:lnTo>
                    <a:pt x="5010984" y="696597"/>
                  </a:lnTo>
                  <a:lnTo>
                    <a:pt x="5012266" y="672374"/>
                  </a:lnTo>
                  <a:lnTo>
                    <a:pt x="5013548" y="642660"/>
                  </a:lnTo>
                  <a:lnTo>
                    <a:pt x="5014830" y="579498"/>
                  </a:lnTo>
                  <a:lnTo>
                    <a:pt x="5016112" y="546590"/>
                  </a:lnTo>
                  <a:lnTo>
                    <a:pt x="5017394" y="530486"/>
                  </a:lnTo>
                  <a:lnTo>
                    <a:pt x="5018675" y="491478"/>
                  </a:lnTo>
                  <a:lnTo>
                    <a:pt x="5019957" y="427758"/>
                  </a:lnTo>
                  <a:lnTo>
                    <a:pt x="5021239" y="378476"/>
                  </a:lnTo>
                  <a:lnTo>
                    <a:pt x="5022521" y="364430"/>
                  </a:lnTo>
                  <a:lnTo>
                    <a:pt x="5023803" y="361465"/>
                  </a:lnTo>
                  <a:lnTo>
                    <a:pt x="5025085" y="358024"/>
                  </a:lnTo>
                  <a:lnTo>
                    <a:pt x="5026366" y="341123"/>
                  </a:lnTo>
                  <a:lnTo>
                    <a:pt x="5027648" y="324705"/>
                  </a:lnTo>
                  <a:lnTo>
                    <a:pt x="5028930" y="273000"/>
                  </a:lnTo>
                  <a:lnTo>
                    <a:pt x="5030212" y="394297"/>
                  </a:lnTo>
                  <a:lnTo>
                    <a:pt x="5031494" y="397440"/>
                  </a:lnTo>
                  <a:lnTo>
                    <a:pt x="5032776" y="420161"/>
                  </a:lnTo>
                  <a:lnTo>
                    <a:pt x="5034057" y="442831"/>
                  </a:lnTo>
                  <a:lnTo>
                    <a:pt x="5035339" y="431360"/>
                  </a:lnTo>
                  <a:lnTo>
                    <a:pt x="5036621" y="417732"/>
                  </a:lnTo>
                  <a:lnTo>
                    <a:pt x="5037903" y="427721"/>
                  </a:lnTo>
                  <a:lnTo>
                    <a:pt x="5039185" y="483551"/>
                  </a:lnTo>
                  <a:lnTo>
                    <a:pt x="5040467" y="517400"/>
                  </a:lnTo>
                  <a:lnTo>
                    <a:pt x="5041749" y="554373"/>
                  </a:lnTo>
                  <a:lnTo>
                    <a:pt x="5043030" y="555379"/>
                  </a:lnTo>
                  <a:lnTo>
                    <a:pt x="5044312" y="547878"/>
                  </a:lnTo>
                  <a:lnTo>
                    <a:pt x="5045594" y="568618"/>
                  </a:lnTo>
                  <a:lnTo>
                    <a:pt x="5046876" y="601477"/>
                  </a:lnTo>
                  <a:lnTo>
                    <a:pt x="5048158" y="648632"/>
                  </a:lnTo>
                  <a:lnTo>
                    <a:pt x="5049440" y="701298"/>
                  </a:lnTo>
                  <a:lnTo>
                    <a:pt x="5050721" y="730794"/>
                  </a:lnTo>
                  <a:lnTo>
                    <a:pt x="5052003" y="731072"/>
                  </a:lnTo>
                  <a:lnTo>
                    <a:pt x="5053285" y="630719"/>
                  </a:lnTo>
                  <a:lnTo>
                    <a:pt x="5054567" y="718205"/>
                  </a:lnTo>
                  <a:lnTo>
                    <a:pt x="5055849" y="766015"/>
                  </a:lnTo>
                  <a:lnTo>
                    <a:pt x="5057131" y="824759"/>
                  </a:lnTo>
                  <a:lnTo>
                    <a:pt x="5058413" y="841570"/>
                  </a:lnTo>
                  <a:lnTo>
                    <a:pt x="5059694" y="895174"/>
                  </a:lnTo>
                  <a:lnTo>
                    <a:pt x="5060976" y="821454"/>
                  </a:lnTo>
                  <a:lnTo>
                    <a:pt x="5062258" y="906570"/>
                  </a:lnTo>
                  <a:lnTo>
                    <a:pt x="5063540" y="892281"/>
                  </a:lnTo>
                  <a:lnTo>
                    <a:pt x="5064822" y="890633"/>
                  </a:lnTo>
                  <a:lnTo>
                    <a:pt x="5066104" y="916921"/>
                  </a:lnTo>
                  <a:lnTo>
                    <a:pt x="5067385" y="946978"/>
                  </a:lnTo>
                  <a:lnTo>
                    <a:pt x="5068667" y="924528"/>
                  </a:lnTo>
                  <a:lnTo>
                    <a:pt x="5069949" y="895595"/>
                  </a:lnTo>
                  <a:lnTo>
                    <a:pt x="5071231" y="827037"/>
                  </a:lnTo>
                  <a:lnTo>
                    <a:pt x="5072513" y="801752"/>
                  </a:lnTo>
                  <a:lnTo>
                    <a:pt x="5073795" y="765797"/>
                  </a:lnTo>
                  <a:lnTo>
                    <a:pt x="5075077" y="761457"/>
                  </a:lnTo>
                  <a:lnTo>
                    <a:pt x="5076358" y="743020"/>
                  </a:lnTo>
                  <a:lnTo>
                    <a:pt x="5077640" y="761457"/>
                  </a:lnTo>
                  <a:lnTo>
                    <a:pt x="5078922" y="724480"/>
                  </a:lnTo>
                  <a:lnTo>
                    <a:pt x="5080204" y="704558"/>
                  </a:lnTo>
                  <a:lnTo>
                    <a:pt x="5081486" y="677719"/>
                  </a:lnTo>
                  <a:lnTo>
                    <a:pt x="5082768" y="692013"/>
                  </a:lnTo>
                  <a:lnTo>
                    <a:pt x="5084049" y="700632"/>
                  </a:lnTo>
                  <a:lnTo>
                    <a:pt x="5085331" y="562459"/>
                  </a:lnTo>
                  <a:lnTo>
                    <a:pt x="5086613" y="553435"/>
                  </a:lnTo>
                  <a:lnTo>
                    <a:pt x="5087895" y="570915"/>
                  </a:lnTo>
                  <a:lnTo>
                    <a:pt x="5089177" y="546590"/>
                  </a:lnTo>
                  <a:lnTo>
                    <a:pt x="5090459" y="538481"/>
                  </a:lnTo>
                  <a:lnTo>
                    <a:pt x="5091740" y="518697"/>
                  </a:lnTo>
                  <a:lnTo>
                    <a:pt x="5093022" y="509692"/>
                  </a:lnTo>
                  <a:lnTo>
                    <a:pt x="5094304" y="509055"/>
                  </a:lnTo>
                  <a:lnTo>
                    <a:pt x="5095586" y="535804"/>
                  </a:lnTo>
                  <a:lnTo>
                    <a:pt x="5096868" y="539825"/>
                  </a:lnTo>
                  <a:lnTo>
                    <a:pt x="5098150" y="575907"/>
                  </a:lnTo>
                  <a:lnTo>
                    <a:pt x="5099432" y="596317"/>
                  </a:lnTo>
                  <a:lnTo>
                    <a:pt x="5100713" y="597803"/>
                  </a:lnTo>
                  <a:lnTo>
                    <a:pt x="5101995" y="546590"/>
                  </a:lnTo>
                  <a:lnTo>
                    <a:pt x="5103277" y="493956"/>
                  </a:lnTo>
                  <a:lnTo>
                    <a:pt x="5104559" y="473224"/>
                  </a:lnTo>
                  <a:lnTo>
                    <a:pt x="5105841" y="472625"/>
                  </a:lnTo>
                  <a:lnTo>
                    <a:pt x="5107123" y="464310"/>
                  </a:lnTo>
                  <a:lnTo>
                    <a:pt x="5108404" y="493956"/>
                  </a:lnTo>
                  <a:lnTo>
                    <a:pt x="5109686" y="537811"/>
                  </a:lnTo>
                  <a:lnTo>
                    <a:pt x="5110968" y="567376"/>
                  </a:lnTo>
                  <a:lnTo>
                    <a:pt x="5112250" y="573049"/>
                  </a:lnTo>
                  <a:lnTo>
                    <a:pt x="5113532" y="551373"/>
                  </a:lnTo>
                  <a:lnTo>
                    <a:pt x="5114814" y="535136"/>
                  </a:lnTo>
                  <a:lnTo>
                    <a:pt x="5116096" y="522600"/>
                  </a:lnTo>
                  <a:lnTo>
                    <a:pt x="5117377" y="530486"/>
                  </a:lnTo>
                  <a:lnTo>
                    <a:pt x="5118659" y="575907"/>
                  </a:lnTo>
                  <a:lnTo>
                    <a:pt x="5119941" y="669838"/>
                  </a:lnTo>
                  <a:lnTo>
                    <a:pt x="5121223" y="803082"/>
                  </a:lnTo>
                  <a:lnTo>
                    <a:pt x="5122505" y="900191"/>
                  </a:lnTo>
                  <a:lnTo>
                    <a:pt x="5123787" y="907798"/>
                  </a:lnTo>
                  <a:lnTo>
                    <a:pt x="5125068" y="918100"/>
                  </a:lnTo>
                  <a:lnTo>
                    <a:pt x="5126350" y="902715"/>
                  </a:lnTo>
                  <a:lnTo>
                    <a:pt x="5127632" y="1020839"/>
                  </a:lnTo>
                  <a:lnTo>
                    <a:pt x="5128914" y="1029605"/>
                  </a:lnTo>
                  <a:lnTo>
                    <a:pt x="5130196" y="1136568"/>
                  </a:lnTo>
                  <a:lnTo>
                    <a:pt x="5131478" y="1191074"/>
                  </a:lnTo>
                  <a:lnTo>
                    <a:pt x="5132759" y="1328991"/>
                  </a:lnTo>
                  <a:lnTo>
                    <a:pt x="5134041" y="1379063"/>
                  </a:lnTo>
                  <a:lnTo>
                    <a:pt x="5135323" y="1343472"/>
                  </a:lnTo>
                  <a:lnTo>
                    <a:pt x="5136605" y="1321705"/>
                  </a:lnTo>
                  <a:lnTo>
                    <a:pt x="5137887" y="1315392"/>
                  </a:lnTo>
                  <a:lnTo>
                    <a:pt x="5139169" y="1264697"/>
                  </a:lnTo>
                  <a:lnTo>
                    <a:pt x="5140451" y="1224543"/>
                  </a:lnTo>
                  <a:lnTo>
                    <a:pt x="5141732" y="1178429"/>
                  </a:lnTo>
                  <a:lnTo>
                    <a:pt x="5143014" y="1150163"/>
                  </a:lnTo>
                  <a:lnTo>
                    <a:pt x="5144296" y="1137328"/>
                  </a:lnTo>
                  <a:lnTo>
                    <a:pt x="5145578" y="1117831"/>
                  </a:lnTo>
                  <a:lnTo>
                    <a:pt x="5146860" y="1118598"/>
                  </a:lnTo>
                  <a:lnTo>
                    <a:pt x="5148142" y="1114009"/>
                  </a:lnTo>
                  <a:lnTo>
                    <a:pt x="5149423" y="1012515"/>
                  </a:lnTo>
                  <a:lnTo>
                    <a:pt x="5150705" y="951773"/>
                  </a:lnTo>
                  <a:lnTo>
                    <a:pt x="5151987" y="866761"/>
                  </a:lnTo>
                  <a:lnTo>
                    <a:pt x="5153269" y="836356"/>
                  </a:lnTo>
                  <a:lnTo>
                    <a:pt x="5154551" y="723804"/>
                  </a:lnTo>
                  <a:lnTo>
                    <a:pt x="5155833" y="726510"/>
                  </a:lnTo>
                  <a:lnTo>
                    <a:pt x="5157115" y="730794"/>
                  </a:lnTo>
                  <a:lnTo>
                    <a:pt x="5158396" y="736452"/>
                  </a:lnTo>
                  <a:lnTo>
                    <a:pt x="5159678" y="530486"/>
                  </a:lnTo>
                  <a:lnTo>
                    <a:pt x="5160960" y="519995"/>
                  </a:lnTo>
                  <a:lnTo>
                    <a:pt x="5162242" y="502085"/>
                  </a:lnTo>
                  <a:lnTo>
                    <a:pt x="5163524" y="610549"/>
                  </a:lnTo>
                  <a:lnTo>
                    <a:pt x="5164806" y="615156"/>
                  </a:lnTo>
                  <a:lnTo>
                    <a:pt x="5166087" y="611575"/>
                  </a:lnTo>
                  <a:lnTo>
                    <a:pt x="5167369" y="599843"/>
                  </a:lnTo>
                  <a:lnTo>
                    <a:pt x="5168651" y="627702"/>
                  </a:lnTo>
                  <a:lnTo>
                    <a:pt x="5169933" y="657583"/>
                  </a:lnTo>
                  <a:lnTo>
                    <a:pt x="5171215" y="661808"/>
                  </a:lnTo>
                  <a:lnTo>
                    <a:pt x="5172497" y="652792"/>
                  </a:lnTo>
                  <a:lnTo>
                    <a:pt x="5173778" y="629417"/>
                  </a:lnTo>
                  <a:lnTo>
                    <a:pt x="5175060" y="635172"/>
                  </a:lnTo>
                  <a:lnTo>
                    <a:pt x="5176342" y="594430"/>
                  </a:lnTo>
                  <a:lnTo>
                    <a:pt x="5177624" y="556386"/>
                  </a:lnTo>
                  <a:lnTo>
                    <a:pt x="5178906" y="591206"/>
                  </a:lnTo>
                  <a:lnTo>
                    <a:pt x="5180188" y="619201"/>
                  </a:lnTo>
                  <a:lnTo>
                    <a:pt x="5181470" y="661808"/>
                  </a:lnTo>
                  <a:lnTo>
                    <a:pt x="5182751" y="655643"/>
                  </a:lnTo>
                  <a:lnTo>
                    <a:pt x="5184033" y="650411"/>
                  </a:lnTo>
                  <a:lnTo>
                    <a:pt x="5185315" y="648040"/>
                  </a:lnTo>
                  <a:lnTo>
                    <a:pt x="5186597" y="650411"/>
                  </a:lnTo>
                  <a:lnTo>
                    <a:pt x="5187879" y="635751"/>
                  </a:lnTo>
                  <a:lnTo>
                    <a:pt x="5189161" y="639235"/>
                  </a:lnTo>
                  <a:lnTo>
                    <a:pt x="5190442" y="606407"/>
                  </a:lnTo>
                  <a:lnTo>
                    <a:pt x="5191724" y="618639"/>
                  </a:lnTo>
                  <a:lnTo>
                    <a:pt x="5193006" y="633440"/>
                  </a:lnTo>
                  <a:lnTo>
                    <a:pt x="5194288" y="584283"/>
                  </a:lnTo>
                  <a:lnTo>
                    <a:pt x="5195570" y="604210"/>
                  </a:lnTo>
                  <a:lnTo>
                    <a:pt x="5196852" y="599843"/>
                  </a:lnTo>
                  <a:lnTo>
                    <a:pt x="5198134" y="545894"/>
                  </a:lnTo>
                  <a:lnTo>
                    <a:pt x="5199415" y="472988"/>
                  </a:lnTo>
                  <a:lnTo>
                    <a:pt x="5200697" y="423305"/>
                  </a:lnTo>
                  <a:lnTo>
                    <a:pt x="5201979" y="401718"/>
                  </a:lnTo>
                  <a:lnTo>
                    <a:pt x="5203261" y="380364"/>
                  </a:lnTo>
                  <a:lnTo>
                    <a:pt x="5204543" y="221688"/>
                  </a:lnTo>
                  <a:lnTo>
                    <a:pt x="5205825" y="201560"/>
                  </a:lnTo>
                  <a:lnTo>
                    <a:pt x="5207106" y="328480"/>
                  </a:lnTo>
                  <a:lnTo>
                    <a:pt x="5208388" y="310054"/>
                  </a:lnTo>
                  <a:lnTo>
                    <a:pt x="5209670" y="276259"/>
                  </a:lnTo>
                  <a:lnTo>
                    <a:pt x="5210952" y="239095"/>
                  </a:lnTo>
                  <a:lnTo>
                    <a:pt x="5212234" y="213552"/>
                  </a:lnTo>
                  <a:lnTo>
                    <a:pt x="5213516" y="214941"/>
                  </a:lnTo>
                  <a:lnTo>
                    <a:pt x="5214798" y="219411"/>
                  </a:lnTo>
                  <a:lnTo>
                    <a:pt x="5216079" y="244929"/>
                  </a:lnTo>
                  <a:lnTo>
                    <a:pt x="5217361" y="255581"/>
                  </a:lnTo>
                  <a:lnTo>
                    <a:pt x="5218643" y="268570"/>
                  </a:lnTo>
                  <a:lnTo>
                    <a:pt x="5219925" y="278741"/>
                  </a:lnTo>
                  <a:lnTo>
                    <a:pt x="5221207" y="300286"/>
                  </a:lnTo>
                  <a:lnTo>
                    <a:pt x="5222489" y="314670"/>
                  </a:lnTo>
                  <a:lnTo>
                    <a:pt x="5223770" y="324688"/>
                  </a:lnTo>
                  <a:lnTo>
                    <a:pt x="5225052" y="342477"/>
                  </a:lnTo>
                  <a:lnTo>
                    <a:pt x="5226334" y="340483"/>
                  </a:lnTo>
                  <a:lnTo>
                    <a:pt x="5227616" y="224788"/>
                  </a:lnTo>
                  <a:lnTo>
                    <a:pt x="5228898" y="281944"/>
                  </a:lnTo>
                  <a:lnTo>
                    <a:pt x="5230180" y="318268"/>
                  </a:lnTo>
                  <a:lnTo>
                    <a:pt x="5231461" y="346862"/>
                  </a:lnTo>
                  <a:lnTo>
                    <a:pt x="5232743" y="353630"/>
                  </a:lnTo>
                  <a:lnTo>
                    <a:pt x="5234025" y="341599"/>
                  </a:lnTo>
                  <a:lnTo>
                    <a:pt x="5235307" y="315531"/>
                  </a:lnTo>
                  <a:lnTo>
                    <a:pt x="5236589" y="307397"/>
                  </a:lnTo>
                  <a:lnTo>
                    <a:pt x="5237871" y="294968"/>
                  </a:lnTo>
                  <a:lnTo>
                    <a:pt x="5239153" y="293214"/>
                  </a:lnTo>
                  <a:lnTo>
                    <a:pt x="5240434" y="278947"/>
                  </a:lnTo>
                  <a:lnTo>
                    <a:pt x="5241716" y="274692"/>
                  </a:lnTo>
                  <a:lnTo>
                    <a:pt x="5242998" y="250620"/>
                  </a:lnTo>
                  <a:lnTo>
                    <a:pt x="5244280" y="233797"/>
                  </a:lnTo>
                  <a:lnTo>
                    <a:pt x="5245562" y="224012"/>
                  </a:lnTo>
                  <a:lnTo>
                    <a:pt x="5246844" y="157054"/>
                  </a:lnTo>
                  <a:lnTo>
                    <a:pt x="5248125" y="262579"/>
                  </a:lnTo>
                  <a:lnTo>
                    <a:pt x="5249407" y="399341"/>
                  </a:lnTo>
                  <a:lnTo>
                    <a:pt x="5250689" y="400326"/>
                  </a:lnTo>
                  <a:lnTo>
                    <a:pt x="5251971" y="468796"/>
                  </a:lnTo>
                  <a:lnTo>
                    <a:pt x="5253253" y="449467"/>
                  </a:lnTo>
                  <a:lnTo>
                    <a:pt x="5254535" y="437852"/>
                  </a:lnTo>
                  <a:lnTo>
                    <a:pt x="5255817" y="435054"/>
                  </a:lnTo>
                  <a:lnTo>
                    <a:pt x="5257098" y="446897"/>
                  </a:lnTo>
                  <a:lnTo>
                    <a:pt x="5258380" y="503950"/>
                  </a:lnTo>
                  <a:lnTo>
                    <a:pt x="5259662" y="499113"/>
                  </a:lnTo>
                  <a:lnTo>
                    <a:pt x="5260944" y="481534"/>
                  </a:lnTo>
                  <a:lnTo>
                    <a:pt x="5262226" y="458374"/>
                  </a:lnTo>
                  <a:lnTo>
                    <a:pt x="5263508" y="443780"/>
                  </a:lnTo>
                  <a:lnTo>
                    <a:pt x="5264789" y="438656"/>
                  </a:lnTo>
                  <a:lnTo>
                    <a:pt x="5266071" y="450510"/>
                  </a:lnTo>
                  <a:lnTo>
                    <a:pt x="5267353" y="455740"/>
                  </a:lnTo>
                  <a:lnTo>
                    <a:pt x="5268635" y="457583"/>
                  </a:lnTo>
                  <a:lnTo>
                    <a:pt x="5269917" y="418007"/>
                  </a:lnTo>
                  <a:lnTo>
                    <a:pt x="5271199" y="420178"/>
                  </a:lnTo>
                  <a:lnTo>
                    <a:pt x="5272480" y="429500"/>
                  </a:lnTo>
                  <a:lnTo>
                    <a:pt x="5273762" y="458407"/>
                  </a:lnTo>
                  <a:lnTo>
                    <a:pt x="5275044" y="474023"/>
                  </a:lnTo>
                  <a:lnTo>
                    <a:pt x="5276326" y="447467"/>
                  </a:lnTo>
                  <a:lnTo>
                    <a:pt x="5277608" y="441536"/>
                  </a:lnTo>
                  <a:lnTo>
                    <a:pt x="5278890" y="453870"/>
                  </a:lnTo>
                  <a:lnTo>
                    <a:pt x="5280172" y="369675"/>
                  </a:lnTo>
                  <a:lnTo>
                    <a:pt x="5281453" y="380799"/>
                  </a:lnTo>
                  <a:lnTo>
                    <a:pt x="5282735" y="401566"/>
                  </a:lnTo>
                  <a:lnTo>
                    <a:pt x="5284017" y="411146"/>
                  </a:lnTo>
                  <a:lnTo>
                    <a:pt x="5285299" y="524323"/>
                  </a:lnTo>
                  <a:lnTo>
                    <a:pt x="5286581" y="442858"/>
                  </a:lnTo>
                  <a:lnTo>
                    <a:pt x="5287863" y="438920"/>
                  </a:lnTo>
                  <a:lnTo>
                    <a:pt x="5289144" y="434683"/>
                  </a:lnTo>
                  <a:lnTo>
                    <a:pt x="5290426" y="289729"/>
                  </a:lnTo>
                  <a:lnTo>
                    <a:pt x="5291708" y="269182"/>
                  </a:lnTo>
                  <a:lnTo>
                    <a:pt x="5292990" y="253792"/>
                  </a:lnTo>
                  <a:lnTo>
                    <a:pt x="5294272" y="225047"/>
                  </a:lnTo>
                  <a:lnTo>
                    <a:pt x="5295554" y="360036"/>
                  </a:lnTo>
                  <a:lnTo>
                    <a:pt x="5296836" y="339461"/>
                  </a:lnTo>
                  <a:lnTo>
                    <a:pt x="5298117" y="313381"/>
                  </a:lnTo>
                  <a:lnTo>
                    <a:pt x="5299399" y="408923"/>
                  </a:lnTo>
                  <a:lnTo>
                    <a:pt x="5300681" y="410760"/>
                  </a:lnTo>
                  <a:lnTo>
                    <a:pt x="5301963" y="396993"/>
                  </a:lnTo>
                  <a:lnTo>
                    <a:pt x="5303245" y="389727"/>
                  </a:lnTo>
                  <a:lnTo>
                    <a:pt x="5304527" y="377226"/>
                  </a:lnTo>
                  <a:lnTo>
                    <a:pt x="5305808" y="366229"/>
                  </a:lnTo>
                  <a:lnTo>
                    <a:pt x="5307090" y="353982"/>
                  </a:lnTo>
                  <a:lnTo>
                    <a:pt x="5308372" y="332809"/>
                  </a:lnTo>
                  <a:lnTo>
                    <a:pt x="5309654" y="329084"/>
                  </a:lnTo>
                  <a:lnTo>
                    <a:pt x="5310936" y="330479"/>
                  </a:lnTo>
                  <a:lnTo>
                    <a:pt x="5312218" y="324923"/>
                  </a:lnTo>
                  <a:lnTo>
                    <a:pt x="5313500" y="349721"/>
                  </a:lnTo>
                  <a:lnTo>
                    <a:pt x="5314781" y="374350"/>
                  </a:lnTo>
                  <a:lnTo>
                    <a:pt x="5316063" y="302188"/>
                  </a:lnTo>
                  <a:lnTo>
                    <a:pt x="5317345" y="326894"/>
                  </a:lnTo>
                  <a:lnTo>
                    <a:pt x="5318627" y="321859"/>
                  </a:lnTo>
                  <a:lnTo>
                    <a:pt x="5319909" y="337911"/>
                  </a:lnTo>
                  <a:lnTo>
                    <a:pt x="5321191" y="204737"/>
                  </a:lnTo>
                  <a:lnTo>
                    <a:pt x="5322472" y="170370"/>
                  </a:lnTo>
                  <a:lnTo>
                    <a:pt x="5323754" y="142892"/>
                  </a:lnTo>
                  <a:lnTo>
                    <a:pt x="5325036" y="0"/>
                  </a:lnTo>
                  <a:lnTo>
                    <a:pt x="5326318" y="15984"/>
                  </a:lnTo>
                  <a:lnTo>
                    <a:pt x="5327600" y="16795"/>
                  </a:lnTo>
                  <a:lnTo>
                    <a:pt x="5328882" y="21413"/>
                  </a:lnTo>
                  <a:lnTo>
                    <a:pt x="5330163" y="29377"/>
                  </a:lnTo>
                  <a:lnTo>
                    <a:pt x="5331445" y="39982"/>
                  </a:lnTo>
                  <a:lnTo>
                    <a:pt x="5332727" y="49067"/>
                  </a:lnTo>
                  <a:lnTo>
                    <a:pt x="5334009" y="47353"/>
                  </a:lnTo>
                  <a:lnTo>
                    <a:pt x="5335291" y="43655"/>
                  </a:lnTo>
                  <a:lnTo>
                    <a:pt x="5336573" y="26893"/>
                  </a:lnTo>
                  <a:lnTo>
                    <a:pt x="5337855" y="179731"/>
                  </a:lnTo>
                  <a:lnTo>
                    <a:pt x="5339136" y="154154"/>
                  </a:lnTo>
                  <a:lnTo>
                    <a:pt x="5340418" y="165384"/>
                  </a:lnTo>
                  <a:lnTo>
                    <a:pt x="5341700" y="310108"/>
                  </a:lnTo>
                  <a:lnTo>
                    <a:pt x="5342982" y="298590"/>
                  </a:lnTo>
                  <a:lnTo>
                    <a:pt x="5344264" y="404486"/>
                  </a:lnTo>
                  <a:lnTo>
                    <a:pt x="5345546" y="393413"/>
                  </a:lnTo>
                  <a:lnTo>
                    <a:pt x="5346827" y="394908"/>
                  </a:lnTo>
                  <a:lnTo>
                    <a:pt x="5348109" y="418007"/>
                  </a:lnTo>
                  <a:lnTo>
                    <a:pt x="5349391" y="417195"/>
                  </a:lnTo>
                  <a:lnTo>
                    <a:pt x="5350673" y="393608"/>
                  </a:lnTo>
                  <a:lnTo>
                    <a:pt x="5351955" y="348196"/>
                  </a:lnTo>
                  <a:lnTo>
                    <a:pt x="5353237" y="341043"/>
                  </a:lnTo>
                  <a:lnTo>
                    <a:pt x="5354519" y="333043"/>
                  </a:lnTo>
                  <a:lnTo>
                    <a:pt x="5355800" y="337500"/>
                  </a:lnTo>
                  <a:lnTo>
                    <a:pt x="5357082" y="358294"/>
                  </a:lnTo>
                  <a:lnTo>
                    <a:pt x="5358364" y="343179"/>
                  </a:lnTo>
                  <a:lnTo>
                    <a:pt x="5359646" y="344847"/>
                  </a:lnTo>
                  <a:lnTo>
                    <a:pt x="5360928" y="350359"/>
                  </a:lnTo>
                  <a:lnTo>
                    <a:pt x="5362210" y="387577"/>
                  </a:lnTo>
                  <a:lnTo>
                    <a:pt x="5363491" y="366996"/>
                  </a:lnTo>
                  <a:lnTo>
                    <a:pt x="5364773" y="352327"/>
                  </a:lnTo>
                  <a:lnTo>
                    <a:pt x="5366055" y="243896"/>
                  </a:lnTo>
                  <a:lnTo>
                    <a:pt x="5367337" y="235801"/>
                  </a:lnTo>
                  <a:lnTo>
                    <a:pt x="5368619" y="216606"/>
                  </a:lnTo>
                  <a:lnTo>
                    <a:pt x="5369901" y="224883"/>
                  </a:lnTo>
                  <a:lnTo>
                    <a:pt x="5371182" y="261635"/>
                  </a:lnTo>
                  <a:lnTo>
                    <a:pt x="5372464" y="271324"/>
                  </a:lnTo>
                  <a:lnTo>
                    <a:pt x="5373746" y="297566"/>
                  </a:lnTo>
                  <a:lnTo>
                    <a:pt x="5375028" y="312068"/>
                  </a:lnTo>
                  <a:lnTo>
                    <a:pt x="5376310" y="319193"/>
                  </a:lnTo>
                  <a:lnTo>
                    <a:pt x="5377592" y="319015"/>
                  </a:lnTo>
                  <a:lnTo>
                    <a:pt x="5378874" y="178116"/>
                  </a:lnTo>
                  <a:lnTo>
                    <a:pt x="5380155" y="179192"/>
                  </a:lnTo>
                  <a:lnTo>
                    <a:pt x="5381437" y="22778"/>
                  </a:lnTo>
                  <a:lnTo>
                    <a:pt x="5382719" y="52511"/>
                  </a:lnTo>
                  <a:lnTo>
                    <a:pt x="5384001" y="106188"/>
                  </a:lnTo>
                  <a:lnTo>
                    <a:pt x="5385283" y="130069"/>
                  </a:lnTo>
                  <a:lnTo>
                    <a:pt x="5386565" y="146446"/>
                  </a:lnTo>
                  <a:lnTo>
                    <a:pt x="5387846" y="195620"/>
                  </a:lnTo>
                  <a:lnTo>
                    <a:pt x="5389128" y="235774"/>
                  </a:lnTo>
                  <a:lnTo>
                    <a:pt x="5390410" y="266277"/>
                  </a:lnTo>
                  <a:lnTo>
                    <a:pt x="5391692" y="297168"/>
                  </a:lnTo>
                  <a:lnTo>
                    <a:pt x="5392974" y="278947"/>
                  </a:lnTo>
                  <a:lnTo>
                    <a:pt x="5394256" y="262530"/>
                  </a:lnTo>
                  <a:lnTo>
                    <a:pt x="5395538" y="255108"/>
                  </a:lnTo>
                  <a:lnTo>
                    <a:pt x="5396819" y="270890"/>
                  </a:lnTo>
                  <a:lnTo>
                    <a:pt x="5398101" y="331684"/>
                  </a:lnTo>
                  <a:lnTo>
                    <a:pt x="5399383" y="394438"/>
                  </a:lnTo>
                  <a:lnTo>
                    <a:pt x="5400665" y="401795"/>
                  </a:lnTo>
                  <a:lnTo>
                    <a:pt x="5401947" y="443464"/>
                  </a:lnTo>
                  <a:lnTo>
                    <a:pt x="5403229" y="454372"/>
                  </a:lnTo>
                  <a:lnTo>
                    <a:pt x="5404510" y="502085"/>
                  </a:lnTo>
                  <a:lnTo>
                    <a:pt x="5405792" y="532474"/>
                  </a:lnTo>
                  <a:lnTo>
                    <a:pt x="5407074" y="553435"/>
                  </a:lnTo>
                  <a:lnTo>
                    <a:pt x="5408356" y="541171"/>
                  </a:lnTo>
                  <a:lnTo>
                    <a:pt x="5409638" y="505243"/>
                  </a:lnTo>
                  <a:lnTo>
                    <a:pt x="5410920" y="448032"/>
                  </a:lnTo>
                  <a:lnTo>
                    <a:pt x="5412201" y="439497"/>
                  </a:lnTo>
                  <a:lnTo>
                    <a:pt x="5413483" y="591353"/>
                  </a:lnTo>
                  <a:lnTo>
                    <a:pt x="5414765" y="634347"/>
                  </a:lnTo>
                  <a:lnTo>
                    <a:pt x="5416047" y="602569"/>
                  </a:lnTo>
                  <a:lnTo>
                    <a:pt x="5417329" y="650706"/>
                  </a:lnTo>
                  <a:lnTo>
                    <a:pt x="5418611" y="599292"/>
                  </a:lnTo>
                  <a:lnTo>
                    <a:pt x="5419893" y="552070"/>
                  </a:lnTo>
                  <a:lnTo>
                    <a:pt x="5421174" y="501034"/>
                  </a:lnTo>
                  <a:lnTo>
                    <a:pt x="5422456" y="461263"/>
                  </a:lnTo>
                  <a:lnTo>
                    <a:pt x="5423738" y="454838"/>
                  </a:lnTo>
                  <a:lnTo>
                    <a:pt x="5425020" y="405256"/>
                  </a:lnTo>
                  <a:lnTo>
                    <a:pt x="5426302" y="346658"/>
                  </a:lnTo>
                  <a:lnTo>
                    <a:pt x="5427584" y="397251"/>
                  </a:lnTo>
                  <a:lnTo>
                    <a:pt x="5428865" y="366229"/>
                  </a:lnTo>
                  <a:lnTo>
                    <a:pt x="5430147" y="401860"/>
                  </a:lnTo>
                  <a:lnTo>
                    <a:pt x="5431429" y="383267"/>
                  </a:lnTo>
                  <a:lnTo>
                    <a:pt x="5432711" y="399473"/>
                  </a:lnTo>
                  <a:lnTo>
                    <a:pt x="5433993" y="350359"/>
                  </a:lnTo>
                  <a:lnTo>
                    <a:pt x="5435275" y="385871"/>
                  </a:lnTo>
                  <a:lnTo>
                    <a:pt x="5436557" y="435741"/>
                  </a:lnTo>
                  <a:lnTo>
                    <a:pt x="5437838" y="438217"/>
                  </a:lnTo>
                  <a:lnTo>
                    <a:pt x="5439120" y="334532"/>
                  </a:lnTo>
                  <a:lnTo>
                    <a:pt x="5440402" y="343602"/>
                  </a:lnTo>
                  <a:lnTo>
                    <a:pt x="5441684" y="367360"/>
                  </a:lnTo>
                  <a:lnTo>
                    <a:pt x="5442966" y="375503"/>
                  </a:lnTo>
                  <a:lnTo>
                    <a:pt x="5444248" y="422159"/>
                  </a:lnTo>
                  <a:lnTo>
                    <a:pt x="5445529" y="479574"/>
                  </a:lnTo>
                  <a:lnTo>
                    <a:pt x="5446811" y="518404"/>
                  </a:lnTo>
                  <a:lnTo>
                    <a:pt x="5448093" y="453680"/>
                  </a:lnTo>
                  <a:lnTo>
                    <a:pt x="5449375" y="382042"/>
                  </a:lnTo>
                  <a:lnTo>
                    <a:pt x="5450657" y="591353"/>
                  </a:lnTo>
                  <a:lnTo>
                    <a:pt x="5451939" y="567151"/>
                  </a:lnTo>
                  <a:lnTo>
                    <a:pt x="5453221" y="565037"/>
                  </a:lnTo>
                  <a:lnTo>
                    <a:pt x="5454502" y="554373"/>
                  </a:lnTo>
                  <a:lnTo>
                    <a:pt x="5455784" y="539493"/>
                  </a:lnTo>
                  <a:lnTo>
                    <a:pt x="5457066" y="564001"/>
                  </a:lnTo>
                  <a:lnTo>
                    <a:pt x="5458348" y="592278"/>
                  </a:lnTo>
                  <a:lnTo>
                    <a:pt x="5459630" y="586936"/>
                  </a:lnTo>
                  <a:lnTo>
                    <a:pt x="5460912" y="550367"/>
                  </a:lnTo>
                  <a:lnTo>
                    <a:pt x="5462193" y="524034"/>
                  </a:lnTo>
                  <a:lnTo>
                    <a:pt x="5463475" y="538026"/>
                  </a:lnTo>
                  <a:lnTo>
                    <a:pt x="5464757" y="536562"/>
                  </a:lnTo>
                  <a:lnTo>
                    <a:pt x="5466039" y="544904"/>
                  </a:lnTo>
                  <a:lnTo>
                    <a:pt x="5467321" y="647144"/>
                  </a:lnTo>
                  <a:lnTo>
                    <a:pt x="5468603" y="641535"/>
                  </a:lnTo>
                  <a:lnTo>
                    <a:pt x="5469884" y="744527"/>
                  </a:lnTo>
                  <a:lnTo>
                    <a:pt x="5471166" y="783918"/>
                  </a:lnTo>
                  <a:lnTo>
                    <a:pt x="5472448" y="812822"/>
                  </a:lnTo>
                  <a:lnTo>
                    <a:pt x="5473730" y="744764"/>
                  </a:lnTo>
                  <a:lnTo>
                    <a:pt x="5475012" y="750924"/>
                  </a:lnTo>
                  <a:lnTo>
                    <a:pt x="5476294" y="756583"/>
                  </a:lnTo>
                  <a:lnTo>
                    <a:pt x="5477576" y="766911"/>
                  </a:lnTo>
                  <a:lnTo>
                    <a:pt x="5478857" y="835718"/>
                  </a:lnTo>
                  <a:lnTo>
                    <a:pt x="5480139" y="906475"/>
                  </a:lnTo>
                  <a:lnTo>
                    <a:pt x="5481421" y="959815"/>
                  </a:lnTo>
                  <a:lnTo>
                    <a:pt x="5482703" y="950972"/>
                  </a:lnTo>
                  <a:lnTo>
                    <a:pt x="5483985" y="950175"/>
                  </a:lnTo>
                  <a:lnTo>
                    <a:pt x="5485267" y="931368"/>
                  </a:lnTo>
                  <a:lnTo>
                    <a:pt x="5486548" y="933898"/>
                  </a:lnTo>
                  <a:lnTo>
                    <a:pt x="5487830" y="817424"/>
                  </a:lnTo>
                  <a:lnTo>
                    <a:pt x="5489112" y="787932"/>
                  </a:lnTo>
                  <a:lnTo>
                    <a:pt x="5490394" y="658978"/>
                  </a:lnTo>
                  <a:lnTo>
                    <a:pt x="5491676" y="637854"/>
                  </a:lnTo>
                  <a:lnTo>
                    <a:pt x="5492958" y="599293"/>
                  </a:lnTo>
                  <a:lnTo>
                    <a:pt x="5494240" y="577341"/>
                  </a:lnTo>
                  <a:lnTo>
                    <a:pt x="5495521" y="563158"/>
                  </a:lnTo>
                  <a:lnTo>
                    <a:pt x="5496803" y="605291"/>
                  </a:lnTo>
                  <a:lnTo>
                    <a:pt x="5498085" y="575191"/>
                  </a:lnTo>
                  <a:lnTo>
                    <a:pt x="5499367" y="676993"/>
                  </a:lnTo>
                  <a:lnTo>
                    <a:pt x="5500649" y="648933"/>
                  </a:lnTo>
                  <a:lnTo>
                    <a:pt x="5501931" y="601507"/>
                  </a:lnTo>
                  <a:lnTo>
                    <a:pt x="5503212" y="589275"/>
                  </a:lnTo>
                  <a:lnTo>
                    <a:pt x="5504494" y="595915"/>
                  </a:lnTo>
                  <a:lnTo>
                    <a:pt x="5505776" y="532736"/>
                  </a:lnTo>
                  <a:lnTo>
                    <a:pt x="5507058" y="511774"/>
                  </a:lnTo>
                  <a:lnTo>
                    <a:pt x="5508340" y="507127"/>
                  </a:lnTo>
                  <a:lnTo>
                    <a:pt x="5509622" y="476927"/>
                  </a:lnTo>
                  <a:lnTo>
                    <a:pt x="5510903" y="446151"/>
                  </a:lnTo>
                  <a:lnTo>
                    <a:pt x="5512185" y="430144"/>
                  </a:lnTo>
                  <a:lnTo>
                    <a:pt x="5513467" y="420910"/>
                  </a:lnTo>
                  <a:lnTo>
                    <a:pt x="5514749" y="420512"/>
                  </a:lnTo>
                  <a:lnTo>
                    <a:pt x="5516031" y="402489"/>
                  </a:lnTo>
                  <a:lnTo>
                    <a:pt x="5517313" y="507704"/>
                  </a:lnTo>
                  <a:lnTo>
                    <a:pt x="5518595" y="491651"/>
                  </a:lnTo>
                  <a:lnTo>
                    <a:pt x="5519876" y="502428"/>
                  </a:lnTo>
                  <a:lnTo>
                    <a:pt x="5521158" y="522171"/>
                  </a:lnTo>
                  <a:lnTo>
                    <a:pt x="5522440" y="514003"/>
                  </a:lnTo>
                  <a:lnTo>
                    <a:pt x="5523722" y="500523"/>
                  </a:lnTo>
                  <a:lnTo>
                    <a:pt x="5525004" y="509221"/>
                  </a:lnTo>
                  <a:lnTo>
                    <a:pt x="5526286" y="411429"/>
                  </a:lnTo>
                  <a:lnTo>
                    <a:pt x="5527567" y="421308"/>
                  </a:lnTo>
                  <a:lnTo>
                    <a:pt x="5528849" y="444904"/>
                  </a:lnTo>
                  <a:lnTo>
                    <a:pt x="5530131" y="481335"/>
                  </a:lnTo>
                  <a:lnTo>
                    <a:pt x="5531413" y="512240"/>
                  </a:lnTo>
                  <a:lnTo>
                    <a:pt x="5532695" y="544904"/>
                  </a:lnTo>
                  <a:lnTo>
                    <a:pt x="5533977" y="554876"/>
                  </a:lnTo>
                  <a:lnTo>
                    <a:pt x="5535259" y="586936"/>
                  </a:lnTo>
                  <a:lnTo>
                    <a:pt x="5536540" y="620576"/>
                  </a:lnTo>
                  <a:lnTo>
                    <a:pt x="5537822" y="650155"/>
                  </a:lnTo>
                  <a:lnTo>
                    <a:pt x="5539104" y="514821"/>
                  </a:lnTo>
                  <a:lnTo>
                    <a:pt x="5540386" y="575906"/>
                  </a:lnTo>
                  <a:lnTo>
                    <a:pt x="5541668" y="639451"/>
                  </a:lnTo>
                  <a:lnTo>
                    <a:pt x="5542950" y="650761"/>
                  </a:lnTo>
                  <a:lnTo>
                    <a:pt x="5544231" y="641053"/>
                  </a:lnTo>
                  <a:lnTo>
                    <a:pt x="5545513" y="645078"/>
                  </a:lnTo>
                  <a:lnTo>
                    <a:pt x="5546795" y="637057"/>
                  </a:lnTo>
                  <a:lnTo>
                    <a:pt x="5548077" y="659806"/>
                  </a:lnTo>
                  <a:lnTo>
                    <a:pt x="5549359" y="674921"/>
                  </a:lnTo>
                  <a:lnTo>
                    <a:pt x="5550641" y="665637"/>
                  </a:lnTo>
                  <a:lnTo>
                    <a:pt x="5551922" y="619021"/>
                  </a:lnTo>
                  <a:lnTo>
                    <a:pt x="5553204" y="763374"/>
                  </a:lnTo>
                  <a:lnTo>
                    <a:pt x="5554486" y="663772"/>
                  </a:lnTo>
                  <a:lnTo>
                    <a:pt x="5555768" y="613604"/>
                  </a:lnTo>
                  <a:lnTo>
                    <a:pt x="5557050" y="637491"/>
                  </a:lnTo>
                  <a:lnTo>
                    <a:pt x="5558332" y="632864"/>
                  </a:lnTo>
                  <a:lnTo>
                    <a:pt x="5559614" y="631138"/>
                  </a:lnTo>
                  <a:lnTo>
                    <a:pt x="5560895" y="627131"/>
                  </a:lnTo>
                  <a:lnTo>
                    <a:pt x="5562177" y="646268"/>
                  </a:lnTo>
                  <a:lnTo>
                    <a:pt x="5563459" y="692290"/>
                  </a:lnTo>
                  <a:lnTo>
                    <a:pt x="5564741" y="705211"/>
                  </a:lnTo>
                  <a:lnTo>
                    <a:pt x="5566023" y="672201"/>
                  </a:lnTo>
                  <a:lnTo>
                    <a:pt x="5567305" y="654584"/>
                  </a:lnTo>
                  <a:lnTo>
                    <a:pt x="5568586" y="627702"/>
                  </a:lnTo>
                  <a:lnTo>
                    <a:pt x="5569868" y="616396"/>
                  </a:lnTo>
                  <a:lnTo>
                    <a:pt x="5571150" y="591742"/>
                  </a:lnTo>
                  <a:lnTo>
                    <a:pt x="5572432" y="550971"/>
                  </a:lnTo>
                  <a:lnTo>
                    <a:pt x="5573714" y="532652"/>
                  </a:lnTo>
                  <a:lnTo>
                    <a:pt x="5574996" y="414090"/>
                  </a:lnTo>
                  <a:lnTo>
                    <a:pt x="5576278" y="400738"/>
                  </a:lnTo>
                  <a:lnTo>
                    <a:pt x="5577559" y="520915"/>
                  </a:lnTo>
                  <a:lnTo>
                    <a:pt x="5578841" y="523831"/>
                  </a:lnTo>
                  <a:lnTo>
                    <a:pt x="5580123" y="499833"/>
                  </a:lnTo>
                  <a:lnTo>
                    <a:pt x="5581405" y="496580"/>
                  </a:lnTo>
                  <a:lnTo>
                    <a:pt x="5582687" y="471247"/>
                  </a:lnTo>
                  <a:lnTo>
                    <a:pt x="5583969" y="438708"/>
                  </a:lnTo>
                  <a:lnTo>
                    <a:pt x="5585250" y="444489"/>
                  </a:lnTo>
                  <a:lnTo>
                    <a:pt x="5586532" y="463045"/>
                  </a:lnTo>
                  <a:lnTo>
                    <a:pt x="5587814" y="465622"/>
                  </a:lnTo>
                  <a:lnTo>
                    <a:pt x="5589096" y="463045"/>
                  </a:lnTo>
                  <a:lnTo>
                    <a:pt x="5590378" y="496126"/>
                  </a:lnTo>
                  <a:lnTo>
                    <a:pt x="5591660" y="554876"/>
                  </a:lnTo>
                  <a:lnTo>
                    <a:pt x="5592942" y="638653"/>
                  </a:lnTo>
                  <a:lnTo>
                    <a:pt x="5594223" y="667287"/>
                  </a:lnTo>
                  <a:lnTo>
                    <a:pt x="5595505" y="664846"/>
                  </a:lnTo>
                  <a:lnTo>
                    <a:pt x="5596787" y="696864"/>
                  </a:lnTo>
                  <a:lnTo>
                    <a:pt x="5598069" y="694651"/>
                  </a:lnTo>
                  <a:lnTo>
                    <a:pt x="5599351" y="665204"/>
                  </a:lnTo>
                  <a:lnTo>
                    <a:pt x="5600633" y="522600"/>
                  </a:lnTo>
                  <a:lnTo>
                    <a:pt x="5601914" y="540498"/>
                  </a:lnTo>
                  <a:lnTo>
                    <a:pt x="5603196" y="592619"/>
                  </a:lnTo>
                  <a:lnTo>
                    <a:pt x="5604478" y="624450"/>
                  </a:lnTo>
                  <a:lnTo>
                    <a:pt x="5605760" y="553435"/>
                  </a:lnTo>
                  <a:lnTo>
                    <a:pt x="5607042" y="539153"/>
                  </a:lnTo>
                  <a:lnTo>
                    <a:pt x="5608324" y="580220"/>
                  </a:lnTo>
                  <a:lnTo>
                    <a:pt x="5609605" y="556197"/>
                  </a:lnTo>
                  <a:lnTo>
                    <a:pt x="5610887" y="510970"/>
                  </a:lnTo>
                  <a:lnTo>
                    <a:pt x="5612169" y="485328"/>
                  </a:lnTo>
                  <a:lnTo>
                    <a:pt x="5613451" y="456113"/>
                  </a:lnTo>
                  <a:lnTo>
                    <a:pt x="5614733" y="463720"/>
                  </a:lnTo>
                  <a:lnTo>
                    <a:pt x="5616015" y="434437"/>
                  </a:lnTo>
                  <a:lnTo>
                    <a:pt x="5617297" y="567267"/>
                  </a:lnTo>
                  <a:lnTo>
                    <a:pt x="5618578" y="607155"/>
                  </a:lnTo>
                  <a:lnTo>
                    <a:pt x="5619860" y="615495"/>
                  </a:lnTo>
                  <a:lnTo>
                    <a:pt x="5621142" y="581642"/>
                  </a:lnTo>
                  <a:lnTo>
                    <a:pt x="5622424" y="531229"/>
                  </a:lnTo>
                  <a:lnTo>
                    <a:pt x="5623706" y="500226"/>
                  </a:lnTo>
                  <a:lnTo>
                    <a:pt x="5624988" y="525466"/>
                  </a:lnTo>
                  <a:lnTo>
                    <a:pt x="5626269" y="555379"/>
                  </a:lnTo>
                  <a:lnTo>
                    <a:pt x="5627551" y="539982"/>
                  </a:lnTo>
                  <a:lnTo>
                    <a:pt x="5628833" y="576397"/>
                  </a:lnTo>
                  <a:lnTo>
                    <a:pt x="5630115" y="575875"/>
                  </a:lnTo>
                  <a:lnTo>
                    <a:pt x="5631397" y="546885"/>
                  </a:lnTo>
                  <a:lnTo>
                    <a:pt x="5632679" y="524988"/>
                  </a:lnTo>
                  <a:lnTo>
                    <a:pt x="5633961" y="521182"/>
                  </a:lnTo>
                  <a:lnTo>
                    <a:pt x="5635242" y="523082"/>
                  </a:lnTo>
                  <a:lnTo>
                    <a:pt x="5636524" y="543741"/>
                  </a:lnTo>
                  <a:lnTo>
                    <a:pt x="5637806" y="556660"/>
                  </a:lnTo>
                  <a:lnTo>
                    <a:pt x="5639088" y="562895"/>
                  </a:lnTo>
                  <a:lnTo>
                    <a:pt x="5640370" y="455532"/>
                  </a:lnTo>
                  <a:lnTo>
                    <a:pt x="5641652" y="504610"/>
                  </a:lnTo>
                  <a:lnTo>
                    <a:pt x="5642933" y="541171"/>
                  </a:lnTo>
                  <a:lnTo>
                    <a:pt x="5644215" y="560364"/>
                  </a:lnTo>
                  <a:lnTo>
                    <a:pt x="5645497" y="556197"/>
                  </a:lnTo>
                  <a:lnTo>
                    <a:pt x="5646779" y="586750"/>
                  </a:lnTo>
                  <a:lnTo>
                    <a:pt x="5648061" y="612115"/>
                  </a:lnTo>
                  <a:lnTo>
                    <a:pt x="5649343" y="682631"/>
                  </a:lnTo>
                  <a:lnTo>
                    <a:pt x="5650624" y="779126"/>
                  </a:lnTo>
                  <a:lnTo>
                    <a:pt x="5651906" y="916802"/>
                  </a:lnTo>
                  <a:lnTo>
                    <a:pt x="5653188" y="950165"/>
                  </a:lnTo>
                  <a:lnTo>
                    <a:pt x="5654470" y="943336"/>
                  </a:lnTo>
                  <a:lnTo>
                    <a:pt x="5655752" y="891441"/>
                  </a:lnTo>
                  <a:lnTo>
                    <a:pt x="5657034" y="834786"/>
                  </a:lnTo>
                  <a:lnTo>
                    <a:pt x="5658316" y="837038"/>
                  </a:lnTo>
                  <a:lnTo>
                    <a:pt x="5659597" y="886500"/>
                  </a:lnTo>
                  <a:lnTo>
                    <a:pt x="5660879" y="971154"/>
                  </a:lnTo>
                  <a:lnTo>
                    <a:pt x="5662161" y="1031193"/>
                  </a:lnTo>
                  <a:lnTo>
                    <a:pt x="5663443" y="995908"/>
                  </a:lnTo>
                  <a:lnTo>
                    <a:pt x="5664725" y="932575"/>
                  </a:lnTo>
                  <a:lnTo>
                    <a:pt x="5666007" y="860061"/>
                  </a:lnTo>
                  <a:lnTo>
                    <a:pt x="5667288" y="928124"/>
                  </a:lnTo>
                  <a:lnTo>
                    <a:pt x="5668570" y="1090413"/>
                  </a:lnTo>
                  <a:lnTo>
                    <a:pt x="5669852" y="1178767"/>
                  </a:lnTo>
                  <a:lnTo>
                    <a:pt x="5671134" y="1181902"/>
                  </a:lnTo>
                  <a:lnTo>
                    <a:pt x="5672416" y="1126243"/>
                  </a:lnTo>
                  <a:lnTo>
                    <a:pt x="5673698" y="1101022"/>
                  </a:lnTo>
                  <a:lnTo>
                    <a:pt x="5674980" y="1083734"/>
                  </a:lnTo>
                  <a:lnTo>
                    <a:pt x="5676261" y="1056268"/>
                  </a:lnTo>
                  <a:lnTo>
                    <a:pt x="5677543" y="999284"/>
                  </a:lnTo>
                  <a:lnTo>
                    <a:pt x="5678825" y="989237"/>
                  </a:lnTo>
                  <a:lnTo>
                    <a:pt x="5680107" y="952686"/>
                  </a:lnTo>
                  <a:lnTo>
                    <a:pt x="5681389" y="926458"/>
                  </a:lnTo>
                  <a:lnTo>
                    <a:pt x="5682671" y="913392"/>
                  </a:lnTo>
                  <a:lnTo>
                    <a:pt x="5683952" y="916501"/>
                  </a:lnTo>
                  <a:lnTo>
                    <a:pt x="5685234" y="915982"/>
                  </a:lnTo>
                  <a:lnTo>
                    <a:pt x="5686516" y="923295"/>
                  </a:lnTo>
                  <a:lnTo>
                    <a:pt x="5687798" y="912779"/>
                  </a:lnTo>
                  <a:lnTo>
                    <a:pt x="5689080" y="920976"/>
                  </a:lnTo>
                  <a:lnTo>
                    <a:pt x="5690362" y="878299"/>
                  </a:lnTo>
                  <a:lnTo>
                    <a:pt x="5691643" y="872970"/>
                  </a:lnTo>
                  <a:lnTo>
                    <a:pt x="5692925" y="904966"/>
                  </a:lnTo>
                  <a:lnTo>
                    <a:pt x="5694207" y="889337"/>
                  </a:lnTo>
                  <a:lnTo>
                    <a:pt x="5695489" y="909032"/>
                  </a:lnTo>
                  <a:lnTo>
                    <a:pt x="5696771" y="989107"/>
                  </a:lnTo>
                  <a:lnTo>
                    <a:pt x="5698053" y="1000350"/>
                  </a:lnTo>
                  <a:lnTo>
                    <a:pt x="5699335" y="1050609"/>
                  </a:lnTo>
                  <a:lnTo>
                    <a:pt x="5700616" y="1140605"/>
                  </a:lnTo>
                  <a:lnTo>
                    <a:pt x="5701898" y="1121772"/>
                  </a:lnTo>
                  <a:lnTo>
                    <a:pt x="5703180" y="1160040"/>
                  </a:lnTo>
                  <a:lnTo>
                    <a:pt x="5704462" y="1141385"/>
                  </a:lnTo>
                  <a:lnTo>
                    <a:pt x="5705744" y="1194382"/>
                  </a:lnTo>
                  <a:lnTo>
                    <a:pt x="5707026" y="1194382"/>
                  </a:lnTo>
                  <a:lnTo>
                    <a:pt x="5708307" y="1212075"/>
                  </a:lnTo>
                  <a:lnTo>
                    <a:pt x="5709589" y="1234180"/>
                  </a:lnTo>
                  <a:lnTo>
                    <a:pt x="5710871" y="1255163"/>
                  </a:lnTo>
                  <a:lnTo>
                    <a:pt x="5712153" y="1241959"/>
                  </a:lnTo>
                  <a:lnTo>
                    <a:pt x="5713435" y="1255163"/>
                  </a:lnTo>
                  <a:lnTo>
                    <a:pt x="5714717" y="1255831"/>
                  </a:lnTo>
                  <a:lnTo>
                    <a:pt x="5715999" y="1221982"/>
                  </a:lnTo>
                  <a:lnTo>
                    <a:pt x="5717280" y="1242794"/>
                  </a:lnTo>
                  <a:lnTo>
                    <a:pt x="5718562" y="1230013"/>
                  </a:lnTo>
                  <a:lnTo>
                    <a:pt x="5719844" y="1279115"/>
                  </a:lnTo>
                  <a:lnTo>
                    <a:pt x="5721126" y="1348945"/>
                  </a:lnTo>
                  <a:lnTo>
                    <a:pt x="5722408" y="1347823"/>
                  </a:lnTo>
                  <a:lnTo>
                    <a:pt x="5723690" y="1402544"/>
                  </a:lnTo>
                  <a:lnTo>
                    <a:pt x="5724971" y="1209760"/>
                  </a:lnTo>
                  <a:lnTo>
                    <a:pt x="5726253" y="1365000"/>
                  </a:lnTo>
                  <a:lnTo>
                    <a:pt x="5727535" y="1373551"/>
                  </a:lnTo>
                  <a:lnTo>
                    <a:pt x="5728817" y="1373551"/>
                  </a:lnTo>
                  <a:lnTo>
                    <a:pt x="5730099" y="1329349"/>
                  </a:lnTo>
                  <a:lnTo>
                    <a:pt x="5731381" y="1450244"/>
                  </a:lnTo>
                  <a:lnTo>
                    <a:pt x="5732663" y="1406042"/>
                  </a:lnTo>
                  <a:lnTo>
                    <a:pt x="5733944" y="1515013"/>
                  </a:lnTo>
                  <a:lnTo>
                    <a:pt x="5735226" y="1421912"/>
                  </a:lnTo>
                  <a:lnTo>
                    <a:pt x="5736508" y="1404823"/>
                  </a:lnTo>
                  <a:lnTo>
                    <a:pt x="5737790" y="1404823"/>
                  </a:lnTo>
                  <a:lnTo>
                    <a:pt x="5739072" y="1404823"/>
                  </a:lnTo>
                  <a:lnTo>
                    <a:pt x="5740354" y="1404823"/>
                  </a:lnTo>
                  <a:lnTo>
                    <a:pt x="5741635" y="1404823"/>
                  </a:lnTo>
                  <a:lnTo>
                    <a:pt x="5742917" y="1376800"/>
                  </a:lnTo>
                  <a:lnTo>
                    <a:pt x="5744199" y="1350082"/>
                  </a:lnTo>
                  <a:lnTo>
                    <a:pt x="5745481" y="1235741"/>
                  </a:lnTo>
                  <a:lnTo>
                    <a:pt x="5746763" y="1192942"/>
                  </a:lnTo>
                  <a:lnTo>
                    <a:pt x="5748045" y="1186865"/>
                  </a:lnTo>
                  <a:lnTo>
                    <a:pt x="5749326" y="1214736"/>
                  </a:lnTo>
                  <a:lnTo>
                    <a:pt x="5750608" y="1217918"/>
                  </a:lnTo>
                  <a:lnTo>
                    <a:pt x="5751890" y="1266155"/>
                  </a:lnTo>
                  <a:lnTo>
                    <a:pt x="5753172" y="1286669"/>
                  </a:lnTo>
                  <a:lnTo>
                    <a:pt x="5754454" y="1392159"/>
                  </a:lnTo>
                  <a:lnTo>
                    <a:pt x="5755736" y="1268836"/>
                  </a:lnTo>
                  <a:lnTo>
                    <a:pt x="5757018" y="1268836"/>
                  </a:lnTo>
                  <a:lnTo>
                    <a:pt x="5758299" y="1268836"/>
                  </a:lnTo>
                  <a:lnTo>
                    <a:pt x="5759581" y="1268836"/>
                  </a:lnTo>
                  <a:lnTo>
                    <a:pt x="5760863" y="1268836"/>
                  </a:lnTo>
                  <a:lnTo>
                    <a:pt x="5762145" y="1443316"/>
                  </a:lnTo>
                  <a:lnTo>
                    <a:pt x="5763427" y="1459743"/>
                  </a:lnTo>
                  <a:lnTo>
                    <a:pt x="5764709" y="1538533"/>
                  </a:lnTo>
                  <a:lnTo>
                    <a:pt x="5765990" y="1573004"/>
                  </a:lnTo>
                  <a:lnTo>
                    <a:pt x="5767272" y="1555510"/>
                  </a:lnTo>
                  <a:lnTo>
                    <a:pt x="5768554" y="1477741"/>
                  </a:lnTo>
                  <a:lnTo>
                    <a:pt x="5769836" y="1438952"/>
                  </a:lnTo>
                  <a:lnTo>
                    <a:pt x="5771118" y="1376800"/>
                  </a:lnTo>
                  <a:lnTo>
                    <a:pt x="5772400" y="1322633"/>
                  </a:lnTo>
                  <a:lnTo>
                    <a:pt x="5773682" y="1221117"/>
                  </a:lnTo>
                  <a:lnTo>
                    <a:pt x="5774963" y="1203736"/>
                  </a:lnTo>
                  <a:lnTo>
                    <a:pt x="5776245" y="1143222"/>
                  </a:lnTo>
                  <a:lnTo>
                    <a:pt x="5777527" y="1218579"/>
                  </a:lnTo>
                  <a:lnTo>
                    <a:pt x="5778809" y="1169077"/>
                  </a:lnTo>
                  <a:lnTo>
                    <a:pt x="5780091" y="1202152"/>
                  </a:lnTo>
                  <a:lnTo>
                    <a:pt x="5781373" y="1314163"/>
                  </a:lnTo>
                  <a:lnTo>
                    <a:pt x="5782654" y="1293121"/>
                  </a:lnTo>
                  <a:lnTo>
                    <a:pt x="5783936" y="1327055"/>
                  </a:lnTo>
                  <a:lnTo>
                    <a:pt x="5785218" y="1297678"/>
                  </a:lnTo>
                  <a:lnTo>
                    <a:pt x="5786500" y="1238344"/>
                  </a:lnTo>
                  <a:lnTo>
                    <a:pt x="5787782" y="1175873"/>
                  </a:lnTo>
                  <a:lnTo>
                    <a:pt x="5789064" y="1160790"/>
                  </a:lnTo>
                  <a:lnTo>
                    <a:pt x="5790345" y="1149768"/>
                  </a:lnTo>
                  <a:lnTo>
                    <a:pt x="5791627" y="1154859"/>
                  </a:lnTo>
                  <a:lnTo>
                    <a:pt x="5792909" y="1176913"/>
                  </a:lnTo>
                  <a:lnTo>
                    <a:pt x="5794191" y="1174466"/>
                  </a:lnTo>
                  <a:lnTo>
                    <a:pt x="5795473" y="1189728"/>
                  </a:lnTo>
                  <a:lnTo>
                    <a:pt x="5796755" y="1190146"/>
                  </a:lnTo>
                  <a:lnTo>
                    <a:pt x="5798037" y="1211886"/>
                  </a:lnTo>
                  <a:lnTo>
                    <a:pt x="5799318" y="1223241"/>
                  </a:lnTo>
                  <a:lnTo>
                    <a:pt x="5800600" y="1220559"/>
                  </a:lnTo>
                  <a:lnTo>
                    <a:pt x="5801882" y="1202544"/>
                  </a:lnTo>
                  <a:lnTo>
                    <a:pt x="5803164" y="1167964"/>
                  </a:lnTo>
                  <a:lnTo>
                    <a:pt x="5804446" y="1120450"/>
                  </a:lnTo>
                  <a:lnTo>
                    <a:pt x="5805728" y="1174184"/>
                  </a:lnTo>
                  <a:lnTo>
                    <a:pt x="5807009" y="1234063"/>
                  </a:lnTo>
                  <a:lnTo>
                    <a:pt x="5808291" y="1134454"/>
                  </a:lnTo>
                  <a:lnTo>
                    <a:pt x="5809573" y="1079014"/>
                  </a:lnTo>
                  <a:lnTo>
                    <a:pt x="5810855" y="1082463"/>
                  </a:lnTo>
                  <a:lnTo>
                    <a:pt x="5812137" y="1073878"/>
                  </a:lnTo>
                  <a:lnTo>
                    <a:pt x="5813419" y="1072176"/>
                  </a:lnTo>
                  <a:lnTo>
                    <a:pt x="5814701" y="1072176"/>
                  </a:lnTo>
                  <a:lnTo>
                    <a:pt x="5815982" y="1256005"/>
                  </a:lnTo>
                  <a:lnTo>
                    <a:pt x="5817264" y="1282422"/>
                  </a:lnTo>
                  <a:lnTo>
                    <a:pt x="5818546" y="1301951"/>
                  </a:lnTo>
                  <a:lnTo>
                    <a:pt x="5819828" y="1378908"/>
                  </a:lnTo>
                  <a:lnTo>
                    <a:pt x="5821110" y="1318817"/>
                  </a:lnTo>
                  <a:lnTo>
                    <a:pt x="5822392" y="1289167"/>
                  </a:lnTo>
                  <a:lnTo>
                    <a:pt x="5823673" y="1237389"/>
                  </a:lnTo>
                  <a:lnTo>
                    <a:pt x="5824955" y="1224335"/>
                  </a:lnTo>
                  <a:lnTo>
                    <a:pt x="5826237" y="1200631"/>
                  </a:lnTo>
                  <a:lnTo>
                    <a:pt x="5827519" y="1166085"/>
                  </a:lnTo>
                  <a:lnTo>
                    <a:pt x="5828801" y="1121235"/>
                  </a:lnTo>
                  <a:lnTo>
                    <a:pt x="5830083" y="1085940"/>
                  </a:lnTo>
                  <a:lnTo>
                    <a:pt x="5831365" y="999037"/>
                  </a:lnTo>
                  <a:lnTo>
                    <a:pt x="5832646" y="975548"/>
                  </a:lnTo>
                  <a:lnTo>
                    <a:pt x="5833928" y="934181"/>
                  </a:lnTo>
                  <a:lnTo>
                    <a:pt x="5835210" y="883950"/>
                  </a:lnTo>
                  <a:lnTo>
                    <a:pt x="5836492" y="836952"/>
                  </a:lnTo>
                  <a:lnTo>
                    <a:pt x="5837774" y="661466"/>
                  </a:lnTo>
                  <a:lnTo>
                    <a:pt x="5839056" y="659806"/>
                  </a:lnTo>
                  <a:lnTo>
                    <a:pt x="5840337" y="710912"/>
                  </a:lnTo>
                  <a:lnTo>
                    <a:pt x="5841619" y="713636"/>
                  </a:lnTo>
                  <a:lnTo>
                    <a:pt x="5842901" y="658978"/>
                  </a:lnTo>
                  <a:lnTo>
                    <a:pt x="5844183" y="623672"/>
                  </a:lnTo>
                  <a:lnTo>
                    <a:pt x="5845465" y="630719"/>
                  </a:lnTo>
                  <a:lnTo>
                    <a:pt x="5846747" y="648319"/>
                  </a:lnTo>
                  <a:lnTo>
                    <a:pt x="5848028" y="625230"/>
                  </a:lnTo>
                  <a:lnTo>
                    <a:pt x="5849310" y="577341"/>
                  </a:lnTo>
                  <a:lnTo>
                    <a:pt x="5850592" y="562459"/>
                  </a:lnTo>
                  <a:lnTo>
                    <a:pt x="5851874" y="566671"/>
                  </a:lnTo>
                  <a:lnTo>
                    <a:pt x="5853156" y="693097"/>
                  </a:lnTo>
                  <a:lnTo>
                    <a:pt x="5854438" y="731498"/>
                  </a:lnTo>
                  <a:lnTo>
                    <a:pt x="5855720" y="746191"/>
                  </a:lnTo>
                  <a:lnTo>
                    <a:pt x="5857001" y="702603"/>
                  </a:lnTo>
                  <a:lnTo>
                    <a:pt x="5858283" y="680277"/>
                  </a:lnTo>
                  <a:lnTo>
                    <a:pt x="5859565" y="670353"/>
                  </a:lnTo>
                  <a:lnTo>
                    <a:pt x="5860847" y="661808"/>
                  </a:lnTo>
                  <a:lnTo>
                    <a:pt x="5862129" y="696136"/>
                  </a:lnTo>
                  <a:lnTo>
                    <a:pt x="5863411" y="709803"/>
                  </a:lnTo>
                  <a:lnTo>
                    <a:pt x="5864692" y="704558"/>
                  </a:lnTo>
                  <a:lnTo>
                    <a:pt x="5865974" y="705211"/>
                  </a:lnTo>
                  <a:lnTo>
                    <a:pt x="5867256" y="735394"/>
                  </a:lnTo>
                  <a:lnTo>
                    <a:pt x="5868538" y="779018"/>
                  </a:lnTo>
                  <a:lnTo>
                    <a:pt x="5869820" y="801752"/>
                  </a:lnTo>
                  <a:lnTo>
                    <a:pt x="5871102" y="805630"/>
                  </a:lnTo>
                  <a:lnTo>
                    <a:pt x="5872384" y="849185"/>
                  </a:lnTo>
                  <a:lnTo>
                    <a:pt x="5873665" y="854398"/>
                  </a:lnTo>
                  <a:lnTo>
                    <a:pt x="5874947" y="859926"/>
                  </a:lnTo>
                  <a:lnTo>
                    <a:pt x="5876229" y="804147"/>
                  </a:lnTo>
                  <a:lnTo>
                    <a:pt x="5877511" y="851898"/>
                  </a:lnTo>
                  <a:lnTo>
                    <a:pt x="5878793" y="884046"/>
                  </a:lnTo>
                  <a:lnTo>
                    <a:pt x="5880075" y="854218"/>
                  </a:lnTo>
                  <a:lnTo>
                    <a:pt x="5881356" y="900191"/>
                  </a:lnTo>
                  <a:lnTo>
                    <a:pt x="5882638" y="955688"/>
                  </a:lnTo>
                  <a:lnTo>
                    <a:pt x="5883920" y="951541"/>
                  </a:lnTo>
                  <a:lnTo>
                    <a:pt x="5885202" y="947424"/>
                  </a:lnTo>
                  <a:lnTo>
                    <a:pt x="5886484" y="952920"/>
                  </a:lnTo>
                  <a:lnTo>
                    <a:pt x="5887766" y="948793"/>
                  </a:lnTo>
                  <a:lnTo>
                    <a:pt x="5889047" y="1053782"/>
                  </a:lnTo>
                  <a:lnTo>
                    <a:pt x="5890329" y="1065419"/>
                  </a:lnTo>
                  <a:lnTo>
                    <a:pt x="5891611" y="1018672"/>
                  </a:lnTo>
                  <a:lnTo>
                    <a:pt x="5892893" y="1020223"/>
                  </a:lnTo>
                  <a:lnTo>
                    <a:pt x="5894175" y="998892"/>
                  </a:lnTo>
                  <a:lnTo>
                    <a:pt x="5895457" y="985586"/>
                  </a:lnTo>
                  <a:lnTo>
                    <a:pt x="5896739" y="954302"/>
                  </a:lnTo>
                  <a:lnTo>
                    <a:pt x="5898020" y="936587"/>
                  </a:lnTo>
                  <a:lnTo>
                    <a:pt x="5899302" y="991462"/>
                  </a:lnTo>
                  <a:lnTo>
                    <a:pt x="5900584" y="991462"/>
                  </a:lnTo>
                  <a:lnTo>
                    <a:pt x="5901866" y="964072"/>
                  </a:lnTo>
                  <a:lnTo>
                    <a:pt x="5903148" y="971154"/>
                  </a:lnTo>
                  <a:lnTo>
                    <a:pt x="5904430" y="939277"/>
                  </a:lnTo>
                  <a:lnTo>
                    <a:pt x="5905711" y="910356"/>
                  </a:lnTo>
                  <a:lnTo>
                    <a:pt x="5906993" y="971154"/>
                  </a:lnTo>
                  <a:lnTo>
                    <a:pt x="5908275" y="954302"/>
                  </a:lnTo>
                  <a:lnTo>
                    <a:pt x="5909557" y="978325"/>
                  </a:lnTo>
                  <a:lnTo>
                    <a:pt x="5910839" y="992940"/>
                  </a:lnTo>
                  <a:lnTo>
                    <a:pt x="5912121" y="1017127"/>
                  </a:lnTo>
                  <a:lnTo>
                    <a:pt x="5913403" y="971154"/>
                  </a:lnTo>
                  <a:lnTo>
                    <a:pt x="5914684" y="950165"/>
                  </a:lnTo>
                  <a:lnTo>
                    <a:pt x="5915966" y="939277"/>
                  </a:lnTo>
                  <a:lnTo>
                    <a:pt x="5917248" y="880384"/>
                  </a:lnTo>
                  <a:lnTo>
                    <a:pt x="5918530" y="893927"/>
                  </a:lnTo>
                  <a:lnTo>
                    <a:pt x="5919812" y="847285"/>
                  </a:lnTo>
                  <a:lnTo>
                    <a:pt x="5921094" y="787346"/>
                  </a:lnTo>
                  <a:lnTo>
                    <a:pt x="5922375" y="772029"/>
                  </a:lnTo>
                  <a:lnTo>
                    <a:pt x="5923657" y="788382"/>
                  </a:lnTo>
                  <a:lnTo>
                    <a:pt x="5924939" y="781170"/>
                  </a:lnTo>
                  <a:lnTo>
                    <a:pt x="5926221" y="748342"/>
                  </a:lnTo>
                  <a:lnTo>
                    <a:pt x="5927503" y="729322"/>
                  </a:lnTo>
                  <a:lnTo>
                    <a:pt x="5928785" y="654034"/>
                  </a:lnTo>
                  <a:lnTo>
                    <a:pt x="5930066" y="606045"/>
                  </a:lnTo>
                  <a:lnTo>
                    <a:pt x="5931348" y="570206"/>
                  </a:lnTo>
                  <a:lnTo>
                    <a:pt x="5932630" y="575907"/>
                  </a:lnTo>
                  <a:lnTo>
                    <a:pt x="5933912" y="577341"/>
                  </a:lnTo>
                  <a:lnTo>
                    <a:pt x="5935194" y="580219"/>
                  </a:lnTo>
                  <a:lnTo>
                    <a:pt x="5936476" y="609072"/>
                  </a:lnTo>
                  <a:lnTo>
                    <a:pt x="5937758" y="609072"/>
                  </a:lnTo>
                  <a:lnTo>
                    <a:pt x="5939039" y="791585"/>
                  </a:lnTo>
                  <a:lnTo>
                    <a:pt x="5940321" y="860541"/>
                  </a:lnTo>
                  <a:lnTo>
                    <a:pt x="5941603" y="847595"/>
                  </a:lnTo>
                  <a:lnTo>
                    <a:pt x="5942885" y="835992"/>
                  </a:lnTo>
                  <a:lnTo>
                    <a:pt x="5944167" y="861150"/>
                  </a:lnTo>
                  <a:lnTo>
                    <a:pt x="5945449" y="843424"/>
                  </a:lnTo>
                  <a:lnTo>
                    <a:pt x="5946730" y="814256"/>
                  </a:lnTo>
                  <a:lnTo>
                    <a:pt x="5948012" y="842594"/>
                  </a:lnTo>
                  <a:lnTo>
                    <a:pt x="5949294" y="895595"/>
                  </a:lnTo>
                  <a:lnTo>
                    <a:pt x="5950576" y="922616"/>
                  </a:lnTo>
                  <a:lnTo>
                    <a:pt x="5951858" y="937109"/>
                  </a:lnTo>
                  <a:lnTo>
                    <a:pt x="5953140" y="891965"/>
                  </a:lnTo>
                  <a:lnTo>
                    <a:pt x="5954422" y="856029"/>
                  </a:lnTo>
                  <a:lnTo>
                    <a:pt x="5955703" y="815838"/>
                  </a:lnTo>
                  <a:lnTo>
                    <a:pt x="5956985" y="816631"/>
                  </a:lnTo>
                  <a:lnTo>
                    <a:pt x="5958267" y="730090"/>
                  </a:lnTo>
                  <a:lnTo>
                    <a:pt x="5959549" y="650840"/>
                  </a:lnTo>
                  <a:lnTo>
                    <a:pt x="5960831" y="596261"/>
                  </a:lnTo>
                  <a:lnTo>
                    <a:pt x="5962113" y="585923"/>
                  </a:lnTo>
                  <a:lnTo>
                    <a:pt x="5963394" y="540473"/>
                  </a:lnTo>
                  <a:lnTo>
                    <a:pt x="5964676" y="524034"/>
                  </a:lnTo>
                  <a:lnTo>
                    <a:pt x="5965958" y="543917"/>
                  </a:lnTo>
                  <a:lnTo>
                    <a:pt x="5967240" y="572235"/>
                  </a:lnTo>
                  <a:lnTo>
                    <a:pt x="5968522" y="582169"/>
                  </a:lnTo>
                  <a:lnTo>
                    <a:pt x="5969804" y="585343"/>
                  </a:lnTo>
                  <a:lnTo>
                    <a:pt x="5971086" y="592815"/>
                  </a:lnTo>
                  <a:lnTo>
                    <a:pt x="5972367" y="608060"/>
                  </a:lnTo>
                  <a:lnTo>
                    <a:pt x="5973649" y="623153"/>
                  </a:lnTo>
                  <a:lnTo>
                    <a:pt x="5974931" y="641570"/>
                  </a:lnTo>
                  <a:lnTo>
                    <a:pt x="5976213" y="622587"/>
                  </a:lnTo>
                  <a:lnTo>
                    <a:pt x="5977495" y="648632"/>
                  </a:lnTo>
                  <a:lnTo>
                    <a:pt x="5978777" y="818519"/>
                  </a:lnTo>
                  <a:lnTo>
                    <a:pt x="5980058" y="872925"/>
                  </a:lnTo>
                  <a:lnTo>
                    <a:pt x="5981340" y="849934"/>
                  </a:lnTo>
                  <a:lnTo>
                    <a:pt x="5982622" y="736773"/>
                  </a:lnTo>
                  <a:lnTo>
                    <a:pt x="5983904" y="766524"/>
                  </a:lnTo>
                  <a:lnTo>
                    <a:pt x="5985186" y="788759"/>
                  </a:lnTo>
                  <a:lnTo>
                    <a:pt x="5986468" y="788759"/>
                  </a:lnTo>
                  <a:lnTo>
                    <a:pt x="5987749" y="768709"/>
                  </a:lnTo>
                  <a:lnTo>
                    <a:pt x="5989031" y="713106"/>
                  </a:lnTo>
                  <a:lnTo>
                    <a:pt x="5990313" y="652196"/>
                  </a:lnTo>
                  <a:lnTo>
                    <a:pt x="5991595" y="719578"/>
                  </a:lnTo>
                  <a:lnTo>
                    <a:pt x="5992877" y="692910"/>
                  </a:lnTo>
                  <a:lnTo>
                    <a:pt x="5994159" y="659980"/>
                  </a:lnTo>
                  <a:lnTo>
                    <a:pt x="5995441" y="641070"/>
                  </a:lnTo>
                  <a:lnTo>
                    <a:pt x="5996722" y="610286"/>
                  </a:lnTo>
                  <a:lnTo>
                    <a:pt x="5998004" y="597583"/>
                  </a:lnTo>
                  <a:lnTo>
                    <a:pt x="5999286" y="454536"/>
                  </a:lnTo>
                  <a:lnTo>
                    <a:pt x="6000568" y="466484"/>
                  </a:lnTo>
                  <a:lnTo>
                    <a:pt x="6001850" y="479126"/>
                  </a:lnTo>
                  <a:lnTo>
                    <a:pt x="6003132" y="460905"/>
                  </a:lnTo>
                  <a:lnTo>
                    <a:pt x="6004413" y="418525"/>
                  </a:lnTo>
                  <a:lnTo>
                    <a:pt x="6005695" y="383146"/>
                  </a:lnTo>
                  <a:lnTo>
                    <a:pt x="6006977" y="362272"/>
                  </a:lnTo>
                  <a:lnTo>
                    <a:pt x="6008259" y="376472"/>
                  </a:lnTo>
                  <a:lnTo>
                    <a:pt x="6009541" y="389144"/>
                  </a:lnTo>
                  <a:lnTo>
                    <a:pt x="6010823" y="383368"/>
                  </a:lnTo>
                  <a:lnTo>
                    <a:pt x="6012105" y="399018"/>
                  </a:lnTo>
                  <a:lnTo>
                    <a:pt x="6013386" y="265025"/>
                  </a:lnTo>
                  <a:lnTo>
                    <a:pt x="6014668" y="267950"/>
                  </a:lnTo>
                  <a:lnTo>
                    <a:pt x="6015950" y="264609"/>
                  </a:lnTo>
                  <a:lnTo>
                    <a:pt x="6017232" y="255518"/>
                  </a:lnTo>
                  <a:lnTo>
                    <a:pt x="6018514" y="385413"/>
                  </a:lnTo>
                  <a:lnTo>
                    <a:pt x="6019796" y="398228"/>
                  </a:lnTo>
                  <a:lnTo>
                    <a:pt x="6021077" y="413785"/>
                  </a:lnTo>
                  <a:lnTo>
                    <a:pt x="6022359" y="430954"/>
                  </a:lnTo>
                  <a:lnTo>
                    <a:pt x="6023641" y="442831"/>
                  </a:lnTo>
                  <a:lnTo>
                    <a:pt x="6024923" y="451167"/>
                  </a:lnTo>
                  <a:lnTo>
                    <a:pt x="6026205" y="463045"/>
                  </a:lnTo>
                  <a:lnTo>
                    <a:pt x="6027487" y="450328"/>
                  </a:lnTo>
                  <a:lnTo>
                    <a:pt x="6028768" y="442004"/>
                  </a:lnTo>
                  <a:lnTo>
                    <a:pt x="6030050" y="463045"/>
                  </a:lnTo>
                  <a:lnTo>
                    <a:pt x="6031332" y="449490"/>
                  </a:lnTo>
                  <a:lnTo>
                    <a:pt x="6032614" y="418525"/>
                  </a:lnTo>
                  <a:lnTo>
                    <a:pt x="6033896" y="435022"/>
                  </a:lnTo>
                  <a:lnTo>
                    <a:pt x="6035178" y="451587"/>
                  </a:lnTo>
                  <a:lnTo>
                    <a:pt x="6036460" y="472552"/>
                  </a:lnTo>
                  <a:lnTo>
                    <a:pt x="6037741" y="517564"/>
                  </a:lnTo>
                  <a:lnTo>
                    <a:pt x="6039023" y="518921"/>
                  </a:lnTo>
                  <a:lnTo>
                    <a:pt x="6040305" y="403384"/>
                  </a:lnTo>
                  <a:lnTo>
                    <a:pt x="6041587" y="427759"/>
                  </a:lnTo>
                  <a:lnTo>
                    <a:pt x="6042869" y="459612"/>
                  </a:lnTo>
                  <a:lnTo>
                    <a:pt x="6044151" y="474423"/>
                  </a:lnTo>
                  <a:lnTo>
                    <a:pt x="6045432" y="484106"/>
                  </a:lnTo>
                  <a:lnTo>
                    <a:pt x="6046714" y="503978"/>
                  </a:lnTo>
                  <a:lnTo>
                    <a:pt x="6047996" y="521296"/>
                  </a:lnTo>
                  <a:lnTo>
                    <a:pt x="6049278" y="512892"/>
                  </a:lnTo>
                  <a:lnTo>
                    <a:pt x="6050560" y="521296"/>
                  </a:lnTo>
                  <a:lnTo>
                    <a:pt x="6051842" y="558971"/>
                  </a:lnTo>
                  <a:lnTo>
                    <a:pt x="6053124" y="571626"/>
                  </a:lnTo>
                  <a:lnTo>
                    <a:pt x="6054405" y="634672"/>
                  </a:lnTo>
                  <a:lnTo>
                    <a:pt x="6055687" y="668154"/>
                  </a:lnTo>
                  <a:lnTo>
                    <a:pt x="6056969" y="695714"/>
                  </a:lnTo>
                  <a:lnTo>
                    <a:pt x="6058251" y="812621"/>
                  </a:lnTo>
                  <a:lnTo>
                    <a:pt x="6059533" y="784620"/>
                  </a:lnTo>
                  <a:lnTo>
                    <a:pt x="6060815" y="694651"/>
                  </a:lnTo>
                  <a:lnTo>
                    <a:pt x="6062096" y="632288"/>
                  </a:lnTo>
                  <a:lnTo>
                    <a:pt x="6063378" y="597130"/>
                  </a:lnTo>
                  <a:lnTo>
                    <a:pt x="6064660" y="583225"/>
                  </a:lnTo>
                  <a:lnTo>
                    <a:pt x="6065942" y="604759"/>
                  </a:lnTo>
                  <a:lnTo>
                    <a:pt x="6067224" y="617516"/>
                  </a:lnTo>
                  <a:lnTo>
                    <a:pt x="6068506" y="636910"/>
                  </a:lnTo>
                  <a:lnTo>
                    <a:pt x="6069787" y="615836"/>
                  </a:lnTo>
                  <a:lnTo>
                    <a:pt x="6071069" y="611380"/>
                  </a:lnTo>
                  <a:lnTo>
                    <a:pt x="6072351" y="579014"/>
                  </a:lnTo>
                  <a:lnTo>
                    <a:pt x="6073633" y="555882"/>
                  </a:lnTo>
                  <a:lnTo>
                    <a:pt x="6074915" y="555379"/>
                  </a:lnTo>
                  <a:lnTo>
                    <a:pt x="6076197" y="535589"/>
                  </a:lnTo>
                  <a:lnTo>
                    <a:pt x="6077479" y="548722"/>
                  </a:lnTo>
                  <a:lnTo>
                    <a:pt x="6078760" y="538311"/>
                  </a:lnTo>
                  <a:lnTo>
                    <a:pt x="6080042" y="558816"/>
                  </a:lnTo>
                  <a:lnTo>
                    <a:pt x="6081324" y="582711"/>
                  </a:lnTo>
                  <a:lnTo>
                    <a:pt x="6082606" y="643914"/>
                  </a:lnTo>
                  <a:lnTo>
                    <a:pt x="6083888" y="674055"/>
                  </a:lnTo>
                  <a:lnTo>
                    <a:pt x="6085170" y="673436"/>
                  </a:lnTo>
                  <a:lnTo>
                    <a:pt x="6086451" y="697423"/>
                  </a:lnTo>
                  <a:lnTo>
                    <a:pt x="6087733" y="729911"/>
                  </a:lnTo>
                  <a:lnTo>
                    <a:pt x="6089015" y="806409"/>
                  </a:lnTo>
                  <a:lnTo>
                    <a:pt x="6090297" y="817424"/>
                  </a:lnTo>
                  <a:lnTo>
                    <a:pt x="6091579" y="831904"/>
                  </a:lnTo>
                  <a:lnTo>
                    <a:pt x="6092861" y="862867"/>
                  </a:lnTo>
                  <a:lnTo>
                    <a:pt x="6094143" y="853486"/>
                  </a:lnTo>
                  <a:lnTo>
                    <a:pt x="6095424" y="884774"/>
                  </a:lnTo>
                  <a:lnTo>
                    <a:pt x="6096706" y="903845"/>
                  </a:lnTo>
                  <a:lnTo>
                    <a:pt x="6097988" y="920428"/>
                  </a:lnTo>
                  <a:lnTo>
                    <a:pt x="6099270" y="894148"/>
                  </a:lnTo>
                  <a:lnTo>
                    <a:pt x="6100552" y="808164"/>
                  </a:lnTo>
                  <a:lnTo>
                    <a:pt x="6101834" y="657325"/>
                  </a:lnTo>
                  <a:lnTo>
                    <a:pt x="6103115" y="638652"/>
                  </a:lnTo>
                  <a:lnTo>
                    <a:pt x="6104397" y="588212"/>
                  </a:lnTo>
                  <a:lnTo>
                    <a:pt x="6105679" y="732679"/>
                  </a:lnTo>
                  <a:lnTo>
                    <a:pt x="6106961" y="721023"/>
                  </a:lnTo>
                  <a:lnTo>
                    <a:pt x="6108243" y="640451"/>
                  </a:lnTo>
                  <a:lnTo>
                    <a:pt x="6109525" y="620328"/>
                  </a:lnTo>
                  <a:lnTo>
                    <a:pt x="6110807" y="623719"/>
                  </a:lnTo>
                  <a:lnTo>
                    <a:pt x="6112088" y="624287"/>
                  </a:lnTo>
                  <a:lnTo>
                    <a:pt x="6113370" y="631138"/>
                  </a:lnTo>
                  <a:lnTo>
                    <a:pt x="6114652" y="638653"/>
                  </a:lnTo>
                  <a:lnTo>
                    <a:pt x="6115934" y="640402"/>
                  </a:lnTo>
                  <a:lnTo>
                    <a:pt x="6117216" y="659994"/>
                  </a:lnTo>
                  <a:lnTo>
                    <a:pt x="6118498" y="705211"/>
                  </a:lnTo>
                  <a:lnTo>
                    <a:pt x="6119779" y="770902"/>
                  </a:lnTo>
                  <a:lnTo>
                    <a:pt x="6121061" y="760017"/>
                  </a:lnTo>
                  <a:lnTo>
                    <a:pt x="6122343" y="788004"/>
                  </a:lnTo>
                  <a:lnTo>
                    <a:pt x="6123625" y="825424"/>
                  </a:lnTo>
                  <a:lnTo>
                    <a:pt x="6124907" y="795525"/>
                  </a:lnTo>
                  <a:lnTo>
                    <a:pt x="6126189" y="788498"/>
                  </a:lnTo>
                  <a:lnTo>
                    <a:pt x="6127470" y="864560"/>
                  </a:lnTo>
                  <a:lnTo>
                    <a:pt x="6128752" y="793589"/>
                  </a:lnTo>
                  <a:lnTo>
                    <a:pt x="6130034" y="860061"/>
                  </a:lnTo>
                  <a:lnTo>
                    <a:pt x="6131316" y="858888"/>
                  </a:lnTo>
                  <a:lnTo>
                    <a:pt x="6132598" y="838168"/>
                  </a:lnTo>
                  <a:lnTo>
                    <a:pt x="6133880" y="810576"/>
                  </a:lnTo>
                  <a:lnTo>
                    <a:pt x="6135162" y="769014"/>
                  </a:lnTo>
                  <a:lnTo>
                    <a:pt x="6136443" y="805214"/>
                  </a:lnTo>
                  <a:lnTo>
                    <a:pt x="6137725" y="788382"/>
                  </a:lnTo>
                  <a:lnTo>
                    <a:pt x="6139007" y="800959"/>
                  </a:lnTo>
                  <a:lnTo>
                    <a:pt x="6140289" y="825864"/>
                  </a:lnTo>
                  <a:lnTo>
                    <a:pt x="6141571" y="824758"/>
                  </a:lnTo>
                  <a:lnTo>
                    <a:pt x="6142853" y="844992"/>
                  </a:lnTo>
                  <a:lnTo>
                    <a:pt x="6144134" y="853057"/>
                  </a:lnTo>
                  <a:lnTo>
                    <a:pt x="6145416" y="857717"/>
                  </a:lnTo>
                  <a:lnTo>
                    <a:pt x="6146698" y="825864"/>
                  </a:lnTo>
                  <a:lnTo>
                    <a:pt x="6147980" y="818169"/>
                  </a:lnTo>
                  <a:lnTo>
                    <a:pt x="6149262" y="757110"/>
                  </a:lnTo>
                  <a:lnTo>
                    <a:pt x="6150544" y="800541"/>
                  </a:lnTo>
                  <a:lnTo>
                    <a:pt x="6151826" y="767861"/>
                  </a:lnTo>
                  <a:lnTo>
                    <a:pt x="6153107" y="735742"/>
                  </a:lnTo>
                  <a:lnTo>
                    <a:pt x="6154389" y="702637"/>
                  </a:lnTo>
                  <a:lnTo>
                    <a:pt x="6155671" y="705211"/>
                  </a:lnTo>
                  <a:lnTo>
                    <a:pt x="6156953" y="780761"/>
                  </a:lnTo>
                  <a:lnTo>
                    <a:pt x="6158235" y="798129"/>
                  </a:lnTo>
                  <a:lnTo>
                    <a:pt x="6159517" y="732092"/>
                  </a:lnTo>
                  <a:lnTo>
                    <a:pt x="6160798" y="676559"/>
                  </a:lnTo>
                  <a:lnTo>
                    <a:pt x="6162080" y="670163"/>
                  </a:lnTo>
                  <a:lnTo>
                    <a:pt x="6163362" y="660943"/>
                  </a:lnTo>
                  <a:lnTo>
                    <a:pt x="6164644" y="674583"/>
                  </a:lnTo>
                  <a:lnTo>
                    <a:pt x="6165926" y="689061"/>
                  </a:lnTo>
                  <a:lnTo>
                    <a:pt x="6167208" y="653291"/>
                  </a:lnTo>
                  <a:lnTo>
                    <a:pt x="6168489" y="630472"/>
                  </a:lnTo>
                  <a:lnTo>
                    <a:pt x="6169771" y="666352"/>
                  </a:lnTo>
                  <a:lnTo>
                    <a:pt x="6171053" y="669726"/>
                  </a:lnTo>
                  <a:lnTo>
                    <a:pt x="6172335" y="664433"/>
                  </a:lnTo>
                  <a:lnTo>
                    <a:pt x="6173617" y="652966"/>
                  </a:lnTo>
                  <a:lnTo>
                    <a:pt x="6174899" y="504817"/>
                  </a:lnTo>
                  <a:lnTo>
                    <a:pt x="6176181" y="482637"/>
                  </a:lnTo>
                  <a:lnTo>
                    <a:pt x="6177462" y="477036"/>
                  </a:lnTo>
                  <a:lnTo>
                    <a:pt x="6178744" y="387175"/>
                  </a:lnTo>
                  <a:lnTo>
                    <a:pt x="6180026" y="427206"/>
                  </a:lnTo>
                  <a:lnTo>
                    <a:pt x="6181308" y="431645"/>
                  </a:lnTo>
                  <a:lnTo>
                    <a:pt x="6182590" y="459027"/>
                  </a:lnTo>
                  <a:lnTo>
                    <a:pt x="6183872" y="467266"/>
                  </a:lnTo>
                  <a:lnTo>
                    <a:pt x="6185153" y="484717"/>
                  </a:lnTo>
                  <a:lnTo>
                    <a:pt x="6186435" y="529164"/>
                  </a:lnTo>
                  <a:lnTo>
                    <a:pt x="6187717" y="594095"/>
                  </a:lnTo>
                  <a:lnTo>
                    <a:pt x="6188999" y="631507"/>
                  </a:lnTo>
                  <a:lnTo>
                    <a:pt x="6190281" y="657325"/>
                  </a:lnTo>
                  <a:lnTo>
                    <a:pt x="6191563" y="706400"/>
                  </a:lnTo>
                  <a:lnTo>
                    <a:pt x="6192845" y="759077"/>
                  </a:lnTo>
                  <a:lnTo>
                    <a:pt x="6194126" y="855382"/>
                  </a:lnTo>
                  <a:lnTo>
                    <a:pt x="6195408" y="1010984"/>
                  </a:lnTo>
                  <a:lnTo>
                    <a:pt x="6196690" y="1065419"/>
                  </a:lnTo>
                  <a:lnTo>
                    <a:pt x="6197972" y="1031193"/>
                  </a:lnTo>
                  <a:lnTo>
                    <a:pt x="6199254" y="1017127"/>
                  </a:lnTo>
                  <a:lnTo>
                    <a:pt x="6200536" y="1006419"/>
                  </a:lnTo>
                  <a:lnTo>
                    <a:pt x="6201817" y="975446"/>
                  </a:lnTo>
                  <a:lnTo>
                    <a:pt x="6203099" y="897677"/>
                  </a:lnTo>
                  <a:lnTo>
                    <a:pt x="6204381" y="870731"/>
                  </a:lnTo>
                  <a:lnTo>
                    <a:pt x="6205663" y="885272"/>
                  </a:lnTo>
                  <a:lnTo>
                    <a:pt x="6206945" y="811655"/>
                  </a:lnTo>
                  <a:lnTo>
                    <a:pt x="6208227" y="893214"/>
                  </a:lnTo>
                  <a:lnTo>
                    <a:pt x="6209509" y="904531"/>
                  </a:lnTo>
                  <a:lnTo>
                    <a:pt x="6210790" y="883950"/>
                  </a:lnTo>
                  <a:lnTo>
                    <a:pt x="6212072" y="825462"/>
                  </a:lnTo>
                  <a:lnTo>
                    <a:pt x="6213354" y="762629"/>
                  </a:lnTo>
                  <a:lnTo>
                    <a:pt x="6214636" y="693990"/>
                  </a:lnTo>
                  <a:lnTo>
                    <a:pt x="6215918" y="659390"/>
                  </a:lnTo>
                  <a:lnTo>
                    <a:pt x="6217200" y="638653"/>
                  </a:lnTo>
                  <a:lnTo>
                    <a:pt x="6218481" y="622021"/>
                  </a:lnTo>
                  <a:lnTo>
                    <a:pt x="6219763" y="583754"/>
                  </a:lnTo>
                  <a:lnTo>
                    <a:pt x="6221045" y="536076"/>
                  </a:lnTo>
                  <a:lnTo>
                    <a:pt x="6222327" y="540964"/>
                  </a:lnTo>
                  <a:lnTo>
                    <a:pt x="6223609" y="522606"/>
                  </a:lnTo>
                  <a:lnTo>
                    <a:pt x="6224891" y="508053"/>
                  </a:lnTo>
                  <a:lnTo>
                    <a:pt x="6226172" y="541946"/>
                  </a:lnTo>
                  <a:lnTo>
                    <a:pt x="6227454" y="561357"/>
                  </a:lnTo>
                  <a:lnTo>
                    <a:pt x="6228736" y="549868"/>
                  </a:lnTo>
                  <a:lnTo>
                    <a:pt x="6230018" y="548375"/>
                  </a:lnTo>
                  <a:lnTo>
                    <a:pt x="6231300" y="683425"/>
                  </a:lnTo>
                  <a:lnTo>
                    <a:pt x="6232582" y="678986"/>
                  </a:lnTo>
                  <a:lnTo>
                    <a:pt x="6233864" y="667782"/>
                  </a:lnTo>
                  <a:lnTo>
                    <a:pt x="6235145" y="582169"/>
                  </a:lnTo>
                  <a:lnTo>
                    <a:pt x="6236427" y="603663"/>
                  </a:lnTo>
                  <a:lnTo>
                    <a:pt x="6237709" y="611380"/>
                  </a:lnTo>
                  <a:lnTo>
                    <a:pt x="6238991" y="645679"/>
                  </a:lnTo>
                  <a:lnTo>
                    <a:pt x="6240273" y="682158"/>
                  </a:lnTo>
                  <a:lnTo>
                    <a:pt x="6241555" y="715762"/>
                  </a:lnTo>
                  <a:lnTo>
                    <a:pt x="6242836" y="736773"/>
                  </a:lnTo>
                  <a:lnTo>
                    <a:pt x="6244118" y="727189"/>
                  </a:lnTo>
                  <a:lnTo>
                    <a:pt x="6245400" y="692929"/>
                  </a:lnTo>
                  <a:lnTo>
                    <a:pt x="6246682" y="707175"/>
                  </a:lnTo>
                  <a:lnTo>
                    <a:pt x="6247964" y="725888"/>
                  </a:lnTo>
                  <a:lnTo>
                    <a:pt x="6249246" y="717389"/>
                  </a:lnTo>
                  <a:lnTo>
                    <a:pt x="6250528" y="629932"/>
                  </a:lnTo>
                  <a:lnTo>
                    <a:pt x="6251809" y="706400"/>
                  </a:lnTo>
                  <a:lnTo>
                    <a:pt x="6253091" y="777090"/>
                  </a:lnTo>
                  <a:lnTo>
                    <a:pt x="6254373" y="775060"/>
                  </a:lnTo>
                  <a:lnTo>
                    <a:pt x="6255655" y="787346"/>
                  </a:lnTo>
                  <a:lnTo>
                    <a:pt x="6256937" y="839300"/>
                  </a:lnTo>
                  <a:lnTo>
                    <a:pt x="6258219" y="865964"/>
                  </a:lnTo>
                  <a:lnTo>
                    <a:pt x="6259500" y="901452"/>
                  </a:lnTo>
                  <a:lnTo>
                    <a:pt x="6260782" y="902715"/>
                  </a:lnTo>
                  <a:lnTo>
                    <a:pt x="6262064" y="886500"/>
                  </a:lnTo>
                  <a:lnTo>
                    <a:pt x="6263346" y="861237"/>
                  </a:lnTo>
                  <a:lnTo>
                    <a:pt x="6264628" y="918100"/>
                  </a:lnTo>
                  <a:lnTo>
                    <a:pt x="6265910" y="920705"/>
                  </a:lnTo>
                  <a:lnTo>
                    <a:pt x="6267191" y="968311"/>
                  </a:lnTo>
                  <a:lnTo>
                    <a:pt x="6268473" y="1010984"/>
                  </a:lnTo>
                  <a:lnTo>
                    <a:pt x="6269755" y="1004906"/>
                  </a:lnTo>
                  <a:lnTo>
                    <a:pt x="6271037" y="1133556"/>
                  </a:lnTo>
                  <a:lnTo>
                    <a:pt x="6272319" y="1035557"/>
                  </a:lnTo>
                  <a:lnTo>
                    <a:pt x="6273601" y="1037703"/>
                  </a:lnTo>
                  <a:lnTo>
                    <a:pt x="6274883" y="1016745"/>
                  </a:lnTo>
                  <a:lnTo>
                    <a:pt x="6276164" y="994694"/>
                  </a:lnTo>
                  <a:lnTo>
                    <a:pt x="6277446" y="989311"/>
                  </a:lnTo>
                  <a:lnTo>
                    <a:pt x="6278728" y="1018997"/>
                  </a:lnTo>
                  <a:lnTo>
                    <a:pt x="6280010" y="1012266"/>
                  </a:lnTo>
                  <a:lnTo>
                    <a:pt x="6281292" y="1050301"/>
                  </a:lnTo>
                  <a:lnTo>
                    <a:pt x="6282574" y="1061127"/>
                  </a:lnTo>
                  <a:lnTo>
                    <a:pt x="6283855" y="1040847"/>
                  </a:lnTo>
                  <a:lnTo>
                    <a:pt x="6285137" y="1005614"/>
                  </a:lnTo>
                  <a:lnTo>
                    <a:pt x="6286419" y="947974"/>
                  </a:lnTo>
                  <a:lnTo>
                    <a:pt x="6287701" y="892870"/>
                  </a:lnTo>
                  <a:lnTo>
                    <a:pt x="6288983" y="871530"/>
                  </a:lnTo>
                  <a:lnTo>
                    <a:pt x="6290265" y="807960"/>
                  </a:lnTo>
                  <a:lnTo>
                    <a:pt x="6291547" y="855271"/>
                  </a:lnTo>
                  <a:lnTo>
                    <a:pt x="6292828" y="805933"/>
                  </a:lnTo>
                  <a:lnTo>
                    <a:pt x="6294110" y="594835"/>
                  </a:lnTo>
                  <a:lnTo>
                    <a:pt x="6295392" y="552747"/>
                  </a:lnTo>
                  <a:lnTo>
                    <a:pt x="6296674" y="541171"/>
                  </a:lnTo>
                  <a:lnTo>
                    <a:pt x="6297956" y="515465"/>
                  </a:lnTo>
                  <a:lnTo>
                    <a:pt x="6299238" y="493335"/>
                  </a:lnTo>
                  <a:lnTo>
                    <a:pt x="6300519" y="462543"/>
                  </a:lnTo>
                  <a:lnTo>
                    <a:pt x="6301801" y="489626"/>
                  </a:lnTo>
                  <a:lnTo>
                    <a:pt x="6303083" y="453792"/>
                  </a:lnTo>
                  <a:lnTo>
                    <a:pt x="6304365" y="405509"/>
                  </a:lnTo>
                  <a:lnTo>
                    <a:pt x="6305647" y="399157"/>
                  </a:lnTo>
                  <a:lnTo>
                    <a:pt x="6306929" y="366913"/>
                  </a:lnTo>
                  <a:lnTo>
                    <a:pt x="6308210" y="319641"/>
                  </a:lnTo>
                  <a:lnTo>
                    <a:pt x="6309492" y="314167"/>
                  </a:lnTo>
                  <a:lnTo>
                    <a:pt x="6310774" y="285820"/>
                  </a:lnTo>
                  <a:lnTo>
                    <a:pt x="6312056" y="284525"/>
                  </a:lnTo>
                  <a:lnTo>
                    <a:pt x="6313338" y="436266"/>
                  </a:lnTo>
                  <a:lnTo>
                    <a:pt x="6314620" y="448490"/>
                  </a:lnTo>
                  <a:lnTo>
                    <a:pt x="6315902" y="420345"/>
                  </a:lnTo>
                  <a:lnTo>
                    <a:pt x="6317183" y="439942"/>
                  </a:lnTo>
                  <a:lnTo>
                    <a:pt x="6318465" y="454536"/>
                  </a:lnTo>
                  <a:lnTo>
                    <a:pt x="6319747" y="457075"/>
                  </a:lnTo>
                  <a:lnTo>
                    <a:pt x="6321029" y="437067"/>
                  </a:lnTo>
                  <a:lnTo>
                    <a:pt x="6322311" y="532461"/>
                  </a:lnTo>
                  <a:lnTo>
                    <a:pt x="6323593" y="570923"/>
                  </a:lnTo>
                  <a:lnTo>
                    <a:pt x="6324874" y="567817"/>
                  </a:lnTo>
                  <a:lnTo>
                    <a:pt x="6326156" y="619618"/>
                  </a:lnTo>
                  <a:lnTo>
                    <a:pt x="6327438" y="670163"/>
                  </a:lnTo>
                  <a:lnTo>
                    <a:pt x="6328720" y="690073"/>
                  </a:lnTo>
                  <a:lnTo>
                    <a:pt x="6330002" y="711749"/>
                  </a:lnTo>
                  <a:lnTo>
                    <a:pt x="6331284" y="725589"/>
                  </a:lnTo>
                  <a:lnTo>
                    <a:pt x="6332566" y="760118"/>
                  </a:lnTo>
                  <a:lnTo>
                    <a:pt x="6333847" y="782622"/>
                  </a:lnTo>
                  <a:lnTo>
                    <a:pt x="6335129" y="816559"/>
                  </a:lnTo>
                  <a:lnTo>
                    <a:pt x="6336411" y="666676"/>
                  </a:lnTo>
                  <a:lnTo>
                    <a:pt x="6337693" y="630564"/>
                  </a:lnTo>
                  <a:lnTo>
                    <a:pt x="6338975" y="640986"/>
                  </a:lnTo>
                  <a:lnTo>
                    <a:pt x="6340257" y="663629"/>
                  </a:lnTo>
                  <a:lnTo>
                    <a:pt x="6341538" y="682792"/>
                  </a:lnTo>
                  <a:lnTo>
                    <a:pt x="6342820" y="647963"/>
                  </a:lnTo>
                  <a:lnTo>
                    <a:pt x="6344102" y="481063"/>
                  </a:lnTo>
                  <a:lnTo>
                    <a:pt x="6345384" y="433319"/>
                  </a:lnTo>
                  <a:lnTo>
                    <a:pt x="6346666" y="401795"/>
                  </a:lnTo>
                  <a:lnTo>
                    <a:pt x="6347948" y="395484"/>
                  </a:lnTo>
                  <a:lnTo>
                    <a:pt x="6349230" y="398105"/>
                  </a:lnTo>
                  <a:lnTo>
                    <a:pt x="6350511" y="407642"/>
                  </a:lnTo>
                  <a:lnTo>
                    <a:pt x="6351793" y="432202"/>
                  </a:lnTo>
                  <a:lnTo>
                    <a:pt x="6353075" y="464310"/>
                  </a:lnTo>
                  <a:lnTo>
                    <a:pt x="6354357" y="492716"/>
                  </a:lnTo>
                  <a:lnTo>
                    <a:pt x="6355639" y="527845"/>
                  </a:lnTo>
                  <a:lnTo>
                    <a:pt x="6356921" y="570915"/>
                  </a:lnTo>
                  <a:lnTo>
                    <a:pt x="6358202" y="586750"/>
                  </a:lnTo>
                  <a:lnTo>
                    <a:pt x="6359484" y="568789"/>
                  </a:lnTo>
                  <a:lnTo>
                    <a:pt x="6360766" y="626011"/>
                  </a:lnTo>
                  <a:lnTo>
                    <a:pt x="6362048" y="637057"/>
                  </a:lnTo>
                  <a:lnTo>
                    <a:pt x="6363330" y="693952"/>
                  </a:lnTo>
                  <a:lnTo>
                    <a:pt x="6364612" y="758093"/>
                  </a:lnTo>
                  <a:lnTo>
                    <a:pt x="6365893" y="837038"/>
                  </a:lnTo>
                  <a:lnTo>
                    <a:pt x="6367175" y="920705"/>
                  </a:lnTo>
                  <a:lnTo>
                    <a:pt x="6368457" y="966895"/>
                  </a:lnTo>
                  <a:lnTo>
                    <a:pt x="6369739" y="968311"/>
                  </a:lnTo>
                  <a:lnTo>
                    <a:pt x="6371021" y="907798"/>
                  </a:lnTo>
                  <a:lnTo>
                    <a:pt x="6372303" y="870731"/>
                  </a:lnTo>
                  <a:lnTo>
                    <a:pt x="6373585" y="828082"/>
                  </a:lnTo>
                  <a:lnTo>
                    <a:pt x="6374866" y="731196"/>
                  </a:lnTo>
                  <a:lnTo>
                    <a:pt x="6376148" y="683494"/>
                  </a:lnTo>
                  <a:lnTo>
                    <a:pt x="6377430" y="679191"/>
                  </a:lnTo>
                  <a:lnTo>
                    <a:pt x="6378712" y="724664"/>
                  </a:lnTo>
                  <a:lnTo>
                    <a:pt x="6379994" y="699254"/>
                  </a:lnTo>
                  <a:lnTo>
                    <a:pt x="6381276" y="697481"/>
                  </a:lnTo>
                  <a:lnTo>
                    <a:pt x="6382557" y="675773"/>
                  </a:lnTo>
                  <a:lnTo>
                    <a:pt x="6383839" y="678335"/>
                  </a:lnTo>
                  <a:lnTo>
                    <a:pt x="6385121" y="658978"/>
                  </a:lnTo>
                  <a:lnTo>
                    <a:pt x="6386403" y="629932"/>
                  </a:lnTo>
                  <a:lnTo>
                    <a:pt x="6387685" y="622117"/>
                  </a:lnTo>
                  <a:lnTo>
                    <a:pt x="6388967" y="631507"/>
                  </a:lnTo>
                  <a:lnTo>
                    <a:pt x="6390249" y="614408"/>
                  </a:lnTo>
                  <a:lnTo>
                    <a:pt x="6391530" y="622117"/>
                  </a:lnTo>
                  <a:lnTo>
                    <a:pt x="6392812" y="629932"/>
                  </a:lnTo>
                  <a:lnTo>
                    <a:pt x="6394094" y="685224"/>
                  </a:lnTo>
                  <a:lnTo>
                    <a:pt x="6395376" y="711818"/>
                  </a:lnTo>
                  <a:lnTo>
                    <a:pt x="6396658" y="695714"/>
                  </a:lnTo>
                  <a:lnTo>
                    <a:pt x="6397940" y="682631"/>
                  </a:lnTo>
                  <a:lnTo>
                    <a:pt x="6399221" y="657325"/>
                  </a:lnTo>
                  <a:lnTo>
                    <a:pt x="6400503" y="670682"/>
                  </a:lnTo>
                  <a:lnTo>
                    <a:pt x="6401785" y="684358"/>
                  </a:lnTo>
                  <a:lnTo>
                    <a:pt x="6403067" y="660635"/>
                  </a:lnTo>
                  <a:lnTo>
                    <a:pt x="6404349" y="682631"/>
                  </a:lnTo>
                  <a:lnTo>
                    <a:pt x="6405631" y="696597"/>
                  </a:lnTo>
                  <a:lnTo>
                    <a:pt x="6406912" y="702816"/>
                  </a:lnTo>
                  <a:lnTo>
                    <a:pt x="6408194" y="686091"/>
                  </a:lnTo>
                  <a:lnTo>
                    <a:pt x="6409476" y="742569"/>
                  </a:lnTo>
                  <a:lnTo>
                    <a:pt x="6410758" y="762040"/>
                  </a:lnTo>
                  <a:lnTo>
                    <a:pt x="6412040" y="789419"/>
                  </a:lnTo>
                  <a:lnTo>
                    <a:pt x="6413322" y="797789"/>
                  </a:lnTo>
                  <a:lnTo>
                    <a:pt x="6414604" y="818169"/>
                  </a:lnTo>
                  <a:lnTo>
                    <a:pt x="6415885" y="860061"/>
                  </a:lnTo>
                  <a:lnTo>
                    <a:pt x="6417167" y="888965"/>
                  </a:lnTo>
                  <a:lnTo>
                    <a:pt x="6418449" y="1079082"/>
                  </a:lnTo>
                  <a:lnTo>
                    <a:pt x="6419731" y="1134558"/>
                  </a:lnTo>
                  <a:lnTo>
                    <a:pt x="6421013" y="1163177"/>
                  </a:lnTo>
                  <a:lnTo>
                    <a:pt x="6422295" y="1191417"/>
                  </a:lnTo>
                  <a:lnTo>
                    <a:pt x="6423576" y="1163177"/>
                  </a:lnTo>
                  <a:lnTo>
                    <a:pt x="6424858" y="1170475"/>
                  </a:lnTo>
                  <a:lnTo>
                    <a:pt x="6426140" y="1161728"/>
                  </a:lnTo>
                  <a:lnTo>
                    <a:pt x="6427422" y="1176381"/>
                  </a:lnTo>
                  <a:lnTo>
                    <a:pt x="6428704" y="1102664"/>
                  </a:lnTo>
                  <a:lnTo>
                    <a:pt x="6429986" y="1061127"/>
                  </a:lnTo>
                  <a:lnTo>
                    <a:pt x="6431268" y="1047923"/>
                  </a:lnTo>
                  <a:lnTo>
                    <a:pt x="6432549" y="1024667"/>
                  </a:lnTo>
                  <a:lnTo>
                    <a:pt x="6433831" y="1029243"/>
                  </a:lnTo>
                  <a:lnTo>
                    <a:pt x="6435113" y="1012266"/>
                  </a:lnTo>
                  <a:lnTo>
                    <a:pt x="6436395" y="965180"/>
                  </a:lnTo>
                  <a:lnTo>
                    <a:pt x="6437677" y="949837"/>
                  </a:lnTo>
                  <a:lnTo>
                    <a:pt x="6438959" y="850954"/>
                  </a:lnTo>
                  <a:lnTo>
                    <a:pt x="6440240" y="875687"/>
                  </a:lnTo>
                  <a:lnTo>
                    <a:pt x="6441522" y="817728"/>
                  </a:lnTo>
                  <a:lnTo>
                    <a:pt x="6442804" y="829821"/>
                  </a:lnTo>
                  <a:lnTo>
                    <a:pt x="6444086" y="857536"/>
                  </a:lnTo>
                  <a:lnTo>
                    <a:pt x="6445368" y="808400"/>
                  </a:lnTo>
                  <a:lnTo>
                    <a:pt x="6446650" y="775382"/>
                  </a:lnTo>
                  <a:lnTo>
                    <a:pt x="6447931" y="791654"/>
                  </a:lnTo>
                  <a:lnTo>
                    <a:pt x="6449213" y="790241"/>
                  </a:lnTo>
                  <a:lnTo>
                    <a:pt x="6450495" y="732982"/>
                  </a:lnTo>
                  <a:lnTo>
                    <a:pt x="6451777" y="715786"/>
                  </a:lnTo>
                  <a:lnTo>
                    <a:pt x="6453059" y="700698"/>
                  </a:lnTo>
                  <a:lnTo>
                    <a:pt x="6454341" y="687174"/>
                  </a:lnTo>
                  <a:lnTo>
                    <a:pt x="6455623" y="703118"/>
                  </a:lnTo>
                  <a:lnTo>
                    <a:pt x="6456904" y="719517"/>
                  </a:lnTo>
                  <a:lnTo>
                    <a:pt x="6458186" y="709144"/>
                  </a:lnTo>
                  <a:lnTo>
                    <a:pt x="6459468" y="703914"/>
                  </a:lnTo>
                  <a:lnTo>
                    <a:pt x="6460750" y="734275"/>
                  </a:lnTo>
                  <a:lnTo>
                    <a:pt x="6462032" y="661896"/>
                  </a:lnTo>
                  <a:lnTo>
                    <a:pt x="6463314" y="658430"/>
                  </a:lnTo>
                  <a:lnTo>
                    <a:pt x="6464595" y="516755"/>
                  </a:lnTo>
                  <a:lnTo>
                    <a:pt x="6465877" y="567376"/>
                  </a:lnTo>
                  <a:lnTo>
                    <a:pt x="6467159" y="568789"/>
                  </a:lnTo>
                  <a:lnTo>
                    <a:pt x="6468441" y="570206"/>
                  </a:lnTo>
                  <a:lnTo>
                    <a:pt x="6469723" y="813145"/>
                  </a:lnTo>
                  <a:lnTo>
                    <a:pt x="6471005" y="980505"/>
                  </a:lnTo>
                  <a:lnTo>
                    <a:pt x="6472287" y="1134234"/>
                  </a:lnTo>
                  <a:lnTo>
                    <a:pt x="6473568" y="1137952"/>
                  </a:lnTo>
                  <a:lnTo>
                    <a:pt x="6474850" y="1114946"/>
                  </a:lnTo>
                  <a:lnTo>
                    <a:pt x="6476132" y="1128787"/>
                  </a:lnTo>
                  <a:lnTo>
                    <a:pt x="6477414" y="1146811"/>
                  </a:lnTo>
                  <a:lnTo>
                    <a:pt x="6478696" y="1142969"/>
                  </a:lnTo>
                  <a:lnTo>
                    <a:pt x="6479978" y="1188781"/>
                  </a:lnTo>
                  <a:lnTo>
                    <a:pt x="6481259" y="1160463"/>
                  </a:lnTo>
                  <a:lnTo>
                    <a:pt x="6482541" y="1202419"/>
                  </a:lnTo>
                  <a:lnTo>
                    <a:pt x="6483823" y="1310756"/>
                  </a:lnTo>
                  <a:lnTo>
                    <a:pt x="6485105" y="1330315"/>
                  </a:lnTo>
                  <a:lnTo>
                    <a:pt x="6486387" y="1351940"/>
                  </a:lnTo>
                  <a:lnTo>
                    <a:pt x="6487669" y="1360264"/>
                  </a:lnTo>
                  <a:lnTo>
                    <a:pt x="6488951" y="1404920"/>
                  </a:lnTo>
                  <a:lnTo>
                    <a:pt x="6490232" y="1355449"/>
                  </a:lnTo>
                  <a:lnTo>
                    <a:pt x="6491514" y="1212064"/>
                  </a:lnTo>
                  <a:lnTo>
                    <a:pt x="6492796" y="1229027"/>
                  </a:lnTo>
                  <a:lnTo>
                    <a:pt x="6494078" y="1085934"/>
                  </a:lnTo>
                  <a:lnTo>
                    <a:pt x="6495360" y="1073878"/>
                  </a:lnTo>
                  <a:lnTo>
                    <a:pt x="6496642" y="1067101"/>
                  </a:lnTo>
                  <a:lnTo>
                    <a:pt x="6497923" y="1057083"/>
                  </a:lnTo>
                  <a:lnTo>
                    <a:pt x="6499205" y="1042377"/>
                  </a:lnTo>
                  <a:lnTo>
                    <a:pt x="6500487" y="1127427"/>
                  </a:lnTo>
                  <a:lnTo>
                    <a:pt x="6501769" y="1140675"/>
                  </a:lnTo>
                  <a:lnTo>
                    <a:pt x="6503051" y="1109017"/>
                  </a:lnTo>
                  <a:lnTo>
                    <a:pt x="6504333" y="1114479"/>
                  </a:lnTo>
                  <a:lnTo>
                    <a:pt x="6505614" y="1154235"/>
                  </a:lnTo>
                  <a:lnTo>
                    <a:pt x="6506896" y="1211924"/>
                  </a:lnTo>
                  <a:lnTo>
                    <a:pt x="6508178" y="1236273"/>
                  </a:lnTo>
                  <a:lnTo>
                    <a:pt x="6509460" y="1209760"/>
                  </a:lnTo>
                  <a:lnTo>
                    <a:pt x="6510742" y="1294891"/>
                  </a:lnTo>
                  <a:lnTo>
                    <a:pt x="6512024" y="1299786"/>
                  </a:lnTo>
                  <a:lnTo>
                    <a:pt x="6513306" y="1205294"/>
                  </a:lnTo>
                  <a:lnTo>
                    <a:pt x="6514587" y="1182348"/>
                  </a:lnTo>
                  <a:lnTo>
                    <a:pt x="6515869" y="1208424"/>
                  </a:lnTo>
                  <a:lnTo>
                    <a:pt x="6517151" y="1196005"/>
                  </a:lnTo>
                  <a:lnTo>
                    <a:pt x="6518433" y="1155971"/>
                  </a:lnTo>
                  <a:lnTo>
                    <a:pt x="6519715" y="1093598"/>
                  </a:lnTo>
                  <a:lnTo>
                    <a:pt x="6520997" y="1039676"/>
                  </a:lnTo>
                  <a:lnTo>
                    <a:pt x="6522278" y="974502"/>
                  </a:lnTo>
                  <a:lnTo>
                    <a:pt x="6523560" y="893777"/>
                  </a:lnTo>
                  <a:lnTo>
                    <a:pt x="6524842" y="835992"/>
                  </a:lnTo>
                  <a:lnTo>
                    <a:pt x="6526124" y="897913"/>
                  </a:lnTo>
                  <a:lnTo>
                    <a:pt x="6527406" y="866761"/>
                  </a:lnTo>
                  <a:lnTo>
                    <a:pt x="6528688" y="852628"/>
                  </a:lnTo>
                  <a:lnTo>
                    <a:pt x="6529970" y="839485"/>
                  </a:lnTo>
                  <a:lnTo>
                    <a:pt x="6531251" y="851300"/>
                  </a:lnTo>
                  <a:lnTo>
                    <a:pt x="6532533" y="862437"/>
                  </a:lnTo>
                  <a:lnTo>
                    <a:pt x="6533815" y="863806"/>
                  </a:lnTo>
                  <a:lnTo>
                    <a:pt x="6535097" y="944951"/>
                  </a:lnTo>
                  <a:lnTo>
                    <a:pt x="6536379" y="934203"/>
                  </a:lnTo>
                  <a:lnTo>
                    <a:pt x="6537661" y="917802"/>
                  </a:lnTo>
                  <a:lnTo>
                    <a:pt x="6538942" y="908181"/>
                  </a:lnTo>
                  <a:lnTo>
                    <a:pt x="6540224" y="912650"/>
                  </a:lnTo>
                  <a:lnTo>
                    <a:pt x="6541506" y="909454"/>
                  </a:lnTo>
                  <a:lnTo>
                    <a:pt x="6542788" y="939552"/>
                  </a:lnTo>
                  <a:lnTo>
                    <a:pt x="6544070" y="960763"/>
                  </a:lnTo>
                  <a:lnTo>
                    <a:pt x="6545352" y="1009045"/>
                  </a:lnTo>
                  <a:lnTo>
                    <a:pt x="6546633" y="1042795"/>
                  </a:lnTo>
                  <a:lnTo>
                    <a:pt x="6547915" y="1023376"/>
                  </a:lnTo>
                  <a:lnTo>
                    <a:pt x="6549197" y="903529"/>
                  </a:lnTo>
                  <a:lnTo>
                    <a:pt x="6550479" y="851964"/>
                  </a:lnTo>
                  <a:lnTo>
                    <a:pt x="6551761" y="705865"/>
                  </a:lnTo>
                  <a:lnTo>
                    <a:pt x="6553043" y="662921"/>
                  </a:lnTo>
                  <a:lnTo>
                    <a:pt x="6554325" y="467859"/>
                  </a:lnTo>
                  <a:lnTo>
                    <a:pt x="6555606" y="455532"/>
                  </a:lnTo>
                  <a:lnTo>
                    <a:pt x="6556888" y="457860"/>
                  </a:lnTo>
                  <a:lnTo>
                    <a:pt x="6558170" y="460783"/>
                  </a:lnTo>
                  <a:lnTo>
                    <a:pt x="6559452" y="602327"/>
                  </a:lnTo>
                  <a:lnTo>
                    <a:pt x="6560734" y="615156"/>
                  </a:lnTo>
                  <a:lnTo>
                    <a:pt x="6562016" y="627958"/>
                  </a:lnTo>
                  <a:lnTo>
                    <a:pt x="6563297" y="632288"/>
                  </a:lnTo>
                  <a:lnTo>
                    <a:pt x="6564579" y="710884"/>
                  </a:lnTo>
                  <a:lnTo>
                    <a:pt x="6565861" y="719701"/>
                  </a:lnTo>
                  <a:lnTo>
                    <a:pt x="6567143" y="713329"/>
                  </a:lnTo>
                  <a:lnTo>
                    <a:pt x="6568425" y="812822"/>
                  </a:lnTo>
                  <a:lnTo>
                    <a:pt x="6569707" y="810708"/>
                  </a:lnTo>
                  <a:lnTo>
                    <a:pt x="6570989" y="773317"/>
                  </a:lnTo>
                  <a:lnTo>
                    <a:pt x="6572270" y="794316"/>
                  </a:lnTo>
                  <a:lnTo>
                    <a:pt x="6573552" y="813410"/>
                  </a:lnTo>
                  <a:lnTo>
                    <a:pt x="6574834" y="845572"/>
                  </a:lnTo>
                  <a:lnTo>
                    <a:pt x="6576116" y="858843"/>
                  </a:lnTo>
                  <a:lnTo>
                    <a:pt x="6577398" y="845572"/>
                  </a:lnTo>
                  <a:lnTo>
                    <a:pt x="6578680" y="805909"/>
                  </a:lnTo>
                  <a:lnTo>
                    <a:pt x="6579961" y="801138"/>
                  </a:lnTo>
                  <a:lnTo>
                    <a:pt x="6581243" y="818192"/>
                  </a:lnTo>
                  <a:lnTo>
                    <a:pt x="6582525" y="759896"/>
                  </a:lnTo>
                  <a:lnTo>
                    <a:pt x="6583807" y="797157"/>
                  </a:lnTo>
                  <a:lnTo>
                    <a:pt x="6585089" y="795360"/>
                  </a:lnTo>
                  <a:lnTo>
                    <a:pt x="6586371" y="821354"/>
                  </a:lnTo>
                  <a:lnTo>
                    <a:pt x="6587652" y="847740"/>
                  </a:lnTo>
                  <a:lnTo>
                    <a:pt x="6588934" y="884920"/>
                  </a:lnTo>
                  <a:lnTo>
                    <a:pt x="6590216" y="826011"/>
                  </a:lnTo>
                  <a:lnTo>
                    <a:pt x="6591498" y="808318"/>
                  </a:lnTo>
                  <a:lnTo>
                    <a:pt x="6592780" y="847286"/>
                  </a:lnTo>
                  <a:lnTo>
                    <a:pt x="6594062" y="820463"/>
                  </a:lnTo>
                  <a:lnTo>
                    <a:pt x="6595344" y="881133"/>
                  </a:lnTo>
                  <a:lnTo>
                    <a:pt x="6596625" y="941398"/>
                  </a:lnTo>
                  <a:lnTo>
                    <a:pt x="6597907" y="971296"/>
                  </a:lnTo>
                  <a:lnTo>
                    <a:pt x="6599189" y="977357"/>
                  </a:lnTo>
                  <a:lnTo>
                    <a:pt x="6600471" y="1041616"/>
                  </a:lnTo>
                  <a:lnTo>
                    <a:pt x="6601753" y="1070531"/>
                  </a:lnTo>
                  <a:lnTo>
                    <a:pt x="6603035" y="1088355"/>
                  </a:lnTo>
                  <a:lnTo>
                    <a:pt x="6604316" y="1113234"/>
                  </a:lnTo>
                  <a:lnTo>
                    <a:pt x="6605598" y="1140605"/>
                  </a:lnTo>
                  <a:lnTo>
                    <a:pt x="6606880" y="1112904"/>
                  </a:lnTo>
                  <a:lnTo>
                    <a:pt x="6608162" y="1130709"/>
                  </a:lnTo>
                  <a:lnTo>
                    <a:pt x="6609444" y="1173495"/>
                  </a:lnTo>
                  <a:lnTo>
                    <a:pt x="6610726" y="1276510"/>
                  </a:lnTo>
                  <a:lnTo>
                    <a:pt x="6612008" y="1247412"/>
                  </a:lnTo>
                  <a:lnTo>
                    <a:pt x="6613289" y="1249187"/>
                  </a:lnTo>
                  <a:lnTo>
                    <a:pt x="6614571" y="1315392"/>
                  </a:lnTo>
                  <a:lnTo>
                    <a:pt x="6615853" y="1319735"/>
                  </a:lnTo>
                  <a:lnTo>
                    <a:pt x="6617135" y="1396500"/>
                  </a:lnTo>
                  <a:lnTo>
                    <a:pt x="6618417" y="1472007"/>
                  </a:lnTo>
                  <a:lnTo>
                    <a:pt x="6619699" y="1526173"/>
                  </a:lnTo>
                  <a:lnTo>
                    <a:pt x="6620980" y="1494257"/>
                  </a:lnTo>
                  <a:lnTo>
                    <a:pt x="6622262" y="1421458"/>
                  </a:lnTo>
                  <a:lnTo>
                    <a:pt x="6623544" y="1372097"/>
                  </a:lnTo>
                  <a:lnTo>
                    <a:pt x="6624826" y="1366031"/>
                  </a:lnTo>
                  <a:lnTo>
                    <a:pt x="6626108" y="1345394"/>
                  </a:lnTo>
                  <a:lnTo>
                    <a:pt x="6627390" y="1317372"/>
                  </a:lnTo>
                  <a:lnTo>
                    <a:pt x="6628672" y="1285303"/>
                  </a:lnTo>
                  <a:lnTo>
                    <a:pt x="6629953" y="1271771"/>
                  </a:lnTo>
                  <a:lnTo>
                    <a:pt x="6631235" y="1322218"/>
                  </a:lnTo>
                  <a:lnTo>
                    <a:pt x="6632517" y="1360802"/>
                  </a:lnTo>
                  <a:lnTo>
                    <a:pt x="6633799" y="1362540"/>
                  </a:lnTo>
                  <a:lnTo>
                    <a:pt x="6635081" y="1355918"/>
                  </a:lnTo>
                  <a:lnTo>
                    <a:pt x="6636363" y="1302557"/>
                  </a:lnTo>
                  <a:lnTo>
                    <a:pt x="6637644" y="1240805"/>
                  </a:lnTo>
                  <a:lnTo>
                    <a:pt x="6638926" y="1129108"/>
                  </a:lnTo>
                  <a:lnTo>
                    <a:pt x="6640208" y="1167924"/>
                  </a:lnTo>
                  <a:lnTo>
                    <a:pt x="6641490" y="1226465"/>
                  </a:lnTo>
                  <a:lnTo>
                    <a:pt x="6642772" y="1179357"/>
                  </a:lnTo>
                  <a:lnTo>
                    <a:pt x="6644054" y="1275287"/>
                  </a:lnTo>
                  <a:lnTo>
                    <a:pt x="6645335" y="1304248"/>
                  </a:lnTo>
                  <a:lnTo>
                    <a:pt x="6646617" y="1254654"/>
                  </a:lnTo>
                  <a:lnTo>
                    <a:pt x="6647899" y="1340085"/>
                  </a:lnTo>
                  <a:lnTo>
                    <a:pt x="6649181" y="1370687"/>
                  </a:lnTo>
                  <a:lnTo>
                    <a:pt x="6650463" y="1353793"/>
                  </a:lnTo>
                  <a:lnTo>
                    <a:pt x="6651745" y="1318810"/>
                  </a:lnTo>
                  <a:lnTo>
                    <a:pt x="6653027" y="1293280"/>
                  </a:lnTo>
                  <a:lnTo>
                    <a:pt x="6654308" y="1268836"/>
                  </a:lnTo>
                  <a:lnTo>
                    <a:pt x="6655590" y="1268836"/>
                  </a:lnTo>
                  <a:lnTo>
                    <a:pt x="6656872" y="1308462"/>
                  </a:lnTo>
                  <a:lnTo>
                    <a:pt x="6658154" y="1340085"/>
                  </a:lnTo>
                  <a:lnTo>
                    <a:pt x="6659436" y="1373551"/>
                  </a:lnTo>
                  <a:lnTo>
                    <a:pt x="6660718" y="1373551"/>
                  </a:lnTo>
                  <a:lnTo>
                    <a:pt x="6661999" y="1295782"/>
                  </a:lnTo>
                  <a:lnTo>
                    <a:pt x="6663281" y="1268836"/>
                  </a:lnTo>
                  <a:lnTo>
                    <a:pt x="6664563" y="1218463"/>
                  </a:lnTo>
                  <a:lnTo>
                    <a:pt x="6665845" y="1123698"/>
                  </a:lnTo>
                  <a:lnTo>
                    <a:pt x="6667127" y="1259529"/>
                  </a:lnTo>
                  <a:lnTo>
                    <a:pt x="6668409" y="1211571"/>
                  </a:lnTo>
                  <a:lnTo>
                    <a:pt x="6669691" y="1167545"/>
                  </a:lnTo>
                  <a:lnTo>
                    <a:pt x="6670972" y="1137646"/>
                  </a:lnTo>
                  <a:lnTo>
                    <a:pt x="6672254" y="1252065"/>
                  </a:lnTo>
                  <a:lnTo>
                    <a:pt x="6673536" y="1174356"/>
                  </a:lnTo>
                  <a:lnTo>
                    <a:pt x="6674818" y="1210976"/>
                  </a:lnTo>
                  <a:lnTo>
                    <a:pt x="6676100" y="1241021"/>
                  </a:lnTo>
                  <a:lnTo>
                    <a:pt x="6677382" y="1290658"/>
                  </a:lnTo>
                  <a:lnTo>
                    <a:pt x="6678663" y="1304013"/>
                  </a:lnTo>
                  <a:lnTo>
                    <a:pt x="6679945" y="1327106"/>
                  </a:lnTo>
                  <a:lnTo>
                    <a:pt x="6681227" y="1302288"/>
                  </a:lnTo>
                  <a:lnTo>
                    <a:pt x="6682509" y="1296829"/>
                  </a:lnTo>
                  <a:lnTo>
                    <a:pt x="6683791" y="1307008"/>
                  </a:lnTo>
                  <a:lnTo>
                    <a:pt x="6685073" y="1332862"/>
                  </a:lnTo>
                  <a:lnTo>
                    <a:pt x="6686354" y="1338677"/>
                  </a:lnTo>
                  <a:lnTo>
                    <a:pt x="6687636" y="1333825"/>
                  </a:lnTo>
                  <a:lnTo>
                    <a:pt x="6688918" y="1367291"/>
                  </a:lnTo>
                  <a:lnTo>
                    <a:pt x="6690200" y="1400796"/>
                  </a:lnTo>
                  <a:lnTo>
                    <a:pt x="6691482" y="1428869"/>
                  </a:lnTo>
                  <a:lnTo>
                    <a:pt x="6692764" y="1505106"/>
                  </a:lnTo>
                  <a:lnTo>
                    <a:pt x="6694046" y="1492738"/>
                  </a:lnTo>
                  <a:lnTo>
                    <a:pt x="6695327" y="1478960"/>
                  </a:lnTo>
                  <a:lnTo>
                    <a:pt x="6696609" y="1462160"/>
                  </a:lnTo>
                  <a:lnTo>
                    <a:pt x="6697891" y="1455830"/>
                  </a:lnTo>
                  <a:lnTo>
                    <a:pt x="6699173" y="1304374"/>
                  </a:lnTo>
                  <a:lnTo>
                    <a:pt x="6700455" y="1184418"/>
                  </a:lnTo>
                  <a:lnTo>
                    <a:pt x="6701737" y="1222864"/>
                  </a:lnTo>
                  <a:lnTo>
                    <a:pt x="6703018" y="1172154"/>
                  </a:lnTo>
                  <a:lnTo>
                    <a:pt x="6704300" y="1062070"/>
                  </a:lnTo>
                  <a:lnTo>
                    <a:pt x="6705582" y="1035959"/>
                  </a:lnTo>
                  <a:lnTo>
                    <a:pt x="6706864" y="1035959"/>
                  </a:lnTo>
                  <a:lnTo>
                    <a:pt x="6708146" y="1035959"/>
                  </a:lnTo>
                  <a:lnTo>
                    <a:pt x="6709428" y="1014047"/>
                  </a:lnTo>
                  <a:lnTo>
                    <a:pt x="6710710" y="1210800"/>
                  </a:lnTo>
                  <a:lnTo>
                    <a:pt x="6711991" y="1147571"/>
                  </a:lnTo>
                  <a:lnTo>
                    <a:pt x="6713273" y="1188781"/>
                  </a:lnTo>
                  <a:lnTo>
                    <a:pt x="6714555" y="1257809"/>
                  </a:lnTo>
                  <a:lnTo>
                    <a:pt x="6715837" y="1168668"/>
                  </a:lnTo>
                  <a:lnTo>
                    <a:pt x="6717119" y="1115890"/>
                  </a:lnTo>
                  <a:lnTo>
                    <a:pt x="6718401" y="1134082"/>
                  </a:lnTo>
                  <a:lnTo>
                    <a:pt x="6719682" y="1094991"/>
                  </a:lnTo>
                  <a:lnTo>
                    <a:pt x="6720964" y="1104426"/>
                  </a:lnTo>
                  <a:lnTo>
                    <a:pt x="6722246" y="1106269"/>
                  </a:lnTo>
                  <a:lnTo>
                    <a:pt x="6723528" y="1127819"/>
                  </a:lnTo>
                  <a:lnTo>
                    <a:pt x="6724810" y="1138932"/>
                  </a:lnTo>
                  <a:lnTo>
                    <a:pt x="6726092" y="1117378"/>
                  </a:lnTo>
                  <a:lnTo>
                    <a:pt x="6727374" y="1109227"/>
                  </a:lnTo>
                  <a:lnTo>
                    <a:pt x="6728655" y="1097517"/>
                  </a:lnTo>
                  <a:lnTo>
                    <a:pt x="6729937" y="1113288"/>
                  </a:lnTo>
                  <a:lnTo>
                    <a:pt x="6731219" y="1135338"/>
                  </a:lnTo>
                  <a:lnTo>
                    <a:pt x="6732501" y="1151192"/>
                  </a:lnTo>
                  <a:lnTo>
                    <a:pt x="6733783" y="1173735"/>
                  </a:lnTo>
                  <a:lnTo>
                    <a:pt x="6735065" y="1243073"/>
                  </a:lnTo>
                  <a:lnTo>
                    <a:pt x="6736346" y="1308410"/>
                  </a:lnTo>
                  <a:lnTo>
                    <a:pt x="6737628" y="1342405"/>
                  </a:lnTo>
                  <a:lnTo>
                    <a:pt x="6738910" y="1443028"/>
                  </a:lnTo>
                  <a:lnTo>
                    <a:pt x="6740192" y="1486733"/>
                  </a:lnTo>
                  <a:lnTo>
                    <a:pt x="6741474" y="1501731"/>
                  </a:lnTo>
                  <a:lnTo>
                    <a:pt x="6742756" y="1430586"/>
                  </a:lnTo>
                  <a:lnTo>
                    <a:pt x="6744037" y="1392328"/>
                  </a:lnTo>
                  <a:lnTo>
                    <a:pt x="6745319" y="1184379"/>
                  </a:lnTo>
                  <a:lnTo>
                    <a:pt x="6746601" y="1077297"/>
                  </a:lnTo>
                  <a:lnTo>
                    <a:pt x="6747883" y="1174179"/>
                  </a:lnTo>
                  <a:lnTo>
                    <a:pt x="6749165" y="1218463"/>
                  </a:lnTo>
                  <a:lnTo>
                    <a:pt x="6750447" y="1222864"/>
                  </a:lnTo>
                  <a:lnTo>
                    <a:pt x="6751729" y="1261701"/>
                  </a:lnTo>
                  <a:lnTo>
                    <a:pt x="6753010" y="1518018"/>
                  </a:lnTo>
                  <a:lnTo>
                    <a:pt x="6754292" y="1549981"/>
                  </a:lnTo>
                  <a:lnTo>
                    <a:pt x="6755574" y="1616079"/>
                  </a:lnTo>
                  <a:lnTo>
                    <a:pt x="6756856" y="1668810"/>
                  </a:lnTo>
                  <a:lnTo>
                    <a:pt x="6758138" y="1668810"/>
                  </a:lnTo>
                  <a:lnTo>
                    <a:pt x="6759420" y="1668810"/>
                  </a:lnTo>
                  <a:lnTo>
                    <a:pt x="6760701" y="1668810"/>
                  </a:lnTo>
                  <a:lnTo>
                    <a:pt x="6761983" y="1668810"/>
                  </a:lnTo>
                  <a:lnTo>
                    <a:pt x="6763265" y="1668810"/>
                  </a:lnTo>
                  <a:lnTo>
                    <a:pt x="6764547" y="1668810"/>
                  </a:lnTo>
                  <a:lnTo>
                    <a:pt x="6765829" y="1668810"/>
                  </a:lnTo>
                  <a:lnTo>
                    <a:pt x="6767111" y="1668810"/>
                  </a:lnTo>
                  <a:lnTo>
                    <a:pt x="6768393" y="1668810"/>
                  </a:lnTo>
                  <a:lnTo>
                    <a:pt x="6769674" y="1668810"/>
                  </a:lnTo>
                  <a:lnTo>
                    <a:pt x="6770956" y="1668810"/>
                  </a:lnTo>
                  <a:lnTo>
                    <a:pt x="6772238" y="1668810"/>
                  </a:lnTo>
                  <a:lnTo>
                    <a:pt x="6773520" y="1668810"/>
                  </a:lnTo>
                  <a:lnTo>
                    <a:pt x="6774802" y="1668810"/>
                  </a:lnTo>
                  <a:lnTo>
                    <a:pt x="6776084" y="1668810"/>
                  </a:lnTo>
                  <a:lnTo>
                    <a:pt x="6777365" y="1668810"/>
                  </a:lnTo>
                  <a:lnTo>
                    <a:pt x="6778647" y="1668810"/>
                  </a:lnTo>
                  <a:lnTo>
                    <a:pt x="6779929" y="1668810"/>
                  </a:lnTo>
                  <a:lnTo>
                    <a:pt x="6781211" y="1668810"/>
                  </a:lnTo>
                  <a:lnTo>
                    <a:pt x="6782493" y="1668810"/>
                  </a:lnTo>
                  <a:lnTo>
                    <a:pt x="6783775" y="1668810"/>
                  </a:lnTo>
                  <a:lnTo>
                    <a:pt x="6785056" y="1643497"/>
                  </a:lnTo>
                  <a:lnTo>
                    <a:pt x="6786338" y="1547135"/>
                  </a:lnTo>
                  <a:lnTo>
                    <a:pt x="6787620" y="1581954"/>
                  </a:lnTo>
                  <a:lnTo>
                    <a:pt x="6788902" y="1566710"/>
                  </a:lnTo>
                  <a:lnTo>
                    <a:pt x="6790184" y="1446028"/>
                  </a:lnTo>
                  <a:lnTo>
                    <a:pt x="6791466" y="1392126"/>
                  </a:lnTo>
                  <a:lnTo>
                    <a:pt x="6792748" y="1385281"/>
                  </a:lnTo>
                  <a:lnTo>
                    <a:pt x="6794029" y="1180300"/>
                  </a:lnTo>
                  <a:lnTo>
                    <a:pt x="6795311" y="1180300"/>
                  </a:lnTo>
                  <a:lnTo>
                    <a:pt x="6796593" y="1199065"/>
                  </a:lnTo>
                  <a:lnTo>
                    <a:pt x="6797875" y="1180300"/>
                  </a:lnTo>
                  <a:lnTo>
                    <a:pt x="6799157" y="1180300"/>
                  </a:lnTo>
                  <a:lnTo>
                    <a:pt x="6800439" y="1180300"/>
                  </a:lnTo>
                  <a:lnTo>
                    <a:pt x="6801720" y="1225077"/>
                  </a:lnTo>
                  <a:lnTo>
                    <a:pt x="6803002" y="1268836"/>
                  </a:lnTo>
                  <a:lnTo>
                    <a:pt x="6804284" y="1348271"/>
                  </a:lnTo>
                  <a:lnTo>
                    <a:pt x="6805566" y="1373551"/>
                  </a:lnTo>
                  <a:lnTo>
                    <a:pt x="6806848" y="1373551"/>
                  </a:lnTo>
                  <a:lnTo>
                    <a:pt x="6808130" y="1373551"/>
                  </a:lnTo>
                  <a:lnTo>
                    <a:pt x="6809412" y="1379324"/>
                  </a:lnTo>
                  <a:lnTo>
                    <a:pt x="6810693" y="1434065"/>
                  </a:lnTo>
                  <a:lnTo>
                    <a:pt x="6811975" y="1473690"/>
                  </a:lnTo>
                  <a:lnTo>
                    <a:pt x="6813257" y="1578406"/>
                  </a:lnTo>
                  <a:lnTo>
                    <a:pt x="6814539" y="1578406"/>
                  </a:lnTo>
                  <a:lnTo>
                    <a:pt x="6815821" y="1603564"/>
                  </a:lnTo>
                  <a:lnTo>
                    <a:pt x="6817103" y="1666941"/>
                  </a:lnTo>
                  <a:lnTo>
                    <a:pt x="6818384" y="1666941"/>
                  </a:lnTo>
                  <a:lnTo>
                    <a:pt x="6819666" y="1666941"/>
                  </a:lnTo>
                  <a:lnTo>
                    <a:pt x="6820948" y="1666941"/>
                  </a:lnTo>
                  <a:lnTo>
                    <a:pt x="6822230" y="1657448"/>
                  </a:lnTo>
                  <a:lnTo>
                    <a:pt x="6823512" y="1531173"/>
                  </a:lnTo>
                  <a:lnTo>
                    <a:pt x="6824794" y="1434065"/>
                  </a:lnTo>
                  <a:lnTo>
                    <a:pt x="6826075" y="1382232"/>
                  </a:lnTo>
                  <a:lnTo>
                    <a:pt x="6827357" y="1326696"/>
                  </a:lnTo>
                  <a:lnTo>
                    <a:pt x="6828639" y="1313613"/>
                  </a:lnTo>
                  <a:lnTo>
                    <a:pt x="6829921" y="1268836"/>
                  </a:lnTo>
                  <a:lnTo>
                    <a:pt x="6831203" y="1268836"/>
                  </a:lnTo>
                  <a:lnTo>
                    <a:pt x="6832485" y="1268836"/>
                  </a:lnTo>
                  <a:lnTo>
                    <a:pt x="6833767" y="1234017"/>
                  </a:lnTo>
                  <a:lnTo>
                    <a:pt x="6835048" y="1203319"/>
                  </a:lnTo>
                  <a:lnTo>
                    <a:pt x="6836330" y="1138763"/>
                  </a:lnTo>
                  <a:lnTo>
                    <a:pt x="6837612" y="1103607"/>
                  </a:lnTo>
                  <a:lnTo>
                    <a:pt x="6838894" y="1103607"/>
                  </a:lnTo>
                  <a:lnTo>
                    <a:pt x="6840176" y="1103607"/>
                  </a:lnTo>
                  <a:lnTo>
                    <a:pt x="6841458" y="1107208"/>
                  </a:lnTo>
                  <a:lnTo>
                    <a:pt x="6842739" y="1129301"/>
                  </a:lnTo>
                  <a:lnTo>
                    <a:pt x="6844021" y="1330313"/>
                  </a:lnTo>
                  <a:lnTo>
                    <a:pt x="6845303" y="1398233"/>
                  </a:lnTo>
                  <a:lnTo>
                    <a:pt x="6846585" y="1560304"/>
                  </a:lnTo>
                  <a:lnTo>
                    <a:pt x="6847867" y="1546789"/>
                  </a:lnTo>
                  <a:lnTo>
                    <a:pt x="6849149" y="1553506"/>
                  </a:lnTo>
                  <a:lnTo>
                    <a:pt x="6850431" y="1416726"/>
                  </a:lnTo>
                  <a:lnTo>
                    <a:pt x="6851712" y="1336454"/>
                  </a:lnTo>
                  <a:lnTo>
                    <a:pt x="6852994" y="1341156"/>
                  </a:lnTo>
                  <a:lnTo>
                    <a:pt x="6854276" y="1363619"/>
                  </a:lnTo>
                  <a:lnTo>
                    <a:pt x="6855558" y="1404297"/>
                  </a:lnTo>
                  <a:lnTo>
                    <a:pt x="6856840" y="1386997"/>
                  </a:lnTo>
                  <a:lnTo>
                    <a:pt x="6858122" y="1381906"/>
                  </a:lnTo>
                  <a:lnTo>
                    <a:pt x="6859403" y="1380220"/>
                  </a:lnTo>
                  <a:lnTo>
                    <a:pt x="6860685" y="1349078"/>
                  </a:lnTo>
                  <a:lnTo>
                    <a:pt x="6861967" y="1462637"/>
                  </a:lnTo>
                  <a:lnTo>
                    <a:pt x="6863249" y="1322577"/>
                  </a:lnTo>
                  <a:lnTo>
                    <a:pt x="6864531" y="1292297"/>
                  </a:lnTo>
                  <a:lnTo>
                    <a:pt x="6865813" y="1284972"/>
                  </a:lnTo>
                  <a:lnTo>
                    <a:pt x="6867095" y="1288565"/>
                  </a:lnTo>
                  <a:lnTo>
                    <a:pt x="6868376" y="1291443"/>
                  </a:lnTo>
                  <a:lnTo>
                    <a:pt x="6869658" y="1381906"/>
                  </a:lnTo>
                  <a:lnTo>
                    <a:pt x="6870940" y="1469317"/>
                  </a:lnTo>
                  <a:lnTo>
                    <a:pt x="6872222" y="1493419"/>
                  </a:lnTo>
                  <a:lnTo>
                    <a:pt x="6873504" y="1489331"/>
                  </a:lnTo>
                  <a:lnTo>
                    <a:pt x="6874786" y="1469317"/>
                  </a:lnTo>
                  <a:lnTo>
                    <a:pt x="6876067" y="1529393"/>
                  </a:lnTo>
                  <a:lnTo>
                    <a:pt x="6877349" y="1535982"/>
                  </a:lnTo>
                  <a:lnTo>
                    <a:pt x="6878631" y="1538196"/>
                  </a:lnTo>
                  <a:lnTo>
                    <a:pt x="6879913" y="1581954"/>
                  </a:lnTo>
                  <a:lnTo>
                    <a:pt x="6881195" y="1607797"/>
                  </a:lnTo>
                  <a:lnTo>
                    <a:pt x="6882477" y="1668810"/>
                  </a:lnTo>
                  <a:lnTo>
                    <a:pt x="6883758" y="1668810"/>
                  </a:lnTo>
                  <a:lnTo>
                    <a:pt x="6885040" y="1635661"/>
                  </a:lnTo>
                  <a:lnTo>
                    <a:pt x="6886322" y="1580572"/>
                  </a:lnTo>
                  <a:lnTo>
                    <a:pt x="6887604" y="1477119"/>
                  </a:lnTo>
                  <a:lnTo>
                    <a:pt x="6888886" y="1501713"/>
                  </a:lnTo>
                  <a:lnTo>
                    <a:pt x="6890168" y="1648220"/>
                  </a:lnTo>
                  <a:lnTo>
                    <a:pt x="6891450" y="1666539"/>
                  </a:lnTo>
                  <a:lnTo>
                    <a:pt x="6892731" y="1668810"/>
                  </a:lnTo>
                  <a:lnTo>
                    <a:pt x="6894013" y="1668810"/>
                  </a:lnTo>
                  <a:lnTo>
                    <a:pt x="6895295" y="1668810"/>
                  </a:lnTo>
                  <a:lnTo>
                    <a:pt x="6896577" y="1668810"/>
                  </a:lnTo>
                  <a:lnTo>
                    <a:pt x="6897859" y="1625676"/>
                  </a:lnTo>
                  <a:lnTo>
                    <a:pt x="6899141" y="1555510"/>
                  </a:lnTo>
                  <a:lnTo>
                    <a:pt x="6900422" y="1555510"/>
                  </a:lnTo>
                  <a:lnTo>
                    <a:pt x="6901704" y="1538533"/>
                  </a:lnTo>
                  <a:lnTo>
                    <a:pt x="6902986" y="1500769"/>
                  </a:lnTo>
                  <a:lnTo>
                    <a:pt x="6904268" y="1524759"/>
                  </a:lnTo>
                  <a:lnTo>
                    <a:pt x="6905550" y="1555510"/>
                  </a:lnTo>
                  <a:lnTo>
                    <a:pt x="6906832" y="1555510"/>
                  </a:lnTo>
                  <a:lnTo>
                    <a:pt x="6908114" y="1555510"/>
                  </a:lnTo>
                  <a:lnTo>
                    <a:pt x="6909395" y="1552366"/>
                  </a:lnTo>
                  <a:lnTo>
                    <a:pt x="6910677" y="1520700"/>
                  </a:lnTo>
                  <a:lnTo>
                    <a:pt x="6911959" y="1318810"/>
                  </a:lnTo>
                  <a:lnTo>
                    <a:pt x="6913241" y="1321427"/>
                  </a:lnTo>
                  <a:lnTo>
                    <a:pt x="6914523" y="1373551"/>
                  </a:lnTo>
                  <a:lnTo>
                    <a:pt x="6915805" y="1373551"/>
                  </a:lnTo>
                  <a:lnTo>
                    <a:pt x="6917086" y="1424571"/>
                  </a:lnTo>
                  <a:lnTo>
                    <a:pt x="6918368" y="1501713"/>
                  </a:lnTo>
                  <a:lnTo>
                    <a:pt x="6919650" y="1501713"/>
                  </a:lnTo>
                  <a:lnTo>
                    <a:pt x="6920932" y="1523665"/>
                  </a:lnTo>
                  <a:lnTo>
                    <a:pt x="6922214" y="1578406"/>
                  </a:lnTo>
                  <a:lnTo>
                    <a:pt x="6923496" y="1516254"/>
                  </a:lnTo>
                  <a:lnTo>
                    <a:pt x="6924777" y="1501713"/>
                  </a:lnTo>
                  <a:lnTo>
                    <a:pt x="6926059" y="1501713"/>
                  </a:lnTo>
                  <a:lnTo>
                    <a:pt x="6927341" y="1501713"/>
                  </a:lnTo>
                  <a:lnTo>
                    <a:pt x="6928623" y="1501713"/>
                  </a:lnTo>
                  <a:lnTo>
                    <a:pt x="6929905" y="1505314"/>
                  </a:lnTo>
                  <a:lnTo>
                    <a:pt x="6931187" y="1578406"/>
                  </a:lnTo>
                  <a:lnTo>
                    <a:pt x="6932469" y="1668810"/>
                  </a:lnTo>
                  <a:lnTo>
                    <a:pt x="6933750" y="1668810"/>
                  </a:lnTo>
                  <a:lnTo>
                    <a:pt x="6935032" y="1668810"/>
                  </a:lnTo>
                  <a:lnTo>
                    <a:pt x="6936314" y="1668810"/>
                  </a:lnTo>
                  <a:lnTo>
                    <a:pt x="6937596" y="1668810"/>
                  </a:lnTo>
                  <a:lnTo>
                    <a:pt x="6938878" y="1668810"/>
                  </a:lnTo>
                  <a:lnTo>
                    <a:pt x="6940160" y="1668810"/>
                  </a:lnTo>
                  <a:lnTo>
                    <a:pt x="6941441" y="1668810"/>
                  </a:lnTo>
                  <a:lnTo>
                    <a:pt x="6942723" y="1668810"/>
                  </a:lnTo>
                  <a:lnTo>
                    <a:pt x="6944005" y="1668810"/>
                  </a:lnTo>
                  <a:lnTo>
                    <a:pt x="6945287" y="1668810"/>
                  </a:lnTo>
                  <a:lnTo>
                    <a:pt x="6946569" y="1668810"/>
                  </a:lnTo>
                  <a:lnTo>
                    <a:pt x="6947851" y="1668810"/>
                  </a:lnTo>
                  <a:lnTo>
                    <a:pt x="6949133" y="1668810"/>
                  </a:lnTo>
                  <a:lnTo>
                    <a:pt x="6950414" y="1668810"/>
                  </a:lnTo>
                  <a:lnTo>
                    <a:pt x="6951696" y="1668810"/>
                  </a:lnTo>
                  <a:lnTo>
                    <a:pt x="6952978" y="1668810"/>
                  </a:lnTo>
                  <a:lnTo>
                    <a:pt x="6954260" y="1668810"/>
                  </a:lnTo>
                  <a:lnTo>
                    <a:pt x="6955542" y="1668810"/>
                  </a:lnTo>
                  <a:lnTo>
                    <a:pt x="6956824" y="1668810"/>
                  </a:lnTo>
                  <a:lnTo>
                    <a:pt x="6958105" y="1668810"/>
                  </a:lnTo>
                  <a:lnTo>
                    <a:pt x="6959387" y="1668810"/>
                  </a:lnTo>
                  <a:lnTo>
                    <a:pt x="6960669" y="1668810"/>
                  </a:lnTo>
                  <a:lnTo>
                    <a:pt x="6961951" y="1668810"/>
                  </a:lnTo>
                  <a:lnTo>
                    <a:pt x="6963233" y="1668810"/>
                  </a:lnTo>
                  <a:lnTo>
                    <a:pt x="6964515" y="1668810"/>
                  </a:lnTo>
                  <a:lnTo>
                    <a:pt x="6965796" y="1668810"/>
                  </a:lnTo>
                  <a:lnTo>
                    <a:pt x="6967078" y="1616023"/>
                  </a:lnTo>
                  <a:lnTo>
                    <a:pt x="6968360" y="1635661"/>
                  </a:lnTo>
                  <a:lnTo>
                    <a:pt x="6969642" y="1668810"/>
                  </a:lnTo>
                  <a:lnTo>
                    <a:pt x="6970924" y="1578406"/>
                  </a:lnTo>
                  <a:lnTo>
                    <a:pt x="6972206" y="1578406"/>
                  </a:lnTo>
                  <a:lnTo>
                    <a:pt x="6973488" y="1578406"/>
                  </a:lnTo>
                  <a:lnTo>
                    <a:pt x="6974769" y="1578406"/>
                  </a:lnTo>
                  <a:lnTo>
                    <a:pt x="6976051" y="1578406"/>
                  </a:lnTo>
                  <a:lnTo>
                    <a:pt x="6977333" y="1578406"/>
                  </a:lnTo>
                  <a:lnTo>
                    <a:pt x="6978615" y="1652759"/>
                  </a:lnTo>
                  <a:lnTo>
                    <a:pt x="6979897" y="1666941"/>
                  </a:lnTo>
                  <a:lnTo>
                    <a:pt x="6981179" y="1666941"/>
                  </a:lnTo>
                  <a:lnTo>
                    <a:pt x="6982460" y="1666941"/>
                  </a:lnTo>
                  <a:lnTo>
                    <a:pt x="6983742" y="1666941"/>
                  </a:lnTo>
                  <a:lnTo>
                    <a:pt x="6985024" y="1666941"/>
                  </a:lnTo>
                  <a:lnTo>
                    <a:pt x="6986306" y="1666941"/>
                  </a:lnTo>
                  <a:lnTo>
                    <a:pt x="6987588" y="1666941"/>
                  </a:lnTo>
                  <a:lnTo>
                    <a:pt x="6988870" y="1666941"/>
                  </a:lnTo>
                  <a:lnTo>
                    <a:pt x="6990152" y="1666941"/>
                  </a:lnTo>
                  <a:lnTo>
                    <a:pt x="6991433" y="1666941"/>
                  </a:lnTo>
                  <a:lnTo>
                    <a:pt x="6992715" y="1666941"/>
                  </a:lnTo>
                  <a:lnTo>
                    <a:pt x="6993997" y="1666941"/>
                  </a:lnTo>
                  <a:lnTo>
                    <a:pt x="6995279" y="1666941"/>
                  </a:lnTo>
                  <a:lnTo>
                    <a:pt x="6996561" y="1666941"/>
                  </a:lnTo>
                  <a:lnTo>
                    <a:pt x="6997843" y="1666941"/>
                  </a:lnTo>
                  <a:lnTo>
                    <a:pt x="6999124" y="1666941"/>
                  </a:lnTo>
                  <a:lnTo>
                    <a:pt x="7000406" y="1666941"/>
                  </a:lnTo>
                  <a:lnTo>
                    <a:pt x="7001688" y="1666941"/>
                  </a:lnTo>
                  <a:lnTo>
                    <a:pt x="7002970" y="1666941"/>
                  </a:lnTo>
                  <a:lnTo>
                    <a:pt x="7004252" y="1668810"/>
                  </a:lnTo>
                  <a:lnTo>
                    <a:pt x="7005534" y="1668810"/>
                  </a:lnTo>
                  <a:lnTo>
                    <a:pt x="7006816" y="1668810"/>
                  </a:lnTo>
                  <a:lnTo>
                    <a:pt x="7008097" y="1668810"/>
                  </a:lnTo>
                  <a:lnTo>
                    <a:pt x="7009379" y="1668810"/>
                  </a:lnTo>
                  <a:lnTo>
                    <a:pt x="7010661" y="1668810"/>
                  </a:lnTo>
                  <a:lnTo>
                    <a:pt x="7011943" y="1668810"/>
                  </a:lnTo>
                  <a:lnTo>
                    <a:pt x="7013225" y="1668810"/>
                  </a:lnTo>
                  <a:lnTo>
                    <a:pt x="7014507" y="1668810"/>
                  </a:lnTo>
                  <a:lnTo>
                    <a:pt x="7015788" y="1668810"/>
                  </a:lnTo>
                  <a:lnTo>
                    <a:pt x="7017070" y="1668810"/>
                  </a:lnTo>
                  <a:lnTo>
                    <a:pt x="7018352" y="1668810"/>
                  </a:lnTo>
                  <a:lnTo>
                    <a:pt x="7019634" y="1668810"/>
                  </a:lnTo>
                  <a:lnTo>
                    <a:pt x="7020916" y="1668810"/>
                  </a:lnTo>
                  <a:lnTo>
                    <a:pt x="7022198" y="1668810"/>
                  </a:lnTo>
                  <a:lnTo>
                    <a:pt x="7023479" y="1649096"/>
                  </a:lnTo>
                  <a:lnTo>
                    <a:pt x="7024761" y="1584078"/>
                  </a:lnTo>
                  <a:lnTo>
                    <a:pt x="7026043" y="1434065"/>
                  </a:lnTo>
                  <a:lnTo>
                    <a:pt x="7027325" y="1434065"/>
                  </a:lnTo>
                  <a:lnTo>
                    <a:pt x="7028607" y="1460176"/>
                  </a:lnTo>
                  <a:lnTo>
                    <a:pt x="7029889" y="1501713"/>
                  </a:lnTo>
                  <a:lnTo>
                    <a:pt x="7031171" y="1501713"/>
                  </a:lnTo>
                  <a:lnTo>
                    <a:pt x="7032452" y="1453536"/>
                  </a:lnTo>
                  <a:lnTo>
                    <a:pt x="7033734" y="1379324"/>
                  </a:lnTo>
                  <a:lnTo>
                    <a:pt x="7035016" y="1373551"/>
                  </a:lnTo>
                  <a:lnTo>
                    <a:pt x="7036298" y="1373551"/>
                  </a:lnTo>
                  <a:lnTo>
                    <a:pt x="7037580" y="1373551"/>
                  </a:lnTo>
                  <a:lnTo>
                    <a:pt x="7038862" y="1409089"/>
                  </a:lnTo>
                  <a:lnTo>
                    <a:pt x="7040143" y="1434065"/>
                  </a:lnTo>
                  <a:lnTo>
                    <a:pt x="7041425" y="1434065"/>
                  </a:lnTo>
                  <a:lnTo>
                    <a:pt x="7042707" y="1324056"/>
                  </a:lnTo>
                  <a:lnTo>
                    <a:pt x="7043989" y="1216275"/>
                  </a:lnTo>
                  <a:lnTo>
                    <a:pt x="7045271" y="1290386"/>
                  </a:lnTo>
                  <a:lnTo>
                    <a:pt x="7046553" y="1207203"/>
                  </a:lnTo>
                  <a:lnTo>
                    <a:pt x="7047835" y="1166718"/>
                  </a:lnTo>
                  <a:lnTo>
                    <a:pt x="7049116" y="1154540"/>
                  </a:lnTo>
                  <a:lnTo>
                    <a:pt x="7050398" y="1254736"/>
                  </a:lnTo>
                  <a:lnTo>
                    <a:pt x="7051680" y="1252395"/>
                  </a:lnTo>
                  <a:lnTo>
                    <a:pt x="7052962" y="1285700"/>
                  </a:lnTo>
                  <a:lnTo>
                    <a:pt x="7054244" y="1288564"/>
                  </a:lnTo>
                  <a:lnTo>
                    <a:pt x="7055526" y="1288564"/>
                  </a:lnTo>
                  <a:lnTo>
                    <a:pt x="7056807" y="1288564"/>
                  </a:lnTo>
                  <a:lnTo>
                    <a:pt x="7058089" y="1288564"/>
                  </a:lnTo>
                  <a:lnTo>
                    <a:pt x="7059371" y="1288564"/>
                  </a:lnTo>
                  <a:lnTo>
                    <a:pt x="7060653" y="1288564"/>
                  </a:lnTo>
                  <a:lnTo>
                    <a:pt x="7061935" y="1360356"/>
                  </a:lnTo>
                  <a:lnTo>
                    <a:pt x="7063217" y="1459566"/>
                  </a:lnTo>
                  <a:lnTo>
                    <a:pt x="7064498" y="1560304"/>
                  </a:lnTo>
                  <a:lnTo>
                    <a:pt x="7065780" y="1668810"/>
                  </a:lnTo>
                  <a:lnTo>
                    <a:pt x="7067062" y="1668810"/>
                  </a:lnTo>
                  <a:lnTo>
                    <a:pt x="7068344" y="1668810"/>
                  </a:lnTo>
                  <a:lnTo>
                    <a:pt x="7069626" y="1668810"/>
                  </a:lnTo>
                  <a:lnTo>
                    <a:pt x="7070908" y="1668810"/>
                  </a:lnTo>
                  <a:lnTo>
                    <a:pt x="7072190" y="1666941"/>
                  </a:lnTo>
                  <a:lnTo>
                    <a:pt x="7073471" y="1668810"/>
                  </a:lnTo>
                  <a:lnTo>
                    <a:pt x="7074753" y="1668810"/>
                  </a:lnTo>
                  <a:lnTo>
                    <a:pt x="7076035" y="1668810"/>
                  </a:lnTo>
                  <a:lnTo>
                    <a:pt x="7077317" y="1668810"/>
                  </a:lnTo>
                  <a:lnTo>
                    <a:pt x="7078599" y="1668810"/>
                  </a:lnTo>
                  <a:lnTo>
                    <a:pt x="7079881" y="1668810"/>
                  </a:lnTo>
                  <a:lnTo>
                    <a:pt x="7081162" y="1668810"/>
                  </a:lnTo>
                  <a:lnTo>
                    <a:pt x="7082444" y="1668810"/>
                  </a:lnTo>
                  <a:lnTo>
                    <a:pt x="7083726" y="1668810"/>
                  </a:lnTo>
                  <a:lnTo>
                    <a:pt x="7085008" y="1668810"/>
                  </a:lnTo>
                  <a:lnTo>
                    <a:pt x="7086290" y="1668810"/>
                  </a:lnTo>
                  <a:lnTo>
                    <a:pt x="7087572" y="1668810"/>
                  </a:lnTo>
                  <a:lnTo>
                    <a:pt x="7088854" y="1668810"/>
                  </a:lnTo>
                  <a:lnTo>
                    <a:pt x="7090135" y="1668810"/>
                  </a:lnTo>
                  <a:lnTo>
                    <a:pt x="7091417" y="1668810"/>
                  </a:lnTo>
                  <a:lnTo>
                    <a:pt x="7092699" y="1668810"/>
                  </a:lnTo>
                  <a:lnTo>
                    <a:pt x="7093981" y="1668810"/>
                  </a:lnTo>
                  <a:lnTo>
                    <a:pt x="7095263" y="1668810"/>
                  </a:lnTo>
                  <a:lnTo>
                    <a:pt x="7096545" y="1668810"/>
                  </a:lnTo>
                  <a:lnTo>
                    <a:pt x="7097826" y="1668810"/>
                  </a:lnTo>
                  <a:lnTo>
                    <a:pt x="7099108" y="1666941"/>
                  </a:lnTo>
                  <a:lnTo>
                    <a:pt x="7100390" y="1666941"/>
                  </a:lnTo>
                  <a:lnTo>
                    <a:pt x="7101672" y="1666941"/>
                  </a:lnTo>
                  <a:lnTo>
                    <a:pt x="7102954" y="1666941"/>
                  </a:lnTo>
                  <a:lnTo>
                    <a:pt x="7104236" y="1666941"/>
                  </a:lnTo>
                  <a:lnTo>
                    <a:pt x="7105517" y="1666941"/>
                  </a:lnTo>
                  <a:lnTo>
                    <a:pt x="7106799" y="1620969"/>
                  </a:lnTo>
                  <a:lnTo>
                    <a:pt x="7108081" y="1578406"/>
                  </a:lnTo>
                  <a:lnTo>
                    <a:pt x="7109363" y="1578406"/>
                  </a:lnTo>
                  <a:lnTo>
                    <a:pt x="7110645" y="1578406"/>
                  </a:lnTo>
                  <a:lnTo>
                    <a:pt x="7111927" y="1578406"/>
                  </a:lnTo>
                  <a:lnTo>
                    <a:pt x="7113209" y="1578406"/>
                  </a:lnTo>
                  <a:lnTo>
                    <a:pt x="7114490" y="1578406"/>
                  </a:lnTo>
                  <a:lnTo>
                    <a:pt x="7115772" y="1578406"/>
                  </a:lnTo>
                  <a:lnTo>
                    <a:pt x="7117054" y="1505314"/>
                  </a:lnTo>
                  <a:lnTo>
                    <a:pt x="7118336" y="1434065"/>
                  </a:lnTo>
                  <a:lnTo>
                    <a:pt x="7119618" y="1434065"/>
                  </a:lnTo>
                  <a:lnTo>
                    <a:pt x="7120900" y="1373551"/>
                  </a:lnTo>
                  <a:lnTo>
                    <a:pt x="7122181" y="1373551"/>
                  </a:lnTo>
                  <a:lnTo>
                    <a:pt x="7123463" y="1373551"/>
                  </a:lnTo>
                  <a:lnTo>
                    <a:pt x="7124745" y="1373551"/>
                  </a:lnTo>
                  <a:lnTo>
                    <a:pt x="7126027" y="1403011"/>
                  </a:lnTo>
                  <a:lnTo>
                    <a:pt x="7127309" y="1434065"/>
                  </a:lnTo>
                  <a:lnTo>
                    <a:pt x="7128591" y="1434065"/>
                  </a:lnTo>
                  <a:lnTo>
                    <a:pt x="7129873" y="1434065"/>
                  </a:lnTo>
                  <a:lnTo>
                    <a:pt x="7131154" y="1434065"/>
                  </a:lnTo>
                  <a:lnTo>
                    <a:pt x="7132436" y="1434065"/>
                  </a:lnTo>
                  <a:lnTo>
                    <a:pt x="7133718" y="1434065"/>
                  </a:lnTo>
                  <a:lnTo>
                    <a:pt x="7135000" y="1434065"/>
                  </a:lnTo>
                  <a:lnTo>
                    <a:pt x="7136282" y="1498134"/>
                  </a:lnTo>
                  <a:lnTo>
                    <a:pt x="7137564" y="1508937"/>
                  </a:lnTo>
                  <a:lnTo>
                    <a:pt x="7138845" y="1453536"/>
                  </a:lnTo>
                  <a:lnTo>
                    <a:pt x="7140127" y="1501713"/>
                  </a:lnTo>
                  <a:lnTo>
                    <a:pt x="7141409" y="1501713"/>
                  </a:lnTo>
                  <a:lnTo>
                    <a:pt x="7142691" y="1501713"/>
                  </a:lnTo>
                  <a:lnTo>
                    <a:pt x="7143973" y="1501713"/>
                  </a:lnTo>
                  <a:lnTo>
                    <a:pt x="7145255" y="1501713"/>
                  </a:lnTo>
                  <a:lnTo>
                    <a:pt x="7146537" y="1501713"/>
                  </a:lnTo>
                  <a:lnTo>
                    <a:pt x="7147818" y="1494578"/>
                  </a:lnTo>
                  <a:lnTo>
                    <a:pt x="7149100" y="1434065"/>
                  </a:lnTo>
                  <a:lnTo>
                    <a:pt x="7150382" y="1434065"/>
                  </a:lnTo>
                  <a:lnTo>
                    <a:pt x="7151664" y="1584078"/>
                  </a:lnTo>
                  <a:lnTo>
                    <a:pt x="7152946" y="1598891"/>
                  </a:lnTo>
                  <a:lnTo>
                    <a:pt x="7154228" y="1612879"/>
                  </a:lnTo>
                  <a:lnTo>
                    <a:pt x="7155509" y="1616023"/>
                  </a:lnTo>
                  <a:lnTo>
                    <a:pt x="7156791" y="1668810"/>
                  </a:lnTo>
                  <a:lnTo>
                    <a:pt x="7158073" y="1668810"/>
                  </a:lnTo>
                  <a:lnTo>
                    <a:pt x="7159355" y="1668810"/>
                  </a:lnTo>
                  <a:lnTo>
                    <a:pt x="7160637" y="1668810"/>
                  </a:lnTo>
                  <a:lnTo>
                    <a:pt x="7161919" y="1668810"/>
                  </a:lnTo>
                  <a:lnTo>
                    <a:pt x="7163200" y="1668810"/>
                  </a:lnTo>
                  <a:lnTo>
                    <a:pt x="7164482" y="1668810"/>
                  </a:lnTo>
                  <a:lnTo>
                    <a:pt x="7165764" y="1668810"/>
                  </a:lnTo>
                  <a:lnTo>
                    <a:pt x="7167046" y="1668810"/>
                  </a:lnTo>
                  <a:lnTo>
                    <a:pt x="7168328" y="1668810"/>
                  </a:lnTo>
                  <a:lnTo>
                    <a:pt x="7169610" y="1668810"/>
                  </a:lnTo>
                  <a:lnTo>
                    <a:pt x="7170892" y="1668810"/>
                  </a:lnTo>
                  <a:lnTo>
                    <a:pt x="7172173" y="1668810"/>
                  </a:lnTo>
                  <a:lnTo>
                    <a:pt x="7173455" y="1646180"/>
                  </a:lnTo>
                  <a:lnTo>
                    <a:pt x="7174737" y="1501713"/>
                  </a:lnTo>
                  <a:lnTo>
                    <a:pt x="7176019" y="1501713"/>
                  </a:lnTo>
                  <a:lnTo>
                    <a:pt x="7177301" y="1501713"/>
                  </a:lnTo>
                  <a:lnTo>
                    <a:pt x="7178583" y="1501713"/>
                  </a:lnTo>
                  <a:lnTo>
                    <a:pt x="7179864" y="1501713"/>
                  </a:lnTo>
                  <a:lnTo>
                    <a:pt x="7181146" y="1501713"/>
                  </a:lnTo>
                  <a:lnTo>
                    <a:pt x="7182428" y="1440482"/>
                  </a:lnTo>
                  <a:lnTo>
                    <a:pt x="7183710" y="1421441"/>
                  </a:lnTo>
                  <a:lnTo>
                    <a:pt x="7184992" y="1337382"/>
                  </a:lnTo>
                  <a:lnTo>
                    <a:pt x="7186274" y="1318810"/>
                  </a:lnTo>
                  <a:lnTo>
                    <a:pt x="7187556" y="1288307"/>
                  </a:lnTo>
                  <a:lnTo>
                    <a:pt x="7188837" y="1313613"/>
                  </a:lnTo>
                  <a:lnTo>
                    <a:pt x="7190119" y="1268836"/>
                  </a:lnTo>
                  <a:lnTo>
                    <a:pt x="7191401" y="1278489"/>
                  </a:lnTo>
                  <a:lnTo>
                    <a:pt x="7192683" y="1318810"/>
                  </a:lnTo>
                  <a:lnTo>
                    <a:pt x="7193965" y="1305903"/>
                  </a:lnTo>
                  <a:lnTo>
                    <a:pt x="7195247" y="1268836"/>
                  </a:lnTo>
                  <a:lnTo>
                    <a:pt x="7196528" y="1354227"/>
                  </a:lnTo>
                  <a:lnTo>
                    <a:pt x="7197810" y="1284819"/>
                  </a:lnTo>
                  <a:lnTo>
                    <a:pt x="7199092" y="1282422"/>
                  </a:lnTo>
                  <a:lnTo>
                    <a:pt x="7200374" y="1285566"/>
                  </a:lnTo>
                  <a:lnTo>
                    <a:pt x="7201656" y="1318817"/>
                  </a:lnTo>
                  <a:lnTo>
                    <a:pt x="7202938" y="1330343"/>
                  </a:lnTo>
                  <a:lnTo>
                    <a:pt x="7204219" y="1389564"/>
                  </a:lnTo>
                  <a:lnTo>
                    <a:pt x="7205501" y="1404823"/>
                  </a:lnTo>
                  <a:lnTo>
                    <a:pt x="7206783" y="1448406"/>
                  </a:lnTo>
                  <a:lnTo>
                    <a:pt x="7208065" y="1455601"/>
                  </a:lnTo>
                  <a:lnTo>
                    <a:pt x="7209347" y="1500769"/>
                  </a:lnTo>
                  <a:lnTo>
                    <a:pt x="7210629" y="1500769"/>
                  </a:lnTo>
                  <a:lnTo>
                    <a:pt x="7211911" y="1500769"/>
                  </a:lnTo>
                  <a:lnTo>
                    <a:pt x="7213192" y="1513973"/>
                  </a:lnTo>
                  <a:lnTo>
                    <a:pt x="7214474" y="1555510"/>
                  </a:lnTo>
                  <a:lnTo>
                    <a:pt x="7215756" y="1632351"/>
                  </a:lnTo>
                  <a:lnTo>
                    <a:pt x="7217038" y="1668810"/>
                  </a:lnTo>
                  <a:lnTo>
                    <a:pt x="7218320" y="1668810"/>
                  </a:lnTo>
                  <a:lnTo>
                    <a:pt x="7219602" y="1666941"/>
                  </a:lnTo>
                  <a:lnTo>
                    <a:pt x="7220883" y="1666941"/>
                  </a:lnTo>
                  <a:lnTo>
                    <a:pt x="7222165" y="1666941"/>
                  </a:lnTo>
                  <a:lnTo>
                    <a:pt x="7223447" y="1666941"/>
                  </a:lnTo>
                  <a:lnTo>
                    <a:pt x="7224729" y="1666941"/>
                  </a:lnTo>
                  <a:lnTo>
                    <a:pt x="7226011" y="1666941"/>
                  </a:lnTo>
                  <a:lnTo>
                    <a:pt x="7227293" y="1666941"/>
                  </a:lnTo>
                  <a:lnTo>
                    <a:pt x="7228575" y="1666941"/>
                  </a:lnTo>
                  <a:lnTo>
                    <a:pt x="7229856" y="1666941"/>
                  </a:lnTo>
                  <a:lnTo>
                    <a:pt x="7231138" y="1666941"/>
                  </a:lnTo>
                  <a:lnTo>
                    <a:pt x="7232420" y="1666941"/>
                  </a:lnTo>
                  <a:lnTo>
                    <a:pt x="7233702" y="1666941"/>
                  </a:lnTo>
                  <a:lnTo>
                    <a:pt x="7234984" y="1666941"/>
                  </a:lnTo>
                  <a:lnTo>
                    <a:pt x="7236266" y="1666941"/>
                  </a:lnTo>
                  <a:lnTo>
                    <a:pt x="7237547" y="1666941"/>
                  </a:lnTo>
                  <a:lnTo>
                    <a:pt x="7238829" y="1666941"/>
                  </a:lnTo>
                  <a:lnTo>
                    <a:pt x="7240111" y="1666941"/>
                  </a:lnTo>
                  <a:lnTo>
                    <a:pt x="7241393" y="1666941"/>
                  </a:lnTo>
                  <a:lnTo>
                    <a:pt x="7242675" y="1612200"/>
                  </a:lnTo>
                  <a:lnTo>
                    <a:pt x="7243957" y="1534964"/>
                  </a:lnTo>
                  <a:lnTo>
                    <a:pt x="7245239" y="1501713"/>
                  </a:lnTo>
                  <a:lnTo>
                    <a:pt x="7246520" y="1501713"/>
                  </a:lnTo>
                  <a:lnTo>
                    <a:pt x="7247802" y="1501713"/>
                  </a:lnTo>
                  <a:lnTo>
                    <a:pt x="7249084" y="1501713"/>
                  </a:lnTo>
                  <a:lnTo>
                    <a:pt x="7250366" y="1651726"/>
                  </a:lnTo>
                  <a:lnTo>
                    <a:pt x="7251648" y="1605308"/>
                  </a:lnTo>
                  <a:lnTo>
                    <a:pt x="7252930" y="1612879"/>
                  </a:lnTo>
                  <a:lnTo>
                    <a:pt x="7254211" y="1616023"/>
                  </a:lnTo>
                  <a:lnTo>
                    <a:pt x="7255493" y="1616023"/>
                  </a:lnTo>
                  <a:lnTo>
                    <a:pt x="7256775" y="1616023"/>
                  </a:lnTo>
                  <a:lnTo>
                    <a:pt x="7258057" y="1616023"/>
                  </a:lnTo>
                  <a:lnTo>
                    <a:pt x="7259339" y="1616023"/>
                  </a:lnTo>
                  <a:lnTo>
                    <a:pt x="7260621" y="1616023"/>
                  </a:lnTo>
                  <a:lnTo>
                    <a:pt x="7261902" y="1655649"/>
                  </a:lnTo>
                  <a:lnTo>
                    <a:pt x="7263184" y="1668810"/>
                  </a:lnTo>
                  <a:lnTo>
                    <a:pt x="7264466" y="1668810"/>
                  </a:lnTo>
                  <a:lnTo>
                    <a:pt x="7265748" y="1668810"/>
                  </a:lnTo>
                  <a:lnTo>
                    <a:pt x="7267030" y="1668810"/>
                  </a:lnTo>
                  <a:lnTo>
                    <a:pt x="7268312" y="1668810"/>
                  </a:lnTo>
                  <a:lnTo>
                    <a:pt x="7269594" y="1666539"/>
                  </a:lnTo>
                  <a:lnTo>
                    <a:pt x="7270875" y="1668810"/>
                  </a:lnTo>
                  <a:lnTo>
                    <a:pt x="7272157" y="1668810"/>
                  </a:lnTo>
                  <a:lnTo>
                    <a:pt x="7273439" y="1578406"/>
                  </a:lnTo>
                  <a:lnTo>
                    <a:pt x="7274721" y="1578406"/>
                  </a:lnTo>
                  <a:lnTo>
                    <a:pt x="7276003" y="1578406"/>
                  </a:lnTo>
                  <a:lnTo>
                    <a:pt x="7277285" y="1578406"/>
                  </a:lnTo>
                  <a:lnTo>
                    <a:pt x="7278566" y="1578406"/>
                  </a:lnTo>
                  <a:lnTo>
                    <a:pt x="7279848" y="1578406"/>
                  </a:lnTo>
                  <a:lnTo>
                    <a:pt x="7281130" y="1668810"/>
                  </a:lnTo>
                  <a:lnTo>
                    <a:pt x="7282412" y="1668810"/>
                  </a:lnTo>
                  <a:lnTo>
                    <a:pt x="7283694" y="1668810"/>
                  </a:lnTo>
                  <a:lnTo>
                    <a:pt x="7284976" y="1668810"/>
                  </a:lnTo>
                  <a:lnTo>
                    <a:pt x="7286258" y="1668810"/>
                  </a:lnTo>
                  <a:lnTo>
                    <a:pt x="7287539" y="1668810"/>
                  </a:lnTo>
                  <a:lnTo>
                    <a:pt x="7288821" y="1668810"/>
                  </a:lnTo>
                  <a:lnTo>
                    <a:pt x="7290103" y="1668810"/>
                  </a:lnTo>
                  <a:lnTo>
                    <a:pt x="7291385" y="1668810"/>
                  </a:lnTo>
                  <a:lnTo>
                    <a:pt x="7292667" y="1668810"/>
                  </a:lnTo>
                  <a:lnTo>
                    <a:pt x="7293949" y="1668810"/>
                  </a:lnTo>
                  <a:lnTo>
                    <a:pt x="7295230" y="1668810"/>
                  </a:lnTo>
                  <a:lnTo>
                    <a:pt x="7296512" y="1668810"/>
                  </a:lnTo>
                  <a:lnTo>
                    <a:pt x="7297794" y="1668810"/>
                  </a:lnTo>
                  <a:lnTo>
                    <a:pt x="7299076" y="1668810"/>
                  </a:lnTo>
                  <a:lnTo>
                    <a:pt x="7300358" y="1668810"/>
                  </a:lnTo>
                  <a:lnTo>
                    <a:pt x="7301640" y="1668810"/>
                  </a:lnTo>
                  <a:lnTo>
                    <a:pt x="7302921" y="1668810"/>
                  </a:lnTo>
                  <a:lnTo>
                    <a:pt x="7304203" y="1668810"/>
                  </a:lnTo>
                  <a:lnTo>
                    <a:pt x="7305485" y="1561282"/>
                  </a:lnTo>
                  <a:lnTo>
                    <a:pt x="7306767" y="1584078"/>
                  </a:lnTo>
                  <a:lnTo>
                    <a:pt x="7308049" y="1434065"/>
                  </a:lnTo>
                  <a:lnTo>
                    <a:pt x="7309331" y="1434065"/>
                  </a:lnTo>
                  <a:lnTo>
                    <a:pt x="7310613" y="1421441"/>
                  </a:lnTo>
                  <a:lnTo>
                    <a:pt x="7311894" y="1373551"/>
                  </a:lnTo>
                  <a:lnTo>
                    <a:pt x="7313176" y="1342801"/>
                  </a:lnTo>
                  <a:lnTo>
                    <a:pt x="7314458" y="1318810"/>
                  </a:lnTo>
                  <a:lnTo>
                    <a:pt x="7315740" y="1318810"/>
                  </a:lnTo>
                  <a:lnTo>
                    <a:pt x="7317022" y="1316206"/>
                  </a:lnTo>
                  <a:lnTo>
                    <a:pt x="7318304" y="1345529"/>
                  </a:lnTo>
                  <a:lnTo>
                    <a:pt x="7319585" y="1396997"/>
                  </a:lnTo>
                  <a:lnTo>
                    <a:pt x="7320867" y="1580572"/>
                  </a:lnTo>
                  <a:lnTo>
                    <a:pt x="7322149" y="1598891"/>
                  </a:lnTo>
                  <a:lnTo>
                    <a:pt x="7323431" y="1524196"/>
                  </a:lnTo>
                  <a:lnTo>
                    <a:pt x="7324713" y="1483637"/>
                  </a:lnTo>
                  <a:lnTo>
                    <a:pt x="7325995" y="1481032"/>
                  </a:lnTo>
                  <a:lnTo>
                    <a:pt x="7327277" y="1401679"/>
                  </a:lnTo>
                  <a:lnTo>
                    <a:pt x="7328558" y="1404823"/>
                  </a:lnTo>
                  <a:lnTo>
                    <a:pt x="7329840" y="1529643"/>
                  </a:lnTo>
                  <a:lnTo>
                    <a:pt x="7331122" y="1588326"/>
                  </a:lnTo>
                  <a:lnTo>
                    <a:pt x="7332404" y="1608901"/>
                  </a:lnTo>
                  <a:lnTo>
                    <a:pt x="7333686" y="1591608"/>
                  </a:lnTo>
                  <a:lnTo>
                    <a:pt x="7334968" y="1581954"/>
                  </a:lnTo>
                  <a:lnTo>
                    <a:pt x="7336249" y="1574820"/>
                  </a:lnTo>
                  <a:lnTo>
                    <a:pt x="7337531" y="1668810"/>
                  </a:lnTo>
                  <a:lnTo>
                    <a:pt x="7338813" y="1668810"/>
                  </a:lnTo>
                  <a:lnTo>
                    <a:pt x="7340095" y="1662822"/>
                  </a:lnTo>
                  <a:lnTo>
                    <a:pt x="7341377" y="1633362"/>
                  </a:lnTo>
                  <a:lnTo>
                    <a:pt x="7342659" y="1668810"/>
                  </a:lnTo>
                  <a:lnTo>
                    <a:pt x="7343940" y="1668810"/>
                  </a:lnTo>
                  <a:lnTo>
                    <a:pt x="7345222" y="1668810"/>
                  </a:lnTo>
                  <a:lnTo>
                    <a:pt x="7346504" y="1668810"/>
                  </a:lnTo>
                  <a:lnTo>
                    <a:pt x="7347786" y="1668810"/>
                  </a:lnTo>
                  <a:lnTo>
                    <a:pt x="7349068" y="1668810"/>
                  </a:lnTo>
                  <a:lnTo>
                    <a:pt x="7350350" y="1668810"/>
                  </a:lnTo>
                  <a:lnTo>
                    <a:pt x="7351632" y="1555510"/>
                  </a:lnTo>
                  <a:lnTo>
                    <a:pt x="7352913" y="1603400"/>
                  </a:lnTo>
                  <a:lnTo>
                    <a:pt x="7354195" y="1616023"/>
                  </a:lnTo>
                  <a:lnTo>
                    <a:pt x="7355477" y="1603386"/>
                  </a:lnTo>
                  <a:lnTo>
                    <a:pt x="7356759" y="1598891"/>
                  </a:lnTo>
                  <a:lnTo>
                    <a:pt x="7358041" y="1584078"/>
                  </a:lnTo>
                  <a:lnTo>
                    <a:pt x="7359323" y="1456846"/>
                  </a:lnTo>
                  <a:lnTo>
                    <a:pt x="7360604" y="1501713"/>
                  </a:lnTo>
                  <a:lnTo>
                    <a:pt x="7361886" y="1498134"/>
                  </a:lnTo>
                  <a:lnTo>
                    <a:pt x="7363168" y="1446972"/>
                  </a:lnTo>
                  <a:lnTo>
                    <a:pt x="7364450" y="1501713"/>
                  </a:lnTo>
                  <a:lnTo>
                    <a:pt x="7365732" y="1501713"/>
                  </a:lnTo>
                  <a:lnTo>
                    <a:pt x="7367014" y="1501713"/>
                  </a:lnTo>
                  <a:lnTo>
                    <a:pt x="7368296" y="1501713"/>
                  </a:lnTo>
                  <a:lnTo>
                    <a:pt x="7369577" y="1666539"/>
                  </a:lnTo>
                  <a:lnTo>
                    <a:pt x="7370859" y="1645708"/>
                  </a:lnTo>
                  <a:lnTo>
                    <a:pt x="7372141" y="1555510"/>
                  </a:lnTo>
                  <a:lnTo>
                    <a:pt x="7373423" y="1555510"/>
                  </a:lnTo>
                  <a:lnTo>
                    <a:pt x="7374705" y="1544136"/>
                  </a:lnTo>
                  <a:lnTo>
                    <a:pt x="7375987" y="1549795"/>
                  </a:lnTo>
                  <a:lnTo>
                    <a:pt x="7377268" y="1500769"/>
                  </a:lnTo>
                  <a:lnTo>
                    <a:pt x="7378550" y="1480255"/>
                  </a:lnTo>
                  <a:lnTo>
                    <a:pt x="7379832" y="1450795"/>
                  </a:lnTo>
                  <a:lnTo>
                    <a:pt x="7381114" y="1453193"/>
                  </a:lnTo>
                  <a:lnTo>
                    <a:pt x="7382396" y="1500769"/>
                  </a:lnTo>
                  <a:lnTo>
                    <a:pt x="7383678" y="1638300"/>
                  </a:lnTo>
                  <a:lnTo>
                    <a:pt x="7384960" y="1638300"/>
                  </a:lnTo>
                  <a:lnTo>
                    <a:pt x="7386241" y="1631929"/>
                  </a:lnTo>
                  <a:lnTo>
                    <a:pt x="7387523" y="1631929"/>
                  </a:lnTo>
                  <a:lnTo>
                    <a:pt x="7388805" y="1638300"/>
                  </a:lnTo>
                  <a:lnTo>
                    <a:pt x="7390087" y="1643403"/>
                  </a:lnTo>
                  <a:lnTo>
                    <a:pt x="7391369" y="1668810"/>
                  </a:lnTo>
                  <a:lnTo>
                    <a:pt x="7392651" y="1668810"/>
                  </a:lnTo>
                  <a:lnTo>
                    <a:pt x="7393932" y="1668810"/>
                  </a:lnTo>
                  <a:lnTo>
                    <a:pt x="7395214" y="1668810"/>
                  </a:lnTo>
                  <a:lnTo>
                    <a:pt x="7396496" y="1668810"/>
                  </a:lnTo>
                  <a:lnTo>
                    <a:pt x="7397778" y="1668810"/>
                  </a:lnTo>
                  <a:lnTo>
                    <a:pt x="7399060" y="1668810"/>
                  </a:lnTo>
                  <a:lnTo>
                    <a:pt x="7400342" y="1668810"/>
                  </a:lnTo>
                  <a:lnTo>
                    <a:pt x="7401623" y="1668810"/>
                  </a:lnTo>
                  <a:lnTo>
                    <a:pt x="7402905" y="1668810"/>
                  </a:lnTo>
                  <a:lnTo>
                    <a:pt x="7404187" y="1668810"/>
                  </a:lnTo>
                  <a:lnTo>
                    <a:pt x="7405469" y="1668810"/>
                  </a:lnTo>
                  <a:lnTo>
                    <a:pt x="7406751" y="1668810"/>
                  </a:lnTo>
                  <a:lnTo>
                    <a:pt x="7408033" y="1668810"/>
                  </a:lnTo>
                  <a:lnTo>
                    <a:pt x="7409315" y="1668810"/>
                  </a:lnTo>
                  <a:lnTo>
                    <a:pt x="7410596" y="1668810"/>
                  </a:lnTo>
                  <a:lnTo>
                    <a:pt x="7411878" y="1668810"/>
                  </a:lnTo>
                  <a:lnTo>
                    <a:pt x="7413160" y="1552366"/>
                  </a:lnTo>
                  <a:lnTo>
                    <a:pt x="7414442" y="1552366"/>
                  </a:lnTo>
                  <a:lnTo>
                    <a:pt x="7415724" y="1555510"/>
                  </a:lnTo>
                  <a:lnTo>
                    <a:pt x="7417006" y="1668810"/>
                  </a:lnTo>
                  <a:lnTo>
                    <a:pt x="7418287" y="1668810"/>
                  </a:lnTo>
                  <a:lnTo>
                    <a:pt x="7419569" y="1668810"/>
                  </a:lnTo>
                  <a:lnTo>
                    <a:pt x="7420851" y="1616023"/>
                  </a:lnTo>
                  <a:lnTo>
                    <a:pt x="7422133" y="1616023"/>
                  </a:lnTo>
                  <a:lnTo>
                    <a:pt x="7423415" y="1616023"/>
                  </a:lnTo>
                  <a:lnTo>
                    <a:pt x="7424697" y="1616023"/>
                  </a:lnTo>
                  <a:lnTo>
                    <a:pt x="7425979" y="1578956"/>
                  </a:lnTo>
                  <a:lnTo>
                    <a:pt x="7427260" y="1581955"/>
                  </a:lnTo>
                  <a:lnTo>
                    <a:pt x="7428542" y="1635495"/>
                  </a:lnTo>
                  <a:lnTo>
                    <a:pt x="7429824" y="1668810"/>
                  </a:lnTo>
                  <a:lnTo>
                    <a:pt x="7431106" y="1668810"/>
                  </a:lnTo>
                  <a:lnTo>
                    <a:pt x="7432388" y="1668810"/>
                  </a:lnTo>
                  <a:lnTo>
                    <a:pt x="7433670" y="1668810"/>
                  </a:lnTo>
                  <a:lnTo>
                    <a:pt x="7434951" y="1648220"/>
                  </a:lnTo>
                  <a:lnTo>
                    <a:pt x="7436233" y="1453536"/>
                  </a:lnTo>
                  <a:lnTo>
                    <a:pt x="7437515" y="1529622"/>
                  </a:lnTo>
                  <a:lnTo>
                    <a:pt x="7438797" y="1477111"/>
                  </a:lnTo>
                  <a:lnTo>
                    <a:pt x="7440079" y="1450795"/>
                  </a:lnTo>
                  <a:lnTo>
                    <a:pt x="7441361" y="1635575"/>
                  </a:lnTo>
                  <a:lnTo>
                    <a:pt x="7442642" y="1623263"/>
                  </a:lnTo>
                  <a:lnTo>
                    <a:pt x="7443924" y="1610160"/>
                  </a:lnTo>
                  <a:lnTo>
                    <a:pt x="7445206" y="1574579"/>
                  </a:lnTo>
                  <a:lnTo>
                    <a:pt x="7446488" y="1576612"/>
                  </a:lnTo>
                  <a:lnTo>
                    <a:pt x="7447770" y="1560545"/>
                  </a:lnTo>
                  <a:lnTo>
                    <a:pt x="7449052" y="1541074"/>
                  </a:lnTo>
                  <a:lnTo>
                    <a:pt x="7450334" y="1541074"/>
                  </a:lnTo>
                  <a:lnTo>
                    <a:pt x="7451615" y="1652652"/>
                  </a:lnTo>
                  <a:lnTo>
                    <a:pt x="7452897" y="1613238"/>
                  </a:lnTo>
                  <a:lnTo>
                    <a:pt x="7454179" y="1638784"/>
                  </a:lnTo>
                  <a:lnTo>
                    <a:pt x="7455461" y="1617036"/>
                  </a:lnTo>
                  <a:lnTo>
                    <a:pt x="7456743" y="1622151"/>
                  </a:lnTo>
                  <a:lnTo>
                    <a:pt x="7458025" y="1668810"/>
                  </a:lnTo>
                  <a:lnTo>
                    <a:pt x="7459306" y="1648630"/>
                  </a:lnTo>
                  <a:lnTo>
                    <a:pt x="7460588" y="1610143"/>
                  </a:lnTo>
                  <a:lnTo>
                    <a:pt x="7461870" y="1588230"/>
                  </a:lnTo>
                  <a:lnTo>
                    <a:pt x="7463152" y="1575073"/>
                  </a:lnTo>
                  <a:lnTo>
                    <a:pt x="7464434" y="1591310"/>
                  </a:lnTo>
                  <a:lnTo>
                    <a:pt x="7465716" y="1585167"/>
                  </a:lnTo>
                  <a:lnTo>
                    <a:pt x="7466998" y="1577077"/>
                  </a:lnTo>
                  <a:lnTo>
                    <a:pt x="7468279" y="1574073"/>
                  </a:lnTo>
                  <a:lnTo>
                    <a:pt x="7469561" y="1569100"/>
                  </a:lnTo>
                  <a:lnTo>
                    <a:pt x="7470843" y="1548964"/>
                  </a:lnTo>
                  <a:lnTo>
                    <a:pt x="7472125" y="1579420"/>
                  </a:lnTo>
                  <a:lnTo>
                    <a:pt x="7473407" y="1555095"/>
                  </a:lnTo>
                  <a:lnTo>
                    <a:pt x="7474689" y="1513117"/>
                  </a:lnTo>
                  <a:lnTo>
                    <a:pt x="7475970" y="1506241"/>
                  </a:lnTo>
                  <a:lnTo>
                    <a:pt x="7477252" y="1388278"/>
                  </a:lnTo>
                  <a:lnTo>
                    <a:pt x="7478534" y="1300341"/>
                  </a:lnTo>
                  <a:lnTo>
                    <a:pt x="7479816" y="1266448"/>
                  </a:lnTo>
                  <a:lnTo>
                    <a:pt x="7481098" y="1316206"/>
                  </a:lnTo>
                  <a:lnTo>
                    <a:pt x="7482380" y="1318810"/>
                  </a:lnTo>
                  <a:lnTo>
                    <a:pt x="7483661" y="1353793"/>
                  </a:lnTo>
                  <a:lnTo>
                    <a:pt x="7484943" y="1391046"/>
                  </a:lnTo>
                  <a:lnTo>
                    <a:pt x="7486225" y="1477119"/>
                  </a:lnTo>
                  <a:lnTo>
                    <a:pt x="7487507" y="1558251"/>
                  </a:lnTo>
                  <a:lnTo>
                    <a:pt x="7488789" y="1578406"/>
                  </a:lnTo>
                  <a:lnTo>
                    <a:pt x="7490071" y="1578406"/>
                  </a:lnTo>
                  <a:lnTo>
                    <a:pt x="7491353" y="1578406"/>
                  </a:lnTo>
                  <a:lnTo>
                    <a:pt x="7492634" y="1578406"/>
                  </a:lnTo>
                  <a:lnTo>
                    <a:pt x="7493916" y="1516254"/>
                  </a:lnTo>
                  <a:lnTo>
                    <a:pt x="7495198" y="1501713"/>
                  </a:lnTo>
                  <a:lnTo>
                    <a:pt x="7496480" y="1651726"/>
                  </a:lnTo>
                  <a:lnTo>
                    <a:pt x="7497762" y="1666539"/>
                  </a:lnTo>
                  <a:lnTo>
                    <a:pt x="7499044" y="1668810"/>
                  </a:lnTo>
                  <a:lnTo>
                    <a:pt x="7500325" y="1668810"/>
                  </a:lnTo>
                  <a:lnTo>
                    <a:pt x="7501607" y="1668810"/>
                  </a:lnTo>
                  <a:lnTo>
                    <a:pt x="7502889" y="1668810"/>
                  </a:lnTo>
                  <a:lnTo>
                    <a:pt x="7504171" y="1668810"/>
                  </a:lnTo>
                  <a:lnTo>
                    <a:pt x="7505453" y="1668810"/>
                  </a:lnTo>
                  <a:lnTo>
                    <a:pt x="7506735" y="1668810"/>
                  </a:lnTo>
                  <a:lnTo>
                    <a:pt x="7508017" y="1668810"/>
                  </a:lnTo>
                  <a:lnTo>
                    <a:pt x="7509298" y="1668810"/>
                  </a:lnTo>
                  <a:lnTo>
                    <a:pt x="7510580" y="1668810"/>
                  </a:lnTo>
                  <a:lnTo>
                    <a:pt x="7511862" y="1668810"/>
                  </a:lnTo>
                  <a:lnTo>
                    <a:pt x="7513144" y="1668810"/>
                  </a:lnTo>
                  <a:lnTo>
                    <a:pt x="7514426" y="1668810"/>
                  </a:lnTo>
                  <a:lnTo>
                    <a:pt x="7515708" y="1668810"/>
                  </a:lnTo>
                  <a:lnTo>
                    <a:pt x="7516989" y="1668810"/>
                  </a:lnTo>
                  <a:lnTo>
                    <a:pt x="7518271" y="1668810"/>
                  </a:lnTo>
                  <a:lnTo>
                    <a:pt x="7519553" y="1666941"/>
                  </a:lnTo>
                  <a:lnTo>
                    <a:pt x="7520835" y="1666941"/>
                  </a:lnTo>
                  <a:lnTo>
                    <a:pt x="7522117" y="1666941"/>
                  </a:lnTo>
                  <a:lnTo>
                    <a:pt x="7523399" y="1666941"/>
                  </a:lnTo>
                  <a:lnTo>
                    <a:pt x="7524681" y="1666941"/>
                  </a:lnTo>
                  <a:lnTo>
                    <a:pt x="7525962" y="1666941"/>
                  </a:lnTo>
                  <a:lnTo>
                    <a:pt x="7527244" y="1666941"/>
                  </a:lnTo>
                  <a:lnTo>
                    <a:pt x="7528526" y="1666941"/>
                  </a:lnTo>
                  <a:lnTo>
                    <a:pt x="7529808" y="1666941"/>
                  </a:lnTo>
                  <a:lnTo>
                    <a:pt x="7531090" y="1666941"/>
                  </a:lnTo>
                  <a:lnTo>
                    <a:pt x="7532372" y="1666941"/>
                  </a:lnTo>
                  <a:lnTo>
                    <a:pt x="7533653" y="1666941"/>
                  </a:lnTo>
                  <a:lnTo>
                    <a:pt x="7534935" y="1666941"/>
                  </a:lnTo>
                  <a:lnTo>
                    <a:pt x="7536217" y="1668810"/>
                  </a:lnTo>
                  <a:lnTo>
                    <a:pt x="7537499" y="1668810"/>
                  </a:lnTo>
                  <a:lnTo>
                    <a:pt x="7538781" y="1668810"/>
                  </a:lnTo>
                  <a:lnTo>
                    <a:pt x="7540063" y="1668810"/>
                  </a:lnTo>
                  <a:lnTo>
                    <a:pt x="7541344" y="1668810"/>
                  </a:lnTo>
                  <a:lnTo>
                    <a:pt x="7542626" y="1668810"/>
                  </a:lnTo>
                  <a:lnTo>
                    <a:pt x="7543908" y="1668810"/>
                  </a:lnTo>
                  <a:lnTo>
                    <a:pt x="7545190" y="1668810"/>
                  </a:lnTo>
                  <a:lnTo>
                    <a:pt x="7546472" y="1668810"/>
                  </a:lnTo>
                  <a:lnTo>
                    <a:pt x="7547754" y="1668810"/>
                  </a:lnTo>
                  <a:lnTo>
                    <a:pt x="7549036" y="1668810"/>
                  </a:lnTo>
                  <a:lnTo>
                    <a:pt x="7550317" y="1668810"/>
                  </a:lnTo>
                  <a:lnTo>
                    <a:pt x="7551599" y="1668810"/>
                  </a:lnTo>
                  <a:lnTo>
                    <a:pt x="7552881" y="1668810"/>
                  </a:lnTo>
                  <a:lnTo>
                    <a:pt x="7554163" y="1668810"/>
                  </a:lnTo>
                  <a:lnTo>
                    <a:pt x="7555445" y="1668810"/>
                  </a:lnTo>
                  <a:lnTo>
                    <a:pt x="7556727" y="1668810"/>
                  </a:lnTo>
                  <a:lnTo>
                    <a:pt x="7558008" y="1578406"/>
                  </a:lnTo>
                  <a:lnTo>
                    <a:pt x="7559290" y="1578406"/>
                  </a:lnTo>
                  <a:lnTo>
                    <a:pt x="7560572" y="1578406"/>
                  </a:lnTo>
                  <a:lnTo>
                    <a:pt x="7561854" y="1578406"/>
                  </a:lnTo>
                  <a:lnTo>
                    <a:pt x="7563136" y="1578406"/>
                  </a:lnTo>
                  <a:lnTo>
                    <a:pt x="7564418" y="1578406"/>
                  </a:lnTo>
                  <a:lnTo>
                    <a:pt x="7565700" y="1554304"/>
                  </a:lnTo>
                  <a:lnTo>
                    <a:pt x="7566981" y="1501713"/>
                  </a:lnTo>
                  <a:lnTo>
                    <a:pt x="7568263" y="1668810"/>
                  </a:lnTo>
                  <a:lnTo>
                    <a:pt x="7569545" y="1668810"/>
                  </a:lnTo>
                  <a:lnTo>
                    <a:pt x="7570827" y="1668810"/>
                  </a:lnTo>
                  <a:lnTo>
                    <a:pt x="7572109" y="1668810"/>
                  </a:lnTo>
                  <a:lnTo>
                    <a:pt x="7573391" y="1668810"/>
                  </a:lnTo>
                  <a:lnTo>
                    <a:pt x="7574672" y="1668810"/>
                  </a:lnTo>
                  <a:lnTo>
                    <a:pt x="7575954" y="1668810"/>
                  </a:lnTo>
                  <a:lnTo>
                    <a:pt x="7577236" y="1668810"/>
                  </a:lnTo>
                  <a:lnTo>
                    <a:pt x="7578518" y="1668810"/>
                  </a:lnTo>
                  <a:lnTo>
                    <a:pt x="7579800" y="1668810"/>
                  </a:lnTo>
                  <a:lnTo>
                    <a:pt x="7581082" y="1668810"/>
                  </a:lnTo>
                  <a:lnTo>
                    <a:pt x="7582363" y="1668810"/>
                  </a:lnTo>
                  <a:lnTo>
                    <a:pt x="7583645" y="1668810"/>
                  </a:lnTo>
                  <a:lnTo>
                    <a:pt x="7584927" y="1668810"/>
                  </a:lnTo>
                  <a:lnTo>
                    <a:pt x="7586209" y="1668810"/>
                  </a:lnTo>
                  <a:lnTo>
                    <a:pt x="7587491" y="1668810"/>
                  </a:lnTo>
                  <a:lnTo>
                    <a:pt x="7588773" y="1663881"/>
                  </a:lnTo>
                  <a:lnTo>
                    <a:pt x="7590055" y="1597706"/>
                  </a:lnTo>
                  <a:lnTo>
                    <a:pt x="7591336" y="1553951"/>
                  </a:lnTo>
                  <a:lnTo>
                    <a:pt x="7592618" y="1553951"/>
                  </a:lnTo>
                  <a:lnTo>
                    <a:pt x="7593900" y="1553951"/>
                  </a:lnTo>
                  <a:lnTo>
                    <a:pt x="7595182" y="1547936"/>
                  </a:lnTo>
                  <a:lnTo>
                    <a:pt x="7596464" y="1524491"/>
                  </a:lnTo>
                  <a:lnTo>
                    <a:pt x="7597746" y="1524491"/>
                  </a:lnTo>
                  <a:lnTo>
                    <a:pt x="7599027" y="1528814"/>
                  </a:lnTo>
                  <a:lnTo>
                    <a:pt x="7600309" y="1478102"/>
                  </a:lnTo>
                  <a:lnTo>
                    <a:pt x="7601591" y="1474414"/>
                  </a:lnTo>
                  <a:lnTo>
                    <a:pt x="7602873" y="1499606"/>
                  </a:lnTo>
                  <a:lnTo>
                    <a:pt x="7604155" y="1472747"/>
                  </a:lnTo>
                  <a:lnTo>
                    <a:pt x="7605437" y="1538378"/>
                  </a:lnTo>
                  <a:lnTo>
                    <a:pt x="7606719" y="1520059"/>
                  </a:lnTo>
                  <a:lnTo>
                    <a:pt x="7608000" y="1427718"/>
                  </a:lnTo>
                  <a:lnTo>
                    <a:pt x="7609282" y="1498134"/>
                  </a:lnTo>
                  <a:lnTo>
                    <a:pt x="7610564" y="1501713"/>
                  </a:lnTo>
                  <a:lnTo>
                    <a:pt x="7611846" y="1501713"/>
                  </a:lnTo>
                  <a:lnTo>
                    <a:pt x="7613128" y="1501713"/>
                  </a:lnTo>
                  <a:lnTo>
                    <a:pt x="7614410" y="1516254"/>
                  </a:lnTo>
                  <a:lnTo>
                    <a:pt x="7615691" y="1578406"/>
                  </a:lnTo>
                  <a:lnTo>
                    <a:pt x="7616973" y="1578406"/>
                  </a:lnTo>
                  <a:lnTo>
                    <a:pt x="7618255" y="1586670"/>
                  </a:lnTo>
                  <a:lnTo>
                    <a:pt x="7619537" y="1666941"/>
                  </a:lnTo>
                  <a:lnTo>
                    <a:pt x="7620819" y="1666941"/>
                  </a:lnTo>
                  <a:lnTo>
                    <a:pt x="7622101" y="1666941"/>
                  </a:lnTo>
                  <a:lnTo>
                    <a:pt x="7623382" y="1668810"/>
                  </a:lnTo>
                  <a:lnTo>
                    <a:pt x="7624664" y="1668810"/>
                  </a:lnTo>
                  <a:lnTo>
                    <a:pt x="7625946" y="1668810"/>
                  </a:lnTo>
                  <a:lnTo>
                    <a:pt x="7627228" y="1668810"/>
                  </a:lnTo>
                  <a:lnTo>
                    <a:pt x="7628510" y="1668810"/>
                  </a:lnTo>
                  <a:lnTo>
                    <a:pt x="7629792" y="1668810"/>
                  </a:lnTo>
                  <a:lnTo>
                    <a:pt x="7631074" y="1668810"/>
                  </a:lnTo>
                  <a:lnTo>
                    <a:pt x="7632355" y="1668810"/>
                  </a:lnTo>
                  <a:lnTo>
                    <a:pt x="7633637" y="1668810"/>
                  </a:lnTo>
                  <a:lnTo>
                    <a:pt x="7634919" y="1668810"/>
                  </a:lnTo>
                  <a:lnTo>
                    <a:pt x="7636201" y="1668810"/>
                  </a:lnTo>
                  <a:lnTo>
                    <a:pt x="7637483" y="1668810"/>
                  </a:lnTo>
                  <a:lnTo>
                    <a:pt x="7638765" y="1668810"/>
                  </a:lnTo>
                  <a:lnTo>
                    <a:pt x="7640046" y="1668810"/>
                  </a:lnTo>
                  <a:lnTo>
                    <a:pt x="7641328" y="1668810"/>
                  </a:lnTo>
                  <a:lnTo>
                    <a:pt x="7642610" y="1668810"/>
                  </a:lnTo>
                  <a:lnTo>
                    <a:pt x="7643892" y="1668810"/>
                  </a:lnTo>
                  <a:lnTo>
                    <a:pt x="7645174" y="1668810"/>
                  </a:lnTo>
                  <a:lnTo>
                    <a:pt x="7646456" y="1668810"/>
                  </a:lnTo>
                  <a:lnTo>
                    <a:pt x="7647738" y="1668810"/>
                  </a:lnTo>
                  <a:lnTo>
                    <a:pt x="7649019" y="1668810"/>
                  </a:lnTo>
                  <a:lnTo>
                    <a:pt x="7650301" y="1668810"/>
                  </a:lnTo>
                  <a:lnTo>
                    <a:pt x="7651583" y="1631929"/>
                  </a:lnTo>
                  <a:lnTo>
                    <a:pt x="7652865" y="1668810"/>
                  </a:lnTo>
                  <a:lnTo>
                    <a:pt x="7654147" y="1668810"/>
                  </a:lnTo>
                  <a:lnTo>
                    <a:pt x="7655429" y="1668810"/>
                  </a:lnTo>
                  <a:lnTo>
                    <a:pt x="7656710" y="1541328"/>
                  </a:lnTo>
                  <a:lnTo>
                    <a:pt x="7657992" y="1450795"/>
                  </a:lnTo>
                  <a:lnTo>
                    <a:pt x="7659274" y="1498164"/>
                  </a:lnTo>
                  <a:lnTo>
                    <a:pt x="7660556" y="1483637"/>
                  </a:lnTo>
                  <a:lnTo>
                    <a:pt x="7661838" y="1491523"/>
                  </a:lnTo>
                  <a:lnTo>
                    <a:pt x="7663120" y="1523564"/>
                  </a:lnTo>
                  <a:lnTo>
                    <a:pt x="7664402" y="1373551"/>
                  </a:lnTo>
                  <a:lnTo>
                    <a:pt x="7665683" y="1373551"/>
                  </a:lnTo>
                  <a:lnTo>
                    <a:pt x="7666965" y="1403011"/>
                  </a:lnTo>
                  <a:lnTo>
                    <a:pt x="7668247" y="1434065"/>
                  </a:lnTo>
                  <a:lnTo>
                    <a:pt x="7669529" y="1434065"/>
                  </a:lnTo>
                  <a:lnTo>
                    <a:pt x="7670811" y="1434065"/>
                  </a:lnTo>
                  <a:lnTo>
                    <a:pt x="7672093" y="1434065"/>
                  </a:lnTo>
                  <a:lnTo>
                    <a:pt x="7673374" y="1434065"/>
                  </a:lnTo>
                  <a:lnTo>
                    <a:pt x="7674656" y="1403011"/>
                  </a:lnTo>
                  <a:lnTo>
                    <a:pt x="7675938" y="1450244"/>
                  </a:lnTo>
                  <a:lnTo>
                    <a:pt x="7677220" y="1578406"/>
                  </a:lnTo>
                  <a:lnTo>
                    <a:pt x="7678502" y="1578406"/>
                  </a:lnTo>
                  <a:lnTo>
                    <a:pt x="7679784" y="1578406"/>
                  </a:lnTo>
                  <a:lnTo>
                    <a:pt x="7681065" y="1578406"/>
                  </a:lnTo>
                  <a:lnTo>
                    <a:pt x="7682347" y="1578406"/>
                  </a:lnTo>
                  <a:lnTo>
                    <a:pt x="7683629" y="1578406"/>
                  </a:lnTo>
                  <a:lnTo>
                    <a:pt x="7684911" y="1578406"/>
                  </a:lnTo>
                  <a:lnTo>
                    <a:pt x="7686193" y="1578406"/>
                  </a:lnTo>
                  <a:lnTo>
                    <a:pt x="7687475" y="1578406"/>
                  </a:lnTo>
                  <a:lnTo>
                    <a:pt x="7688757" y="1578406"/>
                  </a:lnTo>
                  <a:lnTo>
                    <a:pt x="7690038" y="1578406"/>
                  </a:lnTo>
                  <a:lnTo>
                    <a:pt x="7691320" y="1566228"/>
                  </a:lnTo>
                  <a:lnTo>
                    <a:pt x="7692602" y="1470282"/>
                  </a:lnTo>
                  <a:lnTo>
                    <a:pt x="7693884" y="1477119"/>
                  </a:lnTo>
                  <a:lnTo>
                    <a:pt x="7695166" y="1666539"/>
                  </a:lnTo>
                  <a:lnTo>
                    <a:pt x="7696448" y="1631720"/>
                  </a:lnTo>
                  <a:lnTo>
                    <a:pt x="7697729" y="1598891"/>
                  </a:lnTo>
                  <a:lnTo>
                    <a:pt x="7699011" y="1616023"/>
                  </a:lnTo>
                  <a:lnTo>
                    <a:pt x="7700293" y="1616023"/>
                  </a:lnTo>
                  <a:lnTo>
                    <a:pt x="7701575" y="1616023"/>
                  </a:lnTo>
                  <a:lnTo>
                    <a:pt x="7702857" y="1616023"/>
                  </a:lnTo>
                  <a:lnTo>
                    <a:pt x="7704139" y="1616023"/>
                  </a:lnTo>
                  <a:lnTo>
                    <a:pt x="7705421" y="1616023"/>
                  </a:lnTo>
                  <a:lnTo>
                    <a:pt x="7706702" y="1616023"/>
                  </a:lnTo>
                  <a:lnTo>
                    <a:pt x="7707984" y="1616023"/>
                  </a:lnTo>
                  <a:lnTo>
                    <a:pt x="7709266" y="1616023"/>
                  </a:lnTo>
                  <a:lnTo>
                    <a:pt x="7710548" y="1625676"/>
                  </a:lnTo>
                  <a:lnTo>
                    <a:pt x="7711830" y="1668810"/>
                  </a:lnTo>
                  <a:lnTo>
                    <a:pt x="7713112" y="1668810"/>
                  </a:lnTo>
                  <a:lnTo>
                    <a:pt x="7714393" y="1668810"/>
                  </a:lnTo>
                  <a:lnTo>
                    <a:pt x="7715675" y="1668810"/>
                  </a:lnTo>
                  <a:lnTo>
                    <a:pt x="7716957" y="1668810"/>
                  </a:lnTo>
                  <a:lnTo>
                    <a:pt x="7718239" y="1668810"/>
                  </a:lnTo>
                  <a:lnTo>
                    <a:pt x="7719521" y="1668810"/>
                  </a:lnTo>
                  <a:lnTo>
                    <a:pt x="7720803" y="1668810"/>
                  </a:lnTo>
                  <a:lnTo>
                    <a:pt x="7722084" y="1668810"/>
                  </a:lnTo>
                  <a:lnTo>
                    <a:pt x="7723366" y="1668810"/>
                  </a:lnTo>
                  <a:lnTo>
                    <a:pt x="7724648" y="1668810"/>
                  </a:lnTo>
                  <a:lnTo>
                    <a:pt x="7725930" y="1668810"/>
                  </a:lnTo>
                  <a:lnTo>
                    <a:pt x="7727212" y="1668810"/>
                  </a:lnTo>
                  <a:lnTo>
                    <a:pt x="7728494" y="1668810"/>
                  </a:lnTo>
                  <a:lnTo>
                    <a:pt x="7729776" y="1668810"/>
                  </a:lnTo>
                  <a:lnTo>
                    <a:pt x="7731057" y="1668810"/>
                  </a:lnTo>
                  <a:lnTo>
                    <a:pt x="7732339" y="1668810"/>
                  </a:lnTo>
                  <a:lnTo>
                    <a:pt x="7733621" y="1578406"/>
                  </a:lnTo>
                  <a:lnTo>
                    <a:pt x="7734903" y="1668810"/>
                  </a:lnTo>
                  <a:lnTo>
                    <a:pt x="7736185" y="1668810"/>
                  </a:lnTo>
                  <a:lnTo>
                    <a:pt x="7737467" y="1668810"/>
                  </a:lnTo>
                  <a:lnTo>
                    <a:pt x="7738748" y="1668810"/>
                  </a:lnTo>
                  <a:lnTo>
                    <a:pt x="7740030" y="1668810"/>
                  </a:lnTo>
                  <a:lnTo>
                    <a:pt x="7741312" y="1668810"/>
                  </a:lnTo>
                  <a:lnTo>
                    <a:pt x="7742594" y="1668810"/>
                  </a:lnTo>
                  <a:lnTo>
                    <a:pt x="7743876" y="1668810"/>
                  </a:lnTo>
                  <a:lnTo>
                    <a:pt x="7745158" y="1668810"/>
                  </a:lnTo>
                  <a:lnTo>
                    <a:pt x="7746440" y="1668810"/>
                  </a:lnTo>
                  <a:lnTo>
                    <a:pt x="7747721" y="1668810"/>
                  </a:lnTo>
                  <a:lnTo>
                    <a:pt x="7749003" y="1668810"/>
                  </a:lnTo>
                  <a:lnTo>
                    <a:pt x="7750285" y="1668810"/>
                  </a:lnTo>
                  <a:lnTo>
                    <a:pt x="7751567" y="1668810"/>
                  </a:lnTo>
                  <a:lnTo>
                    <a:pt x="7752849" y="1668810"/>
                  </a:lnTo>
                  <a:lnTo>
                    <a:pt x="7754131" y="1668810"/>
                  </a:lnTo>
                  <a:lnTo>
                    <a:pt x="7755412" y="1580700"/>
                  </a:lnTo>
                  <a:lnTo>
                    <a:pt x="7756694" y="1501683"/>
                  </a:lnTo>
                  <a:lnTo>
                    <a:pt x="7757976" y="1391719"/>
                  </a:lnTo>
                  <a:lnTo>
                    <a:pt x="7759258" y="1383146"/>
                  </a:lnTo>
                  <a:lnTo>
                    <a:pt x="7760540" y="1362259"/>
                  </a:lnTo>
                  <a:lnTo>
                    <a:pt x="7761822" y="1362259"/>
                  </a:lnTo>
                  <a:lnTo>
                    <a:pt x="7763104" y="1345127"/>
                  </a:lnTo>
                  <a:lnTo>
                    <a:pt x="7764385" y="1345127"/>
                  </a:lnTo>
                  <a:lnTo>
                    <a:pt x="7765667" y="1385486"/>
                  </a:lnTo>
                  <a:lnTo>
                    <a:pt x="7766949" y="1389604"/>
                  </a:lnTo>
                  <a:lnTo>
                    <a:pt x="7768231" y="1391046"/>
                  </a:lnTo>
                  <a:lnTo>
                    <a:pt x="7769513" y="1434065"/>
                  </a:lnTo>
                  <a:lnTo>
                    <a:pt x="7770795" y="1501713"/>
                  </a:lnTo>
                  <a:lnTo>
                    <a:pt x="7772076" y="1501713"/>
                  </a:lnTo>
                  <a:lnTo>
                    <a:pt x="7773358" y="1501713"/>
                  </a:lnTo>
                  <a:lnTo>
                    <a:pt x="7774640" y="1501713"/>
                  </a:lnTo>
                  <a:lnTo>
                    <a:pt x="7775922" y="1505314"/>
                  </a:lnTo>
                  <a:lnTo>
                    <a:pt x="7777204" y="1578406"/>
                  </a:lnTo>
                  <a:lnTo>
                    <a:pt x="7778486" y="1562226"/>
                  </a:lnTo>
                  <a:lnTo>
                    <a:pt x="7779767" y="1668810"/>
                  </a:lnTo>
                  <a:lnTo>
                    <a:pt x="7781049" y="1668810"/>
                  </a:lnTo>
                  <a:lnTo>
                    <a:pt x="7782331" y="1668810"/>
                  </a:lnTo>
                  <a:lnTo>
                    <a:pt x="7783613" y="1668810"/>
                  </a:lnTo>
                  <a:lnTo>
                    <a:pt x="7784895" y="1648058"/>
                  </a:lnTo>
                  <a:lnTo>
                    <a:pt x="7786177" y="1655930"/>
                  </a:lnTo>
                  <a:lnTo>
                    <a:pt x="7787459" y="1650603"/>
                  </a:lnTo>
                  <a:lnTo>
                    <a:pt x="7788740" y="1645937"/>
                  </a:lnTo>
                  <a:lnTo>
                    <a:pt x="7790022" y="1668810"/>
                  </a:lnTo>
                  <a:lnTo>
                    <a:pt x="7791304" y="1659927"/>
                  </a:lnTo>
                  <a:lnTo>
                    <a:pt x="7792586" y="1631752"/>
                  </a:lnTo>
                  <a:lnTo>
                    <a:pt x="7793868" y="1607818"/>
                  </a:lnTo>
                  <a:lnTo>
                    <a:pt x="7795150" y="1631213"/>
                  </a:lnTo>
                  <a:lnTo>
                    <a:pt x="7796431" y="1607085"/>
                  </a:lnTo>
                  <a:lnTo>
                    <a:pt x="7797713" y="1576989"/>
                  </a:lnTo>
                  <a:lnTo>
                    <a:pt x="7798995" y="1588311"/>
                  </a:lnTo>
                  <a:lnTo>
                    <a:pt x="7800277" y="1617170"/>
                  </a:lnTo>
                  <a:lnTo>
                    <a:pt x="7801559" y="1668810"/>
                  </a:lnTo>
                  <a:lnTo>
                    <a:pt x="7802841" y="1668810"/>
                  </a:lnTo>
                  <a:lnTo>
                    <a:pt x="7804123" y="1668810"/>
                  </a:lnTo>
                  <a:lnTo>
                    <a:pt x="7805404" y="1668810"/>
                  </a:lnTo>
                  <a:lnTo>
                    <a:pt x="7806686" y="1668810"/>
                  </a:lnTo>
                  <a:lnTo>
                    <a:pt x="7807968" y="1668810"/>
                  </a:lnTo>
                  <a:lnTo>
                    <a:pt x="7809250" y="1668810"/>
                  </a:lnTo>
                  <a:lnTo>
                    <a:pt x="7810532" y="1668810"/>
                  </a:lnTo>
                  <a:lnTo>
                    <a:pt x="7811814" y="1668810"/>
                  </a:lnTo>
                  <a:lnTo>
                    <a:pt x="7813095" y="1668810"/>
                  </a:lnTo>
                  <a:lnTo>
                    <a:pt x="7814377" y="1668810"/>
                  </a:lnTo>
                  <a:lnTo>
                    <a:pt x="7815659" y="1668810"/>
                  </a:lnTo>
                  <a:lnTo>
                    <a:pt x="7816941" y="1668810"/>
                  </a:lnTo>
                  <a:lnTo>
                    <a:pt x="7818223" y="1668810"/>
                  </a:lnTo>
                  <a:lnTo>
                    <a:pt x="7819505" y="1668810"/>
                  </a:lnTo>
                  <a:lnTo>
                    <a:pt x="7820786" y="1668810"/>
                  </a:lnTo>
                  <a:lnTo>
                    <a:pt x="7822068" y="1668810"/>
                  </a:lnTo>
                  <a:lnTo>
                    <a:pt x="7823350" y="1668810"/>
                  </a:lnTo>
                  <a:lnTo>
                    <a:pt x="7824632" y="1668810"/>
                  </a:lnTo>
                  <a:lnTo>
                    <a:pt x="7825914" y="1668810"/>
                  </a:lnTo>
                  <a:lnTo>
                    <a:pt x="7827196" y="1668810"/>
                  </a:lnTo>
                  <a:lnTo>
                    <a:pt x="7828478" y="1668810"/>
                  </a:lnTo>
                  <a:lnTo>
                    <a:pt x="7829759" y="1668810"/>
                  </a:lnTo>
                  <a:lnTo>
                    <a:pt x="7831041" y="1668810"/>
                  </a:lnTo>
                  <a:lnTo>
                    <a:pt x="7832323" y="1668810"/>
                  </a:lnTo>
                  <a:lnTo>
                    <a:pt x="7833605" y="1668810"/>
                  </a:lnTo>
                  <a:lnTo>
                    <a:pt x="7834887" y="1668810"/>
                  </a:lnTo>
                  <a:lnTo>
                    <a:pt x="7836169" y="1668810"/>
                  </a:lnTo>
                  <a:lnTo>
                    <a:pt x="7837450" y="1668810"/>
                  </a:lnTo>
                  <a:lnTo>
                    <a:pt x="7838732" y="1668810"/>
                  </a:lnTo>
                  <a:lnTo>
                    <a:pt x="7840014" y="1668810"/>
                  </a:lnTo>
                  <a:lnTo>
                    <a:pt x="7841296" y="1668810"/>
                  </a:lnTo>
                  <a:lnTo>
                    <a:pt x="7842578" y="1668810"/>
                  </a:lnTo>
                  <a:lnTo>
                    <a:pt x="7843860" y="1668810"/>
                  </a:lnTo>
                  <a:lnTo>
                    <a:pt x="7845142" y="1668810"/>
                  </a:lnTo>
                  <a:lnTo>
                    <a:pt x="7846423" y="1668810"/>
                  </a:lnTo>
                  <a:lnTo>
                    <a:pt x="7847705" y="1668810"/>
                  </a:lnTo>
                  <a:lnTo>
                    <a:pt x="7848987" y="1668810"/>
                  </a:lnTo>
                  <a:lnTo>
                    <a:pt x="7850269" y="1668810"/>
                  </a:lnTo>
                  <a:lnTo>
                    <a:pt x="7851551" y="1668810"/>
                  </a:lnTo>
                  <a:lnTo>
                    <a:pt x="7852833" y="1668810"/>
                  </a:lnTo>
                  <a:lnTo>
                    <a:pt x="7854114" y="1668810"/>
                  </a:lnTo>
                  <a:lnTo>
                    <a:pt x="7855396" y="1668810"/>
                  </a:lnTo>
                  <a:lnTo>
                    <a:pt x="7856678" y="1668810"/>
                  </a:lnTo>
                  <a:lnTo>
                    <a:pt x="7857960" y="1668810"/>
                  </a:lnTo>
                  <a:lnTo>
                    <a:pt x="7859242" y="1668810"/>
                  </a:lnTo>
                  <a:lnTo>
                    <a:pt x="7860524" y="1668810"/>
                  </a:lnTo>
                  <a:lnTo>
                    <a:pt x="7861805" y="1668810"/>
                  </a:lnTo>
                  <a:lnTo>
                    <a:pt x="7863087" y="1668810"/>
                  </a:lnTo>
                  <a:lnTo>
                    <a:pt x="7864369" y="1668810"/>
                  </a:lnTo>
                  <a:lnTo>
                    <a:pt x="7865651" y="1668810"/>
                  </a:lnTo>
                  <a:lnTo>
                    <a:pt x="7866933" y="1668810"/>
                  </a:lnTo>
                  <a:lnTo>
                    <a:pt x="7868215" y="1668810"/>
                  </a:lnTo>
                  <a:lnTo>
                    <a:pt x="7869497" y="1668810"/>
                  </a:lnTo>
                  <a:lnTo>
                    <a:pt x="7870778" y="1668810"/>
                  </a:lnTo>
                  <a:lnTo>
                    <a:pt x="7872060" y="1668810"/>
                  </a:lnTo>
                  <a:lnTo>
                    <a:pt x="7873342" y="1668810"/>
                  </a:lnTo>
                  <a:lnTo>
                    <a:pt x="7874624" y="1668810"/>
                  </a:lnTo>
                  <a:lnTo>
                    <a:pt x="7875906" y="1668810"/>
                  </a:lnTo>
                  <a:lnTo>
                    <a:pt x="7877188" y="1668810"/>
                  </a:lnTo>
                  <a:lnTo>
                    <a:pt x="7878469" y="1668810"/>
                  </a:lnTo>
                  <a:lnTo>
                    <a:pt x="7879751" y="1668810"/>
                  </a:lnTo>
                  <a:lnTo>
                    <a:pt x="7881033" y="1668810"/>
                  </a:lnTo>
                  <a:lnTo>
                    <a:pt x="7882315" y="1668810"/>
                  </a:lnTo>
                  <a:lnTo>
                    <a:pt x="7883597" y="1668810"/>
                  </a:lnTo>
                  <a:lnTo>
                    <a:pt x="7884879" y="1668810"/>
                  </a:lnTo>
                  <a:lnTo>
                    <a:pt x="7886161" y="1668810"/>
                  </a:lnTo>
                  <a:lnTo>
                    <a:pt x="7887442" y="1668810"/>
                  </a:lnTo>
                  <a:lnTo>
                    <a:pt x="7888724" y="1668810"/>
                  </a:lnTo>
                  <a:lnTo>
                    <a:pt x="7890006" y="1668810"/>
                  </a:lnTo>
                  <a:lnTo>
                    <a:pt x="7891288" y="1668810"/>
                  </a:lnTo>
                  <a:lnTo>
                    <a:pt x="7892570" y="1668810"/>
                  </a:lnTo>
                  <a:lnTo>
                    <a:pt x="7893852" y="1668810"/>
                  </a:lnTo>
                  <a:lnTo>
                    <a:pt x="7895133" y="1668810"/>
                  </a:lnTo>
                  <a:lnTo>
                    <a:pt x="7896415" y="1668810"/>
                  </a:lnTo>
                  <a:lnTo>
                    <a:pt x="7897697" y="1668810"/>
                  </a:lnTo>
                  <a:lnTo>
                    <a:pt x="7898979" y="1668810"/>
                  </a:lnTo>
                  <a:lnTo>
                    <a:pt x="7900261" y="1668810"/>
                  </a:lnTo>
                  <a:lnTo>
                    <a:pt x="7901543" y="1668810"/>
                  </a:lnTo>
                  <a:lnTo>
                    <a:pt x="7902825" y="1668810"/>
                  </a:lnTo>
                  <a:lnTo>
                    <a:pt x="7904106" y="1668810"/>
                  </a:lnTo>
                  <a:lnTo>
                    <a:pt x="7905388" y="1668810"/>
                  </a:lnTo>
                  <a:lnTo>
                    <a:pt x="7906670" y="1668810"/>
                  </a:lnTo>
                  <a:lnTo>
                    <a:pt x="7907952" y="1666783"/>
                  </a:lnTo>
                  <a:lnTo>
                    <a:pt x="7909234" y="1668810"/>
                  </a:lnTo>
                  <a:lnTo>
                    <a:pt x="7910516" y="1668810"/>
                  </a:lnTo>
                  <a:lnTo>
                    <a:pt x="7911797" y="1668810"/>
                  </a:lnTo>
                  <a:lnTo>
                    <a:pt x="7913079" y="1668810"/>
                  </a:lnTo>
                  <a:lnTo>
                    <a:pt x="7914361" y="1668810"/>
                  </a:lnTo>
                  <a:lnTo>
                    <a:pt x="7915643" y="1668810"/>
                  </a:lnTo>
                  <a:lnTo>
                    <a:pt x="7916925" y="1668810"/>
                  </a:lnTo>
                  <a:lnTo>
                    <a:pt x="7918207" y="1668810"/>
                  </a:lnTo>
                  <a:lnTo>
                    <a:pt x="7919488" y="1668810"/>
                  </a:lnTo>
                  <a:lnTo>
                    <a:pt x="7920770" y="1668810"/>
                  </a:lnTo>
                  <a:lnTo>
                    <a:pt x="7922052" y="1668810"/>
                  </a:lnTo>
                  <a:lnTo>
                    <a:pt x="7923334" y="1668810"/>
                  </a:lnTo>
                  <a:lnTo>
                    <a:pt x="7924616" y="1668810"/>
                  </a:lnTo>
                  <a:lnTo>
                    <a:pt x="7925898" y="1668810"/>
                  </a:lnTo>
                  <a:lnTo>
                    <a:pt x="7927180" y="1668810"/>
                  </a:lnTo>
                  <a:lnTo>
                    <a:pt x="7928461" y="1668810"/>
                  </a:lnTo>
                  <a:lnTo>
                    <a:pt x="7929743" y="1668810"/>
                  </a:lnTo>
                  <a:lnTo>
                    <a:pt x="7931025" y="1668810"/>
                  </a:lnTo>
                  <a:lnTo>
                    <a:pt x="7932307" y="1668810"/>
                  </a:lnTo>
                  <a:lnTo>
                    <a:pt x="7933589" y="1668810"/>
                  </a:lnTo>
                  <a:lnTo>
                    <a:pt x="7934871" y="1668810"/>
                  </a:lnTo>
                  <a:lnTo>
                    <a:pt x="7936152" y="1668810"/>
                  </a:lnTo>
                  <a:lnTo>
                    <a:pt x="7937434" y="1668810"/>
                  </a:lnTo>
                  <a:lnTo>
                    <a:pt x="7938716" y="1668810"/>
                  </a:lnTo>
                  <a:lnTo>
                    <a:pt x="7939998" y="1578406"/>
                  </a:lnTo>
                  <a:lnTo>
                    <a:pt x="7941280" y="1578406"/>
                  </a:lnTo>
                  <a:lnTo>
                    <a:pt x="7942562" y="1578406"/>
                  </a:lnTo>
                  <a:lnTo>
                    <a:pt x="7943844" y="1578406"/>
                  </a:lnTo>
                  <a:lnTo>
                    <a:pt x="7945125" y="1578406"/>
                  </a:lnTo>
                  <a:lnTo>
                    <a:pt x="7946407" y="1652759"/>
                  </a:lnTo>
                  <a:lnTo>
                    <a:pt x="7947689" y="1666941"/>
                  </a:lnTo>
                  <a:lnTo>
                    <a:pt x="7948971" y="1666941"/>
                  </a:lnTo>
                  <a:lnTo>
                    <a:pt x="7950253" y="1666941"/>
                  </a:lnTo>
                  <a:lnTo>
                    <a:pt x="7951535" y="1668810"/>
                  </a:lnTo>
                  <a:lnTo>
                    <a:pt x="7952816" y="1668810"/>
                  </a:lnTo>
                  <a:lnTo>
                    <a:pt x="7954098" y="1668810"/>
                  </a:lnTo>
                  <a:lnTo>
                    <a:pt x="7955380" y="1668810"/>
                  </a:lnTo>
                  <a:lnTo>
                    <a:pt x="7956662" y="1668810"/>
                  </a:lnTo>
                  <a:lnTo>
                    <a:pt x="7957944" y="1668810"/>
                  </a:lnTo>
                  <a:lnTo>
                    <a:pt x="7959226" y="1668810"/>
                  </a:lnTo>
                  <a:lnTo>
                    <a:pt x="7960507" y="1668810"/>
                  </a:lnTo>
                  <a:lnTo>
                    <a:pt x="7961789" y="1668810"/>
                  </a:lnTo>
                  <a:lnTo>
                    <a:pt x="7963071" y="1668810"/>
                  </a:lnTo>
                  <a:lnTo>
                    <a:pt x="7964353" y="1668810"/>
                  </a:lnTo>
                  <a:lnTo>
                    <a:pt x="7965635" y="1668810"/>
                  </a:lnTo>
                  <a:lnTo>
                    <a:pt x="7966917" y="1668810"/>
                  </a:lnTo>
                  <a:lnTo>
                    <a:pt x="7968199" y="1650501"/>
                  </a:lnTo>
                  <a:lnTo>
                    <a:pt x="7969480" y="1631929"/>
                  </a:lnTo>
                  <a:lnTo>
                    <a:pt x="7970762" y="1590724"/>
                  </a:lnTo>
                  <a:lnTo>
                    <a:pt x="7972044" y="1537953"/>
                  </a:lnTo>
                  <a:lnTo>
                    <a:pt x="7973326" y="1499790"/>
                  </a:lnTo>
                  <a:lnTo>
                    <a:pt x="7974608" y="1362259"/>
                  </a:lnTo>
                  <a:lnTo>
                    <a:pt x="7975890" y="1345127"/>
                  </a:lnTo>
                  <a:lnTo>
                    <a:pt x="7977171" y="1374587"/>
                  </a:lnTo>
                  <a:lnTo>
                    <a:pt x="7978453" y="1396791"/>
                  </a:lnTo>
                  <a:lnTo>
                    <a:pt x="7979735" y="1440887"/>
                  </a:lnTo>
                  <a:lnTo>
                    <a:pt x="7981017" y="1483637"/>
                  </a:lnTo>
                  <a:lnTo>
                    <a:pt x="7982299" y="1483637"/>
                  </a:lnTo>
                  <a:lnTo>
                    <a:pt x="7983581" y="1445754"/>
                  </a:lnTo>
                  <a:lnTo>
                    <a:pt x="7984863" y="1458019"/>
                  </a:lnTo>
                  <a:lnTo>
                    <a:pt x="7986144" y="1546789"/>
                  </a:lnTo>
                  <a:lnTo>
                    <a:pt x="7987426" y="1565443"/>
                  </a:lnTo>
                  <a:lnTo>
                    <a:pt x="7988708" y="1648092"/>
                  </a:lnTo>
                  <a:lnTo>
                    <a:pt x="7989990" y="1668810"/>
                  </a:lnTo>
                  <a:lnTo>
                    <a:pt x="7991272" y="1668810"/>
                  </a:lnTo>
                  <a:lnTo>
                    <a:pt x="7992554" y="1668810"/>
                  </a:lnTo>
                  <a:lnTo>
                    <a:pt x="7993835" y="1668810"/>
                  </a:lnTo>
                  <a:lnTo>
                    <a:pt x="7995117" y="1668810"/>
                  </a:lnTo>
                  <a:lnTo>
                    <a:pt x="7996399" y="1668810"/>
                  </a:lnTo>
                  <a:lnTo>
                    <a:pt x="7997681" y="1668810"/>
                  </a:lnTo>
                  <a:lnTo>
                    <a:pt x="7998963" y="1668810"/>
                  </a:lnTo>
                  <a:lnTo>
                    <a:pt x="8000245" y="1668810"/>
                  </a:lnTo>
                  <a:lnTo>
                    <a:pt x="8001526" y="1668810"/>
                  </a:lnTo>
                  <a:lnTo>
                    <a:pt x="8002808" y="1668810"/>
                  </a:lnTo>
                  <a:lnTo>
                    <a:pt x="8004090" y="1668810"/>
                  </a:lnTo>
                  <a:lnTo>
                    <a:pt x="8005372" y="1668810"/>
                  </a:lnTo>
                  <a:lnTo>
                    <a:pt x="8006654" y="1668810"/>
                  </a:lnTo>
                  <a:lnTo>
                    <a:pt x="8007936" y="1668810"/>
                  </a:lnTo>
                  <a:lnTo>
                    <a:pt x="8009218" y="1668810"/>
                  </a:lnTo>
                  <a:lnTo>
                    <a:pt x="8010499" y="1668810"/>
                  </a:lnTo>
                  <a:lnTo>
                    <a:pt x="8011781" y="1668810"/>
                  </a:lnTo>
                  <a:lnTo>
                    <a:pt x="8013063" y="1668810"/>
                  </a:lnTo>
                  <a:lnTo>
                    <a:pt x="8014345" y="1668810"/>
                  </a:lnTo>
                  <a:lnTo>
                    <a:pt x="8015627" y="1668810"/>
                  </a:lnTo>
                  <a:lnTo>
                    <a:pt x="8016909" y="1668810"/>
                  </a:lnTo>
                  <a:lnTo>
                    <a:pt x="8018190" y="1668810"/>
                  </a:lnTo>
                  <a:lnTo>
                    <a:pt x="8019472" y="1668810"/>
                  </a:lnTo>
                  <a:lnTo>
                    <a:pt x="8020754" y="1668810"/>
                  </a:lnTo>
                  <a:lnTo>
                    <a:pt x="8022036" y="1668810"/>
                  </a:lnTo>
                  <a:lnTo>
                    <a:pt x="8023318" y="1668810"/>
                  </a:lnTo>
                  <a:lnTo>
                    <a:pt x="8024600" y="1668810"/>
                  </a:lnTo>
                  <a:lnTo>
                    <a:pt x="8025882" y="1668810"/>
                  </a:lnTo>
                  <a:lnTo>
                    <a:pt x="8027163" y="1668810"/>
                  </a:lnTo>
                  <a:lnTo>
                    <a:pt x="8028445" y="1668810"/>
                  </a:lnTo>
                  <a:lnTo>
                    <a:pt x="8029727" y="1668810"/>
                  </a:lnTo>
                  <a:lnTo>
                    <a:pt x="8031009" y="1668810"/>
                  </a:lnTo>
                  <a:lnTo>
                    <a:pt x="8032291" y="1668810"/>
                  </a:lnTo>
                  <a:lnTo>
                    <a:pt x="8033573" y="1668810"/>
                  </a:lnTo>
                  <a:lnTo>
                    <a:pt x="8034854" y="1668810"/>
                  </a:lnTo>
                  <a:lnTo>
                    <a:pt x="8036136" y="1668810"/>
                  </a:lnTo>
                  <a:lnTo>
                    <a:pt x="8037418" y="1668810"/>
                  </a:lnTo>
                  <a:lnTo>
                    <a:pt x="8038700" y="1668810"/>
                  </a:lnTo>
                  <a:lnTo>
                    <a:pt x="8039982" y="1668810"/>
                  </a:lnTo>
                  <a:lnTo>
                    <a:pt x="8041264" y="1668810"/>
                  </a:lnTo>
                  <a:lnTo>
                    <a:pt x="8042546" y="1655649"/>
                  </a:lnTo>
                  <a:lnTo>
                    <a:pt x="8043827" y="1616023"/>
                  </a:lnTo>
                  <a:lnTo>
                    <a:pt x="8045109" y="1616023"/>
                  </a:lnTo>
                  <a:lnTo>
                    <a:pt x="8046391" y="1616023"/>
                  </a:lnTo>
                  <a:lnTo>
                    <a:pt x="8047673" y="1616023"/>
                  </a:lnTo>
                  <a:lnTo>
                    <a:pt x="8048955" y="1598891"/>
                  </a:lnTo>
                  <a:lnTo>
                    <a:pt x="8050237" y="1598891"/>
                  </a:lnTo>
                  <a:lnTo>
                    <a:pt x="8051518" y="1578532"/>
                  </a:lnTo>
                  <a:lnTo>
                    <a:pt x="8052800" y="1434065"/>
                  </a:lnTo>
                  <a:lnTo>
                    <a:pt x="8054082" y="1434065"/>
                  </a:lnTo>
                  <a:lnTo>
                    <a:pt x="8055364" y="1427718"/>
                  </a:lnTo>
                  <a:lnTo>
                    <a:pt x="8056646" y="1434065"/>
                  </a:lnTo>
                  <a:lnTo>
                    <a:pt x="8057928" y="1600043"/>
                  </a:lnTo>
                  <a:lnTo>
                    <a:pt x="8059209" y="1666539"/>
                  </a:lnTo>
                  <a:lnTo>
                    <a:pt x="8060491" y="1659383"/>
                  </a:lnTo>
                  <a:lnTo>
                    <a:pt x="8061773" y="1642134"/>
                  </a:lnTo>
                  <a:lnTo>
                    <a:pt x="8063055" y="1668810"/>
                  </a:lnTo>
                  <a:lnTo>
                    <a:pt x="8064337" y="1668810"/>
                  </a:lnTo>
                  <a:lnTo>
                    <a:pt x="8065619" y="1668810"/>
                  </a:lnTo>
                  <a:lnTo>
                    <a:pt x="8066901" y="1668810"/>
                  </a:lnTo>
                  <a:lnTo>
                    <a:pt x="8068182" y="1668810"/>
                  </a:lnTo>
                  <a:lnTo>
                    <a:pt x="8069464" y="1668810"/>
                  </a:lnTo>
                  <a:lnTo>
                    <a:pt x="8070746" y="1668810"/>
                  </a:lnTo>
                  <a:lnTo>
                    <a:pt x="8072028" y="1668810"/>
                  </a:lnTo>
                  <a:lnTo>
                    <a:pt x="8073310" y="1668810"/>
                  </a:lnTo>
                  <a:lnTo>
                    <a:pt x="8074592" y="1668810"/>
                  </a:lnTo>
                  <a:lnTo>
                    <a:pt x="8075873" y="1668810"/>
                  </a:lnTo>
                  <a:lnTo>
                    <a:pt x="8077155" y="1668810"/>
                  </a:lnTo>
                  <a:lnTo>
                    <a:pt x="8078437" y="1668810"/>
                  </a:lnTo>
                  <a:lnTo>
                    <a:pt x="8079719" y="1668810"/>
                  </a:lnTo>
                  <a:lnTo>
                    <a:pt x="8081001" y="1668810"/>
                  </a:lnTo>
                  <a:lnTo>
                    <a:pt x="8082283" y="1668810"/>
                  </a:lnTo>
                  <a:lnTo>
                    <a:pt x="8083565" y="1668810"/>
                  </a:lnTo>
                  <a:lnTo>
                    <a:pt x="8084846" y="1668810"/>
                  </a:lnTo>
                  <a:lnTo>
                    <a:pt x="8086128" y="1668810"/>
                  </a:lnTo>
                  <a:lnTo>
                    <a:pt x="8087410" y="1668810"/>
                  </a:lnTo>
                  <a:lnTo>
                    <a:pt x="8088692" y="1668810"/>
                  </a:lnTo>
                  <a:lnTo>
                    <a:pt x="8089974" y="1668810"/>
                  </a:lnTo>
                  <a:lnTo>
                    <a:pt x="8091256" y="1668810"/>
                  </a:lnTo>
                  <a:lnTo>
                    <a:pt x="8092537" y="1668810"/>
                  </a:lnTo>
                  <a:lnTo>
                    <a:pt x="8093819" y="1668810"/>
                  </a:lnTo>
                  <a:lnTo>
                    <a:pt x="8095101" y="1668810"/>
                  </a:lnTo>
                  <a:lnTo>
                    <a:pt x="8096383" y="1668810"/>
                  </a:lnTo>
                  <a:lnTo>
                    <a:pt x="8097665" y="1668810"/>
                  </a:lnTo>
                  <a:lnTo>
                    <a:pt x="8098947" y="1668810"/>
                  </a:lnTo>
                  <a:lnTo>
                    <a:pt x="8100228" y="1668810"/>
                  </a:lnTo>
                  <a:lnTo>
                    <a:pt x="8101510" y="1501713"/>
                  </a:lnTo>
                  <a:lnTo>
                    <a:pt x="8102792" y="1501713"/>
                  </a:lnTo>
                  <a:lnTo>
                    <a:pt x="8104074" y="1501713"/>
                  </a:lnTo>
                  <a:lnTo>
                    <a:pt x="8105356" y="1501713"/>
                  </a:lnTo>
                  <a:lnTo>
                    <a:pt x="8106638" y="1501713"/>
                  </a:lnTo>
                  <a:lnTo>
                    <a:pt x="8107920" y="1501713"/>
                  </a:lnTo>
                  <a:lnTo>
                    <a:pt x="8109201" y="1562226"/>
                  </a:lnTo>
                  <a:lnTo>
                    <a:pt x="8110483" y="1578406"/>
                  </a:lnTo>
                  <a:lnTo>
                    <a:pt x="8111765" y="1578406"/>
                  </a:lnTo>
                  <a:lnTo>
                    <a:pt x="8113047" y="1578406"/>
                  </a:lnTo>
                  <a:lnTo>
                    <a:pt x="8114329" y="1578406"/>
                  </a:lnTo>
                  <a:lnTo>
                    <a:pt x="8115611" y="1578406"/>
                  </a:lnTo>
                  <a:lnTo>
                    <a:pt x="8116892" y="1578406"/>
                  </a:lnTo>
                  <a:lnTo>
                    <a:pt x="8118174" y="1578406"/>
                  </a:lnTo>
                  <a:lnTo>
                    <a:pt x="8119456" y="1629874"/>
                  </a:lnTo>
                  <a:lnTo>
                    <a:pt x="8120738" y="1668810"/>
                  </a:lnTo>
                  <a:lnTo>
                    <a:pt x="8122020" y="1668810"/>
                  </a:lnTo>
                  <a:lnTo>
                    <a:pt x="8123302" y="1668810"/>
                  </a:lnTo>
                  <a:lnTo>
                    <a:pt x="8124584" y="1668810"/>
                  </a:lnTo>
                  <a:lnTo>
                    <a:pt x="8125865" y="1668810"/>
                  </a:lnTo>
                  <a:lnTo>
                    <a:pt x="8127147" y="1668810"/>
                  </a:lnTo>
                  <a:lnTo>
                    <a:pt x="8128429" y="1668810"/>
                  </a:lnTo>
                  <a:lnTo>
                    <a:pt x="8129711" y="1668810"/>
                  </a:lnTo>
                  <a:lnTo>
                    <a:pt x="8130993" y="1668810"/>
                  </a:lnTo>
                  <a:lnTo>
                    <a:pt x="8132275" y="1668810"/>
                  </a:lnTo>
                  <a:lnTo>
                    <a:pt x="8133556" y="1668810"/>
                  </a:lnTo>
                  <a:lnTo>
                    <a:pt x="8134838" y="1668810"/>
                  </a:lnTo>
                  <a:lnTo>
                    <a:pt x="8136120" y="1668810"/>
                  </a:lnTo>
                  <a:lnTo>
                    <a:pt x="8137402" y="1652652"/>
                  </a:lnTo>
                  <a:lnTo>
                    <a:pt x="8138684" y="1668810"/>
                  </a:lnTo>
                  <a:lnTo>
                    <a:pt x="8139966" y="1668810"/>
                  </a:lnTo>
                  <a:lnTo>
                    <a:pt x="8141247" y="1668810"/>
                  </a:lnTo>
                  <a:lnTo>
                    <a:pt x="8142529" y="1668810"/>
                  </a:lnTo>
                  <a:lnTo>
                    <a:pt x="8143811" y="1662279"/>
                  </a:lnTo>
                  <a:lnTo>
                    <a:pt x="8145093" y="1668810"/>
                  </a:lnTo>
                  <a:lnTo>
                    <a:pt x="8146375" y="1668810"/>
                  </a:lnTo>
                  <a:lnTo>
                    <a:pt x="8147657" y="1668810"/>
                  </a:lnTo>
                  <a:lnTo>
                    <a:pt x="8148939" y="1668810"/>
                  </a:lnTo>
                  <a:lnTo>
                    <a:pt x="8150220" y="1668810"/>
                  </a:lnTo>
                  <a:lnTo>
                    <a:pt x="8151502" y="1668810"/>
                  </a:lnTo>
                  <a:lnTo>
                    <a:pt x="8152784" y="1668810"/>
                  </a:lnTo>
                  <a:lnTo>
                    <a:pt x="8154066" y="1668810"/>
                  </a:lnTo>
                  <a:lnTo>
                    <a:pt x="8155348" y="1668810"/>
                  </a:lnTo>
                  <a:lnTo>
                    <a:pt x="8156630" y="1668810"/>
                  </a:lnTo>
                  <a:lnTo>
                    <a:pt x="8157911" y="1668810"/>
                  </a:lnTo>
                  <a:lnTo>
                    <a:pt x="8159193" y="1668810"/>
                  </a:lnTo>
                  <a:lnTo>
                    <a:pt x="8160475" y="1668810"/>
                  </a:lnTo>
                  <a:lnTo>
                    <a:pt x="8161757" y="1668810"/>
                  </a:lnTo>
                  <a:lnTo>
                    <a:pt x="8163039" y="1668810"/>
                  </a:lnTo>
                  <a:lnTo>
                    <a:pt x="8164321" y="1668810"/>
                  </a:lnTo>
                  <a:lnTo>
                    <a:pt x="8165603" y="1647173"/>
                  </a:lnTo>
                  <a:lnTo>
                    <a:pt x="8166884" y="1668810"/>
                  </a:lnTo>
                  <a:lnTo>
                    <a:pt x="8168166" y="1668810"/>
                  </a:lnTo>
                  <a:lnTo>
                    <a:pt x="8169448" y="1668810"/>
                  </a:lnTo>
                  <a:lnTo>
                    <a:pt x="8170730" y="1668810"/>
                  </a:lnTo>
                  <a:lnTo>
                    <a:pt x="8172012" y="1658855"/>
                  </a:lnTo>
                  <a:lnTo>
                    <a:pt x="8173294" y="1594504"/>
                  </a:lnTo>
                  <a:lnTo>
                    <a:pt x="8174575" y="1484595"/>
                  </a:lnTo>
                  <a:lnTo>
                    <a:pt x="8175857" y="1477696"/>
                  </a:lnTo>
                  <a:lnTo>
                    <a:pt x="8177139" y="1451882"/>
                  </a:lnTo>
                  <a:lnTo>
                    <a:pt x="8178421" y="1444300"/>
                  </a:lnTo>
                  <a:lnTo>
                    <a:pt x="8179703" y="1430322"/>
                  </a:lnTo>
                  <a:lnTo>
                    <a:pt x="8180985" y="1462082"/>
                  </a:lnTo>
                  <a:lnTo>
                    <a:pt x="8182267" y="1493669"/>
                  </a:lnTo>
                  <a:lnTo>
                    <a:pt x="8183548" y="1623263"/>
                  </a:lnTo>
                  <a:lnTo>
                    <a:pt x="8184830" y="1597349"/>
                  </a:lnTo>
                  <a:lnTo>
                    <a:pt x="8186112" y="1588964"/>
                  </a:lnTo>
                  <a:lnTo>
                    <a:pt x="8187394" y="1580700"/>
                  </a:lnTo>
                  <a:lnTo>
                    <a:pt x="8188676" y="1580700"/>
                  </a:lnTo>
                  <a:lnTo>
                    <a:pt x="8189958" y="1580700"/>
                  </a:lnTo>
                  <a:lnTo>
                    <a:pt x="8191239" y="1605858"/>
                  </a:lnTo>
                  <a:lnTo>
                    <a:pt x="8192521" y="1625477"/>
                  </a:lnTo>
                  <a:lnTo>
                    <a:pt x="8193803" y="1668810"/>
                  </a:lnTo>
                  <a:lnTo>
                    <a:pt x="8195085" y="1668810"/>
                  </a:lnTo>
                  <a:lnTo>
                    <a:pt x="8196367" y="1668810"/>
                  </a:lnTo>
                  <a:lnTo>
                    <a:pt x="8197649" y="1668810"/>
                  </a:lnTo>
                  <a:lnTo>
                    <a:pt x="8198930" y="1668810"/>
                  </a:lnTo>
                  <a:lnTo>
                    <a:pt x="8200212" y="1668810"/>
                  </a:lnTo>
                  <a:lnTo>
                    <a:pt x="8201494" y="1629324"/>
                  </a:lnTo>
                  <a:lnTo>
                    <a:pt x="8202776" y="1458106"/>
                  </a:lnTo>
                  <a:lnTo>
                    <a:pt x="8204058" y="1414830"/>
                  </a:lnTo>
                  <a:lnTo>
                    <a:pt x="8205340" y="1376236"/>
                  </a:lnTo>
                  <a:lnTo>
                    <a:pt x="8206622" y="1433662"/>
                  </a:lnTo>
                  <a:lnTo>
                    <a:pt x="8207903" y="1433662"/>
                  </a:lnTo>
                  <a:lnTo>
                    <a:pt x="8209185" y="1446028"/>
                  </a:lnTo>
                  <a:lnTo>
                    <a:pt x="8210467" y="1404823"/>
                  </a:lnTo>
                  <a:lnTo>
                    <a:pt x="8211749" y="1516337"/>
                  </a:lnTo>
                  <a:lnTo>
                    <a:pt x="8213031" y="1499790"/>
                  </a:lnTo>
                  <a:lnTo>
                    <a:pt x="8214313" y="1499790"/>
                  </a:lnTo>
                  <a:lnTo>
                    <a:pt x="8215594" y="1499790"/>
                  </a:lnTo>
                  <a:lnTo>
                    <a:pt x="8216876" y="1514306"/>
                  </a:lnTo>
                  <a:lnTo>
                    <a:pt x="8218158" y="1487298"/>
                  </a:lnTo>
                  <a:lnTo>
                    <a:pt x="8219440" y="1416726"/>
                  </a:lnTo>
                  <a:lnTo>
                    <a:pt x="8220722" y="1413147"/>
                  </a:lnTo>
                  <a:lnTo>
                    <a:pt x="8222004" y="1399052"/>
                  </a:lnTo>
                  <a:lnTo>
                    <a:pt x="8223286" y="1453793"/>
                  </a:lnTo>
                  <a:lnTo>
                    <a:pt x="8224567" y="1485272"/>
                  </a:lnTo>
                  <a:lnTo>
                    <a:pt x="8225849" y="1464006"/>
                  </a:lnTo>
                  <a:lnTo>
                    <a:pt x="8227131" y="1452557"/>
                  </a:lnTo>
                  <a:lnTo>
                    <a:pt x="8228413" y="1402544"/>
                  </a:lnTo>
                  <a:lnTo>
                    <a:pt x="8229695" y="1514105"/>
                  </a:lnTo>
                  <a:lnTo>
                    <a:pt x="8230977" y="1517706"/>
                  </a:lnTo>
                  <a:lnTo>
                    <a:pt x="8232258" y="1551172"/>
                  </a:lnTo>
                  <a:lnTo>
                    <a:pt x="8233540" y="1545457"/>
                  </a:lnTo>
                  <a:lnTo>
                    <a:pt x="8234822" y="1514105"/>
                  </a:lnTo>
                  <a:lnTo>
                    <a:pt x="8236104" y="1393855"/>
                  </a:lnTo>
                  <a:lnTo>
                    <a:pt x="8237386" y="1459566"/>
                  </a:lnTo>
                  <a:lnTo>
                    <a:pt x="8238668" y="1535982"/>
                  </a:lnTo>
                  <a:lnTo>
                    <a:pt x="8239949" y="1540418"/>
                  </a:lnTo>
                  <a:lnTo>
                    <a:pt x="8241231" y="1581954"/>
                  </a:lnTo>
                  <a:lnTo>
                    <a:pt x="8242513" y="1581954"/>
                  </a:lnTo>
                  <a:lnTo>
                    <a:pt x="8243795" y="1581954"/>
                  </a:lnTo>
                  <a:lnTo>
                    <a:pt x="8245077" y="1626731"/>
                  </a:lnTo>
                  <a:lnTo>
                    <a:pt x="8246359" y="1584353"/>
                  </a:lnTo>
                  <a:lnTo>
                    <a:pt x="8247641" y="1612770"/>
                  </a:lnTo>
                  <a:lnTo>
                    <a:pt x="8248922" y="1616685"/>
                  </a:lnTo>
                  <a:lnTo>
                    <a:pt x="8250204" y="1500769"/>
                  </a:lnTo>
                  <a:lnTo>
                    <a:pt x="8251486" y="1500769"/>
                  </a:lnTo>
                  <a:lnTo>
                    <a:pt x="8252768" y="1508655"/>
                  </a:lnTo>
                  <a:lnTo>
                    <a:pt x="8254050" y="1555510"/>
                  </a:lnTo>
                  <a:lnTo>
                    <a:pt x="8255332" y="1558389"/>
                  </a:lnTo>
                  <a:lnTo>
                    <a:pt x="8256613" y="1616685"/>
                  </a:lnTo>
                  <a:lnTo>
                    <a:pt x="8257895" y="1611415"/>
                  </a:lnTo>
                  <a:lnTo>
                    <a:pt x="8259177" y="1668810"/>
                  </a:lnTo>
                  <a:lnTo>
                    <a:pt x="8260459" y="1668810"/>
                  </a:lnTo>
                  <a:lnTo>
                    <a:pt x="8261741" y="1668810"/>
                  </a:lnTo>
                  <a:lnTo>
                    <a:pt x="8263023" y="1668810"/>
                  </a:lnTo>
                  <a:lnTo>
                    <a:pt x="8264305" y="1627699"/>
                  </a:lnTo>
                  <a:lnTo>
                    <a:pt x="8265586" y="1668810"/>
                  </a:lnTo>
                  <a:lnTo>
                    <a:pt x="8266868" y="1668810"/>
                  </a:lnTo>
                  <a:lnTo>
                    <a:pt x="8268150" y="1581954"/>
                  </a:lnTo>
                  <a:lnTo>
                    <a:pt x="8269432" y="1560811"/>
                  </a:lnTo>
                  <a:lnTo>
                    <a:pt x="8270714" y="1535982"/>
                  </a:lnTo>
                  <a:lnTo>
                    <a:pt x="8271996" y="1535982"/>
                  </a:lnTo>
                  <a:lnTo>
                    <a:pt x="8273277" y="1633362"/>
                  </a:lnTo>
                  <a:lnTo>
                    <a:pt x="8274559" y="1664469"/>
                  </a:lnTo>
                  <a:lnTo>
                    <a:pt x="8275841" y="1668810"/>
                  </a:lnTo>
                  <a:lnTo>
                    <a:pt x="8277123" y="1666847"/>
                  </a:lnTo>
                  <a:lnTo>
                    <a:pt x="8278405" y="1668810"/>
                  </a:lnTo>
                  <a:lnTo>
                    <a:pt x="8279687" y="1650403"/>
                  </a:lnTo>
                  <a:lnTo>
                    <a:pt x="8280969" y="1623263"/>
                  </a:lnTo>
                  <a:lnTo>
                    <a:pt x="8282250" y="1623263"/>
                  </a:lnTo>
                  <a:lnTo>
                    <a:pt x="8283532" y="1664469"/>
                  </a:lnTo>
                  <a:lnTo>
                    <a:pt x="8284814" y="1668810"/>
                  </a:lnTo>
                  <a:lnTo>
                    <a:pt x="8286096" y="1652723"/>
                  </a:lnTo>
                  <a:lnTo>
                    <a:pt x="8287378" y="1668810"/>
                  </a:lnTo>
                  <a:lnTo>
                    <a:pt x="8288660" y="1668810"/>
                  </a:lnTo>
                  <a:lnTo>
                    <a:pt x="8289941" y="1668810"/>
                  </a:lnTo>
                  <a:lnTo>
                    <a:pt x="8291223" y="1636899"/>
                  </a:lnTo>
                  <a:lnTo>
                    <a:pt x="8292505" y="1596192"/>
                  </a:lnTo>
                  <a:lnTo>
                    <a:pt x="8293787" y="1571056"/>
                  </a:lnTo>
                  <a:lnTo>
                    <a:pt x="8295069" y="1552550"/>
                  </a:lnTo>
                  <a:lnTo>
                    <a:pt x="8296351" y="1573957"/>
                  </a:lnTo>
                  <a:lnTo>
                    <a:pt x="8297632" y="1566732"/>
                  </a:lnTo>
                  <a:lnTo>
                    <a:pt x="8298914" y="1597706"/>
                  </a:lnTo>
                  <a:lnTo>
                    <a:pt x="8300196" y="1602270"/>
                  </a:lnTo>
                  <a:lnTo>
                    <a:pt x="8301478" y="1596192"/>
                  </a:lnTo>
                  <a:lnTo>
                    <a:pt x="8302760" y="1559598"/>
                  </a:lnTo>
                  <a:lnTo>
                    <a:pt x="8304042" y="1526533"/>
                  </a:lnTo>
                  <a:lnTo>
                    <a:pt x="8305324" y="1492738"/>
                  </a:lnTo>
                  <a:lnTo>
                    <a:pt x="8306605" y="1511991"/>
                  </a:lnTo>
                  <a:lnTo>
                    <a:pt x="8307887" y="1519877"/>
                  </a:lnTo>
                  <a:lnTo>
                    <a:pt x="8309169" y="1553951"/>
                  </a:lnTo>
                  <a:lnTo>
                    <a:pt x="8310451" y="1548679"/>
                  </a:lnTo>
                  <a:lnTo>
                    <a:pt x="8311733" y="1596416"/>
                  </a:lnTo>
                  <a:lnTo>
                    <a:pt x="8313015" y="1629920"/>
                  </a:lnTo>
                  <a:lnTo>
                    <a:pt x="8314296" y="1668810"/>
                  </a:lnTo>
                  <a:lnTo>
                    <a:pt x="8315578" y="1664786"/>
                  </a:lnTo>
                  <a:lnTo>
                    <a:pt x="8316860" y="1604125"/>
                  </a:lnTo>
                  <a:lnTo>
                    <a:pt x="8318142" y="1564758"/>
                  </a:lnTo>
                  <a:lnTo>
                    <a:pt x="8319424" y="1552213"/>
                  </a:lnTo>
                  <a:lnTo>
                    <a:pt x="8320706" y="1559348"/>
                  </a:lnTo>
                  <a:lnTo>
                    <a:pt x="8321988" y="1652984"/>
                  </a:lnTo>
                  <a:lnTo>
                    <a:pt x="8323269" y="1668810"/>
                  </a:lnTo>
                  <a:lnTo>
                    <a:pt x="8324551" y="1668810"/>
                  </a:lnTo>
                  <a:lnTo>
                    <a:pt x="8325833" y="1668810"/>
                  </a:lnTo>
                  <a:lnTo>
                    <a:pt x="8327115" y="1636041"/>
                  </a:lnTo>
                  <a:lnTo>
                    <a:pt x="8328397" y="1559348"/>
                  </a:lnTo>
                  <a:lnTo>
                    <a:pt x="8329679" y="1559348"/>
                  </a:lnTo>
                  <a:lnTo>
                    <a:pt x="8330960" y="1559348"/>
                  </a:lnTo>
                  <a:lnTo>
                    <a:pt x="8332242" y="1504007"/>
                  </a:lnTo>
                  <a:lnTo>
                    <a:pt x="8333524" y="1514105"/>
                  </a:lnTo>
                  <a:lnTo>
                    <a:pt x="8334806" y="1485608"/>
                  </a:lnTo>
                  <a:lnTo>
                    <a:pt x="8336088" y="1511969"/>
                  </a:lnTo>
                  <a:lnTo>
                    <a:pt x="8337370" y="1443660"/>
                  </a:lnTo>
                  <a:lnTo>
                    <a:pt x="8338651" y="1500769"/>
                  </a:lnTo>
                  <a:lnTo>
                    <a:pt x="8339933" y="1458019"/>
                  </a:lnTo>
                  <a:lnTo>
                    <a:pt x="8341215" y="1392126"/>
                  </a:lnTo>
                  <a:lnTo>
                    <a:pt x="8342497" y="1330313"/>
                  </a:lnTo>
                  <a:lnTo>
                    <a:pt x="8343779" y="1182355"/>
                  </a:lnTo>
                  <a:lnTo>
                    <a:pt x="8345061" y="1222864"/>
                  </a:lnTo>
                  <a:lnTo>
                    <a:pt x="8346343" y="1318810"/>
                  </a:lnTo>
                  <a:lnTo>
                    <a:pt x="8347624" y="1584078"/>
                  </a:lnTo>
                  <a:lnTo>
                    <a:pt x="8348906" y="1598891"/>
                  </a:lnTo>
                  <a:lnTo>
                    <a:pt x="8350188" y="1616023"/>
                  </a:lnTo>
                  <a:lnTo>
                    <a:pt x="8351470" y="1616023"/>
                  </a:lnTo>
                  <a:lnTo>
                    <a:pt x="8352752" y="1616023"/>
                  </a:lnTo>
                  <a:lnTo>
                    <a:pt x="8354034" y="1616023"/>
                  </a:lnTo>
                  <a:lnTo>
                    <a:pt x="8355315" y="1609677"/>
                  </a:lnTo>
                  <a:lnTo>
                    <a:pt x="8356597" y="1555510"/>
                  </a:lnTo>
                  <a:lnTo>
                    <a:pt x="8357879" y="1555510"/>
                  </a:lnTo>
                  <a:lnTo>
                    <a:pt x="8359161" y="1606530"/>
                  </a:lnTo>
                  <a:lnTo>
                    <a:pt x="8360443" y="1668810"/>
                  </a:lnTo>
                  <a:lnTo>
                    <a:pt x="8361725" y="1668810"/>
                  </a:lnTo>
                  <a:lnTo>
                    <a:pt x="8363007" y="1668810"/>
                  </a:lnTo>
                  <a:lnTo>
                    <a:pt x="8364288" y="1668810"/>
                  </a:lnTo>
                  <a:lnTo>
                    <a:pt x="8365570" y="1668810"/>
                  </a:lnTo>
                  <a:lnTo>
                    <a:pt x="8366852" y="1668810"/>
                  </a:lnTo>
                  <a:lnTo>
                    <a:pt x="8368134" y="1641056"/>
                  </a:lnTo>
                  <a:lnTo>
                    <a:pt x="8369416" y="1574584"/>
                  </a:lnTo>
                  <a:lnTo>
                    <a:pt x="8370698" y="1538378"/>
                  </a:lnTo>
                  <a:lnTo>
                    <a:pt x="8371979" y="1538378"/>
                  </a:lnTo>
                  <a:lnTo>
                    <a:pt x="8373261" y="1538378"/>
                  </a:lnTo>
                  <a:lnTo>
                    <a:pt x="8374543" y="1561282"/>
                  </a:lnTo>
                  <a:lnTo>
                    <a:pt x="8375825" y="1668810"/>
                  </a:lnTo>
                  <a:lnTo>
                    <a:pt x="8374543" y="1668810"/>
                  </a:lnTo>
                  <a:lnTo>
                    <a:pt x="8373261" y="1668810"/>
                  </a:lnTo>
                  <a:lnTo>
                    <a:pt x="8371979" y="1668810"/>
                  </a:lnTo>
                  <a:lnTo>
                    <a:pt x="8370698" y="1668810"/>
                  </a:lnTo>
                  <a:lnTo>
                    <a:pt x="8369416" y="1668810"/>
                  </a:lnTo>
                  <a:lnTo>
                    <a:pt x="8368134" y="1668810"/>
                  </a:lnTo>
                  <a:lnTo>
                    <a:pt x="8366852" y="1668810"/>
                  </a:lnTo>
                  <a:lnTo>
                    <a:pt x="8365570" y="1668810"/>
                  </a:lnTo>
                  <a:lnTo>
                    <a:pt x="8364288" y="1668810"/>
                  </a:lnTo>
                  <a:lnTo>
                    <a:pt x="8363007" y="1668810"/>
                  </a:lnTo>
                  <a:lnTo>
                    <a:pt x="8361725" y="1668810"/>
                  </a:lnTo>
                  <a:lnTo>
                    <a:pt x="8360443" y="1668810"/>
                  </a:lnTo>
                  <a:lnTo>
                    <a:pt x="8359161" y="1668810"/>
                  </a:lnTo>
                  <a:lnTo>
                    <a:pt x="8357879" y="1668810"/>
                  </a:lnTo>
                  <a:lnTo>
                    <a:pt x="8356597" y="1668810"/>
                  </a:lnTo>
                  <a:lnTo>
                    <a:pt x="8355315" y="1668810"/>
                  </a:lnTo>
                  <a:lnTo>
                    <a:pt x="8354034" y="1668810"/>
                  </a:lnTo>
                  <a:lnTo>
                    <a:pt x="8352752" y="1668810"/>
                  </a:lnTo>
                  <a:lnTo>
                    <a:pt x="8351470" y="1668810"/>
                  </a:lnTo>
                  <a:lnTo>
                    <a:pt x="8350188" y="1668810"/>
                  </a:lnTo>
                  <a:lnTo>
                    <a:pt x="8348906" y="1668810"/>
                  </a:lnTo>
                  <a:lnTo>
                    <a:pt x="8347624" y="1668810"/>
                  </a:lnTo>
                  <a:lnTo>
                    <a:pt x="8346343" y="1668810"/>
                  </a:lnTo>
                  <a:lnTo>
                    <a:pt x="8345061" y="1668810"/>
                  </a:lnTo>
                  <a:lnTo>
                    <a:pt x="8343779" y="1668810"/>
                  </a:lnTo>
                  <a:lnTo>
                    <a:pt x="8342497" y="1668810"/>
                  </a:lnTo>
                  <a:lnTo>
                    <a:pt x="8341215" y="1668810"/>
                  </a:lnTo>
                  <a:lnTo>
                    <a:pt x="8339933" y="1668810"/>
                  </a:lnTo>
                  <a:lnTo>
                    <a:pt x="8338651" y="1668810"/>
                  </a:lnTo>
                  <a:lnTo>
                    <a:pt x="8337370" y="1668810"/>
                  </a:lnTo>
                  <a:lnTo>
                    <a:pt x="8336088" y="1668810"/>
                  </a:lnTo>
                  <a:lnTo>
                    <a:pt x="8334806" y="1668810"/>
                  </a:lnTo>
                  <a:lnTo>
                    <a:pt x="8333524" y="1668810"/>
                  </a:lnTo>
                  <a:lnTo>
                    <a:pt x="8332242" y="1668810"/>
                  </a:lnTo>
                  <a:lnTo>
                    <a:pt x="8330960" y="1668810"/>
                  </a:lnTo>
                  <a:lnTo>
                    <a:pt x="8329679" y="1668810"/>
                  </a:lnTo>
                  <a:lnTo>
                    <a:pt x="8328397" y="1668810"/>
                  </a:lnTo>
                  <a:lnTo>
                    <a:pt x="8327115" y="1668810"/>
                  </a:lnTo>
                  <a:lnTo>
                    <a:pt x="8325833" y="1668810"/>
                  </a:lnTo>
                  <a:lnTo>
                    <a:pt x="8324551" y="1668810"/>
                  </a:lnTo>
                  <a:lnTo>
                    <a:pt x="8323269" y="1668810"/>
                  </a:lnTo>
                  <a:lnTo>
                    <a:pt x="8321988" y="1668810"/>
                  </a:lnTo>
                  <a:lnTo>
                    <a:pt x="8320706" y="1668810"/>
                  </a:lnTo>
                  <a:lnTo>
                    <a:pt x="8319424" y="1668810"/>
                  </a:lnTo>
                  <a:lnTo>
                    <a:pt x="8318142" y="1668810"/>
                  </a:lnTo>
                  <a:lnTo>
                    <a:pt x="8316860" y="1668810"/>
                  </a:lnTo>
                  <a:lnTo>
                    <a:pt x="8315578" y="1668810"/>
                  </a:lnTo>
                  <a:lnTo>
                    <a:pt x="8314296" y="1668810"/>
                  </a:lnTo>
                  <a:lnTo>
                    <a:pt x="8313015" y="1668810"/>
                  </a:lnTo>
                  <a:lnTo>
                    <a:pt x="8311733" y="1668810"/>
                  </a:lnTo>
                  <a:lnTo>
                    <a:pt x="8310451" y="1668810"/>
                  </a:lnTo>
                  <a:lnTo>
                    <a:pt x="8309169" y="1668810"/>
                  </a:lnTo>
                  <a:lnTo>
                    <a:pt x="8307887" y="1668810"/>
                  </a:lnTo>
                  <a:lnTo>
                    <a:pt x="8306605" y="1668810"/>
                  </a:lnTo>
                  <a:lnTo>
                    <a:pt x="8305324" y="1668810"/>
                  </a:lnTo>
                  <a:lnTo>
                    <a:pt x="8304042" y="1668810"/>
                  </a:lnTo>
                  <a:lnTo>
                    <a:pt x="8302760" y="1668810"/>
                  </a:lnTo>
                  <a:lnTo>
                    <a:pt x="8301478" y="1668810"/>
                  </a:lnTo>
                  <a:lnTo>
                    <a:pt x="8300196" y="1668810"/>
                  </a:lnTo>
                  <a:lnTo>
                    <a:pt x="8298914" y="1668810"/>
                  </a:lnTo>
                  <a:lnTo>
                    <a:pt x="8297632" y="1668810"/>
                  </a:lnTo>
                  <a:lnTo>
                    <a:pt x="8296351" y="1668810"/>
                  </a:lnTo>
                  <a:lnTo>
                    <a:pt x="8295069" y="1668810"/>
                  </a:lnTo>
                  <a:lnTo>
                    <a:pt x="8293787" y="1668810"/>
                  </a:lnTo>
                  <a:lnTo>
                    <a:pt x="8292505" y="1668810"/>
                  </a:lnTo>
                  <a:lnTo>
                    <a:pt x="8291223" y="1668810"/>
                  </a:lnTo>
                  <a:lnTo>
                    <a:pt x="8289941" y="1668810"/>
                  </a:lnTo>
                  <a:lnTo>
                    <a:pt x="8288660" y="1668810"/>
                  </a:lnTo>
                  <a:lnTo>
                    <a:pt x="8287378" y="1668810"/>
                  </a:lnTo>
                  <a:lnTo>
                    <a:pt x="8286096" y="1668810"/>
                  </a:lnTo>
                  <a:lnTo>
                    <a:pt x="8284814" y="1668810"/>
                  </a:lnTo>
                  <a:lnTo>
                    <a:pt x="8283532" y="1668810"/>
                  </a:lnTo>
                  <a:lnTo>
                    <a:pt x="8282250" y="1668810"/>
                  </a:lnTo>
                  <a:lnTo>
                    <a:pt x="8280969" y="1668810"/>
                  </a:lnTo>
                  <a:lnTo>
                    <a:pt x="8279687" y="1668810"/>
                  </a:lnTo>
                  <a:lnTo>
                    <a:pt x="8278405" y="1668810"/>
                  </a:lnTo>
                  <a:lnTo>
                    <a:pt x="8277123" y="1668810"/>
                  </a:lnTo>
                  <a:lnTo>
                    <a:pt x="8275841" y="1668810"/>
                  </a:lnTo>
                  <a:lnTo>
                    <a:pt x="8274559" y="1668810"/>
                  </a:lnTo>
                  <a:lnTo>
                    <a:pt x="8273277" y="1668810"/>
                  </a:lnTo>
                  <a:lnTo>
                    <a:pt x="8271996" y="1668810"/>
                  </a:lnTo>
                  <a:lnTo>
                    <a:pt x="8270714" y="1668810"/>
                  </a:lnTo>
                  <a:lnTo>
                    <a:pt x="8269432" y="1668810"/>
                  </a:lnTo>
                  <a:lnTo>
                    <a:pt x="8268150" y="1668810"/>
                  </a:lnTo>
                  <a:lnTo>
                    <a:pt x="8266868" y="1668810"/>
                  </a:lnTo>
                  <a:lnTo>
                    <a:pt x="8265586" y="1668810"/>
                  </a:lnTo>
                  <a:lnTo>
                    <a:pt x="8264305" y="1668810"/>
                  </a:lnTo>
                  <a:lnTo>
                    <a:pt x="8263023" y="1668810"/>
                  </a:lnTo>
                  <a:lnTo>
                    <a:pt x="8261741" y="1668810"/>
                  </a:lnTo>
                  <a:lnTo>
                    <a:pt x="8260459" y="1668810"/>
                  </a:lnTo>
                  <a:lnTo>
                    <a:pt x="8259177" y="1668810"/>
                  </a:lnTo>
                  <a:lnTo>
                    <a:pt x="8257895" y="1668810"/>
                  </a:lnTo>
                  <a:lnTo>
                    <a:pt x="8256613" y="1668810"/>
                  </a:lnTo>
                  <a:lnTo>
                    <a:pt x="8255332" y="1668810"/>
                  </a:lnTo>
                  <a:lnTo>
                    <a:pt x="8254050" y="1668810"/>
                  </a:lnTo>
                  <a:lnTo>
                    <a:pt x="8252768" y="1668810"/>
                  </a:lnTo>
                  <a:lnTo>
                    <a:pt x="8251486" y="1668810"/>
                  </a:lnTo>
                  <a:lnTo>
                    <a:pt x="8250204" y="1668810"/>
                  </a:lnTo>
                  <a:lnTo>
                    <a:pt x="8248922" y="1668810"/>
                  </a:lnTo>
                  <a:lnTo>
                    <a:pt x="8247641" y="1668810"/>
                  </a:lnTo>
                  <a:lnTo>
                    <a:pt x="8246359" y="1668810"/>
                  </a:lnTo>
                  <a:lnTo>
                    <a:pt x="8245077" y="1668810"/>
                  </a:lnTo>
                  <a:lnTo>
                    <a:pt x="8243795" y="1668810"/>
                  </a:lnTo>
                  <a:lnTo>
                    <a:pt x="8242513" y="1668810"/>
                  </a:lnTo>
                  <a:lnTo>
                    <a:pt x="8241231" y="1668810"/>
                  </a:lnTo>
                  <a:lnTo>
                    <a:pt x="8239949" y="1668810"/>
                  </a:lnTo>
                  <a:lnTo>
                    <a:pt x="8238668" y="1668810"/>
                  </a:lnTo>
                  <a:lnTo>
                    <a:pt x="8237386" y="1668810"/>
                  </a:lnTo>
                  <a:lnTo>
                    <a:pt x="8236104" y="1668810"/>
                  </a:lnTo>
                  <a:lnTo>
                    <a:pt x="8234822" y="1668810"/>
                  </a:lnTo>
                  <a:lnTo>
                    <a:pt x="8233540" y="1668810"/>
                  </a:lnTo>
                  <a:lnTo>
                    <a:pt x="8232258" y="1668810"/>
                  </a:lnTo>
                  <a:lnTo>
                    <a:pt x="8230977" y="1668810"/>
                  </a:lnTo>
                  <a:lnTo>
                    <a:pt x="8229695" y="1668810"/>
                  </a:lnTo>
                  <a:lnTo>
                    <a:pt x="8228413" y="1668810"/>
                  </a:lnTo>
                  <a:lnTo>
                    <a:pt x="8227131" y="1668810"/>
                  </a:lnTo>
                  <a:lnTo>
                    <a:pt x="8225849" y="1668810"/>
                  </a:lnTo>
                  <a:lnTo>
                    <a:pt x="8224567" y="1668810"/>
                  </a:lnTo>
                  <a:lnTo>
                    <a:pt x="8223286" y="1668810"/>
                  </a:lnTo>
                  <a:lnTo>
                    <a:pt x="8222004" y="1668810"/>
                  </a:lnTo>
                  <a:lnTo>
                    <a:pt x="8220722" y="1668810"/>
                  </a:lnTo>
                  <a:lnTo>
                    <a:pt x="8219440" y="1668810"/>
                  </a:lnTo>
                  <a:lnTo>
                    <a:pt x="8218158" y="1668810"/>
                  </a:lnTo>
                  <a:lnTo>
                    <a:pt x="8216876" y="1668810"/>
                  </a:lnTo>
                  <a:lnTo>
                    <a:pt x="8215594" y="1668810"/>
                  </a:lnTo>
                  <a:lnTo>
                    <a:pt x="8214313" y="1668810"/>
                  </a:lnTo>
                  <a:lnTo>
                    <a:pt x="8213031" y="1668810"/>
                  </a:lnTo>
                  <a:lnTo>
                    <a:pt x="8211749" y="1668810"/>
                  </a:lnTo>
                  <a:lnTo>
                    <a:pt x="8210467" y="1668810"/>
                  </a:lnTo>
                  <a:lnTo>
                    <a:pt x="8209185" y="1668810"/>
                  </a:lnTo>
                  <a:lnTo>
                    <a:pt x="8207903" y="1668810"/>
                  </a:lnTo>
                  <a:lnTo>
                    <a:pt x="8206622" y="1668810"/>
                  </a:lnTo>
                  <a:lnTo>
                    <a:pt x="8205340" y="1668810"/>
                  </a:lnTo>
                  <a:lnTo>
                    <a:pt x="8204058" y="1668810"/>
                  </a:lnTo>
                  <a:lnTo>
                    <a:pt x="8202776" y="1668810"/>
                  </a:lnTo>
                  <a:lnTo>
                    <a:pt x="8201494" y="1668810"/>
                  </a:lnTo>
                  <a:lnTo>
                    <a:pt x="8200212" y="1668810"/>
                  </a:lnTo>
                  <a:lnTo>
                    <a:pt x="8198930" y="1668810"/>
                  </a:lnTo>
                  <a:lnTo>
                    <a:pt x="8197649" y="1668810"/>
                  </a:lnTo>
                  <a:lnTo>
                    <a:pt x="8196367" y="1668810"/>
                  </a:lnTo>
                  <a:lnTo>
                    <a:pt x="8195085" y="1668810"/>
                  </a:lnTo>
                  <a:lnTo>
                    <a:pt x="8193803" y="1668810"/>
                  </a:lnTo>
                  <a:lnTo>
                    <a:pt x="8192521" y="1668810"/>
                  </a:lnTo>
                  <a:lnTo>
                    <a:pt x="8191239" y="1668810"/>
                  </a:lnTo>
                  <a:lnTo>
                    <a:pt x="8189958" y="1668810"/>
                  </a:lnTo>
                  <a:lnTo>
                    <a:pt x="8188676" y="1668810"/>
                  </a:lnTo>
                  <a:lnTo>
                    <a:pt x="8187394" y="1668810"/>
                  </a:lnTo>
                  <a:lnTo>
                    <a:pt x="8186112" y="1668810"/>
                  </a:lnTo>
                  <a:lnTo>
                    <a:pt x="8184830" y="1668810"/>
                  </a:lnTo>
                  <a:lnTo>
                    <a:pt x="8183548" y="1668810"/>
                  </a:lnTo>
                  <a:lnTo>
                    <a:pt x="8182267" y="1668810"/>
                  </a:lnTo>
                  <a:lnTo>
                    <a:pt x="8180985" y="1668810"/>
                  </a:lnTo>
                  <a:lnTo>
                    <a:pt x="8179703" y="1668810"/>
                  </a:lnTo>
                  <a:lnTo>
                    <a:pt x="8178421" y="1668810"/>
                  </a:lnTo>
                  <a:lnTo>
                    <a:pt x="8177139" y="1668810"/>
                  </a:lnTo>
                  <a:lnTo>
                    <a:pt x="8175857" y="1668810"/>
                  </a:lnTo>
                  <a:lnTo>
                    <a:pt x="8174575" y="1668810"/>
                  </a:lnTo>
                  <a:lnTo>
                    <a:pt x="8173294" y="1668810"/>
                  </a:lnTo>
                  <a:lnTo>
                    <a:pt x="8172012" y="1668810"/>
                  </a:lnTo>
                  <a:lnTo>
                    <a:pt x="8170730" y="1668810"/>
                  </a:lnTo>
                  <a:lnTo>
                    <a:pt x="8169448" y="1668810"/>
                  </a:lnTo>
                  <a:lnTo>
                    <a:pt x="8168166" y="1668810"/>
                  </a:lnTo>
                  <a:lnTo>
                    <a:pt x="8166884" y="1668810"/>
                  </a:lnTo>
                  <a:lnTo>
                    <a:pt x="8165603" y="1668810"/>
                  </a:lnTo>
                  <a:lnTo>
                    <a:pt x="8164321" y="1668810"/>
                  </a:lnTo>
                  <a:lnTo>
                    <a:pt x="8163039" y="1668810"/>
                  </a:lnTo>
                  <a:lnTo>
                    <a:pt x="8161757" y="1668810"/>
                  </a:lnTo>
                  <a:lnTo>
                    <a:pt x="8160475" y="1668810"/>
                  </a:lnTo>
                  <a:lnTo>
                    <a:pt x="8159193" y="1668810"/>
                  </a:lnTo>
                  <a:lnTo>
                    <a:pt x="8157911" y="1668810"/>
                  </a:lnTo>
                  <a:lnTo>
                    <a:pt x="8156630" y="1668810"/>
                  </a:lnTo>
                  <a:lnTo>
                    <a:pt x="8155348" y="1668810"/>
                  </a:lnTo>
                  <a:lnTo>
                    <a:pt x="8154066" y="1668810"/>
                  </a:lnTo>
                  <a:lnTo>
                    <a:pt x="8152784" y="1668810"/>
                  </a:lnTo>
                  <a:lnTo>
                    <a:pt x="8151502" y="1668810"/>
                  </a:lnTo>
                  <a:lnTo>
                    <a:pt x="8150220" y="1668810"/>
                  </a:lnTo>
                  <a:lnTo>
                    <a:pt x="8148939" y="1668810"/>
                  </a:lnTo>
                  <a:lnTo>
                    <a:pt x="8147657" y="1668810"/>
                  </a:lnTo>
                  <a:lnTo>
                    <a:pt x="8146375" y="1668810"/>
                  </a:lnTo>
                  <a:lnTo>
                    <a:pt x="8145093" y="1668810"/>
                  </a:lnTo>
                  <a:lnTo>
                    <a:pt x="8143811" y="1668810"/>
                  </a:lnTo>
                  <a:lnTo>
                    <a:pt x="8142529" y="1668810"/>
                  </a:lnTo>
                  <a:lnTo>
                    <a:pt x="8141247" y="1668810"/>
                  </a:lnTo>
                  <a:lnTo>
                    <a:pt x="8139966" y="1668810"/>
                  </a:lnTo>
                  <a:lnTo>
                    <a:pt x="8138684" y="1668810"/>
                  </a:lnTo>
                  <a:lnTo>
                    <a:pt x="8137402" y="1668810"/>
                  </a:lnTo>
                  <a:lnTo>
                    <a:pt x="8136120" y="1668810"/>
                  </a:lnTo>
                  <a:lnTo>
                    <a:pt x="8134838" y="1668810"/>
                  </a:lnTo>
                  <a:lnTo>
                    <a:pt x="8133556" y="1668810"/>
                  </a:lnTo>
                  <a:lnTo>
                    <a:pt x="8132275" y="1668810"/>
                  </a:lnTo>
                  <a:lnTo>
                    <a:pt x="8130993" y="1668810"/>
                  </a:lnTo>
                  <a:lnTo>
                    <a:pt x="8129711" y="1668810"/>
                  </a:lnTo>
                  <a:lnTo>
                    <a:pt x="8128429" y="1668810"/>
                  </a:lnTo>
                  <a:lnTo>
                    <a:pt x="8127147" y="1668810"/>
                  </a:lnTo>
                  <a:lnTo>
                    <a:pt x="8125865" y="1668810"/>
                  </a:lnTo>
                  <a:lnTo>
                    <a:pt x="8124584" y="1668810"/>
                  </a:lnTo>
                  <a:lnTo>
                    <a:pt x="8123302" y="1668810"/>
                  </a:lnTo>
                  <a:lnTo>
                    <a:pt x="8122020" y="1668810"/>
                  </a:lnTo>
                  <a:lnTo>
                    <a:pt x="8120738" y="1668810"/>
                  </a:lnTo>
                  <a:lnTo>
                    <a:pt x="8119456" y="1668810"/>
                  </a:lnTo>
                  <a:lnTo>
                    <a:pt x="8118174" y="1668810"/>
                  </a:lnTo>
                  <a:lnTo>
                    <a:pt x="8116892" y="1668810"/>
                  </a:lnTo>
                  <a:lnTo>
                    <a:pt x="8115611" y="1668810"/>
                  </a:lnTo>
                  <a:lnTo>
                    <a:pt x="8114329" y="1668810"/>
                  </a:lnTo>
                  <a:lnTo>
                    <a:pt x="8113047" y="1668810"/>
                  </a:lnTo>
                  <a:lnTo>
                    <a:pt x="8111765" y="1668810"/>
                  </a:lnTo>
                  <a:lnTo>
                    <a:pt x="8110483" y="1668810"/>
                  </a:lnTo>
                  <a:lnTo>
                    <a:pt x="8109201" y="1668810"/>
                  </a:lnTo>
                  <a:lnTo>
                    <a:pt x="8107920" y="1668810"/>
                  </a:lnTo>
                  <a:lnTo>
                    <a:pt x="8106638" y="1668810"/>
                  </a:lnTo>
                  <a:lnTo>
                    <a:pt x="8105356" y="1668810"/>
                  </a:lnTo>
                  <a:lnTo>
                    <a:pt x="8104074" y="1668810"/>
                  </a:lnTo>
                  <a:lnTo>
                    <a:pt x="8102792" y="1668810"/>
                  </a:lnTo>
                  <a:lnTo>
                    <a:pt x="8101510" y="1668810"/>
                  </a:lnTo>
                  <a:lnTo>
                    <a:pt x="8100228" y="1668810"/>
                  </a:lnTo>
                  <a:lnTo>
                    <a:pt x="8098947" y="1668810"/>
                  </a:lnTo>
                  <a:lnTo>
                    <a:pt x="8097665" y="1668810"/>
                  </a:lnTo>
                  <a:lnTo>
                    <a:pt x="8096383" y="1668810"/>
                  </a:lnTo>
                  <a:lnTo>
                    <a:pt x="8095101" y="1668810"/>
                  </a:lnTo>
                  <a:lnTo>
                    <a:pt x="8093819" y="1668810"/>
                  </a:lnTo>
                  <a:lnTo>
                    <a:pt x="8092537" y="1668810"/>
                  </a:lnTo>
                  <a:lnTo>
                    <a:pt x="8091256" y="1668810"/>
                  </a:lnTo>
                  <a:lnTo>
                    <a:pt x="8089974" y="1668810"/>
                  </a:lnTo>
                  <a:lnTo>
                    <a:pt x="8088692" y="1668810"/>
                  </a:lnTo>
                  <a:lnTo>
                    <a:pt x="8087410" y="1668810"/>
                  </a:lnTo>
                  <a:lnTo>
                    <a:pt x="8086128" y="1668810"/>
                  </a:lnTo>
                  <a:lnTo>
                    <a:pt x="8084846" y="1668810"/>
                  </a:lnTo>
                  <a:lnTo>
                    <a:pt x="8083565" y="1668810"/>
                  </a:lnTo>
                  <a:lnTo>
                    <a:pt x="8082283" y="1668810"/>
                  </a:lnTo>
                  <a:lnTo>
                    <a:pt x="8081001" y="1668810"/>
                  </a:lnTo>
                  <a:lnTo>
                    <a:pt x="8079719" y="1668810"/>
                  </a:lnTo>
                  <a:lnTo>
                    <a:pt x="8078437" y="1668810"/>
                  </a:lnTo>
                  <a:lnTo>
                    <a:pt x="8077155" y="1668810"/>
                  </a:lnTo>
                  <a:lnTo>
                    <a:pt x="8075873" y="1668810"/>
                  </a:lnTo>
                  <a:lnTo>
                    <a:pt x="8074592" y="1668810"/>
                  </a:lnTo>
                  <a:lnTo>
                    <a:pt x="8073310" y="1668810"/>
                  </a:lnTo>
                  <a:lnTo>
                    <a:pt x="8072028" y="1668810"/>
                  </a:lnTo>
                  <a:lnTo>
                    <a:pt x="8070746" y="1668810"/>
                  </a:lnTo>
                  <a:lnTo>
                    <a:pt x="8069464" y="1668810"/>
                  </a:lnTo>
                  <a:lnTo>
                    <a:pt x="8068182" y="1668810"/>
                  </a:lnTo>
                  <a:lnTo>
                    <a:pt x="8066901" y="1668810"/>
                  </a:lnTo>
                  <a:lnTo>
                    <a:pt x="8065619" y="1668810"/>
                  </a:lnTo>
                  <a:lnTo>
                    <a:pt x="8064337" y="1668810"/>
                  </a:lnTo>
                  <a:lnTo>
                    <a:pt x="8063055" y="1668810"/>
                  </a:lnTo>
                  <a:lnTo>
                    <a:pt x="8061773" y="1668810"/>
                  </a:lnTo>
                  <a:lnTo>
                    <a:pt x="8060491" y="1668810"/>
                  </a:lnTo>
                  <a:lnTo>
                    <a:pt x="8059209" y="1668810"/>
                  </a:lnTo>
                  <a:lnTo>
                    <a:pt x="8057928" y="1668810"/>
                  </a:lnTo>
                  <a:lnTo>
                    <a:pt x="8056646" y="1668810"/>
                  </a:lnTo>
                  <a:lnTo>
                    <a:pt x="8055364" y="1668810"/>
                  </a:lnTo>
                  <a:lnTo>
                    <a:pt x="8054082" y="1668810"/>
                  </a:lnTo>
                  <a:lnTo>
                    <a:pt x="8052800" y="1668810"/>
                  </a:lnTo>
                  <a:lnTo>
                    <a:pt x="8051518" y="1668810"/>
                  </a:lnTo>
                  <a:lnTo>
                    <a:pt x="8050237" y="1668810"/>
                  </a:lnTo>
                  <a:lnTo>
                    <a:pt x="8048955" y="1668810"/>
                  </a:lnTo>
                  <a:lnTo>
                    <a:pt x="8047673" y="1668810"/>
                  </a:lnTo>
                  <a:lnTo>
                    <a:pt x="8046391" y="1668810"/>
                  </a:lnTo>
                  <a:lnTo>
                    <a:pt x="8045109" y="1668810"/>
                  </a:lnTo>
                  <a:lnTo>
                    <a:pt x="8043827" y="1668810"/>
                  </a:lnTo>
                  <a:lnTo>
                    <a:pt x="8042546" y="1668810"/>
                  </a:lnTo>
                  <a:lnTo>
                    <a:pt x="8041264" y="1668810"/>
                  </a:lnTo>
                  <a:lnTo>
                    <a:pt x="8039982" y="1668810"/>
                  </a:lnTo>
                  <a:lnTo>
                    <a:pt x="8038700" y="1668810"/>
                  </a:lnTo>
                  <a:lnTo>
                    <a:pt x="8037418" y="1668810"/>
                  </a:lnTo>
                  <a:lnTo>
                    <a:pt x="8036136" y="1668810"/>
                  </a:lnTo>
                  <a:lnTo>
                    <a:pt x="8034854" y="1668810"/>
                  </a:lnTo>
                  <a:lnTo>
                    <a:pt x="8033573" y="1668810"/>
                  </a:lnTo>
                  <a:lnTo>
                    <a:pt x="8032291" y="1668810"/>
                  </a:lnTo>
                  <a:lnTo>
                    <a:pt x="8031009" y="1668810"/>
                  </a:lnTo>
                  <a:lnTo>
                    <a:pt x="8029727" y="1668810"/>
                  </a:lnTo>
                  <a:lnTo>
                    <a:pt x="8028445" y="1668810"/>
                  </a:lnTo>
                  <a:lnTo>
                    <a:pt x="8027163" y="1668810"/>
                  </a:lnTo>
                  <a:lnTo>
                    <a:pt x="8025882" y="1668810"/>
                  </a:lnTo>
                  <a:lnTo>
                    <a:pt x="8024600" y="1668810"/>
                  </a:lnTo>
                  <a:lnTo>
                    <a:pt x="8023318" y="1668810"/>
                  </a:lnTo>
                  <a:lnTo>
                    <a:pt x="8022036" y="1668810"/>
                  </a:lnTo>
                  <a:lnTo>
                    <a:pt x="8020754" y="1668810"/>
                  </a:lnTo>
                  <a:lnTo>
                    <a:pt x="8019472" y="1668810"/>
                  </a:lnTo>
                  <a:lnTo>
                    <a:pt x="8018190" y="1668810"/>
                  </a:lnTo>
                  <a:lnTo>
                    <a:pt x="8016909" y="1668810"/>
                  </a:lnTo>
                  <a:lnTo>
                    <a:pt x="8015627" y="1668810"/>
                  </a:lnTo>
                  <a:lnTo>
                    <a:pt x="8014345" y="1668810"/>
                  </a:lnTo>
                  <a:lnTo>
                    <a:pt x="8013063" y="1668810"/>
                  </a:lnTo>
                  <a:lnTo>
                    <a:pt x="8011781" y="1668810"/>
                  </a:lnTo>
                  <a:lnTo>
                    <a:pt x="8010499" y="1668810"/>
                  </a:lnTo>
                  <a:lnTo>
                    <a:pt x="8009218" y="1668810"/>
                  </a:lnTo>
                  <a:lnTo>
                    <a:pt x="8007936" y="1668810"/>
                  </a:lnTo>
                  <a:lnTo>
                    <a:pt x="8006654" y="1668810"/>
                  </a:lnTo>
                  <a:lnTo>
                    <a:pt x="8005372" y="1668810"/>
                  </a:lnTo>
                  <a:lnTo>
                    <a:pt x="8004090" y="1668810"/>
                  </a:lnTo>
                  <a:lnTo>
                    <a:pt x="8002808" y="1668810"/>
                  </a:lnTo>
                  <a:lnTo>
                    <a:pt x="8001526" y="1668810"/>
                  </a:lnTo>
                  <a:lnTo>
                    <a:pt x="8000245" y="1668810"/>
                  </a:lnTo>
                  <a:lnTo>
                    <a:pt x="7998963" y="1668810"/>
                  </a:lnTo>
                  <a:lnTo>
                    <a:pt x="7997681" y="1668810"/>
                  </a:lnTo>
                  <a:lnTo>
                    <a:pt x="7996399" y="1668810"/>
                  </a:lnTo>
                  <a:lnTo>
                    <a:pt x="7995117" y="1668810"/>
                  </a:lnTo>
                  <a:lnTo>
                    <a:pt x="7993835" y="1668810"/>
                  </a:lnTo>
                  <a:lnTo>
                    <a:pt x="7992554" y="1668810"/>
                  </a:lnTo>
                  <a:lnTo>
                    <a:pt x="7991272" y="1668810"/>
                  </a:lnTo>
                  <a:lnTo>
                    <a:pt x="7989990" y="1668810"/>
                  </a:lnTo>
                  <a:lnTo>
                    <a:pt x="7988708" y="1668810"/>
                  </a:lnTo>
                  <a:lnTo>
                    <a:pt x="7987426" y="1668810"/>
                  </a:lnTo>
                  <a:lnTo>
                    <a:pt x="7986144" y="1668810"/>
                  </a:lnTo>
                  <a:lnTo>
                    <a:pt x="7984863" y="1668810"/>
                  </a:lnTo>
                  <a:lnTo>
                    <a:pt x="7983581" y="1668810"/>
                  </a:lnTo>
                  <a:lnTo>
                    <a:pt x="7982299" y="1668810"/>
                  </a:lnTo>
                  <a:lnTo>
                    <a:pt x="7981017" y="1668810"/>
                  </a:lnTo>
                  <a:lnTo>
                    <a:pt x="7979735" y="1668810"/>
                  </a:lnTo>
                  <a:lnTo>
                    <a:pt x="7978453" y="1668810"/>
                  </a:lnTo>
                  <a:lnTo>
                    <a:pt x="7977171" y="1668810"/>
                  </a:lnTo>
                  <a:lnTo>
                    <a:pt x="7975890" y="1668810"/>
                  </a:lnTo>
                  <a:lnTo>
                    <a:pt x="7974608" y="1668810"/>
                  </a:lnTo>
                  <a:lnTo>
                    <a:pt x="7973326" y="1668810"/>
                  </a:lnTo>
                  <a:lnTo>
                    <a:pt x="7972044" y="1668810"/>
                  </a:lnTo>
                  <a:lnTo>
                    <a:pt x="7970762" y="1668810"/>
                  </a:lnTo>
                  <a:lnTo>
                    <a:pt x="7969480" y="1668810"/>
                  </a:lnTo>
                  <a:lnTo>
                    <a:pt x="7968199" y="1668810"/>
                  </a:lnTo>
                  <a:lnTo>
                    <a:pt x="7966917" y="1668810"/>
                  </a:lnTo>
                  <a:lnTo>
                    <a:pt x="7965635" y="1668810"/>
                  </a:lnTo>
                  <a:lnTo>
                    <a:pt x="7964353" y="1668810"/>
                  </a:lnTo>
                  <a:lnTo>
                    <a:pt x="7963071" y="1668810"/>
                  </a:lnTo>
                  <a:lnTo>
                    <a:pt x="7961789" y="1668810"/>
                  </a:lnTo>
                  <a:lnTo>
                    <a:pt x="7960507" y="1668810"/>
                  </a:lnTo>
                  <a:lnTo>
                    <a:pt x="7959226" y="1668810"/>
                  </a:lnTo>
                  <a:lnTo>
                    <a:pt x="7957944" y="1668810"/>
                  </a:lnTo>
                  <a:lnTo>
                    <a:pt x="7956662" y="1668810"/>
                  </a:lnTo>
                  <a:lnTo>
                    <a:pt x="7955380" y="1668810"/>
                  </a:lnTo>
                  <a:lnTo>
                    <a:pt x="7954098" y="1668810"/>
                  </a:lnTo>
                  <a:lnTo>
                    <a:pt x="7952816" y="1668810"/>
                  </a:lnTo>
                  <a:lnTo>
                    <a:pt x="7951535" y="1668810"/>
                  </a:lnTo>
                  <a:lnTo>
                    <a:pt x="7950253" y="1668810"/>
                  </a:lnTo>
                  <a:lnTo>
                    <a:pt x="7948971" y="1668810"/>
                  </a:lnTo>
                  <a:lnTo>
                    <a:pt x="7947689" y="1668810"/>
                  </a:lnTo>
                  <a:lnTo>
                    <a:pt x="7946407" y="1668810"/>
                  </a:lnTo>
                  <a:lnTo>
                    <a:pt x="7945125" y="1668810"/>
                  </a:lnTo>
                  <a:lnTo>
                    <a:pt x="7943844" y="1668810"/>
                  </a:lnTo>
                  <a:lnTo>
                    <a:pt x="7942562" y="1668810"/>
                  </a:lnTo>
                  <a:lnTo>
                    <a:pt x="7941280" y="1668810"/>
                  </a:lnTo>
                  <a:lnTo>
                    <a:pt x="7939998" y="1668810"/>
                  </a:lnTo>
                  <a:lnTo>
                    <a:pt x="7938716" y="1668810"/>
                  </a:lnTo>
                  <a:lnTo>
                    <a:pt x="7937434" y="1668810"/>
                  </a:lnTo>
                  <a:lnTo>
                    <a:pt x="7936152" y="1668810"/>
                  </a:lnTo>
                  <a:lnTo>
                    <a:pt x="7934871" y="1668810"/>
                  </a:lnTo>
                  <a:lnTo>
                    <a:pt x="7933589" y="1668810"/>
                  </a:lnTo>
                  <a:lnTo>
                    <a:pt x="7932307" y="1668810"/>
                  </a:lnTo>
                  <a:lnTo>
                    <a:pt x="7931025" y="1668810"/>
                  </a:lnTo>
                  <a:lnTo>
                    <a:pt x="7929743" y="1668810"/>
                  </a:lnTo>
                  <a:lnTo>
                    <a:pt x="7928461" y="1668810"/>
                  </a:lnTo>
                  <a:lnTo>
                    <a:pt x="7927180" y="1668810"/>
                  </a:lnTo>
                  <a:lnTo>
                    <a:pt x="7925898" y="1668810"/>
                  </a:lnTo>
                  <a:lnTo>
                    <a:pt x="7924616" y="1668810"/>
                  </a:lnTo>
                  <a:lnTo>
                    <a:pt x="7923334" y="1668810"/>
                  </a:lnTo>
                  <a:lnTo>
                    <a:pt x="7922052" y="1668810"/>
                  </a:lnTo>
                  <a:lnTo>
                    <a:pt x="7920770" y="1668810"/>
                  </a:lnTo>
                  <a:lnTo>
                    <a:pt x="7919488" y="1668810"/>
                  </a:lnTo>
                  <a:lnTo>
                    <a:pt x="7918207" y="1668810"/>
                  </a:lnTo>
                  <a:lnTo>
                    <a:pt x="7916925" y="1668810"/>
                  </a:lnTo>
                  <a:lnTo>
                    <a:pt x="7915643" y="1668810"/>
                  </a:lnTo>
                  <a:lnTo>
                    <a:pt x="7914361" y="1668810"/>
                  </a:lnTo>
                  <a:lnTo>
                    <a:pt x="7913079" y="1668810"/>
                  </a:lnTo>
                  <a:lnTo>
                    <a:pt x="7911797" y="1668810"/>
                  </a:lnTo>
                  <a:lnTo>
                    <a:pt x="7910516" y="1668810"/>
                  </a:lnTo>
                  <a:lnTo>
                    <a:pt x="7909234" y="1668810"/>
                  </a:lnTo>
                  <a:lnTo>
                    <a:pt x="7907952" y="1668810"/>
                  </a:lnTo>
                  <a:lnTo>
                    <a:pt x="7906670" y="1668810"/>
                  </a:lnTo>
                  <a:lnTo>
                    <a:pt x="7905388" y="1668810"/>
                  </a:lnTo>
                  <a:lnTo>
                    <a:pt x="7904106" y="1668810"/>
                  </a:lnTo>
                  <a:lnTo>
                    <a:pt x="7902825" y="1668810"/>
                  </a:lnTo>
                  <a:lnTo>
                    <a:pt x="7901543" y="1668810"/>
                  </a:lnTo>
                  <a:lnTo>
                    <a:pt x="7900261" y="1668810"/>
                  </a:lnTo>
                  <a:lnTo>
                    <a:pt x="7898979" y="1668810"/>
                  </a:lnTo>
                  <a:lnTo>
                    <a:pt x="7897697" y="1668810"/>
                  </a:lnTo>
                  <a:lnTo>
                    <a:pt x="7896415" y="1668810"/>
                  </a:lnTo>
                  <a:lnTo>
                    <a:pt x="7895133" y="1668810"/>
                  </a:lnTo>
                  <a:lnTo>
                    <a:pt x="7893852" y="1668810"/>
                  </a:lnTo>
                  <a:lnTo>
                    <a:pt x="7892570" y="1668810"/>
                  </a:lnTo>
                  <a:lnTo>
                    <a:pt x="7891288" y="1668810"/>
                  </a:lnTo>
                  <a:lnTo>
                    <a:pt x="7890006" y="1668810"/>
                  </a:lnTo>
                  <a:lnTo>
                    <a:pt x="7888724" y="1668810"/>
                  </a:lnTo>
                  <a:lnTo>
                    <a:pt x="7887442" y="1668810"/>
                  </a:lnTo>
                  <a:lnTo>
                    <a:pt x="7886161" y="1668810"/>
                  </a:lnTo>
                  <a:lnTo>
                    <a:pt x="7884879" y="1668810"/>
                  </a:lnTo>
                  <a:lnTo>
                    <a:pt x="7883597" y="1668810"/>
                  </a:lnTo>
                  <a:lnTo>
                    <a:pt x="7882315" y="1668810"/>
                  </a:lnTo>
                  <a:lnTo>
                    <a:pt x="7881033" y="1668810"/>
                  </a:lnTo>
                  <a:lnTo>
                    <a:pt x="7879751" y="1668810"/>
                  </a:lnTo>
                  <a:lnTo>
                    <a:pt x="7878469" y="1668810"/>
                  </a:lnTo>
                  <a:lnTo>
                    <a:pt x="7877188" y="1668810"/>
                  </a:lnTo>
                  <a:lnTo>
                    <a:pt x="7875906" y="1668810"/>
                  </a:lnTo>
                  <a:lnTo>
                    <a:pt x="7874624" y="1668810"/>
                  </a:lnTo>
                  <a:lnTo>
                    <a:pt x="7873342" y="1668810"/>
                  </a:lnTo>
                  <a:lnTo>
                    <a:pt x="7872060" y="1668810"/>
                  </a:lnTo>
                  <a:lnTo>
                    <a:pt x="7870778" y="1668810"/>
                  </a:lnTo>
                  <a:lnTo>
                    <a:pt x="7869497" y="1668810"/>
                  </a:lnTo>
                  <a:lnTo>
                    <a:pt x="7868215" y="1668810"/>
                  </a:lnTo>
                  <a:lnTo>
                    <a:pt x="7866933" y="1668810"/>
                  </a:lnTo>
                  <a:lnTo>
                    <a:pt x="7865651" y="1668810"/>
                  </a:lnTo>
                  <a:lnTo>
                    <a:pt x="7864369" y="1668810"/>
                  </a:lnTo>
                  <a:lnTo>
                    <a:pt x="7863087" y="1668810"/>
                  </a:lnTo>
                  <a:lnTo>
                    <a:pt x="7861805" y="1668810"/>
                  </a:lnTo>
                  <a:lnTo>
                    <a:pt x="7860524" y="1668810"/>
                  </a:lnTo>
                  <a:lnTo>
                    <a:pt x="7859242" y="1668810"/>
                  </a:lnTo>
                  <a:lnTo>
                    <a:pt x="7857960" y="1668810"/>
                  </a:lnTo>
                  <a:lnTo>
                    <a:pt x="7856678" y="1668810"/>
                  </a:lnTo>
                  <a:lnTo>
                    <a:pt x="7855396" y="1668810"/>
                  </a:lnTo>
                  <a:lnTo>
                    <a:pt x="7854114" y="1668810"/>
                  </a:lnTo>
                  <a:lnTo>
                    <a:pt x="7852833" y="1668810"/>
                  </a:lnTo>
                  <a:lnTo>
                    <a:pt x="7851551" y="1668810"/>
                  </a:lnTo>
                  <a:lnTo>
                    <a:pt x="7850269" y="1668810"/>
                  </a:lnTo>
                  <a:lnTo>
                    <a:pt x="7848987" y="1668810"/>
                  </a:lnTo>
                  <a:lnTo>
                    <a:pt x="7847705" y="1668810"/>
                  </a:lnTo>
                  <a:lnTo>
                    <a:pt x="7846423" y="1668810"/>
                  </a:lnTo>
                  <a:lnTo>
                    <a:pt x="7845142" y="1668810"/>
                  </a:lnTo>
                  <a:lnTo>
                    <a:pt x="7843860" y="1668810"/>
                  </a:lnTo>
                  <a:lnTo>
                    <a:pt x="7842578" y="1668810"/>
                  </a:lnTo>
                  <a:lnTo>
                    <a:pt x="7841296" y="1668810"/>
                  </a:lnTo>
                  <a:lnTo>
                    <a:pt x="7840014" y="1668810"/>
                  </a:lnTo>
                  <a:lnTo>
                    <a:pt x="7838732" y="1668810"/>
                  </a:lnTo>
                  <a:lnTo>
                    <a:pt x="7837450" y="1668810"/>
                  </a:lnTo>
                  <a:lnTo>
                    <a:pt x="7836169" y="1668810"/>
                  </a:lnTo>
                  <a:lnTo>
                    <a:pt x="7834887" y="1668810"/>
                  </a:lnTo>
                  <a:lnTo>
                    <a:pt x="7833605" y="1668810"/>
                  </a:lnTo>
                  <a:lnTo>
                    <a:pt x="7832323" y="1668810"/>
                  </a:lnTo>
                  <a:lnTo>
                    <a:pt x="7831041" y="1668810"/>
                  </a:lnTo>
                  <a:lnTo>
                    <a:pt x="7829759" y="1668810"/>
                  </a:lnTo>
                  <a:lnTo>
                    <a:pt x="7828478" y="1668810"/>
                  </a:lnTo>
                  <a:lnTo>
                    <a:pt x="7827196" y="1668810"/>
                  </a:lnTo>
                  <a:lnTo>
                    <a:pt x="7825914" y="1668810"/>
                  </a:lnTo>
                  <a:lnTo>
                    <a:pt x="7824632" y="1668810"/>
                  </a:lnTo>
                  <a:lnTo>
                    <a:pt x="7823350" y="1668810"/>
                  </a:lnTo>
                  <a:lnTo>
                    <a:pt x="7822068" y="1668810"/>
                  </a:lnTo>
                  <a:lnTo>
                    <a:pt x="7820786" y="1668810"/>
                  </a:lnTo>
                  <a:lnTo>
                    <a:pt x="7819505" y="1668810"/>
                  </a:lnTo>
                  <a:lnTo>
                    <a:pt x="7818223" y="1668810"/>
                  </a:lnTo>
                  <a:lnTo>
                    <a:pt x="7816941" y="1668810"/>
                  </a:lnTo>
                  <a:lnTo>
                    <a:pt x="7815659" y="1668810"/>
                  </a:lnTo>
                  <a:lnTo>
                    <a:pt x="7814377" y="1668810"/>
                  </a:lnTo>
                  <a:lnTo>
                    <a:pt x="7813095" y="1668810"/>
                  </a:lnTo>
                  <a:lnTo>
                    <a:pt x="7811814" y="1668810"/>
                  </a:lnTo>
                  <a:lnTo>
                    <a:pt x="7810532" y="1668810"/>
                  </a:lnTo>
                  <a:lnTo>
                    <a:pt x="7809250" y="1668810"/>
                  </a:lnTo>
                  <a:lnTo>
                    <a:pt x="7807968" y="1668810"/>
                  </a:lnTo>
                  <a:lnTo>
                    <a:pt x="7806686" y="1668810"/>
                  </a:lnTo>
                  <a:lnTo>
                    <a:pt x="7805404" y="1668810"/>
                  </a:lnTo>
                  <a:lnTo>
                    <a:pt x="7804123" y="1668810"/>
                  </a:lnTo>
                  <a:lnTo>
                    <a:pt x="7802841" y="1668810"/>
                  </a:lnTo>
                  <a:lnTo>
                    <a:pt x="7801559" y="1668810"/>
                  </a:lnTo>
                  <a:lnTo>
                    <a:pt x="7800277" y="1668810"/>
                  </a:lnTo>
                  <a:lnTo>
                    <a:pt x="7798995" y="1668810"/>
                  </a:lnTo>
                  <a:lnTo>
                    <a:pt x="7797713" y="1668810"/>
                  </a:lnTo>
                  <a:lnTo>
                    <a:pt x="7796431" y="1668810"/>
                  </a:lnTo>
                  <a:lnTo>
                    <a:pt x="7795150" y="1668810"/>
                  </a:lnTo>
                  <a:lnTo>
                    <a:pt x="7793868" y="1668810"/>
                  </a:lnTo>
                  <a:lnTo>
                    <a:pt x="7792586" y="1668810"/>
                  </a:lnTo>
                  <a:lnTo>
                    <a:pt x="7791304" y="1668810"/>
                  </a:lnTo>
                  <a:lnTo>
                    <a:pt x="7790022" y="1668810"/>
                  </a:lnTo>
                  <a:lnTo>
                    <a:pt x="7788740" y="1668810"/>
                  </a:lnTo>
                  <a:lnTo>
                    <a:pt x="7787459" y="1668810"/>
                  </a:lnTo>
                  <a:lnTo>
                    <a:pt x="7786177" y="1668810"/>
                  </a:lnTo>
                  <a:lnTo>
                    <a:pt x="7784895" y="1668810"/>
                  </a:lnTo>
                  <a:lnTo>
                    <a:pt x="7783613" y="1668810"/>
                  </a:lnTo>
                  <a:lnTo>
                    <a:pt x="7782331" y="1668810"/>
                  </a:lnTo>
                  <a:lnTo>
                    <a:pt x="7781049" y="1668810"/>
                  </a:lnTo>
                  <a:lnTo>
                    <a:pt x="7779767" y="1668810"/>
                  </a:lnTo>
                  <a:lnTo>
                    <a:pt x="7778486" y="1668810"/>
                  </a:lnTo>
                  <a:lnTo>
                    <a:pt x="7777204" y="1668810"/>
                  </a:lnTo>
                  <a:lnTo>
                    <a:pt x="7775922" y="1668810"/>
                  </a:lnTo>
                  <a:lnTo>
                    <a:pt x="7774640" y="1668810"/>
                  </a:lnTo>
                  <a:lnTo>
                    <a:pt x="7773358" y="1668810"/>
                  </a:lnTo>
                  <a:lnTo>
                    <a:pt x="7772076" y="1668810"/>
                  </a:lnTo>
                  <a:lnTo>
                    <a:pt x="7770795" y="1668810"/>
                  </a:lnTo>
                  <a:lnTo>
                    <a:pt x="7769513" y="1668810"/>
                  </a:lnTo>
                  <a:lnTo>
                    <a:pt x="7768231" y="1668810"/>
                  </a:lnTo>
                  <a:lnTo>
                    <a:pt x="7766949" y="1668810"/>
                  </a:lnTo>
                  <a:lnTo>
                    <a:pt x="7765667" y="1668810"/>
                  </a:lnTo>
                  <a:lnTo>
                    <a:pt x="7764385" y="1668810"/>
                  </a:lnTo>
                  <a:lnTo>
                    <a:pt x="7763104" y="1668810"/>
                  </a:lnTo>
                  <a:lnTo>
                    <a:pt x="7761822" y="1668810"/>
                  </a:lnTo>
                  <a:lnTo>
                    <a:pt x="7760540" y="1668810"/>
                  </a:lnTo>
                  <a:lnTo>
                    <a:pt x="7759258" y="1668810"/>
                  </a:lnTo>
                  <a:lnTo>
                    <a:pt x="7757976" y="1668810"/>
                  </a:lnTo>
                  <a:lnTo>
                    <a:pt x="7756694" y="1668810"/>
                  </a:lnTo>
                  <a:lnTo>
                    <a:pt x="7755412" y="1668810"/>
                  </a:lnTo>
                  <a:lnTo>
                    <a:pt x="7754131" y="1668810"/>
                  </a:lnTo>
                  <a:lnTo>
                    <a:pt x="7752849" y="1668810"/>
                  </a:lnTo>
                  <a:lnTo>
                    <a:pt x="7751567" y="1668810"/>
                  </a:lnTo>
                  <a:lnTo>
                    <a:pt x="7750285" y="1668810"/>
                  </a:lnTo>
                  <a:lnTo>
                    <a:pt x="7749003" y="1668810"/>
                  </a:lnTo>
                  <a:lnTo>
                    <a:pt x="7747721" y="1668810"/>
                  </a:lnTo>
                  <a:lnTo>
                    <a:pt x="7746440" y="1668810"/>
                  </a:lnTo>
                  <a:lnTo>
                    <a:pt x="7745158" y="1668810"/>
                  </a:lnTo>
                  <a:lnTo>
                    <a:pt x="7743876" y="1668810"/>
                  </a:lnTo>
                  <a:lnTo>
                    <a:pt x="7742594" y="1668810"/>
                  </a:lnTo>
                  <a:lnTo>
                    <a:pt x="7741312" y="1668810"/>
                  </a:lnTo>
                  <a:lnTo>
                    <a:pt x="7740030" y="1668810"/>
                  </a:lnTo>
                  <a:lnTo>
                    <a:pt x="7738748" y="1668810"/>
                  </a:lnTo>
                  <a:lnTo>
                    <a:pt x="7737467" y="1668810"/>
                  </a:lnTo>
                  <a:lnTo>
                    <a:pt x="7736185" y="1668810"/>
                  </a:lnTo>
                  <a:lnTo>
                    <a:pt x="7734903" y="1668810"/>
                  </a:lnTo>
                  <a:lnTo>
                    <a:pt x="7733621" y="1668810"/>
                  </a:lnTo>
                  <a:lnTo>
                    <a:pt x="7732339" y="1668810"/>
                  </a:lnTo>
                  <a:lnTo>
                    <a:pt x="7731057" y="1668810"/>
                  </a:lnTo>
                  <a:lnTo>
                    <a:pt x="7729776" y="1668810"/>
                  </a:lnTo>
                  <a:lnTo>
                    <a:pt x="7728494" y="1668810"/>
                  </a:lnTo>
                  <a:lnTo>
                    <a:pt x="7727212" y="1668810"/>
                  </a:lnTo>
                  <a:lnTo>
                    <a:pt x="7725930" y="1668810"/>
                  </a:lnTo>
                  <a:lnTo>
                    <a:pt x="7724648" y="1668810"/>
                  </a:lnTo>
                  <a:lnTo>
                    <a:pt x="7723366" y="1668810"/>
                  </a:lnTo>
                  <a:lnTo>
                    <a:pt x="7722084" y="1668810"/>
                  </a:lnTo>
                  <a:lnTo>
                    <a:pt x="7720803" y="1668810"/>
                  </a:lnTo>
                  <a:lnTo>
                    <a:pt x="7719521" y="1668810"/>
                  </a:lnTo>
                  <a:lnTo>
                    <a:pt x="7718239" y="1668810"/>
                  </a:lnTo>
                  <a:lnTo>
                    <a:pt x="7716957" y="1668810"/>
                  </a:lnTo>
                  <a:lnTo>
                    <a:pt x="7715675" y="1668810"/>
                  </a:lnTo>
                  <a:lnTo>
                    <a:pt x="7714393" y="1668810"/>
                  </a:lnTo>
                  <a:lnTo>
                    <a:pt x="7713112" y="1668810"/>
                  </a:lnTo>
                  <a:lnTo>
                    <a:pt x="7711830" y="1668810"/>
                  </a:lnTo>
                  <a:lnTo>
                    <a:pt x="7710548" y="1668810"/>
                  </a:lnTo>
                  <a:lnTo>
                    <a:pt x="7709266" y="1668810"/>
                  </a:lnTo>
                  <a:lnTo>
                    <a:pt x="7707984" y="1668810"/>
                  </a:lnTo>
                  <a:lnTo>
                    <a:pt x="7706702" y="1668810"/>
                  </a:lnTo>
                  <a:lnTo>
                    <a:pt x="7705421" y="1668810"/>
                  </a:lnTo>
                  <a:lnTo>
                    <a:pt x="7704139" y="1668810"/>
                  </a:lnTo>
                  <a:lnTo>
                    <a:pt x="7702857" y="1668810"/>
                  </a:lnTo>
                  <a:lnTo>
                    <a:pt x="7701575" y="1668810"/>
                  </a:lnTo>
                  <a:lnTo>
                    <a:pt x="7700293" y="1668810"/>
                  </a:lnTo>
                  <a:lnTo>
                    <a:pt x="7699011" y="1668810"/>
                  </a:lnTo>
                  <a:lnTo>
                    <a:pt x="7697729" y="1668810"/>
                  </a:lnTo>
                  <a:lnTo>
                    <a:pt x="7696448" y="1668810"/>
                  </a:lnTo>
                  <a:lnTo>
                    <a:pt x="7695166" y="1668810"/>
                  </a:lnTo>
                  <a:lnTo>
                    <a:pt x="7693884" y="1668810"/>
                  </a:lnTo>
                  <a:lnTo>
                    <a:pt x="7692602" y="1668810"/>
                  </a:lnTo>
                  <a:lnTo>
                    <a:pt x="7691320" y="1668810"/>
                  </a:lnTo>
                  <a:lnTo>
                    <a:pt x="7690038" y="1668810"/>
                  </a:lnTo>
                  <a:lnTo>
                    <a:pt x="7688757" y="1668810"/>
                  </a:lnTo>
                  <a:lnTo>
                    <a:pt x="7687475" y="1668810"/>
                  </a:lnTo>
                  <a:lnTo>
                    <a:pt x="7686193" y="1668810"/>
                  </a:lnTo>
                  <a:lnTo>
                    <a:pt x="7684911" y="1668810"/>
                  </a:lnTo>
                  <a:lnTo>
                    <a:pt x="7683629" y="1668810"/>
                  </a:lnTo>
                  <a:lnTo>
                    <a:pt x="7682347" y="1668810"/>
                  </a:lnTo>
                  <a:lnTo>
                    <a:pt x="7681065" y="1668810"/>
                  </a:lnTo>
                  <a:lnTo>
                    <a:pt x="7679784" y="1668810"/>
                  </a:lnTo>
                  <a:lnTo>
                    <a:pt x="7678502" y="1668810"/>
                  </a:lnTo>
                  <a:lnTo>
                    <a:pt x="7677220" y="1668810"/>
                  </a:lnTo>
                  <a:lnTo>
                    <a:pt x="7675938" y="1668810"/>
                  </a:lnTo>
                  <a:lnTo>
                    <a:pt x="7674656" y="1668810"/>
                  </a:lnTo>
                  <a:lnTo>
                    <a:pt x="7673374" y="1668810"/>
                  </a:lnTo>
                  <a:lnTo>
                    <a:pt x="7672093" y="1668810"/>
                  </a:lnTo>
                  <a:lnTo>
                    <a:pt x="7670811" y="1668810"/>
                  </a:lnTo>
                  <a:lnTo>
                    <a:pt x="7669529" y="1668810"/>
                  </a:lnTo>
                  <a:lnTo>
                    <a:pt x="7668247" y="1668810"/>
                  </a:lnTo>
                  <a:lnTo>
                    <a:pt x="7666965" y="1668810"/>
                  </a:lnTo>
                  <a:lnTo>
                    <a:pt x="7665683" y="1668810"/>
                  </a:lnTo>
                  <a:lnTo>
                    <a:pt x="7664402" y="1668810"/>
                  </a:lnTo>
                  <a:lnTo>
                    <a:pt x="7663120" y="1668810"/>
                  </a:lnTo>
                  <a:lnTo>
                    <a:pt x="7661838" y="1668810"/>
                  </a:lnTo>
                  <a:lnTo>
                    <a:pt x="7660556" y="1668810"/>
                  </a:lnTo>
                  <a:lnTo>
                    <a:pt x="7659274" y="1668810"/>
                  </a:lnTo>
                  <a:lnTo>
                    <a:pt x="7657992" y="1668810"/>
                  </a:lnTo>
                  <a:lnTo>
                    <a:pt x="7656710" y="1668810"/>
                  </a:lnTo>
                  <a:lnTo>
                    <a:pt x="7655429" y="1668810"/>
                  </a:lnTo>
                  <a:lnTo>
                    <a:pt x="7654147" y="1668810"/>
                  </a:lnTo>
                  <a:lnTo>
                    <a:pt x="7652865" y="1668810"/>
                  </a:lnTo>
                  <a:lnTo>
                    <a:pt x="7651583" y="1668810"/>
                  </a:lnTo>
                  <a:lnTo>
                    <a:pt x="7650301" y="1668810"/>
                  </a:lnTo>
                  <a:lnTo>
                    <a:pt x="7649019" y="1668810"/>
                  </a:lnTo>
                  <a:lnTo>
                    <a:pt x="7647738" y="1668810"/>
                  </a:lnTo>
                  <a:lnTo>
                    <a:pt x="7646456" y="1668810"/>
                  </a:lnTo>
                  <a:lnTo>
                    <a:pt x="7645174" y="1668810"/>
                  </a:lnTo>
                  <a:lnTo>
                    <a:pt x="7643892" y="1668810"/>
                  </a:lnTo>
                  <a:lnTo>
                    <a:pt x="7642610" y="1668810"/>
                  </a:lnTo>
                  <a:lnTo>
                    <a:pt x="7641328" y="1668810"/>
                  </a:lnTo>
                  <a:lnTo>
                    <a:pt x="7640046" y="1668810"/>
                  </a:lnTo>
                  <a:lnTo>
                    <a:pt x="7638765" y="1668810"/>
                  </a:lnTo>
                  <a:lnTo>
                    <a:pt x="7637483" y="1668810"/>
                  </a:lnTo>
                  <a:lnTo>
                    <a:pt x="7636201" y="1668810"/>
                  </a:lnTo>
                  <a:lnTo>
                    <a:pt x="7634919" y="1668810"/>
                  </a:lnTo>
                  <a:lnTo>
                    <a:pt x="7633637" y="1668810"/>
                  </a:lnTo>
                  <a:lnTo>
                    <a:pt x="7632355" y="1668810"/>
                  </a:lnTo>
                  <a:lnTo>
                    <a:pt x="7631074" y="1668810"/>
                  </a:lnTo>
                  <a:lnTo>
                    <a:pt x="7629792" y="1668810"/>
                  </a:lnTo>
                  <a:lnTo>
                    <a:pt x="7628510" y="1668810"/>
                  </a:lnTo>
                  <a:lnTo>
                    <a:pt x="7627228" y="1668810"/>
                  </a:lnTo>
                  <a:lnTo>
                    <a:pt x="7625946" y="1668810"/>
                  </a:lnTo>
                  <a:lnTo>
                    <a:pt x="7624664" y="1668810"/>
                  </a:lnTo>
                  <a:lnTo>
                    <a:pt x="7623382" y="1668810"/>
                  </a:lnTo>
                  <a:lnTo>
                    <a:pt x="7622101" y="1668810"/>
                  </a:lnTo>
                  <a:lnTo>
                    <a:pt x="7620819" y="1668810"/>
                  </a:lnTo>
                  <a:lnTo>
                    <a:pt x="7619537" y="1668810"/>
                  </a:lnTo>
                  <a:lnTo>
                    <a:pt x="7618255" y="1668810"/>
                  </a:lnTo>
                  <a:lnTo>
                    <a:pt x="7616973" y="1668810"/>
                  </a:lnTo>
                  <a:lnTo>
                    <a:pt x="7615691" y="1668810"/>
                  </a:lnTo>
                  <a:lnTo>
                    <a:pt x="7614410" y="1668810"/>
                  </a:lnTo>
                  <a:lnTo>
                    <a:pt x="7613128" y="1668810"/>
                  </a:lnTo>
                  <a:lnTo>
                    <a:pt x="7611846" y="1668810"/>
                  </a:lnTo>
                  <a:lnTo>
                    <a:pt x="7610564" y="1668810"/>
                  </a:lnTo>
                  <a:lnTo>
                    <a:pt x="7609282" y="1668810"/>
                  </a:lnTo>
                  <a:lnTo>
                    <a:pt x="7608000" y="1668810"/>
                  </a:lnTo>
                  <a:lnTo>
                    <a:pt x="7606719" y="1668810"/>
                  </a:lnTo>
                  <a:lnTo>
                    <a:pt x="7605437" y="1668810"/>
                  </a:lnTo>
                  <a:lnTo>
                    <a:pt x="7604155" y="1668810"/>
                  </a:lnTo>
                  <a:lnTo>
                    <a:pt x="7602873" y="1668810"/>
                  </a:lnTo>
                  <a:lnTo>
                    <a:pt x="7601591" y="1668810"/>
                  </a:lnTo>
                  <a:lnTo>
                    <a:pt x="7600309" y="1668810"/>
                  </a:lnTo>
                  <a:lnTo>
                    <a:pt x="7599027" y="1668810"/>
                  </a:lnTo>
                  <a:lnTo>
                    <a:pt x="7597746" y="1668810"/>
                  </a:lnTo>
                  <a:lnTo>
                    <a:pt x="7596464" y="1668810"/>
                  </a:lnTo>
                  <a:lnTo>
                    <a:pt x="7595182" y="1668810"/>
                  </a:lnTo>
                  <a:lnTo>
                    <a:pt x="7593900" y="1668810"/>
                  </a:lnTo>
                  <a:lnTo>
                    <a:pt x="7592618" y="1668810"/>
                  </a:lnTo>
                  <a:lnTo>
                    <a:pt x="7591336" y="1668810"/>
                  </a:lnTo>
                  <a:lnTo>
                    <a:pt x="7590055" y="1668810"/>
                  </a:lnTo>
                  <a:lnTo>
                    <a:pt x="7588773" y="1668810"/>
                  </a:lnTo>
                  <a:lnTo>
                    <a:pt x="7587491" y="1668810"/>
                  </a:lnTo>
                  <a:lnTo>
                    <a:pt x="7586209" y="1668810"/>
                  </a:lnTo>
                  <a:lnTo>
                    <a:pt x="7584927" y="1668810"/>
                  </a:lnTo>
                  <a:lnTo>
                    <a:pt x="7583645" y="1668810"/>
                  </a:lnTo>
                  <a:lnTo>
                    <a:pt x="7582363" y="1668810"/>
                  </a:lnTo>
                  <a:lnTo>
                    <a:pt x="7581082" y="1668810"/>
                  </a:lnTo>
                  <a:lnTo>
                    <a:pt x="7579800" y="1668810"/>
                  </a:lnTo>
                  <a:lnTo>
                    <a:pt x="7578518" y="1668810"/>
                  </a:lnTo>
                  <a:lnTo>
                    <a:pt x="7577236" y="1668810"/>
                  </a:lnTo>
                  <a:lnTo>
                    <a:pt x="7575954" y="1668810"/>
                  </a:lnTo>
                  <a:lnTo>
                    <a:pt x="7574672" y="1668810"/>
                  </a:lnTo>
                  <a:lnTo>
                    <a:pt x="7573391" y="1668810"/>
                  </a:lnTo>
                  <a:lnTo>
                    <a:pt x="7572109" y="1668810"/>
                  </a:lnTo>
                  <a:lnTo>
                    <a:pt x="7570827" y="1668810"/>
                  </a:lnTo>
                  <a:lnTo>
                    <a:pt x="7569545" y="1668810"/>
                  </a:lnTo>
                  <a:lnTo>
                    <a:pt x="7568263" y="1668810"/>
                  </a:lnTo>
                  <a:lnTo>
                    <a:pt x="7566981" y="1668810"/>
                  </a:lnTo>
                  <a:lnTo>
                    <a:pt x="7565700" y="1668810"/>
                  </a:lnTo>
                  <a:lnTo>
                    <a:pt x="7564418" y="1668810"/>
                  </a:lnTo>
                  <a:lnTo>
                    <a:pt x="7563136" y="1668810"/>
                  </a:lnTo>
                  <a:lnTo>
                    <a:pt x="7561854" y="1668810"/>
                  </a:lnTo>
                  <a:lnTo>
                    <a:pt x="7560572" y="1668810"/>
                  </a:lnTo>
                  <a:lnTo>
                    <a:pt x="7559290" y="1668810"/>
                  </a:lnTo>
                  <a:lnTo>
                    <a:pt x="7558008" y="1668810"/>
                  </a:lnTo>
                  <a:lnTo>
                    <a:pt x="7556727" y="1668810"/>
                  </a:lnTo>
                  <a:lnTo>
                    <a:pt x="7555445" y="1668810"/>
                  </a:lnTo>
                  <a:lnTo>
                    <a:pt x="7554163" y="1668810"/>
                  </a:lnTo>
                  <a:lnTo>
                    <a:pt x="7552881" y="1668810"/>
                  </a:lnTo>
                  <a:lnTo>
                    <a:pt x="7551599" y="1668810"/>
                  </a:lnTo>
                  <a:lnTo>
                    <a:pt x="7550317" y="1668810"/>
                  </a:lnTo>
                  <a:lnTo>
                    <a:pt x="7549036" y="1668810"/>
                  </a:lnTo>
                  <a:lnTo>
                    <a:pt x="7547754" y="1668810"/>
                  </a:lnTo>
                  <a:lnTo>
                    <a:pt x="7546472" y="1668810"/>
                  </a:lnTo>
                  <a:lnTo>
                    <a:pt x="7545190" y="1668810"/>
                  </a:lnTo>
                  <a:lnTo>
                    <a:pt x="7543908" y="1668810"/>
                  </a:lnTo>
                  <a:lnTo>
                    <a:pt x="7542626" y="1668810"/>
                  </a:lnTo>
                  <a:lnTo>
                    <a:pt x="7541344" y="1668810"/>
                  </a:lnTo>
                  <a:lnTo>
                    <a:pt x="7540063" y="1668810"/>
                  </a:lnTo>
                  <a:lnTo>
                    <a:pt x="7538781" y="1668810"/>
                  </a:lnTo>
                  <a:lnTo>
                    <a:pt x="7537499" y="1668810"/>
                  </a:lnTo>
                  <a:lnTo>
                    <a:pt x="7536217" y="1668810"/>
                  </a:lnTo>
                  <a:lnTo>
                    <a:pt x="7534935" y="1668810"/>
                  </a:lnTo>
                  <a:lnTo>
                    <a:pt x="7533653" y="1668810"/>
                  </a:lnTo>
                  <a:lnTo>
                    <a:pt x="7532372" y="1668810"/>
                  </a:lnTo>
                  <a:lnTo>
                    <a:pt x="7531090" y="1668810"/>
                  </a:lnTo>
                  <a:lnTo>
                    <a:pt x="7529808" y="1668810"/>
                  </a:lnTo>
                  <a:lnTo>
                    <a:pt x="7528526" y="1668810"/>
                  </a:lnTo>
                  <a:lnTo>
                    <a:pt x="7527244" y="1668810"/>
                  </a:lnTo>
                  <a:lnTo>
                    <a:pt x="7525962" y="1668810"/>
                  </a:lnTo>
                  <a:lnTo>
                    <a:pt x="7524681" y="1668810"/>
                  </a:lnTo>
                  <a:lnTo>
                    <a:pt x="7523399" y="1668810"/>
                  </a:lnTo>
                  <a:lnTo>
                    <a:pt x="7522117" y="1668810"/>
                  </a:lnTo>
                  <a:lnTo>
                    <a:pt x="7520835" y="1668810"/>
                  </a:lnTo>
                  <a:lnTo>
                    <a:pt x="7519553" y="1668810"/>
                  </a:lnTo>
                  <a:lnTo>
                    <a:pt x="7518271" y="1668810"/>
                  </a:lnTo>
                  <a:lnTo>
                    <a:pt x="7516989" y="1668810"/>
                  </a:lnTo>
                  <a:lnTo>
                    <a:pt x="7515708" y="1668810"/>
                  </a:lnTo>
                  <a:lnTo>
                    <a:pt x="7514426" y="1668810"/>
                  </a:lnTo>
                  <a:lnTo>
                    <a:pt x="7513144" y="1668810"/>
                  </a:lnTo>
                  <a:lnTo>
                    <a:pt x="7511862" y="1668810"/>
                  </a:lnTo>
                  <a:lnTo>
                    <a:pt x="7510580" y="1668810"/>
                  </a:lnTo>
                  <a:lnTo>
                    <a:pt x="7509298" y="1668810"/>
                  </a:lnTo>
                  <a:lnTo>
                    <a:pt x="7508017" y="1668810"/>
                  </a:lnTo>
                  <a:lnTo>
                    <a:pt x="7506735" y="1668810"/>
                  </a:lnTo>
                  <a:lnTo>
                    <a:pt x="7505453" y="1668810"/>
                  </a:lnTo>
                  <a:lnTo>
                    <a:pt x="7504171" y="1668810"/>
                  </a:lnTo>
                  <a:lnTo>
                    <a:pt x="7502889" y="1668810"/>
                  </a:lnTo>
                  <a:lnTo>
                    <a:pt x="7501607" y="1668810"/>
                  </a:lnTo>
                  <a:lnTo>
                    <a:pt x="7500325" y="1668810"/>
                  </a:lnTo>
                  <a:lnTo>
                    <a:pt x="7499044" y="1668810"/>
                  </a:lnTo>
                  <a:lnTo>
                    <a:pt x="7497762" y="1668810"/>
                  </a:lnTo>
                  <a:lnTo>
                    <a:pt x="7496480" y="1668810"/>
                  </a:lnTo>
                  <a:lnTo>
                    <a:pt x="7495198" y="1668810"/>
                  </a:lnTo>
                  <a:lnTo>
                    <a:pt x="7493916" y="1668810"/>
                  </a:lnTo>
                  <a:lnTo>
                    <a:pt x="7492634" y="1668810"/>
                  </a:lnTo>
                  <a:lnTo>
                    <a:pt x="7491353" y="1668810"/>
                  </a:lnTo>
                  <a:lnTo>
                    <a:pt x="7490071" y="1668810"/>
                  </a:lnTo>
                  <a:lnTo>
                    <a:pt x="7488789" y="1668810"/>
                  </a:lnTo>
                  <a:lnTo>
                    <a:pt x="7487507" y="1668810"/>
                  </a:lnTo>
                  <a:lnTo>
                    <a:pt x="7486225" y="1668810"/>
                  </a:lnTo>
                  <a:lnTo>
                    <a:pt x="7484943" y="1668810"/>
                  </a:lnTo>
                  <a:lnTo>
                    <a:pt x="7483661" y="1668810"/>
                  </a:lnTo>
                  <a:lnTo>
                    <a:pt x="7482380" y="1668810"/>
                  </a:lnTo>
                  <a:lnTo>
                    <a:pt x="7481098" y="1668810"/>
                  </a:lnTo>
                  <a:lnTo>
                    <a:pt x="7479816" y="1668810"/>
                  </a:lnTo>
                  <a:lnTo>
                    <a:pt x="7478534" y="1668810"/>
                  </a:lnTo>
                  <a:lnTo>
                    <a:pt x="7477252" y="1668810"/>
                  </a:lnTo>
                  <a:lnTo>
                    <a:pt x="7475970" y="1668810"/>
                  </a:lnTo>
                  <a:lnTo>
                    <a:pt x="7474689" y="1668810"/>
                  </a:lnTo>
                  <a:lnTo>
                    <a:pt x="7473407" y="1668810"/>
                  </a:lnTo>
                  <a:lnTo>
                    <a:pt x="7472125" y="1668810"/>
                  </a:lnTo>
                  <a:lnTo>
                    <a:pt x="7470843" y="1668810"/>
                  </a:lnTo>
                  <a:lnTo>
                    <a:pt x="7469561" y="1668810"/>
                  </a:lnTo>
                  <a:lnTo>
                    <a:pt x="7468279" y="1668810"/>
                  </a:lnTo>
                  <a:lnTo>
                    <a:pt x="7466998" y="1668810"/>
                  </a:lnTo>
                  <a:lnTo>
                    <a:pt x="7465716" y="1668810"/>
                  </a:lnTo>
                  <a:lnTo>
                    <a:pt x="7464434" y="1668810"/>
                  </a:lnTo>
                  <a:lnTo>
                    <a:pt x="7463152" y="1668810"/>
                  </a:lnTo>
                  <a:lnTo>
                    <a:pt x="7461870" y="1668810"/>
                  </a:lnTo>
                  <a:lnTo>
                    <a:pt x="7460588" y="1668810"/>
                  </a:lnTo>
                  <a:lnTo>
                    <a:pt x="7459306" y="1668810"/>
                  </a:lnTo>
                  <a:lnTo>
                    <a:pt x="7458025" y="1668810"/>
                  </a:lnTo>
                  <a:lnTo>
                    <a:pt x="7456743" y="1668810"/>
                  </a:lnTo>
                  <a:lnTo>
                    <a:pt x="7455461" y="1668810"/>
                  </a:lnTo>
                  <a:lnTo>
                    <a:pt x="7454179" y="1668810"/>
                  </a:lnTo>
                  <a:lnTo>
                    <a:pt x="7452897" y="1668810"/>
                  </a:lnTo>
                  <a:lnTo>
                    <a:pt x="7451615" y="1668810"/>
                  </a:lnTo>
                  <a:lnTo>
                    <a:pt x="7450334" y="1668810"/>
                  </a:lnTo>
                  <a:lnTo>
                    <a:pt x="7449052" y="1668810"/>
                  </a:lnTo>
                  <a:lnTo>
                    <a:pt x="7447770" y="1668810"/>
                  </a:lnTo>
                  <a:lnTo>
                    <a:pt x="7446488" y="1668810"/>
                  </a:lnTo>
                  <a:lnTo>
                    <a:pt x="7445206" y="1668810"/>
                  </a:lnTo>
                  <a:lnTo>
                    <a:pt x="7443924" y="1668810"/>
                  </a:lnTo>
                  <a:lnTo>
                    <a:pt x="7442642" y="1668810"/>
                  </a:lnTo>
                  <a:lnTo>
                    <a:pt x="7441361" y="1668810"/>
                  </a:lnTo>
                  <a:lnTo>
                    <a:pt x="7440079" y="1668810"/>
                  </a:lnTo>
                  <a:lnTo>
                    <a:pt x="7438797" y="1668810"/>
                  </a:lnTo>
                  <a:lnTo>
                    <a:pt x="7437515" y="1668810"/>
                  </a:lnTo>
                  <a:lnTo>
                    <a:pt x="7436233" y="1668810"/>
                  </a:lnTo>
                  <a:lnTo>
                    <a:pt x="7434951" y="1668810"/>
                  </a:lnTo>
                  <a:lnTo>
                    <a:pt x="7433670" y="1668810"/>
                  </a:lnTo>
                  <a:lnTo>
                    <a:pt x="7432388" y="1668810"/>
                  </a:lnTo>
                  <a:lnTo>
                    <a:pt x="7431106" y="1668810"/>
                  </a:lnTo>
                  <a:lnTo>
                    <a:pt x="7429824" y="1668810"/>
                  </a:lnTo>
                  <a:lnTo>
                    <a:pt x="7428542" y="1668810"/>
                  </a:lnTo>
                  <a:lnTo>
                    <a:pt x="7427260" y="1668810"/>
                  </a:lnTo>
                  <a:lnTo>
                    <a:pt x="7425979" y="1668810"/>
                  </a:lnTo>
                  <a:lnTo>
                    <a:pt x="7424697" y="1668810"/>
                  </a:lnTo>
                  <a:lnTo>
                    <a:pt x="7423415" y="1668810"/>
                  </a:lnTo>
                  <a:lnTo>
                    <a:pt x="7422133" y="1668810"/>
                  </a:lnTo>
                  <a:lnTo>
                    <a:pt x="7420851" y="1668810"/>
                  </a:lnTo>
                  <a:lnTo>
                    <a:pt x="7419569" y="1668810"/>
                  </a:lnTo>
                  <a:lnTo>
                    <a:pt x="7418287" y="1668810"/>
                  </a:lnTo>
                  <a:lnTo>
                    <a:pt x="7417006" y="1668810"/>
                  </a:lnTo>
                  <a:lnTo>
                    <a:pt x="7415724" y="1668810"/>
                  </a:lnTo>
                  <a:lnTo>
                    <a:pt x="7414442" y="1668810"/>
                  </a:lnTo>
                  <a:lnTo>
                    <a:pt x="7413160" y="1668810"/>
                  </a:lnTo>
                  <a:lnTo>
                    <a:pt x="7411878" y="1668810"/>
                  </a:lnTo>
                  <a:lnTo>
                    <a:pt x="7410596" y="1668810"/>
                  </a:lnTo>
                  <a:lnTo>
                    <a:pt x="7409315" y="1668810"/>
                  </a:lnTo>
                  <a:lnTo>
                    <a:pt x="7408033" y="1668810"/>
                  </a:lnTo>
                  <a:lnTo>
                    <a:pt x="7406751" y="1668810"/>
                  </a:lnTo>
                  <a:lnTo>
                    <a:pt x="7405469" y="1668810"/>
                  </a:lnTo>
                  <a:lnTo>
                    <a:pt x="7404187" y="1668810"/>
                  </a:lnTo>
                  <a:lnTo>
                    <a:pt x="7402905" y="1668810"/>
                  </a:lnTo>
                  <a:lnTo>
                    <a:pt x="7401623" y="1668810"/>
                  </a:lnTo>
                  <a:lnTo>
                    <a:pt x="7400342" y="1668810"/>
                  </a:lnTo>
                  <a:lnTo>
                    <a:pt x="7399060" y="1668810"/>
                  </a:lnTo>
                  <a:lnTo>
                    <a:pt x="7397778" y="1668810"/>
                  </a:lnTo>
                  <a:lnTo>
                    <a:pt x="7396496" y="1668810"/>
                  </a:lnTo>
                  <a:lnTo>
                    <a:pt x="7395214" y="1668810"/>
                  </a:lnTo>
                  <a:lnTo>
                    <a:pt x="7393932" y="1668810"/>
                  </a:lnTo>
                  <a:lnTo>
                    <a:pt x="7392651" y="1668810"/>
                  </a:lnTo>
                  <a:lnTo>
                    <a:pt x="7391369" y="1668810"/>
                  </a:lnTo>
                  <a:lnTo>
                    <a:pt x="7390087" y="1668810"/>
                  </a:lnTo>
                  <a:lnTo>
                    <a:pt x="7388805" y="1668810"/>
                  </a:lnTo>
                  <a:lnTo>
                    <a:pt x="7387523" y="1668810"/>
                  </a:lnTo>
                  <a:lnTo>
                    <a:pt x="7386241" y="1668810"/>
                  </a:lnTo>
                  <a:lnTo>
                    <a:pt x="7384960" y="1668810"/>
                  </a:lnTo>
                  <a:lnTo>
                    <a:pt x="7383678" y="1668810"/>
                  </a:lnTo>
                  <a:lnTo>
                    <a:pt x="7382396" y="1668810"/>
                  </a:lnTo>
                  <a:lnTo>
                    <a:pt x="7381114" y="1668810"/>
                  </a:lnTo>
                  <a:lnTo>
                    <a:pt x="7379832" y="1668810"/>
                  </a:lnTo>
                  <a:lnTo>
                    <a:pt x="7378550" y="1668810"/>
                  </a:lnTo>
                  <a:lnTo>
                    <a:pt x="7377268" y="1668810"/>
                  </a:lnTo>
                  <a:lnTo>
                    <a:pt x="7375987" y="1668810"/>
                  </a:lnTo>
                  <a:lnTo>
                    <a:pt x="7374705" y="1668810"/>
                  </a:lnTo>
                  <a:lnTo>
                    <a:pt x="7373423" y="1668810"/>
                  </a:lnTo>
                  <a:lnTo>
                    <a:pt x="7372141" y="1668810"/>
                  </a:lnTo>
                  <a:lnTo>
                    <a:pt x="7370859" y="1668810"/>
                  </a:lnTo>
                  <a:lnTo>
                    <a:pt x="7369577" y="1668810"/>
                  </a:lnTo>
                  <a:lnTo>
                    <a:pt x="7368296" y="1668810"/>
                  </a:lnTo>
                  <a:lnTo>
                    <a:pt x="7367014" y="1668810"/>
                  </a:lnTo>
                  <a:lnTo>
                    <a:pt x="7365732" y="1668810"/>
                  </a:lnTo>
                  <a:lnTo>
                    <a:pt x="7364450" y="1668810"/>
                  </a:lnTo>
                  <a:lnTo>
                    <a:pt x="7363168" y="1668810"/>
                  </a:lnTo>
                  <a:lnTo>
                    <a:pt x="7361886" y="1668810"/>
                  </a:lnTo>
                  <a:lnTo>
                    <a:pt x="7360604" y="1668810"/>
                  </a:lnTo>
                  <a:lnTo>
                    <a:pt x="7359323" y="1668810"/>
                  </a:lnTo>
                  <a:lnTo>
                    <a:pt x="7358041" y="1668810"/>
                  </a:lnTo>
                  <a:lnTo>
                    <a:pt x="7356759" y="1668810"/>
                  </a:lnTo>
                  <a:lnTo>
                    <a:pt x="7355477" y="1668810"/>
                  </a:lnTo>
                  <a:lnTo>
                    <a:pt x="7354195" y="1668810"/>
                  </a:lnTo>
                  <a:lnTo>
                    <a:pt x="7352913" y="1668810"/>
                  </a:lnTo>
                  <a:lnTo>
                    <a:pt x="7351632" y="1668810"/>
                  </a:lnTo>
                  <a:lnTo>
                    <a:pt x="7350350" y="1668810"/>
                  </a:lnTo>
                  <a:lnTo>
                    <a:pt x="7349068" y="1668810"/>
                  </a:lnTo>
                  <a:lnTo>
                    <a:pt x="7347786" y="1668810"/>
                  </a:lnTo>
                  <a:lnTo>
                    <a:pt x="7346504" y="1668810"/>
                  </a:lnTo>
                  <a:lnTo>
                    <a:pt x="7345222" y="1668810"/>
                  </a:lnTo>
                  <a:lnTo>
                    <a:pt x="7343940" y="1668810"/>
                  </a:lnTo>
                  <a:lnTo>
                    <a:pt x="7342659" y="1668810"/>
                  </a:lnTo>
                  <a:lnTo>
                    <a:pt x="7341377" y="1668810"/>
                  </a:lnTo>
                  <a:lnTo>
                    <a:pt x="7340095" y="1668810"/>
                  </a:lnTo>
                  <a:lnTo>
                    <a:pt x="7338813" y="1668810"/>
                  </a:lnTo>
                  <a:lnTo>
                    <a:pt x="7337531" y="1668810"/>
                  </a:lnTo>
                  <a:lnTo>
                    <a:pt x="7336249" y="1668810"/>
                  </a:lnTo>
                  <a:lnTo>
                    <a:pt x="7334968" y="1668810"/>
                  </a:lnTo>
                  <a:lnTo>
                    <a:pt x="7333686" y="1668810"/>
                  </a:lnTo>
                  <a:lnTo>
                    <a:pt x="7332404" y="1668810"/>
                  </a:lnTo>
                  <a:lnTo>
                    <a:pt x="7331122" y="1668810"/>
                  </a:lnTo>
                  <a:lnTo>
                    <a:pt x="7329840" y="1668810"/>
                  </a:lnTo>
                  <a:lnTo>
                    <a:pt x="7328558" y="1668810"/>
                  </a:lnTo>
                  <a:lnTo>
                    <a:pt x="7327277" y="1668810"/>
                  </a:lnTo>
                  <a:lnTo>
                    <a:pt x="7325995" y="1668810"/>
                  </a:lnTo>
                  <a:lnTo>
                    <a:pt x="7324713" y="1668810"/>
                  </a:lnTo>
                  <a:lnTo>
                    <a:pt x="7323431" y="1668810"/>
                  </a:lnTo>
                  <a:lnTo>
                    <a:pt x="7322149" y="1668810"/>
                  </a:lnTo>
                  <a:lnTo>
                    <a:pt x="7320867" y="1668810"/>
                  </a:lnTo>
                  <a:lnTo>
                    <a:pt x="7319585" y="1668810"/>
                  </a:lnTo>
                  <a:lnTo>
                    <a:pt x="7318304" y="1668810"/>
                  </a:lnTo>
                  <a:lnTo>
                    <a:pt x="7317022" y="1668810"/>
                  </a:lnTo>
                  <a:lnTo>
                    <a:pt x="7315740" y="1668810"/>
                  </a:lnTo>
                  <a:lnTo>
                    <a:pt x="7314458" y="1668810"/>
                  </a:lnTo>
                  <a:lnTo>
                    <a:pt x="7313176" y="1668810"/>
                  </a:lnTo>
                  <a:lnTo>
                    <a:pt x="7311894" y="1668810"/>
                  </a:lnTo>
                  <a:lnTo>
                    <a:pt x="7310613" y="1668810"/>
                  </a:lnTo>
                  <a:lnTo>
                    <a:pt x="7309331" y="1668810"/>
                  </a:lnTo>
                  <a:lnTo>
                    <a:pt x="7308049" y="1668810"/>
                  </a:lnTo>
                  <a:lnTo>
                    <a:pt x="7306767" y="1668810"/>
                  </a:lnTo>
                  <a:lnTo>
                    <a:pt x="7305485" y="1668810"/>
                  </a:lnTo>
                  <a:lnTo>
                    <a:pt x="7304203" y="1668810"/>
                  </a:lnTo>
                  <a:lnTo>
                    <a:pt x="7302921" y="1668810"/>
                  </a:lnTo>
                  <a:lnTo>
                    <a:pt x="7301640" y="1668810"/>
                  </a:lnTo>
                  <a:lnTo>
                    <a:pt x="7300358" y="1668810"/>
                  </a:lnTo>
                  <a:lnTo>
                    <a:pt x="7299076" y="1668810"/>
                  </a:lnTo>
                  <a:lnTo>
                    <a:pt x="7297794" y="1668810"/>
                  </a:lnTo>
                  <a:lnTo>
                    <a:pt x="7296512" y="1668810"/>
                  </a:lnTo>
                  <a:lnTo>
                    <a:pt x="7295230" y="1668810"/>
                  </a:lnTo>
                  <a:lnTo>
                    <a:pt x="7293949" y="1668810"/>
                  </a:lnTo>
                  <a:lnTo>
                    <a:pt x="7292667" y="1668810"/>
                  </a:lnTo>
                  <a:lnTo>
                    <a:pt x="7291385" y="1668810"/>
                  </a:lnTo>
                  <a:lnTo>
                    <a:pt x="7290103" y="1668810"/>
                  </a:lnTo>
                  <a:lnTo>
                    <a:pt x="7288821" y="1668810"/>
                  </a:lnTo>
                  <a:lnTo>
                    <a:pt x="7287539" y="1668810"/>
                  </a:lnTo>
                  <a:lnTo>
                    <a:pt x="7286258" y="1668810"/>
                  </a:lnTo>
                  <a:lnTo>
                    <a:pt x="7284976" y="1668810"/>
                  </a:lnTo>
                  <a:lnTo>
                    <a:pt x="7283694" y="1668810"/>
                  </a:lnTo>
                  <a:lnTo>
                    <a:pt x="7282412" y="1668810"/>
                  </a:lnTo>
                  <a:lnTo>
                    <a:pt x="7281130" y="1668810"/>
                  </a:lnTo>
                  <a:lnTo>
                    <a:pt x="7279848" y="1668810"/>
                  </a:lnTo>
                  <a:lnTo>
                    <a:pt x="7278566" y="1668810"/>
                  </a:lnTo>
                  <a:lnTo>
                    <a:pt x="7277285" y="1668810"/>
                  </a:lnTo>
                  <a:lnTo>
                    <a:pt x="7276003" y="1668810"/>
                  </a:lnTo>
                  <a:lnTo>
                    <a:pt x="7274721" y="1668810"/>
                  </a:lnTo>
                  <a:lnTo>
                    <a:pt x="7273439" y="1668810"/>
                  </a:lnTo>
                  <a:lnTo>
                    <a:pt x="7272157" y="1668810"/>
                  </a:lnTo>
                  <a:lnTo>
                    <a:pt x="7270875" y="1668810"/>
                  </a:lnTo>
                  <a:lnTo>
                    <a:pt x="7269594" y="1668810"/>
                  </a:lnTo>
                  <a:lnTo>
                    <a:pt x="7268312" y="1668810"/>
                  </a:lnTo>
                  <a:lnTo>
                    <a:pt x="7267030" y="1668810"/>
                  </a:lnTo>
                  <a:lnTo>
                    <a:pt x="7265748" y="1668810"/>
                  </a:lnTo>
                  <a:lnTo>
                    <a:pt x="7264466" y="1668810"/>
                  </a:lnTo>
                  <a:lnTo>
                    <a:pt x="7263184" y="1668810"/>
                  </a:lnTo>
                  <a:lnTo>
                    <a:pt x="7261902" y="1668810"/>
                  </a:lnTo>
                  <a:lnTo>
                    <a:pt x="7260621" y="1668810"/>
                  </a:lnTo>
                  <a:lnTo>
                    <a:pt x="7259339" y="1668810"/>
                  </a:lnTo>
                  <a:lnTo>
                    <a:pt x="7258057" y="1668810"/>
                  </a:lnTo>
                  <a:lnTo>
                    <a:pt x="7256775" y="1668810"/>
                  </a:lnTo>
                  <a:lnTo>
                    <a:pt x="7255493" y="1668810"/>
                  </a:lnTo>
                  <a:lnTo>
                    <a:pt x="7254211" y="1668810"/>
                  </a:lnTo>
                  <a:lnTo>
                    <a:pt x="7252930" y="1668810"/>
                  </a:lnTo>
                  <a:lnTo>
                    <a:pt x="7251648" y="1668810"/>
                  </a:lnTo>
                  <a:lnTo>
                    <a:pt x="7250366" y="1668810"/>
                  </a:lnTo>
                  <a:lnTo>
                    <a:pt x="7249084" y="1668810"/>
                  </a:lnTo>
                  <a:lnTo>
                    <a:pt x="7247802" y="1668810"/>
                  </a:lnTo>
                  <a:lnTo>
                    <a:pt x="7246520" y="1668810"/>
                  </a:lnTo>
                  <a:lnTo>
                    <a:pt x="7245239" y="1668810"/>
                  </a:lnTo>
                  <a:lnTo>
                    <a:pt x="7243957" y="1668810"/>
                  </a:lnTo>
                  <a:lnTo>
                    <a:pt x="7242675" y="1668810"/>
                  </a:lnTo>
                  <a:lnTo>
                    <a:pt x="7241393" y="1668810"/>
                  </a:lnTo>
                  <a:lnTo>
                    <a:pt x="7240111" y="1668810"/>
                  </a:lnTo>
                  <a:lnTo>
                    <a:pt x="7238829" y="1668810"/>
                  </a:lnTo>
                  <a:lnTo>
                    <a:pt x="7237547" y="1668810"/>
                  </a:lnTo>
                  <a:lnTo>
                    <a:pt x="7236266" y="1668810"/>
                  </a:lnTo>
                  <a:lnTo>
                    <a:pt x="7234984" y="1668810"/>
                  </a:lnTo>
                  <a:lnTo>
                    <a:pt x="7233702" y="1668810"/>
                  </a:lnTo>
                  <a:lnTo>
                    <a:pt x="7232420" y="1668810"/>
                  </a:lnTo>
                  <a:lnTo>
                    <a:pt x="7231138" y="1668810"/>
                  </a:lnTo>
                  <a:lnTo>
                    <a:pt x="7229856" y="1668810"/>
                  </a:lnTo>
                  <a:lnTo>
                    <a:pt x="7228575" y="1668810"/>
                  </a:lnTo>
                  <a:lnTo>
                    <a:pt x="7227293" y="1668810"/>
                  </a:lnTo>
                  <a:lnTo>
                    <a:pt x="7226011" y="1668810"/>
                  </a:lnTo>
                  <a:lnTo>
                    <a:pt x="7224729" y="1668810"/>
                  </a:lnTo>
                  <a:lnTo>
                    <a:pt x="7223447" y="1668810"/>
                  </a:lnTo>
                  <a:lnTo>
                    <a:pt x="7222165" y="1668810"/>
                  </a:lnTo>
                  <a:lnTo>
                    <a:pt x="7220883" y="1668810"/>
                  </a:lnTo>
                  <a:lnTo>
                    <a:pt x="7219602" y="1668810"/>
                  </a:lnTo>
                  <a:lnTo>
                    <a:pt x="7218320" y="1668810"/>
                  </a:lnTo>
                  <a:lnTo>
                    <a:pt x="7217038" y="1668810"/>
                  </a:lnTo>
                  <a:lnTo>
                    <a:pt x="7215756" y="1668810"/>
                  </a:lnTo>
                  <a:lnTo>
                    <a:pt x="7214474" y="1668810"/>
                  </a:lnTo>
                  <a:lnTo>
                    <a:pt x="7213192" y="1668810"/>
                  </a:lnTo>
                  <a:lnTo>
                    <a:pt x="7211911" y="1668810"/>
                  </a:lnTo>
                  <a:lnTo>
                    <a:pt x="7210629" y="1668810"/>
                  </a:lnTo>
                  <a:lnTo>
                    <a:pt x="7209347" y="1668810"/>
                  </a:lnTo>
                  <a:lnTo>
                    <a:pt x="7208065" y="1668810"/>
                  </a:lnTo>
                  <a:lnTo>
                    <a:pt x="7206783" y="1668810"/>
                  </a:lnTo>
                  <a:lnTo>
                    <a:pt x="7205501" y="1668810"/>
                  </a:lnTo>
                  <a:lnTo>
                    <a:pt x="7204219" y="1668810"/>
                  </a:lnTo>
                  <a:lnTo>
                    <a:pt x="7202938" y="1668810"/>
                  </a:lnTo>
                  <a:lnTo>
                    <a:pt x="7201656" y="1668810"/>
                  </a:lnTo>
                  <a:lnTo>
                    <a:pt x="7200374" y="1668810"/>
                  </a:lnTo>
                  <a:lnTo>
                    <a:pt x="7199092" y="1668810"/>
                  </a:lnTo>
                  <a:lnTo>
                    <a:pt x="7197810" y="1668810"/>
                  </a:lnTo>
                  <a:lnTo>
                    <a:pt x="7196528" y="1668810"/>
                  </a:lnTo>
                  <a:lnTo>
                    <a:pt x="7195247" y="1668810"/>
                  </a:lnTo>
                  <a:lnTo>
                    <a:pt x="7193965" y="1668810"/>
                  </a:lnTo>
                  <a:lnTo>
                    <a:pt x="7192683" y="1668810"/>
                  </a:lnTo>
                  <a:lnTo>
                    <a:pt x="7191401" y="1668810"/>
                  </a:lnTo>
                  <a:lnTo>
                    <a:pt x="7190119" y="1668810"/>
                  </a:lnTo>
                  <a:lnTo>
                    <a:pt x="7188837" y="1668810"/>
                  </a:lnTo>
                  <a:lnTo>
                    <a:pt x="7187556" y="1668810"/>
                  </a:lnTo>
                  <a:lnTo>
                    <a:pt x="7186274" y="1668810"/>
                  </a:lnTo>
                  <a:lnTo>
                    <a:pt x="7184992" y="1668810"/>
                  </a:lnTo>
                  <a:lnTo>
                    <a:pt x="7183710" y="1668810"/>
                  </a:lnTo>
                  <a:lnTo>
                    <a:pt x="7182428" y="1668810"/>
                  </a:lnTo>
                  <a:lnTo>
                    <a:pt x="7181146" y="1668810"/>
                  </a:lnTo>
                  <a:lnTo>
                    <a:pt x="7179864" y="1668810"/>
                  </a:lnTo>
                  <a:lnTo>
                    <a:pt x="7178583" y="1668810"/>
                  </a:lnTo>
                  <a:lnTo>
                    <a:pt x="7177301" y="1668810"/>
                  </a:lnTo>
                  <a:lnTo>
                    <a:pt x="7176019" y="1668810"/>
                  </a:lnTo>
                  <a:lnTo>
                    <a:pt x="7174737" y="1668810"/>
                  </a:lnTo>
                  <a:lnTo>
                    <a:pt x="7173455" y="1668810"/>
                  </a:lnTo>
                  <a:lnTo>
                    <a:pt x="7172173" y="1668810"/>
                  </a:lnTo>
                  <a:lnTo>
                    <a:pt x="7170892" y="1668810"/>
                  </a:lnTo>
                  <a:lnTo>
                    <a:pt x="7169610" y="1668810"/>
                  </a:lnTo>
                  <a:lnTo>
                    <a:pt x="7168328" y="1668810"/>
                  </a:lnTo>
                  <a:lnTo>
                    <a:pt x="7167046" y="1668810"/>
                  </a:lnTo>
                  <a:lnTo>
                    <a:pt x="7165764" y="1668810"/>
                  </a:lnTo>
                  <a:lnTo>
                    <a:pt x="7164482" y="1668810"/>
                  </a:lnTo>
                  <a:lnTo>
                    <a:pt x="7163200" y="1668810"/>
                  </a:lnTo>
                  <a:lnTo>
                    <a:pt x="7161919" y="1668810"/>
                  </a:lnTo>
                  <a:lnTo>
                    <a:pt x="7160637" y="1668810"/>
                  </a:lnTo>
                  <a:lnTo>
                    <a:pt x="7159355" y="1668810"/>
                  </a:lnTo>
                  <a:lnTo>
                    <a:pt x="7158073" y="1668810"/>
                  </a:lnTo>
                  <a:lnTo>
                    <a:pt x="7156791" y="1668810"/>
                  </a:lnTo>
                  <a:lnTo>
                    <a:pt x="7155509" y="1668810"/>
                  </a:lnTo>
                  <a:lnTo>
                    <a:pt x="7154228" y="1668810"/>
                  </a:lnTo>
                  <a:lnTo>
                    <a:pt x="7152946" y="1668810"/>
                  </a:lnTo>
                  <a:lnTo>
                    <a:pt x="7151664" y="1668810"/>
                  </a:lnTo>
                  <a:lnTo>
                    <a:pt x="7150382" y="1668810"/>
                  </a:lnTo>
                  <a:lnTo>
                    <a:pt x="7149100" y="1668810"/>
                  </a:lnTo>
                  <a:lnTo>
                    <a:pt x="7147818" y="1668810"/>
                  </a:lnTo>
                  <a:lnTo>
                    <a:pt x="7146537" y="1668810"/>
                  </a:lnTo>
                  <a:lnTo>
                    <a:pt x="7145255" y="1668810"/>
                  </a:lnTo>
                  <a:lnTo>
                    <a:pt x="7143973" y="1668810"/>
                  </a:lnTo>
                  <a:lnTo>
                    <a:pt x="7142691" y="1668810"/>
                  </a:lnTo>
                  <a:lnTo>
                    <a:pt x="7141409" y="1668810"/>
                  </a:lnTo>
                  <a:lnTo>
                    <a:pt x="7140127" y="1668810"/>
                  </a:lnTo>
                  <a:lnTo>
                    <a:pt x="7138845" y="1668810"/>
                  </a:lnTo>
                  <a:lnTo>
                    <a:pt x="7137564" y="1668810"/>
                  </a:lnTo>
                  <a:lnTo>
                    <a:pt x="7136282" y="1668810"/>
                  </a:lnTo>
                  <a:lnTo>
                    <a:pt x="7135000" y="1668810"/>
                  </a:lnTo>
                  <a:lnTo>
                    <a:pt x="7133718" y="1668810"/>
                  </a:lnTo>
                  <a:lnTo>
                    <a:pt x="7132436" y="1668810"/>
                  </a:lnTo>
                  <a:lnTo>
                    <a:pt x="7131154" y="1668810"/>
                  </a:lnTo>
                  <a:lnTo>
                    <a:pt x="7129873" y="1668810"/>
                  </a:lnTo>
                  <a:lnTo>
                    <a:pt x="7128591" y="1668810"/>
                  </a:lnTo>
                  <a:lnTo>
                    <a:pt x="7127309" y="1668810"/>
                  </a:lnTo>
                  <a:lnTo>
                    <a:pt x="7126027" y="1668810"/>
                  </a:lnTo>
                  <a:lnTo>
                    <a:pt x="7124745" y="1668810"/>
                  </a:lnTo>
                  <a:lnTo>
                    <a:pt x="7123463" y="1668810"/>
                  </a:lnTo>
                  <a:lnTo>
                    <a:pt x="7122181" y="1668810"/>
                  </a:lnTo>
                  <a:lnTo>
                    <a:pt x="7120900" y="1668810"/>
                  </a:lnTo>
                  <a:lnTo>
                    <a:pt x="7119618" y="1668810"/>
                  </a:lnTo>
                  <a:lnTo>
                    <a:pt x="7118336" y="1668810"/>
                  </a:lnTo>
                  <a:lnTo>
                    <a:pt x="7117054" y="1668810"/>
                  </a:lnTo>
                  <a:lnTo>
                    <a:pt x="7115772" y="1668810"/>
                  </a:lnTo>
                  <a:lnTo>
                    <a:pt x="7114490" y="1668810"/>
                  </a:lnTo>
                  <a:lnTo>
                    <a:pt x="7113209" y="1668810"/>
                  </a:lnTo>
                  <a:lnTo>
                    <a:pt x="7111927" y="1668810"/>
                  </a:lnTo>
                  <a:lnTo>
                    <a:pt x="7110645" y="1668810"/>
                  </a:lnTo>
                  <a:lnTo>
                    <a:pt x="7109363" y="1668810"/>
                  </a:lnTo>
                  <a:lnTo>
                    <a:pt x="7108081" y="1668810"/>
                  </a:lnTo>
                  <a:lnTo>
                    <a:pt x="7106799" y="1668810"/>
                  </a:lnTo>
                  <a:lnTo>
                    <a:pt x="7105517" y="1668810"/>
                  </a:lnTo>
                  <a:lnTo>
                    <a:pt x="7104236" y="1668810"/>
                  </a:lnTo>
                  <a:lnTo>
                    <a:pt x="7102954" y="1668810"/>
                  </a:lnTo>
                  <a:lnTo>
                    <a:pt x="7101672" y="1668810"/>
                  </a:lnTo>
                  <a:lnTo>
                    <a:pt x="7100390" y="1668810"/>
                  </a:lnTo>
                  <a:lnTo>
                    <a:pt x="7099108" y="1668810"/>
                  </a:lnTo>
                  <a:lnTo>
                    <a:pt x="7097826" y="1668810"/>
                  </a:lnTo>
                  <a:lnTo>
                    <a:pt x="7096545" y="1668810"/>
                  </a:lnTo>
                  <a:lnTo>
                    <a:pt x="7095263" y="1668810"/>
                  </a:lnTo>
                  <a:lnTo>
                    <a:pt x="7093981" y="1668810"/>
                  </a:lnTo>
                  <a:lnTo>
                    <a:pt x="7092699" y="1668810"/>
                  </a:lnTo>
                  <a:lnTo>
                    <a:pt x="7091417" y="1668810"/>
                  </a:lnTo>
                  <a:lnTo>
                    <a:pt x="7090135" y="1668810"/>
                  </a:lnTo>
                  <a:lnTo>
                    <a:pt x="7088854" y="1668810"/>
                  </a:lnTo>
                  <a:lnTo>
                    <a:pt x="7087572" y="1668810"/>
                  </a:lnTo>
                  <a:lnTo>
                    <a:pt x="7086290" y="1668810"/>
                  </a:lnTo>
                  <a:lnTo>
                    <a:pt x="7085008" y="1668810"/>
                  </a:lnTo>
                  <a:lnTo>
                    <a:pt x="7083726" y="1668810"/>
                  </a:lnTo>
                  <a:lnTo>
                    <a:pt x="7082444" y="1668810"/>
                  </a:lnTo>
                  <a:lnTo>
                    <a:pt x="7081162" y="1668810"/>
                  </a:lnTo>
                  <a:lnTo>
                    <a:pt x="7079881" y="1668810"/>
                  </a:lnTo>
                  <a:lnTo>
                    <a:pt x="7078599" y="1668810"/>
                  </a:lnTo>
                  <a:lnTo>
                    <a:pt x="7077317" y="1668810"/>
                  </a:lnTo>
                  <a:lnTo>
                    <a:pt x="7076035" y="1668810"/>
                  </a:lnTo>
                  <a:lnTo>
                    <a:pt x="7074753" y="1668810"/>
                  </a:lnTo>
                  <a:lnTo>
                    <a:pt x="7073471" y="1668810"/>
                  </a:lnTo>
                  <a:lnTo>
                    <a:pt x="7072190" y="1668810"/>
                  </a:lnTo>
                  <a:lnTo>
                    <a:pt x="7070908" y="1668810"/>
                  </a:lnTo>
                  <a:lnTo>
                    <a:pt x="7069626" y="1668810"/>
                  </a:lnTo>
                  <a:lnTo>
                    <a:pt x="7068344" y="1668810"/>
                  </a:lnTo>
                  <a:lnTo>
                    <a:pt x="7067062" y="1668810"/>
                  </a:lnTo>
                  <a:lnTo>
                    <a:pt x="7065780" y="1668810"/>
                  </a:lnTo>
                  <a:lnTo>
                    <a:pt x="7064498" y="1668810"/>
                  </a:lnTo>
                  <a:lnTo>
                    <a:pt x="7063217" y="1668810"/>
                  </a:lnTo>
                  <a:lnTo>
                    <a:pt x="7061935" y="1668810"/>
                  </a:lnTo>
                  <a:lnTo>
                    <a:pt x="7060653" y="1668810"/>
                  </a:lnTo>
                  <a:lnTo>
                    <a:pt x="7059371" y="1668810"/>
                  </a:lnTo>
                  <a:lnTo>
                    <a:pt x="7058089" y="1668810"/>
                  </a:lnTo>
                  <a:lnTo>
                    <a:pt x="7056807" y="1668810"/>
                  </a:lnTo>
                  <a:lnTo>
                    <a:pt x="7055526" y="1668810"/>
                  </a:lnTo>
                  <a:lnTo>
                    <a:pt x="7054244" y="1668810"/>
                  </a:lnTo>
                  <a:lnTo>
                    <a:pt x="7052962" y="1668810"/>
                  </a:lnTo>
                  <a:lnTo>
                    <a:pt x="7051680" y="1668810"/>
                  </a:lnTo>
                  <a:lnTo>
                    <a:pt x="7050398" y="1668810"/>
                  </a:lnTo>
                  <a:lnTo>
                    <a:pt x="7049116" y="1668810"/>
                  </a:lnTo>
                  <a:lnTo>
                    <a:pt x="7047835" y="1668810"/>
                  </a:lnTo>
                  <a:lnTo>
                    <a:pt x="7046553" y="1668810"/>
                  </a:lnTo>
                  <a:lnTo>
                    <a:pt x="7045271" y="1668810"/>
                  </a:lnTo>
                  <a:lnTo>
                    <a:pt x="7043989" y="1668810"/>
                  </a:lnTo>
                  <a:lnTo>
                    <a:pt x="7042707" y="1668810"/>
                  </a:lnTo>
                  <a:lnTo>
                    <a:pt x="7041425" y="1668810"/>
                  </a:lnTo>
                  <a:lnTo>
                    <a:pt x="7040143" y="1668810"/>
                  </a:lnTo>
                  <a:lnTo>
                    <a:pt x="7038862" y="1668810"/>
                  </a:lnTo>
                  <a:lnTo>
                    <a:pt x="7037580" y="1668810"/>
                  </a:lnTo>
                  <a:lnTo>
                    <a:pt x="7036298" y="1668810"/>
                  </a:lnTo>
                  <a:lnTo>
                    <a:pt x="7035016" y="1668810"/>
                  </a:lnTo>
                  <a:lnTo>
                    <a:pt x="7033734" y="1668810"/>
                  </a:lnTo>
                  <a:lnTo>
                    <a:pt x="7032452" y="1668810"/>
                  </a:lnTo>
                  <a:lnTo>
                    <a:pt x="7031171" y="1668810"/>
                  </a:lnTo>
                  <a:lnTo>
                    <a:pt x="7029889" y="1668810"/>
                  </a:lnTo>
                  <a:lnTo>
                    <a:pt x="7028607" y="1668810"/>
                  </a:lnTo>
                  <a:lnTo>
                    <a:pt x="7027325" y="1668810"/>
                  </a:lnTo>
                  <a:lnTo>
                    <a:pt x="7026043" y="1668810"/>
                  </a:lnTo>
                  <a:lnTo>
                    <a:pt x="7024761" y="1668810"/>
                  </a:lnTo>
                  <a:lnTo>
                    <a:pt x="7023479" y="1668810"/>
                  </a:lnTo>
                  <a:lnTo>
                    <a:pt x="7022198" y="1668810"/>
                  </a:lnTo>
                  <a:lnTo>
                    <a:pt x="7020916" y="1668810"/>
                  </a:lnTo>
                  <a:lnTo>
                    <a:pt x="7019634" y="1668810"/>
                  </a:lnTo>
                  <a:lnTo>
                    <a:pt x="7018352" y="1668810"/>
                  </a:lnTo>
                  <a:lnTo>
                    <a:pt x="7017070" y="1668810"/>
                  </a:lnTo>
                  <a:lnTo>
                    <a:pt x="7015788" y="1668810"/>
                  </a:lnTo>
                  <a:lnTo>
                    <a:pt x="7014507" y="1668810"/>
                  </a:lnTo>
                  <a:lnTo>
                    <a:pt x="7013225" y="1668810"/>
                  </a:lnTo>
                  <a:lnTo>
                    <a:pt x="7011943" y="1668810"/>
                  </a:lnTo>
                  <a:lnTo>
                    <a:pt x="7010661" y="1668810"/>
                  </a:lnTo>
                  <a:lnTo>
                    <a:pt x="7009379" y="1668810"/>
                  </a:lnTo>
                  <a:lnTo>
                    <a:pt x="7008097" y="1668810"/>
                  </a:lnTo>
                  <a:lnTo>
                    <a:pt x="7006816" y="1668810"/>
                  </a:lnTo>
                  <a:lnTo>
                    <a:pt x="7005534" y="1668810"/>
                  </a:lnTo>
                  <a:lnTo>
                    <a:pt x="7004252" y="1668810"/>
                  </a:lnTo>
                  <a:lnTo>
                    <a:pt x="7002970" y="1668810"/>
                  </a:lnTo>
                  <a:lnTo>
                    <a:pt x="7001688" y="1668810"/>
                  </a:lnTo>
                  <a:lnTo>
                    <a:pt x="7000406" y="1668810"/>
                  </a:lnTo>
                  <a:lnTo>
                    <a:pt x="6999124" y="1668810"/>
                  </a:lnTo>
                  <a:lnTo>
                    <a:pt x="6997843" y="1668810"/>
                  </a:lnTo>
                  <a:lnTo>
                    <a:pt x="6996561" y="1668810"/>
                  </a:lnTo>
                  <a:lnTo>
                    <a:pt x="6995279" y="1668810"/>
                  </a:lnTo>
                  <a:lnTo>
                    <a:pt x="6993997" y="1668810"/>
                  </a:lnTo>
                  <a:lnTo>
                    <a:pt x="6992715" y="1668810"/>
                  </a:lnTo>
                  <a:lnTo>
                    <a:pt x="6991433" y="1668810"/>
                  </a:lnTo>
                  <a:lnTo>
                    <a:pt x="6990152" y="1668810"/>
                  </a:lnTo>
                  <a:lnTo>
                    <a:pt x="6988870" y="1668810"/>
                  </a:lnTo>
                  <a:lnTo>
                    <a:pt x="6987588" y="1668810"/>
                  </a:lnTo>
                  <a:lnTo>
                    <a:pt x="6986306" y="1668810"/>
                  </a:lnTo>
                  <a:lnTo>
                    <a:pt x="6985024" y="1668810"/>
                  </a:lnTo>
                  <a:lnTo>
                    <a:pt x="6983742" y="1668810"/>
                  </a:lnTo>
                  <a:lnTo>
                    <a:pt x="6982460" y="1668810"/>
                  </a:lnTo>
                  <a:lnTo>
                    <a:pt x="6981179" y="1668810"/>
                  </a:lnTo>
                  <a:lnTo>
                    <a:pt x="6979897" y="1668810"/>
                  </a:lnTo>
                  <a:lnTo>
                    <a:pt x="6978615" y="1668810"/>
                  </a:lnTo>
                  <a:lnTo>
                    <a:pt x="6977333" y="1668810"/>
                  </a:lnTo>
                  <a:lnTo>
                    <a:pt x="6976051" y="1668810"/>
                  </a:lnTo>
                  <a:lnTo>
                    <a:pt x="6974769" y="1668810"/>
                  </a:lnTo>
                  <a:lnTo>
                    <a:pt x="6973488" y="1668810"/>
                  </a:lnTo>
                  <a:lnTo>
                    <a:pt x="6972206" y="1668810"/>
                  </a:lnTo>
                  <a:lnTo>
                    <a:pt x="6970924" y="1668810"/>
                  </a:lnTo>
                  <a:lnTo>
                    <a:pt x="6969642" y="1668810"/>
                  </a:lnTo>
                  <a:lnTo>
                    <a:pt x="6968360" y="1668810"/>
                  </a:lnTo>
                  <a:lnTo>
                    <a:pt x="6967078" y="1668810"/>
                  </a:lnTo>
                  <a:lnTo>
                    <a:pt x="6965796" y="1668810"/>
                  </a:lnTo>
                  <a:lnTo>
                    <a:pt x="6964515" y="1668810"/>
                  </a:lnTo>
                  <a:lnTo>
                    <a:pt x="6963233" y="1668810"/>
                  </a:lnTo>
                  <a:lnTo>
                    <a:pt x="6961951" y="1668810"/>
                  </a:lnTo>
                  <a:lnTo>
                    <a:pt x="6960669" y="1668810"/>
                  </a:lnTo>
                  <a:lnTo>
                    <a:pt x="6959387" y="1668810"/>
                  </a:lnTo>
                  <a:lnTo>
                    <a:pt x="6958105" y="1668810"/>
                  </a:lnTo>
                  <a:lnTo>
                    <a:pt x="6956824" y="1668810"/>
                  </a:lnTo>
                  <a:lnTo>
                    <a:pt x="6955542" y="1668810"/>
                  </a:lnTo>
                  <a:lnTo>
                    <a:pt x="6954260" y="1668810"/>
                  </a:lnTo>
                  <a:lnTo>
                    <a:pt x="6952978" y="1668810"/>
                  </a:lnTo>
                  <a:lnTo>
                    <a:pt x="6951696" y="1668810"/>
                  </a:lnTo>
                  <a:lnTo>
                    <a:pt x="6950414" y="1668810"/>
                  </a:lnTo>
                  <a:lnTo>
                    <a:pt x="6949133" y="1668810"/>
                  </a:lnTo>
                  <a:lnTo>
                    <a:pt x="6947851" y="1668810"/>
                  </a:lnTo>
                  <a:lnTo>
                    <a:pt x="6946569" y="1668810"/>
                  </a:lnTo>
                  <a:lnTo>
                    <a:pt x="6945287" y="1668810"/>
                  </a:lnTo>
                  <a:lnTo>
                    <a:pt x="6944005" y="1668810"/>
                  </a:lnTo>
                  <a:lnTo>
                    <a:pt x="6942723" y="1668810"/>
                  </a:lnTo>
                  <a:lnTo>
                    <a:pt x="6941441" y="1668810"/>
                  </a:lnTo>
                  <a:lnTo>
                    <a:pt x="6940160" y="1668810"/>
                  </a:lnTo>
                  <a:lnTo>
                    <a:pt x="6938878" y="1668810"/>
                  </a:lnTo>
                  <a:lnTo>
                    <a:pt x="6937596" y="1668810"/>
                  </a:lnTo>
                  <a:lnTo>
                    <a:pt x="6936314" y="1668810"/>
                  </a:lnTo>
                  <a:lnTo>
                    <a:pt x="6935032" y="1668810"/>
                  </a:lnTo>
                  <a:lnTo>
                    <a:pt x="6933750" y="1668810"/>
                  </a:lnTo>
                  <a:lnTo>
                    <a:pt x="6932469" y="1668810"/>
                  </a:lnTo>
                  <a:lnTo>
                    <a:pt x="6931187" y="1668810"/>
                  </a:lnTo>
                  <a:lnTo>
                    <a:pt x="6929905" y="1668810"/>
                  </a:lnTo>
                  <a:lnTo>
                    <a:pt x="6928623" y="1668810"/>
                  </a:lnTo>
                  <a:lnTo>
                    <a:pt x="6927341" y="1668810"/>
                  </a:lnTo>
                  <a:lnTo>
                    <a:pt x="6926059" y="1668810"/>
                  </a:lnTo>
                  <a:lnTo>
                    <a:pt x="6924777" y="1668810"/>
                  </a:lnTo>
                  <a:lnTo>
                    <a:pt x="6923496" y="1668810"/>
                  </a:lnTo>
                  <a:lnTo>
                    <a:pt x="6922214" y="1668810"/>
                  </a:lnTo>
                  <a:lnTo>
                    <a:pt x="6920932" y="1668810"/>
                  </a:lnTo>
                  <a:lnTo>
                    <a:pt x="6919650" y="1668810"/>
                  </a:lnTo>
                  <a:lnTo>
                    <a:pt x="6918368" y="1668810"/>
                  </a:lnTo>
                  <a:lnTo>
                    <a:pt x="6917086" y="1668810"/>
                  </a:lnTo>
                  <a:lnTo>
                    <a:pt x="6915805" y="1668810"/>
                  </a:lnTo>
                  <a:lnTo>
                    <a:pt x="6914523" y="1668810"/>
                  </a:lnTo>
                  <a:lnTo>
                    <a:pt x="6913241" y="1668810"/>
                  </a:lnTo>
                  <a:lnTo>
                    <a:pt x="6911959" y="1668810"/>
                  </a:lnTo>
                  <a:lnTo>
                    <a:pt x="6910677" y="1668810"/>
                  </a:lnTo>
                  <a:lnTo>
                    <a:pt x="6909395" y="1668810"/>
                  </a:lnTo>
                  <a:lnTo>
                    <a:pt x="6908114" y="1668810"/>
                  </a:lnTo>
                  <a:lnTo>
                    <a:pt x="6906832" y="1668810"/>
                  </a:lnTo>
                  <a:lnTo>
                    <a:pt x="6905550" y="1668810"/>
                  </a:lnTo>
                  <a:lnTo>
                    <a:pt x="6904268" y="1668810"/>
                  </a:lnTo>
                  <a:lnTo>
                    <a:pt x="6902986" y="1668810"/>
                  </a:lnTo>
                  <a:lnTo>
                    <a:pt x="6901704" y="1668810"/>
                  </a:lnTo>
                  <a:lnTo>
                    <a:pt x="6900422" y="1668810"/>
                  </a:lnTo>
                  <a:lnTo>
                    <a:pt x="6899141" y="1668810"/>
                  </a:lnTo>
                  <a:lnTo>
                    <a:pt x="6897859" y="1668810"/>
                  </a:lnTo>
                  <a:lnTo>
                    <a:pt x="6896577" y="1668810"/>
                  </a:lnTo>
                  <a:lnTo>
                    <a:pt x="6895295" y="1668810"/>
                  </a:lnTo>
                  <a:lnTo>
                    <a:pt x="6894013" y="1668810"/>
                  </a:lnTo>
                  <a:lnTo>
                    <a:pt x="6892731" y="1668810"/>
                  </a:lnTo>
                  <a:lnTo>
                    <a:pt x="6891450" y="1668810"/>
                  </a:lnTo>
                  <a:lnTo>
                    <a:pt x="6890168" y="1668810"/>
                  </a:lnTo>
                  <a:lnTo>
                    <a:pt x="6888886" y="1668810"/>
                  </a:lnTo>
                  <a:lnTo>
                    <a:pt x="6887604" y="1668810"/>
                  </a:lnTo>
                  <a:lnTo>
                    <a:pt x="6886322" y="1668810"/>
                  </a:lnTo>
                  <a:lnTo>
                    <a:pt x="6885040" y="1668810"/>
                  </a:lnTo>
                  <a:lnTo>
                    <a:pt x="6883758" y="1668810"/>
                  </a:lnTo>
                  <a:lnTo>
                    <a:pt x="6882477" y="1668810"/>
                  </a:lnTo>
                  <a:lnTo>
                    <a:pt x="6881195" y="1668810"/>
                  </a:lnTo>
                  <a:lnTo>
                    <a:pt x="6879913" y="1668810"/>
                  </a:lnTo>
                  <a:lnTo>
                    <a:pt x="6878631" y="1668810"/>
                  </a:lnTo>
                  <a:lnTo>
                    <a:pt x="6877349" y="1668810"/>
                  </a:lnTo>
                  <a:lnTo>
                    <a:pt x="6876067" y="1668810"/>
                  </a:lnTo>
                  <a:lnTo>
                    <a:pt x="6874786" y="1668810"/>
                  </a:lnTo>
                  <a:lnTo>
                    <a:pt x="6873504" y="1668810"/>
                  </a:lnTo>
                  <a:lnTo>
                    <a:pt x="6872222" y="1668810"/>
                  </a:lnTo>
                  <a:lnTo>
                    <a:pt x="6870940" y="1668810"/>
                  </a:lnTo>
                  <a:lnTo>
                    <a:pt x="6869658" y="1668810"/>
                  </a:lnTo>
                  <a:lnTo>
                    <a:pt x="6868376" y="1668810"/>
                  </a:lnTo>
                  <a:lnTo>
                    <a:pt x="6867095" y="1668810"/>
                  </a:lnTo>
                  <a:lnTo>
                    <a:pt x="6865813" y="1668810"/>
                  </a:lnTo>
                  <a:lnTo>
                    <a:pt x="6864531" y="1668810"/>
                  </a:lnTo>
                  <a:lnTo>
                    <a:pt x="6863249" y="1668810"/>
                  </a:lnTo>
                  <a:lnTo>
                    <a:pt x="6861967" y="1668810"/>
                  </a:lnTo>
                  <a:lnTo>
                    <a:pt x="6860685" y="1668810"/>
                  </a:lnTo>
                  <a:lnTo>
                    <a:pt x="6859403" y="1668810"/>
                  </a:lnTo>
                  <a:lnTo>
                    <a:pt x="6858122" y="1668810"/>
                  </a:lnTo>
                  <a:lnTo>
                    <a:pt x="6856840" y="1668810"/>
                  </a:lnTo>
                  <a:lnTo>
                    <a:pt x="6855558" y="1668810"/>
                  </a:lnTo>
                  <a:lnTo>
                    <a:pt x="6854276" y="1668810"/>
                  </a:lnTo>
                  <a:lnTo>
                    <a:pt x="6852994" y="1668810"/>
                  </a:lnTo>
                  <a:lnTo>
                    <a:pt x="6851712" y="1668810"/>
                  </a:lnTo>
                  <a:lnTo>
                    <a:pt x="6850431" y="1668810"/>
                  </a:lnTo>
                  <a:lnTo>
                    <a:pt x="6849149" y="1668810"/>
                  </a:lnTo>
                  <a:lnTo>
                    <a:pt x="6847867" y="1668810"/>
                  </a:lnTo>
                  <a:lnTo>
                    <a:pt x="6846585" y="1668810"/>
                  </a:lnTo>
                  <a:lnTo>
                    <a:pt x="6845303" y="1668810"/>
                  </a:lnTo>
                  <a:lnTo>
                    <a:pt x="6844021" y="1668810"/>
                  </a:lnTo>
                  <a:lnTo>
                    <a:pt x="6842739" y="1668810"/>
                  </a:lnTo>
                  <a:lnTo>
                    <a:pt x="6841458" y="1668810"/>
                  </a:lnTo>
                  <a:lnTo>
                    <a:pt x="6840176" y="1668810"/>
                  </a:lnTo>
                  <a:lnTo>
                    <a:pt x="6838894" y="1668810"/>
                  </a:lnTo>
                  <a:lnTo>
                    <a:pt x="6837612" y="1668810"/>
                  </a:lnTo>
                  <a:lnTo>
                    <a:pt x="6836330" y="1668810"/>
                  </a:lnTo>
                  <a:lnTo>
                    <a:pt x="6835048" y="1668810"/>
                  </a:lnTo>
                  <a:lnTo>
                    <a:pt x="6833767" y="1668810"/>
                  </a:lnTo>
                  <a:lnTo>
                    <a:pt x="6832485" y="1668810"/>
                  </a:lnTo>
                  <a:lnTo>
                    <a:pt x="6831203" y="1668810"/>
                  </a:lnTo>
                  <a:lnTo>
                    <a:pt x="6829921" y="1668810"/>
                  </a:lnTo>
                  <a:lnTo>
                    <a:pt x="6828639" y="1668810"/>
                  </a:lnTo>
                  <a:lnTo>
                    <a:pt x="6827357" y="1668810"/>
                  </a:lnTo>
                  <a:lnTo>
                    <a:pt x="6826075" y="1668810"/>
                  </a:lnTo>
                  <a:lnTo>
                    <a:pt x="6824794" y="1668810"/>
                  </a:lnTo>
                  <a:lnTo>
                    <a:pt x="6823512" y="1668810"/>
                  </a:lnTo>
                  <a:lnTo>
                    <a:pt x="6822230" y="1668810"/>
                  </a:lnTo>
                  <a:lnTo>
                    <a:pt x="6820948" y="1668810"/>
                  </a:lnTo>
                  <a:lnTo>
                    <a:pt x="6819666" y="1668810"/>
                  </a:lnTo>
                  <a:lnTo>
                    <a:pt x="6818384" y="1668810"/>
                  </a:lnTo>
                  <a:lnTo>
                    <a:pt x="6817103" y="1668810"/>
                  </a:lnTo>
                  <a:lnTo>
                    <a:pt x="6815821" y="1668810"/>
                  </a:lnTo>
                  <a:lnTo>
                    <a:pt x="6814539" y="1668810"/>
                  </a:lnTo>
                  <a:lnTo>
                    <a:pt x="6813257" y="1668810"/>
                  </a:lnTo>
                  <a:lnTo>
                    <a:pt x="6811975" y="1668810"/>
                  </a:lnTo>
                  <a:lnTo>
                    <a:pt x="6810693" y="1668810"/>
                  </a:lnTo>
                  <a:lnTo>
                    <a:pt x="6809412" y="1668810"/>
                  </a:lnTo>
                  <a:lnTo>
                    <a:pt x="6808130" y="1668810"/>
                  </a:lnTo>
                  <a:lnTo>
                    <a:pt x="6806848" y="1668810"/>
                  </a:lnTo>
                  <a:lnTo>
                    <a:pt x="6805566" y="1668810"/>
                  </a:lnTo>
                  <a:lnTo>
                    <a:pt x="6804284" y="1668810"/>
                  </a:lnTo>
                  <a:lnTo>
                    <a:pt x="6803002" y="1668810"/>
                  </a:lnTo>
                  <a:lnTo>
                    <a:pt x="6801720" y="1668810"/>
                  </a:lnTo>
                  <a:lnTo>
                    <a:pt x="6800439" y="1668810"/>
                  </a:lnTo>
                  <a:lnTo>
                    <a:pt x="6799157" y="1668810"/>
                  </a:lnTo>
                  <a:lnTo>
                    <a:pt x="6797875" y="1668810"/>
                  </a:lnTo>
                  <a:lnTo>
                    <a:pt x="6796593" y="1668810"/>
                  </a:lnTo>
                  <a:lnTo>
                    <a:pt x="6795311" y="1668810"/>
                  </a:lnTo>
                  <a:lnTo>
                    <a:pt x="6794029" y="1668810"/>
                  </a:lnTo>
                  <a:lnTo>
                    <a:pt x="6792748" y="1668810"/>
                  </a:lnTo>
                  <a:lnTo>
                    <a:pt x="6791466" y="1668810"/>
                  </a:lnTo>
                  <a:lnTo>
                    <a:pt x="6790184" y="1668810"/>
                  </a:lnTo>
                  <a:lnTo>
                    <a:pt x="6788902" y="1668810"/>
                  </a:lnTo>
                  <a:lnTo>
                    <a:pt x="6787620" y="1668810"/>
                  </a:lnTo>
                  <a:lnTo>
                    <a:pt x="6786338" y="1668810"/>
                  </a:lnTo>
                  <a:lnTo>
                    <a:pt x="6785056" y="1668810"/>
                  </a:lnTo>
                  <a:lnTo>
                    <a:pt x="6783775" y="1668810"/>
                  </a:lnTo>
                  <a:lnTo>
                    <a:pt x="6782493" y="1668810"/>
                  </a:lnTo>
                  <a:lnTo>
                    <a:pt x="6781211" y="1668810"/>
                  </a:lnTo>
                  <a:lnTo>
                    <a:pt x="6779929" y="1668810"/>
                  </a:lnTo>
                  <a:lnTo>
                    <a:pt x="6778647" y="1668810"/>
                  </a:lnTo>
                  <a:lnTo>
                    <a:pt x="6777365" y="1668810"/>
                  </a:lnTo>
                  <a:lnTo>
                    <a:pt x="6776084" y="1668810"/>
                  </a:lnTo>
                  <a:lnTo>
                    <a:pt x="6774802" y="1668810"/>
                  </a:lnTo>
                  <a:lnTo>
                    <a:pt x="6773520" y="1668810"/>
                  </a:lnTo>
                  <a:lnTo>
                    <a:pt x="6772238" y="1668810"/>
                  </a:lnTo>
                  <a:lnTo>
                    <a:pt x="6770956" y="1668810"/>
                  </a:lnTo>
                  <a:lnTo>
                    <a:pt x="6769674" y="1668810"/>
                  </a:lnTo>
                  <a:lnTo>
                    <a:pt x="6768393" y="1668810"/>
                  </a:lnTo>
                  <a:lnTo>
                    <a:pt x="6767111" y="1668810"/>
                  </a:lnTo>
                  <a:lnTo>
                    <a:pt x="6765829" y="1668810"/>
                  </a:lnTo>
                  <a:lnTo>
                    <a:pt x="6764547" y="1668810"/>
                  </a:lnTo>
                  <a:lnTo>
                    <a:pt x="6763265" y="1668810"/>
                  </a:lnTo>
                  <a:lnTo>
                    <a:pt x="6761983" y="1668810"/>
                  </a:lnTo>
                  <a:lnTo>
                    <a:pt x="6760701" y="1668810"/>
                  </a:lnTo>
                  <a:lnTo>
                    <a:pt x="6759420" y="1668810"/>
                  </a:lnTo>
                  <a:lnTo>
                    <a:pt x="6758138" y="1668810"/>
                  </a:lnTo>
                  <a:lnTo>
                    <a:pt x="6756856" y="1668810"/>
                  </a:lnTo>
                  <a:lnTo>
                    <a:pt x="6755574" y="1668810"/>
                  </a:lnTo>
                  <a:lnTo>
                    <a:pt x="6754292" y="1668810"/>
                  </a:lnTo>
                  <a:lnTo>
                    <a:pt x="6753010" y="1668810"/>
                  </a:lnTo>
                  <a:lnTo>
                    <a:pt x="6751729" y="1668810"/>
                  </a:lnTo>
                  <a:lnTo>
                    <a:pt x="6750447" y="1668810"/>
                  </a:lnTo>
                  <a:lnTo>
                    <a:pt x="6749165" y="1668810"/>
                  </a:lnTo>
                  <a:lnTo>
                    <a:pt x="6747883" y="1668810"/>
                  </a:lnTo>
                  <a:lnTo>
                    <a:pt x="6746601" y="1668810"/>
                  </a:lnTo>
                  <a:lnTo>
                    <a:pt x="6745319" y="1668810"/>
                  </a:lnTo>
                  <a:lnTo>
                    <a:pt x="6744037" y="1668810"/>
                  </a:lnTo>
                  <a:lnTo>
                    <a:pt x="6742756" y="1668810"/>
                  </a:lnTo>
                  <a:lnTo>
                    <a:pt x="6741474" y="1668810"/>
                  </a:lnTo>
                  <a:lnTo>
                    <a:pt x="6740192" y="1668810"/>
                  </a:lnTo>
                  <a:lnTo>
                    <a:pt x="6738910" y="1668810"/>
                  </a:lnTo>
                  <a:lnTo>
                    <a:pt x="6737628" y="1668810"/>
                  </a:lnTo>
                  <a:lnTo>
                    <a:pt x="6736346" y="1668810"/>
                  </a:lnTo>
                  <a:lnTo>
                    <a:pt x="6735065" y="1668810"/>
                  </a:lnTo>
                  <a:lnTo>
                    <a:pt x="6733783" y="1668810"/>
                  </a:lnTo>
                  <a:lnTo>
                    <a:pt x="6732501" y="1668810"/>
                  </a:lnTo>
                  <a:lnTo>
                    <a:pt x="6731219" y="1668810"/>
                  </a:lnTo>
                  <a:lnTo>
                    <a:pt x="6729937" y="1668810"/>
                  </a:lnTo>
                  <a:lnTo>
                    <a:pt x="6728655" y="1668810"/>
                  </a:lnTo>
                  <a:lnTo>
                    <a:pt x="6727374" y="1668810"/>
                  </a:lnTo>
                  <a:lnTo>
                    <a:pt x="6726092" y="1668810"/>
                  </a:lnTo>
                  <a:lnTo>
                    <a:pt x="6724810" y="1668810"/>
                  </a:lnTo>
                  <a:lnTo>
                    <a:pt x="6723528" y="1668810"/>
                  </a:lnTo>
                  <a:lnTo>
                    <a:pt x="6722246" y="1668810"/>
                  </a:lnTo>
                  <a:lnTo>
                    <a:pt x="6720964" y="1668810"/>
                  </a:lnTo>
                  <a:lnTo>
                    <a:pt x="6719682" y="1668810"/>
                  </a:lnTo>
                  <a:lnTo>
                    <a:pt x="6718401" y="1668810"/>
                  </a:lnTo>
                  <a:lnTo>
                    <a:pt x="6717119" y="1668810"/>
                  </a:lnTo>
                  <a:lnTo>
                    <a:pt x="6715837" y="1668810"/>
                  </a:lnTo>
                  <a:lnTo>
                    <a:pt x="6714555" y="1668810"/>
                  </a:lnTo>
                  <a:lnTo>
                    <a:pt x="6713273" y="1668810"/>
                  </a:lnTo>
                  <a:lnTo>
                    <a:pt x="6711991" y="1668810"/>
                  </a:lnTo>
                  <a:lnTo>
                    <a:pt x="6710710" y="1668810"/>
                  </a:lnTo>
                  <a:lnTo>
                    <a:pt x="6709428" y="1668810"/>
                  </a:lnTo>
                  <a:lnTo>
                    <a:pt x="6708146" y="1668810"/>
                  </a:lnTo>
                  <a:lnTo>
                    <a:pt x="6706864" y="1668810"/>
                  </a:lnTo>
                  <a:lnTo>
                    <a:pt x="6705582" y="1668810"/>
                  </a:lnTo>
                  <a:lnTo>
                    <a:pt x="6704300" y="1668810"/>
                  </a:lnTo>
                  <a:lnTo>
                    <a:pt x="6703018" y="1668810"/>
                  </a:lnTo>
                  <a:lnTo>
                    <a:pt x="6701737" y="1668810"/>
                  </a:lnTo>
                  <a:lnTo>
                    <a:pt x="6700455" y="1668810"/>
                  </a:lnTo>
                  <a:lnTo>
                    <a:pt x="6699173" y="1668810"/>
                  </a:lnTo>
                  <a:lnTo>
                    <a:pt x="6697891" y="1668810"/>
                  </a:lnTo>
                  <a:lnTo>
                    <a:pt x="6696609" y="1668810"/>
                  </a:lnTo>
                  <a:lnTo>
                    <a:pt x="6695327" y="1668810"/>
                  </a:lnTo>
                  <a:lnTo>
                    <a:pt x="6694046" y="1668810"/>
                  </a:lnTo>
                  <a:lnTo>
                    <a:pt x="6692764" y="1668810"/>
                  </a:lnTo>
                  <a:lnTo>
                    <a:pt x="6691482" y="1668810"/>
                  </a:lnTo>
                  <a:lnTo>
                    <a:pt x="6690200" y="1668810"/>
                  </a:lnTo>
                  <a:lnTo>
                    <a:pt x="6688918" y="1668810"/>
                  </a:lnTo>
                  <a:lnTo>
                    <a:pt x="6687636" y="1668810"/>
                  </a:lnTo>
                  <a:lnTo>
                    <a:pt x="6686354" y="1668810"/>
                  </a:lnTo>
                  <a:lnTo>
                    <a:pt x="6685073" y="1668810"/>
                  </a:lnTo>
                  <a:lnTo>
                    <a:pt x="6683791" y="1668810"/>
                  </a:lnTo>
                  <a:lnTo>
                    <a:pt x="6682509" y="1668810"/>
                  </a:lnTo>
                  <a:lnTo>
                    <a:pt x="6681227" y="1668810"/>
                  </a:lnTo>
                  <a:lnTo>
                    <a:pt x="6679945" y="1668810"/>
                  </a:lnTo>
                  <a:lnTo>
                    <a:pt x="6678663" y="1668810"/>
                  </a:lnTo>
                  <a:lnTo>
                    <a:pt x="6677382" y="1668810"/>
                  </a:lnTo>
                  <a:lnTo>
                    <a:pt x="6676100" y="1668810"/>
                  </a:lnTo>
                  <a:lnTo>
                    <a:pt x="6674818" y="1668810"/>
                  </a:lnTo>
                  <a:lnTo>
                    <a:pt x="6673536" y="1668810"/>
                  </a:lnTo>
                  <a:lnTo>
                    <a:pt x="6672254" y="1668810"/>
                  </a:lnTo>
                  <a:lnTo>
                    <a:pt x="6670972" y="1668810"/>
                  </a:lnTo>
                  <a:lnTo>
                    <a:pt x="6669691" y="1668810"/>
                  </a:lnTo>
                  <a:lnTo>
                    <a:pt x="6668409" y="1668810"/>
                  </a:lnTo>
                  <a:lnTo>
                    <a:pt x="6667127" y="1668810"/>
                  </a:lnTo>
                  <a:lnTo>
                    <a:pt x="6665845" y="1668810"/>
                  </a:lnTo>
                  <a:lnTo>
                    <a:pt x="6664563" y="1668810"/>
                  </a:lnTo>
                  <a:lnTo>
                    <a:pt x="6663281" y="1668810"/>
                  </a:lnTo>
                  <a:lnTo>
                    <a:pt x="6661999" y="1668810"/>
                  </a:lnTo>
                  <a:lnTo>
                    <a:pt x="6660718" y="1668810"/>
                  </a:lnTo>
                  <a:lnTo>
                    <a:pt x="6659436" y="1668810"/>
                  </a:lnTo>
                  <a:lnTo>
                    <a:pt x="6658154" y="1668810"/>
                  </a:lnTo>
                  <a:lnTo>
                    <a:pt x="6656872" y="1668810"/>
                  </a:lnTo>
                  <a:lnTo>
                    <a:pt x="6655590" y="1668810"/>
                  </a:lnTo>
                  <a:lnTo>
                    <a:pt x="6654308" y="1668810"/>
                  </a:lnTo>
                  <a:lnTo>
                    <a:pt x="6653027" y="1668810"/>
                  </a:lnTo>
                  <a:lnTo>
                    <a:pt x="6651745" y="1668810"/>
                  </a:lnTo>
                  <a:lnTo>
                    <a:pt x="6650463" y="1668810"/>
                  </a:lnTo>
                  <a:lnTo>
                    <a:pt x="6649181" y="1668810"/>
                  </a:lnTo>
                  <a:lnTo>
                    <a:pt x="6647899" y="1668810"/>
                  </a:lnTo>
                  <a:lnTo>
                    <a:pt x="6646617" y="1668810"/>
                  </a:lnTo>
                  <a:lnTo>
                    <a:pt x="6645335" y="1668810"/>
                  </a:lnTo>
                  <a:lnTo>
                    <a:pt x="6644054" y="1668810"/>
                  </a:lnTo>
                  <a:lnTo>
                    <a:pt x="6642772" y="1668810"/>
                  </a:lnTo>
                  <a:lnTo>
                    <a:pt x="6641490" y="1668810"/>
                  </a:lnTo>
                  <a:lnTo>
                    <a:pt x="6640208" y="1668810"/>
                  </a:lnTo>
                  <a:lnTo>
                    <a:pt x="6638926" y="1668810"/>
                  </a:lnTo>
                  <a:lnTo>
                    <a:pt x="6637644" y="1668810"/>
                  </a:lnTo>
                  <a:lnTo>
                    <a:pt x="6636363" y="1668810"/>
                  </a:lnTo>
                  <a:lnTo>
                    <a:pt x="6635081" y="1668810"/>
                  </a:lnTo>
                  <a:lnTo>
                    <a:pt x="6633799" y="1668810"/>
                  </a:lnTo>
                  <a:lnTo>
                    <a:pt x="6632517" y="1668810"/>
                  </a:lnTo>
                  <a:lnTo>
                    <a:pt x="6631235" y="1668810"/>
                  </a:lnTo>
                  <a:lnTo>
                    <a:pt x="6629953" y="1668810"/>
                  </a:lnTo>
                  <a:lnTo>
                    <a:pt x="6628672" y="1668810"/>
                  </a:lnTo>
                  <a:lnTo>
                    <a:pt x="6627390" y="1668810"/>
                  </a:lnTo>
                  <a:lnTo>
                    <a:pt x="6626108" y="1668810"/>
                  </a:lnTo>
                  <a:lnTo>
                    <a:pt x="6624826" y="1668810"/>
                  </a:lnTo>
                  <a:lnTo>
                    <a:pt x="6623544" y="1668810"/>
                  </a:lnTo>
                  <a:lnTo>
                    <a:pt x="6622262" y="1668810"/>
                  </a:lnTo>
                  <a:lnTo>
                    <a:pt x="6620980" y="1668810"/>
                  </a:lnTo>
                  <a:lnTo>
                    <a:pt x="6619699" y="1668810"/>
                  </a:lnTo>
                  <a:lnTo>
                    <a:pt x="6618417" y="1668810"/>
                  </a:lnTo>
                  <a:lnTo>
                    <a:pt x="6617135" y="1668810"/>
                  </a:lnTo>
                  <a:lnTo>
                    <a:pt x="6615853" y="1668810"/>
                  </a:lnTo>
                  <a:lnTo>
                    <a:pt x="6614571" y="1668810"/>
                  </a:lnTo>
                  <a:lnTo>
                    <a:pt x="6613289" y="1668810"/>
                  </a:lnTo>
                  <a:lnTo>
                    <a:pt x="6612008" y="1668810"/>
                  </a:lnTo>
                  <a:lnTo>
                    <a:pt x="6610726" y="1668810"/>
                  </a:lnTo>
                  <a:lnTo>
                    <a:pt x="6609444" y="1668810"/>
                  </a:lnTo>
                  <a:lnTo>
                    <a:pt x="6608162" y="1668810"/>
                  </a:lnTo>
                  <a:lnTo>
                    <a:pt x="6606880" y="1668810"/>
                  </a:lnTo>
                  <a:lnTo>
                    <a:pt x="6605598" y="1668810"/>
                  </a:lnTo>
                  <a:lnTo>
                    <a:pt x="6604316" y="1668810"/>
                  </a:lnTo>
                  <a:lnTo>
                    <a:pt x="6603035" y="1668810"/>
                  </a:lnTo>
                  <a:lnTo>
                    <a:pt x="6601753" y="1668810"/>
                  </a:lnTo>
                  <a:lnTo>
                    <a:pt x="6600471" y="1668810"/>
                  </a:lnTo>
                  <a:lnTo>
                    <a:pt x="6599189" y="1668810"/>
                  </a:lnTo>
                  <a:lnTo>
                    <a:pt x="6597907" y="1668810"/>
                  </a:lnTo>
                  <a:lnTo>
                    <a:pt x="6596625" y="1668810"/>
                  </a:lnTo>
                  <a:lnTo>
                    <a:pt x="6595344" y="1668810"/>
                  </a:lnTo>
                  <a:lnTo>
                    <a:pt x="6594062" y="1668810"/>
                  </a:lnTo>
                  <a:lnTo>
                    <a:pt x="6592780" y="1668810"/>
                  </a:lnTo>
                  <a:lnTo>
                    <a:pt x="6591498" y="1668810"/>
                  </a:lnTo>
                  <a:lnTo>
                    <a:pt x="6590216" y="1668810"/>
                  </a:lnTo>
                  <a:lnTo>
                    <a:pt x="6588934" y="1668810"/>
                  </a:lnTo>
                  <a:lnTo>
                    <a:pt x="6587652" y="1668810"/>
                  </a:lnTo>
                  <a:lnTo>
                    <a:pt x="6586371" y="1668810"/>
                  </a:lnTo>
                  <a:lnTo>
                    <a:pt x="6585089" y="1668810"/>
                  </a:lnTo>
                  <a:lnTo>
                    <a:pt x="6583807" y="1668810"/>
                  </a:lnTo>
                  <a:lnTo>
                    <a:pt x="6582525" y="1668810"/>
                  </a:lnTo>
                  <a:lnTo>
                    <a:pt x="6581243" y="1668810"/>
                  </a:lnTo>
                  <a:lnTo>
                    <a:pt x="6579961" y="1668810"/>
                  </a:lnTo>
                  <a:lnTo>
                    <a:pt x="6578680" y="1668810"/>
                  </a:lnTo>
                  <a:lnTo>
                    <a:pt x="6577398" y="1668810"/>
                  </a:lnTo>
                  <a:lnTo>
                    <a:pt x="6576116" y="1668810"/>
                  </a:lnTo>
                  <a:lnTo>
                    <a:pt x="6574834" y="1668810"/>
                  </a:lnTo>
                  <a:lnTo>
                    <a:pt x="6573552" y="1668810"/>
                  </a:lnTo>
                  <a:lnTo>
                    <a:pt x="6572270" y="1668810"/>
                  </a:lnTo>
                  <a:lnTo>
                    <a:pt x="6570989" y="1668810"/>
                  </a:lnTo>
                  <a:lnTo>
                    <a:pt x="6569707" y="1668810"/>
                  </a:lnTo>
                  <a:lnTo>
                    <a:pt x="6568425" y="1668810"/>
                  </a:lnTo>
                  <a:lnTo>
                    <a:pt x="6567143" y="1668810"/>
                  </a:lnTo>
                  <a:lnTo>
                    <a:pt x="6565861" y="1668810"/>
                  </a:lnTo>
                  <a:lnTo>
                    <a:pt x="6564579" y="1668810"/>
                  </a:lnTo>
                  <a:lnTo>
                    <a:pt x="6563297" y="1668810"/>
                  </a:lnTo>
                  <a:lnTo>
                    <a:pt x="6562016" y="1668810"/>
                  </a:lnTo>
                  <a:lnTo>
                    <a:pt x="6560734" y="1668810"/>
                  </a:lnTo>
                  <a:lnTo>
                    <a:pt x="6559452" y="1668810"/>
                  </a:lnTo>
                  <a:lnTo>
                    <a:pt x="6558170" y="1668810"/>
                  </a:lnTo>
                  <a:lnTo>
                    <a:pt x="6556888" y="1668810"/>
                  </a:lnTo>
                  <a:lnTo>
                    <a:pt x="6555606" y="1668810"/>
                  </a:lnTo>
                  <a:lnTo>
                    <a:pt x="6554325" y="1668810"/>
                  </a:lnTo>
                  <a:lnTo>
                    <a:pt x="6553043" y="1668810"/>
                  </a:lnTo>
                  <a:lnTo>
                    <a:pt x="6551761" y="1668810"/>
                  </a:lnTo>
                  <a:lnTo>
                    <a:pt x="6550479" y="1668810"/>
                  </a:lnTo>
                  <a:lnTo>
                    <a:pt x="6549197" y="1668810"/>
                  </a:lnTo>
                  <a:lnTo>
                    <a:pt x="6547915" y="1668810"/>
                  </a:lnTo>
                  <a:lnTo>
                    <a:pt x="6546633" y="1668810"/>
                  </a:lnTo>
                  <a:lnTo>
                    <a:pt x="6545352" y="1668810"/>
                  </a:lnTo>
                  <a:lnTo>
                    <a:pt x="6544070" y="1668810"/>
                  </a:lnTo>
                  <a:lnTo>
                    <a:pt x="6542788" y="1668810"/>
                  </a:lnTo>
                  <a:lnTo>
                    <a:pt x="6541506" y="1668810"/>
                  </a:lnTo>
                  <a:lnTo>
                    <a:pt x="6540224" y="1668810"/>
                  </a:lnTo>
                  <a:lnTo>
                    <a:pt x="6538942" y="1668810"/>
                  </a:lnTo>
                  <a:lnTo>
                    <a:pt x="6537661" y="1668810"/>
                  </a:lnTo>
                  <a:lnTo>
                    <a:pt x="6536379" y="1668810"/>
                  </a:lnTo>
                  <a:lnTo>
                    <a:pt x="6535097" y="1668810"/>
                  </a:lnTo>
                  <a:lnTo>
                    <a:pt x="6533815" y="1668810"/>
                  </a:lnTo>
                  <a:lnTo>
                    <a:pt x="6532533" y="1668810"/>
                  </a:lnTo>
                  <a:lnTo>
                    <a:pt x="6531251" y="1668810"/>
                  </a:lnTo>
                  <a:lnTo>
                    <a:pt x="6529970" y="1668810"/>
                  </a:lnTo>
                  <a:lnTo>
                    <a:pt x="6528688" y="1668810"/>
                  </a:lnTo>
                  <a:lnTo>
                    <a:pt x="6527406" y="1668810"/>
                  </a:lnTo>
                  <a:lnTo>
                    <a:pt x="6526124" y="1668810"/>
                  </a:lnTo>
                  <a:lnTo>
                    <a:pt x="6524842" y="1668810"/>
                  </a:lnTo>
                  <a:lnTo>
                    <a:pt x="6523560" y="1668810"/>
                  </a:lnTo>
                  <a:lnTo>
                    <a:pt x="6522278" y="1668810"/>
                  </a:lnTo>
                  <a:lnTo>
                    <a:pt x="6520997" y="1668810"/>
                  </a:lnTo>
                  <a:lnTo>
                    <a:pt x="6519715" y="1668810"/>
                  </a:lnTo>
                  <a:lnTo>
                    <a:pt x="6518433" y="1668810"/>
                  </a:lnTo>
                  <a:lnTo>
                    <a:pt x="6517151" y="1668810"/>
                  </a:lnTo>
                  <a:lnTo>
                    <a:pt x="6515869" y="1668810"/>
                  </a:lnTo>
                  <a:lnTo>
                    <a:pt x="6514587" y="1668810"/>
                  </a:lnTo>
                  <a:lnTo>
                    <a:pt x="6513306" y="1668810"/>
                  </a:lnTo>
                  <a:lnTo>
                    <a:pt x="6512024" y="1668810"/>
                  </a:lnTo>
                  <a:lnTo>
                    <a:pt x="6510742" y="1668810"/>
                  </a:lnTo>
                  <a:lnTo>
                    <a:pt x="6509460" y="1668810"/>
                  </a:lnTo>
                  <a:lnTo>
                    <a:pt x="6508178" y="1668810"/>
                  </a:lnTo>
                  <a:lnTo>
                    <a:pt x="6506896" y="1668810"/>
                  </a:lnTo>
                  <a:lnTo>
                    <a:pt x="6505614" y="1668810"/>
                  </a:lnTo>
                  <a:lnTo>
                    <a:pt x="6504333" y="1668810"/>
                  </a:lnTo>
                  <a:lnTo>
                    <a:pt x="6503051" y="1668810"/>
                  </a:lnTo>
                  <a:lnTo>
                    <a:pt x="6501769" y="1668810"/>
                  </a:lnTo>
                  <a:lnTo>
                    <a:pt x="6500487" y="1668810"/>
                  </a:lnTo>
                  <a:lnTo>
                    <a:pt x="6499205" y="1668810"/>
                  </a:lnTo>
                  <a:lnTo>
                    <a:pt x="6497923" y="1668810"/>
                  </a:lnTo>
                  <a:lnTo>
                    <a:pt x="6496642" y="1668810"/>
                  </a:lnTo>
                  <a:lnTo>
                    <a:pt x="6495360" y="1668810"/>
                  </a:lnTo>
                  <a:lnTo>
                    <a:pt x="6494078" y="1668810"/>
                  </a:lnTo>
                  <a:lnTo>
                    <a:pt x="6492796" y="1668810"/>
                  </a:lnTo>
                  <a:lnTo>
                    <a:pt x="6491514" y="1668810"/>
                  </a:lnTo>
                  <a:lnTo>
                    <a:pt x="6490232" y="1668810"/>
                  </a:lnTo>
                  <a:lnTo>
                    <a:pt x="6488951" y="1668810"/>
                  </a:lnTo>
                  <a:lnTo>
                    <a:pt x="6487669" y="1668810"/>
                  </a:lnTo>
                  <a:lnTo>
                    <a:pt x="6486387" y="1668810"/>
                  </a:lnTo>
                  <a:lnTo>
                    <a:pt x="6485105" y="1668810"/>
                  </a:lnTo>
                  <a:lnTo>
                    <a:pt x="6483823" y="1668810"/>
                  </a:lnTo>
                  <a:lnTo>
                    <a:pt x="6482541" y="1668810"/>
                  </a:lnTo>
                  <a:lnTo>
                    <a:pt x="6481259" y="1668810"/>
                  </a:lnTo>
                  <a:lnTo>
                    <a:pt x="6479978" y="1668810"/>
                  </a:lnTo>
                  <a:lnTo>
                    <a:pt x="6478696" y="1668810"/>
                  </a:lnTo>
                  <a:lnTo>
                    <a:pt x="6477414" y="1668810"/>
                  </a:lnTo>
                  <a:lnTo>
                    <a:pt x="6476132" y="1668810"/>
                  </a:lnTo>
                  <a:lnTo>
                    <a:pt x="6474850" y="1668810"/>
                  </a:lnTo>
                  <a:lnTo>
                    <a:pt x="6473568" y="1668810"/>
                  </a:lnTo>
                  <a:lnTo>
                    <a:pt x="6472287" y="1668810"/>
                  </a:lnTo>
                  <a:lnTo>
                    <a:pt x="6471005" y="1668810"/>
                  </a:lnTo>
                  <a:lnTo>
                    <a:pt x="6469723" y="1668810"/>
                  </a:lnTo>
                  <a:lnTo>
                    <a:pt x="6468441" y="1668810"/>
                  </a:lnTo>
                  <a:lnTo>
                    <a:pt x="6467159" y="1668810"/>
                  </a:lnTo>
                  <a:lnTo>
                    <a:pt x="6465877" y="1668810"/>
                  </a:lnTo>
                  <a:lnTo>
                    <a:pt x="6464595" y="1668810"/>
                  </a:lnTo>
                  <a:lnTo>
                    <a:pt x="6463314" y="1668810"/>
                  </a:lnTo>
                  <a:lnTo>
                    <a:pt x="6462032" y="1668810"/>
                  </a:lnTo>
                  <a:lnTo>
                    <a:pt x="6460750" y="1668810"/>
                  </a:lnTo>
                  <a:lnTo>
                    <a:pt x="6459468" y="1668810"/>
                  </a:lnTo>
                  <a:lnTo>
                    <a:pt x="6458186" y="1668810"/>
                  </a:lnTo>
                  <a:lnTo>
                    <a:pt x="6456904" y="1668810"/>
                  </a:lnTo>
                  <a:lnTo>
                    <a:pt x="6455623" y="1668810"/>
                  </a:lnTo>
                  <a:lnTo>
                    <a:pt x="6454341" y="1668810"/>
                  </a:lnTo>
                  <a:lnTo>
                    <a:pt x="6453059" y="1668810"/>
                  </a:lnTo>
                  <a:lnTo>
                    <a:pt x="6451777" y="1668810"/>
                  </a:lnTo>
                  <a:lnTo>
                    <a:pt x="6450495" y="1668810"/>
                  </a:lnTo>
                  <a:lnTo>
                    <a:pt x="6449213" y="1668810"/>
                  </a:lnTo>
                  <a:lnTo>
                    <a:pt x="6447931" y="1668810"/>
                  </a:lnTo>
                  <a:lnTo>
                    <a:pt x="6446650" y="1668810"/>
                  </a:lnTo>
                  <a:lnTo>
                    <a:pt x="6445368" y="1668810"/>
                  </a:lnTo>
                  <a:lnTo>
                    <a:pt x="6444086" y="1668810"/>
                  </a:lnTo>
                  <a:lnTo>
                    <a:pt x="6442804" y="1668810"/>
                  </a:lnTo>
                  <a:lnTo>
                    <a:pt x="6441522" y="1668810"/>
                  </a:lnTo>
                  <a:lnTo>
                    <a:pt x="6440240" y="1668810"/>
                  </a:lnTo>
                  <a:lnTo>
                    <a:pt x="6438959" y="1668810"/>
                  </a:lnTo>
                  <a:lnTo>
                    <a:pt x="6437677" y="1668810"/>
                  </a:lnTo>
                  <a:lnTo>
                    <a:pt x="6436395" y="1668810"/>
                  </a:lnTo>
                  <a:lnTo>
                    <a:pt x="6435113" y="1668810"/>
                  </a:lnTo>
                  <a:lnTo>
                    <a:pt x="6433831" y="1668810"/>
                  </a:lnTo>
                  <a:lnTo>
                    <a:pt x="6432549" y="1668810"/>
                  </a:lnTo>
                  <a:lnTo>
                    <a:pt x="6431268" y="1668810"/>
                  </a:lnTo>
                  <a:lnTo>
                    <a:pt x="6429986" y="1668810"/>
                  </a:lnTo>
                  <a:lnTo>
                    <a:pt x="6428704" y="1668810"/>
                  </a:lnTo>
                  <a:lnTo>
                    <a:pt x="6427422" y="1668810"/>
                  </a:lnTo>
                  <a:lnTo>
                    <a:pt x="6426140" y="1668810"/>
                  </a:lnTo>
                  <a:lnTo>
                    <a:pt x="6424858" y="1668810"/>
                  </a:lnTo>
                  <a:lnTo>
                    <a:pt x="6423576" y="1668810"/>
                  </a:lnTo>
                  <a:lnTo>
                    <a:pt x="6422295" y="1668810"/>
                  </a:lnTo>
                  <a:lnTo>
                    <a:pt x="6421013" y="1668810"/>
                  </a:lnTo>
                  <a:lnTo>
                    <a:pt x="6419731" y="1668810"/>
                  </a:lnTo>
                  <a:lnTo>
                    <a:pt x="6418449" y="1668810"/>
                  </a:lnTo>
                  <a:lnTo>
                    <a:pt x="6417167" y="1668810"/>
                  </a:lnTo>
                  <a:lnTo>
                    <a:pt x="6415885" y="1668810"/>
                  </a:lnTo>
                  <a:lnTo>
                    <a:pt x="6414604" y="1668810"/>
                  </a:lnTo>
                  <a:lnTo>
                    <a:pt x="6413322" y="1668810"/>
                  </a:lnTo>
                  <a:lnTo>
                    <a:pt x="6412040" y="1668810"/>
                  </a:lnTo>
                  <a:lnTo>
                    <a:pt x="6410758" y="1668810"/>
                  </a:lnTo>
                  <a:lnTo>
                    <a:pt x="6409476" y="1668810"/>
                  </a:lnTo>
                  <a:lnTo>
                    <a:pt x="6408194" y="1668810"/>
                  </a:lnTo>
                  <a:lnTo>
                    <a:pt x="6406912" y="1668810"/>
                  </a:lnTo>
                  <a:lnTo>
                    <a:pt x="6405631" y="1668810"/>
                  </a:lnTo>
                  <a:lnTo>
                    <a:pt x="6404349" y="1668810"/>
                  </a:lnTo>
                  <a:lnTo>
                    <a:pt x="6403067" y="1668810"/>
                  </a:lnTo>
                  <a:lnTo>
                    <a:pt x="6401785" y="1668810"/>
                  </a:lnTo>
                  <a:lnTo>
                    <a:pt x="6400503" y="1668810"/>
                  </a:lnTo>
                  <a:lnTo>
                    <a:pt x="6399221" y="1668810"/>
                  </a:lnTo>
                  <a:lnTo>
                    <a:pt x="6397940" y="1668810"/>
                  </a:lnTo>
                  <a:lnTo>
                    <a:pt x="6396658" y="1668810"/>
                  </a:lnTo>
                  <a:lnTo>
                    <a:pt x="6395376" y="1668810"/>
                  </a:lnTo>
                  <a:lnTo>
                    <a:pt x="6394094" y="1668810"/>
                  </a:lnTo>
                  <a:lnTo>
                    <a:pt x="6392812" y="1668810"/>
                  </a:lnTo>
                  <a:lnTo>
                    <a:pt x="6391530" y="1668810"/>
                  </a:lnTo>
                  <a:lnTo>
                    <a:pt x="6390249" y="1668810"/>
                  </a:lnTo>
                  <a:lnTo>
                    <a:pt x="6388967" y="1668810"/>
                  </a:lnTo>
                  <a:lnTo>
                    <a:pt x="6387685" y="1668810"/>
                  </a:lnTo>
                  <a:lnTo>
                    <a:pt x="6386403" y="1668810"/>
                  </a:lnTo>
                  <a:lnTo>
                    <a:pt x="6385121" y="1668810"/>
                  </a:lnTo>
                  <a:lnTo>
                    <a:pt x="6383839" y="1668810"/>
                  </a:lnTo>
                  <a:lnTo>
                    <a:pt x="6382557" y="1668810"/>
                  </a:lnTo>
                  <a:lnTo>
                    <a:pt x="6381276" y="1668810"/>
                  </a:lnTo>
                  <a:lnTo>
                    <a:pt x="6379994" y="1668810"/>
                  </a:lnTo>
                  <a:lnTo>
                    <a:pt x="6378712" y="1668810"/>
                  </a:lnTo>
                  <a:lnTo>
                    <a:pt x="6377430" y="1668810"/>
                  </a:lnTo>
                  <a:lnTo>
                    <a:pt x="6376148" y="1668810"/>
                  </a:lnTo>
                  <a:lnTo>
                    <a:pt x="6374866" y="1668810"/>
                  </a:lnTo>
                  <a:lnTo>
                    <a:pt x="6373585" y="1668810"/>
                  </a:lnTo>
                  <a:lnTo>
                    <a:pt x="6372303" y="1668810"/>
                  </a:lnTo>
                  <a:lnTo>
                    <a:pt x="6371021" y="1668810"/>
                  </a:lnTo>
                  <a:lnTo>
                    <a:pt x="6369739" y="1668810"/>
                  </a:lnTo>
                  <a:lnTo>
                    <a:pt x="6368457" y="1668810"/>
                  </a:lnTo>
                  <a:lnTo>
                    <a:pt x="6367175" y="1668810"/>
                  </a:lnTo>
                  <a:lnTo>
                    <a:pt x="6365893" y="1668810"/>
                  </a:lnTo>
                  <a:lnTo>
                    <a:pt x="6364612" y="1668810"/>
                  </a:lnTo>
                  <a:lnTo>
                    <a:pt x="6363330" y="1668810"/>
                  </a:lnTo>
                  <a:lnTo>
                    <a:pt x="6362048" y="1668810"/>
                  </a:lnTo>
                  <a:lnTo>
                    <a:pt x="6360766" y="1668810"/>
                  </a:lnTo>
                  <a:lnTo>
                    <a:pt x="6359484" y="1668810"/>
                  </a:lnTo>
                  <a:lnTo>
                    <a:pt x="6358202" y="1668810"/>
                  </a:lnTo>
                  <a:lnTo>
                    <a:pt x="6356921" y="1668810"/>
                  </a:lnTo>
                  <a:lnTo>
                    <a:pt x="6355639" y="1668810"/>
                  </a:lnTo>
                  <a:lnTo>
                    <a:pt x="6354357" y="1668810"/>
                  </a:lnTo>
                  <a:lnTo>
                    <a:pt x="6353075" y="1668810"/>
                  </a:lnTo>
                  <a:lnTo>
                    <a:pt x="6351793" y="1668810"/>
                  </a:lnTo>
                  <a:lnTo>
                    <a:pt x="6350511" y="1668810"/>
                  </a:lnTo>
                  <a:lnTo>
                    <a:pt x="6349230" y="1668810"/>
                  </a:lnTo>
                  <a:lnTo>
                    <a:pt x="6347948" y="1668810"/>
                  </a:lnTo>
                  <a:lnTo>
                    <a:pt x="6346666" y="1668810"/>
                  </a:lnTo>
                  <a:lnTo>
                    <a:pt x="6345384" y="1668810"/>
                  </a:lnTo>
                  <a:lnTo>
                    <a:pt x="6344102" y="1668810"/>
                  </a:lnTo>
                  <a:lnTo>
                    <a:pt x="6342820" y="1668810"/>
                  </a:lnTo>
                  <a:lnTo>
                    <a:pt x="6341538" y="1668810"/>
                  </a:lnTo>
                  <a:lnTo>
                    <a:pt x="6340257" y="1668810"/>
                  </a:lnTo>
                  <a:lnTo>
                    <a:pt x="6338975" y="1668810"/>
                  </a:lnTo>
                  <a:lnTo>
                    <a:pt x="6337693" y="1668810"/>
                  </a:lnTo>
                  <a:lnTo>
                    <a:pt x="6336411" y="1668810"/>
                  </a:lnTo>
                  <a:lnTo>
                    <a:pt x="6335129" y="1668810"/>
                  </a:lnTo>
                  <a:lnTo>
                    <a:pt x="6333847" y="1668810"/>
                  </a:lnTo>
                  <a:lnTo>
                    <a:pt x="6332566" y="1668810"/>
                  </a:lnTo>
                  <a:lnTo>
                    <a:pt x="6331284" y="1668810"/>
                  </a:lnTo>
                  <a:lnTo>
                    <a:pt x="6330002" y="1668810"/>
                  </a:lnTo>
                  <a:lnTo>
                    <a:pt x="6328720" y="1668810"/>
                  </a:lnTo>
                  <a:lnTo>
                    <a:pt x="6327438" y="1668810"/>
                  </a:lnTo>
                  <a:lnTo>
                    <a:pt x="6326156" y="1668810"/>
                  </a:lnTo>
                  <a:lnTo>
                    <a:pt x="6324874" y="1668810"/>
                  </a:lnTo>
                  <a:lnTo>
                    <a:pt x="6323593" y="1668810"/>
                  </a:lnTo>
                  <a:lnTo>
                    <a:pt x="6322311" y="1668810"/>
                  </a:lnTo>
                  <a:lnTo>
                    <a:pt x="6321029" y="1668810"/>
                  </a:lnTo>
                  <a:lnTo>
                    <a:pt x="6319747" y="1668810"/>
                  </a:lnTo>
                  <a:lnTo>
                    <a:pt x="6318465" y="1668810"/>
                  </a:lnTo>
                  <a:lnTo>
                    <a:pt x="6317183" y="1668810"/>
                  </a:lnTo>
                  <a:lnTo>
                    <a:pt x="6315902" y="1668810"/>
                  </a:lnTo>
                  <a:lnTo>
                    <a:pt x="6314620" y="1668810"/>
                  </a:lnTo>
                  <a:lnTo>
                    <a:pt x="6313338" y="1668810"/>
                  </a:lnTo>
                  <a:lnTo>
                    <a:pt x="6312056" y="1668810"/>
                  </a:lnTo>
                  <a:lnTo>
                    <a:pt x="6310774" y="1668810"/>
                  </a:lnTo>
                  <a:lnTo>
                    <a:pt x="6309492" y="1668810"/>
                  </a:lnTo>
                  <a:lnTo>
                    <a:pt x="6308210" y="1668810"/>
                  </a:lnTo>
                  <a:lnTo>
                    <a:pt x="6306929" y="1668810"/>
                  </a:lnTo>
                  <a:lnTo>
                    <a:pt x="6305647" y="1668810"/>
                  </a:lnTo>
                  <a:lnTo>
                    <a:pt x="6304365" y="1668810"/>
                  </a:lnTo>
                  <a:lnTo>
                    <a:pt x="6303083" y="1668810"/>
                  </a:lnTo>
                  <a:lnTo>
                    <a:pt x="6301801" y="1668810"/>
                  </a:lnTo>
                  <a:lnTo>
                    <a:pt x="6300519" y="1668810"/>
                  </a:lnTo>
                  <a:lnTo>
                    <a:pt x="6299238" y="1668810"/>
                  </a:lnTo>
                  <a:lnTo>
                    <a:pt x="6297956" y="1668810"/>
                  </a:lnTo>
                  <a:lnTo>
                    <a:pt x="6296674" y="1668810"/>
                  </a:lnTo>
                  <a:lnTo>
                    <a:pt x="6295392" y="1668810"/>
                  </a:lnTo>
                  <a:lnTo>
                    <a:pt x="6294110" y="1668810"/>
                  </a:lnTo>
                  <a:lnTo>
                    <a:pt x="6292828" y="1668810"/>
                  </a:lnTo>
                  <a:lnTo>
                    <a:pt x="6291547" y="1668810"/>
                  </a:lnTo>
                  <a:lnTo>
                    <a:pt x="6290265" y="1668810"/>
                  </a:lnTo>
                  <a:lnTo>
                    <a:pt x="6288983" y="1668810"/>
                  </a:lnTo>
                  <a:lnTo>
                    <a:pt x="6287701" y="1668810"/>
                  </a:lnTo>
                  <a:lnTo>
                    <a:pt x="6286419" y="1668810"/>
                  </a:lnTo>
                  <a:lnTo>
                    <a:pt x="6285137" y="1668810"/>
                  </a:lnTo>
                  <a:lnTo>
                    <a:pt x="6283855" y="1668810"/>
                  </a:lnTo>
                  <a:lnTo>
                    <a:pt x="6282574" y="1668810"/>
                  </a:lnTo>
                  <a:lnTo>
                    <a:pt x="6281292" y="1668810"/>
                  </a:lnTo>
                  <a:lnTo>
                    <a:pt x="6280010" y="1668810"/>
                  </a:lnTo>
                  <a:lnTo>
                    <a:pt x="6278728" y="1668810"/>
                  </a:lnTo>
                  <a:lnTo>
                    <a:pt x="6277446" y="1668810"/>
                  </a:lnTo>
                  <a:lnTo>
                    <a:pt x="6276164" y="1668810"/>
                  </a:lnTo>
                  <a:lnTo>
                    <a:pt x="6274883" y="1668810"/>
                  </a:lnTo>
                  <a:lnTo>
                    <a:pt x="6273601" y="1668810"/>
                  </a:lnTo>
                  <a:lnTo>
                    <a:pt x="6272319" y="1668810"/>
                  </a:lnTo>
                  <a:lnTo>
                    <a:pt x="6271037" y="1668810"/>
                  </a:lnTo>
                  <a:lnTo>
                    <a:pt x="6269755" y="1668810"/>
                  </a:lnTo>
                  <a:lnTo>
                    <a:pt x="6268473" y="1668810"/>
                  </a:lnTo>
                  <a:lnTo>
                    <a:pt x="6267191" y="1668810"/>
                  </a:lnTo>
                  <a:lnTo>
                    <a:pt x="6265910" y="1668810"/>
                  </a:lnTo>
                  <a:lnTo>
                    <a:pt x="6264628" y="1668810"/>
                  </a:lnTo>
                  <a:lnTo>
                    <a:pt x="6263346" y="1668810"/>
                  </a:lnTo>
                  <a:lnTo>
                    <a:pt x="6262064" y="1668810"/>
                  </a:lnTo>
                  <a:lnTo>
                    <a:pt x="6260782" y="1668810"/>
                  </a:lnTo>
                  <a:lnTo>
                    <a:pt x="6259500" y="1668810"/>
                  </a:lnTo>
                  <a:lnTo>
                    <a:pt x="6258219" y="1668810"/>
                  </a:lnTo>
                  <a:lnTo>
                    <a:pt x="6256937" y="1668810"/>
                  </a:lnTo>
                  <a:lnTo>
                    <a:pt x="6255655" y="1668810"/>
                  </a:lnTo>
                  <a:lnTo>
                    <a:pt x="6254373" y="1668810"/>
                  </a:lnTo>
                  <a:lnTo>
                    <a:pt x="6253091" y="1668810"/>
                  </a:lnTo>
                  <a:lnTo>
                    <a:pt x="6251809" y="1668810"/>
                  </a:lnTo>
                  <a:lnTo>
                    <a:pt x="6250528" y="1668810"/>
                  </a:lnTo>
                  <a:lnTo>
                    <a:pt x="6249246" y="1668810"/>
                  </a:lnTo>
                  <a:lnTo>
                    <a:pt x="6247964" y="1668810"/>
                  </a:lnTo>
                  <a:lnTo>
                    <a:pt x="6246682" y="1668810"/>
                  </a:lnTo>
                  <a:lnTo>
                    <a:pt x="6245400" y="1668810"/>
                  </a:lnTo>
                  <a:lnTo>
                    <a:pt x="6244118" y="1668810"/>
                  </a:lnTo>
                  <a:lnTo>
                    <a:pt x="6242836" y="1668810"/>
                  </a:lnTo>
                  <a:lnTo>
                    <a:pt x="6241555" y="1668810"/>
                  </a:lnTo>
                  <a:lnTo>
                    <a:pt x="6240273" y="1668810"/>
                  </a:lnTo>
                  <a:lnTo>
                    <a:pt x="6238991" y="1668810"/>
                  </a:lnTo>
                  <a:lnTo>
                    <a:pt x="6237709" y="1668810"/>
                  </a:lnTo>
                  <a:lnTo>
                    <a:pt x="6236427" y="1668810"/>
                  </a:lnTo>
                  <a:lnTo>
                    <a:pt x="6235145" y="1668810"/>
                  </a:lnTo>
                  <a:lnTo>
                    <a:pt x="6233864" y="1668810"/>
                  </a:lnTo>
                  <a:lnTo>
                    <a:pt x="6232582" y="1668810"/>
                  </a:lnTo>
                  <a:lnTo>
                    <a:pt x="6231300" y="1668810"/>
                  </a:lnTo>
                  <a:lnTo>
                    <a:pt x="6230018" y="1668810"/>
                  </a:lnTo>
                  <a:lnTo>
                    <a:pt x="6228736" y="1668810"/>
                  </a:lnTo>
                  <a:lnTo>
                    <a:pt x="6227454" y="1668810"/>
                  </a:lnTo>
                  <a:lnTo>
                    <a:pt x="6226172" y="1668810"/>
                  </a:lnTo>
                  <a:lnTo>
                    <a:pt x="6224891" y="1668810"/>
                  </a:lnTo>
                  <a:lnTo>
                    <a:pt x="6223609" y="1668810"/>
                  </a:lnTo>
                  <a:lnTo>
                    <a:pt x="6222327" y="1668810"/>
                  </a:lnTo>
                  <a:lnTo>
                    <a:pt x="6221045" y="1668810"/>
                  </a:lnTo>
                  <a:lnTo>
                    <a:pt x="6219763" y="1668810"/>
                  </a:lnTo>
                  <a:lnTo>
                    <a:pt x="6218481" y="1668810"/>
                  </a:lnTo>
                  <a:lnTo>
                    <a:pt x="6217200" y="1668810"/>
                  </a:lnTo>
                  <a:lnTo>
                    <a:pt x="6215918" y="1668810"/>
                  </a:lnTo>
                  <a:lnTo>
                    <a:pt x="6214636" y="1668810"/>
                  </a:lnTo>
                  <a:lnTo>
                    <a:pt x="6213354" y="1668810"/>
                  </a:lnTo>
                  <a:lnTo>
                    <a:pt x="6212072" y="1668810"/>
                  </a:lnTo>
                  <a:lnTo>
                    <a:pt x="6210790" y="1668810"/>
                  </a:lnTo>
                  <a:lnTo>
                    <a:pt x="6209509" y="1668810"/>
                  </a:lnTo>
                  <a:lnTo>
                    <a:pt x="6208227" y="1668810"/>
                  </a:lnTo>
                  <a:lnTo>
                    <a:pt x="6206945" y="1668810"/>
                  </a:lnTo>
                  <a:lnTo>
                    <a:pt x="6205663" y="1668810"/>
                  </a:lnTo>
                  <a:lnTo>
                    <a:pt x="6204381" y="1668810"/>
                  </a:lnTo>
                  <a:lnTo>
                    <a:pt x="6203099" y="1668810"/>
                  </a:lnTo>
                  <a:lnTo>
                    <a:pt x="6201817" y="1668810"/>
                  </a:lnTo>
                  <a:lnTo>
                    <a:pt x="6200536" y="1668810"/>
                  </a:lnTo>
                  <a:lnTo>
                    <a:pt x="6199254" y="1668810"/>
                  </a:lnTo>
                  <a:lnTo>
                    <a:pt x="6197972" y="1668810"/>
                  </a:lnTo>
                  <a:lnTo>
                    <a:pt x="6196690" y="1668810"/>
                  </a:lnTo>
                  <a:lnTo>
                    <a:pt x="6195408" y="1668810"/>
                  </a:lnTo>
                  <a:lnTo>
                    <a:pt x="6194126" y="1668810"/>
                  </a:lnTo>
                  <a:lnTo>
                    <a:pt x="6192845" y="1668810"/>
                  </a:lnTo>
                  <a:lnTo>
                    <a:pt x="6191563" y="1668810"/>
                  </a:lnTo>
                  <a:lnTo>
                    <a:pt x="6190281" y="1668810"/>
                  </a:lnTo>
                  <a:lnTo>
                    <a:pt x="6188999" y="1668810"/>
                  </a:lnTo>
                  <a:lnTo>
                    <a:pt x="6187717" y="1668810"/>
                  </a:lnTo>
                  <a:lnTo>
                    <a:pt x="6186435" y="1668810"/>
                  </a:lnTo>
                  <a:lnTo>
                    <a:pt x="6185153" y="1668810"/>
                  </a:lnTo>
                  <a:lnTo>
                    <a:pt x="6183872" y="1668810"/>
                  </a:lnTo>
                  <a:lnTo>
                    <a:pt x="6182590" y="1668810"/>
                  </a:lnTo>
                  <a:lnTo>
                    <a:pt x="6181308" y="1668810"/>
                  </a:lnTo>
                  <a:lnTo>
                    <a:pt x="6180026" y="1668810"/>
                  </a:lnTo>
                  <a:lnTo>
                    <a:pt x="6178744" y="1668810"/>
                  </a:lnTo>
                  <a:lnTo>
                    <a:pt x="6177462" y="1668810"/>
                  </a:lnTo>
                  <a:lnTo>
                    <a:pt x="6176181" y="1668810"/>
                  </a:lnTo>
                  <a:lnTo>
                    <a:pt x="6174899" y="1668810"/>
                  </a:lnTo>
                  <a:lnTo>
                    <a:pt x="6173617" y="1668810"/>
                  </a:lnTo>
                  <a:lnTo>
                    <a:pt x="6172335" y="1668810"/>
                  </a:lnTo>
                  <a:lnTo>
                    <a:pt x="6171053" y="1668810"/>
                  </a:lnTo>
                  <a:lnTo>
                    <a:pt x="6169771" y="1668810"/>
                  </a:lnTo>
                  <a:lnTo>
                    <a:pt x="6168489" y="1668810"/>
                  </a:lnTo>
                  <a:lnTo>
                    <a:pt x="6167208" y="1668810"/>
                  </a:lnTo>
                  <a:lnTo>
                    <a:pt x="6165926" y="1668810"/>
                  </a:lnTo>
                  <a:lnTo>
                    <a:pt x="6164644" y="1668810"/>
                  </a:lnTo>
                  <a:lnTo>
                    <a:pt x="6163362" y="1668810"/>
                  </a:lnTo>
                  <a:lnTo>
                    <a:pt x="6162080" y="1668810"/>
                  </a:lnTo>
                  <a:lnTo>
                    <a:pt x="6160798" y="1668810"/>
                  </a:lnTo>
                  <a:lnTo>
                    <a:pt x="6159517" y="1668810"/>
                  </a:lnTo>
                  <a:lnTo>
                    <a:pt x="6158235" y="1668810"/>
                  </a:lnTo>
                  <a:lnTo>
                    <a:pt x="6156953" y="1668810"/>
                  </a:lnTo>
                  <a:lnTo>
                    <a:pt x="6155671" y="1668810"/>
                  </a:lnTo>
                  <a:lnTo>
                    <a:pt x="6154389" y="1668810"/>
                  </a:lnTo>
                  <a:lnTo>
                    <a:pt x="6153107" y="1668810"/>
                  </a:lnTo>
                  <a:lnTo>
                    <a:pt x="6151826" y="1668810"/>
                  </a:lnTo>
                  <a:lnTo>
                    <a:pt x="6150544" y="1668810"/>
                  </a:lnTo>
                  <a:lnTo>
                    <a:pt x="6149262" y="1668810"/>
                  </a:lnTo>
                  <a:lnTo>
                    <a:pt x="6147980" y="1668810"/>
                  </a:lnTo>
                  <a:lnTo>
                    <a:pt x="6146698" y="1668810"/>
                  </a:lnTo>
                  <a:lnTo>
                    <a:pt x="6145416" y="1668810"/>
                  </a:lnTo>
                  <a:lnTo>
                    <a:pt x="6144134" y="1668810"/>
                  </a:lnTo>
                  <a:lnTo>
                    <a:pt x="6142853" y="1668810"/>
                  </a:lnTo>
                  <a:lnTo>
                    <a:pt x="6141571" y="1668810"/>
                  </a:lnTo>
                  <a:lnTo>
                    <a:pt x="6140289" y="1668810"/>
                  </a:lnTo>
                  <a:lnTo>
                    <a:pt x="6139007" y="1668810"/>
                  </a:lnTo>
                  <a:lnTo>
                    <a:pt x="6137725" y="1668810"/>
                  </a:lnTo>
                  <a:lnTo>
                    <a:pt x="6136443" y="1668810"/>
                  </a:lnTo>
                  <a:lnTo>
                    <a:pt x="6135162" y="1668810"/>
                  </a:lnTo>
                  <a:lnTo>
                    <a:pt x="6133880" y="1668810"/>
                  </a:lnTo>
                  <a:lnTo>
                    <a:pt x="6132598" y="1668810"/>
                  </a:lnTo>
                  <a:lnTo>
                    <a:pt x="6131316" y="1668810"/>
                  </a:lnTo>
                  <a:lnTo>
                    <a:pt x="6130034" y="1668810"/>
                  </a:lnTo>
                  <a:lnTo>
                    <a:pt x="6128752" y="1668810"/>
                  </a:lnTo>
                  <a:lnTo>
                    <a:pt x="6127470" y="1668810"/>
                  </a:lnTo>
                  <a:lnTo>
                    <a:pt x="6126189" y="1668810"/>
                  </a:lnTo>
                  <a:lnTo>
                    <a:pt x="6124907" y="1668810"/>
                  </a:lnTo>
                  <a:lnTo>
                    <a:pt x="6123625" y="1668810"/>
                  </a:lnTo>
                  <a:lnTo>
                    <a:pt x="6122343" y="1668810"/>
                  </a:lnTo>
                  <a:lnTo>
                    <a:pt x="6121061" y="1668810"/>
                  </a:lnTo>
                  <a:lnTo>
                    <a:pt x="6119779" y="1668810"/>
                  </a:lnTo>
                  <a:lnTo>
                    <a:pt x="6118498" y="1668810"/>
                  </a:lnTo>
                  <a:lnTo>
                    <a:pt x="6117216" y="1668810"/>
                  </a:lnTo>
                  <a:lnTo>
                    <a:pt x="6115934" y="1668810"/>
                  </a:lnTo>
                  <a:lnTo>
                    <a:pt x="6114652" y="1668810"/>
                  </a:lnTo>
                  <a:lnTo>
                    <a:pt x="6113370" y="1668810"/>
                  </a:lnTo>
                  <a:lnTo>
                    <a:pt x="6112088" y="1668810"/>
                  </a:lnTo>
                  <a:lnTo>
                    <a:pt x="6110807" y="1668810"/>
                  </a:lnTo>
                  <a:lnTo>
                    <a:pt x="6109525" y="1668810"/>
                  </a:lnTo>
                  <a:lnTo>
                    <a:pt x="6108243" y="1668810"/>
                  </a:lnTo>
                  <a:lnTo>
                    <a:pt x="6106961" y="1668810"/>
                  </a:lnTo>
                  <a:lnTo>
                    <a:pt x="6105679" y="1668810"/>
                  </a:lnTo>
                  <a:lnTo>
                    <a:pt x="6104397" y="1668810"/>
                  </a:lnTo>
                  <a:lnTo>
                    <a:pt x="6103115" y="1668810"/>
                  </a:lnTo>
                  <a:lnTo>
                    <a:pt x="6101834" y="1668810"/>
                  </a:lnTo>
                  <a:lnTo>
                    <a:pt x="6100552" y="1668810"/>
                  </a:lnTo>
                  <a:lnTo>
                    <a:pt x="6099270" y="1668810"/>
                  </a:lnTo>
                  <a:lnTo>
                    <a:pt x="6097988" y="1668810"/>
                  </a:lnTo>
                  <a:lnTo>
                    <a:pt x="6096706" y="1668810"/>
                  </a:lnTo>
                  <a:lnTo>
                    <a:pt x="6095424" y="1668810"/>
                  </a:lnTo>
                  <a:lnTo>
                    <a:pt x="6094143" y="1668810"/>
                  </a:lnTo>
                  <a:lnTo>
                    <a:pt x="6092861" y="1668810"/>
                  </a:lnTo>
                  <a:lnTo>
                    <a:pt x="6091579" y="1668810"/>
                  </a:lnTo>
                  <a:lnTo>
                    <a:pt x="6090297" y="1668810"/>
                  </a:lnTo>
                  <a:lnTo>
                    <a:pt x="6089015" y="1668810"/>
                  </a:lnTo>
                  <a:lnTo>
                    <a:pt x="6087733" y="1668810"/>
                  </a:lnTo>
                  <a:lnTo>
                    <a:pt x="6086451" y="1668810"/>
                  </a:lnTo>
                  <a:lnTo>
                    <a:pt x="6085170" y="1668810"/>
                  </a:lnTo>
                  <a:lnTo>
                    <a:pt x="6083888" y="1668810"/>
                  </a:lnTo>
                  <a:lnTo>
                    <a:pt x="6082606" y="1668810"/>
                  </a:lnTo>
                  <a:lnTo>
                    <a:pt x="6081324" y="1668810"/>
                  </a:lnTo>
                  <a:lnTo>
                    <a:pt x="6080042" y="1668810"/>
                  </a:lnTo>
                  <a:lnTo>
                    <a:pt x="6078760" y="1668810"/>
                  </a:lnTo>
                  <a:lnTo>
                    <a:pt x="6077479" y="1668810"/>
                  </a:lnTo>
                  <a:lnTo>
                    <a:pt x="6076197" y="1668810"/>
                  </a:lnTo>
                  <a:lnTo>
                    <a:pt x="6074915" y="1668810"/>
                  </a:lnTo>
                  <a:lnTo>
                    <a:pt x="6073633" y="1668810"/>
                  </a:lnTo>
                  <a:lnTo>
                    <a:pt x="6072351" y="1668810"/>
                  </a:lnTo>
                  <a:lnTo>
                    <a:pt x="6071069" y="1668810"/>
                  </a:lnTo>
                  <a:lnTo>
                    <a:pt x="6069787" y="1668810"/>
                  </a:lnTo>
                  <a:lnTo>
                    <a:pt x="6068506" y="1668810"/>
                  </a:lnTo>
                  <a:lnTo>
                    <a:pt x="6067224" y="1668810"/>
                  </a:lnTo>
                  <a:lnTo>
                    <a:pt x="6065942" y="1668810"/>
                  </a:lnTo>
                  <a:lnTo>
                    <a:pt x="6064660" y="1668810"/>
                  </a:lnTo>
                  <a:lnTo>
                    <a:pt x="6063378" y="1668810"/>
                  </a:lnTo>
                  <a:lnTo>
                    <a:pt x="6062096" y="1668810"/>
                  </a:lnTo>
                  <a:lnTo>
                    <a:pt x="6060815" y="1668810"/>
                  </a:lnTo>
                  <a:lnTo>
                    <a:pt x="6059533" y="1668810"/>
                  </a:lnTo>
                  <a:lnTo>
                    <a:pt x="6058251" y="1668810"/>
                  </a:lnTo>
                  <a:lnTo>
                    <a:pt x="6056969" y="1668810"/>
                  </a:lnTo>
                  <a:lnTo>
                    <a:pt x="6055687" y="1668810"/>
                  </a:lnTo>
                  <a:lnTo>
                    <a:pt x="6054405" y="1668810"/>
                  </a:lnTo>
                  <a:lnTo>
                    <a:pt x="6053124" y="1668810"/>
                  </a:lnTo>
                  <a:lnTo>
                    <a:pt x="6051842" y="1668810"/>
                  </a:lnTo>
                  <a:lnTo>
                    <a:pt x="6050560" y="1668810"/>
                  </a:lnTo>
                  <a:lnTo>
                    <a:pt x="6049278" y="1668810"/>
                  </a:lnTo>
                  <a:lnTo>
                    <a:pt x="6047996" y="1668810"/>
                  </a:lnTo>
                  <a:lnTo>
                    <a:pt x="6046714" y="1668810"/>
                  </a:lnTo>
                  <a:lnTo>
                    <a:pt x="6045432" y="1668810"/>
                  </a:lnTo>
                  <a:lnTo>
                    <a:pt x="6044151" y="1668810"/>
                  </a:lnTo>
                  <a:lnTo>
                    <a:pt x="6042869" y="1668810"/>
                  </a:lnTo>
                  <a:lnTo>
                    <a:pt x="6041587" y="1668810"/>
                  </a:lnTo>
                  <a:lnTo>
                    <a:pt x="6040305" y="1668810"/>
                  </a:lnTo>
                  <a:lnTo>
                    <a:pt x="6039023" y="1668810"/>
                  </a:lnTo>
                  <a:lnTo>
                    <a:pt x="6037741" y="1668810"/>
                  </a:lnTo>
                  <a:lnTo>
                    <a:pt x="6036460" y="1668810"/>
                  </a:lnTo>
                  <a:lnTo>
                    <a:pt x="6035178" y="1668810"/>
                  </a:lnTo>
                  <a:lnTo>
                    <a:pt x="6033896" y="1668810"/>
                  </a:lnTo>
                  <a:lnTo>
                    <a:pt x="6032614" y="1668810"/>
                  </a:lnTo>
                  <a:lnTo>
                    <a:pt x="6031332" y="1668810"/>
                  </a:lnTo>
                  <a:lnTo>
                    <a:pt x="6030050" y="1668810"/>
                  </a:lnTo>
                  <a:lnTo>
                    <a:pt x="6028768" y="1668810"/>
                  </a:lnTo>
                  <a:lnTo>
                    <a:pt x="6027487" y="1668810"/>
                  </a:lnTo>
                  <a:lnTo>
                    <a:pt x="6026205" y="1668810"/>
                  </a:lnTo>
                  <a:lnTo>
                    <a:pt x="6024923" y="1668810"/>
                  </a:lnTo>
                  <a:lnTo>
                    <a:pt x="6023641" y="1668810"/>
                  </a:lnTo>
                  <a:lnTo>
                    <a:pt x="6022359" y="1668810"/>
                  </a:lnTo>
                  <a:lnTo>
                    <a:pt x="6021077" y="1668810"/>
                  </a:lnTo>
                  <a:lnTo>
                    <a:pt x="6019796" y="1668810"/>
                  </a:lnTo>
                  <a:lnTo>
                    <a:pt x="6018514" y="1668810"/>
                  </a:lnTo>
                  <a:lnTo>
                    <a:pt x="6017232" y="1668810"/>
                  </a:lnTo>
                  <a:lnTo>
                    <a:pt x="6015950" y="1668810"/>
                  </a:lnTo>
                  <a:lnTo>
                    <a:pt x="6014668" y="1668810"/>
                  </a:lnTo>
                  <a:lnTo>
                    <a:pt x="6013386" y="1668810"/>
                  </a:lnTo>
                  <a:lnTo>
                    <a:pt x="6012105" y="1668810"/>
                  </a:lnTo>
                  <a:lnTo>
                    <a:pt x="6010823" y="1668810"/>
                  </a:lnTo>
                  <a:lnTo>
                    <a:pt x="6009541" y="1668810"/>
                  </a:lnTo>
                  <a:lnTo>
                    <a:pt x="6008259" y="1668810"/>
                  </a:lnTo>
                  <a:lnTo>
                    <a:pt x="6006977" y="1668810"/>
                  </a:lnTo>
                  <a:lnTo>
                    <a:pt x="6005695" y="1668810"/>
                  </a:lnTo>
                  <a:lnTo>
                    <a:pt x="6004413" y="1668810"/>
                  </a:lnTo>
                  <a:lnTo>
                    <a:pt x="6003132" y="1668810"/>
                  </a:lnTo>
                  <a:lnTo>
                    <a:pt x="6001850" y="1668810"/>
                  </a:lnTo>
                  <a:lnTo>
                    <a:pt x="6000568" y="1668810"/>
                  </a:lnTo>
                  <a:lnTo>
                    <a:pt x="5999286" y="1668810"/>
                  </a:lnTo>
                  <a:lnTo>
                    <a:pt x="5998004" y="1668810"/>
                  </a:lnTo>
                  <a:lnTo>
                    <a:pt x="5996722" y="1668810"/>
                  </a:lnTo>
                  <a:lnTo>
                    <a:pt x="5995441" y="1668810"/>
                  </a:lnTo>
                  <a:lnTo>
                    <a:pt x="5994159" y="1668810"/>
                  </a:lnTo>
                  <a:lnTo>
                    <a:pt x="5992877" y="1668810"/>
                  </a:lnTo>
                  <a:lnTo>
                    <a:pt x="5991595" y="1668810"/>
                  </a:lnTo>
                  <a:lnTo>
                    <a:pt x="5990313" y="1668810"/>
                  </a:lnTo>
                  <a:lnTo>
                    <a:pt x="5989031" y="1668810"/>
                  </a:lnTo>
                  <a:lnTo>
                    <a:pt x="5987749" y="1668810"/>
                  </a:lnTo>
                  <a:lnTo>
                    <a:pt x="5986468" y="1668810"/>
                  </a:lnTo>
                  <a:lnTo>
                    <a:pt x="5985186" y="1668810"/>
                  </a:lnTo>
                  <a:lnTo>
                    <a:pt x="5983904" y="1668810"/>
                  </a:lnTo>
                  <a:lnTo>
                    <a:pt x="5982622" y="1668810"/>
                  </a:lnTo>
                  <a:lnTo>
                    <a:pt x="5981340" y="1668810"/>
                  </a:lnTo>
                  <a:lnTo>
                    <a:pt x="5980058" y="1668810"/>
                  </a:lnTo>
                  <a:lnTo>
                    <a:pt x="5978777" y="1668810"/>
                  </a:lnTo>
                  <a:lnTo>
                    <a:pt x="5977495" y="1668810"/>
                  </a:lnTo>
                  <a:lnTo>
                    <a:pt x="5976213" y="1668810"/>
                  </a:lnTo>
                  <a:lnTo>
                    <a:pt x="5974931" y="1668810"/>
                  </a:lnTo>
                  <a:lnTo>
                    <a:pt x="5973649" y="1668810"/>
                  </a:lnTo>
                  <a:lnTo>
                    <a:pt x="5972367" y="1668810"/>
                  </a:lnTo>
                  <a:lnTo>
                    <a:pt x="5971086" y="1668810"/>
                  </a:lnTo>
                  <a:lnTo>
                    <a:pt x="5969804" y="1668810"/>
                  </a:lnTo>
                  <a:lnTo>
                    <a:pt x="5968522" y="1668810"/>
                  </a:lnTo>
                  <a:lnTo>
                    <a:pt x="5967240" y="1668810"/>
                  </a:lnTo>
                  <a:lnTo>
                    <a:pt x="5965958" y="1668810"/>
                  </a:lnTo>
                  <a:lnTo>
                    <a:pt x="5964676" y="1668810"/>
                  </a:lnTo>
                  <a:lnTo>
                    <a:pt x="5963394" y="1668810"/>
                  </a:lnTo>
                  <a:lnTo>
                    <a:pt x="5962113" y="1668810"/>
                  </a:lnTo>
                  <a:lnTo>
                    <a:pt x="5960831" y="1668810"/>
                  </a:lnTo>
                  <a:lnTo>
                    <a:pt x="5959549" y="1668810"/>
                  </a:lnTo>
                  <a:lnTo>
                    <a:pt x="5958267" y="1668810"/>
                  </a:lnTo>
                  <a:lnTo>
                    <a:pt x="5956985" y="1668810"/>
                  </a:lnTo>
                  <a:lnTo>
                    <a:pt x="5955703" y="1668810"/>
                  </a:lnTo>
                  <a:lnTo>
                    <a:pt x="5954422" y="1668810"/>
                  </a:lnTo>
                  <a:lnTo>
                    <a:pt x="5953140" y="1668810"/>
                  </a:lnTo>
                  <a:lnTo>
                    <a:pt x="5951858" y="1668810"/>
                  </a:lnTo>
                  <a:lnTo>
                    <a:pt x="5950576" y="1668810"/>
                  </a:lnTo>
                  <a:lnTo>
                    <a:pt x="5949294" y="1668810"/>
                  </a:lnTo>
                  <a:lnTo>
                    <a:pt x="5948012" y="1668810"/>
                  </a:lnTo>
                  <a:lnTo>
                    <a:pt x="5946730" y="1668810"/>
                  </a:lnTo>
                  <a:lnTo>
                    <a:pt x="5945449" y="1668810"/>
                  </a:lnTo>
                  <a:lnTo>
                    <a:pt x="5944167" y="1668810"/>
                  </a:lnTo>
                  <a:lnTo>
                    <a:pt x="5942885" y="1668810"/>
                  </a:lnTo>
                  <a:lnTo>
                    <a:pt x="5941603" y="1668810"/>
                  </a:lnTo>
                  <a:lnTo>
                    <a:pt x="5940321" y="1668810"/>
                  </a:lnTo>
                  <a:lnTo>
                    <a:pt x="5939039" y="1668810"/>
                  </a:lnTo>
                  <a:lnTo>
                    <a:pt x="5937758" y="1668810"/>
                  </a:lnTo>
                  <a:lnTo>
                    <a:pt x="5936476" y="1668810"/>
                  </a:lnTo>
                  <a:lnTo>
                    <a:pt x="5935194" y="1668810"/>
                  </a:lnTo>
                  <a:lnTo>
                    <a:pt x="5933912" y="1668810"/>
                  </a:lnTo>
                  <a:lnTo>
                    <a:pt x="5932630" y="1668810"/>
                  </a:lnTo>
                  <a:lnTo>
                    <a:pt x="5931348" y="1668810"/>
                  </a:lnTo>
                  <a:lnTo>
                    <a:pt x="5930066" y="1668810"/>
                  </a:lnTo>
                  <a:lnTo>
                    <a:pt x="5928785" y="1668810"/>
                  </a:lnTo>
                  <a:lnTo>
                    <a:pt x="5927503" y="1668810"/>
                  </a:lnTo>
                  <a:lnTo>
                    <a:pt x="5926221" y="1668810"/>
                  </a:lnTo>
                  <a:lnTo>
                    <a:pt x="5924939" y="1668810"/>
                  </a:lnTo>
                  <a:lnTo>
                    <a:pt x="5923657" y="1668810"/>
                  </a:lnTo>
                  <a:lnTo>
                    <a:pt x="5922375" y="1668810"/>
                  </a:lnTo>
                  <a:lnTo>
                    <a:pt x="5921094" y="1668810"/>
                  </a:lnTo>
                  <a:lnTo>
                    <a:pt x="5919812" y="1668810"/>
                  </a:lnTo>
                  <a:lnTo>
                    <a:pt x="5918530" y="1668810"/>
                  </a:lnTo>
                  <a:lnTo>
                    <a:pt x="5917248" y="1668810"/>
                  </a:lnTo>
                  <a:lnTo>
                    <a:pt x="5915966" y="1668810"/>
                  </a:lnTo>
                  <a:lnTo>
                    <a:pt x="5914684" y="1668810"/>
                  </a:lnTo>
                  <a:lnTo>
                    <a:pt x="5913403" y="1668810"/>
                  </a:lnTo>
                  <a:lnTo>
                    <a:pt x="5912121" y="1668810"/>
                  </a:lnTo>
                  <a:lnTo>
                    <a:pt x="5910839" y="1668810"/>
                  </a:lnTo>
                  <a:lnTo>
                    <a:pt x="5909557" y="1668810"/>
                  </a:lnTo>
                  <a:lnTo>
                    <a:pt x="5908275" y="1668810"/>
                  </a:lnTo>
                  <a:lnTo>
                    <a:pt x="5906993" y="1668810"/>
                  </a:lnTo>
                  <a:lnTo>
                    <a:pt x="5905711" y="1668810"/>
                  </a:lnTo>
                  <a:lnTo>
                    <a:pt x="5904430" y="1668810"/>
                  </a:lnTo>
                  <a:lnTo>
                    <a:pt x="5903148" y="1668810"/>
                  </a:lnTo>
                  <a:lnTo>
                    <a:pt x="5901866" y="1668810"/>
                  </a:lnTo>
                  <a:lnTo>
                    <a:pt x="5900584" y="1668810"/>
                  </a:lnTo>
                  <a:lnTo>
                    <a:pt x="5899302" y="1668810"/>
                  </a:lnTo>
                  <a:lnTo>
                    <a:pt x="5898020" y="1668810"/>
                  </a:lnTo>
                  <a:lnTo>
                    <a:pt x="5896739" y="1668810"/>
                  </a:lnTo>
                  <a:lnTo>
                    <a:pt x="5895457" y="1668810"/>
                  </a:lnTo>
                  <a:lnTo>
                    <a:pt x="5894175" y="1668810"/>
                  </a:lnTo>
                  <a:lnTo>
                    <a:pt x="5892893" y="1668810"/>
                  </a:lnTo>
                  <a:lnTo>
                    <a:pt x="5891611" y="1668810"/>
                  </a:lnTo>
                  <a:lnTo>
                    <a:pt x="5890329" y="1668810"/>
                  </a:lnTo>
                  <a:lnTo>
                    <a:pt x="5889047" y="1668810"/>
                  </a:lnTo>
                  <a:lnTo>
                    <a:pt x="5887766" y="1668810"/>
                  </a:lnTo>
                  <a:lnTo>
                    <a:pt x="5886484" y="1668810"/>
                  </a:lnTo>
                  <a:lnTo>
                    <a:pt x="5885202" y="1668810"/>
                  </a:lnTo>
                  <a:lnTo>
                    <a:pt x="5883920" y="1668810"/>
                  </a:lnTo>
                  <a:lnTo>
                    <a:pt x="5882638" y="1668810"/>
                  </a:lnTo>
                  <a:lnTo>
                    <a:pt x="5881356" y="1668810"/>
                  </a:lnTo>
                  <a:lnTo>
                    <a:pt x="5880075" y="1668810"/>
                  </a:lnTo>
                  <a:lnTo>
                    <a:pt x="5878793" y="1668810"/>
                  </a:lnTo>
                  <a:lnTo>
                    <a:pt x="5877511" y="1668810"/>
                  </a:lnTo>
                  <a:lnTo>
                    <a:pt x="5876229" y="1668810"/>
                  </a:lnTo>
                  <a:lnTo>
                    <a:pt x="5874947" y="1668810"/>
                  </a:lnTo>
                  <a:lnTo>
                    <a:pt x="5873665" y="1668810"/>
                  </a:lnTo>
                  <a:lnTo>
                    <a:pt x="5872384" y="1668810"/>
                  </a:lnTo>
                  <a:lnTo>
                    <a:pt x="5871102" y="1668810"/>
                  </a:lnTo>
                  <a:lnTo>
                    <a:pt x="5869820" y="1668810"/>
                  </a:lnTo>
                  <a:lnTo>
                    <a:pt x="5868538" y="1668810"/>
                  </a:lnTo>
                  <a:lnTo>
                    <a:pt x="5867256" y="1668810"/>
                  </a:lnTo>
                  <a:lnTo>
                    <a:pt x="5865974" y="1668810"/>
                  </a:lnTo>
                  <a:lnTo>
                    <a:pt x="5864692" y="1668810"/>
                  </a:lnTo>
                  <a:lnTo>
                    <a:pt x="5863411" y="1668810"/>
                  </a:lnTo>
                  <a:lnTo>
                    <a:pt x="5862129" y="1668810"/>
                  </a:lnTo>
                  <a:lnTo>
                    <a:pt x="5860847" y="1668810"/>
                  </a:lnTo>
                  <a:lnTo>
                    <a:pt x="5859565" y="1668810"/>
                  </a:lnTo>
                  <a:lnTo>
                    <a:pt x="5858283" y="1668810"/>
                  </a:lnTo>
                  <a:lnTo>
                    <a:pt x="5857001" y="1668810"/>
                  </a:lnTo>
                  <a:lnTo>
                    <a:pt x="5855720" y="1668810"/>
                  </a:lnTo>
                  <a:lnTo>
                    <a:pt x="5854438" y="1668810"/>
                  </a:lnTo>
                  <a:lnTo>
                    <a:pt x="5853156" y="1668810"/>
                  </a:lnTo>
                  <a:lnTo>
                    <a:pt x="5851874" y="1668810"/>
                  </a:lnTo>
                  <a:lnTo>
                    <a:pt x="5850592" y="1668810"/>
                  </a:lnTo>
                  <a:lnTo>
                    <a:pt x="5849310" y="1668810"/>
                  </a:lnTo>
                  <a:lnTo>
                    <a:pt x="5848028" y="1668810"/>
                  </a:lnTo>
                  <a:lnTo>
                    <a:pt x="5846747" y="1668810"/>
                  </a:lnTo>
                  <a:lnTo>
                    <a:pt x="5845465" y="1668810"/>
                  </a:lnTo>
                  <a:lnTo>
                    <a:pt x="5844183" y="1668810"/>
                  </a:lnTo>
                  <a:lnTo>
                    <a:pt x="5842901" y="1668810"/>
                  </a:lnTo>
                  <a:lnTo>
                    <a:pt x="5841619" y="1668810"/>
                  </a:lnTo>
                  <a:lnTo>
                    <a:pt x="5840337" y="1668810"/>
                  </a:lnTo>
                  <a:lnTo>
                    <a:pt x="5839056" y="1668810"/>
                  </a:lnTo>
                  <a:lnTo>
                    <a:pt x="5837774" y="1668810"/>
                  </a:lnTo>
                  <a:lnTo>
                    <a:pt x="5836492" y="1668810"/>
                  </a:lnTo>
                  <a:lnTo>
                    <a:pt x="5835210" y="1668810"/>
                  </a:lnTo>
                  <a:lnTo>
                    <a:pt x="5833928" y="1668810"/>
                  </a:lnTo>
                  <a:lnTo>
                    <a:pt x="5832646" y="1668810"/>
                  </a:lnTo>
                  <a:lnTo>
                    <a:pt x="5831365" y="1668810"/>
                  </a:lnTo>
                  <a:lnTo>
                    <a:pt x="5830083" y="1668810"/>
                  </a:lnTo>
                  <a:lnTo>
                    <a:pt x="5828801" y="1668810"/>
                  </a:lnTo>
                  <a:lnTo>
                    <a:pt x="5827519" y="1668810"/>
                  </a:lnTo>
                  <a:lnTo>
                    <a:pt x="5826237" y="1668810"/>
                  </a:lnTo>
                  <a:lnTo>
                    <a:pt x="5824955" y="1668810"/>
                  </a:lnTo>
                  <a:lnTo>
                    <a:pt x="5823673" y="1668810"/>
                  </a:lnTo>
                  <a:lnTo>
                    <a:pt x="5822392" y="1668810"/>
                  </a:lnTo>
                  <a:lnTo>
                    <a:pt x="5821110" y="1668810"/>
                  </a:lnTo>
                  <a:lnTo>
                    <a:pt x="5819828" y="1668810"/>
                  </a:lnTo>
                  <a:lnTo>
                    <a:pt x="5818546" y="1668810"/>
                  </a:lnTo>
                  <a:lnTo>
                    <a:pt x="5817264" y="1668810"/>
                  </a:lnTo>
                  <a:lnTo>
                    <a:pt x="5815982" y="1668810"/>
                  </a:lnTo>
                  <a:lnTo>
                    <a:pt x="5814701" y="1668810"/>
                  </a:lnTo>
                  <a:lnTo>
                    <a:pt x="5813419" y="1668810"/>
                  </a:lnTo>
                  <a:lnTo>
                    <a:pt x="5812137" y="1668810"/>
                  </a:lnTo>
                  <a:lnTo>
                    <a:pt x="5810855" y="1668810"/>
                  </a:lnTo>
                  <a:lnTo>
                    <a:pt x="5809573" y="1668810"/>
                  </a:lnTo>
                  <a:lnTo>
                    <a:pt x="5808291" y="1668810"/>
                  </a:lnTo>
                  <a:lnTo>
                    <a:pt x="5807009" y="1668810"/>
                  </a:lnTo>
                  <a:lnTo>
                    <a:pt x="5805728" y="1668810"/>
                  </a:lnTo>
                  <a:lnTo>
                    <a:pt x="5804446" y="1668810"/>
                  </a:lnTo>
                  <a:lnTo>
                    <a:pt x="5803164" y="1668810"/>
                  </a:lnTo>
                  <a:lnTo>
                    <a:pt x="5801882" y="1668810"/>
                  </a:lnTo>
                  <a:lnTo>
                    <a:pt x="5800600" y="1668810"/>
                  </a:lnTo>
                  <a:lnTo>
                    <a:pt x="5799318" y="1668810"/>
                  </a:lnTo>
                  <a:lnTo>
                    <a:pt x="5798037" y="1668810"/>
                  </a:lnTo>
                  <a:lnTo>
                    <a:pt x="5796755" y="1668810"/>
                  </a:lnTo>
                  <a:lnTo>
                    <a:pt x="5795473" y="1668810"/>
                  </a:lnTo>
                  <a:lnTo>
                    <a:pt x="5794191" y="1668810"/>
                  </a:lnTo>
                  <a:lnTo>
                    <a:pt x="5792909" y="1668810"/>
                  </a:lnTo>
                  <a:lnTo>
                    <a:pt x="5791627" y="1668810"/>
                  </a:lnTo>
                  <a:lnTo>
                    <a:pt x="5790345" y="1668810"/>
                  </a:lnTo>
                  <a:lnTo>
                    <a:pt x="5789064" y="1668810"/>
                  </a:lnTo>
                  <a:lnTo>
                    <a:pt x="5787782" y="1668810"/>
                  </a:lnTo>
                  <a:lnTo>
                    <a:pt x="5786500" y="1668810"/>
                  </a:lnTo>
                  <a:lnTo>
                    <a:pt x="5785218" y="1668810"/>
                  </a:lnTo>
                  <a:lnTo>
                    <a:pt x="5783936" y="1668810"/>
                  </a:lnTo>
                  <a:lnTo>
                    <a:pt x="5782654" y="1668810"/>
                  </a:lnTo>
                  <a:lnTo>
                    <a:pt x="5781373" y="1668810"/>
                  </a:lnTo>
                  <a:lnTo>
                    <a:pt x="5780091" y="1668810"/>
                  </a:lnTo>
                  <a:lnTo>
                    <a:pt x="5778809" y="1668810"/>
                  </a:lnTo>
                  <a:lnTo>
                    <a:pt x="5777527" y="1668810"/>
                  </a:lnTo>
                  <a:lnTo>
                    <a:pt x="5776245" y="1668810"/>
                  </a:lnTo>
                  <a:lnTo>
                    <a:pt x="5774963" y="1668810"/>
                  </a:lnTo>
                  <a:lnTo>
                    <a:pt x="5773682" y="1668810"/>
                  </a:lnTo>
                  <a:lnTo>
                    <a:pt x="5772400" y="1668810"/>
                  </a:lnTo>
                  <a:lnTo>
                    <a:pt x="5771118" y="1668810"/>
                  </a:lnTo>
                  <a:lnTo>
                    <a:pt x="5769836" y="1668810"/>
                  </a:lnTo>
                  <a:lnTo>
                    <a:pt x="5768554" y="1668810"/>
                  </a:lnTo>
                  <a:lnTo>
                    <a:pt x="5767272" y="1668810"/>
                  </a:lnTo>
                  <a:lnTo>
                    <a:pt x="5765990" y="1668810"/>
                  </a:lnTo>
                  <a:lnTo>
                    <a:pt x="5764709" y="1668810"/>
                  </a:lnTo>
                  <a:lnTo>
                    <a:pt x="5763427" y="1668810"/>
                  </a:lnTo>
                  <a:lnTo>
                    <a:pt x="5762145" y="1668810"/>
                  </a:lnTo>
                  <a:lnTo>
                    <a:pt x="5760863" y="1668810"/>
                  </a:lnTo>
                  <a:lnTo>
                    <a:pt x="5759581" y="1668810"/>
                  </a:lnTo>
                  <a:lnTo>
                    <a:pt x="5758299" y="1668810"/>
                  </a:lnTo>
                  <a:lnTo>
                    <a:pt x="5757018" y="1668810"/>
                  </a:lnTo>
                  <a:lnTo>
                    <a:pt x="5755736" y="1668810"/>
                  </a:lnTo>
                  <a:lnTo>
                    <a:pt x="5754454" y="1668810"/>
                  </a:lnTo>
                  <a:lnTo>
                    <a:pt x="5753172" y="1668810"/>
                  </a:lnTo>
                  <a:lnTo>
                    <a:pt x="5751890" y="1668810"/>
                  </a:lnTo>
                  <a:lnTo>
                    <a:pt x="5750608" y="1668810"/>
                  </a:lnTo>
                  <a:lnTo>
                    <a:pt x="5749326" y="1668810"/>
                  </a:lnTo>
                  <a:lnTo>
                    <a:pt x="5748045" y="1668810"/>
                  </a:lnTo>
                  <a:lnTo>
                    <a:pt x="5746763" y="1668810"/>
                  </a:lnTo>
                  <a:lnTo>
                    <a:pt x="5745481" y="1668810"/>
                  </a:lnTo>
                  <a:lnTo>
                    <a:pt x="5744199" y="1668810"/>
                  </a:lnTo>
                  <a:lnTo>
                    <a:pt x="5742917" y="1668810"/>
                  </a:lnTo>
                  <a:lnTo>
                    <a:pt x="5741635" y="1668810"/>
                  </a:lnTo>
                  <a:lnTo>
                    <a:pt x="5740354" y="1668810"/>
                  </a:lnTo>
                  <a:lnTo>
                    <a:pt x="5739072" y="1668810"/>
                  </a:lnTo>
                  <a:lnTo>
                    <a:pt x="5737790" y="1668810"/>
                  </a:lnTo>
                  <a:lnTo>
                    <a:pt x="5736508" y="1668810"/>
                  </a:lnTo>
                  <a:lnTo>
                    <a:pt x="5735226" y="1668810"/>
                  </a:lnTo>
                  <a:lnTo>
                    <a:pt x="5733944" y="1668810"/>
                  </a:lnTo>
                  <a:lnTo>
                    <a:pt x="5732663" y="1668810"/>
                  </a:lnTo>
                  <a:lnTo>
                    <a:pt x="5731381" y="1668810"/>
                  </a:lnTo>
                  <a:lnTo>
                    <a:pt x="5730099" y="1668810"/>
                  </a:lnTo>
                  <a:lnTo>
                    <a:pt x="5728817" y="1668810"/>
                  </a:lnTo>
                  <a:lnTo>
                    <a:pt x="5727535" y="1668810"/>
                  </a:lnTo>
                  <a:lnTo>
                    <a:pt x="5726253" y="1668810"/>
                  </a:lnTo>
                  <a:lnTo>
                    <a:pt x="5724971" y="1668810"/>
                  </a:lnTo>
                  <a:lnTo>
                    <a:pt x="5723690" y="1668810"/>
                  </a:lnTo>
                  <a:lnTo>
                    <a:pt x="5722408" y="1668810"/>
                  </a:lnTo>
                  <a:lnTo>
                    <a:pt x="5721126" y="1668810"/>
                  </a:lnTo>
                  <a:lnTo>
                    <a:pt x="5719844" y="1668810"/>
                  </a:lnTo>
                  <a:lnTo>
                    <a:pt x="5718562" y="1668810"/>
                  </a:lnTo>
                  <a:lnTo>
                    <a:pt x="5717280" y="1668810"/>
                  </a:lnTo>
                  <a:lnTo>
                    <a:pt x="5715999" y="1668810"/>
                  </a:lnTo>
                  <a:lnTo>
                    <a:pt x="5714717" y="1668810"/>
                  </a:lnTo>
                  <a:lnTo>
                    <a:pt x="5713435" y="1668810"/>
                  </a:lnTo>
                  <a:lnTo>
                    <a:pt x="5712153" y="1668810"/>
                  </a:lnTo>
                  <a:lnTo>
                    <a:pt x="5710871" y="1668810"/>
                  </a:lnTo>
                  <a:lnTo>
                    <a:pt x="5709589" y="1668810"/>
                  </a:lnTo>
                  <a:lnTo>
                    <a:pt x="5708307" y="1668810"/>
                  </a:lnTo>
                  <a:lnTo>
                    <a:pt x="5707026" y="1668810"/>
                  </a:lnTo>
                  <a:lnTo>
                    <a:pt x="5705744" y="1668810"/>
                  </a:lnTo>
                  <a:lnTo>
                    <a:pt x="5704462" y="1668810"/>
                  </a:lnTo>
                  <a:lnTo>
                    <a:pt x="5703180" y="1668810"/>
                  </a:lnTo>
                  <a:lnTo>
                    <a:pt x="5701898" y="1668810"/>
                  </a:lnTo>
                  <a:lnTo>
                    <a:pt x="5700616" y="1668810"/>
                  </a:lnTo>
                  <a:lnTo>
                    <a:pt x="5699335" y="1668810"/>
                  </a:lnTo>
                  <a:lnTo>
                    <a:pt x="5698053" y="1668810"/>
                  </a:lnTo>
                  <a:lnTo>
                    <a:pt x="5696771" y="1668810"/>
                  </a:lnTo>
                  <a:lnTo>
                    <a:pt x="5695489" y="1668810"/>
                  </a:lnTo>
                  <a:lnTo>
                    <a:pt x="5694207" y="1668810"/>
                  </a:lnTo>
                  <a:lnTo>
                    <a:pt x="5692925" y="1668810"/>
                  </a:lnTo>
                  <a:lnTo>
                    <a:pt x="5691643" y="1668810"/>
                  </a:lnTo>
                  <a:lnTo>
                    <a:pt x="5690362" y="1668810"/>
                  </a:lnTo>
                  <a:lnTo>
                    <a:pt x="5689080" y="1668810"/>
                  </a:lnTo>
                  <a:lnTo>
                    <a:pt x="5687798" y="1668810"/>
                  </a:lnTo>
                  <a:lnTo>
                    <a:pt x="5686516" y="1668810"/>
                  </a:lnTo>
                  <a:lnTo>
                    <a:pt x="5685234" y="1668810"/>
                  </a:lnTo>
                  <a:lnTo>
                    <a:pt x="5683952" y="1668810"/>
                  </a:lnTo>
                  <a:lnTo>
                    <a:pt x="5682671" y="1668810"/>
                  </a:lnTo>
                  <a:lnTo>
                    <a:pt x="5681389" y="1668810"/>
                  </a:lnTo>
                  <a:lnTo>
                    <a:pt x="5680107" y="1668810"/>
                  </a:lnTo>
                  <a:lnTo>
                    <a:pt x="5678825" y="1668810"/>
                  </a:lnTo>
                  <a:lnTo>
                    <a:pt x="5677543" y="1668810"/>
                  </a:lnTo>
                  <a:lnTo>
                    <a:pt x="5676261" y="1668810"/>
                  </a:lnTo>
                  <a:lnTo>
                    <a:pt x="5674980" y="1668810"/>
                  </a:lnTo>
                  <a:lnTo>
                    <a:pt x="5673698" y="1668810"/>
                  </a:lnTo>
                  <a:lnTo>
                    <a:pt x="5672416" y="1668810"/>
                  </a:lnTo>
                  <a:lnTo>
                    <a:pt x="5671134" y="1668810"/>
                  </a:lnTo>
                  <a:lnTo>
                    <a:pt x="5669852" y="1668810"/>
                  </a:lnTo>
                  <a:lnTo>
                    <a:pt x="5668570" y="1668810"/>
                  </a:lnTo>
                  <a:lnTo>
                    <a:pt x="5667288" y="1668810"/>
                  </a:lnTo>
                  <a:lnTo>
                    <a:pt x="5666007" y="1668810"/>
                  </a:lnTo>
                  <a:lnTo>
                    <a:pt x="5664725" y="1668810"/>
                  </a:lnTo>
                  <a:lnTo>
                    <a:pt x="5663443" y="1668810"/>
                  </a:lnTo>
                  <a:lnTo>
                    <a:pt x="5662161" y="1668810"/>
                  </a:lnTo>
                  <a:lnTo>
                    <a:pt x="5660879" y="1668810"/>
                  </a:lnTo>
                  <a:lnTo>
                    <a:pt x="5659597" y="1668810"/>
                  </a:lnTo>
                  <a:lnTo>
                    <a:pt x="5658316" y="1668810"/>
                  </a:lnTo>
                  <a:lnTo>
                    <a:pt x="5657034" y="1668810"/>
                  </a:lnTo>
                  <a:lnTo>
                    <a:pt x="5655752" y="1668810"/>
                  </a:lnTo>
                  <a:lnTo>
                    <a:pt x="5654470" y="1668810"/>
                  </a:lnTo>
                  <a:lnTo>
                    <a:pt x="5653188" y="1668810"/>
                  </a:lnTo>
                  <a:lnTo>
                    <a:pt x="5651906" y="1668810"/>
                  </a:lnTo>
                  <a:lnTo>
                    <a:pt x="5650624" y="1668810"/>
                  </a:lnTo>
                  <a:lnTo>
                    <a:pt x="5649343" y="1668810"/>
                  </a:lnTo>
                  <a:lnTo>
                    <a:pt x="5648061" y="1668810"/>
                  </a:lnTo>
                  <a:lnTo>
                    <a:pt x="5646779" y="1668810"/>
                  </a:lnTo>
                  <a:lnTo>
                    <a:pt x="5645497" y="1668810"/>
                  </a:lnTo>
                  <a:lnTo>
                    <a:pt x="5644215" y="1668810"/>
                  </a:lnTo>
                  <a:lnTo>
                    <a:pt x="5642933" y="1668810"/>
                  </a:lnTo>
                  <a:lnTo>
                    <a:pt x="5641652" y="1668810"/>
                  </a:lnTo>
                  <a:lnTo>
                    <a:pt x="5640370" y="1668810"/>
                  </a:lnTo>
                  <a:lnTo>
                    <a:pt x="5639088" y="1668810"/>
                  </a:lnTo>
                  <a:lnTo>
                    <a:pt x="5637806" y="1668810"/>
                  </a:lnTo>
                  <a:lnTo>
                    <a:pt x="5636524" y="1668810"/>
                  </a:lnTo>
                  <a:lnTo>
                    <a:pt x="5635242" y="1668810"/>
                  </a:lnTo>
                  <a:lnTo>
                    <a:pt x="5633961" y="1668810"/>
                  </a:lnTo>
                  <a:lnTo>
                    <a:pt x="5632679" y="1668810"/>
                  </a:lnTo>
                  <a:lnTo>
                    <a:pt x="5631397" y="1668810"/>
                  </a:lnTo>
                  <a:lnTo>
                    <a:pt x="5630115" y="1668810"/>
                  </a:lnTo>
                  <a:lnTo>
                    <a:pt x="5628833" y="1668810"/>
                  </a:lnTo>
                  <a:lnTo>
                    <a:pt x="5627551" y="1668810"/>
                  </a:lnTo>
                  <a:lnTo>
                    <a:pt x="5626269" y="1668810"/>
                  </a:lnTo>
                  <a:lnTo>
                    <a:pt x="5624988" y="1668810"/>
                  </a:lnTo>
                  <a:lnTo>
                    <a:pt x="5623706" y="1668810"/>
                  </a:lnTo>
                  <a:lnTo>
                    <a:pt x="5622424" y="1668810"/>
                  </a:lnTo>
                  <a:lnTo>
                    <a:pt x="5621142" y="1668810"/>
                  </a:lnTo>
                  <a:lnTo>
                    <a:pt x="5619860" y="1668810"/>
                  </a:lnTo>
                  <a:lnTo>
                    <a:pt x="5618578" y="1668810"/>
                  </a:lnTo>
                  <a:lnTo>
                    <a:pt x="5617297" y="1668810"/>
                  </a:lnTo>
                  <a:lnTo>
                    <a:pt x="5616015" y="1668810"/>
                  </a:lnTo>
                  <a:lnTo>
                    <a:pt x="5614733" y="1668810"/>
                  </a:lnTo>
                  <a:lnTo>
                    <a:pt x="5613451" y="1668810"/>
                  </a:lnTo>
                  <a:lnTo>
                    <a:pt x="5612169" y="1668810"/>
                  </a:lnTo>
                  <a:lnTo>
                    <a:pt x="5610887" y="1668810"/>
                  </a:lnTo>
                  <a:lnTo>
                    <a:pt x="5609605" y="1668810"/>
                  </a:lnTo>
                  <a:lnTo>
                    <a:pt x="5608324" y="1668810"/>
                  </a:lnTo>
                  <a:lnTo>
                    <a:pt x="5607042" y="1668810"/>
                  </a:lnTo>
                  <a:lnTo>
                    <a:pt x="5605760" y="1668810"/>
                  </a:lnTo>
                  <a:lnTo>
                    <a:pt x="5604478" y="1668810"/>
                  </a:lnTo>
                  <a:lnTo>
                    <a:pt x="5603196" y="1668810"/>
                  </a:lnTo>
                  <a:lnTo>
                    <a:pt x="5601914" y="1668810"/>
                  </a:lnTo>
                  <a:lnTo>
                    <a:pt x="5600633" y="1668810"/>
                  </a:lnTo>
                  <a:lnTo>
                    <a:pt x="5599351" y="1668810"/>
                  </a:lnTo>
                  <a:lnTo>
                    <a:pt x="5598069" y="1668810"/>
                  </a:lnTo>
                  <a:lnTo>
                    <a:pt x="5596787" y="1668810"/>
                  </a:lnTo>
                  <a:lnTo>
                    <a:pt x="5595505" y="1668810"/>
                  </a:lnTo>
                  <a:lnTo>
                    <a:pt x="5594223" y="1668810"/>
                  </a:lnTo>
                  <a:lnTo>
                    <a:pt x="5592942" y="1668810"/>
                  </a:lnTo>
                  <a:lnTo>
                    <a:pt x="5591660" y="1668810"/>
                  </a:lnTo>
                  <a:lnTo>
                    <a:pt x="5590378" y="1668810"/>
                  </a:lnTo>
                  <a:lnTo>
                    <a:pt x="5589096" y="1668810"/>
                  </a:lnTo>
                  <a:lnTo>
                    <a:pt x="5587814" y="1668810"/>
                  </a:lnTo>
                  <a:lnTo>
                    <a:pt x="5586532" y="1668810"/>
                  </a:lnTo>
                  <a:lnTo>
                    <a:pt x="5585250" y="1668810"/>
                  </a:lnTo>
                  <a:lnTo>
                    <a:pt x="5583969" y="1668810"/>
                  </a:lnTo>
                  <a:lnTo>
                    <a:pt x="5582687" y="1668810"/>
                  </a:lnTo>
                  <a:lnTo>
                    <a:pt x="5581405" y="1668810"/>
                  </a:lnTo>
                  <a:lnTo>
                    <a:pt x="5580123" y="1668810"/>
                  </a:lnTo>
                  <a:lnTo>
                    <a:pt x="5578841" y="1668810"/>
                  </a:lnTo>
                  <a:lnTo>
                    <a:pt x="5577559" y="1668810"/>
                  </a:lnTo>
                  <a:lnTo>
                    <a:pt x="5576278" y="1668810"/>
                  </a:lnTo>
                  <a:lnTo>
                    <a:pt x="5574996" y="1668810"/>
                  </a:lnTo>
                  <a:lnTo>
                    <a:pt x="5573714" y="1668810"/>
                  </a:lnTo>
                  <a:lnTo>
                    <a:pt x="5572432" y="1668810"/>
                  </a:lnTo>
                  <a:lnTo>
                    <a:pt x="5571150" y="1668810"/>
                  </a:lnTo>
                  <a:lnTo>
                    <a:pt x="5569868" y="1668810"/>
                  </a:lnTo>
                  <a:lnTo>
                    <a:pt x="5568586" y="1668810"/>
                  </a:lnTo>
                  <a:lnTo>
                    <a:pt x="5567305" y="1668810"/>
                  </a:lnTo>
                  <a:lnTo>
                    <a:pt x="5566023" y="1668810"/>
                  </a:lnTo>
                  <a:lnTo>
                    <a:pt x="5564741" y="1668810"/>
                  </a:lnTo>
                  <a:lnTo>
                    <a:pt x="5563459" y="1668810"/>
                  </a:lnTo>
                  <a:lnTo>
                    <a:pt x="5562177" y="1668810"/>
                  </a:lnTo>
                  <a:lnTo>
                    <a:pt x="5560895" y="1668810"/>
                  </a:lnTo>
                  <a:lnTo>
                    <a:pt x="5559614" y="1668810"/>
                  </a:lnTo>
                  <a:lnTo>
                    <a:pt x="5558332" y="1668810"/>
                  </a:lnTo>
                  <a:lnTo>
                    <a:pt x="5557050" y="1668810"/>
                  </a:lnTo>
                  <a:lnTo>
                    <a:pt x="5555768" y="1668810"/>
                  </a:lnTo>
                  <a:lnTo>
                    <a:pt x="5554486" y="1668810"/>
                  </a:lnTo>
                  <a:lnTo>
                    <a:pt x="5553204" y="1668810"/>
                  </a:lnTo>
                  <a:lnTo>
                    <a:pt x="5551922" y="1668810"/>
                  </a:lnTo>
                  <a:lnTo>
                    <a:pt x="5550641" y="1668810"/>
                  </a:lnTo>
                  <a:lnTo>
                    <a:pt x="5549359" y="1668810"/>
                  </a:lnTo>
                  <a:lnTo>
                    <a:pt x="5548077" y="1668810"/>
                  </a:lnTo>
                  <a:lnTo>
                    <a:pt x="5546795" y="1668810"/>
                  </a:lnTo>
                  <a:lnTo>
                    <a:pt x="5545513" y="1668810"/>
                  </a:lnTo>
                  <a:lnTo>
                    <a:pt x="5544231" y="1668810"/>
                  </a:lnTo>
                  <a:lnTo>
                    <a:pt x="5542950" y="1668810"/>
                  </a:lnTo>
                  <a:lnTo>
                    <a:pt x="5541668" y="1668810"/>
                  </a:lnTo>
                  <a:lnTo>
                    <a:pt x="5540386" y="1668810"/>
                  </a:lnTo>
                  <a:lnTo>
                    <a:pt x="5539104" y="1668810"/>
                  </a:lnTo>
                  <a:lnTo>
                    <a:pt x="5537822" y="1668810"/>
                  </a:lnTo>
                  <a:lnTo>
                    <a:pt x="5536540" y="1668810"/>
                  </a:lnTo>
                  <a:lnTo>
                    <a:pt x="5535259" y="1668810"/>
                  </a:lnTo>
                  <a:lnTo>
                    <a:pt x="5533977" y="1668810"/>
                  </a:lnTo>
                  <a:lnTo>
                    <a:pt x="5532695" y="1668810"/>
                  </a:lnTo>
                  <a:lnTo>
                    <a:pt x="5531413" y="1668810"/>
                  </a:lnTo>
                  <a:lnTo>
                    <a:pt x="5530131" y="1668810"/>
                  </a:lnTo>
                  <a:lnTo>
                    <a:pt x="5528849" y="1668810"/>
                  </a:lnTo>
                  <a:lnTo>
                    <a:pt x="5527567" y="1668810"/>
                  </a:lnTo>
                  <a:lnTo>
                    <a:pt x="5526286" y="1668810"/>
                  </a:lnTo>
                  <a:lnTo>
                    <a:pt x="5525004" y="1668810"/>
                  </a:lnTo>
                  <a:lnTo>
                    <a:pt x="5523722" y="1668810"/>
                  </a:lnTo>
                  <a:lnTo>
                    <a:pt x="5522440" y="1668810"/>
                  </a:lnTo>
                  <a:lnTo>
                    <a:pt x="5521158" y="1668810"/>
                  </a:lnTo>
                  <a:lnTo>
                    <a:pt x="5519876" y="1668810"/>
                  </a:lnTo>
                  <a:lnTo>
                    <a:pt x="5518595" y="1668810"/>
                  </a:lnTo>
                  <a:lnTo>
                    <a:pt x="5517313" y="1668810"/>
                  </a:lnTo>
                  <a:lnTo>
                    <a:pt x="5516031" y="1668810"/>
                  </a:lnTo>
                  <a:lnTo>
                    <a:pt x="5514749" y="1668810"/>
                  </a:lnTo>
                  <a:lnTo>
                    <a:pt x="5513467" y="1668810"/>
                  </a:lnTo>
                  <a:lnTo>
                    <a:pt x="5512185" y="1668810"/>
                  </a:lnTo>
                  <a:lnTo>
                    <a:pt x="5510903" y="1668810"/>
                  </a:lnTo>
                  <a:lnTo>
                    <a:pt x="5509622" y="1668810"/>
                  </a:lnTo>
                  <a:lnTo>
                    <a:pt x="5508340" y="1668810"/>
                  </a:lnTo>
                  <a:lnTo>
                    <a:pt x="5507058" y="1668810"/>
                  </a:lnTo>
                  <a:lnTo>
                    <a:pt x="5505776" y="1668810"/>
                  </a:lnTo>
                  <a:lnTo>
                    <a:pt x="5504494" y="1668810"/>
                  </a:lnTo>
                  <a:lnTo>
                    <a:pt x="5503212" y="1668810"/>
                  </a:lnTo>
                  <a:lnTo>
                    <a:pt x="5501931" y="1668810"/>
                  </a:lnTo>
                  <a:lnTo>
                    <a:pt x="5500649" y="1668810"/>
                  </a:lnTo>
                  <a:lnTo>
                    <a:pt x="5499367" y="1668810"/>
                  </a:lnTo>
                  <a:lnTo>
                    <a:pt x="5498085" y="1668810"/>
                  </a:lnTo>
                  <a:lnTo>
                    <a:pt x="5496803" y="1668810"/>
                  </a:lnTo>
                  <a:lnTo>
                    <a:pt x="5495521" y="1668810"/>
                  </a:lnTo>
                  <a:lnTo>
                    <a:pt x="5494240" y="1668810"/>
                  </a:lnTo>
                  <a:lnTo>
                    <a:pt x="5492958" y="1668810"/>
                  </a:lnTo>
                  <a:lnTo>
                    <a:pt x="5491676" y="1668810"/>
                  </a:lnTo>
                  <a:lnTo>
                    <a:pt x="5490394" y="1668810"/>
                  </a:lnTo>
                  <a:lnTo>
                    <a:pt x="5489112" y="1668810"/>
                  </a:lnTo>
                  <a:lnTo>
                    <a:pt x="5487830" y="1668810"/>
                  </a:lnTo>
                  <a:lnTo>
                    <a:pt x="5486548" y="1668810"/>
                  </a:lnTo>
                  <a:lnTo>
                    <a:pt x="5485267" y="1668810"/>
                  </a:lnTo>
                  <a:lnTo>
                    <a:pt x="5483985" y="1668810"/>
                  </a:lnTo>
                  <a:lnTo>
                    <a:pt x="5482703" y="1668810"/>
                  </a:lnTo>
                  <a:lnTo>
                    <a:pt x="5481421" y="1668810"/>
                  </a:lnTo>
                  <a:lnTo>
                    <a:pt x="5480139" y="1668810"/>
                  </a:lnTo>
                  <a:lnTo>
                    <a:pt x="5478857" y="1668810"/>
                  </a:lnTo>
                  <a:lnTo>
                    <a:pt x="5477576" y="1668810"/>
                  </a:lnTo>
                  <a:lnTo>
                    <a:pt x="5476294" y="1668810"/>
                  </a:lnTo>
                  <a:lnTo>
                    <a:pt x="5475012" y="1668810"/>
                  </a:lnTo>
                  <a:lnTo>
                    <a:pt x="5473730" y="1668810"/>
                  </a:lnTo>
                  <a:lnTo>
                    <a:pt x="5472448" y="1668810"/>
                  </a:lnTo>
                  <a:lnTo>
                    <a:pt x="5471166" y="1668810"/>
                  </a:lnTo>
                  <a:lnTo>
                    <a:pt x="5469884" y="1668810"/>
                  </a:lnTo>
                  <a:lnTo>
                    <a:pt x="5468603" y="1668810"/>
                  </a:lnTo>
                  <a:lnTo>
                    <a:pt x="5467321" y="1668810"/>
                  </a:lnTo>
                  <a:lnTo>
                    <a:pt x="5466039" y="1668810"/>
                  </a:lnTo>
                  <a:lnTo>
                    <a:pt x="5464757" y="1668810"/>
                  </a:lnTo>
                  <a:lnTo>
                    <a:pt x="5463475" y="1668810"/>
                  </a:lnTo>
                  <a:lnTo>
                    <a:pt x="5462193" y="1668810"/>
                  </a:lnTo>
                  <a:lnTo>
                    <a:pt x="5460912" y="1668810"/>
                  </a:lnTo>
                  <a:lnTo>
                    <a:pt x="5459630" y="1668810"/>
                  </a:lnTo>
                  <a:lnTo>
                    <a:pt x="5458348" y="1668810"/>
                  </a:lnTo>
                  <a:lnTo>
                    <a:pt x="5457066" y="1668810"/>
                  </a:lnTo>
                  <a:lnTo>
                    <a:pt x="5455784" y="1668810"/>
                  </a:lnTo>
                  <a:lnTo>
                    <a:pt x="5454502" y="1668810"/>
                  </a:lnTo>
                  <a:lnTo>
                    <a:pt x="5453221" y="1668810"/>
                  </a:lnTo>
                  <a:lnTo>
                    <a:pt x="5451939" y="1668810"/>
                  </a:lnTo>
                  <a:lnTo>
                    <a:pt x="5450657" y="1668810"/>
                  </a:lnTo>
                  <a:lnTo>
                    <a:pt x="5449375" y="1668810"/>
                  </a:lnTo>
                  <a:lnTo>
                    <a:pt x="5448093" y="1668810"/>
                  </a:lnTo>
                  <a:lnTo>
                    <a:pt x="5446811" y="1668810"/>
                  </a:lnTo>
                  <a:lnTo>
                    <a:pt x="5445529" y="1668810"/>
                  </a:lnTo>
                  <a:lnTo>
                    <a:pt x="5444248" y="1668810"/>
                  </a:lnTo>
                  <a:lnTo>
                    <a:pt x="5442966" y="1668810"/>
                  </a:lnTo>
                  <a:lnTo>
                    <a:pt x="5441684" y="1668810"/>
                  </a:lnTo>
                  <a:lnTo>
                    <a:pt x="5440402" y="1668810"/>
                  </a:lnTo>
                  <a:lnTo>
                    <a:pt x="5439120" y="1668810"/>
                  </a:lnTo>
                  <a:lnTo>
                    <a:pt x="5437838" y="1668810"/>
                  </a:lnTo>
                  <a:lnTo>
                    <a:pt x="5436557" y="1668810"/>
                  </a:lnTo>
                  <a:lnTo>
                    <a:pt x="5435275" y="1668810"/>
                  </a:lnTo>
                  <a:lnTo>
                    <a:pt x="5433993" y="1668810"/>
                  </a:lnTo>
                  <a:lnTo>
                    <a:pt x="5432711" y="1668810"/>
                  </a:lnTo>
                  <a:lnTo>
                    <a:pt x="5431429" y="1668810"/>
                  </a:lnTo>
                  <a:lnTo>
                    <a:pt x="5430147" y="1668810"/>
                  </a:lnTo>
                  <a:lnTo>
                    <a:pt x="5428865" y="1668810"/>
                  </a:lnTo>
                  <a:lnTo>
                    <a:pt x="5427584" y="1668810"/>
                  </a:lnTo>
                  <a:lnTo>
                    <a:pt x="5426302" y="1668810"/>
                  </a:lnTo>
                  <a:lnTo>
                    <a:pt x="5425020" y="1668810"/>
                  </a:lnTo>
                  <a:lnTo>
                    <a:pt x="5423738" y="1668810"/>
                  </a:lnTo>
                  <a:lnTo>
                    <a:pt x="5422456" y="1668810"/>
                  </a:lnTo>
                  <a:lnTo>
                    <a:pt x="5421174" y="1668810"/>
                  </a:lnTo>
                  <a:lnTo>
                    <a:pt x="5419893" y="1668810"/>
                  </a:lnTo>
                  <a:lnTo>
                    <a:pt x="5418611" y="1668810"/>
                  </a:lnTo>
                  <a:lnTo>
                    <a:pt x="5417329" y="1668810"/>
                  </a:lnTo>
                  <a:lnTo>
                    <a:pt x="5416047" y="1668810"/>
                  </a:lnTo>
                  <a:lnTo>
                    <a:pt x="5414765" y="1668810"/>
                  </a:lnTo>
                  <a:lnTo>
                    <a:pt x="5413483" y="1668810"/>
                  </a:lnTo>
                  <a:lnTo>
                    <a:pt x="5412201" y="1668810"/>
                  </a:lnTo>
                  <a:lnTo>
                    <a:pt x="5410920" y="1668810"/>
                  </a:lnTo>
                  <a:lnTo>
                    <a:pt x="5409638" y="1668810"/>
                  </a:lnTo>
                  <a:lnTo>
                    <a:pt x="5408356" y="1668810"/>
                  </a:lnTo>
                  <a:lnTo>
                    <a:pt x="5407074" y="1668810"/>
                  </a:lnTo>
                  <a:lnTo>
                    <a:pt x="5405792" y="1668810"/>
                  </a:lnTo>
                  <a:lnTo>
                    <a:pt x="5404510" y="1668810"/>
                  </a:lnTo>
                  <a:lnTo>
                    <a:pt x="5403229" y="1668810"/>
                  </a:lnTo>
                  <a:lnTo>
                    <a:pt x="5401947" y="1668810"/>
                  </a:lnTo>
                  <a:lnTo>
                    <a:pt x="5400665" y="1668810"/>
                  </a:lnTo>
                  <a:lnTo>
                    <a:pt x="5399383" y="1668810"/>
                  </a:lnTo>
                  <a:lnTo>
                    <a:pt x="5398101" y="1668810"/>
                  </a:lnTo>
                  <a:lnTo>
                    <a:pt x="5396819" y="1668810"/>
                  </a:lnTo>
                  <a:lnTo>
                    <a:pt x="5395538" y="1668810"/>
                  </a:lnTo>
                  <a:lnTo>
                    <a:pt x="5394256" y="1668810"/>
                  </a:lnTo>
                  <a:lnTo>
                    <a:pt x="5392974" y="1668810"/>
                  </a:lnTo>
                  <a:lnTo>
                    <a:pt x="5391692" y="1668810"/>
                  </a:lnTo>
                  <a:lnTo>
                    <a:pt x="5390410" y="1668810"/>
                  </a:lnTo>
                  <a:lnTo>
                    <a:pt x="5389128" y="1668810"/>
                  </a:lnTo>
                  <a:lnTo>
                    <a:pt x="5387846" y="1668810"/>
                  </a:lnTo>
                  <a:lnTo>
                    <a:pt x="5386565" y="1668810"/>
                  </a:lnTo>
                  <a:lnTo>
                    <a:pt x="5385283" y="1668810"/>
                  </a:lnTo>
                  <a:lnTo>
                    <a:pt x="5384001" y="1668810"/>
                  </a:lnTo>
                  <a:lnTo>
                    <a:pt x="5382719" y="1668810"/>
                  </a:lnTo>
                  <a:lnTo>
                    <a:pt x="5381437" y="1668810"/>
                  </a:lnTo>
                  <a:lnTo>
                    <a:pt x="5380155" y="1668810"/>
                  </a:lnTo>
                  <a:lnTo>
                    <a:pt x="5378874" y="1668810"/>
                  </a:lnTo>
                  <a:lnTo>
                    <a:pt x="5377592" y="1668810"/>
                  </a:lnTo>
                  <a:lnTo>
                    <a:pt x="5376310" y="1668810"/>
                  </a:lnTo>
                  <a:lnTo>
                    <a:pt x="5375028" y="1668810"/>
                  </a:lnTo>
                  <a:lnTo>
                    <a:pt x="5373746" y="1668810"/>
                  </a:lnTo>
                  <a:lnTo>
                    <a:pt x="5372464" y="1668810"/>
                  </a:lnTo>
                  <a:lnTo>
                    <a:pt x="5371182" y="1668810"/>
                  </a:lnTo>
                  <a:lnTo>
                    <a:pt x="5369901" y="1668810"/>
                  </a:lnTo>
                  <a:lnTo>
                    <a:pt x="5368619" y="1668810"/>
                  </a:lnTo>
                  <a:lnTo>
                    <a:pt x="5367337" y="1668810"/>
                  </a:lnTo>
                  <a:lnTo>
                    <a:pt x="5366055" y="1668810"/>
                  </a:lnTo>
                  <a:lnTo>
                    <a:pt x="5364773" y="1668810"/>
                  </a:lnTo>
                  <a:lnTo>
                    <a:pt x="5363491" y="1668810"/>
                  </a:lnTo>
                  <a:lnTo>
                    <a:pt x="5362210" y="1668810"/>
                  </a:lnTo>
                  <a:lnTo>
                    <a:pt x="5360928" y="1668810"/>
                  </a:lnTo>
                  <a:lnTo>
                    <a:pt x="5359646" y="1668810"/>
                  </a:lnTo>
                  <a:lnTo>
                    <a:pt x="5358364" y="1668810"/>
                  </a:lnTo>
                  <a:lnTo>
                    <a:pt x="5357082" y="1668810"/>
                  </a:lnTo>
                  <a:lnTo>
                    <a:pt x="5355800" y="1668810"/>
                  </a:lnTo>
                  <a:lnTo>
                    <a:pt x="5354519" y="1668810"/>
                  </a:lnTo>
                  <a:lnTo>
                    <a:pt x="5353237" y="1668810"/>
                  </a:lnTo>
                  <a:lnTo>
                    <a:pt x="5351955" y="1668810"/>
                  </a:lnTo>
                  <a:lnTo>
                    <a:pt x="5350673" y="1668810"/>
                  </a:lnTo>
                  <a:lnTo>
                    <a:pt x="5349391" y="1668810"/>
                  </a:lnTo>
                  <a:lnTo>
                    <a:pt x="5348109" y="1668810"/>
                  </a:lnTo>
                  <a:lnTo>
                    <a:pt x="5346827" y="1668810"/>
                  </a:lnTo>
                  <a:lnTo>
                    <a:pt x="5345546" y="1668810"/>
                  </a:lnTo>
                  <a:lnTo>
                    <a:pt x="5344264" y="1668810"/>
                  </a:lnTo>
                  <a:lnTo>
                    <a:pt x="5342982" y="1668810"/>
                  </a:lnTo>
                  <a:lnTo>
                    <a:pt x="5341700" y="1668810"/>
                  </a:lnTo>
                  <a:lnTo>
                    <a:pt x="5340418" y="1668810"/>
                  </a:lnTo>
                  <a:lnTo>
                    <a:pt x="5339136" y="1668810"/>
                  </a:lnTo>
                  <a:lnTo>
                    <a:pt x="5337855" y="1668810"/>
                  </a:lnTo>
                  <a:lnTo>
                    <a:pt x="5336573" y="1668810"/>
                  </a:lnTo>
                  <a:lnTo>
                    <a:pt x="5335291" y="1668810"/>
                  </a:lnTo>
                  <a:lnTo>
                    <a:pt x="5334009" y="1668810"/>
                  </a:lnTo>
                  <a:lnTo>
                    <a:pt x="5332727" y="1668810"/>
                  </a:lnTo>
                  <a:lnTo>
                    <a:pt x="5331445" y="1668810"/>
                  </a:lnTo>
                  <a:lnTo>
                    <a:pt x="5330163" y="1668810"/>
                  </a:lnTo>
                  <a:lnTo>
                    <a:pt x="5328882" y="1668810"/>
                  </a:lnTo>
                  <a:lnTo>
                    <a:pt x="5327600" y="1668810"/>
                  </a:lnTo>
                  <a:lnTo>
                    <a:pt x="5326318" y="1668810"/>
                  </a:lnTo>
                  <a:lnTo>
                    <a:pt x="5325036" y="1668810"/>
                  </a:lnTo>
                  <a:lnTo>
                    <a:pt x="5323754" y="1668810"/>
                  </a:lnTo>
                  <a:lnTo>
                    <a:pt x="5322472" y="1668810"/>
                  </a:lnTo>
                  <a:lnTo>
                    <a:pt x="5321191" y="1668810"/>
                  </a:lnTo>
                  <a:lnTo>
                    <a:pt x="5319909" y="1668810"/>
                  </a:lnTo>
                  <a:lnTo>
                    <a:pt x="5318627" y="1668810"/>
                  </a:lnTo>
                  <a:lnTo>
                    <a:pt x="5317345" y="1668810"/>
                  </a:lnTo>
                  <a:lnTo>
                    <a:pt x="5316063" y="1668810"/>
                  </a:lnTo>
                  <a:lnTo>
                    <a:pt x="5314781" y="1668810"/>
                  </a:lnTo>
                  <a:lnTo>
                    <a:pt x="5313500" y="1668810"/>
                  </a:lnTo>
                  <a:lnTo>
                    <a:pt x="5312218" y="1668810"/>
                  </a:lnTo>
                  <a:lnTo>
                    <a:pt x="5310936" y="1668810"/>
                  </a:lnTo>
                  <a:lnTo>
                    <a:pt x="5309654" y="1668810"/>
                  </a:lnTo>
                  <a:lnTo>
                    <a:pt x="5308372" y="1668810"/>
                  </a:lnTo>
                  <a:lnTo>
                    <a:pt x="5307090" y="1668810"/>
                  </a:lnTo>
                  <a:lnTo>
                    <a:pt x="5305808" y="1668810"/>
                  </a:lnTo>
                  <a:lnTo>
                    <a:pt x="5304527" y="1668810"/>
                  </a:lnTo>
                  <a:lnTo>
                    <a:pt x="5303245" y="1668810"/>
                  </a:lnTo>
                  <a:lnTo>
                    <a:pt x="5301963" y="1668810"/>
                  </a:lnTo>
                  <a:lnTo>
                    <a:pt x="5300681" y="1668810"/>
                  </a:lnTo>
                  <a:lnTo>
                    <a:pt x="5299399" y="1668810"/>
                  </a:lnTo>
                  <a:lnTo>
                    <a:pt x="5298117" y="1668810"/>
                  </a:lnTo>
                  <a:lnTo>
                    <a:pt x="5296836" y="1668810"/>
                  </a:lnTo>
                  <a:lnTo>
                    <a:pt x="5295554" y="1668810"/>
                  </a:lnTo>
                  <a:lnTo>
                    <a:pt x="5294272" y="1668810"/>
                  </a:lnTo>
                  <a:lnTo>
                    <a:pt x="5292990" y="1668810"/>
                  </a:lnTo>
                  <a:lnTo>
                    <a:pt x="5291708" y="1668810"/>
                  </a:lnTo>
                  <a:lnTo>
                    <a:pt x="5290426" y="1668810"/>
                  </a:lnTo>
                  <a:lnTo>
                    <a:pt x="5289144" y="1668810"/>
                  </a:lnTo>
                  <a:lnTo>
                    <a:pt x="5287863" y="1668810"/>
                  </a:lnTo>
                  <a:lnTo>
                    <a:pt x="5286581" y="1668810"/>
                  </a:lnTo>
                  <a:lnTo>
                    <a:pt x="5285299" y="1668810"/>
                  </a:lnTo>
                  <a:lnTo>
                    <a:pt x="5284017" y="1668810"/>
                  </a:lnTo>
                  <a:lnTo>
                    <a:pt x="5282735" y="1668810"/>
                  </a:lnTo>
                  <a:lnTo>
                    <a:pt x="5281453" y="1668810"/>
                  </a:lnTo>
                  <a:lnTo>
                    <a:pt x="5280172" y="1668810"/>
                  </a:lnTo>
                  <a:lnTo>
                    <a:pt x="5278890" y="1668810"/>
                  </a:lnTo>
                  <a:lnTo>
                    <a:pt x="5277608" y="1668810"/>
                  </a:lnTo>
                  <a:lnTo>
                    <a:pt x="5276326" y="1668810"/>
                  </a:lnTo>
                  <a:lnTo>
                    <a:pt x="5275044" y="1668810"/>
                  </a:lnTo>
                  <a:lnTo>
                    <a:pt x="5273762" y="1668810"/>
                  </a:lnTo>
                  <a:lnTo>
                    <a:pt x="5272480" y="1668810"/>
                  </a:lnTo>
                  <a:lnTo>
                    <a:pt x="5271199" y="1668810"/>
                  </a:lnTo>
                  <a:lnTo>
                    <a:pt x="5269917" y="1668810"/>
                  </a:lnTo>
                  <a:lnTo>
                    <a:pt x="5268635" y="1668810"/>
                  </a:lnTo>
                  <a:lnTo>
                    <a:pt x="5267353" y="1668810"/>
                  </a:lnTo>
                  <a:lnTo>
                    <a:pt x="5266071" y="1668810"/>
                  </a:lnTo>
                  <a:lnTo>
                    <a:pt x="5264789" y="1668810"/>
                  </a:lnTo>
                  <a:lnTo>
                    <a:pt x="5263508" y="1668810"/>
                  </a:lnTo>
                  <a:lnTo>
                    <a:pt x="5262226" y="1668810"/>
                  </a:lnTo>
                  <a:lnTo>
                    <a:pt x="5260944" y="1668810"/>
                  </a:lnTo>
                  <a:lnTo>
                    <a:pt x="5259662" y="1668810"/>
                  </a:lnTo>
                  <a:lnTo>
                    <a:pt x="5258380" y="1668810"/>
                  </a:lnTo>
                  <a:lnTo>
                    <a:pt x="5257098" y="1668810"/>
                  </a:lnTo>
                  <a:lnTo>
                    <a:pt x="5255817" y="1668810"/>
                  </a:lnTo>
                  <a:lnTo>
                    <a:pt x="5254535" y="1668810"/>
                  </a:lnTo>
                  <a:lnTo>
                    <a:pt x="5253253" y="1668810"/>
                  </a:lnTo>
                  <a:lnTo>
                    <a:pt x="5251971" y="1668810"/>
                  </a:lnTo>
                  <a:lnTo>
                    <a:pt x="5250689" y="1668810"/>
                  </a:lnTo>
                  <a:lnTo>
                    <a:pt x="5249407" y="1668810"/>
                  </a:lnTo>
                  <a:lnTo>
                    <a:pt x="5248125" y="1668810"/>
                  </a:lnTo>
                  <a:lnTo>
                    <a:pt x="5246844" y="1668810"/>
                  </a:lnTo>
                  <a:lnTo>
                    <a:pt x="5245562" y="1668810"/>
                  </a:lnTo>
                  <a:lnTo>
                    <a:pt x="5244280" y="1668810"/>
                  </a:lnTo>
                  <a:lnTo>
                    <a:pt x="5242998" y="1668810"/>
                  </a:lnTo>
                  <a:lnTo>
                    <a:pt x="5241716" y="1668810"/>
                  </a:lnTo>
                  <a:lnTo>
                    <a:pt x="5240434" y="1668810"/>
                  </a:lnTo>
                  <a:lnTo>
                    <a:pt x="5239153" y="1668810"/>
                  </a:lnTo>
                  <a:lnTo>
                    <a:pt x="5237871" y="1668810"/>
                  </a:lnTo>
                  <a:lnTo>
                    <a:pt x="5236589" y="1668810"/>
                  </a:lnTo>
                  <a:lnTo>
                    <a:pt x="5235307" y="1668810"/>
                  </a:lnTo>
                  <a:lnTo>
                    <a:pt x="5234025" y="1668810"/>
                  </a:lnTo>
                  <a:lnTo>
                    <a:pt x="5232743" y="1668810"/>
                  </a:lnTo>
                  <a:lnTo>
                    <a:pt x="5231461" y="1668810"/>
                  </a:lnTo>
                  <a:lnTo>
                    <a:pt x="5230180" y="1668810"/>
                  </a:lnTo>
                  <a:lnTo>
                    <a:pt x="5228898" y="1668810"/>
                  </a:lnTo>
                  <a:lnTo>
                    <a:pt x="5227616" y="1668810"/>
                  </a:lnTo>
                  <a:lnTo>
                    <a:pt x="5226334" y="1668810"/>
                  </a:lnTo>
                  <a:lnTo>
                    <a:pt x="5225052" y="1668810"/>
                  </a:lnTo>
                  <a:lnTo>
                    <a:pt x="5223770" y="1668810"/>
                  </a:lnTo>
                  <a:lnTo>
                    <a:pt x="5222489" y="1668810"/>
                  </a:lnTo>
                  <a:lnTo>
                    <a:pt x="5221207" y="1668810"/>
                  </a:lnTo>
                  <a:lnTo>
                    <a:pt x="5219925" y="1668810"/>
                  </a:lnTo>
                  <a:lnTo>
                    <a:pt x="5218643" y="1668810"/>
                  </a:lnTo>
                  <a:lnTo>
                    <a:pt x="5217361" y="1668810"/>
                  </a:lnTo>
                  <a:lnTo>
                    <a:pt x="5216079" y="1668810"/>
                  </a:lnTo>
                  <a:lnTo>
                    <a:pt x="5214798" y="1668810"/>
                  </a:lnTo>
                  <a:lnTo>
                    <a:pt x="5213516" y="1668810"/>
                  </a:lnTo>
                  <a:lnTo>
                    <a:pt x="5212234" y="1668810"/>
                  </a:lnTo>
                  <a:lnTo>
                    <a:pt x="5210952" y="1668810"/>
                  </a:lnTo>
                  <a:lnTo>
                    <a:pt x="5209670" y="1668810"/>
                  </a:lnTo>
                  <a:lnTo>
                    <a:pt x="5208388" y="1668810"/>
                  </a:lnTo>
                  <a:lnTo>
                    <a:pt x="5207106" y="1668810"/>
                  </a:lnTo>
                  <a:lnTo>
                    <a:pt x="5205825" y="1668810"/>
                  </a:lnTo>
                  <a:lnTo>
                    <a:pt x="5204543" y="1668810"/>
                  </a:lnTo>
                  <a:lnTo>
                    <a:pt x="5203261" y="1668810"/>
                  </a:lnTo>
                  <a:lnTo>
                    <a:pt x="5201979" y="1668810"/>
                  </a:lnTo>
                  <a:lnTo>
                    <a:pt x="5200697" y="1668810"/>
                  </a:lnTo>
                  <a:lnTo>
                    <a:pt x="5199415" y="1668810"/>
                  </a:lnTo>
                  <a:lnTo>
                    <a:pt x="5198134" y="1668810"/>
                  </a:lnTo>
                  <a:lnTo>
                    <a:pt x="5196852" y="1668810"/>
                  </a:lnTo>
                  <a:lnTo>
                    <a:pt x="5195570" y="1668810"/>
                  </a:lnTo>
                  <a:lnTo>
                    <a:pt x="5194288" y="1668810"/>
                  </a:lnTo>
                  <a:lnTo>
                    <a:pt x="5193006" y="1668810"/>
                  </a:lnTo>
                  <a:lnTo>
                    <a:pt x="5191724" y="1668810"/>
                  </a:lnTo>
                  <a:lnTo>
                    <a:pt x="5190442" y="1668810"/>
                  </a:lnTo>
                  <a:lnTo>
                    <a:pt x="5189161" y="1668810"/>
                  </a:lnTo>
                  <a:lnTo>
                    <a:pt x="5187879" y="1668810"/>
                  </a:lnTo>
                  <a:lnTo>
                    <a:pt x="5186597" y="1668810"/>
                  </a:lnTo>
                  <a:lnTo>
                    <a:pt x="5185315" y="1668810"/>
                  </a:lnTo>
                  <a:lnTo>
                    <a:pt x="5184033" y="1668810"/>
                  </a:lnTo>
                  <a:lnTo>
                    <a:pt x="5182751" y="1668810"/>
                  </a:lnTo>
                  <a:lnTo>
                    <a:pt x="5181470" y="1668810"/>
                  </a:lnTo>
                  <a:lnTo>
                    <a:pt x="5180188" y="1668810"/>
                  </a:lnTo>
                  <a:lnTo>
                    <a:pt x="5178906" y="1668810"/>
                  </a:lnTo>
                  <a:lnTo>
                    <a:pt x="5177624" y="1668810"/>
                  </a:lnTo>
                  <a:lnTo>
                    <a:pt x="5176342" y="1668810"/>
                  </a:lnTo>
                  <a:lnTo>
                    <a:pt x="5175060" y="1668810"/>
                  </a:lnTo>
                  <a:lnTo>
                    <a:pt x="5173778" y="1668810"/>
                  </a:lnTo>
                  <a:lnTo>
                    <a:pt x="5172497" y="1668810"/>
                  </a:lnTo>
                  <a:lnTo>
                    <a:pt x="5171215" y="1668810"/>
                  </a:lnTo>
                  <a:lnTo>
                    <a:pt x="5169933" y="1668810"/>
                  </a:lnTo>
                  <a:lnTo>
                    <a:pt x="5168651" y="1668810"/>
                  </a:lnTo>
                  <a:lnTo>
                    <a:pt x="5167369" y="1668810"/>
                  </a:lnTo>
                  <a:lnTo>
                    <a:pt x="5166087" y="1668810"/>
                  </a:lnTo>
                  <a:lnTo>
                    <a:pt x="5164806" y="1668810"/>
                  </a:lnTo>
                  <a:lnTo>
                    <a:pt x="5163524" y="1668810"/>
                  </a:lnTo>
                  <a:lnTo>
                    <a:pt x="5162242" y="1668810"/>
                  </a:lnTo>
                  <a:lnTo>
                    <a:pt x="5160960" y="1668810"/>
                  </a:lnTo>
                  <a:lnTo>
                    <a:pt x="5159678" y="1668810"/>
                  </a:lnTo>
                  <a:lnTo>
                    <a:pt x="5158396" y="1668810"/>
                  </a:lnTo>
                  <a:lnTo>
                    <a:pt x="5157115" y="1668810"/>
                  </a:lnTo>
                  <a:lnTo>
                    <a:pt x="5155833" y="1668810"/>
                  </a:lnTo>
                  <a:lnTo>
                    <a:pt x="5154551" y="1668810"/>
                  </a:lnTo>
                  <a:lnTo>
                    <a:pt x="5153269" y="1668810"/>
                  </a:lnTo>
                  <a:lnTo>
                    <a:pt x="5151987" y="1668810"/>
                  </a:lnTo>
                  <a:lnTo>
                    <a:pt x="5150705" y="1668810"/>
                  </a:lnTo>
                  <a:lnTo>
                    <a:pt x="5149423" y="1668810"/>
                  </a:lnTo>
                  <a:lnTo>
                    <a:pt x="5148142" y="1668810"/>
                  </a:lnTo>
                  <a:lnTo>
                    <a:pt x="5146860" y="1668810"/>
                  </a:lnTo>
                  <a:lnTo>
                    <a:pt x="5145578" y="1668810"/>
                  </a:lnTo>
                  <a:lnTo>
                    <a:pt x="5144296" y="1668810"/>
                  </a:lnTo>
                  <a:lnTo>
                    <a:pt x="5143014" y="1668810"/>
                  </a:lnTo>
                  <a:lnTo>
                    <a:pt x="5141732" y="1668810"/>
                  </a:lnTo>
                  <a:lnTo>
                    <a:pt x="5140451" y="1668810"/>
                  </a:lnTo>
                  <a:lnTo>
                    <a:pt x="5139169" y="1668810"/>
                  </a:lnTo>
                  <a:lnTo>
                    <a:pt x="5137887" y="1668810"/>
                  </a:lnTo>
                  <a:lnTo>
                    <a:pt x="5136605" y="1668810"/>
                  </a:lnTo>
                  <a:lnTo>
                    <a:pt x="5135323" y="1668810"/>
                  </a:lnTo>
                  <a:lnTo>
                    <a:pt x="5134041" y="1668810"/>
                  </a:lnTo>
                  <a:lnTo>
                    <a:pt x="5132759" y="1668810"/>
                  </a:lnTo>
                  <a:lnTo>
                    <a:pt x="5131478" y="1668810"/>
                  </a:lnTo>
                  <a:lnTo>
                    <a:pt x="5130196" y="1668810"/>
                  </a:lnTo>
                  <a:lnTo>
                    <a:pt x="5128914" y="1668810"/>
                  </a:lnTo>
                  <a:lnTo>
                    <a:pt x="5127632" y="1668810"/>
                  </a:lnTo>
                  <a:lnTo>
                    <a:pt x="5126350" y="1668810"/>
                  </a:lnTo>
                  <a:lnTo>
                    <a:pt x="5125068" y="1668810"/>
                  </a:lnTo>
                  <a:lnTo>
                    <a:pt x="5123787" y="1668810"/>
                  </a:lnTo>
                  <a:lnTo>
                    <a:pt x="5122505" y="1668810"/>
                  </a:lnTo>
                  <a:lnTo>
                    <a:pt x="5121223" y="1668810"/>
                  </a:lnTo>
                  <a:lnTo>
                    <a:pt x="5119941" y="1668810"/>
                  </a:lnTo>
                  <a:lnTo>
                    <a:pt x="5118659" y="1668810"/>
                  </a:lnTo>
                  <a:lnTo>
                    <a:pt x="5117377" y="1668810"/>
                  </a:lnTo>
                  <a:lnTo>
                    <a:pt x="5116096" y="1668810"/>
                  </a:lnTo>
                  <a:lnTo>
                    <a:pt x="5114814" y="1668810"/>
                  </a:lnTo>
                  <a:lnTo>
                    <a:pt x="5113532" y="1668810"/>
                  </a:lnTo>
                  <a:lnTo>
                    <a:pt x="5112250" y="1668810"/>
                  </a:lnTo>
                  <a:lnTo>
                    <a:pt x="5110968" y="1668810"/>
                  </a:lnTo>
                  <a:lnTo>
                    <a:pt x="5109686" y="1668810"/>
                  </a:lnTo>
                  <a:lnTo>
                    <a:pt x="5108404" y="1668810"/>
                  </a:lnTo>
                  <a:lnTo>
                    <a:pt x="5107123" y="1668810"/>
                  </a:lnTo>
                  <a:lnTo>
                    <a:pt x="5105841" y="1668810"/>
                  </a:lnTo>
                  <a:lnTo>
                    <a:pt x="5104559" y="1668810"/>
                  </a:lnTo>
                  <a:lnTo>
                    <a:pt x="5103277" y="1668810"/>
                  </a:lnTo>
                  <a:lnTo>
                    <a:pt x="5101995" y="1668810"/>
                  </a:lnTo>
                  <a:lnTo>
                    <a:pt x="5100713" y="1668810"/>
                  </a:lnTo>
                  <a:lnTo>
                    <a:pt x="5099432" y="1668810"/>
                  </a:lnTo>
                  <a:lnTo>
                    <a:pt x="5098150" y="1668810"/>
                  </a:lnTo>
                  <a:lnTo>
                    <a:pt x="5096868" y="1668810"/>
                  </a:lnTo>
                  <a:lnTo>
                    <a:pt x="5095586" y="1668810"/>
                  </a:lnTo>
                  <a:lnTo>
                    <a:pt x="5094304" y="1668810"/>
                  </a:lnTo>
                  <a:lnTo>
                    <a:pt x="5093022" y="1668810"/>
                  </a:lnTo>
                  <a:lnTo>
                    <a:pt x="5091740" y="1668810"/>
                  </a:lnTo>
                  <a:lnTo>
                    <a:pt x="5090459" y="1668810"/>
                  </a:lnTo>
                  <a:lnTo>
                    <a:pt x="5089177" y="1668810"/>
                  </a:lnTo>
                  <a:lnTo>
                    <a:pt x="5087895" y="1668810"/>
                  </a:lnTo>
                  <a:lnTo>
                    <a:pt x="5086613" y="1668810"/>
                  </a:lnTo>
                  <a:lnTo>
                    <a:pt x="5085331" y="1668810"/>
                  </a:lnTo>
                  <a:lnTo>
                    <a:pt x="5084049" y="1668810"/>
                  </a:lnTo>
                  <a:lnTo>
                    <a:pt x="5082768" y="1668810"/>
                  </a:lnTo>
                  <a:lnTo>
                    <a:pt x="5081486" y="1668810"/>
                  </a:lnTo>
                  <a:lnTo>
                    <a:pt x="5080204" y="1668810"/>
                  </a:lnTo>
                  <a:lnTo>
                    <a:pt x="5078922" y="1668810"/>
                  </a:lnTo>
                  <a:lnTo>
                    <a:pt x="5077640" y="1668810"/>
                  </a:lnTo>
                  <a:lnTo>
                    <a:pt x="5076358" y="1668810"/>
                  </a:lnTo>
                  <a:lnTo>
                    <a:pt x="5075077" y="1668810"/>
                  </a:lnTo>
                  <a:lnTo>
                    <a:pt x="5073795" y="1668810"/>
                  </a:lnTo>
                  <a:lnTo>
                    <a:pt x="5072513" y="1668810"/>
                  </a:lnTo>
                  <a:lnTo>
                    <a:pt x="5071231" y="1668810"/>
                  </a:lnTo>
                  <a:lnTo>
                    <a:pt x="5069949" y="1668810"/>
                  </a:lnTo>
                  <a:lnTo>
                    <a:pt x="5068667" y="1668810"/>
                  </a:lnTo>
                  <a:lnTo>
                    <a:pt x="5067385" y="1668810"/>
                  </a:lnTo>
                  <a:lnTo>
                    <a:pt x="5066104" y="1668810"/>
                  </a:lnTo>
                  <a:lnTo>
                    <a:pt x="5064822" y="1668810"/>
                  </a:lnTo>
                  <a:lnTo>
                    <a:pt x="5063540" y="1668810"/>
                  </a:lnTo>
                  <a:lnTo>
                    <a:pt x="5062258" y="1668810"/>
                  </a:lnTo>
                  <a:lnTo>
                    <a:pt x="5060976" y="1668810"/>
                  </a:lnTo>
                  <a:lnTo>
                    <a:pt x="5059694" y="1668810"/>
                  </a:lnTo>
                  <a:lnTo>
                    <a:pt x="5058413" y="1668810"/>
                  </a:lnTo>
                  <a:lnTo>
                    <a:pt x="5057131" y="1668810"/>
                  </a:lnTo>
                  <a:lnTo>
                    <a:pt x="5055849" y="1668810"/>
                  </a:lnTo>
                  <a:lnTo>
                    <a:pt x="5054567" y="1668810"/>
                  </a:lnTo>
                  <a:lnTo>
                    <a:pt x="5053285" y="1668810"/>
                  </a:lnTo>
                  <a:lnTo>
                    <a:pt x="5052003" y="1668810"/>
                  </a:lnTo>
                  <a:lnTo>
                    <a:pt x="5050721" y="1668810"/>
                  </a:lnTo>
                  <a:lnTo>
                    <a:pt x="5049440" y="1668810"/>
                  </a:lnTo>
                  <a:lnTo>
                    <a:pt x="5048158" y="1668810"/>
                  </a:lnTo>
                  <a:lnTo>
                    <a:pt x="5046876" y="1668810"/>
                  </a:lnTo>
                  <a:lnTo>
                    <a:pt x="5045594" y="1668810"/>
                  </a:lnTo>
                  <a:lnTo>
                    <a:pt x="5044312" y="1668810"/>
                  </a:lnTo>
                  <a:lnTo>
                    <a:pt x="5043030" y="1668810"/>
                  </a:lnTo>
                  <a:lnTo>
                    <a:pt x="5041749" y="1668810"/>
                  </a:lnTo>
                  <a:lnTo>
                    <a:pt x="5040467" y="1668810"/>
                  </a:lnTo>
                  <a:lnTo>
                    <a:pt x="5039185" y="1668810"/>
                  </a:lnTo>
                  <a:lnTo>
                    <a:pt x="5037903" y="1668810"/>
                  </a:lnTo>
                  <a:lnTo>
                    <a:pt x="5036621" y="1668810"/>
                  </a:lnTo>
                  <a:lnTo>
                    <a:pt x="5035339" y="1668810"/>
                  </a:lnTo>
                  <a:lnTo>
                    <a:pt x="5034057" y="1668810"/>
                  </a:lnTo>
                  <a:lnTo>
                    <a:pt x="5032776" y="1668810"/>
                  </a:lnTo>
                  <a:lnTo>
                    <a:pt x="5031494" y="1668810"/>
                  </a:lnTo>
                  <a:lnTo>
                    <a:pt x="5030212" y="1668810"/>
                  </a:lnTo>
                  <a:lnTo>
                    <a:pt x="5028930" y="1668810"/>
                  </a:lnTo>
                  <a:lnTo>
                    <a:pt x="5027648" y="1668810"/>
                  </a:lnTo>
                  <a:lnTo>
                    <a:pt x="5026366" y="1668810"/>
                  </a:lnTo>
                  <a:lnTo>
                    <a:pt x="5025085" y="1668810"/>
                  </a:lnTo>
                  <a:lnTo>
                    <a:pt x="5023803" y="1668810"/>
                  </a:lnTo>
                  <a:lnTo>
                    <a:pt x="5022521" y="1668810"/>
                  </a:lnTo>
                  <a:lnTo>
                    <a:pt x="5021239" y="1668810"/>
                  </a:lnTo>
                  <a:lnTo>
                    <a:pt x="5019957" y="1668810"/>
                  </a:lnTo>
                  <a:lnTo>
                    <a:pt x="5018675" y="1668810"/>
                  </a:lnTo>
                  <a:lnTo>
                    <a:pt x="5017394" y="1668810"/>
                  </a:lnTo>
                  <a:lnTo>
                    <a:pt x="5016112" y="1668810"/>
                  </a:lnTo>
                  <a:lnTo>
                    <a:pt x="5014830" y="1668810"/>
                  </a:lnTo>
                  <a:lnTo>
                    <a:pt x="5013548" y="1668810"/>
                  </a:lnTo>
                  <a:lnTo>
                    <a:pt x="5012266" y="1668810"/>
                  </a:lnTo>
                  <a:lnTo>
                    <a:pt x="5010984" y="1668810"/>
                  </a:lnTo>
                  <a:lnTo>
                    <a:pt x="5009702" y="1668810"/>
                  </a:lnTo>
                  <a:lnTo>
                    <a:pt x="5008421" y="1668810"/>
                  </a:lnTo>
                  <a:lnTo>
                    <a:pt x="5007139" y="1668810"/>
                  </a:lnTo>
                  <a:lnTo>
                    <a:pt x="5005857" y="1668810"/>
                  </a:lnTo>
                  <a:lnTo>
                    <a:pt x="5004575" y="1668810"/>
                  </a:lnTo>
                  <a:lnTo>
                    <a:pt x="5003293" y="1668810"/>
                  </a:lnTo>
                  <a:lnTo>
                    <a:pt x="5002011" y="1668810"/>
                  </a:lnTo>
                  <a:lnTo>
                    <a:pt x="5000730" y="1668810"/>
                  </a:lnTo>
                  <a:lnTo>
                    <a:pt x="4999448" y="1668810"/>
                  </a:lnTo>
                  <a:lnTo>
                    <a:pt x="4998166" y="1668810"/>
                  </a:lnTo>
                  <a:lnTo>
                    <a:pt x="4996884" y="1668810"/>
                  </a:lnTo>
                  <a:lnTo>
                    <a:pt x="4995602" y="1668810"/>
                  </a:lnTo>
                  <a:lnTo>
                    <a:pt x="4994320" y="1668810"/>
                  </a:lnTo>
                  <a:lnTo>
                    <a:pt x="4993038" y="1668810"/>
                  </a:lnTo>
                  <a:lnTo>
                    <a:pt x="4991757" y="1668810"/>
                  </a:lnTo>
                  <a:lnTo>
                    <a:pt x="4990475" y="1668810"/>
                  </a:lnTo>
                  <a:lnTo>
                    <a:pt x="4989193" y="1668810"/>
                  </a:lnTo>
                  <a:lnTo>
                    <a:pt x="4987911" y="1668810"/>
                  </a:lnTo>
                  <a:lnTo>
                    <a:pt x="4986629" y="1668810"/>
                  </a:lnTo>
                  <a:lnTo>
                    <a:pt x="4985347" y="1668810"/>
                  </a:lnTo>
                  <a:lnTo>
                    <a:pt x="4984066" y="1668810"/>
                  </a:lnTo>
                  <a:lnTo>
                    <a:pt x="4982784" y="1668810"/>
                  </a:lnTo>
                  <a:lnTo>
                    <a:pt x="4981502" y="1668810"/>
                  </a:lnTo>
                  <a:lnTo>
                    <a:pt x="4980220" y="1668810"/>
                  </a:lnTo>
                  <a:lnTo>
                    <a:pt x="4978938" y="1668810"/>
                  </a:lnTo>
                  <a:lnTo>
                    <a:pt x="4977656" y="1668810"/>
                  </a:lnTo>
                  <a:lnTo>
                    <a:pt x="4976375" y="1668810"/>
                  </a:lnTo>
                  <a:lnTo>
                    <a:pt x="4975093" y="1668810"/>
                  </a:lnTo>
                  <a:lnTo>
                    <a:pt x="4973811" y="1668810"/>
                  </a:lnTo>
                  <a:lnTo>
                    <a:pt x="4972529" y="1668810"/>
                  </a:lnTo>
                  <a:lnTo>
                    <a:pt x="4971247" y="1668810"/>
                  </a:lnTo>
                  <a:lnTo>
                    <a:pt x="4969965" y="1668810"/>
                  </a:lnTo>
                  <a:lnTo>
                    <a:pt x="4968683" y="1668810"/>
                  </a:lnTo>
                  <a:lnTo>
                    <a:pt x="4967402" y="1668810"/>
                  </a:lnTo>
                  <a:lnTo>
                    <a:pt x="4966120" y="1668810"/>
                  </a:lnTo>
                  <a:lnTo>
                    <a:pt x="4964838" y="1668810"/>
                  </a:lnTo>
                  <a:lnTo>
                    <a:pt x="4963556" y="1668810"/>
                  </a:lnTo>
                  <a:lnTo>
                    <a:pt x="4962274" y="1668810"/>
                  </a:lnTo>
                  <a:lnTo>
                    <a:pt x="4960992" y="1668810"/>
                  </a:lnTo>
                  <a:lnTo>
                    <a:pt x="4959711" y="1668810"/>
                  </a:lnTo>
                  <a:lnTo>
                    <a:pt x="4958429" y="1668810"/>
                  </a:lnTo>
                  <a:lnTo>
                    <a:pt x="4957147" y="1668810"/>
                  </a:lnTo>
                  <a:lnTo>
                    <a:pt x="4955865" y="1668810"/>
                  </a:lnTo>
                  <a:lnTo>
                    <a:pt x="4954583" y="1668810"/>
                  </a:lnTo>
                  <a:lnTo>
                    <a:pt x="4953301" y="1668810"/>
                  </a:lnTo>
                  <a:lnTo>
                    <a:pt x="4952019" y="1668810"/>
                  </a:lnTo>
                  <a:lnTo>
                    <a:pt x="4950738" y="1668810"/>
                  </a:lnTo>
                  <a:lnTo>
                    <a:pt x="4949456" y="1668810"/>
                  </a:lnTo>
                  <a:lnTo>
                    <a:pt x="4948174" y="1668810"/>
                  </a:lnTo>
                  <a:lnTo>
                    <a:pt x="4946892" y="1668810"/>
                  </a:lnTo>
                  <a:lnTo>
                    <a:pt x="4945610" y="1668810"/>
                  </a:lnTo>
                  <a:lnTo>
                    <a:pt x="4944328" y="1668810"/>
                  </a:lnTo>
                  <a:lnTo>
                    <a:pt x="4943047" y="1668810"/>
                  </a:lnTo>
                  <a:lnTo>
                    <a:pt x="4941765" y="1668810"/>
                  </a:lnTo>
                  <a:lnTo>
                    <a:pt x="4940483" y="1668810"/>
                  </a:lnTo>
                  <a:lnTo>
                    <a:pt x="4939201" y="1668810"/>
                  </a:lnTo>
                  <a:lnTo>
                    <a:pt x="4937919" y="1668810"/>
                  </a:lnTo>
                  <a:lnTo>
                    <a:pt x="4936637" y="1668810"/>
                  </a:lnTo>
                  <a:lnTo>
                    <a:pt x="4935356" y="1668810"/>
                  </a:lnTo>
                  <a:lnTo>
                    <a:pt x="4934074" y="1668810"/>
                  </a:lnTo>
                  <a:lnTo>
                    <a:pt x="4932792" y="1668810"/>
                  </a:lnTo>
                  <a:lnTo>
                    <a:pt x="4931510" y="1668810"/>
                  </a:lnTo>
                  <a:lnTo>
                    <a:pt x="4930228" y="1668810"/>
                  </a:lnTo>
                  <a:lnTo>
                    <a:pt x="4928946" y="1668810"/>
                  </a:lnTo>
                  <a:lnTo>
                    <a:pt x="4927664" y="1668810"/>
                  </a:lnTo>
                  <a:lnTo>
                    <a:pt x="4926383" y="1668810"/>
                  </a:lnTo>
                  <a:lnTo>
                    <a:pt x="4925101" y="1668810"/>
                  </a:lnTo>
                  <a:lnTo>
                    <a:pt x="4923819" y="1668810"/>
                  </a:lnTo>
                  <a:lnTo>
                    <a:pt x="4922537" y="1668810"/>
                  </a:lnTo>
                  <a:lnTo>
                    <a:pt x="4921255" y="1668810"/>
                  </a:lnTo>
                  <a:lnTo>
                    <a:pt x="4919973" y="1668810"/>
                  </a:lnTo>
                  <a:lnTo>
                    <a:pt x="4918692" y="1668810"/>
                  </a:lnTo>
                  <a:lnTo>
                    <a:pt x="4917410" y="1668810"/>
                  </a:lnTo>
                  <a:lnTo>
                    <a:pt x="4916128" y="1668810"/>
                  </a:lnTo>
                  <a:lnTo>
                    <a:pt x="4914846" y="1668810"/>
                  </a:lnTo>
                  <a:lnTo>
                    <a:pt x="4913564" y="1668810"/>
                  </a:lnTo>
                  <a:lnTo>
                    <a:pt x="4912282" y="1668810"/>
                  </a:lnTo>
                  <a:lnTo>
                    <a:pt x="4911000" y="1668810"/>
                  </a:lnTo>
                  <a:lnTo>
                    <a:pt x="4909719" y="1668810"/>
                  </a:lnTo>
                  <a:lnTo>
                    <a:pt x="4908437" y="1668810"/>
                  </a:lnTo>
                  <a:lnTo>
                    <a:pt x="4907155" y="1668810"/>
                  </a:lnTo>
                  <a:lnTo>
                    <a:pt x="4905873" y="1668810"/>
                  </a:lnTo>
                  <a:lnTo>
                    <a:pt x="4904591" y="1668810"/>
                  </a:lnTo>
                  <a:lnTo>
                    <a:pt x="4903309" y="1668810"/>
                  </a:lnTo>
                  <a:lnTo>
                    <a:pt x="4902028" y="1668810"/>
                  </a:lnTo>
                  <a:lnTo>
                    <a:pt x="4900746" y="1668810"/>
                  </a:lnTo>
                  <a:lnTo>
                    <a:pt x="4899464" y="1668810"/>
                  </a:lnTo>
                  <a:lnTo>
                    <a:pt x="4898182" y="1668810"/>
                  </a:lnTo>
                  <a:lnTo>
                    <a:pt x="4896900" y="1668810"/>
                  </a:lnTo>
                  <a:lnTo>
                    <a:pt x="4895618" y="1668810"/>
                  </a:lnTo>
                  <a:lnTo>
                    <a:pt x="4894336" y="1668810"/>
                  </a:lnTo>
                  <a:lnTo>
                    <a:pt x="4893055" y="1668810"/>
                  </a:lnTo>
                  <a:lnTo>
                    <a:pt x="4891773" y="1668810"/>
                  </a:lnTo>
                  <a:lnTo>
                    <a:pt x="4890491" y="1668810"/>
                  </a:lnTo>
                  <a:lnTo>
                    <a:pt x="4889209" y="1668810"/>
                  </a:lnTo>
                  <a:lnTo>
                    <a:pt x="4887927" y="1668810"/>
                  </a:lnTo>
                  <a:lnTo>
                    <a:pt x="4886645" y="1668810"/>
                  </a:lnTo>
                  <a:lnTo>
                    <a:pt x="4885364" y="1668810"/>
                  </a:lnTo>
                  <a:lnTo>
                    <a:pt x="4884082" y="1668810"/>
                  </a:lnTo>
                  <a:lnTo>
                    <a:pt x="4882800" y="1668810"/>
                  </a:lnTo>
                  <a:lnTo>
                    <a:pt x="4881518" y="1668810"/>
                  </a:lnTo>
                  <a:lnTo>
                    <a:pt x="4880236" y="1668810"/>
                  </a:lnTo>
                  <a:lnTo>
                    <a:pt x="4878954" y="1668810"/>
                  </a:lnTo>
                  <a:lnTo>
                    <a:pt x="4877673" y="1668810"/>
                  </a:lnTo>
                  <a:lnTo>
                    <a:pt x="4876391" y="1668810"/>
                  </a:lnTo>
                  <a:lnTo>
                    <a:pt x="4875109" y="1668810"/>
                  </a:lnTo>
                  <a:lnTo>
                    <a:pt x="4873827" y="1668810"/>
                  </a:lnTo>
                  <a:lnTo>
                    <a:pt x="4872545" y="1668810"/>
                  </a:lnTo>
                  <a:lnTo>
                    <a:pt x="4871263" y="1668810"/>
                  </a:lnTo>
                  <a:lnTo>
                    <a:pt x="4869981" y="1668810"/>
                  </a:lnTo>
                  <a:lnTo>
                    <a:pt x="4868700" y="1668810"/>
                  </a:lnTo>
                  <a:lnTo>
                    <a:pt x="4867418" y="1668810"/>
                  </a:lnTo>
                  <a:lnTo>
                    <a:pt x="4866136" y="1668810"/>
                  </a:lnTo>
                  <a:lnTo>
                    <a:pt x="4864854" y="1668810"/>
                  </a:lnTo>
                  <a:lnTo>
                    <a:pt x="4863572" y="1668810"/>
                  </a:lnTo>
                  <a:lnTo>
                    <a:pt x="4862290" y="1668810"/>
                  </a:lnTo>
                  <a:lnTo>
                    <a:pt x="4861009" y="1668810"/>
                  </a:lnTo>
                  <a:lnTo>
                    <a:pt x="4859727" y="1668810"/>
                  </a:lnTo>
                  <a:lnTo>
                    <a:pt x="4858445" y="1668810"/>
                  </a:lnTo>
                  <a:lnTo>
                    <a:pt x="4857163" y="1668810"/>
                  </a:lnTo>
                  <a:lnTo>
                    <a:pt x="4855881" y="1668810"/>
                  </a:lnTo>
                  <a:lnTo>
                    <a:pt x="4854599" y="1668810"/>
                  </a:lnTo>
                  <a:lnTo>
                    <a:pt x="4853317" y="1668810"/>
                  </a:lnTo>
                  <a:lnTo>
                    <a:pt x="4852036" y="1668810"/>
                  </a:lnTo>
                  <a:lnTo>
                    <a:pt x="4850754" y="1668810"/>
                  </a:lnTo>
                  <a:lnTo>
                    <a:pt x="4849472" y="1668810"/>
                  </a:lnTo>
                  <a:lnTo>
                    <a:pt x="4848190" y="1668810"/>
                  </a:lnTo>
                  <a:lnTo>
                    <a:pt x="4846908" y="1668810"/>
                  </a:lnTo>
                  <a:lnTo>
                    <a:pt x="4845626" y="1668810"/>
                  </a:lnTo>
                  <a:lnTo>
                    <a:pt x="4844345" y="1668810"/>
                  </a:lnTo>
                  <a:lnTo>
                    <a:pt x="4843063" y="1668810"/>
                  </a:lnTo>
                  <a:lnTo>
                    <a:pt x="4841781" y="1668810"/>
                  </a:lnTo>
                  <a:lnTo>
                    <a:pt x="4840499" y="1668810"/>
                  </a:lnTo>
                  <a:lnTo>
                    <a:pt x="4839217" y="1668810"/>
                  </a:lnTo>
                  <a:lnTo>
                    <a:pt x="4837935" y="1668810"/>
                  </a:lnTo>
                  <a:lnTo>
                    <a:pt x="4836654" y="1668810"/>
                  </a:lnTo>
                  <a:lnTo>
                    <a:pt x="4835372" y="1668810"/>
                  </a:lnTo>
                  <a:lnTo>
                    <a:pt x="4834090" y="1668810"/>
                  </a:lnTo>
                  <a:lnTo>
                    <a:pt x="4832808" y="1668810"/>
                  </a:lnTo>
                  <a:lnTo>
                    <a:pt x="4831526" y="1668810"/>
                  </a:lnTo>
                  <a:lnTo>
                    <a:pt x="4830244" y="1668810"/>
                  </a:lnTo>
                  <a:lnTo>
                    <a:pt x="4828962" y="1668810"/>
                  </a:lnTo>
                  <a:lnTo>
                    <a:pt x="4827681" y="1668810"/>
                  </a:lnTo>
                  <a:lnTo>
                    <a:pt x="4826399" y="1668810"/>
                  </a:lnTo>
                  <a:lnTo>
                    <a:pt x="4825117" y="1668810"/>
                  </a:lnTo>
                  <a:lnTo>
                    <a:pt x="4823835" y="1668810"/>
                  </a:lnTo>
                  <a:lnTo>
                    <a:pt x="4822553" y="1668810"/>
                  </a:lnTo>
                  <a:lnTo>
                    <a:pt x="4821271" y="1668810"/>
                  </a:lnTo>
                  <a:lnTo>
                    <a:pt x="4819990" y="1668810"/>
                  </a:lnTo>
                  <a:lnTo>
                    <a:pt x="4818708" y="1668810"/>
                  </a:lnTo>
                  <a:lnTo>
                    <a:pt x="4817426" y="1668810"/>
                  </a:lnTo>
                  <a:lnTo>
                    <a:pt x="4816144" y="1668810"/>
                  </a:lnTo>
                  <a:lnTo>
                    <a:pt x="4814862" y="1668810"/>
                  </a:lnTo>
                  <a:lnTo>
                    <a:pt x="4813580" y="1668810"/>
                  </a:lnTo>
                  <a:lnTo>
                    <a:pt x="4812298" y="1668810"/>
                  </a:lnTo>
                  <a:lnTo>
                    <a:pt x="4811017" y="1668810"/>
                  </a:lnTo>
                  <a:lnTo>
                    <a:pt x="4809735" y="1668810"/>
                  </a:lnTo>
                  <a:lnTo>
                    <a:pt x="4808453" y="1668810"/>
                  </a:lnTo>
                  <a:lnTo>
                    <a:pt x="4807171" y="1668810"/>
                  </a:lnTo>
                  <a:lnTo>
                    <a:pt x="4805889" y="1668810"/>
                  </a:lnTo>
                  <a:lnTo>
                    <a:pt x="4804607" y="1668810"/>
                  </a:lnTo>
                  <a:lnTo>
                    <a:pt x="4803326" y="1668810"/>
                  </a:lnTo>
                  <a:lnTo>
                    <a:pt x="4802044" y="1668810"/>
                  </a:lnTo>
                  <a:lnTo>
                    <a:pt x="4800762" y="1668810"/>
                  </a:lnTo>
                  <a:lnTo>
                    <a:pt x="4799480" y="1668810"/>
                  </a:lnTo>
                  <a:lnTo>
                    <a:pt x="4798198" y="1668810"/>
                  </a:lnTo>
                  <a:lnTo>
                    <a:pt x="4796916" y="1668810"/>
                  </a:lnTo>
                  <a:lnTo>
                    <a:pt x="4795635" y="1668810"/>
                  </a:lnTo>
                  <a:lnTo>
                    <a:pt x="4794353" y="1668810"/>
                  </a:lnTo>
                  <a:lnTo>
                    <a:pt x="4793071" y="1668810"/>
                  </a:lnTo>
                  <a:lnTo>
                    <a:pt x="4791789" y="1668810"/>
                  </a:lnTo>
                  <a:lnTo>
                    <a:pt x="4790507" y="1668810"/>
                  </a:lnTo>
                  <a:lnTo>
                    <a:pt x="4789225" y="1668810"/>
                  </a:lnTo>
                  <a:lnTo>
                    <a:pt x="4787943" y="1668810"/>
                  </a:lnTo>
                  <a:lnTo>
                    <a:pt x="4786662" y="1668810"/>
                  </a:lnTo>
                  <a:lnTo>
                    <a:pt x="4785380" y="1668810"/>
                  </a:lnTo>
                  <a:lnTo>
                    <a:pt x="4784098" y="1668810"/>
                  </a:lnTo>
                  <a:lnTo>
                    <a:pt x="4782816" y="1668810"/>
                  </a:lnTo>
                  <a:lnTo>
                    <a:pt x="4781534" y="1668810"/>
                  </a:lnTo>
                  <a:lnTo>
                    <a:pt x="4780252" y="1668810"/>
                  </a:lnTo>
                  <a:lnTo>
                    <a:pt x="4778971" y="1668810"/>
                  </a:lnTo>
                  <a:lnTo>
                    <a:pt x="4777689" y="1668810"/>
                  </a:lnTo>
                  <a:lnTo>
                    <a:pt x="4776407" y="1668810"/>
                  </a:lnTo>
                  <a:lnTo>
                    <a:pt x="4775125" y="1668810"/>
                  </a:lnTo>
                  <a:lnTo>
                    <a:pt x="4773843" y="1668810"/>
                  </a:lnTo>
                  <a:lnTo>
                    <a:pt x="4772561" y="1668810"/>
                  </a:lnTo>
                  <a:lnTo>
                    <a:pt x="4771279" y="1668810"/>
                  </a:lnTo>
                  <a:lnTo>
                    <a:pt x="4769998" y="1668810"/>
                  </a:lnTo>
                  <a:lnTo>
                    <a:pt x="4768716" y="1668810"/>
                  </a:lnTo>
                  <a:lnTo>
                    <a:pt x="4767434" y="1668810"/>
                  </a:lnTo>
                  <a:lnTo>
                    <a:pt x="4766152" y="1668810"/>
                  </a:lnTo>
                  <a:lnTo>
                    <a:pt x="4764870" y="1668810"/>
                  </a:lnTo>
                  <a:lnTo>
                    <a:pt x="4763588" y="1668810"/>
                  </a:lnTo>
                  <a:lnTo>
                    <a:pt x="4762307" y="1668810"/>
                  </a:lnTo>
                  <a:lnTo>
                    <a:pt x="4761025" y="1668810"/>
                  </a:lnTo>
                  <a:lnTo>
                    <a:pt x="4759743" y="1668810"/>
                  </a:lnTo>
                  <a:lnTo>
                    <a:pt x="4758461" y="1668810"/>
                  </a:lnTo>
                  <a:lnTo>
                    <a:pt x="4757179" y="1668810"/>
                  </a:lnTo>
                  <a:lnTo>
                    <a:pt x="4755897" y="1668810"/>
                  </a:lnTo>
                  <a:lnTo>
                    <a:pt x="4754615" y="1668810"/>
                  </a:lnTo>
                  <a:lnTo>
                    <a:pt x="4753334" y="1668810"/>
                  </a:lnTo>
                  <a:lnTo>
                    <a:pt x="4752052" y="1668810"/>
                  </a:lnTo>
                  <a:lnTo>
                    <a:pt x="4750770" y="1668810"/>
                  </a:lnTo>
                  <a:lnTo>
                    <a:pt x="4749488" y="1668810"/>
                  </a:lnTo>
                  <a:lnTo>
                    <a:pt x="4748206" y="1668810"/>
                  </a:lnTo>
                  <a:lnTo>
                    <a:pt x="4746924" y="1668810"/>
                  </a:lnTo>
                  <a:lnTo>
                    <a:pt x="4745643" y="1668810"/>
                  </a:lnTo>
                  <a:lnTo>
                    <a:pt x="4744361" y="1668810"/>
                  </a:lnTo>
                  <a:lnTo>
                    <a:pt x="4743079" y="1668810"/>
                  </a:lnTo>
                  <a:lnTo>
                    <a:pt x="4741797" y="1668810"/>
                  </a:lnTo>
                  <a:lnTo>
                    <a:pt x="4740515" y="1668810"/>
                  </a:lnTo>
                  <a:lnTo>
                    <a:pt x="4739233" y="1668810"/>
                  </a:lnTo>
                  <a:lnTo>
                    <a:pt x="4737952" y="1668810"/>
                  </a:lnTo>
                  <a:lnTo>
                    <a:pt x="4736670" y="1668810"/>
                  </a:lnTo>
                  <a:lnTo>
                    <a:pt x="4735388" y="1668810"/>
                  </a:lnTo>
                  <a:lnTo>
                    <a:pt x="4734106" y="1668810"/>
                  </a:lnTo>
                  <a:lnTo>
                    <a:pt x="4732824" y="1668810"/>
                  </a:lnTo>
                  <a:lnTo>
                    <a:pt x="4731542" y="1668810"/>
                  </a:lnTo>
                  <a:lnTo>
                    <a:pt x="4730260" y="1668810"/>
                  </a:lnTo>
                  <a:lnTo>
                    <a:pt x="4728979" y="1668810"/>
                  </a:lnTo>
                  <a:lnTo>
                    <a:pt x="4727697" y="1668810"/>
                  </a:lnTo>
                  <a:lnTo>
                    <a:pt x="4726415" y="1668810"/>
                  </a:lnTo>
                  <a:lnTo>
                    <a:pt x="4725133" y="1668810"/>
                  </a:lnTo>
                  <a:lnTo>
                    <a:pt x="4723851" y="1668810"/>
                  </a:lnTo>
                  <a:lnTo>
                    <a:pt x="4722569" y="1668810"/>
                  </a:lnTo>
                  <a:lnTo>
                    <a:pt x="4721288" y="1668810"/>
                  </a:lnTo>
                  <a:lnTo>
                    <a:pt x="4720006" y="1668810"/>
                  </a:lnTo>
                  <a:lnTo>
                    <a:pt x="4718724" y="1668810"/>
                  </a:lnTo>
                  <a:lnTo>
                    <a:pt x="4717442" y="1668810"/>
                  </a:lnTo>
                  <a:lnTo>
                    <a:pt x="4716160" y="1668810"/>
                  </a:lnTo>
                  <a:lnTo>
                    <a:pt x="4714878" y="1668810"/>
                  </a:lnTo>
                  <a:lnTo>
                    <a:pt x="4713596" y="1668810"/>
                  </a:lnTo>
                  <a:lnTo>
                    <a:pt x="4712315" y="1668810"/>
                  </a:lnTo>
                  <a:lnTo>
                    <a:pt x="4711033" y="1668810"/>
                  </a:lnTo>
                  <a:lnTo>
                    <a:pt x="4709751" y="1668810"/>
                  </a:lnTo>
                  <a:lnTo>
                    <a:pt x="4708469" y="1668810"/>
                  </a:lnTo>
                  <a:lnTo>
                    <a:pt x="4707187" y="1668810"/>
                  </a:lnTo>
                  <a:lnTo>
                    <a:pt x="4705905" y="1668810"/>
                  </a:lnTo>
                  <a:lnTo>
                    <a:pt x="4704624" y="1668810"/>
                  </a:lnTo>
                  <a:lnTo>
                    <a:pt x="4703342" y="1668810"/>
                  </a:lnTo>
                  <a:lnTo>
                    <a:pt x="4702060" y="1668810"/>
                  </a:lnTo>
                  <a:lnTo>
                    <a:pt x="4700778" y="1668810"/>
                  </a:lnTo>
                  <a:lnTo>
                    <a:pt x="4699496" y="1668810"/>
                  </a:lnTo>
                  <a:lnTo>
                    <a:pt x="4698214" y="1668810"/>
                  </a:lnTo>
                  <a:lnTo>
                    <a:pt x="4696933" y="1668810"/>
                  </a:lnTo>
                  <a:lnTo>
                    <a:pt x="4695651" y="1668810"/>
                  </a:lnTo>
                  <a:lnTo>
                    <a:pt x="4694369" y="1668810"/>
                  </a:lnTo>
                  <a:lnTo>
                    <a:pt x="4693087" y="1668810"/>
                  </a:lnTo>
                  <a:lnTo>
                    <a:pt x="4691805" y="1668810"/>
                  </a:lnTo>
                  <a:lnTo>
                    <a:pt x="4690523" y="1668810"/>
                  </a:lnTo>
                  <a:lnTo>
                    <a:pt x="4689241" y="1668810"/>
                  </a:lnTo>
                  <a:lnTo>
                    <a:pt x="4687960" y="1668810"/>
                  </a:lnTo>
                  <a:lnTo>
                    <a:pt x="4686678" y="1668810"/>
                  </a:lnTo>
                  <a:lnTo>
                    <a:pt x="4685396" y="1668810"/>
                  </a:lnTo>
                  <a:lnTo>
                    <a:pt x="4684114" y="1668810"/>
                  </a:lnTo>
                  <a:lnTo>
                    <a:pt x="4682832" y="1668810"/>
                  </a:lnTo>
                  <a:lnTo>
                    <a:pt x="4681550" y="1668810"/>
                  </a:lnTo>
                  <a:lnTo>
                    <a:pt x="4680269" y="1668810"/>
                  </a:lnTo>
                  <a:lnTo>
                    <a:pt x="4678987" y="1668810"/>
                  </a:lnTo>
                  <a:lnTo>
                    <a:pt x="4677705" y="1668810"/>
                  </a:lnTo>
                  <a:lnTo>
                    <a:pt x="4676423" y="1668810"/>
                  </a:lnTo>
                  <a:lnTo>
                    <a:pt x="4675141" y="1668810"/>
                  </a:lnTo>
                  <a:lnTo>
                    <a:pt x="4673859" y="1668810"/>
                  </a:lnTo>
                  <a:lnTo>
                    <a:pt x="4672577" y="1668810"/>
                  </a:lnTo>
                  <a:lnTo>
                    <a:pt x="4671296" y="1668810"/>
                  </a:lnTo>
                  <a:lnTo>
                    <a:pt x="4670014" y="1668810"/>
                  </a:lnTo>
                  <a:lnTo>
                    <a:pt x="4668732" y="1668810"/>
                  </a:lnTo>
                  <a:lnTo>
                    <a:pt x="4667450" y="1668810"/>
                  </a:lnTo>
                  <a:lnTo>
                    <a:pt x="4666168" y="1668810"/>
                  </a:lnTo>
                  <a:lnTo>
                    <a:pt x="4664886" y="1668810"/>
                  </a:lnTo>
                  <a:lnTo>
                    <a:pt x="4663605" y="1668810"/>
                  </a:lnTo>
                  <a:lnTo>
                    <a:pt x="4662323" y="1668810"/>
                  </a:lnTo>
                  <a:lnTo>
                    <a:pt x="4661041" y="1668810"/>
                  </a:lnTo>
                  <a:lnTo>
                    <a:pt x="4659759" y="1668810"/>
                  </a:lnTo>
                  <a:lnTo>
                    <a:pt x="4658477" y="1668810"/>
                  </a:lnTo>
                  <a:lnTo>
                    <a:pt x="4657195" y="1668810"/>
                  </a:lnTo>
                  <a:lnTo>
                    <a:pt x="4655913" y="1668810"/>
                  </a:lnTo>
                  <a:lnTo>
                    <a:pt x="4654632" y="1668810"/>
                  </a:lnTo>
                  <a:lnTo>
                    <a:pt x="4653350" y="1668810"/>
                  </a:lnTo>
                  <a:lnTo>
                    <a:pt x="4652068" y="1668810"/>
                  </a:lnTo>
                  <a:lnTo>
                    <a:pt x="4650786" y="1668810"/>
                  </a:lnTo>
                  <a:lnTo>
                    <a:pt x="4649504" y="1668810"/>
                  </a:lnTo>
                  <a:lnTo>
                    <a:pt x="4648222" y="1668810"/>
                  </a:lnTo>
                  <a:lnTo>
                    <a:pt x="4646941" y="1668810"/>
                  </a:lnTo>
                  <a:lnTo>
                    <a:pt x="4645659" y="1668810"/>
                  </a:lnTo>
                  <a:lnTo>
                    <a:pt x="4644377" y="1668810"/>
                  </a:lnTo>
                  <a:lnTo>
                    <a:pt x="4643095" y="1668810"/>
                  </a:lnTo>
                  <a:lnTo>
                    <a:pt x="4641813" y="1668810"/>
                  </a:lnTo>
                  <a:lnTo>
                    <a:pt x="4640531" y="1668810"/>
                  </a:lnTo>
                  <a:lnTo>
                    <a:pt x="4639250" y="1668810"/>
                  </a:lnTo>
                  <a:lnTo>
                    <a:pt x="4637968" y="1668810"/>
                  </a:lnTo>
                  <a:lnTo>
                    <a:pt x="4636686" y="1668810"/>
                  </a:lnTo>
                  <a:lnTo>
                    <a:pt x="4635404" y="1668810"/>
                  </a:lnTo>
                  <a:lnTo>
                    <a:pt x="4634122" y="1668810"/>
                  </a:lnTo>
                  <a:lnTo>
                    <a:pt x="4632840" y="1668810"/>
                  </a:lnTo>
                  <a:lnTo>
                    <a:pt x="4631558" y="1668810"/>
                  </a:lnTo>
                  <a:lnTo>
                    <a:pt x="4630277" y="1668810"/>
                  </a:lnTo>
                  <a:lnTo>
                    <a:pt x="4628995" y="1668810"/>
                  </a:lnTo>
                  <a:lnTo>
                    <a:pt x="4627713" y="1668810"/>
                  </a:lnTo>
                  <a:lnTo>
                    <a:pt x="4626431" y="1668810"/>
                  </a:lnTo>
                  <a:lnTo>
                    <a:pt x="4625149" y="1668810"/>
                  </a:lnTo>
                  <a:lnTo>
                    <a:pt x="4623867" y="1668810"/>
                  </a:lnTo>
                  <a:lnTo>
                    <a:pt x="4622586" y="1668810"/>
                  </a:lnTo>
                  <a:lnTo>
                    <a:pt x="4621304" y="1668810"/>
                  </a:lnTo>
                  <a:lnTo>
                    <a:pt x="4620022" y="1668810"/>
                  </a:lnTo>
                  <a:lnTo>
                    <a:pt x="4618740" y="1668810"/>
                  </a:lnTo>
                  <a:lnTo>
                    <a:pt x="4617458" y="1668810"/>
                  </a:lnTo>
                  <a:lnTo>
                    <a:pt x="4616176" y="1668810"/>
                  </a:lnTo>
                  <a:lnTo>
                    <a:pt x="4614894" y="1668810"/>
                  </a:lnTo>
                  <a:lnTo>
                    <a:pt x="4613613" y="1668810"/>
                  </a:lnTo>
                  <a:lnTo>
                    <a:pt x="4612331" y="1668810"/>
                  </a:lnTo>
                  <a:lnTo>
                    <a:pt x="4611049" y="1668810"/>
                  </a:lnTo>
                  <a:lnTo>
                    <a:pt x="4609767" y="1668810"/>
                  </a:lnTo>
                  <a:lnTo>
                    <a:pt x="4608485" y="1668810"/>
                  </a:lnTo>
                  <a:lnTo>
                    <a:pt x="4607203" y="1668810"/>
                  </a:lnTo>
                  <a:lnTo>
                    <a:pt x="4605922" y="1668810"/>
                  </a:lnTo>
                  <a:lnTo>
                    <a:pt x="4604640" y="1668810"/>
                  </a:lnTo>
                  <a:lnTo>
                    <a:pt x="4603358" y="1668810"/>
                  </a:lnTo>
                  <a:lnTo>
                    <a:pt x="4602076" y="1668810"/>
                  </a:lnTo>
                  <a:lnTo>
                    <a:pt x="4600794" y="1668810"/>
                  </a:lnTo>
                  <a:lnTo>
                    <a:pt x="4599512" y="1668810"/>
                  </a:lnTo>
                  <a:lnTo>
                    <a:pt x="4598231" y="1668810"/>
                  </a:lnTo>
                  <a:lnTo>
                    <a:pt x="4596949" y="1668810"/>
                  </a:lnTo>
                  <a:lnTo>
                    <a:pt x="4595667" y="1668810"/>
                  </a:lnTo>
                  <a:lnTo>
                    <a:pt x="4594385" y="1668810"/>
                  </a:lnTo>
                  <a:lnTo>
                    <a:pt x="4593103" y="1668810"/>
                  </a:lnTo>
                  <a:lnTo>
                    <a:pt x="4591821" y="1668810"/>
                  </a:lnTo>
                  <a:lnTo>
                    <a:pt x="4590539" y="1668810"/>
                  </a:lnTo>
                  <a:lnTo>
                    <a:pt x="4589258" y="1668810"/>
                  </a:lnTo>
                  <a:lnTo>
                    <a:pt x="4587976" y="1668810"/>
                  </a:lnTo>
                  <a:lnTo>
                    <a:pt x="4586694" y="1668810"/>
                  </a:lnTo>
                  <a:lnTo>
                    <a:pt x="4585412" y="1668810"/>
                  </a:lnTo>
                  <a:lnTo>
                    <a:pt x="4584130" y="1668810"/>
                  </a:lnTo>
                  <a:lnTo>
                    <a:pt x="4582848" y="1668810"/>
                  </a:lnTo>
                  <a:lnTo>
                    <a:pt x="4581567" y="1668810"/>
                  </a:lnTo>
                  <a:lnTo>
                    <a:pt x="4580285" y="1668810"/>
                  </a:lnTo>
                  <a:lnTo>
                    <a:pt x="4579003" y="1668810"/>
                  </a:lnTo>
                  <a:lnTo>
                    <a:pt x="4577721" y="1668810"/>
                  </a:lnTo>
                  <a:lnTo>
                    <a:pt x="4576439" y="1668810"/>
                  </a:lnTo>
                  <a:lnTo>
                    <a:pt x="4575157" y="1668810"/>
                  </a:lnTo>
                  <a:lnTo>
                    <a:pt x="4573875" y="1668810"/>
                  </a:lnTo>
                  <a:lnTo>
                    <a:pt x="4572594" y="1668810"/>
                  </a:lnTo>
                  <a:lnTo>
                    <a:pt x="4571312" y="1668810"/>
                  </a:lnTo>
                  <a:lnTo>
                    <a:pt x="4570030" y="1668810"/>
                  </a:lnTo>
                  <a:lnTo>
                    <a:pt x="4568748" y="1668810"/>
                  </a:lnTo>
                  <a:lnTo>
                    <a:pt x="4567466" y="1668810"/>
                  </a:lnTo>
                  <a:lnTo>
                    <a:pt x="4566184" y="1668810"/>
                  </a:lnTo>
                  <a:lnTo>
                    <a:pt x="4564903" y="1668810"/>
                  </a:lnTo>
                  <a:lnTo>
                    <a:pt x="4563621" y="1668810"/>
                  </a:lnTo>
                  <a:lnTo>
                    <a:pt x="4562339" y="1668810"/>
                  </a:lnTo>
                  <a:lnTo>
                    <a:pt x="4561057" y="1668810"/>
                  </a:lnTo>
                  <a:lnTo>
                    <a:pt x="4559775" y="1668810"/>
                  </a:lnTo>
                  <a:lnTo>
                    <a:pt x="4558493" y="1668810"/>
                  </a:lnTo>
                  <a:lnTo>
                    <a:pt x="4557212" y="1668810"/>
                  </a:lnTo>
                  <a:lnTo>
                    <a:pt x="4555930" y="1668810"/>
                  </a:lnTo>
                  <a:lnTo>
                    <a:pt x="4554648" y="1668810"/>
                  </a:lnTo>
                  <a:lnTo>
                    <a:pt x="4553366" y="1668810"/>
                  </a:lnTo>
                  <a:lnTo>
                    <a:pt x="4552084" y="1668810"/>
                  </a:lnTo>
                  <a:lnTo>
                    <a:pt x="4550802" y="1668810"/>
                  </a:lnTo>
                  <a:lnTo>
                    <a:pt x="4549520" y="1668810"/>
                  </a:lnTo>
                  <a:lnTo>
                    <a:pt x="4548239" y="1668810"/>
                  </a:lnTo>
                  <a:lnTo>
                    <a:pt x="4546957" y="1668810"/>
                  </a:lnTo>
                  <a:lnTo>
                    <a:pt x="4545675" y="1668810"/>
                  </a:lnTo>
                  <a:lnTo>
                    <a:pt x="4544393" y="1668810"/>
                  </a:lnTo>
                  <a:lnTo>
                    <a:pt x="4543111" y="1668810"/>
                  </a:lnTo>
                  <a:lnTo>
                    <a:pt x="4541829" y="1668810"/>
                  </a:lnTo>
                  <a:lnTo>
                    <a:pt x="4540548" y="1668810"/>
                  </a:lnTo>
                  <a:lnTo>
                    <a:pt x="4539266" y="1668810"/>
                  </a:lnTo>
                  <a:lnTo>
                    <a:pt x="4537984" y="1668810"/>
                  </a:lnTo>
                  <a:lnTo>
                    <a:pt x="4536702" y="1668810"/>
                  </a:lnTo>
                  <a:lnTo>
                    <a:pt x="4535420" y="1668810"/>
                  </a:lnTo>
                  <a:lnTo>
                    <a:pt x="4534138" y="1668810"/>
                  </a:lnTo>
                  <a:lnTo>
                    <a:pt x="4532856" y="1668810"/>
                  </a:lnTo>
                  <a:lnTo>
                    <a:pt x="4531575" y="1668810"/>
                  </a:lnTo>
                  <a:lnTo>
                    <a:pt x="4530293" y="1668810"/>
                  </a:lnTo>
                  <a:lnTo>
                    <a:pt x="4529011" y="1668810"/>
                  </a:lnTo>
                  <a:lnTo>
                    <a:pt x="4527729" y="1668810"/>
                  </a:lnTo>
                  <a:lnTo>
                    <a:pt x="4526447" y="1668810"/>
                  </a:lnTo>
                  <a:lnTo>
                    <a:pt x="4525165" y="1668810"/>
                  </a:lnTo>
                  <a:lnTo>
                    <a:pt x="4523884" y="1668810"/>
                  </a:lnTo>
                  <a:lnTo>
                    <a:pt x="4522602" y="1668810"/>
                  </a:lnTo>
                  <a:lnTo>
                    <a:pt x="4521320" y="1668810"/>
                  </a:lnTo>
                  <a:lnTo>
                    <a:pt x="4520038" y="1668810"/>
                  </a:lnTo>
                  <a:lnTo>
                    <a:pt x="4518756" y="1668810"/>
                  </a:lnTo>
                  <a:lnTo>
                    <a:pt x="4517474" y="1668810"/>
                  </a:lnTo>
                  <a:lnTo>
                    <a:pt x="4516192" y="1668810"/>
                  </a:lnTo>
                  <a:lnTo>
                    <a:pt x="4514911" y="1668810"/>
                  </a:lnTo>
                  <a:lnTo>
                    <a:pt x="4513629" y="1668810"/>
                  </a:lnTo>
                  <a:lnTo>
                    <a:pt x="4512347" y="1668810"/>
                  </a:lnTo>
                  <a:lnTo>
                    <a:pt x="4511065" y="1668810"/>
                  </a:lnTo>
                  <a:lnTo>
                    <a:pt x="4509783" y="1668810"/>
                  </a:lnTo>
                  <a:lnTo>
                    <a:pt x="4508501" y="1668810"/>
                  </a:lnTo>
                  <a:lnTo>
                    <a:pt x="4507220" y="1668810"/>
                  </a:lnTo>
                  <a:lnTo>
                    <a:pt x="4505938" y="1668810"/>
                  </a:lnTo>
                  <a:lnTo>
                    <a:pt x="4504656" y="1668810"/>
                  </a:lnTo>
                  <a:lnTo>
                    <a:pt x="4503374" y="1668810"/>
                  </a:lnTo>
                  <a:lnTo>
                    <a:pt x="4502092" y="1668810"/>
                  </a:lnTo>
                  <a:lnTo>
                    <a:pt x="4500810" y="1668810"/>
                  </a:lnTo>
                  <a:lnTo>
                    <a:pt x="4499529" y="1668810"/>
                  </a:lnTo>
                  <a:lnTo>
                    <a:pt x="4498247" y="1668810"/>
                  </a:lnTo>
                  <a:lnTo>
                    <a:pt x="4496965" y="1668810"/>
                  </a:lnTo>
                  <a:lnTo>
                    <a:pt x="4495683" y="1668810"/>
                  </a:lnTo>
                  <a:lnTo>
                    <a:pt x="4494401" y="1668810"/>
                  </a:lnTo>
                  <a:lnTo>
                    <a:pt x="4493119" y="1668810"/>
                  </a:lnTo>
                  <a:lnTo>
                    <a:pt x="4491837" y="1668810"/>
                  </a:lnTo>
                  <a:lnTo>
                    <a:pt x="4490556" y="1668810"/>
                  </a:lnTo>
                  <a:lnTo>
                    <a:pt x="4489274" y="1668810"/>
                  </a:lnTo>
                  <a:lnTo>
                    <a:pt x="4487992" y="1668810"/>
                  </a:lnTo>
                  <a:lnTo>
                    <a:pt x="4486710" y="1668810"/>
                  </a:lnTo>
                  <a:lnTo>
                    <a:pt x="4485428" y="1668810"/>
                  </a:lnTo>
                  <a:lnTo>
                    <a:pt x="4484146" y="1668810"/>
                  </a:lnTo>
                  <a:lnTo>
                    <a:pt x="4482865" y="1668810"/>
                  </a:lnTo>
                  <a:lnTo>
                    <a:pt x="4481583" y="1668810"/>
                  </a:lnTo>
                  <a:lnTo>
                    <a:pt x="4480301" y="1668810"/>
                  </a:lnTo>
                  <a:lnTo>
                    <a:pt x="4479019" y="1668810"/>
                  </a:lnTo>
                  <a:lnTo>
                    <a:pt x="4477737" y="1668810"/>
                  </a:lnTo>
                  <a:lnTo>
                    <a:pt x="4476455" y="1668810"/>
                  </a:lnTo>
                  <a:lnTo>
                    <a:pt x="4475173" y="1668810"/>
                  </a:lnTo>
                  <a:lnTo>
                    <a:pt x="4473892" y="1668810"/>
                  </a:lnTo>
                  <a:lnTo>
                    <a:pt x="4472610" y="1668810"/>
                  </a:lnTo>
                  <a:lnTo>
                    <a:pt x="4471328" y="1668810"/>
                  </a:lnTo>
                  <a:lnTo>
                    <a:pt x="4470046" y="1668810"/>
                  </a:lnTo>
                  <a:lnTo>
                    <a:pt x="4468764" y="1668810"/>
                  </a:lnTo>
                  <a:lnTo>
                    <a:pt x="4467482" y="1668810"/>
                  </a:lnTo>
                  <a:lnTo>
                    <a:pt x="4466201" y="1668810"/>
                  </a:lnTo>
                  <a:lnTo>
                    <a:pt x="4464919" y="1668810"/>
                  </a:lnTo>
                  <a:lnTo>
                    <a:pt x="4463637" y="1668810"/>
                  </a:lnTo>
                  <a:lnTo>
                    <a:pt x="4462355" y="1668810"/>
                  </a:lnTo>
                  <a:lnTo>
                    <a:pt x="4461073" y="1668810"/>
                  </a:lnTo>
                  <a:lnTo>
                    <a:pt x="4459791" y="1668810"/>
                  </a:lnTo>
                  <a:lnTo>
                    <a:pt x="4458510" y="1668810"/>
                  </a:lnTo>
                  <a:lnTo>
                    <a:pt x="4457228" y="1668810"/>
                  </a:lnTo>
                  <a:lnTo>
                    <a:pt x="4455946" y="1668810"/>
                  </a:lnTo>
                  <a:lnTo>
                    <a:pt x="4454664" y="1668810"/>
                  </a:lnTo>
                  <a:lnTo>
                    <a:pt x="4453382" y="1668810"/>
                  </a:lnTo>
                  <a:lnTo>
                    <a:pt x="4452100" y="1668810"/>
                  </a:lnTo>
                  <a:lnTo>
                    <a:pt x="4450818" y="1668810"/>
                  </a:lnTo>
                  <a:lnTo>
                    <a:pt x="4449537" y="1668810"/>
                  </a:lnTo>
                  <a:lnTo>
                    <a:pt x="4448255" y="1668810"/>
                  </a:lnTo>
                  <a:lnTo>
                    <a:pt x="4446973" y="1668810"/>
                  </a:lnTo>
                  <a:lnTo>
                    <a:pt x="4445691" y="1668810"/>
                  </a:lnTo>
                  <a:lnTo>
                    <a:pt x="4444409" y="1668810"/>
                  </a:lnTo>
                  <a:lnTo>
                    <a:pt x="4443127" y="1668810"/>
                  </a:lnTo>
                  <a:lnTo>
                    <a:pt x="4441846" y="1668810"/>
                  </a:lnTo>
                  <a:lnTo>
                    <a:pt x="4440564" y="1668810"/>
                  </a:lnTo>
                  <a:lnTo>
                    <a:pt x="4439282" y="1668810"/>
                  </a:lnTo>
                  <a:lnTo>
                    <a:pt x="4438000" y="1668810"/>
                  </a:lnTo>
                  <a:lnTo>
                    <a:pt x="4436718" y="1668810"/>
                  </a:lnTo>
                  <a:lnTo>
                    <a:pt x="4435436" y="1668810"/>
                  </a:lnTo>
                  <a:lnTo>
                    <a:pt x="4434154" y="1668810"/>
                  </a:lnTo>
                  <a:lnTo>
                    <a:pt x="4432873" y="1668810"/>
                  </a:lnTo>
                  <a:lnTo>
                    <a:pt x="4431591" y="1668810"/>
                  </a:lnTo>
                  <a:lnTo>
                    <a:pt x="4430309" y="1668810"/>
                  </a:lnTo>
                  <a:lnTo>
                    <a:pt x="4429027" y="1668810"/>
                  </a:lnTo>
                  <a:lnTo>
                    <a:pt x="4427745" y="1668810"/>
                  </a:lnTo>
                  <a:lnTo>
                    <a:pt x="4426463" y="1668810"/>
                  </a:lnTo>
                  <a:lnTo>
                    <a:pt x="4425182" y="1668810"/>
                  </a:lnTo>
                  <a:lnTo>
                    <a:pt x="4423900" y="1668810"/>
                  </a:lnTo>
                  <a:lnTo>
                    <a:pt x="4422618" y="1668810"/>
                  </a:lnTo>
                  <a:lnTo>
                    <a:pt x="4421336" y="1668810"/>
                  </a:lnTo>
                  <a:lnTo>
                    <a:pt x="4420054" y="1668810"/>
                  </a:lnTo>
                  <a:lnTo>
                    <a:pt x="4418772" y="1668810"/>
                  </a:lnTo>
                  <a:lnTo>
                    <a:pt x="4417491" y="1668810"/>
                  </a:lnTo>
                  <a:lnTo>
                    <a:pt x="4416209" y="1668810"/>
                  </a:lnTo>
                  <a:lnTo>
                    <a:pt x="4414927" y="1668810"/>
                  </a:lnTo>
                  <a:lnTo>
                    <a:pt x="4413645" y="1668810"/>
                  </a:lnTo>
                  <a:lnTo>
                    <a:pt x="4412363" y="1668810"/>
                  </a:lnTo>
                  <a:lnTo>
                    <a:pt x="4411081" y="1668810"/>
                  </a:lnTo>
                  <a:lnTo>
                    <a:pt x="4409799" y="1668810"/>
                  </a:lnTo>
                  <a:lnTo>
                    <a:pt x="4408518" y="1668810"/>
                  </a:lnTo>
                  <a:lnTo>
                    <a:pt x="4407236" y="1668810"/>
                  </a:lnTo>
                  <a:lnTo>
                    <a:pt x="4405954" y="1668810"/>
                  </a:lnTo>
                  <a:lnTo>
                    <a:pt x="4404672" y="1668810"/>
                  </a:lnTo>
                  <a:lnTo>
                    <a:pt x="4403390" y="1668810"/>
                  </a:lnTo>
                  <a:lnTo>
                    <a:pt x="4402108" y="1668810"/>
                  </a:lnTo>
                  <a:lnTo>
                    <a:pt x="4400827" y="1668810"/>
                  </a:lnTo>
                  <a:lnTo>
                    <a:pt x="4399545" y="1668810"/>
                  </a:lnTo>
                  <a:lnTo>
                    <a:pt x="4398263" y="1668810"/>
                  </a:lnTo>
                  <a:lnTo>
                    <a:pt x="4396981" y="1668810"/>
                  </a:lnTo>
                  <a:lnTo>
                    <a:pt x="4395699" y="1668810"/>
                  </a:lnTo>
                  <a:lnTo>
                    <a:pt x="4394417" y="1668810"/>
                  </a:lnTo>
                  <a:lnTo>
                    <a:pt x="4393135" y="1668810"/>
                  </a:lnTo>
                  <a:lnTo>
                    <a:pt x="4391854" y="1668810"/>
                  </a:lnTo>
                  <a:lnTo>
                    <a:pt x="4390572" y="1668810"/>
                  </a:lnTo>
                  <a:lnTo>
                    <a:pt x="4389290" y="1668810"/>
                  </a:lnTo>
                  <a:lnTo>
                    <a:pt x="4388008" y="1668810"/>
                  </a:lnTo>
                  <a:lnTo>
                    <a:pt x="4386726" y="1668810"/>
                  </a:lnTo>
                  <a:lnTo>
                    <a:pt x="4385444" y="1668810"/>
                  </a:lnTo>
                  <a:lnTo>
                    <a:pt x="4384163" y="1668810"/>
                  </a:lnTo>
                  <a:lnTo>
                    <a:pt x="4382881" y="1668810"/>
                  </a:lnTo>
                  <a:lnTo>
                    <a:pt x="4381599" y="1668810"/>
                  </a:lnTo>
                  <a:lnTo>
                    <a:pt x="4380317" y="1668810"/>
                  </a:lnTo>
                  <a:lnTo>
                    <a:pt x="4379035" y="1668810"/>
                  </a:lnTo>
                  <a:lnTo>
                    <a:pt x="4377753" y="1668810"/>
                  </a:lnTo>
                  <a:lnTo>
                    <a:pt x="4376471" y="1668810"/>
                  </a:lnTo>
                  <a:lnTo>
                    <a:pt x="4375190" y="1668810"/>
                  </a:lnTo>
                  <a:lnTo>
                    <a:pt x="4373908" y="1668810"/>
                  </a:lnTo>
                  <a:lnTo>
                    <a:pt x="4372626" y="1668810"/>
                  </a:lnTo>
                  <a:lnTo>
                    <a:pt x="4371344" y="1668810"/>
                  </a:lnTo>
                  <a:lnTo>
                    <a:pt x="4370062" y="1668810"/>
                  </a:lnTo>
                  <a:lnTo>
                    <a:pt x="4368780" y="1668810"/>
                  </a:lnTo>
                  <a:lnTo>
                    <a:pt x="4367499" y="1668810"/>
                  </a:lnTo>
                  <a:lnTo>
                    <a:pt x="4366217" y="1668810"/>
                  </a:lnTo>
                  <a:lnTo>
                    <a:pt x="4364935" y="1668810"/>
                  </a:lnTo>
                  <a:lnTo>
                    <a:pt x="4363653" y="1668810"/>
                  </a:lnTo>
                  <a:lnTo>
                    <a:pt x="4362371" y="1668810"/>
                  </a:lnTo>
                  <a:lnTo>
                    <a:pt x="4361089" y="1668810"/>
                  </a:lnTo>
                  <a:lnTo>
                    <a:pt x="4359808" y="1668810"/>
                  </a:lnTo>
                  <a:lnTo>
                    <a:pt x="4358526" y="1668810"/>
                  </a:lnTo>
                  <a:lnTo>
                    <a:pt x="4357244" y="1668810"/>
                  </a:lnTo>
                  <a:lnTo>
                    <a:pt x="4355962" y="1668810"/>
                  </a:lnTo>
                  <a:lnTo>
                    <a:pt x="4354680" y="1668810"/>
                  </a:lnTo>
                  <a:lnTo>
                    <a:pt x="4353398" y="1668810"/>
                  </a:lnTo>
                  <a:lnTo>
                    <a:pt x="4352116" y="1668810"/>
                  </a:lnTo>
                  <a:lnTo>
                    <a:pt x="4350835" y="1668810"/>
                  </a:lnTo>
                  <a:lnTo>
                    <a:pt x="4349553" y="1668810"/>
                  </a:lnTo>
                  <a:lnTo>
                    <a:pt x="4348271" y="1668810"/>
                  </a:lnTo>
                  <a:lnTo>
                    <a:pt x="4346989" y="1668810"/>
                  </a:lnTo>
                  <a:lnTo>
                    <a:pt x="4345707" y="1668810"/>
                  </a:lnTo>
                  <a:lnTo>
                    <a:pt x="4344425" y="1668810"/>
                  </a:lnTo>
                  <a:lnTo>
                    <a:pt x="4343144" y="1668810"/>
                  </a:lnTo>
                  <a:lnTo>
                    <a:pt x="4341862" y="1668810"/>
                  </a:lnTo>
                  <a:lnTo>
                    <a:pt x="4340580" y="1668810"/>
                  </a:lnTo>
                  <a:lnTo>
                    <a:pt x="4339298" y="1668810"/>
                  </a:lnTo>
                  <a:lnTo>
                    <a:pt x="4338016" y="1668810"/>
                  </a:lnTo>
                  <a:lnTo>
                    <a:pt x="4336734" y="1668810"/>
                  </a:lnTo>
                  <a:lnTo>
                    <a:pt x="4335452" y="1668810"/>
                  </a:lnTo>
                  <a:lnTo>
                    <a:pt x="4334171" y="1668810"/>
                  </a:lnTo>
                  <a:lnTo>
                    <a:pt x="4332889" y="1668810"/>
                  </a:lnTo>
                  <a:lnTo>
                    <a:pt x="4331607" y="1668810"/>
                  </a:lnTo>
                  <a:lnTo>
                    <a:pt x="4330325" y="1668810"/>
                  </a:lnTo>
                  <a:lnTo>
                    <a:pt x="4329043" y="1668810"/>
                  </a:lnTo>
                  <a:lnTo>
                    <a:pt x="4327761" y="1668810"/>
                  </a:lnTo>
                  <a:lnTo>
                    <a:pt x="4326480" y="1668810"/>
                  </a:lnTo>
                  <a:lnTo>
                    <a:pt x="4325198" y="1668810"/>
                  </a:lnTo>
                  <a:lnTo>
                    <a:pt x="4323916" y="1668810"/>
                  </a:lnTo>
                  <a:lnTo>
                    <a:pt x="4322634" y="1668810"/>
                  </a:lnTo>
                  <a:lnTo>
                    <a:pt x="4321352" y="1668810"/>
                  </a:lnTo>
                  <a:lnTo>
                    <a:pt x="4320070" y="1668810"/>
                  </a:lnTo>
                  <a:lnTo>
                    <a:pt x="4318789" y="1668810"/>
                  </a:lnTo>
                  <a:lnTo>
                    <a:pt x="4317507" y="1668810"/>
                  </a:lnTo>
                  <a:lnTo>
                    <a:pt x="4316225" y="1668810"/>
                  </a:lnTo>
                  <a:lnTo>
                    <a:pt x="4314943" y="1668810"/>
                  </a:lnTo>
                  <a:lnTo>
                    <a:pt x="4313661" y="1668810"/>
                  </a:lnTo>
                  <a:lnTo>
                    <a:pt x="4312379" y="1668810"/>
                  </a:lnTo>
                  <a:lnTo>
                    <a:pt x="4311097" y="1668810"/>
                  </a:lnTo>
                  <a:lnTo>
                    <a:pt x="4309816" y="1668810"/>
                  </a:lnTo>
                  <a:lnTo>
                    <a:pt x="4308534" y="1668810"/>
                  </a:lnTo>
                  <a:lnTo>
                    <a:pt x="4307252" y="1668810"/>
                  </a:lnTo>
                  <a:lnTo>
                    <a:pt x="4305970" y="1668810"/>
                  </a:lnTo>
                  <a:lnTo>
                    <a:pt x="4304688" y="1668810"/>
                  </a:lnTo>
                  <a:lnTo>
                    <a:pt x="4303406" y="1668810"/>
                  </a:lnTo>
                  <a:lnTo>
                    <a:pt x="4302125" y="1668810"/>
                  </a:lnTo>
                  <a:lnTo>
                    <a:pt x="4300843" y="1668810"/>
                  </a:lnTo>
                  <a:lnTo>
                    <a:pt x="4299561" y="1668810"/>
                  </a:lnTo>
                  <a:lnTo>
                    <a:pt x="4298279" y="1668810"/>
                  </a:lnTo>
                  <a:lnTo>
                    <a:pt x="4296997" y="1668810"/>
                  </a:lnTo>
                  <a:lnTo>
                    <a:pt x="4295715" y="1668810"/>
                  </a:lnTo>
                  <a:lnTo>
                    <a:pt x="4294433" y="1668810"/>
                  </a:lnTo>
                  <a:lnTo>
                    <a:pt x="4293152" y="1668810"/>
                  </a:lnTo>
                  <a:lnTo>
                    <a:pt x="4291870" y="1668810"/>
                  </a:lnTo>
                  <a:lnTo>
                    <a:pt x="4290588" y="1668810"/>
                  </a:lnTo>
                  <a:lnTo>
                    <a:pt x="4289306" y="1668810"/>
                  </a:lnTo>
                  <a:lnTo>
                    <a:pt x="4288024" y="1668810"/>
                  </a:lnTo>
                  <a:lnTo>
                    <a:pt x="4286742" y="1668810"/>
                  </a:lnTo>
                  <a:lnTo>
                    <a:pt x="4285461" y="1668810"/>
                  </a:lnTo>
                  <a:lnTo>
                    <a:pt x="4284179" y="1668810"/>
                  </a:lnTo>
                  <a:lnTo>
                    <a:pt x="4282897" y="1668810"/>
                  </a:lnTo>
                  <a:lnTo>
                    <a:pt x="4281615" y="1668810"/>
                  </a:lnTo>
                  <a:lnTo>
                    <a:pt x="4280333" y="1668810"/>
                  </a:lnTo>
                  <a:lnTo>
                    <a:pt x="4279051" y="1668810"/>
                  </a:lnTo>
                  <a:lnTo>
                    <a:pt x="4277770" y="1668810"/>
                  </a:lnTo>
                  <a:lnTo>
                    <a:pt x="4276488" y="1668810"/>
                  </a:lnTo>
                  <a:lnTo>
                    <a:pt x="4275206" y="1668810"/>
                  </a:lnTo>
                  <a:lnTo>
                    <a:pt x="4273924" y="1668810"/>
                  </a:lnTo>
                  <a:lnTo>
                    <a:pt x="4272642" y="1668810"/>
                  </a:lnTo>
                  <a:lnTo>
                    <a:pt x="4271360" y="1668810"/>
                  </a:lnTo>
                  <a:lnTo>
                    <a:pt x="4270078" y="1668810"/>
                  </a:lnTo>
                  <a:lnTo>
                    <a:pt x="4268797" y="1668810"/>
                  </a:lnTo>
                  <a:lnTo>
                    <a:pt x="4267515" y="1668810"/>
                  </a:lnTo>
                  <a:lnTo>
                    <a:pt x="4266233" y="1668810"/>
                  </a:lnTo>
                  <a:lnTo>
                    <a:pt x="4264951" y="1668810"/>
                  </a:lnTo>
                  <a:lnTo>
                    <a:pt x="4263669" y="1668810"/>
                  </a:lnTo>
                  <a:lnTo>
                    <a:pt x="4262387" y="1668810"/>
                  </a:lnTo>
                  <a:lnTo>
                    <a:pt x="4261106" y="1668810"/>
                  </a:lnTo>
                  <a:lnTo>
                    <a:pt x="4259824" y="1668810"/>
                  </a:lnTo>
                  <a:lnTo>
                    <a:pt x="4258542" y="1668810"/>
                  </a:lnTo>
                  <a:lnTo>
                    <a:pt x="4257260" y="1668810"/>
                  </a:lnTo>
                  <a:lnTo>
                    <a:pt x="4255978" y="1668810"/>
                  </a:lnTo>
                  <a:lnTo>
                    <a:pt x="4254696" y="1668810"/>
                  </a:lnTo>
                  <a:lnTo>
                    <a:pt x="4253414" y="1668810"/>
                  </a:lnTo>
                  <a:lnTo>
                    <a:pt x="4252133" y="1668810"/>
                  </a:lnTo>
                  <a:lnTo>
                    <a:pt x="4250851" y="1668810"/>
                  </a:lnTo>
                  <a:lnTo>
                    <a:pt x="4249569" y="1668810"/>
                  </a:lnTo>
                  <a:lnTo>
                    <a:pt x="4248287" y="1668810"/>
                  </a:lnTo>
                  <a:lnTo>
                    <a:pt x="4247005" y="1668810"/>
                  </a:lnTo>
                  <a:lnTo>
                    <a:pt x="4245723" y="1668810"/>
                  </a:lnTo>
                  <a:lnTo>
                    <a:pt x="4244442" y="1668810"/>
                  </a:lnTo>
                  <a:lnTo>
                    <a:pt x="4243160" y="1668810"/>
                  </a:lnTo>
                  <a:lnTo>
                    <a:pt x="4241878" y="1668810"/>
                  </a:lnTo>
                  <a:lnTo>
                    <a:pt x="4240596" y="1668810"/>
                  </a:lnTo>
                  <a:lnTo>
                    <a:pt x="4239314" y="1668810"/>
                  </a:lnTo>
                  <a:lnTo>
                    <a:pt x="4238032" y="1668810"/>
                  </a:lnTo>
                  <a:lnTo>
                    <a:pt x="4236750" y="1668810"/>
                  </a:lnTo>
                  <a:lnTo>
                    <a:pt x="4235469" y="1668810"/>
                  </a:lnTo>
                  <a:lnTo>
                    <a:pt x="4234187" y="1668810"/>
                  </a:lnTo>
                  <a:lnTo>
                    <a:pt x="4232905" y="1668810"/>
                  </a:lnTo>
                  <a:lnTo>
                    <a:pt x="4231623" y="1668810"/>
                  </a:lnTo>
                  <a:lnTo>
                    <a:pt x="4230341" y="1668810"/>
                  </a:lnTo>
                  <a:lnTo>
                    <a:pt x="4229059" y="1668810"/>
                  </a:lnTo>
                  <a:lnTo>
                    <a:pt x="4227778" y="1668810"/>
                  </a:lnTo>
                  <a:lnTo>
                    <a:pt x="4226496" y="1668810"/>
                  </a:lnTo>
                  <a:lnTo>
                    <a:pt x="4225214" y="1668810"/>
                  </a:lnTo>
                  <a:lnTo>
                    <a:pt x="4223932" y="1668810"/>
                  </a:lnTo>
                  <a:lnTo>
                    <a:pt x="4222650" y="1668810"/>
                  </a:lnTo>
                  <a:lnTo>
                    <a:pt x="4221368" y="1668810"/>
                  </a:lnTo>
                  <a:lnTo>
                    <a:pt x="4220087" y="1668810"/>
                  </a:lnTo>
                  <a:lnTo>
                    <a:pt x="4218805" y="1668810"/>
                  </a:lnTo>
                  <a:lnTo>
                    <a:pt x="4217523" y="1668810"/>
                  </a:lnTo>
                  <a:lnTo>
                    <a:pt x="4216241" y="1668810"/>
                  </a:lnTo>
                  <a:lnTo>
                    <a:pt x="4214959" y="1668810"/>
                  </a:lnTo>
                  <a:lnTo>
                    <a:pt x="4213677" y="1668810"/>
                  </a:lnTo>
                  <a:lnTo>
                    <a:pt x="4212395" y="1668810"/>
                  </a:lnTo>
                  <a:lnTo>
                    <a:pt x="4211114" y="1668810"/>
                  </a:lnTo>
                  <a:lnTo>
                    <a:pt x="4209832" y="1668810"/>
                  </a:lnTo>
                  <a:lnTo>
                    <a:pt x="4208550" y="1668810"/>
                  </a:lnTo>
                  <a:lnTo>
                    <a:pt x="4207268" y="1668810"/>
                  </a:lnTo>
                  <a:lnTo>
                    <a:pt x="4205986" y="1668810"/>
                  </a:lnTo>
                  <a:lnTo>
                    <a:pt x="4204704" y="1668810"/>
                  </a:lnTo>
                  <a:lnTo>
                    <a:pt x="4203423" y="1668810"/>
                  </a:lnTo>
                  <a:lnTo>
                    <a:pt x="4202141" y="1668810"/>
                  </a:lnTo>
                  <a:lnTo>
                    <a:pt x="4200859" y="1668810"/>
                  </a:lnTo>
                  <a:lnTo>
                    <a:pt x="4199577" y="1668810"/>
                  </a:lnTo>
                  <a:lnTo>
                    <a:pt x="4198295" y="1668810"/>
                  </a:lnTo>
                  <a:lnTo>
                    <a:pt x="4197013" y="1668810"/>
                  </a:lnTo>
                  <a:lnTo>
                    <a:pt x="4195731" y="1668810"/>
                  </a:lnTo>
                  <a:lnTo>
                    <a:pt x="4194450" y="1668810"/>
                  </a:lnTo>
                  <a:lnTo>
                    <a:pt x="4193168" y="1668810"/>
                  </a:lnTo>
                  <a:lnTo>
                    <a:pt x="4191886" y="1668810"/>
                  </a:lnTo>
                  <a:lnTo>
                    <a:pt x="4190604" y="1668810"/>
                  </a:lnTo>
                  <a:lnTo>
                    <a:pt x="4189322" y="1668810"/>
                  </a:lnTo>
                  <a:lnTo>
                    <a:pt x="4188040" y="1668810"/>
                  </a:lnTo>
                  <a:lnTo>
                    <a:pt x="4186759" y="1668810"/>
                  </a:lnTo>
                  <a:lnTo>
                    <a:pt x="4185477" y="1668810"/>
                  </a:lnTo>
                  <a:lnTo>
                    <a:pt x="4184195" y="1668810"/>
                  </a:lnTo>
                  <a:lnTo>
                    <a:pt x="4182913" y="1668810"/>
                  </a:lnTo>
                  <a:lnTo>
                    <a:pt x="4181631" y="1668810"/>
                  </a:lnTo>
                  <a:lnTo>
                    <a:pt x="4180349" y="1668810"/>
                  </a:lnTo>
                  <a:lnTo>
                    <a:pt x="4179068" y="1668810"/>
                  </a:lnTo>
                  <a:lnTo>
                    <a:pt x="4177786" y="1668810"/>
                  </a:lnTo>
                  <a:lnTo>
                    <a:pt x="4176504" y="1668810"/>
                  </a:lnTo>
                  <a:lnTo>
                    <a:pt x="4175222" y="1668810"/>
                  </a:lnTo>
                  <a:lnTo>
                    <a:pt x="4173940" y="1668810"/>
                  </a:lnTo>
                  <a:lnTo>
                    <a:pt x="4172658" y="1668810"/>
                  </a:lnTo>
                  <a:lnTo>
                    <a:pt x="4171376" y="1668810"/>
                  </a:lnTo>
                  <a:lnTo>
                    <a:pt x="4170095" y="1668810"/>
                  </a:lnTo>
                  <a:lnTo>
                    <a:pt x="4168813" y="1668810"/>
                  </a:lnTo>
                  <a:lnTo>
                    <a:pt x="4167531" y="1668810"/>
                  </a:lnTo>
                  <a:lnTo>
                    <a:pt x="4166249" y="1668810"/>
                  </a:lnTo>
                  <a:lnTo>
                    <a:pt x="4164967" y="1668810"/>
                  </a:lnTo>
                  <a:lnTo>
                    <a:pt x="4163685" y="1668810"/>
                  </a:lnTo>
                  <a:lnTo>
                    <a:pt x="4162404" y="1668810"/>
                  </a:lnTo>
                  <a:lnTo>
                    <a:pt x="4161122" y="1668810"/>
                  </a:lnTo>
                  <a:lnTo>
                    <a:pt x="4159840" y="1668810"/>
                  </a:lnTo>
                  <a:lnTo>
                    <a:pt x="4158558" y="1668810"/>
                  </a:lnTo>
                  <a:lnTo>
                    <a:pt x="4157276" y="1668810"/>
                  </a:lnTo>
                  <a:lnTo>
                    <a:pt x="4155994" y="1668810"/>
                  </a:lnTo>
                  <a:lnTo>
                    <a:pt x="4154712" y="1668810"/>
                  </a:lnTo>
                  <a:lnTo>
                    <a:pt x="4153431" y="1668810"/>
                  </a:lnTo>
                  <a:lnTo>
                    <a:pt x="4152149" y="1668810"/>
                  </a:lnTo>
                  <a:lnTo>
                    <a:pt x="4150867" y="1668810"/>
                  </a:lnTo>
                  <a:lnTo>
                    <a:pt x="4149585" y="1668810"/>
                  </a:lnTo>
                  <a:lnTo>
                    <a:pt x="4148303" y="1668810"/>
                  </a:lnTo>
                  <a:lnTo>
                    <a:pt x="4147021" y="1668810"/>
                  </a:lnTo>
                  <a:lnTo>
                    <a:pt x="4145740" y="1668810"/>
                  </a:lnTo>
                  <a:lnTo>
                    <a:pt x="4144458" y="1668810"/>
                  </a:lnTo>
                  <a:lnTo>
                    <a:pt x="4143176" y="1668810"/>
                  </a:lnTo>
                  <a:lnTo>
                    <a:pt x="4141894" y="1668810"/>
                  </a:lnTo>
                  <a:lnTo>
                    <a:pt x="4140612" y="1668810"/>
                  </a:lnTo>
                  <a:lnTo>
                    <a:pt x="4139330" y="1668810"/>
                  </a:lnTo>
                  <a:lnTo>
                    <a:pt x="4138048" y="1668810"/>
                  </a:lnTo>
                  <a:lnTo>
                    <a:pt x="4136767" y="1668810"/>
                  </a:lnTo>
                  <a:lnTo>
                    <a:pt x="4135485" y="1668810"/>
                  </a:lnTo>
                  <a:lnTo>
                    <a:pt x="4134203" y="1668810"/>
                  </a:lnTo>
                  <a:lnTo>
                    <a:pt x="4132921" y="1668810"/>
                  </a:lnTo>
                  <a:lnTo>
                    <a:pt x="4131639" y="1668810"/>
                  </a:lnTo>
                  <a:lnTo>
                    <a:pt x="4130357" y="1668810"/>
                  </a:lnTo>
                  <a:lnTo>
                    <a:pt x="4129076" y="1668810"/>
                  </a:lnTo>
                  <a:lnTo>
                    <a:pt x="4127794" y="1668810"/>
                  </a:lnTo>
                  <a:lnTo>
                    <a:pt x="4126512" y="1668810"/>
                  </a:lnTo>
                  <a:lnTo>
                    <a:pt x="4125230" y="1668810"/>
                  </a:lnTo>
                  <a:lnTo>
                    <a:pt x="4123948" y="1668810"/>
                  </a:lnTo>
                  <a:lnTo>
                    <a:pt x="4122666" y="1668810"/>
                  </a:lnTo>
                  <a:lnTo>
                    <a:pt x="4121385" y="1668810"/>
                  </a:lnTo>
                  <a:lnTo>
                    <a:pt x="4120103" y="1668810"/>
                  </a:lnTo>
                  <a:lnTo>
                    <a:pt x="4118821" y="1668810"/>
                  </a:lnTo>
                  <a:lnTo>
                    <a:pt x="4117539" y="1668810"/>
                  </a:lnTo>
                  <a:lnTo>
                    <a:pt x="4116257" y="1668810"/>
                  </a:lnTo>
                  <a:lnTo>
                    <a:pt x="4114975" y="1668810"/>
                  </a:lnTo>
                  <a:lnTo>
                    <a:pt x="4113693" y="1668810"/>
                  </a:lnTo>
                  <a:lnTo>
                    <a:pt x="4112412" y="1668810"/>
                  </a:lnTo>
                  <a:lnTo>
                    <a:pt x="4111130" y="1668810"/>
                  </a:lnTo>
                  <a:lnTo>
                    <a:pt x="4109848" y="1668810"/>
                  </a:lnTo>
                  <a:lnTo>
                    <a:pt x="4108566" y="1668810"/>
                  </a:lnTo>
                  <a:lnTo>
                    <a:pt x="4107284" y="1668810"/>
                  </a:lnTo>
                  <a:lnTo>
                    <a:pt x="4106002" y="1668810"/>
                  </a:lnTo>
                  <a:lnTo>
                    <a:pt x="4104721" y="1668810"/>
                  </a:lnTo>
                  <a:lnTo>
                    <a:pt x="4103439" y="1668810"/>
                  </a:lnTo>
                  <a:lnTo>
                    <a:pt x="4102157" y="1668810"/>
                  </a:lnTo>
                  <a:lnTo>
                    <a:pt x="4100875" y="1668810"/>
                  </a:lnTo>
                  <a:lnTo>
                    <a:pt x="4099593" y="1668810"/>
                  </a:lnTo>
                  <a:lnTo>
                    <a:pt x="4098311" y="1668810"/>
                  </a:lnTo>
                  <a:lnTo>
                    <a:pt x="4097029" y="1668810"/>
                  </a:lnTo>
                  <a:lnTo>
                    <a:pt x="4095748" y="1668810"/>
                  </a:lnTo>
                  <a:lnTo>
                    <a:pt x="4094466" y="1668810"/>
                  </a:lnTo>
                  <a:lnTo>
                    <a:pt x="4093184" y="1668810"/>
                  </a:lnTo>
                  <a:lnTo>
                    <a:pt x="4091902" y="1668810"/>
                  </a:lnTo>
                  <a:lnTo>
                    <a:pt x="4090620" y="1668810"/>
                  </a:lnTo>
                  <a:lnTo>
                    <a:pt x="4089338" y="1668810"/>
                  </a:lnTo>
                  <a:lnTo>
                    <a:pt x="4088057" y="1668810"/>
                  </a:lnTo>
                  <a:lnTo>
                    <a:pt x="4086775" y="1668810"/>
                  </a:lnTo>
                  <a:lnTo>
                    <a:pt x="4085493" y="1668810"/>
                  </a:lnTo>
                  <a:lnTo>
                    <a:pt x="4084211" y="1668810"/>
                  </a:lnTo>
                  <a:lnTo>
                    <a:pt x="4082929" y="1668810"/>
                  </a:lnTo>
                  <a:lnTo>
                    <a:pt x="4081647" y="1668810"/>
                  </a:lnTo>
                  <a:lnTo>
                    <a:pt x="4080366" y="1668810"/>
                  </a:lnTo>
                  <a:lnTo>
                    <a:pt x="4079084" y="1668810"/>
                  </a:lnTo>
                  <a:lnTo>
                    <a:pt x="4077802" y="1668810"/>
                  </a:lnTo>
                  <a:lnTo>
                    <a:pt x="4076520" y="1668810"/>
                  </a:lnTo>
                  <a:lnTo>
                    <a:pt x="4075238" y="1668810"/>
                  </a:lnTo>
                  <a:lnTo>
                    <a:pt x="4073956" y="1668810"/>
                  </a:lnTo>
                  <a:lnTo>
                    <a:pt x="4072674" y="1668810"/>
                  </a:lnTo>
                  <a:lnTo>
                    <a:pt x="4071393" y="1668810"/>
                  </a:lnTo>
                  <a:lnTo>
                    <a:pt x="4070111" y="1668810"/>
                  </a:lnTo>
                  <a:lnTo>
                    <a:pt x="4068829" y="1668810"/>
                  </a:lnTo>
                  <a:lnTo>
                    <a:pt x="4067547" y="1668810"/>
                  </a:lnTo>
                  <a:lnTo>
                    <a:pt x="4066265" y="1668810"/>
                  </a:lnTo>
                  <a:lnTo>
                    <a:pt x="4064983" y="1668810"/>
                  </a:lnTo>
                  <a:lnTo>
                    <a:pt x="4063702" y="1668810"/>
                  </a:lnTo>
                  <a:lnTo>
                    <a:pt x="4062420" y="1668810"/>
                  </a:lnTo>
                  <a:lnTo>
                    <a:pt x="4061138" y="1668810"/>
                  </a:lnTo>
                  <a:lnTo>
                    <a:pt x="4059856" y="1668810"/>
                  </a:lnTo>
                  <a:lnTo>
                    <a:pt x="4058574" y="1668810"/>
                  </a:lnTo>
                  <a:lnTo>
                    <a:pt x="4057292" y="1668810"/>
                  </a:lnTo>
                  <a:lnTo>
                    <a:pt x="4056010" y="1668810"/>
                  </a:lnTo>
                  <a:lnTo>
                    <a:pt x="4054729" y="1668810"/>
                  </a:lnTo>
                  <a:lnTo>
                    <a:pt x="4053447" y="1668810"/>
                  </a:lnTo>
                  <a:lnTo>
                    <a:pt x="4052165" y="1668810"/>
                  </a:lnTo>
                  <a:lnTo>
                    <a:pt x="4050883" y="1668810"/>
                  </a:lnTo>
                  <a:lnTo>
                    <a:pt x="4049601" y="1668810"/>
                  </a:lnTo>
                  <a:lnTo>
                    <a:pt x="4048319" y="1668810"/>
                  </a:lnTo>
                  <a:lnTo>
                    <a:pt x="4047038" y="1668810"/>
                  </a:lnTo>
                  <a:lnTo>
                    <a:pt x="4045756" y="1668810"/>
                  </a:lnTo>
                  <a:lnTo>
                    <a:pt x="4044474" y="1668810"/>
                  </a:lnTo>
                  <a:lnTo>
                    <a:pt x="4043192" y="1668810"/>
                  </a:lnTo>
                  <a:lnTo>
                    <a:pt x="4041910" y="1668810"/>
                  </a:lnTo>
                  <a:lnTo>
                    <a:pt x="4040628" y="1668810"/>
                  </a:lnTo>
                  <a:lnTo>
                    <a:pt x="4039347" y="1668810"/>
                  </a:lnTo>
                  <a:lnTo>
                    <a:pt x="4038065" y="1668810"/>
                  </a:lnTo>
                  <a:lnTo>
                    <a:pt x="4036783" y="1668810"/>
                  </a:lnTo>
                  <a:lnTo>
                    <a:pt x="4035501" y="1668810"/>
                  </a:lnTo>
                  <a:lnTo>
                    <a:pt x="4034219" y="1668810"/>
                  </a:lnTo>
                  <a:lnTo>
                    <a:pt x="4032937" y="1668810"/>
                  </a:lnTo>
                  <a:lnTo>
                    <a:pt x="4031655" y="1668810"/>
                  </a:lnTo>
                  <a:lnTo>
                    <a:pt x="4030374" y="1668810"/>
                  </a:lnTo>
                  <a:lnTo>
                    <a:pt x="4029092" y="1668810"/>
                  </a:lnTo>
                  <a:lnTo>
                    <a:pt x="4027810" y="1668810"/>
                  </a:lnTo>
                  <a:lnTo>
                    <a:pt x="4026528" y="1668810"/>
                  </a:lnTo>
                  <a:lnTo>
                    <a:pt x="4025246" y="1668810"/>
                  </a:lnTo>
                  <a:lnTo>
                    <a:pt x="4023964" y="1668810"/>
                  </a:lnTo>
                  <a:lnTo>
                    <a:pt x="4022683" y="1668810"/>
                  </a:lnTo>
                  <a:lnTo>
                    <a:pt x="4021401" y="1668810"/>
                  </a:lnTo>
                  <a:lnTo>
                    <a:pt x="4020119" y="1668810"/>
                  </a:lnTo>
                  <a:lnTo>
                    <a:pt x="4018837" y="1668810"/>
                  </a:lnTo>
                  <a:lnTo>
                    <a:pt x="4017555" y="1668810"/>
                  </a:lnTo>
                  <a:lnTo>
                    <a:pt x="4016273" y="1668810"/>
                  </a:lnTo>
                  <a:lnTo>
                    <a:pt x="4014991" y="1668810"/>
                  </a:lnTo>
                  <a:lnTo>
                    <a:pt x="4013710" y="1668810"/>
                  </a:lnTo>
                  <a:lnTo>
                    <a:pt x="4012428" y="1668810"/>
                  </a:lnTo>
                  <a:lnTo>
                    <a:pt x="4011146" y="1668810"/>
                  </a:lnTo>
                  <a:lnTo>
                    <a:pt x="4009864" y="1668810"/>
                  </a:lnTo>
                  <a:lnTo>
                    <a:pt x="4008582" y="1668810"/>
                  </a:lnTo>
                  <a:lnTo>
                    <a:pt x="4007300" y="1668810"/>
                  </a:lnTo>
                  <a:lnTo>
                    <a:pt x="4006019" y="1668810"/>
                  </a:lnTo>
                  <a:lnTo>
                    <a:pt x="4004737" y="1668810"/>
                  </a:lnTo>
                  <a:lnTo>
                    <a:pt x="4003455" y="1668810"/>
                  </a:lnTo>
                  <a:lnTo>
                    <a:pt x="4002173" y="1668810"/>
                  </a:lnTo>
                  <a:lnTo>
                    <a:pt x="4000891" y="1668810"/>
                  </a:lnTo>
                  <a:lnTo>
                    <a:pt x="3999609" y="1668810"/>
                  </a:lnTo>
                  <a:lnTo>
                    <a:pt x="3998327" y="1668810"/>
                  </a:lnTo>
                  <a:lnTo>
                    <a:pt x="3997046" y="1668810"/>
                  </a:lnTo>
                  <a:lnTo>
                    <a:pt x="3995764" y="1668810"/>
                  </a:lnTo>
                  <a:lnTo>
                    <a:pt x="3994482" y="1668810"/>
                  </a:lnTo>
                  <a:lnTo>
                    <a:pt x="3993200" y="1668810"/>
                  </a:lnTo>
                  <a:lnTo>
                    <a:pt x="3991918" y="1668810"/>
                  </a:lnTo>
                  <a:lnTo>
                    <a:pt x="3990636" y="1668810"/>
                  </a:lnTo>
                  <a:lnTo>
                    <a:pt x="3989355" y="1668810"/>
                  </a:lnTo>
                  <a:lnTo>
                    <a:pt x="3988073" y="1668810"/>
                  </a:lnTo>
                  <a:lnTo>
                    <a:pt x="3986791" y="1668810"/>
                  </a:lnTo>
                  <a:lnTo>
                    <a:pt x="3985509" y="1668810"/>
                  </a:lnTo>
                  <a:lnTo>
                    <a:pt x="3984227" y="1668810"/>
                  </a:lnTo>
                  <a:lnTo>
                    <a:pt x="3982945" y="1668810"/>
                  </a:lnTo>
                  <a:lnTo>
                    <a:pt x="3981664" y="1668810"/>
                  </a:lnTo>
                  <a:lnTo>
                    <a:pt x="3980382" y="1668810"/>
                  </a:lnTo>
                  <a:lnTo>
                    <a:pt x="3979100" y="1668810"/>
                  </a:lnTo>
                  <a:lnTo>
                    <a:pt x="3977818" y="1668810"/>
                  </a:lnTo>
                  <a:lnTo>
                    <a:pt x="3976536" y="1668810"/>
                  </a:lnTo>
                  <a:lnTo>
                    <a:pt x="3975254" y="1668810"/>
                  </a:lnTo>
                  <a:lnTo>
                    <a:pt x="3973972" y="1668810"/>
                  </a:lnTo>
                  <a:lnTo>
                    <a:pt x="3972691" y="1668810"/>
                  </a:lnTo>
                  <a:lnTo>
                    <a:pt x="3971409" y="1668810"/>
                  </a:lnTo>
                  <a:lnTo>
                    <a:pt x="3970127" y="1668810"/>
                  </a:lnTo>
                  <a:lnTo>
                    <a:pt x="3968845" y="1668810"/>
                  </a:lnTo>
                  <a:lnTo>
                    <a:pt x="3967563" y="1668810"/>
                  </a:lnTo>
                  <a:lnTo>
                    <a:pt x="3966281" y="1668810"/>
                  </a:lnTo>
                  <a:lnTo>
                    <a:pt x="3965000" y="1668810"/>
                  </a:lnTo>
                  <a:lnTo>
                    <a:pt x="3963718" y="1668810"/>
                  </a:lnTo>
                  <a:lnTo>
                    <a:pt x="3962436" y="1668810"/>
                  </a:lnTo>
                  <a:lnTo>
                    <a:pt x="3961154" y="1668810"/>
                  </a:lnTo>
                  <a:lnTo>
                    <a:pt x="3959872" y="1668810"/>
                  </a:lnTo>
                  <a:lnTo>
                    <a:pt x="3958590" y="1668810"/>
                  </a:lnTo>
                  <a:lnTo>
                    <a:pt x="3957308" y="1668810"/>
                  </a:lnTo>
                  <a:lnTo>
                    <a:pt x="3956027" y="1668810"/>
                  </a:lnTo>
                  <a:lnTo>
                    <a:pt x="3954745" y="1668810"/>
                  </a:lnTo>
                  <a:lnTo>
                    <a:pt x="3953463" y="1668810"/>
                  </a:lnTo>
                  <a:lnTo>
                    <a:pt x="3952181" y="1668810"/>
                  </a:lnTo>
                  <a:lnTo>
                    <a:pt x="3950899" y="1668810"/>
                  </a:lnTo>
                  <a:lnTo>
                    <a:pt x="3949617" y="1668810"/>
                  </a:lnTo>
                  <a:lnTo>
                    <a:pt x="3948336" y="1668810"/>
                  </a:lnTo>
                  <a:lnTo>
                    <a:pt x="3947054" y="1668810"/>
                  </a:lnTo>
                  <a:lnTo>
                    <a:pt x="3945772" y="1668810"/>
                  </a:lnTo>
                  <a:lnTo>
                    <a:pt x="3944490" y="1668810"/>
                  </a:lnTo>
                  <a:lnTo>
                    <a:pt x="3943208" y="1668810"/>
                  </a:lnTo>
                  <a:lnTo>
                    <a:pt x="3941926" y="1668810"/>
                  </a:lnTo>
                  <a:lnTo>
                    <a:pt x="3940645" y="1668810"/>
                  </a:lnTo>
                  <a:lnTo>
                    <a:pt x="3939363" y="1668810"/>
                  </a:lnTo>
                  <a:lnTo>
                    <a:pt x="3938081" y="1668810"/>
                  </a:lnTo>
                  <a:lnTo>
                    <a:pt x="3936799" y="1668810"/>
                  </a:lnTo>
                  <a:lnTo>
                    <a:pt x="3935517" y="1668810"/>
                  </a:lnTo>
                  <a:lnTo>
                    <a:pt x="3934235" y="1668810"/>
                  </a:lnTo>
                  <a:lnTo>
                    <a:pt x="3932953" y="1668810"/>
                  </a:lnTo>
                  <a:lnTo>
                    <a:pt x="3931672" y="1668810"/>
                  </a:lnTo>
                  <a:lnTo>
                    <a:pt x="3930390" y="1668810"/>
                  </a:lnTo>
                  <a:lnTo>
                    <a:pt x="3929108" y="1668810"/>
                  </a:lnTo>
                  <a:lnTo>
                    <a:pt x="3927826" y="1668810"/>
                  </a:lnTo>
                  <a:lnTo>
                    <a:pt x="3926544" y="1668810"/>
                  </a:lnTo>
                  <a:lnTo>
                    <a:pt x="3925262" y="1668810"/>
                  </a:lnTo>
                  <a:lnTo>
                    <a:pt x="3923981" y="1668810"/>
                  </a:lnTo>
                  <a:lnTo>
                    <a:pt x="3922699" y="1668810"/>
                  </a:lnTo>
                  <a:lnTo>
                    <a:pt x="3921417" y="1668810"/>
                  </a:lnTo>
                  <a:lnTo>
                    <a:pt x="3920135" y="1668810"/>
                  </a:lnTo>
                  <a:lnTo>
                    <a:pt x="3918853" y="1668810"/>
                  </a:lnTo>
                  <a:lnTo>
                    <a:pt x="3917571" y="1668810"/>
                  </a:lnTo>
                  <a:lnTo>
                    <a:pt x="3916289" y="1668810"/>
                  </a:lnTo>
                  <a:lnTo>
                    <a:pt x="3915008" y="1668810"/>
                  </a:lnTo>
                  <a:lnTo>
                    <a:pt x="3913726" y="1668810"/>
                  </a:lnTo>
                  <a:lnTo>
                    <a:pt x="3912444" y="1668810"/>
                  </a:lnTo>
                  <a:lnTo>
                    <a:pt x="3911162" y="1668810"/>
                  </a:lnTo>
                  <a:lnTo>
                    <a:pt x="3909880" y="1668810"/>
                  </a:lnTo>
                  <a:lnTo>
                    <a:pt x="3908598" y="1668810"/>
                  </a:lnTo>
                  <a:lnTo>
                    <a:pt x="3907317" y="1668810"/>
                  </a:lnTo>
                  <a:lnTo>
                    <a:pt x="3906035" y="1668810"/>
                  </a:lnTo>
                  <a:lnTo>
                    <a:pt x="3904753" y="1668810"/>
                  </a:lnTo>
                  <a:lnTo>
                    <a:pt x="3903471" y="1668810"/>
                  </a:lnTo>
                  <a:lnTo>
                    <a:pt x="3902189" y="1668810"/>
                  </a:lnTo>
                  <a:lnTo>
                    <a:pt x="3900907" y="1668810"/>
                  </a:lnTo>
                  <a:lnTo>
                    <a:pt x="3899626" y="1668810"/>
                  </a:lnTo>
                  <a:lnTo>
                    <a:pt x="3898344" y="1668810"/>
                  </a:lnTo>
                  <a:lnTo>
                    <a:pt x="3897062" y="1668810"/>
                  </a:lnTo>
                  <a:lnTo>
                    <a:pt x="3895780" y="1668810"/>
                  </a:lnTo>
                  <a:lnTo>
                    <a:pt x="3894498" y="1668810"/>
                  </a:lnTo>
                  <a:lnTo>
                    <a:pt x="3893216" y="1668810"/>
                  </a:lnTo>
                  <a:lnTo>
                    <a:pt x="3891934" y="1668810"/>
                  </a:lnTo>
                  <a:lnTo>
                    <a:pt x="3890653" y="1668810"/>
                  </a:lnTo>
                  <a:lnTo>
                    <a:pt x="3889371" y="1668810"/>
                  </a:lnTo>
                  <a:lnTo>
                    <a:pt x="3888089" y="1668810"/>
                  </a:lnTo>
                  <a:lnTo>
                    <a:pt x="3886807" y="1668810"/>
                  </a:lnTo>
                  <a:lnTo>
                    <a:pt x="3885525" y="1668810"/>
                  </a:lnTo>
                  <a:lnTo>
                    <a:pt x="3884243" y="1668810"/>
                  </a:lnTo>
                  <a:lnTo>
                    <a:pt x="3882962" y="1668810"/>
                  </a:lnTo>
                  <a:lnTo>
                    <a:pt x="3881680" y="1668810"/>
                  </a:lnTo>
                  <a:lnTo>
                    <a:pt x="3880398" y="1668810"/>
                  </a:lnTo>
                  <a:lnTo>
                    <a:pt x="3879116" y="1668810"/>
                  </a:lnTo>
                  <a:lnTo>
                    <a:pt x="3877834" y="1668810"/>
                  </a:lnTo>
                  <a:lnTo>
                    <a:pt x="3876552" y="1668810"/>
                  </a:lnTo>
                  <a:lnTo>
                    <a:pt x="3875270" y="1668810"/>
                  </a:lnTo>
                  <a:lnTo>
                    <a:pt x="3873989" y="1668810"/>
                  </a:lnTo>
                  <a:lnTo>
                    <a:pt x="3872707" y="1668810"/>
                  </a:lnTo>
                  <a:lnTo>
                    <a:pt x="3871425" y="1668810"/>
                  </a:lnTo>
                  <a:lnTo>
                    <a:pt x="3870143" y="1668810"/>
                  </a:lnTo>
                  <a:lnTo>
                    <a:pt x="3868861" y="1668810"/>
                  </a:lnTo>
                  <a:lnTo>
                    <a:pt x="3867579" y="1668810"/>
                  </a:lnTo>
                  <a:lnTo>
                    <a:pt x="3866298" y="1668810"/>
                  </a:lnTo>
                  <a:lnTo>
                    <a:pt x="3865016" y="1668810"/>
                  </a:lnTo>
                  <a:lnTo>
                    <a:pt x="3863734" y="1668810"/>
                  </a:lnTo>
                  <a:lnTo>
                    <a:pt x="3862452" y="1668810"/>
                  </a:lnTo>
                  <a:lnTo>
                    <a:pt x="3861170" y="1668810"/>
                  </a:lnTo>
                  <a:lnTo>
                    <a:pt x="3859888" y="1668810"/>
                  </a:lnTo>
                  <a:lnTo>
                    <a:pt x="3858606" y="1668810"/>
                  </a:lnTo>
                  <a:lnTo>
                    <a:pt x="3857325" y="1668810"/>
                  </a:lnTo>
                  <a:lnTo>
                    <a:pt x="3856043" y="1668810"/>
                  </a:lnTo>
                  <a:lnTo>
                    <a:pt x="3854761" y="1668810"/>
                  </a:lnTo>
                  <a:lnTo>
                    <a:pt x="3853479" y="1668810"/>
                  </a:lnTo>
                  <a:lnTo>
                    <a:pt x="3852197" y="1668810"/>
                  </a:lnTo>
                  <a:lnTo>
                    <a:pt x="3850915" y="1668810"/>
                  </a:lnTo>
                  <a:lnTo>
                    <a:pt x="3849634" y="1668810"/>
                  </a:lnTo>
                  <a:lnTo>
                    <a:pt x="3848352" y="1668810"/>
                  </a:lnTo>
                  <a:lnTo>
                    <a:pt x="3847070" y="1668810"/>
                  </a:lnTo>
                  <a:lnTo>
                    <a:pt x="3845788" y="1668810"/>
                  </a:lnTo>
                  <a:lnTo>
                    <a:pt x="3844506" y="1668810"/>
                  </a:lnTo>
                  <a:lnTo>
                    <a:pt x="3843224" y="1668810"/>
                  </a:lnTo>
                  <a:lnTo>
                    <a:pt x="3841943" y="1668810"/>
                  </a:lnTo>
                  <a:lnTo>
                    <a:pt x="3840661" y="1668810"/>
                  </a:lnTo>
                  <a:lnTo>
                    <a:pt x="3839379" y="1668810"/>
                  </a:lnTo>
                  <a:lnTo>
                    <a:pt x="3838097" y="1668810"/>
                  </a:lnTo>
                  <a:lnTo>
                    <a:pt x="3836815" y="1668810"/>
                  </a:lnTo>
                  <a:lnTo>
                    <a:pt x="3835533" y="1668810"/>
                  </a:lnTo>
                  <a:lnTo>
                    <a:pt x="3834251" y="1668810"/>
                  </a:lnTo>
                  <a:lnTo>
                    <a:pt x="3832970" y="1668810"/>
                  </a:lnTo>
                  <a:lnTo>
                    <a:pt x="3831688" y="1668810"/>
                  </a:lnTo>
                  <a:lnTo>
                    <a:pt x="3830406" y="1668810"/>
                  </a:lnTo>
                  <a:lnTo>
                    <a:pt x="3829124" y="1668810"/>
                  </a:lnTo>
                  <a:lnTo>
                    <a:pt x="3827842" y="1668810"/>
                  </a:lnTo>
                  <a:lnTo>
                    <a:pt x="3826560" y="1668810"/>
                  </a:lnTo>
                  <a:lnTo>
                    <a:pt x="3825279" y="1668810"/>
                  </a:lnTo>
                  <a:lnTo>
                    <a:pt x="3823997" y="1668810"/>
                  </a:lnTo>
                  <a:lnTo>
                    <a:pt x="3822715" y="1668810"/>
                  </a:lnTo>
                  <a:lnTo>
                    <a:pt x="3821433" y="1668810"/>
                  </a:lnTo>
                  <a:lnTo>
                    <a:pt x="3820151" y="1668810"/>
                  </a:lnTo>
                  <a:lnTo>
                    <a:pt x="3818869" y="1668810"/>
                  </a:lnTo>
                  <a:lnTo>
                    <a:pt x="3817587" y="1668810"/>
                  </a:lnTo>
                  <a:lnTo>
                    <a:pt x="3816306" y="1668810"/>
                  </a:lnTo>
                  <a:lnTo>
                    <a:pt x="3815024" y="1668810"/>
                  </a:lnTo>
                  <a:lnTo>
                    <a:pt x="3813742" y="1668810"/>
                  </a:lnTo>
                  <a:lnTo>
                    <a:pt x="3812460" y="1668810"/>
                  </a:lnTo>
                  <a:lnTo>
                    <a:pt x="3811178" y="1668810"/>
                  </a:lnTo>
                  <a:lnTo>
                    <a:pt x="3809896" y="1668810"/>
                  </a:lnTo>
                  <a:lnTo>
                    <a:pt x="3808615" y="1668810"/>
                  </a:lnTo>
                  <a:lnTo>
                    <a:pt x="3807333" y="1668810"/>
                  </a:lnTo>
                  <a:lnTo>
                    <a:pt x="3806051" y="1668810"/>
                  </a:lnTo>
                  <a:lnTo>
                    <a:pt x="3804769" y="1668810"/>
                  </a:lnTo>
                  <a:lnTo>
                    <a:pt x="3803487" y="1668810"/>
                  </a:lnTo>
                  <a:lnTo>
                    <a:pt x="3802205" y="1668810"/>
                  </a:lnTo>
                  <a:lnTo>
                    <a:pt x="3800924" y="1668810"/>
                  </a:lnTo>
                  <a:lnTo>
                    <a:pt x="3799642" y="1668810"/>
                  </a:lnTo>
                  <a:lnTo>
                    <a:pt x="3798360" y="1668810"/>
                  </a:lnTo>
                  <a:lnTo>
                    <a:pt x="3797078" y="1668810"/>
                  </a:lnTo>
                  <a:lnTo>
                    <a:pt x="3795796" y="1668810"/>
                  </a:lnTo>
                  <a:lnTo>
                    <a:pt x="3794514" y="1668810"/>
                  </a:lnTo>
                  <a:lnTo>
                    <a:pt x="3793232" y="1668810"/>
                  </a:lnTo>
                  <a:lnTo>
                    <a:pt x="3791951" y="1668810"/>
                  </a:lnTo>
                  <a:lnTo>
                    <a:pt x="3790669" y="1668810"/>
                  </a:lnTo>
                  <a:lnTo>
                    <a:pt x="3789387" y="1668810"/>
                  </a:lnTo>
                  <a:lnTo>
                    <a:pt x="3788105" y="1668810"/>
                  </a:lnTo>
                  <a:lnTo>
                    <a:pt x="3786823" y="1668810"/>
                  </a:lnTo>
                  <a:lnTo>
                    <a:pt x="3785541" y="1668810"/>
                  </a:lnTo>
                  <a:lnTo>
                    <a:pt x="3784260" y="1668810"/>
                  </a:lnTo>
                  <a:lnTo>
                    <a:pt x="3782978" y="1668810"/>
                  </a:lnTo>
                  <a:lnTo>
                    <a:pt x="3781696" y="1668810"/>
                  </a:lnTo>
                  <a:lnTo>
                    <a:pt x="3780414" y="1668810"/>
                  </a:lnTo>
                  <a:lnTo>
                    <a:pt x="3779132" y="1668810"/>
                  </a:lnTo>
                  <a:lnTo>
                    <a:pt x="3777850" y="1668810"/>
                  </a:lnTo>
                  <a:lnTo>
                    <a:pt x="3776568" y="1668810"/>
                  </a:lnTo>
                  <a:lnTo>
                    <a:pt x="3775287" y="1668810"/>
                  </a:lnTo>
                  <a:lnTo>
                    <a:pt x="3774005" y="1668810"/>
                  </a:lnTo>
                  <a:lnTo>
                    <a:pt x="3772723" y="1668810"/>
                  </a:lnTo>
                  <a:lnTo>
                    <a:pt x="3771441" y="1668810"/>
                  </a:lnTo>
                  <a:lnTo>
                    <a:pt x="3770159" y="1668810"/>
                  </a:lnTo>
                  <a:lnTo>
                    <a:pt x="3768877" y="1668810"/>
                  </a:lnTo>
                  <a:lnTo>
                    <a:pt x="3767596" y="1668810"/>
                  </a:lnTo>
                  <a:lnTo>
                    <a:pt x="3766314" y="1668810"/>
                  </a:lnTo>
                  <a:lnTo>
                    <a:pt x="3765032" y="1668810"/>
                  </a:lnTo>
                  <a:lnTo>
                    <a:pt x="3763750" y="1668810"/>
                  </a:lnTo>
                  <a:lnTo>
                    <a:pt x="3762468" y="1668810"/>
                  </a:lnTo>
                  <a:lnTo>
                    <a:pt x="3761186" y="1668810"/>
                  </a:lnTo>
                  <a:lnTo>
                    <a:pt x="3759904" y="1668810"/>
                  </a:lnTo>
                  <a:lnTo>
                    <a:pt x="3758623" y="1668810"/>
                  </a:lnTo>
                  <a:lnTo>
                    <a:pt x="3757341" y="1668810"/>
                  </a:lnTo>
                  <a:lnTo>
                    <a:pt x="3756059" y="1668810"/>
                  </a:lnTo>
                  <a:lnTo>
                    <a:pt x="3754777" y="1668810"/>
                  </a:lnTo>
                  <a:lnTo>
                    <a:pt x="3753495" y="1668810"/>
                  </a:lnTo>
                  <a:lnTo>
                    <a:pt x="3752213" y="1668810"/>
                  </a:lnTo>
                  <a:lnTo>
                    <a:pt x="3750932" y="1668810"/>
                  </a:lnTo>
                  <a:lnTo>
                    <a:pt x="3749650" y="1668810"/>
                  </a:lnTo>
                  <a:lnTo>
                    <a:pt x="3748368" y="1668810"/>
                  </a:lnTo>
                  <a:lnTo>
                    <a:pt x="3747086" y="1668810"/>
                  </a:lnTo>
                  <a:lnTo>
                    <a:pt x="3745804" y="1668810"/>
                  </a:lnTo>
                  <a:lnTo>
                    <a:pt x="3744522" y="1668810"/>
                  </a:lnTo>
                  <a:lnTo>
                    <a:pt x="3743241" y="1668810"/>
                  </a:lnTo>
                  <a:lnTo>
                    <a:pt x="3741959" y="1668810"/>
                  </a:lnTo>
                  <a:lnTo>
                    <a:pt x="3740677" y="1668810"/>
                  </a:lnTo>
                  <a:lnTo>
                    <a:pt x="3739395" y="1668810"/>
                  </a:lnTo>
                  <a:lnTo>
                    <a:pt x="3738113" y="1668810"/>
                  </a:lnTo>
                  <a:lnTo>
                    <a:pt x="3736831" y="1668810"/>
                  </a:lnTo>
                  <a:lnTo>
                    <a:pt x="3735549" y="1668810"/>
                  </a:lnTo>
                  <a:lnTo>
                    <a:pt x="3734268" y="1668810"/>
                  </a:lnTo>
                  <a:lnTo>
                    <a:pt x="3732986" y="1668810"/>
                  </a:lnTo>
                  <a:lnTo>
                    <a:pt x="3731704" y="1668810"/>
                  </a:lnTo>
                  <a:lnTo>
                    <a:pt x="3730422" y="1668810"/>
                  </a:lnTo>
                  <a:lnTo>
                    <a:pt x="3729140" y="1668810"/>
                  </a:lnTo>
                  <a:lnTo>
                    <a:pt x="3727858" y="1668810"/>
                  </a:lnTo>
                  <a:lnTo>
                    <a:pt x="3726577" y="1668810"/>
                  </a:lnTo>
                  <a:lnTo>
                    <a:pt x="3725295" y="1668810"/>
                  </a:lnTo>
                  <a:lnTo>
                    <a:pt x="3724013" y="1668810"/>
                  </a:lnTo>
                  <a:lnTo>
                    <a:pt x="3722731" y="1668810"/>
                  </a:lnTo>
                  <a:lnTo>
                    <a:pt x="3721449" y="1668810"/>
                  </a:lnTo>
                  <a:lnTo>
                    <a:pt x="3720167" y="1668810"/>
                  </a:lnTo>
                  <a:lnTo>
                    <a:pt x="3718885" y="1668810"/>
                  </a:lnTo>
                  <a:lnTo>
                    <a:pt x="3717604" y="1668810"/>
                  </a:lnTo>
                  <a:lnTo>
                    <a:pt x="3716322" y="1668810"/>
                  </a:lnTo>
                  <a:lnTo>
                    <a:pt x="3715040" y="1668810"/>
                  </a:lnTo>
                  <a:lnTo>
                    <a:pt x="3713758" y="1668810"/>
                  </a:lnTo>
                  <a:lnTo>
                    <a:pt x="3712476" y="1668810"/>
                  </a:lnTo>
                  <a:lnTo>
                    <a:pt x="3711194" y="1668810"/>
                  </a:lnTo>
                  <a:lnTo>
                    <a:pt x="3709913" y="1668810"/>
                  </a:lnTo>
                  <a:lnTo>
                    <a:pt x="3708631" y="1668810"/>
                  </a:lnTo>
                  <a:lnTo>
                    <a:pt x="3707349" y="1668810"/>
                  </a:lnTo>
                  <a:lnTo>
                    <a:pt x="3706067" y="1668810"/>
                  </a:lnTo>
                  <a:lnTo>
                    <a:pt x="3704785" y="1668810"/>
                  </a:lnTo>
                  <a:lnTo>
                    <a:pt x="3703503" y="1668810"/>
                  </a:lnTo>
                  <a:lnTo>
                    <a:pt x="3702222" y="1668810"/>
                  </a:lnTo>
                  <a:lnTo>
                    <a:pt x="3700940" y="1668810"/>
                  </a:lnTo>
                  <a:lnTo>
                    <a:pt x="3699658" y="1668810"/>
                  </a:lnTo>
                  <a:lnTo>
                    <a:pt x="3698376" y="1668810"/>
                  </a:lnTo>
                  <a:lnTo>
                    <a:pt x="3697094" y="1668810"/>
                  </a:lnTo>
                  <a:lnTo>
                    <a:pt x="3695812" y="1668810"/>
                  </a:lnTo>
                  <a:lnTo>
                    <a:pt x="3694530" y="1668810"/>
                  </a:lnTo>
                  <a:lnTo>
                    <a:pt x="3693249" y="1668810"/>
                  </a:lnTo>
                  <a:lnTo>
                    <a:pt x="3691967" y="1668810"/>
                  </a:lnTo>
                  <a:lnTo>
                    <a:pt x="3690685" y="1668810"/>
                  </a:lnTo>
                  <a:lnTo>
                    <a:pt x="3689403" y="1668810"/>
                  </a:lnTo>
                  <a:lnTo>
                    <a:pt x="3688121" y="1668810"/>
                  </a:lnTo>
                  <a:lnTo>
                    <a:pt x="3686839" y="1668810"/>
                  </a:lnTo>
                  <a:lnTo>
                    <a:pt x="3685558" y="1668810"/>
                  </a:lnTo>
                  <a:lnTo>
                    <a:pt x="3684276" y="1668810"/>
                  </a:lnTo>
                  <a:lnTo>
                    <a:pt x="3682994" y="1668810"/>
                  </a:lnTo>
                  <a:lnTo>
                    <a:pt x="3681712" y="1668810"/>
                  </a:lnTo>
                  <a:lnTo>
                    <a:pt x="3680430" y="1668810"/>
                  </a:lnTo>
                  <a:lnTo>
                    <a:pt x="3679148" y="1668810"/>
                  </a:lnTo>
                  <a:lnTo>
                    <a:pt x="3677866" y="1668810"/>
                  </a:lnTo>
                  <a:lnTo>
                    <a:pt x="3676585" y="1668810"/>
                  </a:lnTo>
                  <a:lnTo>
                    <a:pt x="3675303" y="1668810"/>
                  </a:lnTo>
                  <a:lnTo>
                    <a:pt x="3674021" y="1668810"/>
                  </a:lnTo>
                  <a:lnTo>
                    <a:pt x="3672739" y="1668810"/>
                  </a:lnTo>
                  <a:lnTo>
                    <a:pt x="3671457" y="1668810"/>
                  </a:lnTo>
                  <a:lnTo>
                    <a:pt x="3670175" y="1668810"/>
                  </a:lnTo>
                  <a:lnTo>
                    <a:pt x="3668894" y="1668810"/>
                  </a:lnTo>
                  <a:lnTo>
                    <a:pt x="3667612" y="1668810"/>
                  </a:lnTo>
                  <a:lnTo>
                    <a:pt x="3666330" y="1668810"/>
                  </a:lnTo>
                  <a:lnTo>
                    <a:pt x="3665048" y="1668810"/>
                  </a:lnTo>
                  <a:lnTo>
                    <a:pt x="3663766" y="1668810"/>
                  </a:lnTo>
                  <a:lnTo>
                    <a:pt x="3662484" y="1668810"/>
                  </a:lnTo>
                  <a:lnTo>
                    <a:pt x="3661203" y="1668810"/>
                  </a:lnTo>
                  <a:lnTo>
                    <a:pt x="3659921" y="1668810"/>
                  </a:lnTo>
                  <a:lnTo>
                    <a:pt x="3658639" y="1668810"/>
                  </a:lnTo>
                  <a:lnTo>
                    <a:pt x="3657357" y="1668810"/>
                  </a:lnTo>
                  <a:lnTo>
                    <a:pt x="3656075" y="1668810"/>
                  </a:lnTo>
                  <a:lnTo>
                    <a:pt x="3654793" y="1668810"/>
                  </a:lnTo>
                  <a:lnTo>
                    <a:pt x="3653511" y="1668810"/>
                  </a:lnTo>
                  <a:lnTo>
                    <a:pt x="3652230" y="1668810"/>
                  </a:lnTo>
                  <a:lnTo>
                    <a:pt x="3650948" y="1668810"/>
                  </a:lnTo>
                  <a:lnTo>
                    <a:pt x="3649666" y="1668810"/>
                  </a:lnTo>
                  <a:lnTo>
                    <a:pt x="3648384" y="1668810"/>
                  </a:lnTo>
                  <a:lnTo>
                    <a:pt x="3647102" y="1668810"/>
                  </a:lnTo>
                  <a:lnTo>
                    <a:pt x="3645820" y="1668810"/>
                  </a:lnTo>
                  <a:lnTo>
                    <a:pt x="3644539" y="1668810"/>
                  </a:lnTo>
                  <a:lnTo>
                    <a:pt x="3643257" y="1668810"/>
                  </a:lnTo>
                  <a:lnTo>
                    <a:pt x="3641975" y="1668810"/>
                  </a:lnTo>
                  <a:lnTo>
                    <a:pt x="3640693" y="1668810"/>
                  </a:lnTo>
                  <a:lnTo>
                    <a:pt x="3639411" y="1668810"/>
                  </a:lnTo>
                  <a:lnTo>
                    <a:pt x="3638129" y="1668810"/>
                  </a:lnTo>
                  <a:lnTo>
                    <a:pt x="3636847" y="1668810"/>
                  </a:lnTo>
                  <a:lnTo>
                    <a:pt x="3635566" y="1668810"/>
                  </a:lnTo>
                  <a:lnTo>
                    <a:pt x="3634284" y="1668810"/>
                  </a:lnTo>
                  <a:lnTo>
                    <a:pt x="3633002" y="1668810"/>
                  </a:lnTo>
                  <a:lnTo>
                    <a:pt x="3631720" y="1668810"/>
                  </a:lnTo>
                  <a:lnTo>
                    <a:pt x="3630438" y="1668810"/>
                  </a:lnTo>
                  <a:lnTo>
                    <a:pt x="3629156" y="1668810"/>
                  </a:lnTo>
                  <a:lnTo>
                    <a:pt x="3627875" y="1668810"/>
                  </a:lnTo>
                  <a:lnTo>
                    <a:pt x="3626593" y="1668810"/>
                  </a:lnTo>
                  <a:lnTo>
                    <a:pt x="3625311" y="1668810"/>
                  </a:lnTo>
                  <a:lnTo>
                    <a:pt x="3624029" y="1668810"/>
                  </a:lnTo>
                  <a:lnTo>
                    <a:pt x="3622747" y="1668810"/>
                  </a:lnTo>
                  <a:lnTo>
                    <a:pt x="3621465" y="1668810"/>
                  </a:lnTo>
                  <a:lnTo>
                    <a:pt x="3620183" y="1668810"/>
                  </a:lnTo>
                  <a:lnTo>
                    <a:pt x="3618902" y="1668810"/>
                  </a:lnTo>
                  <a:lnTo>
                    <a:pt x="3617620" y="1668810"/>
                  </a:lnTo>
                  <a:lnTo>
                    <a:pt x="3616338" y="1668810"/>
                  </a:lnTo>
                  <a:lnTo>
                    <a:pt x="3615056" y="1668810"/>
                  </a:lnTo>
                  <a:lnTo>
                    <a:pt x="3613774" y="1668810"/>
                  </a:lnTo>
                  <a:lnTo>
                    <a:pt x="3612492" y="1668810"/>
                  </a:lnTo>
                  <a:lnTo>
                    <a:pt x="3611211" y="1668810"/>
                  </a:lnTo>
                  <a:lnTo>
                    <a:pt x="3609929" y="1668810"/>
                  </a:lnTo>
                  <a:lnTo>
                    <a:pt x="3608647" y="1668810"/>
                  </a:lnTo>
                  <a:lnTo>
                    <a:pt x="3607365" y="1668810"/>
                  </a:lnTo>
                  <a:lnTo>
                    <a:pt x="3606083" y="1668810"/>
                  </a:lnTo>
                  <a:lnTo>
                    <a:pt x="3604801" y="1668810"/>
                  </a:lnTo>
                  <a:lnTo>
                    <a:pt x="3603520" y="1668810"/>
                  </a:lnTo>
                  <a:lnTo>
                    <a:pt x="3602238" y="1668810"/>
                  </a:lnTo>
                  <a:lnTo>
                    <a:pt x="3600956" y="1668810"/>
                  </a:lnTo>
                  <a:lnTo>
                    <a:pt x="3599674" y="1668810"/>
                  </a:lnTo>
                  <a:lnTo>
                    <a:pt x="3598392" y="1668810"/>
                  </a:lnTo>
                  <a:lnTo>
                    <a:pt x="3597110" y="1668810"/>
                  </a:lnTo>
                  <a:lnTo>
                    <a:pt x="3595828" y="1668810"/>
                  </a:lnTo>
                  <a:lnTo>
                    <a:pt x="3594547" y="1668810"/>
                  </a:lnTo>
                  <a:lnTo>
                    <a:pt x="3593265" y="1668810"/>
                  </a:lnTo>
                  <a:lnTo>
                    <a:pt x="3591983" y="1668810"/>
                  </a:lnTo>
                  <a:lnTo>
                    <a:pt x="3590701" y="1668810"/>
                  </a:lnTo>
                  <a:lnTo>
                    <a:pt x="3589419" y="1668810"/>
                  </a:lnTo>
                  <a:lnTo>
                    <a:pt x="3588137" y="1668810"/>
                  </a:lnTo>
                  <a:lnTo>
                    <a:pt x="3586856" y="1668810"/>
                  </a:lnTo>
                  <a:lnTo>
                    <a:pt x="3585574" y="1668810"/>
                  </a:lnTo>
                  <a:lnTo>
                    <a:pt x="3584292" y="1668810"/>
                  </a:lnTo>
                  <a:lnTo>
                    <a:pt x="3583010" y="1668810"/>
                  </a:lnTo>
                  <a:lnTo>
                    <a:pt x="3581728" y="1668810"/>
                  </a:lnTo>
                  <a:lnTo>
                    <a:pt x="3580446" y="1668810"/>
                  </a:lnTo>
                  <a:lnTo>
                    <a:pt x="3579164" y="1668810"/>
                  </a:lnTo>
                  <a:lnTo>
                    <a:pt x="3577883" y="1668810"/>
                  </a:lnTo>
                  <a:lnTo>
                    <a:pt x="3576601" y="1668810"/>
                  </a:lnTo>
                  <a:lnTo>
                    <a:pt x="3575319" y="1668810"/>
                  </a:lnTo>
                  <a:lnTo>
                    <a:pt x="3574037" y="1668810"/>
                  </a:lnTo>
                  <a:lnTo>
                    <a:pt x="3572755" y="1668810"/>
                  </a:lnTo>
                  <a:lnTo>
                    <a:pt x="3571473" y="1668810"/>
                  </a:lnTo>
                  <a:lnTo>
                    <a:pt x="3570192" y="1668810"/>
                  </a:lnTo>
                  <a:lnTo>
                    <a:pt x="3568910" y="1668810"/>
                  </a:lnTo>
                  <a:lnTo>
                    <a:pt x="3567628" y="1668810"/>
                  </a:lnTo>
                  <a:lnTo>
                    <a:pt x="3566346" y="1668810"/>
                  </a:lnTo>
                  <a:lnTo>
                    <a:pt x="3565064" y="1668810"/>
                  </a:lnTo>
                  <a:lnTo>
                    <a:pt x="3563782" y="1668810"/>
                  </a:lnTo>
                  <a:lnTo>
                    <a:pt x="3562501" y="1668810"/>
                  </a:lnTo>
                  <a:lnTo>
                    <a:pt x="3561219" y="1668810"/>
                  </a:lnTo>
                  <a:lnTo>
                    <a:pt x="3559937" y="1668810"/>
                  </a:lnTo>
                  <a:lnTo>
                    <a:pt x="3558655" y="1668810"/>
                  </a:lnTo>
                  <a:lnTo>
                    <a:pt x="3557373" y="1668810"/>
                  </a:lnTo>
                  <a:lnTo>
                    <a:pt x="3556091" y="1668810"/>
                  </a:lnTo>
                  <a:lnTo>
                    <a:pt x="3554809" y="1668810"/>
                  </a:lnTo>
                  <a:lnTo>
                    <a:pt x="3553528" y="1668810"/>
                  </a:lnTo>
                  <a:lnTo>
                    <a:pt x="3552246" y="1668810"/>
                  </a:lnTo>
                  <a:lnTo>
                    <a:pt x="3550964" y="1668810"/>
                  </a:lnTo>
                  <a:lnTo>
                    <a:pt x="3549682" y="1668810"/>
                  </a:lnTo>
                  <a:lnTo>
                    <a:pt x="3548400" y="1668810"/>
                  </a:lnTo>
                  <a:lnTo>
                    <a:pt x="3547118" y="1668810"/>
                  </a:lnTo>
                  <a:lnTo>
                    <a:pt x="3545837" y="1668810"/>
                  </a:lnTo>
                  <a:lnTo>
                    <a:pt x="3544555" y="1668810"/>
                  </a:lnTo>
                  <a:lnTo>
                    <a:pt x="3543273" y="1668810"/>
                  </a:lnTo>
                  <a:lnTo>
                    <a:pt x="3541991" y="1668810"/>
                  </a:lnTo>
                  <a:lnTo>
                    <a:pt x="3540709" y="1668810"/>
                  </a:lnTo>
                  <a:lnTo>
                    <a:pt x="3539427" y="1668810"/>
                  </a:lnTo>
                  <a:lnTo>
                    <a:pt x="3538145" y="1668810"/>
                  </a:lnTo>
                  <a:lnTo>
                    <a:pt x="3536864" y="1668810"/>
                  </a:lnTo>
                  <a:lnTo>
                    <a:pt x="3535582" y="1668810"/>
                  </a:lnTo>
                  <a:lnTo>
                    <a:pt x="3534300" y="1668810"/>
                  </a:lnTo>
                  <a:lnTo>
                    <a:pt x="3533018" y="1668810"/>
                  </a:lnTo>
                  <a:lnTo>
                    <a:pt x="3531736" y="1668810"/>
                  </a:lnTo>
                  <a:lnTo>
                    <a:pt x="3530454" y="1668810"/>
                  </a:lnTo>
                  <a:lnTo>
                    <a:pt x="3529173" y="1668810"/>
                  </a:lnTo>
                  <a:lnTo>
                    <a:pt x="3527891" y="1668810"/>
                  </a:lnTo>
                  <a:lnTo>
                    <a:pt x="3526609" y="1668810"/>
                  </a:lnTo>
                  <a:lnTo>
                    <a:pt x="3525327" y="1668810"/>
                  </a:lnTo>
                  <a:lnTo>
                    <a:pt x="3524045" y="1668810"/>
                  </a:lnTo>
                  <a:lnTo>
                    <a:pt x="3522763" y="1668810"/>
                  </a:lnTo>
                  <a:lnTo>
                    <a:pt x="3521482" y="1668810"/>
                  </a:lnTo>
                  <a:lnTo>
                    <a:pt x="3520200" y="1668810"/>
                  </a:lnTo>
                  <a:lnTo>
                    <a:pt x="3518918" y="1668810"/>
                  </a:lnTo>
                  <a:lnTo>
                    <a:pt x="3517636" y="1668810"/>
                  </a:lnTo>
                  <a:lnTo>
                    <a:pt x="3516354" y="1668810"/>
                  </a:lnTo>
                  <a:lnTo>
                    <a:pt x="3515072" y="1668810"/>
                  </a:lnTo>
                  <a:lnTo>
                    <a:pt x="3513790" y="1668810"/>
                  </a:lnTo>
                  <a:lnTo>
                    <a:pt x="3512509" y="1668810"/>
                  </a:lnTo>
                  <a:lnTo>
                    <a:pt x="3511227" y="1668810"/>
                  </a:lnTo>
                  <a:lnTo>
                    <a:pt x="3509945" y="1668810"/>
                  </a:lnTo>
                  <a:lnTo>
                    <a:pt x="3508663" y="1668810"/>
                  </a:lnTo>
                  <a:lnTo>
                    <a:pt x="3507381" y="1668810"/>
                  </a:lnTo>
                  <a:lnTo>
                    <a:pt x="3506099" y="1668810"/>
                  </a:lnTo>
                  <a:lnTo>
                    <a:pt x="3504818" y="1668810"/>
                  </a:lnTo>
                  <a:lnTo>
                    <a:pt x="3503536" y="1668810"/>
                  </a:lnTo>
                  <a:lnTo>
                    <a:pt x="3502254" y="1668810"/>
                  </a:lnTo>
                  <a:lnTo>
                    <a:pt x="3500972" y="1668810"/>
                  </a:lnTo>
                  <a:lnTo>
                    <a:pt x="3499690" y="1668810"/>
                  </a:lnTo>
                  <a:lnTo>
                    <a:pt x="3498408" y="1668810"/>
                  </a:lnTo>
                  <a:lnTo>
                    <a:pt x="3497126" y="1668810"/>
                  </a:lnTo>
                  <a:lnTo>
                    <a:pt x="3495845" y="1668810"/>
                  </a:lnTo>
                  <a:lnTo>
                    <a:pt x="3494563" y="1668810"/>
                  </a:lnTo>
                  <a:lnTo>
                    <a:pt x="3493281" y="1668810"/>
                  </a:lnTo>
                  <a:lnTo>
                    <a:pt x="3491999" y="1668810"/>
                  </a:lnTo>
                  <a:lnTo>
                    <a:pt x="3490717" y="1668810"/>
                  </a:lnTo>
                  <a:lnTo>
                    <a:pt x="3489435" y="1668810"/>
                  </a:lnTo>
                  <a:lnTo>
                    <a:pt x="3488154" y="1668810"/>
                  </a:lnTo>
                  <a:lnTo>
                    <a:pt x="3486872" y="1668810"/>
                  </a:lnTo>
                  <a:lnTo>
                    <a:pt x="3485590" y="1668810"/>
                  </a:lnTo>
                  <a:lnTo>
                    <a:pt x="3484308" y="1668810"/>
                  </a:lnTo>
                  <a:lnTo>
                    <a:pt x="3483026" y="1668810"/>
                  </a:lnTo>
                  <a:lnTo>
                    <a:pt x="3481744" y="1668810"/>
                  </a:lnTo>
                  <a:lnTo>
                    <a:pt x="3480462" y="1668810"/>
                  </a:lnTo>
                  <a:lnTo>
                    <a:pt x="3479181" y="1668810"/>
                  </a:lnTo>
                  <a:lnTo>
                    <a:pt x="3477899" y="1668810"/>
                  </a:lnTo>
                  <a:lnTo>
                    <a:pt x="3476617" y="1668810"/>
                  </a:lnTo>
                  <a:lnTo>
                    <a:pt x="3475335" y="1668810"/>
                  </a:lnTo>
                  <a:lnTo>
                    <a:pt x="3474053" y="1668810"/>
                  </a:lnTo>
                  <a:lnTo>
                    <a:pt x="3472771" y="1668810"/>
                  </a:lnTo>
                  <a:lnTo>
                    <a:pt x="3471490" y="1668810"/>
                  </a:lnTo>
                  <a:lnTo>
                    <a:pt x="3470208" y="1668810"/>
                  </a:lnTo>
                  <a:lnTo>
                    <a:pt x="3468926" y="1668810"/>
                  </a:lnTo>
                  <a:lnTo>
                    <a:pt x="3467644" y="1668810"/>
                  </a:lnTo>
                  <a:lnTo>
                    <a:pt x="3466362" y="1668810"/>
                  </a:lnTo>
                  <a:lnTo>
                    <a:pt x="3465080" y="1668810"/>
                  </a:lnTo>
                  <a:lnTo>
                    <a:pt x="3463799" y="1668810"/>
                  </a:lnTo>
                  <a:lnTo>
                    <a:pt x="3462517" y="1668810"/>
                  </a:lnTo>
                  <a:lnTo>
                    <a:pt x="3461235" y="1668810"/>
                  </a:lnTo>
                  <a:lnTo>
                    <a:pt x="3459953" y="1668810"/>
                  </a:lnTo>
                  <a:lnTo>
                    <a:pt x="3458671" y="1668810"/>
                  </a:lnTo>
                  <a:lnTo>
                    <a:pt x="3457389" y="1668810"/>
                  </a:lnTo>
                  <a:lnTo>
                    <a:pt x="3456107" y="1668810"/>
                  </a:lnTo>
                  <a:lnTo>
                    <a:pt x="3454826" y="1668810"/>
                  </a:lnTo>
                  <a:lnTo>
                    <a:pt x="3453544" y="1668810"/>
                  </a:lnTo>
                  <a:lnTo>
                    <a:pt x="3452262" y="1668810"/>
                  </a:lnTo>
                  <a:lnTo>
                    <a:pt x="3450980" y="1668810"/>
                  </a:lnTo>
                  <a:lnTo>
                    <a:pt x="3449698" y="1668810"/>
                  </a:lnTo>
                  <a:lnTo>
                    <a:pt x="3448416" y="1668810"/>
                  </a:lnTo>
                  <a:lnTo>
                    <a:pt x="3447135" y="1668810"/>
                  </a:lnTo>
                  <a:lnTo>
                    <a:pt x="3445853" y="1668810"/>
                  </a:lnTo>
                  <a:lnTo>
                    <a:pt x="3444571" y="1668810"/>
                  </a:lnTo>
                  <a:lnTo>
                    <a:pt x="3443289" y="1668810"/>
                  </a:lnTo>
                  <a:lnTo>
                    <a:pt x="3442007" y="1668810"/>
                  </a:lnTo>
                  <a:lnTo>
                    <a:pt x="3440725" y="1668810"/>
                  </a:lnTo>
                  <a:lnTo>
                    <a:pt x="3439443" y="1668810"/>
                  </a:lnTo>
                  <a:lnTo>
                    <a:pt x="3438162" y="1668810"/>
                  </a:lnTo>
                  <a:lnTo>
                    <a:pt x="3436880" y="1668810"/>
                  </a:lnTo>
                  <a:lnTo>
                    <a:pt x="3435598" y="1668810"/>
                  </a:lnTo>
                  <a:lnTo>
                    <a:pt x="3434316" y="1668810"/>
                  </a:lnTo>
                  <a:lnTo>
                    <a:pt x="3433034" y="1668810"/>
                  </a:lnTo>
                  <a:lnTo>
                    <a:pt x="3431752" y="1668810"/>
                  </a:lnTo>
                  <a:lnTo>
                    <a:pt x="3430471" y="1668810"/>
                  </a:lnTo>
                  <a:lnTo>
                    <a:pt x="3429189" y="1668810"/>
                  </a:lnTo>
                  <a:lnTo>
                    <a:pt x="3427907" y="1668810"/>
                  </a:lnTo>
                  <a:lnTo>
                    <a:pt x="3426625" y="1668810"/>
                  </a:lnTo>
                  <a:lnTo>
                    <a:pt x="3425343" y="1668810"/>
                  </a:lnTo>
                  <a:lnTo>
                    <a:pt x="3424061" y="1668810"/>
                  </a:lnTo>
                  <a:lnTo>
                    <a:pt x="3422780" y="1668810"/>
                  </a:lnTo>
                  <a:lnTo>
                    <a:pt x="3421498" y="1668810"/>
                  </a:lnTo>
                  <a:lnTo>
                    <a:pt x="3420216" y="1668810"/>
                  </a:lnTo>
                  <a:lnTo>
                    <a:pt x="3418934" y="1668810"/>
                  </a:lnTo>
                  <a:lnTo>
                    <a:pt x="3417652" y="1668810"/>
                  </a:lnTo>
                  <a:lnTo>
                    <a:pt x="3416370" y="1668810"/>
                  </a:lnTo>
                  <a:lnTo>
                    <a:pt x="3415088" y="1668810"/>
                  </a:lnTo>
                  <a:lnTo>
                    <a:pt x="3413807" y="1668810"/>
                  </a:lnTo>
                  <a:lnTo>
                    <a:pt x="3412525" y="1668810"/>
                  </a:lnTo>
                  <a:lnTo>
                    <a:pt x="3411243" y="1668810"/>
                  </a:lnTo>
                  <a:lnTo>
                    <a:pt x="3409961" y="1668810"/>
                  </a:lnTo>
                  <a:lnTo>
                    <a:pt x="3408679" y="1668810"/>
                  </a:lnTo>
                  <a:lnTo>
                    <a:pt x="3407397" y="1668810"/>
                  </a:lnTo>
                  <a:lnTo>
                    <a:pt x="3406116" y="1668810"/>
                  </a:lnTo>
                  <a:lnTo>
                    <a:pt x="3404834" y="1668810"/>
                  </a:lnTo>
                  <a:lnTo>
                    <a:pt x="3403552" y="1668810"/>
                  </a:lnTo>
                  <a:lnTo>
                    <a:pt x="3402270" y="1668810"/>
                  </a:lnTo>
                  <a:lnTo>
                    <a:pt x="3400988" y="1668810"/>
                  </a:lnTo>
                  <a:lnTo>
                    <a:pt x="3399706" y="1668810"/>
                  </a:lnTo>
                  <a:lnTo>
                    <a:pt x="3398424" y="1668810"/>
                  </a:lnTo>
                  <a:lnTo>
                    <a:pt x="3397143" y="1668810"/>
                  </a:lnTo>
                  <a:lnTo>
                    <a:pt x="3395861" y="1668810"/>
                  </a:lnTo>
                  <a:lnTo>
                    <a:pt x="3394579" y="1668810"/>
                  </a:lnTo>
                  <a:lnTo>
                    <a:pt x="3393297" y="1668810"/>
                  </a:lnTo>
                  <a:lnTo>
                    <a:pt x="3392015" y="1668810"/>
                  </a:lnTo>
                  <a:lnTo>
                    <a:pt x="3390733" y="1668810"/>
                  </a:lnTo>
                  <a:lnTo>
                    <a:pt x="3389452" y="1668810"/>
                  </a:lnTo>
                  <a:lnTo>
                    <a:pt x="3388170" y="1668810"/>
                  </a:lnTo>
                  <a:lnTo>
                    <a:pt x="3386888" y="1668810"/>
                  </a:lnTo>
                  <a:lnTo>
                    <a:pt x="3385606" y="1668810"/>
                  </a:lnTo>
                  <a:lnTo>
                    <a:pt x="3384324" y="1668810"/>
                  </a:lnTo>
                  <a:lnTo>
                    <a:pt x="3383042" y="1668810"/>
                  </a:lnTo>
                  <a:lnTo>
                    <a:pt x="3381761" y="1668810"/>
                  </a:lnTo>
                  <a:lnTo>
                    <a:pt x="3380479" y="1668810"/>
                  </a:lnTo>
                  <a:lnTo>
                    <a:pt x="3379197" y="1668810"/>
                  </a:lnTo>
                  <a:lnTo>
                    <a:pt x="3377915" y="1668810"/>
                  </a:lnTo>
                  <a:lnTo>
                    <a:pt x="3376633" y="1668810"/>
                  </a:lnTo>
                  <a:lnTo>
                    <a:pt x="3375351" y="1668810"/>
                  </a:lnTo>
                  <a:lnTo>
                    <a:pt x="3374069" y="1668810"/>
                  </a:lnTo>
                  <a:lnTo>
                    <a:pt x="3372788" y="1668810"/>
                  </a:lnTo>
                  <a:lnTo>
                    <a:pt x="3371506" y="1668810"/>
                  </a:lnTo>
                  <a:lnTo>
                    <a:pt x="3370224" y="1668810"/>
                  </a:lnTo>
                  <a:lnTo>
                    <a:pt x="3368942" y="1668810"/>
                  </a:lnTo>
                  <a:lnTo>
                    <a:pt x="3367660" y="1668810"/>
                  </a:lnTo>
                  <a:lnTo>
                    <a:pt x="3366378" y="1668810"/>
                  </a:lnTo>
                  <a:lnTo>
                    <a:pt x="3365097" y="1668810"/>
                  </a:lnTo>
                  <a:lnTo>
                    <a:pt x="3363815" y="1668810"/>
                  </a:lnTo>
                  <a:lnTo>
                    <a:pt x="3362533" y="1668810"/>
                  </a:lnTo>
                  <a:lnTo>
                    <a:pt x="3361251" y="1668810"/>
                  </a:lnTo>
                  <a:lnTo>
                    <a:pt x="3359969" y="1668810"/>
                  </a:lnTo>
                  <a:lnTo>
                    <a:pt x="3358687" y="1668810"/>
                  </a:lnTo>
                  <a:lnTo>
                    <a:pt x="3357405" y="1668810"/>
                  </a:lnTo>
                  <a:lnTo>
                    <a:pt x="3356124" y="1668810"/>
                  </a:lnTo>
                  <a:lnTo>
                    <a:pt x="3354842" y="1668810"/>
                  </a:lnTo>
                  <a:lnTo>
                    <a:pt x="3353560" y="1668810"/>
                  </a:lnTo>
                  <a:lnTo>
                    <a:pt x="3352278" y="1668810"/>
                  </a:lnTo>
                  <a:lnTo>
                    <a:pt x="3350996" y="1668810"/>
                  </a:lnTo>
                  <a:lnTo>
                    <a:pt x="3349714" y="1668810"/>
                  </a:lnTo>
                  <a:lnTo>
                    <a:pt x="3348433" y="1668810"/>
                  </a:lnTo>
                  <a:lnTo>
                    <a:pt x="3347151" y="1668810"/>
                  </a:lnTo>
                  <a:lnTo>
                    <a:pt x="3345869" y="1668810"/>
                  </a:lnTo>
                  <a:lnTo>
                    <a:pt x="3344587" y="1668810"/>
                  </a:lnTo>
                  <a:lnTo>
                    <a:pt x="3343305" y="1668810"/>
                  </a:lnTo>
                  <a:lnTo>
                    <a:pt x="3342023" y="1668810"/>
                  </a:lnTo>
                  <a:lnTo>
                    <a:pt x="3340741" y="1668810"/>
                  </a:lnTo>
                  <a:lnTo>
                    <a:pt x="3339460" y="1668810"/>
                  </a:lnTo>
                  <a:lnTo>
                    <a:pt x="3338178" y="1668810"/>
                  </a:lnTo>
                  <a:lnTo>
                    <a:pt x="3336896" y="1668810"/>
                  </a:lnTo>
                  <a:lnTo>
                    <a:pt x="3335614" y="1668810"/>
                  </a:lnTo>
                  <a:lnTo>
                    <a:pt x="3334332" y="1668810"/>
                  </a:lnTo>
                  <a:lnTo>
                    <a:pt x="3333050" y="1668810"/>
                  </a:lnTo>
                  <a:lnTo>
                    <a:pt x="3331769" y="1668810"/>
                  </a:lnTo>
                  <a:lnTo>
                    <a:pt x="3330487" y="1668810"/>
                  </a:lnTo>
                  <a:lnTo>
                    <a:pt x="3329205" y="1668810"/>
                  </a:lnTo>
                  <a:lnTo>
                    <a:pt x="3327923" y="1668810"/>
                  </a:lnTo>
                  <a:lnTo>
                    <a:pt x="3326641" y="1668810"/>
                  </a:lnTo>
                  <a:lnTo>
                    <a:pt x="3325359" y="1668810"/>
                  </a:lnTo>
                  <a:lnTo>
                    <a:pt x="3324078" y="1668810"/>
                  </a:lnTo>
                  <a:lnTo>
                    <a:pt x="3322796" y="1668810"/>
                  </a:lnTo>
                  <a:lnTo>
                    <a:pt x="3321514" y="1668810"/>
                  </a:lnTo>
                  <a:lnTo>
                    <a:pt x="3320232" y="1668810"/>
                  </a:lnTo>
                  <a:lnTo>
                    <a:pt x="3318950" y="1668810"/>
                  </a:lnTo>
                  <a:lnTo>
                    <a:pt x="3317668" y="1668810"/>
                  </a:lnTo>
                  <a:lnTo>
                    <a:pt x="3316386" y="1668810"/>
                  </a:lnTo>
                  <a:lnTo>
                    <a:pt x="3315105" y="1668810"/>
                  </a:lnTo>
                  <a:lnTo>
                    <a:pt x="3313823" y="1668810"/>
                  </a:lnTo>
                  <a:lnTo>
                    <a:pt x="3312541" y="1668810"/>
                  </a:lnTo>
                  <a:lnTo>
                    <a:pt x="3311259" y="1668810"/>
                  </a:lnTo>
                  <a:lnTo>
                    <a:pt x="3309977" y="1668810"/>
                  </a:lnTo>
                  <a:lnTo>
                    <a:pt x="3308695" y="1668810"/>
                  </a:lnTo>
                  <a:lnTo>
                    <a:pt x="3307414" y="1668810"/>
                  </a:lnTo>
                  <a:lnTo>
                    <a:pt x="3306132" y="1668810"/>
                  </a:lnTo>
                  <a:lnTo>
                    <a:pt x="3304850" y="1668810"/>
                  </a:lnTo>
                  <a:lnTo>
                    <a:pt x="3303568" y="1668810"/>
                  </a:lnTo>
                  <a:lnTo>
                    <a:pt x="3302286" y="1668810"/>
                  </a:lnTo>
                  <a:lnTo>
                    <a:pt x="3301004" y="1668810"/>
                  </a:lnTo>
                  <a:lnTo>
                    <a:pt x="3299722" y="1668810"/>
                  </a:lnTo>
                  <a:lnTo>
                    <a:pt x="3298441" y="1668810"/>
                  </a:lnTo>
                  <a:lnTo>
                    <a:pt x="3297159" y="1668810"/>
                  </a:lnTo>
                  <a:lnTo>
                    <a:pt x="3295877" y="1668810"/>
                  </a:lnTo>
                  <a:lnTo>
                    <a:pt x="3294595" y="1668810"/>
                  </a:lnTo>
                  <a:lnTo>
                    <a:pt x="3293313" y="1668810"/>
                  </a:lnTo>
                  <a:lnTo>
                    <a:pt x="3292031" y="1668810"/>
                  </a:lnTo>
                  <a:lnTo>
                    <a:pt x="3290750" y="1668810"/>
                  </a:lnTo>
                  <a:lnTo>
                    <a:pt x="3289468" y="1668810"/>
                  </a:lnTo>
                  <a:lnTo>
                    <a:pt x="3288186" y="1668810"/>
                  </a:lnTo>
                  <a:lnTo>
                    <a:pt x="3286904" y="1668810"/>
                  </a:lnTo>
                  <a:lnTo>
                    <a:pt x="3285622" y="1668810"/>
                  </a:lnTo>
                  <a:lnTo>
                    <a:pt x="3284340" y="1668810"/>
                  </a:lnTo>
                  <a:lnTo>
                    <a:pt x="3283059" y="1668810"/>
                  </a:lnTo>
                  <a:lnTo>
                    <a:pt x="3281777" y="1668810"/>
                  </a:lnTo>
                  <a:lnTo>
                    <a:pt x="3280495" y="1668810"/>
                  </a:lnTo>
                  <a:lnTo>
                    <a:pt x="3279213" y="1668810"/>
                  </a:lnTo>
                  <a:lnTo>
                    <a:pt x="3277931" y="1668810"/>
                  </a:lnTo>
                  <a:lnTo>
                    <a:pt x="3276649" y="1668810"/>
                  </a:lnTo>
                  <a:lnTo>
                    <a:pt x="3275367" y="1668810"/>
                  </a:lnTo>
                  <a:lnTo>
                    <a:pt x="3274086" y="1668810"/>
                  </a:lnTo>
                  <a:lnTo>
                    <a:pt x="3272804" y="1668810"/>
                  </a:lnTo>
                  <a:lnTo>
                    <a:pt x="3271522" y="1668810"/>
                  </a:lnTo>
                  <a:lnTo>
                    <a:pt x="3270240" y="1668810"/>
                  </a:lnTo>
                  <a:lnTo>
                    <a:pt x="3268958" y="1668810"/>
                  </a:lnTo>
                  <a:lnTo>
                    <a:pt x="3267676" y="1668810"/>
                  </a:lnTo>
                  <a:lnTo>
                    <a:pt x="3266395" y="1668810"/>
                  </a:lnTo>
                  <a:lnTo>
                    <a:pt x="3265113" y="1668810"/>
                  </a:lnTo>
                  <a:lnTo>
                    <a:pt x="3263831" y="1668810"/>
                  </a:lnTo>
                  <a:lnTo>
                    <a:pt x="3262549" y="1668810"/>
                  </a:lnTo>
                  <a:lnTo>
                    <a:pt x="3261267" y="1668810"/>
                  </a:lnTo>
                  <a:lnTo>
                    <a:pt x="3259985" y="1668810"/>
                  </a:lnTo>
                  <a:lnTo>
                    <a:pt x="3258703" y="1668810"/>
                  </a:lnTo>
                  <a:lnTo>
                    <a:pt x="3257422" y="1668810"/>
                  </a:lnTo>
                  <a:lnTo>
                    <a:pt x="3256140" y="1668810"/>
                  </a:lnTo>
                  <a:lnTo>
                    <a:pt x="3254858" y="1668810"/>
                  </a:lnTo>
                  <a:lnTo>
                    <a:pt x="3253576" y="1668810"/>
                  </a:lnTo>
                  <a:lnTo>
                    <a:pt x="3252294" y="1668810"/>
                  </a:lnTo>
                  <a:lnTo>
                    <a:pt x="3251012" y="1668810"/>
                  </a:lnTo>
                  <a:lnTo>
                    <a:pt x="3249731" y="1668810"/>
                  </a:lnTo>
                  <a:lnTo>
                    <a:pt x="3248449" y="1668810"/>
                  </a:lnTo>
                  <a:lnTo>
                    <a:pt x="3247167" y="1668810"/>
                  </a:lnTo>
                  <a:lnTo>
                    <a:pt x="3245885" y="1668810"/>
                  </a:lnTo>
                  <a:lnTo>
                    <a:pt x="3244603" y="1668810"/>
                  </a:lnTo>
                  <a:lnTo>
                    <a:pt x="3243321" y="1668810"/>
                  </a:lnTo>
                  <a:lnTo>
                    <a:pt x="3242039" y="1668810"/>
                  </a:lnTo>
                  <a:lnTo>
                    <a:pt x="3240758" y="1668810"/>
                  </a:lnTo>
                  <a:lnTo>
                    <a:pt x="3239476" y="1668810"/>
                  </a:lnTo>
                  <a:lnTo>
                    <a:pt x="3238194" y="1668810"/>
                  </a:lnTo>
                  <a:lnTo>
                    <a:pt x="3236912" y="1668810"/>
                  </a:lnTo>
                  <a:lnTo>
                    <a:pt x="3235630" y="1668810"/>
                  </a:lnTo>
                  <a:lnTo>
                    <a:pt x="3234348" y="1668810"/>
                  </a:lnTo>
                  <a:lnTo>
                    <a:pt x="3233067" y="1668810"/>
                  </a:lnTo>
                  <a:lnTo>
                    <a:pt x="3231785" y="1668810"/>
                  </a:lnTo>
                  <a:lnTo>
                    <a:pt x="3230503" y="1668810"/>
                  </a:lnTo>
                  <a:lnTo>
                    <a:pt x="3229221" y="1668810"/>
                  </a:lnTo>
                  <a:lnTo>
                    <a:pt x="3227939" y="1668810"/>
                  </a:lnTo>
                  <a:lnTo>
                    <a:pt x="3226657" y="1668810"/>
                  </a:lnTo>
                  <a:lnTo>
                    <a:pt x="3225376" y="1668810"/>
                  </a:lnTo>
                  <a:lnTo>
                    <a:pt x="3224094" y="1668810"/>
                  </a:lnTo>
                  <a:lnTo>
                    <a:pt x="3222812" y="1668810"/>
                  </a:lnTo>
                  <a:lnTo>
                    <a:pt x="3221530" y="1668810"/>
                  </a:lnTo>
                  <a:lnTo>
                    <a:pt x="3220248" y="1668810"/>
                  </a:lnTo>
                  <a:lnTo>
                    <a:pt x="3218966" y="1668810"/>
                  </a:lnTo>
                  <a:lnTo>
                    <a:pt x="3217684" y="1668810"/>
                  </a:lnTo>
                  <a:lnTo>
                    <a:pt x="3216403" y="1668810"/>
                  </a:lnTo>
                  <a:lnTo>
                    <a:pt x="3215121" y="1668810"/>
                  </a:lnTo>
                  <a:lnTo>
                    <a:pt x="3213839" y="1668810"/>
                  </a:lnTo>
                  <a:lnTo>
                    <a:pt x="3212557" y="1668810"/>
                  </a:lnTo>
                  <a:lnTo>
                    <a:pt x="3211275" y="1668810"/>
                  </a:lnTo>
                  <a:lnTo>
                    <a:pt x="3209993" y="1668810"/>
                  </a:lnTo>
                  <a:lnTo>
                    <a:pt x="3208712" y="1668810"/>
                  </a:lnTo>
                  <a:lnTo>
                    <a:pt x="3207430" y="1668810"/>
                  </a:lnTo>
                  <a:lnTo>
                    <a:pt x="3206148" y="1668810"/>
                  </a:lnTo>
                  <a:lnTo>
                    <a:pt x="3204866" y="1668810"/>
                  </a:lnTo>
                  <a:lnTo>
                    <a:pt x="3203584" y="1668810"/>
                  </a:lnTo>
                  <a:lnTo>
                    <a:pt x="3202302" y="1668810"/>
                  </a:lnTo>
                  <a:lnTo>
                    <a:pt x="3201020" y="1668810"/>
                  </a:lnTo>
                  <a:lnTo>
                    <a:pt x="3199739" y="1668810"/>
                  </a:lnTo>
                  <a:lnTo>
                    <a:pt x="3198457" y="1668810"/>
                  </a:lnTo>
                  <a:lnTo>
                    <a:pt x="3197175" y="1668810"/>
                  </a:lnTo>
                  <a:lnTo>
                    <a:pt x="3195893" y="1668810"/>
                  </a:lnTo>
                  <a:lnTo>
                    <a:pt x="3194611" y="1668810"/>
                  </a:lnTo>
                  <a:lnTo>
                    <a:pt x="3193329" y="1668810"/>
                  </a:lnTo>
                  <a:lnTo>
                    <a:pt x="3192048" y="1668810"/>
                  </a:lnTo>
                  <a:lnTo>
                    <a:pt x="3190766" y="1668810"/>
                  </a:lnTo>
                  <a:lnTo>
                    <a:pt x="3189484" y="1668810"/>
                  </a:lnTo>
                  <a:lnTo>
                    <a:pt x="3188202" y="1668810"/>
                  </a:lnTo>
                  <a:lnTo>
                    <a:pt x="3186920" y="1668810"/>
                  </a:lnTo>
                  <a:lnTo>
                    <a:pt x="3185638" y="1668810"/>
                  </a:lnTo>
                  <a:lnTo>
                    <a:pt x="3184357" y="1668810"/>
                  </a:lnTo>
                  <a:lnTo>
                    <a:pt x="3183075" y="1668810"/>
                  </a:lnTo>
                  <a:lnTo>
                    <a:pt x="3181793" y="1668810"/>
                  </a:lnTo>
                  <a:lnTo>
                    <a:pt x="3180511" y="1668810"/>
                  </a:lnTo>
                  <a:lnTo>
                    <a:pt x="3179229" y="1668810"/>
                  </a:lnTo>
                  <a:lnTo>
                    <a:pt x="3177947" y="1668810"/>
                  </a:lnTo>
                  <a:lnTo>
                    <a:pt x="3176665" y="1668810"/>
                  </a:lnTo>
                  <a:lnTo>
                    <a:pt x="3175384" y="1668810"/>
                  </a:lnTo>
                  <a:lnTo>
                    <a:pt x="3174102" y="1668810"/>
                  </a:lnTo>
                  <a:lnTo>
                    <a:pt x="3172820" y="1668810"/>
                  </a:lnTo>
                  <a:lnTo>
                    <a:pt x="3171538" y="1668810"/>
                  </a:lnTo>
                  <a:lnTo>
                    <a:pt x="3170256" y="1668810"/>
                  </a:lnTo>
                  <a:lnTo>
                    <a:pt x="3168974" y="1668810"/>
                  </a:lnTo>
                  <a:lnTo>
                    <a:pt x="3167693" y="1668810"/>
                  </a:lnTo>
                  <a:lnTo>
                    <a:pt x="3166411" y="1668810"/>
                  </a:lnTo>
                  <a:lnTo>
                    <a:pt x="3165129" y="1668810"/>
                  </a:lnTo>
                  <a:lnTo>
                    <a:pt x="3163847" y="1668810"/>
                  </a:lnTo>
                  <a:lnTo>
                    <a:pt x="3162565" y="1668810"/>
                  </a:lnTo>
                  <a:lnTo>
                    <a:pt x="3161283" y="1668810"/>
                  </a:lnTo>
                  <a:lnTo>
                    <a:pt x="3160001" y="1668810"/>
                  </a:lnTo>
                  <a:lnTo>
                    <a:pt x="3158720" y="1668810"/>
                  </a:lnTo>
                  <a:lnTo>
                    <a:pt x="3157438" y="1668810"/>
                  </a:lnTo>
                  <a:lnTo>
                    <a:pt x="3156156" y="1668810"/>
                  </a:lnTo>
                  <a:lnTo>
                    <a:pt x="3154874" y="1668810"/>
                  </a:lnTo>
                  <a:lnTo>
                    <a:pt x="3153592" y="1668810"/>
                  </a:lnTo>
                  <a:lnTo>
                    <a:pt x="3152310" y="1668810"/>
                  </a:lnTo>
                  <a:lnTo>
                    <a:pt x="3151029" y="1668810"/>
                  </a:lnTo>
                  <a:lnTo>
                    <a:pt x="3149747" y="1668810"/>
                  </a:lnTo>
                  <a:lnTo>
                    <a:pt x="3148465" y="1668810"/>
                  </a:lnTo>
                  <a:lnTo>
                    <a:pt x="3147183" y="1668810"/>
                  </a:lnTo>
                  <a:lnTo>
                    <a:pt x="3145901" y="1668810"/>
                  </a:lnTo>
                  <a:lnTo>
                    <a:pt x="3144619" y="1668810"/>
                  </a:lnTo>
                  <a:lnTo>
                    <a:pt x="3143338" y="1668810"/>
                  </a:lnTo>
                  <a:lnTo>
                    <a:pt x="3142056" y="1668810"/>
                  </a:lnTo>
                  <a:lnTo>
                    <a:pt x="3140774" y="1668810"/>
                  </a:lnTo>
                  <a:lnTo>
                    <a:pt x="3139492" y="1668810"/>
                  </a:lnTo>
                  <a:lnTo>
                    <a:pt x="3138210" y="1668810"/>
                  </a:lnTo>
                  <a:lnTo>
                    <a:pt x="3136928" y="1668810"/>
                  </a:lnTo>
                  <a:lnTo>
                    <a:pt x="3135646" y="1668810"/>
                  </a:lnTo>
                  <a:lnTo>
                    <a:pt x="3134365" y="1668810"/>
                  </a:lnTo>
                  <a:lnTo>
                    <a:pt x="3133083" y="1668810"/>
                  </a:lnTo>
                  <a:lnTo>
                    <a:pt x="3131801" y="1668810"/>
                  </a:lnTo>
                  <a:lnTo>
                    <a:pt x="3130519" y="1668810"/>
                  </a:lnTo>
                  <a:lnTo>
                    <a:pt x="3129237" y="1668810"/>
                  </a:lnTo>
                  <a:lnTo>
                    <a:pt x="3127955" y="1668810"/>
                  </a:lnTo>
                  <a:lnTo>
                    <a:pt x="3126674" y="1668810"/>
                  </a:lnTo>
                  <a:lnTo>
                    <a:pt x="3125392" y="1668810"/>
                  </a:lnTo>
                  <a:lnTo>
                    <a:pt x="3124110" y="1668810"/>
                  </a:lnTo>
                  <a:lnTo>
                    <a:pt x="3122828" y="1668810"/>
                  </a:lnTo>
                  <a:lnTo>
                    <a:pt x="3121546" y="1668810"/>
                  </a:lnTo>
                  <a:lnTo>
                    <a:pt x="3120264" y="1668810"/>
                  </a:lnTo>
                  <a:lnTo>
                    <a:pt x="3118982" y="1668810"/>
                  </a:lnTo>
                  <a:lnTo>
                    <a:pt x="3117701" y="1668810"/>
                  </a:lnTo>
                  <a:lnTo>
                    <a:pt x="3116419" y="1668810"/>
                  </a:lnTo>
                  <a:lnTo>
                    <a:pt x="3115137" y="1668810"/>
                  </a:lnTo>
                  <a:lnTo>
                    <a:pt x="3113855" y="1668810"/>
                  </a:lnTo>
                  <a:lnTo>
                    <a:pt x="3112573" y="1668810"/>
                  </a:lnTo>
                  <a:lnTo>
                    <a:pt x="3111291" y="1668810"/>
                  </a:lnTo>
                  <a:lnTo>
                    <a:pt x="3110010" y="1668810"/>
                  </a:lnTo>
                  <a:lnTo>
                    <a:pt x="3108728" y="1668810"/>
                  </a:lnTo>
                  <a:lnTo>
                    <a:pt x="3107446" y="1668810"/>
                  </a:lnTo>
                  <a:lnTo>
                    <a:pt x="3106164" y="1668810"/>
                  </a:lnTo>
                  <a:lnTo>
                    <a:pt x="3104882" y="1668810"/>
                  </a:lnTo>
                  <a:lnTo>
                    <a:pt x="3103600" y="1668810"/>
                  </a:lnTo>
                  <a:lnTo>
                    <a:pt x="3102318" y="1668810"/>
                  </a:lnTo>
                  <a:lnTo>
                    <a:pt x="3101037" y="1668810"/>
                  </a:lnTo>
                  <a:lnTo>
                    <a:pt x="3099755" y="1668810"/>
                  </a:lnTo>
                  <a:lnTo>
                    <a:pt x="3098473" y="1668810"/>
                  </a:lnTo>
                  <a:lnTo>
                    <a:pt x="3097191" y="1668810"/>
                  </a:lnTo>
                  <a:lnTo>
                    <a:pt x="3095909" y="1668810"/>
                  </a:lnTo>
                  <a:lnTo>
                    <a:pt x="3094627" y="1668810"/>
                  </a:lnTo>
                  <a:lnTo>
                    <a:pt x="3093346" y="1668810"/>
                  </a:lnTo>
                  <a:lnTo>
                    <a:pt x="3092064" y="1668810"/>
                  </a:lnTo>
                  <a:lnTo>
                    <a:pt x="3090782" y="1668810"/>
                  </a:lnTo>
                  <a:lnTo>
                    <a:pt x="3089500" y="1668810"/>
                  </a:lnTo>
                  <a:lnTo>
                    <a:pt x="3088218" y="1668810"/>
                  </a:lnTo>
                  <a:lnTo>
                    <a:pt x="3086936" y="1668810"/>
                  </a:lnTo>
                  <a:lnTo>
                    <a:pt x="3085655" y="1668810"/>
                  </a:lnTo>
                  <a:lnTo>
                    <a:pt x="3084373" y="1668810"/>
                  </a:lnTo>
                  <a:lnTo>
                    <a:pt x="3083091" y="1668810"/>
                  </a:lnTo>
                  <a:lnTo>
                    <a:pt x="3081809" y="1668810"/>
                  </a:lnTo>
                  <a:lnTo>
                    <a:pt x="3080527" y="1668810"/>
                  </a:lnTo>
                  <a:lnTo>
                    <a:pt x="3079245" y="1668810"/>
                  </a:lnTo>
                  <a:lnTo>
                    <a:pt x="3077963" y="1668810"/>
                  </a:lnTo>
                  <a:lnTo>
                    <a:pt x="3076682" y="1668810"/>
                  </a:lnTo>
                  <a:lnTo>
                    <a:pt x="3075400" y="1668810"/>
                  </a:lnTo>
                  <a:lnTo>
                    <a:pt x="3074118" y="1668810"/>
                  </a:lnTo>
                  <a:lnTo>
                    <a:pt x="3072836" y="1668810"/>
                  </a:lnTo>
                  <a:lnTo>
                    <a:pt x="3071554" y="1668810"/>
                  </a:lnTo>
                  <a:lnTo>
                    <a:pt x="3070272" y="1668810"/>
                  </a:lnTo>
                  <a:lnTo>
                    <a:pt x="3068991" y="1668810"/>
                  </a:lnTo>
                  <a:lnTo>
                    <a:pt x="3067709" y="1668810"/>
                  </a:lnTo>
                  <a:lnTo>
                    <a:pt x="3066427" y="1668810"/>
                  </a:lnTo>
                  <a:lnTo>
                    <a:pt x="3065145" y="1668810"/>
                  </a:lnTo>
                  <a:lnTo>
                    <a:pt x="3063863" y="1668810"/>
                  </a:lnTo>
                  <a:lnTo>
                    <a:pt x="3062581" y="1668810"/>
                  </a:lnTo>
                  <a:lnTo>
                    <a:pt x="3061299" y="1668810"/>
                  </a:lnTo>
                  <a:lnTo>
                    <a:pt x="3060018" y="1668810"/>
                  </a:lnTo>
                  <a:lnTo>
                    <a:pt x="3058736" y="1668810"/>
                  </a:lnTo>
                  <a:lnTo>
                    <a:pt x="3057454" y="1668810"/>
                  </a:lnTo>
                  <a:lnTo>
                    <a:pt x="3056172" y="1668810"/>
                  </a:lnTo>
                  <a:lnTo>
                    <a:pt x="3054890" y="1668810"/>
                  </a:lnTo>
                  <a:lnTo>
                    <a:pt x="3053608" y="1668810"/>
                  </a:lnTo>
                  <a:lnTo>
                    <a:pt x="3052327" y="1668810"/>
                  </a:lnTo>
                  <a:lnTo>
                    <a:pt x="3051045" y="1668810"/>
                  </a:lnTo>
                  <a:lnTo>
                    <a:pt x="3049763" y="1668810"/>
                  </a:lnTo>
                  <a:lnTo>
                    <a:pt x="3048481" y="1668810"/>
                  </a:lnTo>
                  <a:lnTo>
                    <a:pt x="3047199" y="1668810"/>
                  </a:lnTo>
                  <a:lnTo>
                    <a:pt x="3045917" y="1668810"/>
                  </a:lnTo>
                  <a:lnTo>
                    <a:pt x="3044636" y="1668810"/>
                  </a:lnTo>
                  <a:lnTo>
                    <a:pt x="3043354" y="1668810"/>
                  </a:lnTo>
                  <a:lnTo>
                    <a:pt x="3042072" y="1668810"/>
                  </a:lnTo>
                  <a:lnTo>
                    <a:pt x="3040790" y="1668810"/>
                  </a:lnTo>
                  <a:lnTo>
                    <a:pt x="3039508" y="1668810"/>
                  </a:lnTo>
                  <a:lnTo>
                    <a:pt x="3038226" y="1668810"/>
                  </a:lnTo>
                  <a:lnTo>
                    <a:pt x="3036944" y="1668810"/>
                  </a:lnTo>
                  <a:lnTo>
                    <a:pt x="3035663" y="1668810"/>
                  </a:lnTo>
                  <a:lnTo>
                    <a:pt x="3034381" y="1668810"/>
                  </a:lnTo>
                  <a:lnTo>
                    <a:pt x="3033099" y="1668810"/>
                  </a:lnTo>
                  <a:lnTo>
                    <a:pt x="3031817" y="1668810"/>
                  </a:lnTo>
                  <a:lnTo>
                    <a:pt x="3030535" y="1668810"/>
                  </a:lnTo>
                  <a:lnTo>
                    <a:pt x="3029253" y="1668810"/>
                  </a:lnTo>
                  <a:lnTo>
                    <a:pt x="3027972" y="1668810"/>
                  </a:lnTo>
                  <a:lnTo>
                    <a:pt x="3026690" y="1668810"/>
                  </a:lnTo>
                  <a:lnTo>
                    <a:pt x="3025408" y="1668810"/>
                  </a:lnTo>
                  <a:lnTo>
                    <a:pt x="3024126" y="1668810"/>
                  </a:lnTo>
                  <a:lnTo>
                    <a:pt x="3022844" y="1668810"/>
                  </a:lnTo>
                  <a:lnTo>
                    <a:pt x="3021562" y="1668810"/>
                  </a:lnTo>
                  <a:lnTo>
                    <a:pt x="3020280" y="1668810"/>
                  </a:lnTo>
                  <a:lnTo>
                    <a:pt x="3018999" y="1668810"/>
                  </a:lnTo>
                  <a:lnTo>
                    <a:pt x="3017717" y="1668810"/>
                  </a:lnTo>
                  <a:lnTo>
                    <a:pt x="3016435" y="1668810"/>
                  </a:lnTo>
                  <a:lnTo>
                    <a:pt x="3015153" y="1668810"/>
                  </a:lnTo>
                  <a:lnTo>
                    <a:pt x="3013871" y="1668810"/>
                  </a:lnTo>
                  <a:lnTo>
                    <a:pt x="3012589" y="1668810"/>
                  </a:lnTo>
                  <a:lnTo>
                    <a:pt x="3011308" y="1668810"/>
                  </a:lnTo>
                  <a:lnTo>
                    <a:pt x="3010026" y="1668810"/>
                  </a:lnTo>
                  <a:lnTo>
                    <a:pt x="3008744" y="1668810"/>
                  </a:lnTo>
                  <a:lnTo>
                    <a:pt x="3007462" y="1668810"/>
                  </a:lnTo>
                  <a:lnTo>
                    <a:pt x="3006180" y="1668810"/>
                  </a:lnTo>
                  <a:lnTo>
                    <a:pt x="3004898" y="1668810"/>
                  </a:lnTo>
                  <a:lnTo>
                    <a:pt x="3003617" y="1668810"/>
                  </a:lnTo>
                  <a:lnTo>
                    <a:pt x="3002335" y="1668810"/>
                  </a:lnTo>
                  <a:lnTo>
                    <a:pt x="3001053" y="1668810"/>
                  </a:lnTo>
                  <a:lnTo>
                    <a:pt x="2999771" y="1668810"/>
                  </a:lnTo>
                  <a:lnTo>
                    <a:pt x="2998489" y="1668810"/>
                  </a:lnTo>
                  <a:lnTo>
                    <a:pt x="2997207" y="1668810"/>
                  </a:lnTo>
                  <a:lnTo>
                    <a:pt x="2995925" y="1668810"/>
                  </a:lnTo>
                  <a:lnTo>
                    <a:pt x="2994644" y="1668810"/>
                  </a:lnTo>
                  <a:lnTo>
                    <a:pt x="2993362" y="1668810"/>
                  </a:lnTo>
                  <a:lnTo>
                    <a:pt x="2992080" y="1668810"/>
                  </a:lnTo>
                  <a:lnTo>
                    <a:pt x="2990798" y="1668810"/>
                  </a:lnTo>
                  <a:lnTo>
                    <a:pt x="2989516" y="1668810"/>
                  </a:lnTo>
                  <a:lnTo>
                    <a:pt x="2988234" y="1668810"/>
                  </a:lnTo>
                  <a:lnTo>
                    <a:pt x="2986953" y="1668810"/>
                  </a:lnTo>
                  <a:lnTo>
                    <a:pt x="2985671" y="1668810"/>
                  </a:lnTo>
                  <a:lnTo>
                    <a:pt x="2984389" y="1668810"/>
                  </a:lnTo>
                  <a:lnTo>
                    <a:pt x="2983107" y="1668810"/>
                  </a:lnTo>
                  <a:lnTo>
                    <a:pt x="2981825" y="1668810"/>
                  </a:lnTo>
                  <a:lnTo>
                    <a:pt x="2980543" y="1668810"/>
                  </a:lnTo>
                  <a:lnTo>
                    <a:pt x="2979261" y="1668810"/>
                  </a:lnTo>
                  <a:lnTo>
                    <a:pt x="2977980" y="1668810"/>
                  </a:lnTo>
                  <a:lnTo>
                    <a:pt x="2976698" y="1668810"/>
                  </a:lnTo>
                  <a:lnTo>
                    <a:pt x="2975416" y="1668810"/>
                  </a:lnTo>
                  <a:lnTo>
                    <a:pt x="2974134" y="1668810"/>
                  </a:lnTo>
                  <a:lnTo>
                    <a:pt x="2972852" y="1668810"/>
                  </a:lnTo>
                  <a:lnTo>
                    <a:pt x="2971570" y="1668810"/>
                  </a:lnTo>
                  <a:lnTo>
                    <a:pt x="2970289" y="1668810"/>
                  </a:lnTo>
                  <a:lnTo>
                    <a:pt x="2969007" y="1668810"/>
                  </a:lnTo>
                  <a:lnTo>
                    <a:pt x="2967725" y="1668810"/>
                  </a:lnTo>
                  <a:lnTo>
                    <a:pt x="2966443" y="1668810"/>
                  </a:lnTo>
                  <a:lnTo>
                    <a:pt x="2965161" y="1668810"/>
                  </a:lnTo>
                  <a:lnTo>
                    <a:pt x="2963879" y="1668810"/>
                  </a:lnTo>
                  <a:lnTo>
                    <a:pt x="2962597" y="1668810"/>
                  </a:lnTo>
                  <a:lnTo>
                    <a:pt x="2961316" y="1668810"/>
                  </a:lnTo>
                  <a:lnTo>
                    <a:pt x="2960034" y="1668810"/>
                  </a:lnTo>
                  <a:lnTo>
                    <a:pt x="2958752" y="1668810"/>
                  </a:lnTo>
                  <a:lnTo>
                    <a:pt x="2957470" y="1668810"/>
                  </a:lnTo>
                  <a:lnTo>
                    <a:pt x="2956188" y="1668810"/>
                  </a:lnTo>
                  <a:lnTo>
                    <a:pt x="2954906" y="1668810"/>
                  </a:lnTo>
                  <a:lnTo>
                    <a:pt x="2953625" y="1668810"/>
                  </a:lnTo>
                  <a:lnTo>
                    <a:pt x="2952343" y="1668810"/>
                  </a:lnTo>
                  <a:lnTo>
                    <a:pt x="2951061" y="1668810"/>
                  </a:lnTo>
                  <a:lnTo>
                    <a:pt x="2949779" y="1668810"/>
                  </a:lnTo>
                  <a:lnTo>
                    <a:pt x="2948497" y="1668810"/>
                  </a:lnTo>
                  <a:lnTo>
                    <a:pt x="2947215" y="1668810"/>
                  </a:lnTo>
                  <a:lnTo>
                    <a:pt x="2945934" y="1668810"/>
                  </a:lnTo>
                  <a:lnTo>
                    <a:pt x="2944652" y="1668810"/>
                  </a:lnTo>
                  <a:lnTo>
                    <a:pt x="2943370" y="1668810"/>
                  </a:lnTo>
                  <a:lnTo>
                    <a:pt x="2942088" y="1668810"/>
                  </a:lnTo>
                  <a:lnTo>
                    <a:pt x="2940806" y="1668810"/>
                  </a:lnTo>
                  <a:lnTo>
                    <a:pt x="2939524" y="1668810"/>
                  </a:lnTo>
                  <a:lnTo>
                    <a:pt x="2938242" y="1668810"/>
                  </a:lnTo>
                  <a:lnTo>
                    <a:pt x="2936961" y="1668810"/>
                  </a:lnTo>
                  <a:lnTo>
                    <a:pt x="2935679" y="1668810"/>
                  </a:lnTo>
                  <a:lnTo>
                    <a:pt x="2934397" y="1668810"/>
                  </a:lnTo>
                  <a:lnTo>
                    <a:pt x="2933115" y="1668810"/>
                  </a:lnTo>
                  <a:lnTo>
                    <a:pt x="2931833" y="1668810"/>
                  </a:lnTo>
                  <a:lnTo>
                    <a:pt x="2930551" y="1668810"/>
                  </a:lnTo>
                  <a:lnTo>
                    <a:pt x="2929270" y="1668810"/>
                  </a:lnTo>
                  <a:lnTo>
                    <a:pt x="2927988" y="1668810"/>
                  </a:lnTo>
                  <a:lnTo>
                    <a:pt x="2926706" y="1668810"/>
                  </a:lnTo>
                  <a:lnTo>
                    <a:pt x="2925424" y="1668810"/>
                  </a:lnTo>
                  <a:lnTo>
                    <a:pt x="2924142" y="1668810"/>
                  </a:lnTo>
                  <a:lnTo>
                    <a:pt x="2922860" y="1668810"/>
                  </a:lnTo>
                  <a:lnTo>
                    <a:pt x="2921578" y="1668810"/>
                  </a:lnTo>
                  <a:lnTo>
                    <a:pt x="2920297" y="1668810"/>
                  </a:lnTo>
                  <a:lnTo>
                    <a:pt x="2919015" y="1668810"/>
                  </a:lnTo>
                  <a:lnTo>
                    <a:pt x="2917733" y="1668810"/>
                  </a:lnTo>
                  <a:lnTo>
                    <a:pt x="2916451" y="1668810"/>
                  </a:lnTo>
                  <a:lnTo>
                    <a:pt x="2915169" y="1668810"/>
                  </a:lnTo>
                  <a:lnTo>
                    <a:pt x="2913887" y="1668810"/>
                  </a:lnTo>
                  <a:lnTo>
                    <a:pt x="2912606" y="1668810"/>
                  </a:lnTo>
                  <a:lnTo>
                    <a:pt x="2911324" y="1668810"/>
                  </a:lnTo>
                  <a:lnTo>
                    <a:pt x="2910042" y="1668810"/>
                  </a:lnTo>
                  <a:lnTo>
                    <a:pt x="2908760" y="1668810"/>
                  </a:lnTo>
                  <a:lnTo>
                    <a:pt x="2907478" y="1668810"/>
                  </a:lnTo>
                  <a:lnTo>
                    <a:pt x="2906196" y="1668810"/>
                  </a:lnTo>
                  <a:lnTo>
                    <a:pt x="2904915" y="1668810"/>
                  </a:lnTo>
                  <a:lnTo>
                    <a:pt x="2903633" y="1668810"/>
                  </a:lnTo>
                  <a:lnTo>
                    <a:pt x="2902351" y="1668810"/>
                  </a:lnTo>
                  <a:lnTo>
                    <a:pt x="2901069" y="1668810"/>
                  </a:lnTo>
                  <a:lnTo>
                    <a:pt x="2899787" y="1668810"/>
                  </a:lnTo>
                  <a:lnTo>
                    <a:pt x="2898505" y="1668810"/>
                  </a:lnTo>
                  <a:lnTo>
                    <a:pt x="2897223" y="1668810"/>
                  </a:lnTo>
                  <a:lnTo>
                    <a:pt x="2895942" y="1668810"/>
                  </a:lnTo>
                  <a:lnTo>
                    <a:pt x="2894660" y="1668810"/>
                  </a:lnTo>
                  <a:lnTo>
                    <a:pt x="2893378" y="1668810"/>
                  </a:lnTo>
                  <a:lnTo>
                    <a:pt x="2892096" y="1668810"/>
                  </a:lnTo>
                  <a:lnTo>
                    <a:pt x="2890814" y="1668810"/>
                  </a:lnTo>
                  <a:lnTo>
                    <a:pt x="2889532" y="1668810"/>
                  </a:lnTo>
                  <a:lnTo>
                    <a:pt x="2888251" y="1668810"/>
                  </a:lnTo>
                  <a:lnTo>
                    <a:pt x="2886969" y="1668810"/>
                  </a:lnTo>
                  <a:lnTo>
                    <a:pt x="2885687" y="1668810"/>
                  </a:lnTo>
                  <a:lnTo>
                    <a:pt x="2884405" y="1668810"/>
                  </a:lnTo>
                  <a:lnTo>
                    <a:pt x="2883123" y="1668810"/>
                  </a:lnTo>
                  <a:lnTo>
                    <a:pt x="2881841" y="1668810"/>
                  </a:lnTo>
                  <a:lnTo>
                    <a:pt x="2880559" y="1668810"/>
                  </a:lnTo>
                  <a:lnTo>
                    <a:pt x="2879278" y="1668810"/>
                  </a:lnTo>
                  <a:lnTo>
                    <a:pt x="2877996" y="1668810"/>
                  </a:lnTo>
                  <a:lnTo>
                    <a:pt x="2876714" y="1668810"/>
                  </a:lnTo>
                  <a:lnTo>
                    <a:pt x="2875432" y="1668810"/>
                  </a:lnTo>
                  <a:lnTo>
                    <a:pt x="2874150" y="1668810"/>
                  </a:lnTo>
                  <a:lnTo>
                    <a:pt x="2872868" y="1668810"/>
                  </a:lnTo>
                  <a:lnTo>
                    <a:pt x="2871587" y="1668810"/>
                  </a:lnTo>
                  <a:lnTo>
                    <a:pt x="2870305" y="1668810"/>
                  </a:lnTo>
                  <a:lnTo>
                    <a:pt x="2869023" y="1668810"/>
                  </a:lnTo>
                  <a:lnTo>
                    <a:pt x="2867741" y="1668810"/>
                  </a:lnTo>
                  <a:lnTo>
                    <a:pt x="2866459" y="1668810"/>
                  </a:lnTo>
                  <a:lnTo>
                    <a:pt x="2865177" y="1668810"/>
                  </a:lnTo>
                  <a:lnTo>
                    <a:pt x="2863896" y="1668810"/>
                  </a:lnTo>
                  <a:lnTo>
                    <a:pt x="2862614" y="1668810"/>
                  </a:lnTo>
                  <a:lnTo>
                    <a:pt x="2861332" y="1668810"/>
                  </a:lnTo>
                  <a:lnTo>
                    <a:pt x="2860050" y="1668810"/>
                  </a:lnTo>
                  <a:lnTo>
                    <a:pt x="2858768" y="1668810"/>
                  </a:lnTo>
                  <a:lnTo>
                    <a:pt x="2857486" y="1668810"/>
                  </a:lnTo>
                  <a:lnTo>
                    <a:pt x="2856204" y="1668810"/>
                  </a:lnTo>
                  <a:lnTo>
                    <a:pt x="2854923" y="1668810"/>
                  </a:lnTo>
                  <a:lnTo>
                    <a:pt x="2853641" y="1668810"/>
                  </a:lnTo>
                  <a:lnTo>
                    <a:pt x="2852359" y="1668810"/>
                  </a:lnTo>
                  <a:lnTo>
                    <a:pt x="2851077" y="1668810"/>
                  </a:lnTo>
                  <a:lnTo>
                    <a:pt x="2849795" y="1668810"/>
                  </a:lnTo>
                  <a:lnTo>
                    <a:pt x="2848513" y="1668810"/>
                  </a:lnTo>
                  <a:lnTo>
                    <a:pt x="2847232" y="1668810"/>
                  </a:lnTo>
                  <a:lnTo>
                    <a:pt x="2845950" y="1668810"/>
                  </a:lnTo>
                  <a:lnTo>
                    <a:pt x="2844668" y="1668810"/>
                  </a:lnTo>
                  <a:lnTo>
                    <a:pt x="2843386" y="1668810"/>
                  </a:lnTo>
                  <a:lnTo>
                    <a:pt x="2842104" y="1668810"/>
                  </a:lnTo>
                  <a:lnTo>
                    <a:pt x="2840822" y="1668810"/>
                  </a:lnTo>
                  <a:lnTo>
                    <a:pt x="2839540" y="1668810"/>
                  </a:lnTo>
                  <a:lnTo>
                    <a:pt x="2838259" y="1668810"/>
                  </a:lnTo>
                  <a:lnTo>
                    <a:pt x="2836977" y="1668810"/>
                  </a:lnTo>
                  <a:lnTo>
                    <a:pt x="2835695" y="1668810"/>
                  </a:lnTo>
                  <a:lnTo>
                    <a:pt x="2834413" y="1668810"/>
                  </a:lnTo>
                  <a:lnTo>
                    <a:pt x="2833131" y="1668810"/>
                  </a:lnTo>
                  <a:lnTo>
                    <a:pt x="2831849" y="1668810"/>
                  </a:lnTo>
                  <a:lnTo>
                    <a:pt x="2830568" y="1668810"/>
                  </a:lnTo>
                  <a:lnTo>
                    <a:pt x="2829286" y="1668810"/>
                  </a:lnTo>
                  <a:lnTo>
                    <a:pt x="2828004" y="1668810"/>
                  </a:lnTo>
                  <a:lnTo>
                    <a:pt x="2826722" y="1668810"/>
                  </a:lnTo>
                  <a:lnTo>
                    <a:pt x="2825440" y="1668810"/>
                  </a:lnTo>
                  <a:lnTo>
                    <a:pt x="2824158" y="1668810"/>
                  </a:lnTo>
                  <a:lnTo>
                    <a:pt x="2822876" y="1668810"/>
                  </a:lnTo>
                  <a:lnTo>
                    <a:pt x="2821595" y="1668810"/>
                  </a:lnTo>
                  <a:lnTo>
                    <a:pt x="2820313" y="1668810"/>
                  </a:lnTo>
                  <a:lnTo>
                    <a:pt x="2819031" y="1668810"/>
                  </a:lnTo>
                  <a:lnTo>
                    <a:pt x="2817749" y="1668810"/>
                  </a:lnTo>
                  <a:lnTo>
                    <a:pt x="2816467" y="1668810"/>
                  </a:lnTo>
                  <a:lnTo>
                    <a:pt x="2815185" y="1668810"/>
                  </a:lnTo>
                  <a:lnTo>
                    <a:pt x="2813904" y="1668810"/>
                  </a:lnTo>
                  <a:lnTo>
                    <a:pt x="2812622" y="1668810"/>
                  </a:lnTo>
                  <a:lnTo>
                    <a:pt x="2811340" y="1668810"/>
                  </a:lnTo>
                  <a:lnTo>
                    <a:pt x="2810058" y="1668810"/>
                  </a:lnTo>
                  <a:lnTo>
                    <a:pt x="2808776" y="1668810"/>
                  </a:lnTo>
                  <a:lnTo>
                    <a:pt x="2807494" y="1668810"/>
                  </a:lnTo>
                  <a:lnTo>
                    <a:pt x="2806213" y="1668810"/>
                  </a:lnTo>
                  <a:lnTo>
                    <a:pt x="2804931" y="1668810"/>
                  </a:lnTo>
                  <a:lnTo>
                    <a:pt x="2803649" y="1668810"/>
                  </a:lnTo>
                  <a:lnTo>
                    <a:pt x="2802367" y="1668810"/>
                  </a:lnTo>
                  <a:lnTo>
                    <a:pt x="2801085" y="1668810"/>
                  </a:lnTo>
                  <a:lnTo>
                    <a:pt x="2799803" y="1668810"/>
                  </a:lnTo>
                  <a:lnTo>
                    <a:pt x="2798521" y="1668810"/>
                  </a:lnTo>
                  <a:lnTo>
                    <a:pt x="2797240" y="1668810"/>
                  </a:lnTo>
                  <a:lnTo>
                    <a:pt x="2795958" y="1668810"/>
                  </a:lnTo>
                  <a:lnTo>
                    <a:pt x="2794676" y="1668810"/>
                  </a:lnTo>
                  <a:lnTo>
                    <a:pt x="2793394" y="1668810"/>
                  </a:lnTo>
                  <a:lnTo>
                    <a:pt x="2792112" y="1668810"/>
                  </a:lnTo>
                  <a:lnTo>
                    <a:pt x="2790830" y="1668810"/>
                  </a:lnTo>
                  <a:lnTo>
                    <a:pt x="2789549" y="1668810"/>
                  </a:lnTo>
                  <a:lnTo>
                    <a:pt x="2788267" y="1668810"/>
                  </a:lnTo>
                  <a:lnTo>
                    <a:pt x="2786985" y="1668810"/>
                  </a:lnTo>
                  <a:lnTo>
                    <a:pt x="2785703" y="1668810"/>
                  </a:lnTo>
                  <a:lnTo>
                    <a:pt x="2784421" y="1668810"/>
                  </a:lnTo>
                  <a:lnTo>
                    <a:pt x="2783139" y="1668810"/>
                  </a:lnTo>
                  <a:lnTo>
                    <a:pt x="2781857" y="1668810"/>
                  </a:lnTo>
                  <a:lnTo>
                    <a:pt x="2780576" y="1668810"/>
                  </a:lnTo>
                  <a:lnTo>
                    <a:pt x="2779294" y="1668810"/>
                  </a:lnTo>
                  <a:lnTo>
                    <a:pt x="2778012" y="1668810"/>
                  </a:lnTo>
                  <a:lnTo>
                    <a:pt x="2776730" y="1668810"/>
                  </a:lnTo>
                  <a:lnTo>
                    <a:pt x="2775448" y="1668810"/>
                  </a:lnTo>
                  <a:lnTo>
                    <a:pt x="2774166" y="1668810"/>
                  </a:lnTo>
                  <a:lnTo>
                    <a:pt x="2772885" y="1668810"/>
                  </a:lnTo>
                  <a:lnTo>
                    <a:pt x="2771603" y="1668810"/>
                  </a:lnTo>
                  <a:lnTo>
                    <a:pt x="2770321" y="1668810"/>
                  </a:lnTo>
                  <a:lnTo>
                    <a:pt x="2769039" y="1668810"/>
                  </a:lnTo>
                  <a:lnTo>
                    <a:pt x="2767757" y="1668810"/>
                  </a:lnTo>
                  <a:lnTo>
                    <a:pt x="2766475" y="1668810"/>
                  </a:lnTo>
                  <a:lnTo>
                    <a:pt x="2765194" y="1668810"/>
                  </a:lnTo>
                  <a:lnTo>
                    <a:pt x="2763912" y="1668810"/>
                  </a:lnTo>
                  <a:lnTo>
                    <a:pt x="2762630" y="1668810"/>
                  </a:lnTo>
                  <a:lnTo>
                    <a:pt x="2761348" y="1668810"/>
                  </a:lnTo>
                  <a:lnTo>
                    <a:pt x="2760066" y="1668810"/>
                  </a:lnTo>
                  <a:lnTo>
                    <a:pt x="2758784" y="1668810"/>
                  </a:lnTo>
                  <a:lnTo>
                    <a:pt x="2757502" y="1668810"/>
                  </a:lnTo>
                  <a:lnTo>
                    <a:pt x="2756221" y="1668810"/>
                  </a:lnTo>
                  <a:lnTo>
                    <a:pt x="2754939" y="1668810"/>
                  </a:lnTo>
                  <a:lnTo>
                    <a:pt x="2753657" y="1668810"/>
                  </a:lnTo>
                  <a:lnTo>
                    <a:pt x="2752375" y="1668810"/>
                  </a:lnTo>
                  <a:lnTo>
                    <a:pt x="2751093" y="1668810"/>
                  </a:lnTo>
                  <a:lnTo>
                    <a:pt x="2749811" y="1668810"/>
                  </a:lnTo>
                  <a:lnTo>
                    <a:pt x="2748530" y="1668810"/>
                  </a:lnTo>
                  <a:lnTo>
                    <a:pt x="2747248" y="1668810"/>
                  </a:lnTo>
                  <a:lnTo>
                    <a:pt x="2745966" y="1668810"/>
                  </a:lnTo>
                  <a:lnTo>
                    <a:pt x="2744684" y="1668810"/>
                  </a:lnTo>
                  <a:lnTo>
                    <a:pt x="2743402" y="1668810"/>
                  </a:lnTo>
                  <a:lnTo>
                    <a:pt x="2742120" y="1668810"/>
                  </a:lnTo>
                  <a:lnTo>
                    <a:pt x="2740838" y="1668810"/>
                  </a:lnTo>
                  <a:lnTo>
                    <a:pt x="2739557" y="1668810"/>
                  </a:lnTo>
                  <a:lnTo>
                    <a:pt x="2738275" y="1668810"/>
                  </a:lnTo>
                  <a:lnTo>
                    <a:pt x="2736993" y="1668810"/>
                  </a:lnTo>
                  <a:lnTo>
                    <a:pt x="2735711" y="1668810"/>
                  </a:lnTo>
                  <a:lnTo>
                    <a:pt x="2734429" y="1668810"/>
                  </a:lnTo>
                  <a:lnTo>
                    <a:pt x="2733147" y="1668810"/>
                  </a:lnTo>
                  <a:lnTo>
                    <a:pt x="2731866" y="1668810"/>
                  </a:lnTo>
                  <a:lnTo>
                    <a:pt x="2730584" y="1668810"/>
                  </a:lnTo>
                  <a:lnTo>
                    <a:pt x="2729302" y="1668810"/>
                  </a:lnTo>
                  <a:lnTo>
                    <a:pt x="2728020" y="1668810"/>
                  </a:lnTo>
                  <a:lnTo>
                    <a:pt x="2726738" y="1668810"/>
                  </a:lnTo>
                  <a:lnTo>
                    <a:pt x="2725456" y="1668810"/>
                  </a:lnTo>
                  <a:lnTo>
                    <a:pt x="2724174" y="1668810"/>
                  </a:lnTo>
                  <a:lnTo>
                    <a:pt x="2722893" y="1668810"/>
                  </a:lnTo>
                  <a:lnTo>
                    <a:pt x="2721611" y="1668810"/>
                  </a:lnTo>
                  <a:lnTo>
                    <a:pt x="2720329" y="1668810"/>
                  </a:lnTo>
                  <a:lnTo>
                    <a:pt x="2719047" y="1668810"/>
                  </a:lnTo>
                  <a:lnTo>
                    <a:pt x="2717765" y="1668810"/>
                  </a:lnTo>
                  <a:lnTo>
                    <a:pt x="2716483" y="1668810"/>
                  </a:lnTo>
                  <a:lnTo>
                    <a:pt x="2715202" y="1668810"/>
                  </a:lnTo>
                  <a:lnTo>
                    <a:pt x="2713920" y="1668810"/>
                  </a:lnTo>
                  <a:lnTo>
                    <a:pt x="2712638" y="1668810"/>
                  </a:lnTo>
                  <a:lnTo>
                    <a:pt x="2711356" y="1668810"/>
                  </a:lnTo>
                  <a:lnTo>
                    <a:pt x="2710074" y="1668810"/>
                  </a:lnTo>
                  <a:lnTo>
                    <a:pt x="2708792" y="1668810"/>
                  </a:lnTo>
                  <a:lnTo>
                    <a:pt x="2707511" y="1668810"/>
                  </a:lnTo>
                  <a:lnTo>
                    <a:pt x="2706229" y="1668810"/>
                  </a:lnTo>
                  <a:lnTo>
                    <a:pt x="2704947" y="1668810"/>
                  </a:lnTo>
                  <a:lnTo>
                    <a:pt x="2703665" y="1668810"/>
                  </a:lnTo>
                  <a:lnTo>
                    <a:pt x="2702383" y="1668810"/>
                  </a:lnTo>
                  <a:lnTo>
                    <a:pt x="2701101" y="1668810"/>
                  </a:lnTo>
                  <a:lnTo>
                    <a:pt x="2699819" y="1668810"/>
                  </a:lnTo>
                  <a:lnTo>
                    <a:pt x="2698538" y="1668810"/>
                  </a:lnTo>
                  <a:lnTo>
                    <a:pt x="2697256" y="1668810"/>
                  </a:lnTo>
                  <a:lnTo>
                    <a:pt x="2695974" y="1668810"/>
                  </a:lnTo>
                  <a:lnTo>
                    <a:pt x="2694692" y="1668810"/>
                  </a:lnTo>
                  <a:lnTo>
                    <a:pt x="2693410" y="1668810"/>
                  </a:lnTo>
                  <a:lnTo>
                    <a:pt x="2692128" y="1668810"/>
                  </a:lnTo>
                  <a:lnTo>
                    <a:pt x="2690847" y="1668810"/>
                  </a:lnTo>
                  <a:lnTo>
                    <a:pt x="2689565" y="1668810"/>
                  </a:lnTo>
                  <a:lnTo>
                    <a:pt x="2688283" y="1668810"/>
                  </a:lnTo>
                  <a:lnTo>
                    <a:pt x="2687001" y="1668810"/>
                  </a:lnTo>
                  <a:lnTo>
                    <a:pt x="2685719" y="1668810"/>
                  </a:lnTo>
                  <a:lnTo>
                    <a:pt x="2684437" y="1668810"/>
                  </a:lnTo>
                  <a:lnTo>
                    <a:pt x="2683155" y="1668810"/>
                  </a:lnTo>
                  <a:lnTo>
                    <a:pt x="2681874" y="1668810"/>
                  </a:lnTo>
                  <a:lnTo>
                    <a:pt x="2680592" y="1668810"/>
                  </a:lnTo>
                  <a:lnTo>
                    <a:pt x="2679310" y="1668810"/>
                  </a:lnTo>
                  <a:lnTo>
                    <a:pt x="2678028" y="1668810"/>
                  </a:lnTo>
                  <a:lnTo>
                    <a:pt x="2676746" y="1668810"/>
                  </a:lnTo>
                  <a:lnTo>
                    <a:pt x="2675464" y="1668810"/>
                  </a:lnTo>
                  <a:lnTo>
                    <a:pt x="2674183" y="1668810"/>
                  </a:lnTo>
                  <a:lnTo>
                    <a:pt x="2672901" y="1668810"/>
                  </a:lnTo>
                  <a:lnTo>
                    <a:pt x="2671619" y="1668810"/>
                  </a:lnTo>
                  <a:lnTo>
                    <a:pt x="2670337" y="1668810"/>
                  </a:lnTo>
                  <a:lnTo>
                    <a:pt x="2669055" y="1668810"/>
                  </a:lnTo>
                  <a:lnTo>
                    <a:pt x="2667773" y="1668810"/>
                  </a:lnTo>
                  <a:lnTo>
                    <a:pt x="2666492" y="1668810"/>
                  </a:lnTo>
                  <a:lnTo>
                    <a:pt x="2665210" y="1668810"/>
                  </a:lnTo>
                  <a:lnTo>
                    <a:pt x="2663928" y="1668810"/>
                  </a:lnTo>
                  <a:lnTo>
                    <a:pt x="2662646" y="1668810"/>
                  </a:lnTo>
                  <a:lnTo>
                    <a:pt x="2661364" y="1668810"/>
                  </a:lnTo>
                  <a:lnTo>
                    <a:pt x="2660082" y="1668810"/>
                  </a:lnTo>
                  <a:lnTo>
                    <a:pt x="2658800" y="1668810"/>
                  </a:lnTo>
                  <a:lnTo>
                    <a:pt x="2657519" y="1668810"/>
                  </a:lnTo>
                  <a:lnTo>
                    <a:pt x="2656237" y="1668810"/>
                  </a:lnTo>
                  <a:lnTo>
                    <a:pt x="2654955" y="1668810"/>
                  </a:lnTo>
                  <a:lnTo>
                    <a:pt x="2653673" y="1668810"/>
                  </a:lnTo>
                  <a:lnTo>
                    <a:pt x="2652391" y="1668810"/>
                  </a:lnTo>
                  <a:lnTo>
                    <a:pt x="2651109" y="1668810"/>
                  </a:lnTo>
                  <a:lnTo>
                    <a:pt x="2649828" y="1668810"/>
                  </a:lnTo>
                  <a:lnTo>
                    <a:pt x="2648546" y="1668810"/>
                  </a:lnTo>
                  <a:lnTo>
                    <a:pt x="2647264" y="1668810"/>
                  </a:lnTo>
                  <a:lnTo>
                    <a:pt x="2645982" y="1668810"/>
                  </a:lnTo>
                  <a:lnTo>
                    <a:pt x="2644700" y="1668810"/>
                  </a:lnTo>
                  <a:lnTo>
                    <a:pt x="2643418" y="1668810"/>
                  </a:lnTo>
                  <a:lnTo>
                    <a:pt x="2642136" y="1668810"/>
                  </a:lnTo>
                  <a:lnTo>
                    <a:pt x="2640855" y="1668810"/>
                  </a:lnTo>
                  <a:lnTo>
                    <a:pt x="2639573" y="1668810"/>
                  </a:lnTo>
                  <a:lnTo>
                    <a:pt x="2638291" y="1668810"/>
                  </a:lnTo>
                  <a:lnTo>
                    <a:pt x="2637009" y="1668810"/>
                  </a:lnTo>
                  <a:lnTo>
                    <a:pt x="2635727" y="1668810"/>
                  </a:lnTo>
                  <a:lnTo>
                    <a:pt x="2634445" y="1668810"/>
                  </a:lnTo>
                  <a:lnTo>
                    <a:pt x="2633164" y="1668810"/>
                  </a:lnTo>
                  <a:lnTo>
                    <a:pt x="2631882" y="1668810"/>
                  </a:lnTo>
                  <a:lnTo>
                    <a:pt x="2630600" y="1668810"/>
                  </a:lnTo>
                  <a:lnTo>
                    <a:pt x="2629318" y="1668810"/>
                  </a:lnTo>
                  <a:lnTo>
                    <a:pt x="2628036" y="1668810"/>
                  </a:lnTo>
                  <a:lnTo>
                    <a:pt x="2626754" y="1668810"/>
                  </a:lnTo>
                  <a:lnTo>
                    <a:pt x="2625473" y="1668810"/>
                  </a:lnTo>
                  <a:lnTo>
                    <a:pt x="2624191" y="1668810"/>
                  </a:lnTo>
                  <a:lnTo>
                    <a:pt x="2622909" y="1668810"/>
                  </a:lnTo>
                  <a:lnTo>
                    <a:pt x="2621627" y="1668810"/>
                  </a:lnTo>
                  <a:lnTo>
                    <a:pt x="2620345" y="1668810"/>
                  </a:lnTo>
                  <a:lnTo>
                    <a:pt x="2619063" y="1668810"/>
                  </a:lnTo>
                  <a:lnTo>
                    <a:pt x="2617781" y="1668810"/>
                  </a:lnTo>
                  <a:lnTo>
                    <a:pt x="2616500" y="1668810"/>
                  </a:lnTo>
                  <a:lnTo>
                    <a:pt x="2615218" y="1668810"/>
                  </a:lnTo>
                  <a:lnTo>
                    <a:pt x="2613936" y="1668810"/>
                  </a:lnTo>
                  <a:lnTo>
                    <a:pt x="2612654" y="1668810"/>
                  </a:lnTo>
                  <a:lnTo>
                    <a:pt x="2611372" y="1668810"/>
                  </a:lnTo>
                  <a:lnTo>
                    <a:pt x="2610090" y="1668810"/>
                  </a:lnTo>
                  <a:lnTo>
                    <a:pt x="2608809" y="1668810"/>
                  </a:lnTo>
                  <a:lnTo>
                    <a:pt x="2607527" y="1668810"/>
                  </a:lnTo>
                  <a:lnTo>
                    <a:pt x="2606245" y="1668810"/>
                  </a:lnTo>
                  <a:lnTo>
                    <a:pt x="2604963" y="1668810"/>
                  </a:lnTo>
                  <a:lnTo>
                    <a:pt x="2603681" y="1668810"/>
                  </a:lnTo>
                  <a:lnTo>
                    <a:pt x="2602399" y="1668810"/>
                  </a:lnTo>
                  <a:lnTo>
                    <a:pt x="2601117" y="1668810"/>
                  </a:lnTo>
                  <a:lnTo>
                    <a:pt x="2599836" y="1668810"/>
                  </a:lnTo>
                  <a:lnTo>
                    <a:pt x="2598554" y="1668810"/>
                  </a:lnTo>
                  <a:lnTo>
                    <a:pt x="2597272" y="1668810"/>
                  </a:lnTo>
                  <a:lnTo>
                    <a:pt x="2595990" y="1668810"/>
                  </a:lnTo>
                  <a:lnTo>
                    <a:pt x="2594708" y="1668810"/>
                  </a:lnTo>
                  <a:lnTo>
                    <a:pt x="2593426" y="1668810"/>
                  </a:lnTo>
                  <a:lnTo>
                    <a:pt x="2592145" y="1668810"/>
                  </a:lnTo>
                  <a:lnTo>
                    <a:pt x="2590863" y="1668810"/>
                  </a:lnTo>
                  <a:lnTo>
                    <a:pt x="2589581" y="1668810"/>
                  </a:lnTo>
                  <a:lnTo>
                    <a:pt x="2588299" y="1668810"/>
                  </a:lnTo>
                  <a:lnTo>
                    <a:pt x="2587017" y="1668810"/>
                  </a:lnTo>
                  <a:lnTo>
                    <a:pt x="2585735" y="1668810"/>
                  </a:lnTo>
                  <a:lnTo>
                    <a:pt x="2584453" y="1668810"/>
                  </a:lnTo>
                  <a:lnTo>
                    <a:pt x="2583172" y="1668810"/>
                  </a:lnTo>
                  <a:lnTo>
                    <a:pt x="2581890" y="1668810"/>
                  </a:lnTo>
                  <a:lnTo>
                    <a:pt x="2580608" y="1668810"/>
                  </a:lnTo>
                  <a:lnTo>
                    <a:pt x="2579326" y="1668810"/>
                  </a:lnTo>
                  <a:lnTo>
                    <a:pt x="2578044" y="1668810"/>
                  </a:lnTo>
                  <a:lnTo>
                    <a:pt x="2576762" y="1668810"/>
                  </a:lnTo>
                  <a:lnTo>
                    <a:pt x="2575481" y="1668810"/>
                  </a:lnTo>
                  <a:lnTo>
                    <a:pt x="2574199" y="1668810"/>
                  </a:lnTo>
                  <a:lnTo>
                    <a:pt x="2572917" y="1668810"/>
                  </a:lnTo>
                  <a:lnTo>
                    <a:pt x="2571635" y="1668810"/>
                  </a:lnTo>
                  <a:lnTo>
                    <a:pt x="2570353" y="1668810"/>
                  </a:lnTo>
                  <a:lnTo>
                    <a:pt x="2569071" y="1668810"/>
                  </a:lnTo>
                  <a:lnTo>
                    <a:pt x="2567790" y="1668810"/>
                  </a:lnTo>
                  <a:lnTo>
                    <a:pt x="2566508" y="1668810"/>
                  </a:lnTo>
                  <a:lnTo>
                    <a:pt x="2565226" y="1668810"/>
                  </a:lnTo>
                  <a:lnTo>
                    <a:pt x="2563944" y="1668810"/>
                  </a:lnTo>
                  <a:lnTo>
                    <a:pt x="2562662" y="1668810"/>
                  </a:lnTo>
                  <a:lnTo>
                    <a:pt x="2561380" y="1668810"/>
                  </a:lnTo>
                  <a:lnTo>
                    <a:pt x="2560098" y="1668810"/>
                  </a:lnTo>
                  <a:lnTo>
                    <a:pt x="2558817" y="1668810"/>
                  </a:lnTo>
                  <a:lnTo>
                    <a:pt x="2557535" y="1668810"/>
                  </a:lnTo>
                  <a:lnTo>
                    <a:pt x="2556253" y="1668810"/>
                  </a:lnTo>
                  <a:lnTo>
                    <a:pt x="2554971" y="1668810"/>
                  </a:lnTo>
                  <a:lnTo>
                    <a:pt x="2553689" y="1668810"/>
                  </a:lnTo>
                  <a:lnTo>
                    <a:pt x="2552407" y="1668810"/>
                  </a:lnTo>
                  <a:lnTo>
                    <a:pt x="2551126" y="1668810"/>
                  </a:lnTo>
                  <a:lnTo>
                    <a:pt x="2549844" y="1668810"/>
                  </a:lnTo>
                  <a:lnTo>
                    <a:pt x="2548562" y="1668810"/>
                  </a:lnTo>
                  <a:lnTo>
                    <a:pt x="2547280" y="1668810"/>
                  </a:lnTo>
                  <a:lnTo>
                    <a:pt x="2545998" y="1668810"/>
                  </a:lnTo>
                  <a:lnTo>
                    <a:pt x="2544716" y="1668810"/>
                  </a:lnTo>
                  <a:lnTo>
                    <a:pt x="2543434" y="1668810"/>
                  </a:lnTo>
                  <a:lnTo>
                    <a:pt x="2542153" y="1668810"/>
                  </a:lnTo>
                  <a:lnTo>
                    <a:pt x="2540871" y="1668810"/>
                  </a:lnTo>
                  <a:lnTo>
                    <a:pt x="2539589" y="1668810"/>
                  </a:lnTo>
                  <a:lnTo>
                    <a:pt x="2538307" y="1668810"/>
                  </a:lnTo>
                  <a:lnTo>
                    <a:pt x="2537025" y="1668810"/>
                  </a:lnTo>
                  <a:lnTo>
                    <a:pt x="2535743" y="1668810"/>
                  </a:lnTo>
                  <a:lnTo>
                    <a:pt x="2534462" y="1668810"/>
                  </a:lnTo>
                  <a:lnTo>
                    <a:pt x="2533180" y="1668810"/>
                  </a:lnTo>
                  <a:lnTo>
                    <a:pt x="2531898" y="1668810"/>
                  </a:lnTo>
                  <a:lnTo>
                    <a:pt x="2530616" y="1668810"/>
                  </a:lnTo>
                  <a:lnTo>
                    <a:pt x="2529334" y="1668810"/>
                  </a:lnTo>
                  <a:lnTo>
                    <a:pt x="2528052" y="1668810"/>
                  </a:lnTo>
                  <a:lnTo>
                    <a:pt x="2526771" y="1668810"/>
                  </a:lnTo>
                  <a:lnTo>
                    <a:pt x="2525489" y="1668810"/>
                  </a:lnTo>
                  <a:lnTo>
                    <a:pt x="2524207" y="1668810"/>
                  </a:lnTo>
                  <a:lnTo>
                    <a:pt x="2522925" y="1668810"/>
                  </a:lnTo>
                  <a:lnTo>
                    <a:pt x="2521643" y="1668810"/>
                  </a:lnTo>
                  <a:lnTo>
                    <a:pt x="2520361" y="1668810"/>
                  </a:lnTo>
                  <a:lnTo>
                    <a:pt x="2519079" y="1668810"/>
                  </a:lnTo>
                  <a:lnTo>
                    <a:pt x="2517798" y="1668810"/>
                  </a:lnTo>
                  <a:lnTo>
                    <a:pt x="2516516" y="1668810"/>
                  </a:lnTo>
                  <a:lnTo>
                    <a:pt x="2515234" y="1668810"/>
                  </a:lnTo>
                  <a:lnTo>
                    <a:pt x="2513952" y="1668810"/>
                  </a:lnTo>
                  <a:lnTo>
                    <a:pt x="2512670" y="1668810"/>
                  </a:lnTo>
                  <a:lnTo>
                    <a:pt x="2511388" y="1668810"/>
                  </a:lnTo>
                  <a:lnTo>
                    <a:pt x="2510107" y="1668810"/>
                  </a:lnTo>
                  <a:lnTo>
                    <a:pt x="2508825" y="1668810"/>
                  </a:lnTo>
                  <a:lnTo>
                    <a:pt x="2507543" y="1668810"/>
                  </a:lnTo>
                  <a:lnTo>
                    <a:pt x="2506261" y="1668810"/>
                  </a:lnTo>
                  <a:lnTo>
                    <a:pt x="2504979" y="1668810"/>
                  </a:lnTo>
                  <a:lnTo>
                    <a:pt x="2503697" y="1668810"/>
                  </a:lnTo>
                  <a:lnTo>
                    <a:pt x="2502415" y="1668810"/>
                  </a:lnTo>
                  <a:lnTo>
                    <a:pt x="2501134" y="1668810"/>
                  </a:lnTo>
                  <a:lnTo>
                    <a:pt x="2499852" y="1668810"/>
                  </a:lnTo>
                  <a:lnTo>
                    <a:pt x="2498570" y="1668810"/>
                  </a:lnTo>
                  <a:lnTo>
                    <a:pt x="2497288" y="1668810"/>
                  </a:lnTo>
                  <a:lnTo>
                    <a:pt x="2496006" y="1668810"/>
                  </a:lnTo>
                  <a:lnTo>
                    <a:pt x="2494724" y="1668810"/>
                  </a:lnTo>
                  <a:lnTo>
                    <a:pt x="2493443" y="1668810"/>
                  </a:lnTo>
                  <a:lnTo>
                    <a:pt x="2492161" y="1668810"/>
                  </a:lnTo>
                  <a:lnTo>
                    <a:pt x="2490879" y="1668810"/>
                  </a:lnTo>
                  <a:lnTo>
                    <a:pt x="2489597" y="1668810"/>
                  </a:lnTo>
                  <a:lnTo>
                    <a:pt x="2488315" y="1668810"/>
                  </a:lnTo>
                  <a:lnTo>
                    <a:pt x="2487033" y="1668810"/>
                  </a:lnTo>
                  <a:lnTo>
                    <a:pt x="2485752" y="1668810"/>
                  </a:lnTo>
                  <a:lnTo>
                    <a:pt x="2484470" y="1668810"/>
                  </a:lnTo>
                  <a:lnTo>
                    <a:pt x="2483188" y="1668810"/>
                  </a:lnTo>
                  <a:lnTo>
                    <a:pt x="2481906" y="1668810"/>
                  </a:lnTo>
                  <a:lnTo>
                    <a:pt x="2480624" y="1668810"/>
                  </a:lnTo>
                  <a:lnTo>
                    <a:pt x="2479342" y="1668810"/>
                  </a:lnTo>
                  <a:lnTo>
                    <a:pt x="2478060" y="1668810"/>
                  </a:lnTo>
                  <a:lnTo>
                    <a:pt x="2476779" y="1668810"/>
                  </a:lnTo>
                  <a:lnTo>
                    <a:pt x="2475497" y="1668810"/>
                  </a:lnTo>
                  <a:lnTo>
                    <a:pt x="2474215" y="1668810"/>
                  </a:lnTo>
                  <a:lnTo>
                    <a:pt x="2472933" y="1668810"/>
                  </a:lnTo>
                  <a:lnTo>
                    <a:pt x="2471651" y="1668810"/>
                  </a:lnTo>
                  <a:lnTo>
                    <a:pt x="2470369" y="1668810"/>
                  </a:lnTo>
                  <a:lnTo>
                    <a:pt x="2469088" y="1668810"/>
                  </a:lnTo>
                  <a:lnTo>
                    <a:pt x="2467806" y="1668810"/>
                  </a:lnTo>
                  <a:lnTo>
                    <a:pt x="2466524" y="1668810"/>
                  </a:lnTo>
                  <a:lnTo>
                    <a:pt x="2465242" y="1668810"/>
                  </a:lnTo>
                  <a:lnTo>
                    <a:pt x="2463960" y="1668810"/>
                  </a:lnTo>
                  <a:lnTo>
                    <a:pt x="2462678" y="1668810"/>
                  </a:lnTo>
                  <a:lnTo>
                    <a:pt x="2461396" y="1668810"/>
                  </a:lnTo>
                  <a:lnTo>
                    <a:pt x="2460115" y="1668810"/>
                  </a:lnTo>
                  <a:lnTo>
                    <a:pt x="2458833" y="1668810"/>
                  </a:lnTo>
                  <a:lnTo>
                    <a:pt x="2457551" y="1668810"/>
                  </a:lnTo>
                  <a:lnTo>
                    <a:pt x="2456269" y="1668810"/>
                  </a:lnTo>
                  <a:lnTo>
                    <a:pt x="2454987" y="1668810"/>
                  </a:lnTo>
                  <a:lnTo>
                    <a:pt x="2453705" y="1668810"/>
                  </a:lnTo>
                  <a:lnTo>
                    <a:pt x="2452424" y="1668810"/>
                  </a:lnTo>
                  <a:lnTo>
                    <a:pt x="2451142" y="1668810"/>
                  </a:lnTo>
                  <a:lnTo>
                    <a:pt x="2449860" y="1668810"/>
                  </a:lnTo>
                  <a:lnTo>
                    <a:pt x="2448578" y="1668810"/>
                  </a:lnTo>
                  <a:lnTo>
                    <a:pt x="2447296" y="1668810"/>
                  </a:lnTo>
                  <a:lnTo>
                    <a:pt x="2446014" y="1668810"/>
                  </a:lnTo>
                  <a:lnTo>
                    <a:pt x="2444732" y="1668810"/>
                  </a:lnTo>
                  <a:lnTo>
                    <a:pt x="2443451" y="1668810"/>
                  </a:lnTo>
                  <a:lnTo>
                    <a:pt x="2442169" y="1668810"/>
                  </a:lnTo>
                  <a:lnTo>
                    <a:pt x="2440887" y="1668810"/>
                  </a:lnTo>
                  <a:lnTo>
                    <a:pt x="2439605" y="1668810"/>
                  </a:lnTo>
                  <a:lnTo>
                    <a:pt x="2438323" y="1668810"/>
                  </a:lnTo>
                  <a:lnTo>
                    <a:pt x="2437041" y="1668810"/>
                  </a:lnTo>
                  <a:lnTo>
                    <a:pt x="2435760" y="1668810"/>
                  </a:lnTo>
                  <a:lnTo>
                    <a:pt x="2434478" y="1668810"/>
                  </a:lnTo>
                  <a:lnTo>
                    <a:pt x="2433196" y="1668810"/>
                  </a:lnTo>
                  <a:lnTo>
                    <a:pt x="2431914" y="1668810"/>
                  </a:lnTo>
                  <a:lnTo>
                    <a:pt x="2430632" y="1668810"/>
                  </a:lnTo>
                  <a:lnTo>
                    <a:pt x="2429350" y="1668810"/>
                  </a:lnTo>
                  <a:lnTo>
                    <a:pt x="2428069" y="1668810"/>
                  </a:lnTo>
                  <a:lnTo>
                    <a:pt x="2426787" y="1668810"/>
                  </a:lnTo>
                  <a:lnTo>
                    <a:pt x="2425505" y="1668810"/>
                  </a:lnTo>
                  <a:lnTo>
                    <a:pt x="2424223" y="1668810"/>
                  </a:lnTo>
                  <a:lnTo>
                    <a:pt x="2422941" y="1668810"/>
                  </a:lnTo>
                  <a:lnTo>
                    <a:pt x="2421659" y="1668810"/>
                  </a:lnTo>
                  <a:lnTo>
                    <a:pt x="2420377" y="1668810"/>
                  </a:lnTo>
                  <a:lnTo>
                    <a:pt x="2419096" y="1668810"/>
                  </a:lnTo>
                  <a:lnTo>
                    <a:pt x="2417814" y="1668810"/>
                  </a:lnTo>
                  <a:lnTo>
                    <a:pt x="2416532" y="1668810"/>
                  </a:lnTo>
                  <a:lnTo>
                    <a:pt x="2415250" y="1668810"/>
                  </a:lnTo>
                  <a:lnTo>
                    <a:pt x="2413968" y="1668810"/>
                  </a:lnTo>
                  <a:lnTo>
                    <a:pt x="2412686" y="1668810"/>
                  </a:lnTo>
                  <a:lnTo>
                    <a:pt x="2411405" y="1668810"/>
                  </a:lnTo>
                  <a:lnTo>
                    <a:pt x="2410123" y="1668810"/>
                  </a:lnTo>
                  <a:lnTo>
                    <a:pt x="2408841" y="1668810"/>
                  </a:lnTo>
                  <a:lnTo>
                    <a:pt x="2407559" y="1668810"/>
                  </a:lnTo>
                  <a:lnTo>
                    <a:pt x="2406277" y="1668810"/>
                  </a:lnTo>
                  <a:lnTo>
                    <a:pt x="2404995" y="1668810"/>
                  </a:lnTo>
                  <a:lnTo>
                    <a:pt x="2403713" y="1668810"/>
                  </a:lnTo>
                  <a:lnTo>
                    <a:pt x="2402432" y="1668810"/>
                  </a:lnTo>
                  <a:lnTo>
                    <a:pt x="2401150" y="1668810"/>
                  </a:lnTo>
                  <a:lnTo>
                    <a:pt x="2399868" y="1668810"/>
                  </a:lnTo>
                  <a:lnTo>
                    <a:pt x="2398586" y="1668810"/>
                  </a:lnTo>
                  <a:lnTo>
                    <a:pt x="2397304" y="1668810"/>
                  </a:lnTo>
                  <a:lnTo>
                    <a:pt x="2396022" y="1668810"/>
                  </a:lnTo>
                  <a:lnTo>
                    <a:pt x="2394741" y="1668810"/>
                  </a:lnTo>
                  <a:lnTo>
                    <a:pt x="2393459" y="1668810"/>
                  </a:lnTo>
                  <a:lnTo>
                    <a:pt x="2392177" y="1668810"/>
                  </a:lnTo>
                  <a:lnTo>
                    <a:pt x="2390895" y="1668810"/>
                  </a:lnTo>
                  <a:lnTo>
                    <a:pt x="2389613" y="1668810"/>
                  </a:lnTo>
                  <a:lnTo>
                    <a:pt x="2388331" y="1668810"/>
                  </a:lnTo>
                  <a:lnTo>
                    <a:pt x="2387050" y="1668810"/>
                  </a:lnTo>
                  <a:lnTo>
                    <a:pt x="2385768" y="1668810"/>
                  </a:lnTo>
                  <a:lnTo>
                    <a:pt x="2384486" y="1668810"/>
                  </a:lnTo>
                  <a:lnTo>
                    <a:pt x="2383204" y="1668810"/>
                  </a:lnTo>
                  <a:lnTo>
                    <a:pt x="2381922" y="1668810"/>
                  </a:lnTo>
                  <a:lnTo>
                    <a:pt x="2380640" y="1668810"/>
                  </a:lnTo>
                  <a:lnTo>
                    <a:pt x="2379358" y="1668810"/>
                  </a:lnTo>
                  <a:lnTo>
                    <a:pt x="2378077" y="1668810"/>
                  </a:lnTo>
                  <a:lnTo>
                    <a:pt x="2376795" y="1668810"/>
                  </a:lnTo>
                  <a:lnTo>
                    <a:pt x="2375513" y="1668810"/>
                  </a:lnTo>
                  <a:lnTo>
                    <a:pt x="2374231" y="1668810"/>
                  </a:lnTo>
                  <a:lnTo>
                    <a:pt x="2372949" y="1668810"/>
                  </a:lnTo>
                  <a:lnTo>
                    <a:pt x="2371667" y="1668810"/>
                  </a:lnTo>
                  <a:lnTo>
                    <a:pt x="2370386" y="1668810"/>
                  </a:lnTo>
                  <a:lnTo>
                    <a:pt x="2369104" y="1668810"/>
                  </a:lnTo>
                  <a:lnTo>
                    <a:pt x="2367822" y="1668810"/>
                  </a:lnTo>
                  <a:lnTo>
                    <a:pt x="2366540" y="1668810"/>
                  </a:lnTo>
                  <a:lnTo>
                    <a:pt x="2365258" y="1668810"/>
                  </a:lnTo>
                  <a:lnTo>
                    <a:pt x="2363976" y="1668810"/>
                  </a:lnTo>
                  <a:lnTo>
                    <a:pt x="2362694" y="1668810"/>
                  </a:lnTo>
                  <a:lnTo>
                    <a:pt x="2361413" y="1668810"/>
                  </a:lnTo>
                  <a:lnTo>
                    <a:pt x="2360131" y="1668810"/>
                  </a:lnTo>
                  <a:lnTo>
                    <a:pt x="2358849" y="1668810"/>
                  </a:lnTo>
                  <a:lnTo>
                    <a:pt x="2357567" y="1668810"/>
                  </a:lnTo>
                  <a:lnTo>
                    <a:pt x="2356285" y="1668810"/>
                  </a:lnTo>
                  <a:lnTo>
                    <a:pt x="2355003" y="1668810"/>
                  </a:lnTo>
                  <a:lnTo>
                    <a:pt x="2353722" y="1668810"/>
                  </a:lnTo>
                  <a:lnTo>
                    <a:pt x="2352440" y="1668810"/>
                  </a:lnTo>
                  <a:lnTo>
                    <a:pt x="2351158" y="1668810"/>
                  </a:lnTo>
                  <a:lnTo>
                    <a:pt x="2349876" y="1668810"/>
                  </a:lnTo>
                  <a:lnTo>
                    <a:pt x="2348594" y="1668810"/>
                  </a:lnTo>
                  <a:lnTo>
                    <a:pt x="2347312" y="1668810"/>
                  </a:lnTo>
                  <a:lnTo>
                    <a:pt x="2346031" y="1668810"/>
                  </a:lnTo>
                  <a:lnTo>
                    <a:pt x="2344749" y="1668810"/>
                  </a:lnTo>
                  <a:lnTo>
                    <a:pt x="2343467" y="1668810"/>
                  </a:lnTo>
                  <a:lnTo>
                    <a:pt x="2342185" y="1668810"/>
                  </a:lnTo>
                  <a:lnTo>
                    <a:pt x="2340903" y="1668810"/>
                  </a:lnTo>
                  <a:lnTo>
                    <a:pt x="2339621" y="1668810"/>
                  </a:lnTo>
                  <a:lnTo>
                    <a:pt x="2338339" y="1668810"/>
                  </a:lnTo>
                  <a:lnTo>
                    <a:pt x="2337058" y="1668810"/>
                  </a:lnTo>
                  <a:lnTo>
                    <a:pt x="2335776" y="1668810"/>
                  </a:lnTo>
                  <a:lnTo>
                    <a:pt x="2334494" y="1668810"/>
                  </a:lnTo>
                  <a:lnTo>
                    <a:pt x="2333212" y="1668810"/>
                  </a:lnTo>
                  <a:lnTo>
                    <a:pt x="2331930" y="1668810"/>
                  </a:lnTo>
                  <a:lnTo>
                    <a:pt x="2330648" y="1668810"/>
                  </a:lnTo>
                  <a:lnTo>
                    <a:pt x="2329367" y="1668810"/>
                  </a:lnTo>
                  <a:lnTo>
                    <a:pt x="2328085" y="1668810"/>
                  </a:lnTo>
                  <a:lnTo>
                    <a:pt x="2326803" y="1668810"/>
                  </a:lnTo>
                  <a:lnTo>
                    <a:pt x="2325521" y="1668810"/>
                  </a:lnTo>
                  <a:lnTo>
                    <a:pt x="2324239" y="1668810"/>
                  </a:lnTo>
                  <a:lnTo>
                    <a:pt x="2322957" y="1668810"/>
                  </a:lnTo>
                  <a:lnTo>
                    <a:pt x="2321675" y="1668810"/>
                  </a:lnTo>
                  <a:lnTo>
                    <a:pt x="2320394" y="1668810"/>
                  </a:lnTo>
                  <a:lnTo>
                    <a:pt x="2319112" y="1668810"/>
                  </a:lnTo>
                  <a:lnTo>
                    <a:pt x="2317830" y="1668810"/>
                  </a:lnTo>
                  <a:lnTo>
                    <a:pt x="2316548" y="1668810"/>
                  </a:lnTo>
                  <a:lnTo>
                    <a:pt x="2315266" y="1668810"/>
                  </a:lnTo>
                  <a:lnTo>
                    <a:pt x="2313984" y="1668810"/>
                  </a:lnTo>
                  <a:lnTo>
                    <a:pt x="2312703" y="1668810"/>
                  </a:lnTo>
                  <a:lnTo>
                    <a:pt x="2311421" y="1668810"/>
                  </a:lnTo>
                  <a:lnTo>
                    <a:pt x="2310139" y="1668810"/>
                  </a:lnTo>
                  <a:lnTo>
                    <a:pt x="2308857" y="1668810"/>
                  </a:lnTo>
                  <a:lnTo>
                    <a:pt x="2307575" y="1668810"/>
                  </a:lnTo>
                  <a:lnTo>
                    <a:pt x="2306293" y="1668810"/>
                  </a:lnTo>
                  <a:lnTo>
                    <a:pt x="2305011" y="1668810"/>
                  </a:lnTo>
                  <a:lnTo>
                    <a:pt x="2303730" y="1668810"/>
                  </a:lnTo>
                  <a:lnTo>
                    <a:pt x="2302448" y="1668810"/>
                  </a:lnTo>
                  <a:lnTo>
                    <a:pt x="2301166" y="1668810"/>
                  </a:lnTo>
                  <a:lnTo>
                    <a:pt x="2299884" y="1668810"/>
                  </a:lnTo>
                  <a:lnTo>
                    <a:pt x="2298602" y="1668810"/>
                  </a:lnTo>
                  <a:lnTo>
                    <a:pt x="2297320" y="1668810"/>
                  </a:lnTo>
                  <a:lnTo>
                    <a:pt x="2296039" y="1668810"/>
                  </a:lnTo>
                  <a:lnTo>
                    <a:pt x="2294757" y="1668810"/>
                  </a:lnTo>
                  <a:lnTo>
                    <a:pt x="2293475" y="1668810"/>
                  </a:lnTo>
                  <a:lnTo>
                    <a:pt x="2292193" y="1668810"/>
                  </a:lnTo>
                  <a:lnTo>
                    <a:pt x="2290911" y="1668810"/>
                  </a:lnTo>
                  <a:lnTo>
                    <a:pt x="2289629" y="1668810"/>
                  </a:lnTo>
                  <a:lnTo>
                    <a:pt x="2288348" y="1668810"/>
                  </a:lnTo>
                  <a:lnTo>
                    <a:pt x="2287066" y="1668810"/>
                  </a:lnTo>
                  <a:lnTo>
                    <a:pt x="2285784" y="1668810"/>
                  </a:lnTo>
                  <a:lnTo>
                    <a:pt x="2284502" y="1668810"/>
                  </a:lnTo>
                  <a:lnTo>
                    <a:pt x="2283220" y="1668810"/>
                  </a:lnTo>
                  <a:lnTo>
                    <a:pt x="2281938" y="1668810"/>
                  </a:lnTo>
                  <a:lnTo>
                    <a:pt x="2280656" y="1668810"/>
                  </a:lnTo>
                  <a:lnTo>
                    <a:pt x="2279375" y="1668810"/>
                  </a:lnTo>
                  <a:lnTo>
                    <a:pt x="2278093" y="1668810"/>
                  </a:lnTo>
                  <a:lnTo>
                    <a:pt x="2276811" y="1668810"/>
                  </a:lnTo>
                  <a:lnTo>
                    <a:pt x="2275529" y="1668810"/>
                  </a:lnTo>
                  <a:lnTo>
                    <a:pt x="2274247" y="1668810"/>
                  </a:lnTo>
                  <a:lnTo>
                    <a:pt x="2272965" y="1668810"/>
                  </a:lnTo>
                  <a:lnTo>
                    <a:pt x="2271684" y="1668810"/>
                  </a:lnTo>
                  <a:lnTo>
                    <a:pt x="2270402" y="1668810"/>
                  </a:lnTo>
                  <a:lnTo>
                    <a:pt x="2269120" y="1668810"/>
                  </a:lnTo>
                  <a:lnTo>
                    <a:pt x="2267838" y="1668810"/>
                  </a:lnTo>
                  <a:lnTo>
                    <a:pt x="2266556" y="1668810"/>
                  </a:lnTo>
                  <a:lnTo>
                    <a:pt x="2265274" y="1668810"/>
                  </a:lnTo>
                  <a:lnTo>
                    <a:pt x="2263992" y="1668810"/>
                  </a:lnTo>
                  <a:lnTo>
                    <a:pt x="2262711" y="1668810"/>
                  </a:lnTo>
                  <a:lnTo>
                    <a:pt x="2261429" y="1668810"/>
                  </a:lnTo>
                  <a:lnTo>
                    <a:pt x="2260147" y="1668810"/>
                  </a:lnTo>
                  <a:lnTo>
                    <a:pt x="2258865" y="1668810"/>
                  </a:lnTo>
                  <a:lnTo>
                    <a:pt x="2257583" y="1668810"/>
                  </a:lnTo>
                  <a:lnTo>
                    <a:pt x="2256301" y="1668810"/>
                  </a:lnTo>
                  <a:lnTo>
                    <a:pt x="2255020" y="1668810"/>
                  </a:lnTo>
                  <a:lnTo>
                    <a:pt x="2253738" y="1668810"/>
                  </a:lnTo>
                  <a:lnTo>
                    <a:pt x="2252456" y="1668810"/>
                  </a:lnTo>
                  <a:lnTo>
                    <a:pt x="2251174" y="1668810"/>
                  </a:lnTo>
                  <a:lnTo>
                    <a:pt x="2249892" y="1668810"/>
                  </a:lnTo>
                  <a:lnTo>
                    <a:pt x="2248610" y="1668810"/>
                  </a:lnTo>
                  <a:lnTo>
                    <a:pt x="2247329" y="1668810"/>
                  </a:lnTo>
                  <a:lnTo>
                    <a:pt x="2246047" y="1668810"/>
                  </a:lnTo>
                  <a:lnTo>
                    <a:pt x="2244765" y="1668810"/>
                  </a:lnTo>
                  <a:lnTo>
                    <a:pt x="2243483" y="1668810"/>
                  </a:lnTo>
                  <a:lnTo>
                    <a:pt x="2242201" y="1668810"/>
                  </a:lnTo>
                  <a:lnTo>
                    <a:pt x="2240919" y="1668810"/>
                  </a:lnTo>
                  <a:lnTo>
                    <a:pt x="2239637" y="1668810"/>
                  </a:lnTo>
                  <a:lnTo>
                    <a:pt x="2238356" y="1668810"/>
                  </a:lnTo>
                  <a:lnTo>
                    <a:pt x="2237074" y="1668810"/>
                  </a:lnTo>
                  <a:lnTo>
                    <a:pt x="2235792" y="1668810"/>
                  </a:lnTo>
                  <a:lnTo>
                    <a:pt x="2234510" y="1668810"/>
                  </a:lnTo>
                  <a:lnTo>
                    <a:pt x="2233228" y="1668810"/>
                  </a:lnTo>
                  <a:lnTo>
                    <a:pt x="2231946" y="1668810"/>
                  </a:lnTo>
                  <a:lnTo>
                    <a:pt x="2230665" y="1668810"/>
                  </a:lnTo>
                  <a:lnTo>
                    <a:pt x="2229383" y="1668810"/>
                  </a:lnTo>
                  <a:lnTo>
                    <a:pt x="2228101" y="1668810"/>
                  </a:lnTo>
                  <a:lnTo>
                    <a:pt x="2226819" y="1668810"/>
                  </a:lnTo>
                  <a:lnTo>
                    <a:pt x="2225537" y="1668810"/>
                  </a:lnTo>
                  <a:lnTo>
                    <a:pt x="2224255" y="1668810"/>
                  </a:lnTo>
                  <a:lnTo>
                    <a:pt x="2222973" y="1668810"/>
                  </a:lnTo>
                  <a:lnTo>
                    <a:pt x="2221692" y="1668810"/>
                  </a:lnTo>
                  <a:lnTo>
                    <a:pt x="2220410" y="1668810"/>
                  </a:lnTo>
                  <a:lnTo>
                    <a:pt x="2219128" y="1668810"/>
                  </a:lnTo>
                  <a:lnTo>
                    <a:pt x="2217846" y="1668810"/>
                  </a:lnTo>
                  <a:lnTo>
                    <a:pt x="2216564" y="1668810"/>
                  </a:lnTo>
                  <a:lnTo>
                    <a:pt x="2215282" y="1668810"/>
                  </a:lnTo>
                  <a:lnTo>
                    <a:pt x="2214001" y="1668810"/>
                  </a:lnTo>
                  <a:lnTo>
                    <a:pt x="2212719" y="1668810"/>
                  </a:lnTo>
                  <a:lnTo>
                    <a:pt x="2211437" y="1668810"/>
                  </a:lnTo>
                  <a:lnTo>
                    <a:pt x="2210155" y="1668810"/>
                  </a:lnTo>
                  <a:lnTo>
                    <a:pt x="2208873" y="1668810"/>
                  </a:lnTo>
                  <a:lnTo>
                    <a:pt x="2207591" y="1668810"/>
                  </a:lnTo>
                  <a:lnTo>
                    <a:pt x="2206309" y="1668810"/>
                  </a:lnTo>
                  <a:lnTo>
                    <a:pt x="2205028" y="1668810"/>
                  </a:lnTo>
                  <a:lnTo>
                    <a:pt x="2203746" y="1668810"/>
                  </a:lnTo>
                  <a:lnTo>
                    <a:pt x="2202464" y="1668810"/>
                  </a:lnTo>
                  <a:lnTo>
                    <a:pt x="2201182" y="1668810"/>
                  </a:lnTo>
                  <a:lnTo>
                    <a:pt x="2199900" y="1668810"/>
                  </a:lnTo>
                  <a:lnTo>
                    <a:pt x="2198618" y="1668810"/>
                  </a:lnTo>
                  <a:lnTo>
                    <a:pt x="2197337" y="1668810"/>
                  </a:lnTo>
                  <a:lnTo>
                    <a:pt x="2196055" y="1668810"/>
                  </a:lnTo>
                  <a:lnTo>
                    <a:pt x="2194773" y="1668810"/>
                  </a:lnTo>
                  <a:lnTo>
                    <a:pt x="2193491" y="1668810"/>
                  </a:lnTo>
                  <a:lnTo>
                    <a:pt x="2192209" y="1668810"/>
                  </a:lnTo>
                  <a:lnTo>
                    <a:pt x="2190927" y="1668810"/>
                  </a:lnTo>
                  <a:lnTo>
                    <a:pt x="2189646" y="1668810"/>
                  </a:lnTo>
                  <a:lnTo>
                    <a:pt x="2188364" y="1668810"/>
                  </a:lnTo>
                  <a:lnTo>
                    <a:pt x="2187082" y="1668810"/>
                  </a:lnTo>
                  <a:lnTo>
                    <a:pt x="2185800" y="1668810"/>
                  </a:lnTo>
                  <a:lnTo>
                    <a:pt x="2184518" y="1668810"/>
                  </a:lnTo>
                  <a:lnTo>
                    <a:pt x="2183236" y="1668810"/>
                  </a:lnTo>
                  <a:lnTo>
                    <a:pt x="2181954" y="1668810"/>
                  </a:lnTo>
                  <a:lnTo>
                    <a:pt x="2180673" y="1668810"/>
                  </a:lnTo>
                  <a:lnTo>
                    <a:pt x="2179391" y="1668810"/>
                  </a:lnTo>
                  <a:lnTo>
                    <a:pt x="2178109" y="1668810"/>
                  </a:lnTo>
                  <a:lnTo>
                    <a:pt x="2176827" y="1668810"/>
                  </a:lnTo>
                  <a:lnTo>
                    <a:pt x="2175545" y="1668810"/>
                  </a:lnTo>
                  <a:lnTo>
                    <a:pt x="2174263" y="1668810"/>
                  </a:lnTo>
                  <a:lnTo>
                    <a:pt x="2172982" y="1668810"/>
                  </a:lnTo>
                  <a:lnTo>
                    <a:pt x="2171700" y="1668810"/>
                  </a:lnTo>
                  <a:lnTo>
                    <a:pt x="2170418" y="1668810"/>
                  </a:lnTo>
                  <a:lnTo>
                    <a:pt x="2169136" y="1668810"/>
                  </a:lnTo>
                  <a:lnTo>
                    <a:pt x="2167854" y="1668810"/>
                  </a:lnTo>
                  <a:lnTo>
                    <a:pt x="2166572" y="1668810"/>
                  </a:lnTo>
                  <a:lnTo>
                    <a:pt x="2165290" y="1668810"/>
                  </a:lnTo>
                  <a:lnTo>
                    <a:pt x="2164009" y="1668810"/>
                  </a:lnTo>
                  <a:lnTo>
                    <a:pt x="2162727" y="1668810"/>
                  </a:lnTo>
                  <a:lnTo>
                    <a:pt x="2161445" y="1668810"/>
                  </a:lnTo>
                  <a:lnTo>
                    <a:pt x="2160163" y="1668810"/>
                  </a:lnTo>
                  <a:lnTo>
                    <a:pt x="2158881" y="1668810"/>
                  </a:lnTo>
                  <a:lnTo>
                    <a:pt x="2157599" y="1668810"/>
                  </a:lnTo>
                  <a:lnTo>
                    <a:pt x="2156318" y="1668810"/>
                  </a:lnTo>
                  <a:lnTo>
                    <a:pt x="2155036" y="1668810"/>
                  </a:lnTo>
                  <a:lnTo>
                    <a:pt x="2153754" y="1668810"/>
                  </a:lnTo>
                  <a:lnTo>
                    <a:pt x="2152472" y="1668810"/>
                  </a:lnTo>
                  <a:lnTo>
                    <a:pt x="2151190" y="1668810"/>
                  </a:lnTo>
                  <a:lnTo>
                    <a:pt x="2149908" y="1668810"/>
                  </a:lnTo>
                  <a:lnTo>
                    <a:pt x="2148627" y="1668810"/>
                  </a:lnTo>
                  <a:lnTo>
                    <a:pt x="2147345" y="1668810"/>
                  </a:lnTo>
                  <a:lnTo>
                    <a:pt x="2146063" y="1668810"/>
                  </a:lnTo>
                  <a:lnTo>
                    <a:pt x="2144781" y="1668810"/>
                  </a:lnTo>
                  <a:lnTo>
                    <a:pt x="2143499" y="1668810"/>
                  </a:lnTo>
                  <a:lnTo>
                    <a:pt x="2142217" y="1668810"/>
                  </a:lnTo>
                  <a:lnTo>
                    <a:pt x="2140935" y="1668810"/>
                  </a:lnTo>
                  <a:lnTo>
                    <a:pt x="2139654" y="1668810"/>
                  </a:lnTo>
                  <a:lnTo>
                    <a:pt x="2138372" y="1668810"/>
                  </a:lnTo>
                  <a:lnTo>
                    <a:pt x="2137090" y="1668810"/>
                  </a:lnTo>
                  <a:lnTo>
                    <a:pt x="2135808" y="1668810"/>
                  </a:lnTo>
                  <a:lnTo>
                    <a:pt x="2134526" y="1668810"/>
                  </a:lnTo>
                  <a:lnTo>
                    <a:pt x="2133244" y="1668810"/>
                  </a:lnTo>
                  <a:lnTo>
                    <a:pt x="2131963" y="1668810"/>
                  </a:lnTo>
                  <a:lnTo>
                    <a:pt x="2130681" y="1668810"/>
                  </a:lnTo>
                  <a:lnTo>
                    <a:pt x="2129399" y="1668810"/>
                  </a:lnTo>
                  <a:lnTo>
                    <a:pt x="2128117" y="1668810"/>
                  </a:lnTo>
                  <a:lnTo>
                    <a:pt x="2126835" y="1668810"/>
                  </a:lnTo>
                  <a:lnTo>
                    <a:pt x="2125553" y="1668810"/>
                  </a:lnTo>
                  <a:lnTo>
                    <a:pt x="2124271" y="1668810"/>
                  </a:lnTo>
                  <a:lnTo>
                    <a:pt x="2122990" y="1668810"/>
                  </a:lnTo>
                  <a:lnTo>
                    <a:pt x="2121708" y="1668810"/>
                  </a:lnTo>
                  <a:lnTo>
                    <a:pt x="2120426" y="1668810"/>
                  </a:lnTo>
                  <a:lnTo>
                    <a:pt x="2119144" y="1668810"/>
                  </a:lnTo>
                  <a:lnTo>
                    <a:pt x="2117862" y="1668810"/>
                  </a:lnTo>
                  <a:lnTo>
                    <a:pt x="2116580" y="1668810"/>
                  </a:lnTo>
                  <a:lnTo>
                    <a:pt x="2115299" y="1668810"/>
                  </a:lnTo>
                  <a:lnTo>
                    <a:pt x="2114017" y="1668810"/>
                  </a:lnTo>
                  <a:lnTo>
                    <a:pt x="2112735" y="1668810"/>
                  </a:lnTo>
                  <a:lnTo>
                    <a:pt x="2111453" y="1668810"/>
                  </a:lnTo>
                  <a:lnTo>
                    <a:pt x="2110171" y="1668810"/>
                  </a:lnTo>
                  <a:lnTo>
                    <a:pt x="2108889" y="1668810"/>
                  </a:lnTo>
                  <a:lnTo>
                    <a:pt x="2107608" y="1668810"/>
                  </a:lnTo>
                  <a:lnTo>
                    <a:pt x="2106326" y="1668810"/>
                  </a:lnTo>
                  <a:lnTo>
                    <a:pt x="2105044" y="1668810"/>
                  </a:lnTo>
                  <a:lnTo>
                    <a:pt x="2103762" y="1668810"/>
                  </a:lnTo>
                  <a:lnTo>
                    <a:pt x="2102480" y="1668810"/>
                  </a:lnTo>
                  <a:lnTo>
                    <a:pt x="2101198" y="1668810"/>
                  </a:lnTo>
                  <a:lnTo>
                    <a:pt x="2099916" y="1668810"/>
                  </a:lnTo>
                  <a:lnTo>
                    <a:pt x="2098635" y="1668810"/>
                  </a:lnTo>
                  <a:lnTo>
                    <a:pt x="2097353" y="1668810"/>
                  </a:lnTo>
                  <a:lnTo>
                    <a:pt x="2096071" y="1668810"/>
                  </a:lnTo>
                  <a:lnTo>
                    <a:pt x="2094789" y="1668810"/>
                  </a:lnTo>
                  <a:lnTo>
                    <a:pt x="2093507" y="1668810"/>
                  </a:lnTo>
                  <a:lnTo>
                    <a:pt x="2092225" y="1668810"/>
                  </a:lnTo>
                  <a:lnTo>
                    <a:pt x="2090944" y="1668810"/>
                  </a:lnTo>
                  <a:lnTo>
                    <a:pt x="2089662" y="1668810"/>
                  </a:lnTo>
                  <a:lnTo>
                    <a:pt x="2088380" y="1668810"/>
                  </a:lnTo>
                  <a:lnTo>
                    <a:pt x="2087098" y="1668810"/>
                  </a:lnTo>
                  <a:lnTo>
                    <a:pt x="2085816" y="1668810"/>
                  </a:lnTo>
                  <a:lnTo>
                    <a:pt x="2084534" y="1668810"/>
                  </a:lnTo>
                  <a:lnTo>
                    <a:pt x="2083252" y="1668810"/>
                  </a:lnTo>
                  <a:lnTo>
                    <a:pt x="2081971" y="1668810"/>
                  </a:lnTo>
                  <a:lnTo>
                    <a:pt x="2080689" y="1668810"/>
                  </a:lnTo>
                  <a:lnTo>
                    <a:pt x="2079407" y="1668810"/>
                  </a:lnTo>
                  <a:lnTo>
                    <a:pt x="2078125" y="1668810"/>
                  </a:lnTo>
                  <a:lnTo>
                    <a:pt x="2076843" y="1668810"/>
                  </a:lnTo>
                  <a:lnTo>
                    <a:pt x="2075561" y="1668810"/>
                  </a:lnTo>
                  <a:lnTo>
                    <a:pt x="2074280" y="1668810"/>
                  </a:lnTo>
                  <a:lnTo>
                    <a:pt x="2072998" y="1668810"/>
                  </a:lnTo>
                  <a:lnTo>
                    <a:pt x="2071716" y="1668810"/>
                  </a:lnTo>
                  <a:lnTo>
                    <a:pt x="2070434" y="1668810"/>
                  </a:lnTo>
                  <a:lnTo>
                    <a:pt x="2069152" y="1668810"/>
                  </a:lnTo>
                  <a:lnTo>
                    <a:pt x="2067870" y="1668810"/>
                  </a:lnTo>
                  <a:lnTo>
                    <a:pt x="2066588" y="1668810"/>
                  </a:lnTo>
                  <a:lnTo>
                    <a:pt x="2065307" y="1668810"/>
                  </a:lnTo>
                  <a:lnTo>
                    <a:pt x="2064025" y="1668810"/>
                  </a:lnTo>
                  <a:lnTo>
                    <a:pt x="2062743" y="1668810"/>
                  </a:lnTo>
                  <a:lnTo>
                    <a:pt x="2061461" y="1668810"/>
                  </a:lnTo>
                  <a:lnTo>
                    <a:pt x="2060179" y="1668810"/>
                  </a:lnTo>
                  <a:lnTo>
                    <a:pt x="2058897" y="1668810"/>
                  </a:lnTo>
                  <a:lnTo>
                    <a:pt x="2057616" y="1668810"/>
                  </a:lnTo>
                  <a:lnTo>
                    <a:pt x="2056334" y="1668810"/>
                  </a:lnTo>
                  <a:lnTo>
                    <a:pt x="2055052" y="1668810"/>
                  </a:lnTo>
                  <a:lnTo>
                    <a:pt x="2053770" y="1668810"/>
                  </a:lnTo>
                  <a:lnTo>
                    <a:pt x="2052488" y="1668810"/>
                  </a:lnTo>
                  <a:lnTo>
                    <a:pt x="2051206" y="1668810"/>
                  </a:lnTo>
                  <a:lnTo>
                    <a:pt x="2049925" y="1668810"/>
                  </a:lnTo>
                  <a:lnTo>
                    <a:pt x="2048643" y="1668810"/>
                  </a:lnTo>
                  <a:lnTo>
                    <a:pt x="2047361" y="1668810"/>
                  </a:lnTo>
                  <a:lnTo>
                    <a:pt x="2046079" y="1668810"/>
                  </a:lnTo>
                  <a:lnTo>
                    <a:pt x="2044797" y="1668810"/>
                  </a:lnTo>
                  <a:lnTo>
                    <a:pt x="2043515" y="1668810"/>
                  </a:lnTo>
                  <a:lnTo>
                    <a:pt x="2042233" y="1668810"/>
                  </a:lnTo>
                  <a:lnTo>
                    <a:pt x="2040952" y="1668810"/>
                  </a:lnTo>
                  <a:lnTo>
                    <a:pt x="2039670" y="1668810"/>
                  </a:lnTo>
                  <a:lnTo>
                    <a:pt x="2038388" y="1668810"/>
                  </a:lnTo>
                  <a:lnTo>
                    <a:pt x="2037106" y="1668810"/>
                  </a:lnTo>
                  <a:lnTo>
                    <a:pt x="2035824" y="1668810"/>
                  </a:lnTo>
                  <a:lnTo>
                    <a:pt x="2034542" y="1668810"/>
                  </a:lnTo>
                  <a:lnTo>
                    <a:pt x="2033261" y="1668810"/>
                  </a:lnTo>
                  <a:lnTo>
                    <a:pt x="2031979" y="1668810"/>
                  </a:lnTo>
                  <a:lnTo>
                    <a:pt x="2030697" y="1668810"/>
                  </a:lnTo>
                  <a:lnTo>
                    <a:pt x="2029415" y="1668810"/>
                  </a:lnTo>
                  <a:lnTo>
                    <a:pt x="2028133" y="1668810"/>
                  </a:lnTo>
                  <a:lnTo>
                    <a:pt x="2026851" y="1668810"/>
                  </a:lnTo>
                  <a:lnTo>
                    <a:pt x="2025569" y="1668810"/>
                  </a:lnTo>
                  <a:lnTo>
                    <a:pt x="2024288" y="1668810"/>
                  </a:lnTo>
                  <a:lnTo>
                    <a:pt x="2023006" y="1668810"/>
                  </a:lnTo>
                  <a:lnTo>
                    <a:pt x="2021724" y="1668810"/>
                  </a:lnTo>
                  <a:lnTo>
                    <a:pt x="2020442" y="1668810"/>
                  </a:lnTo>
                  <a:lnTo>
                    <a:pt x="2019160" y="1668810"/>
                  </a:lnTo>
                  <a:lnTo>
                    <a:pt x="2017878" y="1668810"/>
                  </a:lnTo>
                  <a:lnTo>
                    <a:pt x="2016597" y="1668810"/>
                  </a:lnTo>
                  <a:lnTo>
                    <a:pt x="2015315" y="1668810"/>
                  </a:lnTo>
                  <a:lnTo>
                    <a:pt x="2014033" y="1668810"/>
                  </a:lnTo>
                  <a:lnTo>
                    <a:pt x="2012751" y="1668810"/>
                  </a:lnTo>
                  <a:lnTo>
                    <a:pt x="2011469" y="1668810"/>
                  </a:lnTo>
                  <a:lnTo>
                    <a:pt x="2010187" y="1668810"/>
                  </a:lnTo>
                  <a:lnTo>
                    <a:pt x="2008906" y="1668810"/>
                  </a:lnTo>
                  <a:lnTo>
                    <a:pt x="2007624" y="1668810"/>
                  </a:lnTo>
                  <a:lnTo>
                    <a:pt x="2006342" y="1668810"/>
                  </a:lnTo>
                  <a:lnTo>
                    <a:pt x="2005060" y="1668810"/>
                  </a:lnTo>
                  <a:lnTo>
                    <a:pt x="2003778" y="1668810"/>
                  </a:lnTo>
                  <a:lnTo>
                    <a:pt x="2002496" y="1668810"/>
                  </a:lnTo>
                  <a:lnTo>
                    <a:pt x="2001214" y="1668810"/>
                  </a:lnTo>
                  <a:lnTo>
                    <a:pt x="1999933" y="1668810"/>
                  </a:lnTo>
                  <a:lnTo>
                    <a:pt x="1998651" y="1668810"/>
                  </a:lnTo>
                  <a:lnTo>
                    <a:pt x="1997369" y="1668810"/>
                  </a:lnTo>
                  <a:lnTo>
                    <a:pt x="1996087" y="1668810"/>
                  </a:lnTo>
                  <a:lnTo>
                    <a:pt x="1994805" y="1668810"/>
                  </a:lnTo>
                  <a:lnTo>
                    <a:pt x="1993523" y="1668810"/>
                  </a:lnTo>
                  <a:lnTo>
                    <a:pt x="1992242" y="1668810"/>
                  </a:lnTo>
                  <a:lnTo>
                    <a:pt x="1990960" y="1668810"/>
                  </a:lnTo>
                  <a:lnTo>
                    <a:pt x="1989678" y="1668810"/>
                  </a:lnTo>
                  <a:lnTo>
                    <a:pt x="1988396" y="1668810"/>
                  </a:lnTo>
                  <a:lnTo>
                    <a:pt x="1987114" y="1668810"/>
                  </a:lnTo>
                  <a:lnTo>
                    <a:pt x="1985832" y="1668810"/>
                  </a:lnTo>
                  <a:lnTo>
                    <a:pt x="1984550" y="1668810"/>
                  </a:lnTo>
                  <a:lnTo>
                    <a:pt x="1983269" y="1668810"/>
                  </a:lnTo>
                  <a:lnTo>
                    <a:pt x="1981987" y="1668810"/>
                  </a:lnTo>
                  <a:lnTo>
                    <a:pt x="1980705" y="1668810"/>
                  </a:lnTo>
                  <a:lnTo>
                    <a:pt x="1979423" y="1668810"/>
                  </a:lnTo>
                  <a:lnTo>
                    <a:pt x="1978141" y="1668810"/>
                  </a:lnTo>
                  <a:lnTo>
                    <a:pt x="1976859" y="1668810"/>
                  </a:lnTo>
                  <a:lnTo>
                    <a:pt x="1975578" y="1668810"/>
                  </a:lnTo>
                  <a:lnTo>
                    <a:pt x="1974296" y="1668810"/>
                  </a:lnTo>
                  <a:lnTo>
                    <a:pt x="1973014" y="1668810"/>
                  </a:lnTo>
                  <a:lnTo>
                    <a:pt x="1971732" y="1668810"/>
                  </a:lnTo>
                  <a:lnTo>
                    <a:pt x="1970450" y="1668810"/>
                  </a:lnTo>
                  <a:lnTo>
                    <a:pt x="1969168" y="1668810"/>
                  </a:lnTo>
                  <a:lnTo>
                    <a:pt x="1967887" y="1668810"/>
                  </a:lnTo>
                  <a:lnTo>
                    <a:pt x="1966605" y="1668810"/>
                  </a:lnTo>
                  <a:lnTo>
                    <a:pt x="1965323" y="1668810"/>
                  </a:lnTo>
                  <a:lnTo>
                    <a:pt x="1964041" y="1668810"/>
                  </a:lnTo>
                  <a:lnTo>
                    <a:pt x="1962759" y="1668810"/>
                  </a:lnTo>
                  <a:lnTo>
                    <a:pt x="1961477" y="1668810"/>
                  </a:lnTo>
                  <a:lnTo>
                    <a:pt x="1960195" y="1668810"/>
                  </a:lnTo>
                  <a:lnTo>
                    <a:pt x="1958914" y="1668810"/>
                  </a:lnTo>
                  <a:lnTo>
                    <a:pt x="1957632" y="1668810"/>
                  </a:lnTo>
                  <a:lnTo>
                    <a:pt x="1956350" y="1668810"/>
                  </a:lnTo>
                  <a:lnTo>
                    <a:pt x="1955068" y="1668810"/>
                  </a:lnTo>
                  <a:lnTo>
                    <a:pt x="1953786" y="1668810"/>
                  </a:lnTo>
                  <a:lnTo>
                    <a:pt x="1952504" y="1668810"/>
                  </a:lnTo>
                  <a:lnTo>
                    <a:pt x="1951223" y="1668810"/>
                  </a:lnTo>
                  <a:lnTo>
                    <a:pt x="1949941" y="1668810"/>
                  </a:lnTo>
                  <a:lnTo>
                    <a:pt x="1948659" y="1668810"/>
                  </a:lnTo>
                  <a:lnTo>
                    <a:pt x="1947377" y="1668810"/>
                  </a:lnTo>
                  <a:lnTo>
                    <a:pt x="1946095" y="1668810"/>
                  </a:lnTo>
                  <a:lnTo>
                    <a:pt x="1944813" y="1668810"/>
                  </a:lnTo>
                  <a:lnTo>
                    <a:pt x="1943531" y="1668810"/>
                  </a:lnTo>
                  <a:lnTo>
                    <a:pt x="1942250" y="1668810"/>
                  </a:lnTo>
                  <a:lnTo>
                    <a:pt x="1940968" y="1668810"/>
                  </a:lnTo>
                  <a:lnTo>
                    <a:pt x="1939686" y="1668810"/>
                  </a:lnTo>
                  <a:lnTo>
                    <a:pt x="1938404" y="1668810"/>
                  </a:lnTo>
                  <a:lnTo>
                    <a:pt x="1937122" y="1668810"/>
                  </a:lnTo>
                  <a:lnTo>
                    <a:pt x="1935840" y="1668810"/>
                  </a:lnTo>
                  <a:lnTo>
                    <a:pt x="1934559" y="1668810"/>
                  </a:lnTo>
                  <a:lnTo>
                    <a:pt x="1933277" y="1668810"/>
                  </a:lnTo>
                  <a:lnTo>
                    <a:pt x="1931995" y="1668810"/>
                  </a:lnTo>
                  <a:lnTo>
                    <a:pt x="1930713" y="1668810"/>
                  </a:lnTo>
                  <a:lnTo>
                    <a:pt x="1929431" y="1668810"/>
                  </a:lnTo>
                  <a:lnTo>
                    <a:pt x="1928149" y="1668810"/>
                  </a:lnTo>
                  <a:lnTo>
                    <a:pt x="1926867" y="1668810"/>
                  </a:lnTo>
                  <a:lnTo>
                    <a:pt x="1925586" y="1668810"/>
                  </a:lnTo>
                  <a:lnTo>
                    <a:pt x="1924304" y="1668810"/>
                  </a:lnTo>
                  <a:lnTo>
                    <a:pt x="1923022" y="1668810"/>
                  </a:lnTo>
                  <a:lnTo>
                    <a:pt x="1921740" y="1668810"/>
                  </a:lnTo>
                  <a:lnTo>
                    <a:pt x="1920458" y="1668810"/>
                  </a:lnTo>
                  <a:lnTo>
                    <a:pt x="1919176" y="1668810"/>
                  </a:lnTo>
                  <a:lnTo>
                    <a:pt x="1917895" y="1668810"/>
                  </a:lnTo>
                  <a:lnTo>
                    <a:pt x="1916613" y="1668810"/>
                  </a:lnTo>
                  <a:lnTo>
                    <a:pt x="1915331" y="1668810"/>
                  </a:lnTo>
                  <a:lnTo>
                    <a:pt x="1914049" y="1668810"/>
                  </a:lnTo>
                  <a:lnTo>
                    <a:pt x="1912767" y="1668810"/>
                  </a:lnTo>
                  <a:lnTo>
                    <a:pt x="1911485" y="1668810"/>
                  </a:lnTo>
                  <a:lnTo>
                    <a:pt x="1910204" y="1668810"/>
                  </a:lnTo>
                  <a:lnTo>
                    <a:pt x="1908922" y="1668810"/>
                  </a:lnTo>
                  <a:lnTo>
                    <a:pt x="1907640" y="1668810"/>
                  </a:lnTo>
                  <a:lnTo>
                    <a:pt x="1906358" y="1668810"/>
                  </a:lnTo>
                  <a:lnTo>
                    <a:pt x="1905076" y="1668810"/>
                  </a:lnTo>
                  <a:lnTo>
                    <a:pt x="1903794" y="1668810"/>
                  </a:lnTo>
                  <a:lnTo>
                    <a:pt x="1902512" y="1668810"/>
                  </a:lnTo>
                  <a:lnTo>
                    <a:pt x="1901231" y="1668810"/>
                  </a:lnTo>
                  <a:lnTo>
                    <a:pt x="1899949" y="1668810"/>
                  </a:lnTo>
                  <a:lnTo>
                    <a:pt x="1898667" y="1668810"/>
                  </a:lnTo>
                  <a:lnTo>
                    <a:pt x="1897385" y="1668810"/>
                  </a:lnTo>
                  <a:lnTo>
                    <a:pt x="1896103" y="1668810"/>
                  </a:lnTo>
                  <a:lnTo>
                    <a:pt x="1894821" y="1668810"/>
                  </a:lnTo>
                  <a:lnTo>
                    <a:pt x="1893540" y="1668810"/>
                  </a:lnTo>
                  <a:lnTo>
                    <a:pt x="1892258" y="1668810"/>
                  </a:lnTo>
                  <a:lnTo>
                    <a:pt x="1890976" y="1668810"/>
                  </a:lnTo>
                  <a:lnTo>
                    <a:pt x="1889694" y="1668810"/>
                  </a:lnTo>
                  <a:lnTo>
                    <a:pt x="1888412" y="1668810"/>
                  </a:lnTo>
                  <a:lnTo>
                    <a:pt x="1887130" y="1668810"/>
                  </a:lnTo>
                  <a:lnTo>
                    <a:pt x="1885848" y="1668810"/>
                  </a:lnTo>
                  <a:lnTo>
                    <a:pt x="1884567" y="1668810"/>
                  </a:lnTo>
                  <a:lnTo>
                    <a:pt x="1883285" y="1668810"/>
                  </a:lnTo>
                  <a:lnTo>
                    <a:pt x="1882003" y="1668810"/>
                  </a:lnTo>
                  <a:lnTo>
                    <a:pt x="1880721" y="1668810"/>
                  </a:lnTo>
                  <a:lnTo>
                    <a:pt x="1879439" y="1668810"/>
                  </a:lnTo>
                  <a:lnTo>
                    <a:pt x="1878157" y="1668810"/>
                  </a:lnTo>
                  <a:lnTo>
                    <a:pt x="1876876" y="1668810"/>
                  </a:lnTo>
                  <a:lnTo>
                    <a:pt x="1875594" y="1668810"/>
                  </a:lnTo>
                  <a:lnTo>
                    <a:pt x="1874312" y="1668810"/>
                  </a:lnTo>
                  <a:lnTo>
                    <a:pt x="1873030" y="1668810"/>
                  </a:lnTo>
                  <a:lnTo>
                    <a:pt x="1871748" y="1668810"/>
                  </a:lnTo>
                  <a:lnTo>
                    <a:pt x="1870466" y="1668810"/>
                  </a:lnTo>
                  <a:lnTo>
                    <a:pt x="1869185" y="1668810"/>
                  </a:lnTo>
                  <a:lnTo>
                    <a:pt x="1867903" y="1668810"/>
                  </a:lnTo>
                  <a:lnTo>
                    <a:pt x="1866621" y="1668810"/>
                  </a:lnTo>
                  <a:lnTo>
                    <a:pt x="1865339" y="1668810"/>
                  </a:lnTo>
                  <a:lnTo>
                    <a:pt x="1864057" y="1668810"/>
                  </a:lnTo>
                  <a:lnTo>
                    <a:pt x="1862775" y="1668810"/>
                  </a:lnTo>
                  <a:lnTo>
                    <a:pt x="1861493" y="1668810"/>
                  </a:lnTo>
                  <a:lnTo>
                    <a:pt x="1860212" y="1668810"/>
                  </a:lnTo>
                  <a:lnTo>
                    <a:pt x="1858930" y="1668810"/>
                  </a:lnTo>
                  <a:lnTo>
                    <a:pt x="1857648" y="1668810"/>
                  </a:lnTo>
                  <a:lnTo>
                    <a:pt x="1856366" y="1668810"/>
                  </a:lnTo>
                  <a:lnTo>
                    <a:pt x="1855084" y="1668810"/>
                  </a:lnTo>
                  <a:lnTo>
                    <a:pt x="1853802" y="1668810"/>
                  </a:lnTo>
                  <a:lnTo>
                    <a:pt x="1852521" y="1668810"/>
                  </a:lnTo>
                  <a:lnTo>
                    <a:pt x="1851239" y="1668810"/>
                  </a:lnTo>
                  <a:lnTo>
                    <a:pt x="1849957" y="1668810"/>
                  </a:lnTo>
                  <a:lnTo>
                    <a:pt x="1848675" y="1668810"/>
                  </a:lnTo>
                  <a:lnTo>
                    <a:pt x="1847393" y="1668810"/>
                  </a:lnTo>
                  <a:lnTo>
                    <a:pt x="1846111" y="1668810"/>
                  </a:lnTo>
                  <a:lnTo>
                    <a:pt x="1844829" y="1668810"/>
                  </a:lnTo>
                  <a:lnTo>
                    <a:pt x="1843548" y="1668810"/>
                  </a:lnTo>
                  <a:lnTo>
                    <a:pt x="1842266" y="1668810"/>
                  </a:lnTo>
                  <a:lnTo>
                    <a:pt x="1840984" y="1668810"/>
                  </a:lnTo>
                  <a:lnTo>
                    <a:pt x="1839702" y="1668810"/>
                  </a:lnTo>
                  <a:lnTo>
                    <a:pt x="1838420" y="1668810"/>
                  </a:lnTo>
                  <a:lnTo>
                    <a:pt x="1837138" y="1668810"/>
                  </a:lnTo>
                  <a:lnTo>
                    <a:pt x="1835857" y="1668810"/>
                  </a:lnTo>
                  <a:lnTo>
                    <a:pt x="1834575" y="1668810"/>
                  </a:lnTo>
                  <a:lnTo>
                    <a:pt x="1833293" y="1668810"/>
                  </a:lnTo>
                  <a:lnTo>
                    <a:pt x="1832011" y="1668810"/>
                  </a:lnTo>
                  <a:lnTo>
                    <a:pt x="1830729" y="1668810"/>
                  </a:lnTo>
                  <a:lnTo>
                    <a:pt x="1829447" y="1668810"/>
                  </a:lnTo>
                  <a:lnTo>
                    <a:pt x="1828165" y="1668810"/>
                  </a:lnTo>
                  <a:lnTo>
                    <a:pt x="1826884" y="1668810"/>
                  </a:lnTo>
                  <a:lnTo>
                    <a:pt x="1825602" y="1668810"/>
                  </a:lnTo>
                  <a:lnTo>
                    <a:pt x="1824320" y="1668810"/>
                  </a:lnTo>
                  <a:lnTo>
                    <a:pt x="1823038" y="1668810"/>
                  </a:lnTo>
                  <a:lnTo>
                    <a:pt x="1821756" y="1668810"/>
                  </a:lnTo>
                  <a:lnTo>
                    <a:pt x="1820474" y="1668810"/>
                  </a:lnTo>
                  <a:lnTo>
                    <a:pt x="1819193" y="1668810"/>
                  </a:lnTo>
                  <a:lnTo>
                    <a:pt x="1817911" y="1668810"/>
                  </a:lnTo>
                  <a:lnTo>
                    <a:pt x="1816629" y="1668810"/>
                  </a:lnTo>
                  <a:lnTo>
                    <a:pt x="1815347" y="1668810"/>
                  </a:lnTo>
                  <a:lnTo>
                    <a:pt x="1814065" y="1668810"/>
                  </a:lnTo>
                  <a:lnTo>
                    <a:pt x="1812783" y="1668810"/>
                  </a:lnTo>
                  <a:lnTo>
                    <a:pt x="1811502" y="1668810"/>
                  </a:lnTo>
                  <a:lnTo>
                    <a:pt x="1810220" y="1668810"/>
                  </a:lnTo>
                  <a:lnTo>
                    <a:pt x="1808938" y="1668810"/>
                  </a:lnTo>
                  <a:lnTo>
                    <a:pt x="1807656" y="1668810"/>
                  </a:lnTo>
                  <a:lnTo>
                    <a:pt x="1806374" y="1668810"/>
                  </a:lnTo>
                  <a:lnTo>
                    <a:pt x="1805092" y="1668810"/>
                  </a:lnTo>
                  <a:lnTo>
                    <a:pt x="1803810" y="1668810"/>
                  </a:lnTo>
                  <a:lnTo>
                    <a:pt x="1802529" y="1668810"/>
                  </a:lnTo>
                  <a:lnTo>
                    <a:pt x="1801247" y="1668810"/>
                  </a:lnTo>
                  <a:lnTo>
                    <a:pt x="1799965" y="1668810"/>
                  </a:lnTo>
                  <a:lnTo>
                    <a:pt x="1798683" y="1668810"/>
                  </a:lnTo>
                  <a:lnTo>
                    <a:pt x="1797401" y="1668810"/>
                  </a:lnTo>
                  <a:lnTo>
                    <a:pt x="1796119" y="1668810"/>
                  </a:lnTo>
                  <a:lnTo>
                    <a:pt x="1794838" y="1668810"/>
                  </a:lnTo>
                  <a:lnTo>
                    <a:pt x="1793556" y="1668810"/>
                  </a:lnTo>
                  <a:lnTo>
                    <a:pt x="1792274" y="1668810"/>
                  </a:lnTo>
                  <a:lnTo>
                    <a:pt x="1790992" y="1668810"/>
                  </a:lnTo>
                  <a:lnTo>
                    <a:pt x="1789710" y="1668810"/>
                  </a:lnTo>
                  <a:lnTo>
                    <a:pt x="1788428" y="1668810"/>
                  </a:lnTo>
                  <a:lnTo>
                    <a:pt x="1787146" y="1668810"/>
                  </a:lnTo>
                  <a:lnTo>
                    <a:pt x="1785865" y="1668810"/>
                  </a:lnTo>
                  <a:lnTo>
                    <a:pt x="1784583" y="1668810"/>
                  </a:lnTo>
                  <a:lnTo>
                    <a:pt x="1783301" y="1668810"/>
                  </a:lnTo>
                  <a:lnTo>
                    <a:pt x="1782019" y="1668810"/>
                  </a:lnTo>
                  <a:lnTo>
                    <a:pt x="1780737" y="1668810"/>
                  </a:lnTo>
                  <a:lnTo>
                    <a:pt x="1779455" y="1668810"/>
                  </a:lnTo>
                  <a:lnTo>
                    <a:pt x="1778174" y="1668810"/>
                  </a:lnTo>
                  <a:lnTo>
                    <a:pt x="1776892" y="1668810"/>
                  </a:lnTo>
                  <a:lnTo>
                    <a:pt x="1775610" y="1668810"/>
                  </a:lnTo>
                  <a:lnTo>
                    <a:pt x="1774328" y="1668810"/>
                  </a:lnTo>
                  <a:lnTo>
                    <a:pt x="1773046" y="1668810"/>
                  </a:lnTo>
                  <a:lnTo>
                    <a:pt x="1771764" y="1668810"/>
                  </a:lnTo>
                  <a:lnTo>
                    <a:pt x="1770483" y="1668810"/>
                  </a:lnTo>
                  <a:lnTo>
                    <a:pt x="1769201" y="1668810"/>
                  </a:lnTo>
                  <a:lnTo>
                    <a:pt x="1767919" y="1668810"/>
                  </a:lnTo>
                  <a:lnTo>
                    <a:pt x="1766637" y="1668810"/>
                  </a:lnTo>
                  <a:lnTo>
                    <a:pt x="1765355" y="1668810"/>
                  </a:lnTo>
                  <a:lnTo>
                    <a:pt x="1764073" y="1668810"/>
                  </a:lnTo>
                  <a:lnTo>
                    <a:pt x="1762791" y="1668810"/>
                  </a:lnTo>
                  <a:lnTo>
                    <a:pt x="1761510" y="1668810"/>
                  </a:lnTo>
                  <a:lnTo>
                    <a:pt x="1760228" y="1668810"/>
                  </a:lnTo>
                  <a:lnTo>
                    <a:pt x="1758946" y="1668810"/>
                  </a:lnTo>
                  <a:lnTo>
                    <a:pt x="1757664" y="1668810"/>
                  </a:lnTo>
                  <a:lnTo>
                    <a:pt x="1756382" y="1668810"/>
                  </a:lnTo>
                  <a:lnTo>
                    <a:pt x="1755100" y="1668810"/>
                  </a:lnTo>
                  <a:lnTo>
                    <a:pt x="1753819" y="1668810"/>
                  </a:lnTo>
                  <a:lnTo>
                    <a:pt x="1752537" y="1668810"/>
                  </a:lnTo>
                  <a:lnTo>
                    <a:pt x="1751255" y="1668810"/>
                  </a:lnTo>
                  <a:lnTo>
                    <a:pt x="1749973" y="1668810"/>
                  </a:lnTo>
                  <a:lnTo>
                    <a:pt x="1748691" y="1668810"/>
                  </a:lnTo>
                  <a:lnTo>
                    <a:pt x="1747409" y="1668810"/>
                  </a:lnTo>
                  <a:lnTo>
                    <a:pt x="1746127" y="1668810"/>
                  </a:lnTo>
                  <a:lnTo>
                    <a:pt x="1744846" y="1668810"/>
                  </a:lnTo>
                  <a:lnTo>
                    <a:pt x="1743564" y="1668810"/>
                  </a:lnTo>
                  <a:lnTo>
                    <a:pt x="1742282" y="1668810"/>
                  </a:lnTo>
                  <a:lnTo>
                    <a:pt x="1741000" y="1668810"/>
                  </a:lnTo>
                  <a:lnTo>
                    <a:pt x="1739718" y="1668810"/>
                  </a:lnTo>
                  <a:lnTo>
                    <a:pt x="1738436" y="1668810"/>
                  </a:lnTo>
                  <a:lnTo>
                    <a:pt x="1737155" y="1668810"/>
                  </a:lnTo>
                  <a:lnTo>
                    <a:pt x="1735873" y="1668810"/>
                  </a:lnTo>
                  <a:lnTo>
                    <a:pt x="1734591" y="1668810"/>
                  </a:lnTo>
                  <a:lnTo>
                    <a:pt x="1733309" y="1668810"/>
                  </a:lnTo>
                  <a:lnTo>
                    <a:pt x="1732027" y="1668810"/>
                  </a:lnTo>
                  <a:lnTo>
                    <a:pt x="1730745" y="1668810"/>
                  </a:lnTo>
                  <a:lnTo>
                    <a:pt x="1729464" y="1668810"/>
                  </a:lnTo>
                  <a:lnTo>
                    <a:pt x="1728182" y="1668810"/>
                  </a:lnTo>
                  <a:lnTo>
                    <a:pt x="1726900" y="1668810"/>
                  </a:lnTo>
                  <a:lnTo>
                    <a:pt x="1725618" y="1668810"/>
                  </a:lnTo>
                  <a:lnTo>
                    <a:pt x="1724336" y="1668810"/>
                  </a:lnTo>
                  <a:lnTo>
                    <a:pt x="1723054" y="1668810"/>
                  </a:lnTo>
                  <a:lnTo>
                    <a:pt x="1721772" y="1668810"/>
                  </a:lnTo>
                  <a:lnTo>
                    <a:pt x="1720491" y="1668810"/>
                  </a:lnTo>
                  <a:lnTo>
                    <a:pt x="1719209" y="1668810"/>
                  </a:lnTo>
                  <a:lnTo>
                    <a:pt x="1717927" y="1668810"/>
                  </a:lnTo>
                  <a:lnTo>
                    <a:pt x="1716645" y="1668810"/>
                  </a:lnTo>
                  <a:lnTo>
                    <a:pt x="1715363" y="1668810"/>
                  </a:lnTo>
                  <a:lnTo>
                    <a:pt x="1714081" y="1668810"/>
                  </a:lnTo>
                  <a:lnTo>
                    <a:pt x="1712800" y="1668810"/>
                  </a:lnTo>
                  <a:lnTo>
                    <a:pt x="1711518" y="1668810"/>
                  </a:lnTo>
                  <a:lnTo>
                    <a:pt x="1710236" y="1668810"/>
                  </a:lnTo>
                  <a:lnTo>
                    <a:pt x="1708954" y="1668810"/>
                  </a:lnTo>
                  <a:lnTo>
                    <a:pt x="1707672" y="1668810"/>
                  </a:lnTo>
                  <a:lnTo>
                    <a:pt x="1706390" y="1668810"/>
                  </a:lnTo>
                  <a:lnTo>
                    <a:pt x="1705108" y="1668810"/>
                  </a:lnTo>
                  <a:lnTo>
                    <a:pt x="1703827" y="1668810"/>
                  </a:lnTo>
                  <a:lnTo>
                    <a:pt x="1702545" y="1668810"/>
                  </a:lnTo>
                  <a:lnTo>
                    <a:pt x="1701263" y="1668810"/>
                  </a:lnTo>
                  <a:lnTo>
                    <a:pt x="1699981" y="1668810"/>
                  </a:lnTo>
                  <a:lnTo>
                    <a:pt x="1698699" y="1668810"/>
                  </a:lnTo>
                  <a:lnTo>
                    <a:pt x="1697417" y="1668810"/>
                  </a:lnTo>
                  <a:lnTo>
                    <a:pt x="1696136" y="1668810"/>
                  </a:lnTo>
                  <a:lnTo>
                    <a:pt x="1694854" y="1668810"/>
                  </a:lnTo>
                  <a:lnTo>
                    <a:pt x="1693572" y="1668810"/>
                  </a:lnTo>
                  <a:lnTo>
                    <a:pt x="1692290" y="1668810"/>
                  </a:lnTo>
                  <a:lnTo>
                    <a:pt x="1691008" y="1668810"/>
                  </a:lnTo>
                  <a:lnTo>
                    <a:pt x="1689726" y="1668810"/>
                  </a:lnTo>
                  <a:lnTo>
                    <a:pt x="1688444" y="1668810"/>
                  </a:lnTo>
                  <a:lnTo>
                    <a:pt x="1687163" y="1668810"/>
                  </a:lnTo>
                  <a:lnTo>
                    <a:pt x="1685881" y="1668810"/>
                  </a:lnTo>
                  <a:lnTo>
                    <a:pt x="1684599" y="1668810"/>
                  </a:lnTo>
                  <a:lnTo>
                    <a:pt x="1683317" y="1668810"/>
                  </a:lnTo>
                  <a:lnTo>
                    <a:pt x="1682035" y="1668810"/>
                  </a:lnTo>
                  <a:lnTo>
                    <a:pt x="1680753" y="1668810"/>
                  </a:lnTo>
                  <a:lnTo>
                    <a:pt x="1679472" y="1668810"/>
                  </a:lnTo>
                  <a:lnTo>
                    <a:pt x="1678190" y="1668810"/>
                  </a:lnTo>
                  <a:lnTo>
                    <a:pt x="1676908" y="1668810"/>
                  </a:lnTo>
                  <a:lnTo>
                    <a:pt x="1675626" y="1668810"/>
                  </a:lnTo>
                  <a:lnTo>
                    <a:pt x="1674344" y="1668810"/>
                  </a:lnTo>
                  <a:lnTo>
                    <a:pt x="1673062" y="1668810"/>
                  </a:lnTo>
                  <a:lnTo>
                    <a:pt x="1671781" y="1668810"/>
                  </a:lnTo>
                  <a:lnTo>
                    <a:pt x="1670499" y="1668810"/>
                  </a:lnTo>
                  <a:lnTo>
                    <a:pt x="1669217" y="1668810"/>
                  </a:lnTo>
                  <a:lnTo>
                    <a:pt x="1667935" y="1668810"/>
                  </a:lnTo>
                  <a:lnTo>
                    <a:pt x="1666653" y="1668810"/>
                  </a:lnTo>
                  <a:lnTo>
                    <a:pt x="1665371" y="1668810"/>
                  </a:lnTo>
                  <a:lnTo>
                    <a:pt x="1664089" y="1668810"/>
                  </a:lnTo>
                  <a:lnTo>
                    <a:pt x="1662808" y="1668810"/>
                  </a:lnTo>
                  <a:lnTo>
                    <a:pt x="1661526" y="1668810"/>
                  </a:lnTo>
                  <a:lnTo>
                    <a:pt x="1660244" y="1668810"/>
                  </a:lnTo>
                  <a:lnTo>
                    <a:pt x="1658962" y="1668810"/>
                  </a:lnTo>
                  <a:lnTo>
                    <a:pt x="1657680" y="1668810"/>
                  </a:lnTo>
                  <a:lnTo>
                    <a:pt x="1656398" y="1668810"/>
                  </a:lnTo>
                  <a:lnTo>
                    <a:pt x="1655117" y="1668810"/>
                  </a:lnTo>
                  <a:lnTo>
                    <a:pt x="1653835" y="1668810"/>
                  </a:lnTo>
                  <a:lnTo>
                    <a:pt x="1652553" y="1668810"/>
                  </a:lnTo>
                  <a:lnTo>
                    <a:pt x="1651271" y="1668810"/>
                  </a:lnTo>
                  <a:lnTo>
                    <a:pt x="1649989" y="1668810"/>
                  </a:lnTo>
                  <a:lnTo>
                    <a:pt x="1648707" y="1668810"/>
                  </a:lnTo>
                  <a:lnTo>
                    <a:pt x="1647425" y="1668810"/>
                  </a:lnTo>
                  <a:lnTo>
                    <a:pt x="1646144" y="1668810"/>
                  </a:lnTo>
                  <a:lnTo>
                    <a:pt x="1644862" y="1668810"/>
                  </a:lnTo>
                  <a:lnTo>
                    <a:pt x="1643580" y="1668810"/>
                  </a:lnTo>
                  <a:lnTo>
                    <a:pt x="1642298" y="1668810"/>
                  </a:lnTo>
                  <a:lnTo>
                    <a:pt x="1641016" y="1668810"/>
                  </a:lnTo>
                  <a:lnTo>
                    <a:pt x="1639734" y="1668810"/>
                  </a:lnTo>
                  <a:lnTo>
                    <a:pt x="1638453" y="1668810"/>
                  </a:lnTo>
                  <a:lnTo>
                    <a:pt x="1637171" y="1668810"/>
                  </a:lnTo>
                  <a:lnTo>
                    <a:pt x="1635889" y="1668810"/>
                  </a:lnTo>
                  <a:lnTo>
                    <a:pt x="1634607" y="1668810"/>
                  </a:lnTo>
                  <a:lnTo>
                    <a:pt x="1633325" y="1668810"/>
                  </a:lnTo>
                  <a:lnTo>
                    <a:pt x="1632043" y="1668810"/>
                  </a:lnTo>
                  <a:lnTo>
                    <a:pt x="1630762" y="1668810"/>
                  </a:lnTo>
                  <a:lnTo>
                    <a:pt x="1629480" y="1668810"/>
                  </a:lnTo>
                  <a:lnTo>
                    <a:pt x="1628198" y="1668810"/>
                  </a:lnTo>
                  <a:lnTo>
                    <a:pt x="1626916" y="1668810"/>
                  </a:lnTo>
                  <a:lnTo>
                    <a:pt x="1625634" y="1668810"/>
                  </a:lnTo>
                  <a:lnTo>
                    <a:pt x="1624352" y="1668810"/>
                  </a:lnTo>
                  <a:lnTo>
                    <a:pt x="1623070" y="1668810"/>
                  </a:lnTo>
                  <a:lnTo>
                    <a:pt x="1621789" y="1668810"/>
                  </a:lnTo>
                  <a:lnTo>
                    <a:pt x="1620507" y="1668810"/>
                  </a:lnTo>
                  <a:lnTo>
                    <a:pt x="1619225" y="1668810"/>
                  </a:lnTo>
                  <a:lnTo>
                    <a:pt x="1617943" y="1668810"/>
                  </a:lnTo>
                  <a:lnTo>
                    <a:pt x="1616661" y="1668810"/>
                  </a:lnTo>
                  <a:lnTo>
                    <a:pt x="1615379" y="1668810"/>
                  </a:lnTo>
                  <a:lnTo>
                    <a:pt x="1614098" y="1668810"/>
                  </a:lnTo>
                  <a:lnTo>
                    <a:pt x="1612816" y="1668810"/>
                  </a:lnTo>
                  <a:lnTo>
                    <a:pt x="1611534" y="1668810"/>
                  </a:lnTo>
                  <a:lnTo>
                    <a:pt x="1610252" y="1668810"/>
                  </a:lnTo>
                  <a:lnTo>
                    <a:pt x="1608970" y="1668810"/>
                  </a:lnTo>
                  <a:lnTo>
                    <a:pt x="1607688" y="1668810"/>
                  </a:lnTo>
                  <a:lnTo>
                    <a:pt x="1606406" y="1668810"/>
                  </a:lnTo>
                  <a:lnTo>
                    <a:pt x="1605125" y="1668810"/>
                  </a:lnTo>
                  <a:lnTo>
                    <a:pt x="1603843" y="1668810"/>
                  </a:lnTo>
                  <a:lnTo>
                    <a:pt x="1602561" y="1668810"/>
                  </a:lnTo>
                  <a:lnTo>
                    <a:pt x="1601279" y="1668810"/>
                  </a:lnTo>
                  <a:lnTo>
                    <a:pt x="1599997" y="1668810"/>
                  </a:lnTo>
                  <a:lnTo>
                    <a:pt x="1598715" y="1668810"/>
                  </a:lnTo>
                  <a:lnTo>
                    <a:pt x="1597434" y="1668810"/>
                  </a:lnTo>
                  <a:lnTo>
                    <a:pt x="1596152" y="1668810"/>
                  </a:lnTo>
                  <a:lnTo>
                    <a:pt x="1594870" y="1668810"/>
                  </a:lnTo>
                  <a:lnTo>
                    <a:pt x="1593588" y="1668810"/>
                  </a:lnTo>
                  <a:lnTo>
                    <a:pt x="1592306" y="1668810"/>
                  </a:lnTo>
                  <a:lnTo>
                    <a:pt x="1591024" y="1668810"/>
                  </a:lnTo>
                  <a:lnTo>
                    <a:pt x="1589743" y="1668810"/>
                  </a:lnTo>
                  <a:lnTo>
                    <a:pt x="1588461" y="1668810"/>
                  </a:lnTo>
                  <a:lnTo>
                    <a:pt x="1587179" y="1668810"/>
                  </a:lnTo>
                  <a:lnTo>
                    <a:pt x="1585897" y="1668810"/>
                  </a:lnTo>
                  <a:lnTo>
                    <a:pt x="1584615" y="1668810"/>
                  </a:lnTo>
                  <a:lnTo>
                    <a:pt x="1583333" y="1668810"/>
                  </a:lnTo>
                  <a:lnTo>
                    <a:pt x="1582051" y="1668810"/>
                  </a:lnTo>
                  <a:lnTo>
                    <a:pt x="1580770" y="1668810"/>
                  </a:lnTo>
                  <a:lnTo>
                    <a:pt x="1579488" y="1668810"/>
                  </a:lnTo>
                  <a:lnTo>
                    <a:pt x="1578206" y="1668810"/>
                  </a:lnTo>
                  <a:lnTo>
                    <a:pt x="1576924" y="1668810"/>
                  </a:lnTo>
                  <a:lnTo>
                    <a:pt x="1575642" y="1668810"/>
                  </a:lnTo>
                  <a:lnTo>
                    <a:pt x="1574360" y="1668810"/>
                  </a:lnTo>
                  <a:lnTo>
                    <a:pt x="1573079" y="1668810"/>
                  </a:lnTo>
                  <a:lnTo>
                    <a:pt x="1571797" y="1668810"/>
                  </a:lnTo>
                  <a:lnTo>
                    <a:pt x="1570515" y="1668810"/>
                  </a:lnTo>
                  <a:lnTo>
                    <a:pt x="1569233" y="1668810"/>
                  </a:lnTo>
                  <a:lnTo>
                    <a:pt x="1567951" y="1668810"/>
                  </a:lnTo>
                  <a:lnTo>
                    <a:pt x="1566669" y="1668810"/>
                  </a:lnTo>
                  <a:lnTo>
                    <a:pt x="1565387" y="1668810"/>
                  </a:lnTo>
                  <a:lnTo>
                    <a:pt x="1564106" y="1668810"/>
                  </a:lnTo>
                  <a:lnTo>
                    <a:pt x="1562824" y="1668810"/>
                  </a:lnTo>
                  <a:lnTo>
                    <a:pt x="1561542" y="1668810"/>
                  </a:lnTo>
                  <a:lnTo>
                    <a:pt x="1560260" y="1668810"/>
                  </a:lnTo>
                  <a:lnTo>
                    <a:pt x="1558978" y="1668810"/>
                  </a:lnTo>
                  <a:lnTo>
                    <a:pt x="1557696" y="1668810"/>
                  </a:lnTo>
                  <a:lnTo>
                    <a:pt x="1556415" y="1668810"/>
                  </a:lnTo>
                  <a:lnTo>
                    <a:pt x="1555133" y="1668810"/>
                  </a:lnTo>
                  <a:lnTo>
                    <a:pt x="1553851" y="1668810"/>
                  </a:lnTo>
                  <a:lnTo>
                    <a:pt x="1552569" y="1668810"/>
                  </a:lnTo>
                  <a:lnTo>
                    <a:pt x="1551287" y="1668810"/>
                  </a:lnTo>
                  <a:lnTo>
                    <a:pt x="1550005" y="1668810"/>
                  </a:lnTo>
                  <a:lnTo>
                    <a:pt x="1548723" y="1668810"/>
                  </a:lnTo>
                  <a:lnTo>
                    <a:pt x="1547442" y="1668810"/>
                  </a:lnTo>
                  <a:lnTo>
                    <a:pt x="1546160" y="1668810"/>
                  </a:lnTo>
                  <a:lnTo>
                    <a:pt x="1544878" y="1668810"/>
                  </a:lnTo>
                  <a:lnTo>
                    <a:pt x="1543596" y="1668810"/>
                  </a:lnTo>
                  <a:lnTo>
                    <a:pt x="1542314" y="1668810"/>
                  </a:lnTo>
                  <a:lnTo>
                    <a:pt x="1541032" y="1668810"/>
                  </a:lnTo>
                  <a:lnTo>
                    <a:pt x="1539751" y="1668810"/>
                  </a:lnTo>
                  <a:lnTo>
                    <a:pt x="1538469" y="1668810"/>
                  </a:lnTo>
                  <a:lnTo>
                    <a:pt x="1537187" y="1668810"/>
                  </a:lnTo>
                  <a:lnTo>
                    <a:pt x="1535905" y="1668810"/>
                  </a:lnTo>
                  <a:lnTo>
                    <a:pt x="1534623" y="1668810"/>
                  </a:lnTo>
                  <a:lnTo>
                    <a:pt x="1533341" y="1668810"/>
                  </a:lnTo>
                  <a:lnTo>
                    <a:pt x="1532060" y="1668810"/>
                  </a:lnTo>
                  <a:lnTo>
                    <a:pt x="1530778" y="1668810"/>
                  </a:lnTo>
                  <a:lnTo>
                    <a:pt x="1529496" y="1668810"/>
                  </a:lnTo>
                  <a:lnTo>
                    <a:pt x="1528214" y="1668810"/>
                  </a:lnTo>
                  <a:lnTo>
                    <a:pt x="1526932" y="1668810"/>
                  </a:lnTo>
                  <a:lnTo>
                    <a:pt x="1525650" y="1668810"/>
                  </a:lnTo>
                  <a:lnTo>
                    <a:pt x="1524368" y="1668810"/>
                  </a:lnTo>
                  <a:lnTo>
                    <a:pt x="1523087" y="1668810"/>
                  </a:lnTo>
                  <a:lnTo>
                    <a:pt x="1521805" y="1668810"/>
                  </a:lnTo>
                  <a:lnTo>
                    <a:pt x="1520523" y="1668810"/>
                  </a:lnTo>
                  <a:lnTo>
                    <a:pt x="1519241" y="1668810"/>
                  </a:lnTo>
                  <a:lnTo>
                    <a:pt x="1517959" y="1668810"/>
                  </a:lnTo>
                  <a:lnTo>
                    <a:pt x="1516677" y="1668810"/>
                  </a:lnTo>
                  <a:lnTo>
                    <a:pt x="1515396" y="1668810"/>
                  </a:lnTo>
                  <a:lnTo>
                    <a:pt x="1514114" y="1668810"/>
                  </a:lnTo>
                  <a:lnTo>
                    <a:pt x="1512832" y="1668810"/>
                  </a:lnTo>
                  <a:lnTo>
                    <a:pt x="1511550" y="1668810"/>
                  </a:lnTo>
                  <a:lnTo>
                    <a:pt x="1510268" y="1668810"/>
                  </a:lnTo>
                  <a:lnTo>
                    <a:pt x="1508986" y="1668810"/>
                  </a:lnTo>
                  <a:lnTo>
                    <a:pt x="1507704" y="1668810"/>
                  </a:lnTo>
                  <a:lnTo>
                    <a:pt x="1506423" y="1668810"/>
                  </a:lnTo>
                  <a:lnTo>
                    <a:pt x="1505141" y="1668810"/>
                  </a:lnTo>
                  <a:lnTo>
                    <a:pt x="1503859" y="1668810"/>
                  </a:lnTo>
                  <a:lnTo>
                    <a:pt x="1502577" y="1668810"/>
                  </a:lnTo>
                  <a:lnTo>
                    <a:pt x="1501295" y="1668810"/>
                  </a:lnTo>
                  <a:lnTo>
                    <a:pt x="1500013" y="1668810"/>
                  </a:lnTo>
                  <a:lnTo>
                    <a:pt x="1498732" y="1668810"/>
                  </a:lnTo>
                  <a:lnTo>
                    <a:pt x="1497450" y="1668810"/>
                  </a:lnTo>
                  <a:lnTo>
                    <a:pt x="1496168" y="1668810"/>
                  </a:lnTo>
                  <a:lnTo>
                    <a:pt x="1494886" y="1668810"/>
                  </a:lnTo>
                  <a:lnTo>
                    <a:pt x="1493604" y="1668810"/>
                  </a:lnTo>
                  <a:lnTo>
                    <a:pt x="1492322" y="1668810"/>
                  </a:lnTo>
                  <a:lnTo>
                    <a:pt x="1491041" y="1668810"/>
                  </a:lnTo>
                  <a:lnTo>
                    <a:pt x="1489759" y="1668810"/>
                  </a:lnTo>
                  <a:lnTo>
                    <a:pt x="1488477" y="1668810"/>
                  </a:lnTo>
                  <a:lnTo>
                    <a:pt x="1487195" y="1668810"/>
                  </a:lnTo>
                  <a:lnTo>
                    <a:pt x="1485913" y="1668810"/>
                  </a:lnTo>
                  <a:lnTo>
                    <a:pt x="1484631" y="1668810"/>
                  </a:lnTo>
                  <a:lnTo>
                    <a:pt x="1483349" y="1668810"/>
                  </a:lnTo>
                  <a:lnTo>
                    <a:pt x="1482068" y="1668810"/>
                  </a:lnTo>
                  <a:lnTo>
                    <a:pt x="1480786" y="1668810"/>
                  </a:lnTo>
                  <a:lnTo>
                    <a:pt x="1479504" y="1668810"/>
                  </a:lnTo>
                  <a:lnTo>
                    <a:pt x="1478222" y="1668810"/>
                  </a:lnTo>
                  <a:lnTo>
                    <a:pt x="1476940" y="1668810"/>
                  </a:lnTo>
                  <a:lnTo>
                    <a:pt x="1475658" y="1668810"/>
                  </a:lnTo>
                  <a:lnTo>
                    <a:pt x="1474377" y="1668810"/>
                  </a:lnTo>
                  <a:lnTo>
                    <a:pt x="1473095" y="1668810"/>
                  </a:lnTo>
                  <a:lnTo>
                    <a:pt x="1471813" y="1668810"/>
                  </a:lnTo>
                  <a:lnTo>
                    <a:pt x="1470531" y="1668810"/>
                  </a:lnTo>
                  <a:lnTo>
                    <a:pt x="1469249" y="1668810"/>
                  </a:lnTo>
                  <a:lnTo>
                    <a:pt x="1467967" y="1668810"/>
                  </a:lnTo>
                  <a:lnTo>
                    <a:pt x="1466685" y="1668810"/>
                  </a:lnTo>
                  <a:lnTo>
                    <a:pt x="1465404" y="1668810"/>
                  </a:lnTo>
                  <a:lnTo>
                    <a:pt x="1464122" y="1668810"/>
                  </a:lnTo>
                  <a:lnTo>
                    <a:pt x="1462840" y="1668810"/>
                  </a:lnTo>
                  <a:lnTo>
                    <a:pt x="1461558" y="1668810"/>
                  </a:lnTo>
                  <a:lnTo>
                    <a:pt x="1460276" y="1668810"/>
                  </a:lnTo>
                  <a:lnTo>
                    <a:pt x="1458994" y="1668810"/>
                  </a:lnTo>
                  <a:lnTo>
                    <a:pt x="1457713" y="1668810"/>
                  </a:lnTo>
                  <a:lnTo>
                    <a:pt x="1456431" y="1668810"/>
                  </a:lnTo>
                  <a:lnTo>
                    <a:pt x="1455149" y="1668810"/>
                  </a:lnTo>
                  <a:lnTo>
                    <a:pt x="1453867" y="1668810"/>
                  </a:lnTo>
                  <a:lnTo>
                    <a:pt x="1452585" y="1668810"/>
                  </a:lnTo>
                  <a:lnTo>
                    <a:pt x="1451303" y="1668810"/>
                  </a:lnTo>
                  <a:lnTo>
                    <a:pt x="1450022" y="1668810"/>
                  </a:lnTo>
                  <a:lnTo>
                    <a:pt x="1448740" y="1668810"/>
                  </a:lnTo>
                  <a:lnTo>
                    <a:pt x="1447458" y="1668810"/>
                  </a:lnTo>
                  <a:lnTo>
                    <a:pt x="1446176" y="1668810"/>
                  </a:lnTo>
                  <a:lnTo>
                    <a:pt x="1444894" y="1668810"/>
                  </a:lnTo>
                  <a:lnTo>
                    <a:pt x="1443612" y="1668810"/>
                  </a:lnTo>
                  <a:lnTo>
                    <a:pt x="1442330" y="1668810"/>
                  </a:lnTo>
                  <a:lnTo>
                    <a:pt x="1441049" y="1668810"/>
                  </a:lnTo>
                  <a:lnTo>
                    <a:pt x="1439767" y="1668810"/>
                  </a:lnTo>
                  <a:lnTo>
                    <a:pt x="1438485" y="1668810"/>
                  </a:lnTo>
                  <a:lnTo>
                    <a:pt x="1437203" y="1668810"/>
                  </a:lnTo>
                  <a:lnTo>
                    <a:pt x="1435921" y="1668810"/>
                  </a:lnTo>
                  <a:lnTo>
                    <a:pt x="1434639" y="1668810"/>
                  </a:lnTo>
                  <a:lnTo>
                    <a:pt x="1433358" y="1668810"/>
                  </a:lnTo>
                  <a:lnTo>
                    <a:pt x="1432076" y="1668810"/>
                  </a:lnTo>
                  <a:lnTo>
                    <a:pt x="1430794" y="1668810"/>
                  </a:lnTo>
                  <a:lnTo>
                    <a:pt x="1429512" y="1668810"/>
                  </a:lnTo>
                  <a:lnTo>
                    <a:pt x="1428230" y="1668810"/>
                  </a:lnTo>
                  <a:lnTo>
                    <a:pt x="1426948" y="1668810"/>
                  </a:lnTo>
                  <a:lnTo>
                    <a:pt x="1425666" y="1668810"/>
                  </a:lnTo>
                  <a:lnTo>
                    <a:pt x="1424385" y="1668810"/>
                  </a:lnTo>
                  <a:lnTo>
                    <a:pt x="1423103" y="1668810"/>
                  </a:lnTo>
                  <a:lnTo>
                    <a:pt x="1421821" y="1668810"/>
                  </a:lnTo>
                  <a:lnTo>
                    <a:pt x="1420539" y="1668810"/>
                  </a:lnTo>
                  <a:lnTo>
                    <a:pt x="1419257" y="1668810"/>
                  </a:lnTo>
                  <a:lnTo>
                    <a:pt x="1417975" y="1668810"/>
                  </a:lnTo>
                  <a:lnTo>
                    <a:pt x="1416694" y="1668810"/>
                  </a:lnTo>
                  <a:lnTo>
                    <a:pt x="1415412" y="1668810"/>
                  </a:lnTo>
                  <a:lnTo>
                    <a:pt x="1414130" y="1668810"/>
                  </a:lnTo>
                  <a:lnTo>
                    <a:pt x="1412848" y="1668810"/>
                  </a:lnTo>
                  <a:lnTo>
                    <a:pt x="1411566" y="1668810"/>
                  </a:lnTo>
                  <a:lnTo>
                    <a:pt x="1410284" y="1668810"/>
                  </a:lnTo>
                  <a:lnTo>
                    <a:pt x="1409002" y="1668810"/>
                  </a:lnTo>
                  <a:lnTo>
                    <a:pt x="1407721" y="1668810"/>
                  </a:lnTo>
                  <a:lnTo>
                    <a:pt x="1406439" y="1668810"/>
                  </a:lnTo>
                  <a:lnTo>
                    <a:pt x="1405157" y="1668810"/>
                  </a:lnTo>
                  <a:lnTo>
                    <a:pt x="1403875" y="1668810"/>
                  </a:lnTo>
                  <a:lnTo>
                    <a:pt x="1402593" y="1668810"/>
                  </a:lnTo>
                  <a:lnTo>
                    <a:pt x="1401311" y="1668810"/>
                  </a:lnTo>
                  <a:lnTo>
                    <a:pt x="1400030" y="1668810"/>
                  </a:lnTo>
                  <a:lnTo>
                    <a:pt x="1398748" y="1668810"/>
                  </a:lnTo>
                  <a:lnTo>
                    <a:pt x="1397466" y="1668810"/>
                  </a:lnTo>
                  <a:lnTo>
                    <a:pt x="1396184" y="1668810"/>
                  </a:lnTo>
                  <a:lnTo>
                    <a:pt x="1394902" y="1668810"/>
                  </a:lnTo>
                  <a:lnTo>
                    <a:pt x="1393620" y="1668810"/>
                  </a:lnTo>
                  <a:lnTo>
                    <a:pt x="1392339" y="1668810"/>
                  </a:lnTo>
                  <a:lnTo>
                    <a:pt x="1391057" y="1668810"/>
                  </a:lnTo>
                  <a:lnTo>
                    <a:pt x="1389775" y="1668810"/>
                  </a:lnTo>
                  <a:lnTo>
                    <a:pt x="1388493" y="1668810"/>
                  </a:lnTo>
                  <a:lnTo>
                    <a:pt x="1387211" y="1668810"/>
                  </a:lnTo>
                  <a:lnTo>
                    <a:pt x="1385929" y="1668810"/>
                  </a:lnTo>
                  <a:lnTo>
                    <a:pt x="1384647" y="1668810"/>
                  </a:lnTo>
                  <a:lnTo>
                    <a:pt x="1383366" y="1668810"/>
                  </a:lnTo>
                  <a:lnTo>
                    <a:pt x="1382084" y="1668810"/>
                  </a:lnTo>
                  <a:lnTo>
                    <a:pt x="1380802" y="1668810"/>
                  </a:lnTo>
                  <a:lnTo>
                    <a:pt x="1379520" y="1668810"/>
                  </a:lnTo>
                  <a:lnTo>
                    <a:pt x="1378238" y="1668810"/>
                  </a:lnTo>
                  <a:lnTo>
                    <a:pt x="1376956" y="1668810"/>
                  </a:lnTo>
                  <a:lnTo>
                    <a:pt x="1375675" y="1668810"/>
                  </a:lnTo>
                  <a:lnTo>
                    <a:pt x="1374393" y="1668810"/>
                  </a:lnTo>
                  <a:lnTo>
                    <a:pt x="1373111" y="1668810"/>
                  </a:lnTo>
                  <a:lnTo>
                    <a:pt x="1371829" y="1668810"/>
                  </a:lnTo>
                  <a:lnTo>
                    <a:pt x="1370547" y="1668810"/>
                  </a:lnTo>
                  <a:lnTo>
                    <a:pt x="1369265" y="1668810"/>
                  </a:lnTo>
                  <a:lnTo>
                    <a:pt x="1367983" y="1668810"/>
                  </a:lnTo>
                  <a:lnTo>
                    <a:pt x="1366702" y="1668810"/>
                  </a:lnTo>
                  <a:lnTo>
                    <a:pt x="1365420" y="1668810"/>
                  </a:lnTo>
                  <a:lnTo>
                    <a:pt x="1364138" y="1668810"/>
                  </a:lnTo>
                  <a:lnTo>
                    <a:pt x="1362856" y="1668810"/>
                  </a:lnTo>
                  <a:lnTo>
                    <a:pt x="1361574" y="1668810"/>
                  </a:lnTo>
                  <a:lnTo>
                    <a:pt x="1360292" y="1668810"/>
                  </a:lnTo>
                  <a:lnTo>
                    <a:pt x="1359011" y="1668810"/>
                  </a:lnTo>
                  <a:lnTo>
                    <a:pt x="1357729" y="1668810"/>
                  </a:lnTo>
                  <a:lnTo>
                    <a:pt x="1356447" y="1668810"/>
                  </a:lnTo>
                  <a:lnTo>
                    <a:pt x="1355165" y="1668810"/>
                  </a:lnTo>
                  <a:lnTo>
                    <a:pt x="1353883" y="1668810"/>
                  </a:lnTo>
                  <a:lnTo>
                    <a:pt x="1352601" y="1668810"/>
                  </a:lnTo>
                  <a:lnTo>
                    <a:pt x="1351320" y="1668810"/>
                  </a:lnTo>
                  <a:lnTo>
                    <a:pt x="1350038" y="1668810"/>
                  </a:lnTo>
                  <a:lnTo>
                    <a:pt x="1348756" y="1668810"/>
                  </a:lnTo>
                  <a:lnTo>
                    <a:pt x="1347474" y="1668810"/>
                  </a:lnTo>
                  <a:lnTo>
                    <a:pt x="1346192" y="1668810"/>
                  </a:lnTo>
                  <a:lnTo>
                    <a:pt x="1344910" y="1668810"/>
                  </a:lnTo>
                  <a:lnTo>
                    <a:pt x="1343628" y="1668810"/>
                  </a:lnTo>
                  <a:lnTo>
                    <a:pt x="1342347" y="1668810"/>
                  </a:lnTo>
                  <a:lnTo>
                    <a:pt x="1341065" y="1668810"/>
                  </a:lnTo>
                  <a:lnTo>
                    <a:pt x="1339783" y="1668810"/>
                  </a:lnTo>
                  <a:lnTo>
                    <a:pt x="1338501" y="1668810"/>
                  </a:lnTo>
                  <a:lnTo>
                    <a:pt x="1337219" y="1668810"/>
                  </a:lnTo>
                  <a:lnTo>
                    <a:pt x="1335937" y="1668810"/>
                  </a:lnTo>
                  <a:lnTo>
                    <a:pt x="1334656" y="1668810"/>
                  </a:lnTo>
                  <a:lnTo>
                    <a:pt x="1333374" y="1668810"/>
                  </a:lnTo>
                  <a:lnTo>
                    <a:pt x="1332092" y="1668810"/>
                  </a:lnTo>
                  <a:lnTo>
                    <a:pt x="1330810" y="1668810"/>
                  </a:lnTo>
                  <a:lnTo>
                    <a:pt x="1329528" y="1668810"/>
                  </a:lnTo>
                  <a:lnTo>
                    <a:pt x="1328246" y="1668810"/>
                  </a:lnTo>
                  <a:lnTo>
                    <a:pt x="1326964" y="1668810"/>
                  </a:lnTo>
                  <a:lnTo>
                    <a:pt x="1325683" y="1668810"/>
                  </a:lnTo>
                  <a:lnTo>
                    <a:pt x="1324401" y="1668810"/>
                  </a:lnTo>
                  <a:lnTo>
                    <a:pt x="1323119" y="1668810"/>
                  </a:lnTo>
                  <a:lnTo>
                    <a:pt x="1321837" y="1668810"/>
                  </a:lnTo>
                  <a:lnTo>
                    <a:pt x="1320555" y="1668810"/>
                  </a:lnTo>
                  <a:lnTo>
                    <a:pt x="1319273" y="1668810"/>
                  </a:lnTo>
                  <a:lnTo>
                    <a:pt x="1317992" y="1668810"/>
                  </a:lnTo>
                  <a:lnTo>
                    <a:pt x="1316710" y="1668810"/>
                  </a:lnTo>
                  <a:lnTo>
                    <a:pt x="1315428" y="1668810"/>
                  </a:lnTo>
                  <a:lnTo>
                    <a:pt x="1314146" y="1668810"/>
                  </a:lnTo>
                  <a:lnTo>
                    <a:pt x="1312864" y="1668810"/>
                  </a:lnTo>
                  <a:lnTo>
                    <a:pt x="1311582" y="1668810"/>
                  </a:lnTo>
                  <a:lnTo>
                    <a:pt x="1310300" y="1668810"/>
                  </a:lnTo>
                  <a:lnTo>
                    <a:pt x="1309019" y="1668810"/>
                  </a:lnTo>
                  <a:lnTo>
                    <a:pt x="1307737" y="1668810"/>
                  </a:lnTo>
                  <a:lnTo>
                    <a:pt x="1306455" y="1668810"/>
                  </a:lnTo>
                  <a:lnTo>
                    <a:pt x="1305173" y="1668810"/>
                  </a:lnTo>
                  <a:lnTo>
                    <a:pt x="1303891" y="1668810"/>
                  </a:lnTo>
                  <a:lnTo>
                    <a:pt x="1302609" y="1668810"/>
                  </a:lnTo>
                  <a:lnTo>
                    <a:pt x="1301328" y="1668810"/>
                  </a:lnTo>
                  <a:lnTo>
                    <a:pt x="1300046" y="1668810"/>
                  </a:lnTo>
                  <a:lnTo>
                    <a:pt x="1298764" y="1668810"/>
                  </a:lnTo>
                  <a:lnTo>
                    <a:pt x="1297482" y="1668810"/>
                  </a:lnTo>
                  <a:lnTo>
                    <a:pt x="1296200" y="1668810"/>
                  </a:lnTo>
                  <a:lnTo>
                    <a:pt x="1294918" y="1668810"/>
                  </a:lnTo>
                  <a:lnTo>
                    <a:pt x="1293637" y="1668810"/>
                  </a:lnTo>
                  <a:lnTo>
                    <a:pt x="1292355" y="1668810"/>
                  </a:lnTo>
                  <a:lnTo>
                    <a:pt x="1291073" y="1668810"/>
                  </a:lnTo>
                  <a:lnTo>
                    <a:pt x="1289791" y="1668810"/>
                  </a:lnTo>
                  <a:lnTo>
                    <a:pt x="1288509" y="1668810"/>
                  </a:lnTo>
                  <a:lnTo>
                    <a:pt x="1287227" y="1668810"/>
                  </a:lnTo>
                  <a:lnTo>
                    <a:pt x="1285945" y="1668810"/>
                  </a:lnTo>
                  <a:lnTo>
                    <a:pt x="1284664" y="1668810"/>
                  </a:lnTo>
                  <a:lnTo>
                    <a:pt x="1283382" y="1668810"/>
                  </a:lnTo>
                  <a:lnTo>
                    <a:pt x="1282100" y="1668810"/>
                  </a:lnTo>
                  <a:lnTo>
                    <a:pt x="1280818" y="1668810"/>
                  </a:lnTo>
                  <a:lnTo>
                    <a:pt x="1279536" y="1668810"/>
                  </a:lnTo>
                  <a:lnTo>
                    <a:pt x="1278254" y="1668810"/>
                  </a:lnTo>
                  <a:lnTo>
                    <a:pt x="1276973" y="1668810"/>
                  </a:lnTo>
                  <a:lnTo>
                    <a:pt x="1275691" y="1668810"/>
                  </a:lnTo>
                  <a:lnTo>
                    <a:pt x="1274409" y="1668810"/>
                  </a:lnTo>
                  <a:lnTo>
                    <a:pt x="1273127" y="1668810"/>
                  </a:lnTo>
                  <a:lnTo>
                    <a:pt x="1271845" y="1668810"/>
                  </a:lnTo>
                  <a:lnTo>
                    <a:pt x="1270563" y="1668810"/>
                  </a:lnTo>
                  <a:lnTo>
                    <a:pt x="1269281" y="1668810"/>
                  </a:lnTo>
                  <a:lnTo>
                    <a:pt x="1268000" y="1668810"/>
                  </a:lnTo>
                  <a:lnTo>
                    <a:pt x="1266718" y="1668810"/>
                  </a:lnTo>
                  <a:lnTo>
                    <a:pt x="1265436" y="1668810"/>
                  </a:lnTo>
                  <a:lnTo>
                    <a:pt x="1264154" y="1668810"/>
                  </a:lnTo>
                  <a:lnTo>
                    <a:pt x="1262872" y="1668810"/>
                  </a:lnTo>
                  <a:lnTo>
                    <a:pt x="1261590" y="1668810"/>
                  </a:lnTo>
                  <a:lnTo>
                    <a:pt x="1260309" y="1668810"/>
                  </a:lnTo>
                  <a:lnTo>
                    <a:pt x="1259027" y="1668810"/>
                  </a:lnTo>
                  <a:lnTo>
                    <a:pt x="1257745" y="1668810"/>
                  </a:lnTo>
                  <a:lnTo>
                    <a:pt x="1256463" y="1668810"/>
                  </a:lnTo>
                  <a:lnTo>
                    <a:pt x="1255181" y="1668810"/>
                  </a:lnTo>
                  <a:lnTo>
                    <a:pt x="1253899" y="1668810"/>
                  </a:lnTo>
                  <a:lnTo>
                    <a:pt x="1252618" y="1668810"/>
                  </a:lnTo>
                  <a:lnTo>
                    <a:pt x="1251336" y="1668810"/>
                  </a:lnTo>
                  <a:lnTo>
                    <a:pt x="1250054" y="1668810"/>
                  </a:lnTo>
                  <a:lnTo>
                    <a:pt x="1248772" y="1668810"/>
                  </a:lnTo>
                  <a:lnTo>
                    <a:pt x="1247490" y="1668810"/>
                  </a:lnTo>
                  <a:lnTo>
                    <a:pt x="1246208" y="1668810"/>
                  </a:lnTo>
                  <a:lnTo>
                    <a:pt x="1244926" y="1668810"/>
                  </a:lnTo>
                  <a:lnTo>
                    <a:pt x="1243645" y="1668810"/>
                  </a:lnTo>
                  <a:lnTo>
                    <a:pt x="1242363" y="1668810"/>
                  </a:lnTo>
                  <a:lnTo>
                    <a:pt x="1241081" y="1668810"/>
                  </a:lnTo>
                  <a:lnTo>
                    <a:pt x="1239799" y="1668810"/>
                  </a:lnTo>
                  <a:lnTo>
                    <a:pt x="1238517" y="1668810"/>
                  </a:lnTo>
                  <a:lnTo>
                    <a:pt x="1237235" y="1668810"/>
                  </a:lnTo>
                  <a:lnTo>
                    <a:pt x="1235954" y="1668810"/>
                  </a:lnTo>
                  <a:lnTo>
                    <a:pt x="1234672" y="1668810"/>
                  </a:lnTo>
                  <a:lnTo>
                    <a:pt x="1233390" y="1668810"/>
                  </a:lnTo>
                  <a:lnTo>
                    <a:pt x="1232108" y="1668810"/>
                  </a:lnTo>
                  <a:lnTo>
                    <a:pt x="1230826" y="1668810"/>
                  </a:lnTo>
                  <a:lnTo>
                    <a:pt x="1229544" y="1668810"/>
                  </a:lnTo>
                  <a:lnTo>
                    <a:pt x="1228262" y="1668810"/>
                  </a:lnTo>
                  <a:lnTo>
                    <a:pt x="1226981" y="1668810"/>
                  </a:lnTo>
                  <a:lnTo>
                    <a:pt x="1225699" y="1668810"/>
                  </a:lnTo>
                  <a:lnTo>
                    <a:pt x="1224417" y="1668810"/>
                  </a:lnTo>
                  <a:lnTo>
                    <a:pt x="1223135" y="1668810"/>
                  </a:lnTo>
                  <a:lnTo>
                    <a:pt x="1221853" y="1668810"/>
                  </a:lnTo>
                  <a:lnTo>
                    <a:pt x="1220571" y="1668810"/>
                  </a:lnTo>
                  <a:lnTo>
                    <a:pt x="1219290" y="1668810"/>
                  </a:lnTo>
                  <a:lnTo>
                    <a:pt x="1218008" y="1668810"/>
                  </a:lnTo>
                  <a:lnTo>
                    <a:pt x="1216726" y="1668810"/>
                  </a:lnTo>
                  <a:lnTo>
                    <a:pt x="1215444" y="1668810"/>
                  </a:lnTo>
                  <a:lnTo>
                    <a:pt x="1214162" y="1668810"/>
                  </a:lnTo>
                  <a:lnTo>
                    <a:pt x="1212880" y="1668810"/>
                  </a:lnTo>
                  <a:lnTo>
                    <a:pt x="1211599" y="1668810"/>
                  </a:lnTo>
                  <a:lnTo>
                    <a:pt x="1210317" y="1668810"/>
                  </a:lnTo>
                  <a:lnTo>
                    <a:pt x="1209035" y="1668810"/>
                  </a:lnTo>
                  <a:lnTo>
                    <a:pt x="1207753" y="1668810"/>
                  </a:lnTo>
                  <a:lnTo>
                    <a:pt x="1206471" y="1668810"/>
                  </a:lnTo>
                  <a:lnTo>
                    <a:pt x="1205189" y="1668810"/>
                  </a:lnTo>
                  <a:lnTo>
                    <a:pt x="1203907" y="1668810"/>
                  </a:lnTo>
                  <a:lnTo>
                    <a:pt x="1202626" y="1668810"/>
                  </a:lnTo>
                  <a:lnTo>
                    <a:pt x="1201344" y="1668810"/>
                  </a:lnTo>
                  <a:lnTo>
                    <a:pt x="1200062" y="1668810"/>
                  </a:lnTo>
                  <a:lnTo>
                    <a:pt x="1198780" y="1668810"/>
                  </a:lnTo>
                  <a:lnTo>
                    <a:pt x="1197498" y="1668810"/>
                  </a:lnTo>
                  <a:lnTo>
                    <a:pt x="1196216" y="1668810"/>
                  </a:lnTo>
                  <a:lnTo>
                    <a:pt x="1194935" y="1668810"/>
                  </a:lnTo>
                  <a:lnTo>
                    <a:pt x="1193653" y="1668810"/>
                  </a:lnTo>
                  <a:lnTo>
                    <a:pt x="1192371" y="1668810"/>
                  </a:lnTo>
                  <a:lnTo>
                    <a:pt x="1191089" y="1668810"/>
                  </a:lnTo>
                  <a:lnTo>
                    <a:pt x="1189807" y="1668810"/>
                  </a:lnTo>
                  <a:lnTo>
                    <a:pt x="1188525" y="1668810"/>
                  </a:lnTo>
                  <a:lnTo>
                    <a:pt x="1187243" y="1668810"/>
                  </a:lnTo>
                  <a:lnTo>
                    <a:pt x="1185962" y="1668810"/>
                  </a:lnTo>
                  <a:lnTo>
                    <a:pt x="1184680" y="1668810"/>
                  </a:lnTo>
                  <a:lnTo>
                    <a:pt x="1183398" y="1668810"/>
                  </a:lnTo>
                  <a:lnTo>
                    <a:pt x="1182116" y="1668810"/>
                  </a:lnTo>
                  <a:lnTo>
                    <a:pt x="1180834" y="1668810"/>
                  </a:lnTo>
                  <a:lnTo>
                    <a:pt x="1179552" y="1668810"/>
                  </a:lnTo>
                  <a:lnTo>
                    <a:pt x="1178271" y="1668810"/>
                  </a:lnTo>
                  <a:lnTo>
                    <a:pt x="1176989" y="1668810"/>
                  </a:lnTo>
                  <a:lnTo>
                    <a:pt x="1175707" y="1668810"/>
                  </a:lnTo>
                  <a:lnTo>
                    <a:pt x="1174425" y="1668810"/>
                  </a:lnTo>
                  <a:lnTo>
                    <a:pt x="1173143" y="1668810"/>
                  </a:lnTo>
                  <a:lnTo>
                    <a:pt x="1171861" y="1668810"/>
                  </a:lnTo>
                  <a:lnTo>
                    <a:pt x="1170579" y="1668810"/>
                  </a:lnTo>
                  <a:lnTo>
                    <a:pt x="1169298" y="1668810"/>
                  </a:lnTo>
                  <a:lnTo>
                    <a:pt x="1168016" y="1668810"/>
                  </a:lnTo>
                  <a:lnTo>
                    <a:pt x="1166734" y="1668810"/>
                  </a:lnTo>
                  <a:lnTo>
                    <a:pt x="1165452" y="1668810"/>
                  </a:lnTo>
                  <a:lnTo>
                    <a:pt x="1164170" y="1668810"/>
                  </a:lnTo>
                  <a:lnTo>
                    <a:pt x="1162888" y="1668810"/>
                  </a:lnTo>
                  <a:lnTo>
                    <a:pt x="1161607" y="1668810"/>
                  </a:lnTo>
                  <a:lnTo>
                    <a:pt x="1160325" y="1668810"/>
                  </a:lnTo>
                  <a:lnTo>
                    <a:pt x="1159043" y="1668810"/>
                  </a:lnTo>
                  <a:lnTo>
                    <a:pt x="1157761" y="1668810"/>
                  </a:lnTo>
                  <a:lnTo>
                    <a:pt x="1156479" y="1668810"/>
                  </a:lnTo>
                  <a:lnTo>
                    <a:pt x="1155197" y="1668810"/>
                  </a:lnTo>
                  <a:lnTo>
                    <a:pt x="1153916" y="1668810"/>
                  </a:lnTo>
                  <a:lnTo>
                    <a:pt x="1152634" y="1668810"/>
                  </a:lnTo>
                  <a:lnTo>
                    <a:pt x="1151352" y="1668810"/>
                  </a:lnTo>
                  <a:lnTo>
                    <a:pt x="1150070" y="1668810"/>
                  </a:lnTo>
                  <a:lnTo>
                    <a:pt x="1148788" y="1668810"/>
                  </a:lnTo>
                  <a:lnTo>
                    <a:pt x="1147506" y="1668810"/>
                  </a:lnTo>
                  <a:lnTo>
                    <a:pt x="1146224" y="1668810"/>
                  </a:lnTo>
                  <a:lnTo>
                    <a:pt x="1144943" y="1668810"/>
                  </a:lnTo>
                  <a:lnTo>
                    <a:pt x="1143661" y="1668810"/>
                  </a:lnTo>
                  <a:lnTo>
                    <a:pt x="1142379" y="1668810"/>
                  </a:lnTo>
                  <a:lnTo>
                    <a:pt x="1141097" y="1668810"/>
                  </a:lnTo>
                  <a:lnTo>
                    <a:pt x="1139815" y="1668810"/>
                  </a:lnTo>
                  <a:lnTo>
                    <a:pt x="1138533" y="1668810"/>
                  </a:lnTo>
                  <a:lnTo>
                    <a:pt x="1137252" y="1668810"/>
                  </a:lnTo>
                  <a:lnTo>
                    <a:pt x="1135970" y="1668810"/>
                  </a:lnTo>
                  <a:lnTo>
                    <a:pt x="1134688" y="1668810"/>
                  </a:lnTo>
                  <a:lnTo>
                    <a:pt x="1133406" y="1668810"/>
                  </a:lnTo>
                  <a:lnTo>
                    <a:pt x="1132124" y="1668810"/>
                  </a:lnTo>
                  <a:lnTo>
                    <a:pt x="1130842" y="1668810"/>
                  </a:lnTo>
                  <a:lnTo>
                    <a:pt x="1129560" y="1668810"/>
                  </a:lnTo>
                  <a:lnTo>
                    <a:pt x="1128279" y="1668810"/>
                  </a:lnTo>
                  <a:lnTo>
                    <a:pt x="1126997" y="1668810"/>
                  </a:lnTo>
                  <a:lnTo>
                    <a:pt x="1125715" y="1668810"/>
                  </a:lnTo>
                  <a:lnTo>
                    <a:pt x="1124433" y="1668810"/>
                  </a:lnTo>
                  <a:lnTo>
                    <a:pt x="1123151" y="1668810"/>
                  </a:lnTo>
                  <a:lnTo>
                    <a:pt x="1121869" y="1668810"/>
                  </a:lnTo>
                  <a:lnTo>
                    <a:pt x="1120588" y="1668810"/>
                  </a:lnTo>
                  <a:lnTo>
                    <a:pt x="1119306" y="1668810"/>
                  </a:lnTo>
                  <a:lnTo>
                    <a:pt x="1118024" y="1668810"/>
                  </a:lnTo>
                  <a:lnTo>
                    <a:pt x="1116742" y="1668810"/>
                  </a:lnTo>
                  <a:lnTo>
                    <a:pt x="1115460" y="1668810"/>
                  </a:lnTo>
                  <a:lnTo>
                    <a:pt x="1114178" y="1668810"/>
                  </a:lnTo>
                  <a:lnTo>
                    <a:pt x="1112897" y="1668810"/>
                  </a:lnTo>
                  <a:lnTo>
                    <a:pt x="1111615" y="1668810"/>
                  </a:lnTo>
                  <a:lnTo>
                    <a:pt x="1110333" y="1668810"/>
                  </a:lnTo>
                  <a:lnTo>
                    <a:pt x="1109051" y="1668810"/>
                  </a:lnTo>
                  <a:lnTo>
                    <a:pt x="1107769" y="1668810"/>
                  </a:lnTo>
                  <a:lnTo>
                    <a:pt x="1106487" y="1668810"/>
                  </a:lnTo>
                  <a:lnTo>
                    <a:pt x="1105205" y="1668810"/>
                  </a:lnTo>
                  <a:lnTo>
                    <a:pt x="1103924" y="1668810"/>
                  </a:lnTo>
                  <a:lnTo>
                    <a:pt x="1102642" y="1668810"/>
                  </a:lnTo>
                  <a:lnTo>
                    <a:pt x="1101360" y="1668810"/>
                  </a:lnTo>
                  <a:lnTo>
                    <a:pt x="1100078" y="1668810"/>
                  </a:lnTo>
                  <a:lnTo>
                    <a:pt x="1098796" y="1668810"/>
                  </a:lnTo>
                  <a:lnTo>
                    <a:pt x="1097514" y="1668810"/>
                  </a:lnTo>
                  <a:lnTo>
                    <a:pt x="1096233" y="1668810"/>
                  </a:lnTo>
                  <a:lnTo>
                    <a:pt x="1094951" y="1668810"/>
                  </a:lnTo>
                  <a:lnTo>
                    <a:pt x="1093669" y="1668810"/>
                  </a:lnTo>
                  <a:lnTo>
                    <a:pt x="1092387" y="1668810"/>
                  </a:lnTo>
                  <a:lnTo>
                    <a:pt x="1091105" y="1668810"/>
                  </a:lnTo>
                  <a:lnTo>
                    <a:pt x="1089823" y="1668810"/>
                  </a:lnTo>
                  <a:lnTo>
                    <a:pt x="1088541" y="1668810"/>
                  </a:lnTo>
                  <a:lnTo>
                    <a:pt x="1087260" y="1668810"/>
                  </a:lnTo>
                  <a:lnTo>
                    <a:pt x="1085978" y="1668810"/>
                  </a:lnTo>
                  <a:lnTo>
                    <a:pt x="1084696" y="1668810"/>
                  </a:lnTo>
                  <a:lnTo>
                    <a:pt x="1083414" y="1668810"/>
                  </a:lnTo>
                  <a:lnTo>
                    <a:pt x="1082132" y="1668810"/>
                  </a:lnTo>
                  <a:lnTo>
                    <a:pt x="1080850" y="1668810"/>
                  </a:lnTo>
                  <a:lnTo>
                    <a:pt x="1079569" y="1668810"/>
                  </a:lnTo>
                  <a:lnTo>
                    <a:pt x="1078287" y="1668810"/>
                  </a:lnTo>
                  <a:lnTo>
                    <a:pt x="1077005" y="1668810"/>
                  </a:lnTo>
                  <a:lnTo>
                    <a:pt x="1075723" y="1668810"/>
                  </a:lnTo>
                  <a:lnTo>
                    <a:pt x="1074441" y="1668810"/>
                  </a:lnTo>
                  <a:lnTo>
                    <a:pt x="1073159" y="1668810"/>
                  </a:lnTo>
                  <a:lnTo>
                    <a:pt x="1071878" y="1668810"/>
                  </a:lnTo>
                  <a:lnTo>
                    <a:pt x="1070596" y="1668810"/>
                  </a:lnTo>
                  <a:lnTo>
                    <a:pt x="1069314" y="1668810"/>
                  </a:lnTo>
                  <a:lnTo>
                    <a:pt x="1068032" y="1668810"/>
                  </a:lnTo>
                  <a:lnTo>
                    <a:pt x="1066750" y="1668810"/>
                  </a:lnTo>
                  <a:lnTo>
                    <a:pt x="1065468" y="1668810"/>
                  </a:lnTo>
                  <a:lnTo>
                    <a:pt x="1064186" y="1668810"/>
                  </a:lnTo>
                  <a:lnTo>
                    <a:pt x="1062905" y="1668810"/>
                  </a:lnTo>
                  <a:lnTo>
                    <a:pt x="1061623" y="1668810"/>
                  </a:lnTo>
                  <a:lnTo>
                    <a:pt x="1060341" y="1668810"/>
                  </a:lnTo>
                  <a:lnTo>
                    <a:pt x="1059059" y="1668810"/>
                  </a:lnTo>
                  <a:lnTo>
                    <a:pt x="1057777" y="1668810"/>
                  </a:lnTo>
                  <a:lnTo>
                    <a:pt x="1056495" y="1668810"/>
                  </a:lnTo>
                  <a:lnTo>
                    <a:pt x="1055214" y="1668810"/>
                  </a:lnTo>
                  <a:lnTo>
                    <a:pt x="1053932" y="1668810"/>
                  </a:lnTo>
                  <a:lnTo>
                    <a:pt x="1052650" y="1668810"/>
                  </a:lnTo>
                  <a:lnTo>
                    <a:pt x="1051368" y="1668810"/>
                  </a:lnTo>
                  <a:lnTo>
                    <a:pt x="1050086" y="1668810"/>
                  </a:lnTo>
                  <a:lnTo>
                    <a:pt x="1048804" y="1668810"/>
                  </a:lnTo>
                  <a:lnTo>
                    <a:pt x="1047522" y="1668810"/>
                  </a:lnTo>
                  <a:lnTo>
                    <a:pt x="1046241" y="1668810"/>
                  </a:lnTo>
                  <a:lnTo>
                    <a:pt x="1044959" y="1668810"/>
                  </a:lnTo>
                  <a:lnTo>
                    <a:pt x="1043677" y="1668810"/>
                  </a:lnTo>
                  <a:lnTo>
                    <a:pt x="1042395" y="1668810"/>
                  </a:lnTo>
                  <a:lnTo>
                    <a:pt x="1041113" y="1668810"/>
                  </a:lnTo>
                  <a:lnTo>
                    <a:pt x="1039831" y="1668810"/>
                  </a:lnTo>
                  <a:lnTo>
                    <a:pt x="1038550" y="1668810"/>
                  </a:lnTo>
                  <a:lnTo>
                    <a:pt x="1037268" y="1668810"/>
                  </a:lnTo>
                  <a:lnTo>
                    <a:pt x="1035986" y="1668810"/>
                  </a:lnTo>
                  <a:lnTo>
                    <a:pt x="1034704" y="1668810"/>
                  </a:lnTo>
                  <a:lnTo>
                    <a:pt x="1033422" y="1668810"/>
                  </a:lnTo>
                  <a:lnTo>
                    <a:pt x="1032140" y="1668810"/>
                  </a:lnTo>
                  <a:lnTo>
                    <a:pt x="1030858" y="1668810"/>
                  </a:lnTo>
                  <a:lnTo>
                    <a:pt x="1029577" y="1668810"/>
                  </a:lnTo>
                  <a:lnTo>
                    <a:pt x="1028295" y="1668810"/>
                  </a:lnTo>
                  <a:lnTo>
                    <a:pt x="1027013" y="1668810"/>
                  </a:lnTo>
                  <a:lnTo>
                    <a:pt x="1025731" y="1668810"/>
                  </a:lnTo>
                  <a:lnTo>
                    <a:pt x="1024449" y="1668810"/>
                  </a:lnTo>
                  <a:lnTo>
                    <a:pt x="1023167" y="1668810"/>
                  </a:lnTo>
                  <a:lnTo>
                    <a:pt x="1021886" y="1668810"/>
                  </a:lnTo>
                  <a:lnTo>
                    <a:pt x="1020604" y="1668810"/>
                  </a:lnTo>
                  <a:lnTo>
                    <a:pt x="1019322" y="1668810"/>
                  </a:lnTo>
                  <a:lnTo>
                    <a:pt x="1018040" y="1668810"/>
                  </a:lnTo>
                  <a:lnTo>
                    <a:pt x="1016758" y="1668810"/>
                  </a:lnTo>
                  <a:lnTo>
                    <a:pt x="1015476" y="1668810"/>
                  </a:lnTo>
                  <a:lnTo>
                    <a:pt x="1014195" y="1668810"/>
                  </a:lnTo>
                  <a:lnTo>
                    <a:pt x="1012913" y="1668810"/>
                  </a:lnTo>
                  <a:lnTo>
                    <a:pt x="1011631" y="1668810"/>
                  </a:lnTo>
                  <a:lnTo>
                    <a:pt x="1010349" y="1668810"/>
                  </a:lnTo>
                  <a:lnTo>
                    <a:pt x="1009067" y="1668810"/>
                  </a:lnTo>
                  <a:lnTo>
                    <a:pt x="1007785" y="1668810"/>
                  </a:lnTo>
                  <a:lnTo>
                    <a:pt x="1006503" y="1668810"/>
                  </a:lnTo>
                  <a:lnTo>
                    <a:pt x="1005222" y="1668810"/>
                  </a:lnTo>
                  <a:lnTo>
                    <a:pt x="1003940" y="1668810"/>
                  </a:lnTo>
                  <a:lnTo>
                    <a:pt x="1002658" y="1668810"/>
                  </a:lnTo>
                  <a:lnTo>
                    <a:pt x="1001376" y="1668810"/>
                  </a:lnTo>
                  <a:lnTo>
                    <a:pt x="1000094" y="1668810"/>
                  </a:lnTo>
                  <a:lnTo>
                    <a:pt x="998812" y="1668810"/>
                  </a:lnTo>
                  <a:lnTo>
                    <a:pt x="997531" y="1668810"/>
                  </a:lnTo>
                  <a:lnTo>
                    <a:pt x="996249" y="1668810"/>
                  </a:lnTo>
                  <a:lnTo>
                    <a:pt x="994967" y="1668810"/>
                  </a:lnTo>
                  <a:lnTo>
                    <a:pt x="993685" y="1668810"/>
                  </a:lnTo>
                  <a:lnTo>
                    <a:pt x="992403" y="1668810"/>
                  </a:lnTo>
                  <a:lnTo>
                    <a:pt x="991121" y="1668810"/>
                  </a:lnTo>
                  <a:lnTo>
                    <a:pt x="989839" y="1668810"/>
                  </a:lnTo>
                  <a:lnTo>
                    <a:pt x="988558" y="1668810"/>
                  </a:lnTo>
                  <a:lnTo>
                    <a:pt x="987276" y="1668810"/>
                  </a:lnTo>
                  <a:lnTo>
                    <a:pt x="985994" y="1668810"/>
                  </a:lnTo>
                  <a:lnTo>
                    <a:pt x="984712" y="1668810"/>
                  </a:lnTo>
                  <a:lnTo>
                    <a:pt x="983430" y="1668810"/>
                  </a:lnTo>
                  <a:lnTo>
                    <a:pt x="982148" y="1668810"/>
                  </a:lnTo>
                  <a:lnTo>
                    <a:pt x="980867" y="1668810"/>
                  </a:lnTo>
                  <a:lnTo>
                    <a:pt x="979585" y="1668810"/>
                  </a:lnTo>
                  <a:lnTo>
                    <a:pt x="978303" y="1668810"/>
                  </a:lnTo>
                  <a:lnTo>
                    <a:pt x="977021" y="1668810"/>
                  </a:lnTo>
                  <a:lnTo>
                    <a:pt x="975739" y="1668810"/>
                  </a:lnTo>
                  <a:lnTo>
                    <a:pt x="974457" y="1668810"/>
                  </a:lnTo>
                  <a:lnTo>
                    <a:pt x="973176" y="1668810"/>
                  </a:lnTo>
                  <a:lnTo>
                    <a:pt x="971894" y="1668810"/>
                  </a:lnTo>
                  <a:lnTo>
                    <a:pt x="970612" y="1668810"/>
                  </a:lnTo>
                  <a:lnTo>
                    <a:pt x="969330" y="1668810"/>
                  </a:lnTo>
                  <a:lnTo>
                    <a:pt x="968048" y="1668810"/>
                  </a:lnTo>
                  <a:lnTo>
                    <a:pt x="966766" y="1668810"/>
                  </a:lnTo>
                  <a:lnTo>
                    <a:pt x="965484" y="1668810"/>
                  </a:lnTo>
                  <a:lnTo>
                    <a:pt x="964203" y="1668810"/>
                  </a:lnTo>
                  <a:lnTo>
                    <a:pt x="962921" y="1668810"/>
                  </a:lnTo>
                  <a:lnTo>
                    <a:pt x="961639" y="1668810"/>
                  </a:lnTo>
                  <a:lnTo>
                    <a:pt x="960357" y="1668810"/>
                  </a:lnTo>
                  <a:lnTo>
                    <a:pt x="959075" y="1668810"/>
                  </a:lnTo>
                  <a:lnTo>
                    <a:pt x="957793" y="1668810"/>
                  </a:lnTo>
                  <a:lnTo>
                    <a:pt x="956512" y="1668810"/>
                  </a:lnTo>
                  <a:lnTo>
                    <a:pt x="955230" y="1668810"/>
                  </a:lnTo>
                  <a:lnTo>
                    <a:pt x="953948" y="1668810"/>
                  </a:lnTo>
                  <a:lnTo>
                    <a:pt x="952666" y="1668810"/>
                  </a:lnTo>
                  <a:lnTo>
                    <a:pt x="951384" y="1668810"/>
                  </a:lnTo>
                  <a:lnTo>
                    <a:pt x="950102" y="1668810"/>
                  </a:lnTo>
                  <a:lnTo>
                    <a:pt x="948820" y="1668810"/>
                  </a:lnTo>
                  <a:lnTo>
                    <a:pt x="947539" y="1668810"/>
                  </a:lnTo>
                  <a:lnTo>
                    <a:pt x="946257" y="1668810"/>
                  </a:lnTo>
                  <a:lnTo>
                    <a:pt x="944975" y="1668810"/>
                  </a:lnTo>
                  <a:lnTo>
                    <a:pt x="943693" y="1668810"/>
                  </a:lnTo>
                  <a:lnTo>
                    <a:pt x="942411" y="1668810"/>
                  </a:lnTo>
                  <a:lnTo>
                    <a:pt x="941129" y="1668810"/>
                  </a:lnTo>
                  <a:lnTo>
                    <a:pt x="939848" y="1668810"/>
                  </a:lnTo>
                  <a:lnTo>
                    <a:pt x="938566" y="1668810"/>
                  </a:lnTo>
                  <a:lnTo>
                    <a:pt x="937284" y="1668810"/>
                  </a:lnTo>
                  <a:lnTo>
                    <a:pt x="936002" y="1668810"/>
                  </a:lnTo>
                  <a:lnTo>
                    <a:pt x="934720" y="1668810"/>
                  </a:lnTo>
                  <a:lnTo>
                    <a:pt x="933438" y="1668810"/>
                  </a:lnTo>
                  <a:lnTo>
                    <a:pt x="932157" y="1668810"/>
                  </a:lnTo>
                  <a:lnTo>
                    <a:pt x="930875" y="1668810"/>
                  </a:lnTo>
                  <a:lnTo>
                    <a:pt x="929593" y="1668810"/>
                  </a:lnTo>
                  <a:lnTo>
                    <a:pt x="928311" y="1668810"/>
                  </a:lnTo>
                  <a:lnTo>
                    <a:pt x="927029" y="1668810"/>
                  </a:lnTo>
                  <a:lnTo>
                    <a:pt x="925747" y="1668810"/>
                  </a:lnTo>
                  <a:lnTo>
                    <a:pt x="924465" y="1668810"/>
                  </a:lnTo>
                  <a:lnTo>
                    <a:pt x="923184" y="1668810"/>
                  </a:lnTo>
                  <a:lnTo>
                    <a:pt x="921902" y="1668810"/>
                  </a:lnTo>
                  <a:lnTo>
                    <a:pt x="920620" y="1668810"/>
                  </a:lnTo>
                  <a:lnTo>
                    <a:pt x="919338" y="1668810"/>
                  </a:lnTo>
                  <a:lnTo>
                    <a:pt x="918056" y="1668810"/>
                  </a:lnTo>
                  <a:lnTo>
                    <a:pt x="916774" y="1668810"/>
                  </a:lnTo>
                  <a:lnTo>
                    <a:pt x="915493" y="1668810"/>
                  </a:lnTo>
                  <a:lnTo>
                    <a:pt x="914211" y="1668810"/>
                  </a:lnTo>
                  <a:lnTo>
                    <a:pt x="912929" y="1668810"/>
                  </a:lnTo>
                  <a:lnTo>
                    <a:pt x="911647" y="1668810"/>
                  </a:lnTo>
                  <a:lnTo>
                    <a:pt x="910365" y="1668810"/>
                  </a:lnTo>
                  <a:lnTo>
                    <a:pt x="909083" y="1668810"/>
                  </a:lnTo>
                  <a:lnTo>
                    <a:pt x="907801" y="1668810"/>
                  </a:lnTo>
                  <a:lnTo>
                    <a:pt x="906520" y="1668810"/>
                  </a:lnTo>
                  <a:lnTo>
                    <a:pt x="905238" y="1668810"/>
                  </a:lnTo>
                  <a:lnTo>
                    <a:pt x="903956" y="1668810"/>
                  </a:lnTo>
                  <a:lnTo>
                    <a:pt x="902674" y="1668810"/>
                  </a:lnTo>
                  <a:lnTo>
                    <a:pt x="901392" y="1668810"/>
                  </a:lnTo>
                  <a:lnTo>
                    <a:pt x="900110" y="1668810"/>
                  </a:lnTo>
                  <a:lnTo>
                    <a:pt x="898829" y="1668810"/>
                  </a:lnTo>
                  <a:lnTo>
                    <a:pt x="897547" y="1668810"/>
                  </a:lnTo>
                  <a:lnTo>
                    <a:pt x="896265" y="1668810"/>
                  </a:lnTo>
                  <a:lnTo>
                    <a:pt x="894983" y="1668810"/>
                  </a:lnTo>
                  <a:lnTo>
                    <a:pt x="893701" y="1668810"/>
                  </a:lnTo>
                  <a:lnTo>
                    <a:pt x="892419" y="1668810"/>
                  </a:lnTo>
                  <a:lnTo>
                    <a:pt x="891137" y="1668810"/>
                  </a:lnTo>
                  <a:lnTo>
                    <a:pt x="889856" y="1668810"/>
                  </a:lnTo>
                  <a:lnTo>
                    <a:pt x="888574" y="1668810"/>
                  </a:lnTo>
                  <a:lnTo>
                    <a:pt x="887292" y="1668810"/>
                  </a:lnTo>
                  <a:lnTo>
                    <a:pt x="886010" y="1668810"/>
                  </a:lnTo>
                  <a:lnTo>
                    <a:pt x="884728" y="1668810"/>
                  </a:lnTo>
                  <a:lnTo>
                    <a:pt x="883446" y="1668810"/>
                  </a:lnTo>
                  <a:lnTo>
                    <a:pt x="882165" y="1668810"/>
                  </a:lnTo>
                  <a:lnTo>
                    <a:pt x="880883" y="1668810"/>
                  </a:lnTo>
                  <a:lnTo>
                    <a:pt x="879601" y="1668810"/>
                  </a:lnTo>
                  <a:lnTo>
                    <a:pt x="878319" y="1668810"/>
                  </a:lnTo>
                  <a:lnTo>
                    <a:pt x="877037" y="1668810"/>
                  </a:lnTo>
                  <a:lnTo>
                    <a:pt x="875755" y="1668810"/>
                  </a:lnTo>
                  <a:lnTo>
                    <a:pt x="874474" y="1668810"/>
                  </a:lnTo>
                  <a:lnTo>
                    <a:pt x="873192" y="1668810"/>
                  </a:lnTo>
                  <a:lnTo>
                    <a:pt x="871910" y="1668810"/>
                  </a:lnTo>
                  <a:lnTo>
                    <a:pt x="870628" y="1668810"/>
                  </a:lnTo>
                  <a:lnTo>
                    <a:pt x="869346" y="1668810"/>
                  </a:lnTo>
                  <a:lnTo>
                    <a:pt x="868064" y="1668810"/>
                  </a:lnTo>
                  <a:lnTo>
                    <a:pt x="866782" y="1668810"/>
                  </a:lnTo>
                  <a:lnTo>
                    <a:pt x="865501" y="1668810"/>
                  </a:lnTo>
                  <a:lnTo>
                    <a:pt x="864219" y="1668810"/>
                  </a:lnTo>
                  <a:lnTo>
                    <a:pt x="862937" y="1668810"/>
                  </a:lnTo>
                  <a:lnTo>
                    <a:pt x="861655" y="1668810"/>
                  </a:lnTo>
                  <a:lnTo>
                    <a:pt x="860373" y="1668810"/>
                  </a:lnTo>
                  <a:lnTo>
                    <a:pt x="859091" y="1668810"/>
                  </a:lnTo>
                  <a:lnTo>
                    <a:pt x="857810" y="1668810"/>
                  </a:lnTo>
                  <a:lnTo>
                    <a:pt x="856528" y="1668810"/>
                  </a:lnTo>
                  <a:lnTo>
                    <a:pt x="855246" y="1668810"/>
                  </a:lnTo>
                  <a:lnTo>
                    <a:pt x="853964" y="1668810"/>
                  </a:lnTo>
                  <a:lnTo>
                    <a:pt x="852682" y="1668810"/>
                  </a:lnTo>
                  <a:lnTo>
                    <a:pt x="851400" y="1668810"/>
                  </a:lnTo>
                  <a:lnTo>
                    <a:pt x="850118" y="1668810"/>
                  </a:lnTo>
                  <a:lnTo>
                    <a:pt x="848837" y="1668810"/>
                  </a:lnTo>
                  <a:lnTo>
                    <a:pt x="847555" y="1668810"/>
                  </a:lnTo>
                  <a:lnTo>
                    <a:pt x="846273" y="1668810"/>
                  </a:lnTo>
                  <a:lnTo>
                    <a:pt x="844991" y="1668810"/>
                  </a:lnTo>
                  <a:lnTo>
                    <a:pt x="843709" y="1668810"/>
                  </a:lnTo>
                  <a:lnTo>
                    <a:pt x="842427" y="1668810"/>
                  </a:lnTo>
                  <a:lnTo>
                    <a:pt x="841146" y="1668810"/>
                  </a:lnTo>
                  <a:lnTo>
                    <a:pt x="839864" y="1668810"/>
                  </a:lnTo>
                  <a:lnTo>
                    <a:pt x="838582" y="1668810"/>
                  </a:lnTo>
                  <a:lnTo>
                    <a:pt x="837300" y="1668810"/>
                  </a:lnTo>
                  <a:lnTo>
                    <a:pt x="836018" y="1668810"/>
                  </a:lnTo>
                  <a:lnTo>
                    <a:pt x="834736" y="1668810"/>
                  </a:lnTo>
                  <a:lnTo>
                    <a:pt x="833455" y="1668810"/>
                  </a:lnTo>
                  <a:lnTo>
                    <a:pt x="832173" y="1668810"/>
                  </a:lnTo>
                  <a:lnTo>
                    <a:pt x="830891" y="1668810"/>
                  </a:lnTo>
                  <a:lnTo>
                    <a:pt x="829609" y="1668810"/>
                  </a:lnTo>
                  <a:lnTo>
                    <a:pt x="828327" y="1668810"/>
                  </a:lnTo>
                  <a:lnTo>
                    <a:pt x="827045" y="1668810"/>
                  </a:lnTo>
                  <a:lnTo>
                    <a:pt x="825763" y="1668810"/>
                  </a:lnTo>
                  <a:lnTo>
                    <a:pt x="824482" y="1668810"/>
                  </a:lnTo>
                  <a:lnTo>
                    <a:pt x="823200" y="1668810"/>
                  </a:lnTo>
                  <a:lnTo>
                    <a:pt x="821918" y="1668810"/>
                  </a:lnTo>
                  <a:lnTo>
                    <a:pt x="820636" y="1668810"/>
                  </a:lnTo>
                  <a:lnTo>
                    <a:pt x="819354" y="1668810"/>
                  </a:lnTo>
                  <a:lnTo>
                    <a:pt x="818072" y="1668810"/>
                  </a:lnTo>
                  <a:lnTo>
                    <a:pt x="816791" y="1668810"/>
                  </a:lnTo>
                  <a:lnTo>
                    <a:pt x="815509" y="1668810"/>
                  </a:lnTo>
                  <a:lnTo>
                    <a:pt x="814227" y="1668810"/>
                  </a:lnTo>
                  <a:lnTo>
                    <a:pt x="812945" y="1668810"/>
                  </a:lnTo>
                  <a:lnTo>
                    <a:pt x="811663" y="1668810"/>
                  </a:lnTo>
                  <a:lnTo>
                    <a:pt x="810381" y="1668810"/>
                  </a:lnTo>
                  <a:lnTo>
                    <a:pt x="809099" y="1668810"/>
                  </a:lnTo>
                  <a:lnTo>
                    <a:pt x="807818" y="1668810"/>
                  </a:lnTo>
                  <a:lnTo>
                    <a:pt x="806536" y="1668810"/>
                  </a:lnTo>
                  <a:lnTo>
                    <a:pt x="805254" y="1668810"/>
                  </a:lnTo>
                  <a:lnTo>
                    <a:pt x="803972" y="1668810"/>
                  </a:lnTo>
                  <a:lnTo>
                    <a:pt x="802690" y="1668810"/>
                  </a:lnTo>
                  <a:lnTo>
                    <a:pt x="801408" y="1668810"/>
                  </a:lnTo>
                  <a:lnTo>
                    <a:pt x="800127" y="1668810"/>
                  </a:lnTo>
                  <a:lnTo>
                    <a:pt x="798845" y="1668810"/>
                  </a:lnTo>
                  <a:lnTo>
                    <a:pt x="797563" y="1668810"/>
                  </a:lnTo>
                  <a:lnTo>
                    <a:pt x="796281" y="1668810"/>
                  </a:lnTo>
                  <a:lnTo>
                    <a:pt x="794999" y="1668810"/>
                  </a:lnTo>
                  <a:lnTo>
                    <a:pt x="793717" y="1668810"/>
                  </a:lnTo>
                  <a:lnTo>
                    <a:pt x="792435" y="1668810"/>
                  </a:lnTo>
                  <a:lnTo>
                    <a:pt x="791154" y="1668810"/>
                  </a:lnTo>
                  <a:lnTo>
                    <a:pt x="789872" y="1668810"/>
                  </a:lnTo>
                  <a:lnTo>
                    <a:pt x="788590" y="1668810"/>
                  </a:lnTo>
                  <a:lnTo>
                    <a:pt x="787308" y="1668810"/>
                  </a:lnTo>
                  <a:lnTo>
                    <a:pt x="786026" y="1668810"/>
                  </a:lnTo>
                  <a:lnTo>
                    <a:pt x="784744" y="1668810"/>
                  </a:lnTo>
                  <a:lnTo>
                    <a:pt x="783463" y="1668810"/>
                  </a:lnTo>
                  <a:lnTo>
                    <a:pt x="782181" y="1668810"/>
                  </a:lnTo>
                  <a:lnTo>
                    <a:pt x="780899" y="1668810"/>
                  </a:lnTo>
                  <a:lnTo>
                    <a:pt x="779617" y="1668810"/>
                  </a:lnTo>
                  <a:lnTo>
                    <a:pt x="778335" y="1668810"/>
                  </a:lnTo>
                  <a:lnTo>
                    <a:pt x="777053" y="1668810"/>
                  </a:lnTo>
                  <a:lnTo>
                    <a:pt x="775772" y="1668810"/>
                  </a:lnTo>
                  <a:lnTo>
                    <a:pt x="774490" y="1668810"/>
                  </a:lnTo>
                  <a:lnTo>
                    <a:pt x="773208" y="1668810"/>
                  </a:lnTo>
                  <a:lnTo>
                    <a:pt x="771926" y="1668810"/>
                  </a:lnTo>
                  <a:lnTo>
                    <a:pt x="770644" y="1668810"/>
                  </a:lnTo>
                  <a:lnTo>
                    <a:pt x="769362" y="1668810"/>
                  </a:lnTo>
                  <a:lnTo>
                    <a:pt x="768080" y="1668810"/>
                  </a:lnTo>
                  <a:lnTo>
                    <a:pt x="766799" y="1668810"/>
                  </a:lnTo>
                  <a:lnTo>
                    <a:pt x="765517" y="1668810"/>
                  </a:lnTo>
                  <a:lnTo>
                    <a:pt x="764235" y="1668810"/>
                  </a:lnTo>
                  <a:lnTo>
                    <a:pt x="762953" y="1668810"/>
                  </a:lnTo>
                  <a:lnTo>
                    <a:pt x="761671" y="1668810"/>
                  </a:lnTo>
                  <a:lnTo>
                    <a:pt x="760389" y="1668810"/>
                  </a:lnTo>
                  <a:lnTo>
                    <a:pt x="759108" y="1668810"/>
                  </a:lnTo>
                  <a:lnTo>
                    <a:pt x="757826" y="1668810"/>
                  </a:lnTo>
                  <a:lnTo>
                    <a:pt x="756544" y="1668810"/>
                  </a:lnTo>
                  <a:lnTo>
                    <a:pt x="755262" y="1668810"/>
                  </a:lnTo>
                  <a:lnTo>
                    <a:pt x="753980" y="1668810"/>
                  </a:lnTo>
                  <a:lnTo>
                    <a:pt x="752698" y="1668810"/>
                  </a:lnTo>
                  <a:lnTo>
                    <a:pt x="751416" y="1668810"/>
                  </a:lnTo>
                  <a:lnTo>
                    <a:pt x="750135" y="1668810"/>
                  </a:lnTo>
                  <a:lnTo>
                    <a:pt x="748853" y="1668810"/>
                  </a:lnTo>
                  <a:lnTo>
                    <a:pt x="747571" y="1668810"/>
                  </a:lnTo>
                  <a:lnTo>
                    <a:pt x="746289" y="1668810"/>
                  </a:lnTo>
                  <a:lnTo>
                    <a:pt x="745007" y="1668810"/>
                  </a:lnTo>
                  <a:lnTo>
                    <a:pt x="743725" y="1668810"/>
                  </a:lnTo>
                  <a:lnTo>
                    <a:pt x="742444" y="1668810"/>
                  </a:lnTo>
                  <a:lnTo>
                    <a:pt x="741162" y="1668810"/>
                  </a:lnTo>
                  <a:lnTo>
                    <a:pt x="739880" y="1668810"/>
                  </a:lnTo>
                  <a:lnTo>
                    <a:pt x="738598" y="1668810"/>
                  </a:lnTo>
                  <a:lnTo>
                    <a:pt x="737316" y="1668810"/>
                  </a:lnTo>
                  <a:lnTo>
                    <a:pt x="736034" y="1668810"/>
                  </a:lnTo>
                  <a:lnTo>
                    <a:pt x="734753" y="1668810"/>
                  </a:lnTo>
                  <a:lnTo>
                    <a:pt x="733471" y="1668810"/>
                  </a:lnTo>
                  <a:lnTo>
                    <a:pt x="732189" y="1668810"/>
                  </a:lnTo>
                  <a:lnTo>
                    <a:pt x="730907" y="1668810"/>
                  </a:lnTo>
                  <a:lnTo>
                    <a:pt x="729625" y="1668810"/>
                  </a:lnTo>
                  <a:lnTo>
                    <a:pt x="728343" y="1668810"/>
                  </a:lnTo>
                  <a:lnTo>
                    <a:pt x="727061" y="1668810"/>
                  </a:lnTo>
                  <a:lnTo>
                    <a:pt x="725780" y="1668810"/>
                  </a:lnTo>
                  <a:lnTo>
                    <a:pt x="724498" y="1668810"/>
                  </a:lnTo>
                  <a:lnTo>
                    <a:pt x="723216" y="1668810"/>
                  </a:lnTo>
                  <a:lnTo>
                    <a:pt x="721934" y="1668810"/>
                  </a:lnTo>
                  <a:lnTo>
                    <a:pt x="720652" y="1668810"/>
                  </a:lnTo>
                  <a:lnTo>
                    <a:pt x="719370" y="1668810"/>
                  </a:lnTo>
                  <a:lnTo>
                    <a:pt x="718089" y="1668810"/>
                  </a:lnTo>
                  <a:lnTo>
                    <a:pt x="716807" y="1668810"/>
                  </a:lnTo>
                  <a:lnTo>
                    <a:pt x="715525" y="1668810"/>
                  </a:lnTo>
                  <a:lnTo>
                    <a:pt x="714243" y="1668810"/>
                  </a:lnTo>
                  <a:lnTo>
                    <a:pt x="712961" y="1668810"/>
                  </a:lnTo>
                  <a:lnTo>
                    <a:pt x="711679" y="1668810"/>
                  </a:lnTo>
                  <a:lnTo>
                    <a:pt x="710397" y="1668810"/>
                  </a:lnTo>
                  <a:lnTo>
                    <a:pt x="709116" y="1668810"/>
                  </a:lnTo>
                  <a:lnTo>
                    <a:pt x="707834" y="1668810"/>
                  </a:lnTo>
                  <a:lnTo>
                    <a:pt x="706552" y="1668810"/>
                  </a:lnTo>
                  <a:lnTo>
                    <a:pt x="705270" y="1668810"/>
                  </a:lnTo>
                  <a:lnTo>
                    <a:pt x="703988" y="1668810"/>
                  </a:lnTo>
                  <a:lnTo>
                    <a:pt x="702706" y="1668810"/>
                  </a:lnTo>
                  <a:lnTo>
                    <a:pt x="701425" y="1668810"/>
                  </a:lnTo>
                  <a:lnTo>
                    <a:pt x="700143" y="1668810"/>
                  </a:lnTo>
                  <a:lnTo>
                    <a:pt x="698861" y="1668810"/>
                  </a:lnTo>
                  <a:lnTo>
                    <a:pt x="697579" y="1668810"/>
                  </a:lnTo>
                  <a:lnTo>
                    <a:pt x="696297" y="1668810"/>
                  </a:lnTo>
                  <a:lnTo>
                    <a:pt x="695015" y="1668810"/>
                  </a:lnTo>
                  <a:lnTo>
                    <a:pt x="693734" y="1668810"/>
                  </a:lnTo>
                  <a:lnTo>
                    <a:pt x="692452" y="1668810"/>
                  </a:lnTo>
                  <a:lnTo>
                    <a:pt x="691170" y="1668810"/>
                  </a:lnTo>
                  <a:lnTo>
                    <a:pt x="689888" y="1668810"/>
                  </a:lnTo>
                  <a:lnTo>
                    <a:pt x="688606" y="1668810"/>
                  </a:lnTo>
                  <a:lnTo>
                    <a:pt x="687324" y="1668810"/>
                  </a:lnTo>
                  <a:lnTo>
                    <a:pt x="686042" y="1668810"/>
                  </a:lnTo>
                  <a:lnTo>
                    <a:pt x="684761" y="1668810"/>
                  </a:lnTo>
                  <a:lnTo>
                    <a:pt x="683479" y="1668810"/>
                  </a:lnTo>
                  <a:lnTo>
                    <a:pt x="682197" y="1668810"/>
                  </a:lnTo>
                  <a:lnTo>
                    <a:pt x="680915" y="1668810"/>
                  </a:lnTo>
                  <a:lnTo>
                    <a:pt x="679633" y="1668810"/>
                  </a:lnTo>
                  <a:lnTo>
                    <a:pt x="678351" y="1668810"/>
                  </a:lnTo>
                  <a:lnTo>
                    <a:pt x="677070" y="1668810"/>
                  </a:lnTo>
                  <a:lnTo>
                    <a:pt x="675788" y="1668810"/>
                  </a:lnTo>
                  <a:lnTo>
                    <a:pt x="674506" y="1668810"/>
                  </a:lnTo>
                  <a:lnTo>
                    <a:pt x="673224" y="1668810"/>
                  </a:lnTo>
                  <a:lnTo>
                    <a:pt x="671942" y="1668810"/>
                  </a:lnTo>
                  <a:lnTo>
                    <a:pt x="670660" y="1668810"/>
                  </a:lnTo>
                  <a:lnTo>
                    <a:pt x="669378" y="1668810"/>
                  </a:lnTo>
                  <a:lnTo>
                    <a:pt x="668097" y="1668810"/>
                  </a:lnTo>
                  <a:lnTo>
                    <a:pt x="666815" y="1668810"/>
                  </a:lnTo>
                  <a:lnTo>
                    <a:pt x="665533" y="1668810"/>
                  </a:lnTo>
                  <a:lnTo>
                    <a:pt x="664251" y="1668810"/>
                  </a:lnTo>
                  <a:lnTo>
                    <a:pt x="662969" y="1668810"/>
                  </a:lnTo>
                  <a:lnTo>
                    <a:pt x="661687" y="1668810"/>
                  </a:lnTo>
                  <a:lnTo>
                    <a:pt x="660406" y="1668810"/>
                  </a:lnTo>
                  <a:lnTo>
                    <a:pt x="659124" y="1668810"/>
                  </a:lnTo>
                  <a:lnTo>
                    <a:pt x="657842" y="1668810"/>
                  </a:lnTo>
                  <a:lnTo>
                    <a:pt x="656560" y="1668810"/>
                  </a:lnTo>
                  <a:lnTo>
                    <a:pt x="655278" y="1668810"/>
                  </a:lnTo>
                  <a:lnTo>
                    <a:pt x="653996" y="1668810"/>
                  </a:lnTo>
                  <a:lnTo>
                    <a:pt x="652714" y="1668810"/>
                  </a:lnTo>
                  <a:lnTo>
                    <a:pt x="651433" y="1668810"/>
                  </a:lnTo>
                  <a:lnTo>
                    <a:pt x="650151" y="1668810"/>
                  </a:lnTo>
                  <a:lnTo>
                    <a:pt x="648869" y="1668810"/>
                  </a:lnTo>
                  <a:lnTo>
                    <a:pt x="647587" y="1668810"/>
                  </a:lnTo>
                  <a:lnTo>
                    <a:pt x="646305" y="1668810"/>
                  </a:lnTo>
                  <a:lnTo>
                    <a:pt x="645023" y="1668810"/>
                  </a:lnTo>
                  <a:lnTo>
                    <a:pt x="643742" y="1668810"/>
                  </a:lnTo>
                  <a:lnTo>
                    <a:pt x="642460" y="1668810"/>
                  </a:lnTo>
                  <a:lnTo>
                    <a:pt x="641178" y="1668810"/>
                  </a:lnTo>
                  <a:lnTo>
                    <a:pt x="639896" y="1668810"/>
                  </a:lnTo>
                  <a:lnTo>
                    <a:pt x="638614" y="1668810"/>
                  </a:lnTo>
                  <a:lnTo>
                    <a:pt x="637332" y="1668810"/>
                  </a:lnTo>
                  <a:lnTo>
                    <a:pt x="636051" y="1668810"/>
                  </a:lnTo>
                  <a:lnTo>
                    <a:pt x="634769" y="1668810"/>
                  </a:lnTo>
                  <a:lnTo>
                    <a:pt x="633487" y="1668810"/>
                  </a:lnTo>
                  <a:lnTo>
                    <a:pt x="632205" y="1668810"/>
                  </a:lnTo>
                  <a:lnTo>
                    <a:pt x="630923" y="1668810"/>
                  </a:lnTo>
                  <a:lnTo>
                    <a:pt x="629641" y="1668810"/>
                  </a:lnTo>
                  <a:lnTo>
                    <a:pt x="628359" y="1668810"/>
                  </a:lnTo>
                  <a:lnTo>
                    <a:pt x="627078" y="1668810"/>
                  </a:lnTo>
                  <a:lnTo>
                    <a:pt x="625796" y="1668810"/>
                  </a:lnTo>
                  <a:lnTo>
                    <a:pt x="624514" y="1668810"/>
                  </a:lnTo>
                  <a:lnTo>
                    <a:pt x="623232" y="1668810"/>
                  </a:lnTo>
                  <a:lnTo>
                    <a:pt x="621950" y="1668810"/>
                  </a:lnTo>
                  <a:lnTo>
                    <a:pt x="620668" y="1668810"/>
                  </a:lnTo>
                  <a:lnTo>
                    <a:pt x="619387" y="1668810"/>
                  </a:lnTo>
                  <a:lnTo>
                    <a:pt x="618105" y="1668810"/>
                  </a:lnTo>
                  <a:lnTo>
                    <a:pt x="616823" y="1668810"/>
                  </a:lnTo>
                  <a:lnTo>
                    <a:pt x="615541" y="1668810"/>
                  </a:lnTo>
                  <a:lnTo>
                    <a:pt x="614259" y="1668810"/>
                  </a:lnTo>
                  <a:lnTo>
                    <a:pt x="612977" y="1668810"/>
                  </a:lnTo>
                  <a:lnTo>
                    <a:pt x="611695" y="1668810"/>
                  </a:lnTo>
                  <a:lnTo>
                    <a:pt x="610414" y="1668810"/>
                  </a:lnTo>
                  <a:lnTo>
                    <a:pt x="609132" y="1668810"/>
                  </a:lnTo>
                  <a:lnTo>
                    <a:pt x="607850" y="1668810"/>
                  </a:lnTo>
                  <a:lnTo>
                    <a:pt x="606568" y="1668810"/>
                  </a:lnTo>
                  <a:lnTo>
                    <a:pt x="605286" y="1668810"/>
                  </a:lnTo>
                  <a:lnTo>
                    <a:pt x="604004" y="1668810"/>
                  </a:lnTo>
                  <a:lnTo>
                    <a:pt x="602723" y="1668810"/>
                  </a:lnTo>
                  <a:lnTo>
                    <a:pt x="601441" y="1668810"/>
                  </a:lnTo>
                  <a:lnTo>
                    <a:pt x="600159" y="1668810"/>
                  </a:lnTo>
                  <a:lnTo>
                    <a:pt x="598877" y="1668810"/>
                  </a:lnTo>
                  <a:lnTo>
                    <a:pt x="597595" y="1668810"/>
                  </a:lnTo>
                  <a:lnTo>
                    <a:pt x="596313" y="1668810"/>
                  </a:lnTo>
                  <a:lnTo>
                    <a:pt x="595032" y="1668810"/>
                  </a:lnTo>
                  <a:lnTo>
                    <a:pt x="593750" y="1668810"/>
                  </a:lnTo>
                  <a:lnTo>
                    <a:pt x="592468" y="1668810"/>
                  </a:lnTo>
                  <a:lnTo>
                    <a:pt x="591186" y="1668810"/>
                  </a:lnTo>
                  <a:lnTo>
                    <a:pt x="589904" y="1668810"/>
                  </a:lnTo>
                  <a:lnTo>
                    <a:pt x="588622" y="1668810"/>
                  </a:lnTo>
                  <a:lnTo>
                    <a:pt x="587340" y="1668810"/>
                  </a:lnTo>
                  <a:lnTo>
                    <a:pt x="586059" y="1668810"/>
                  </a:lnTo>
                  <a:lnTo>
                    <a:pt x="584777" y="1668810"/>
                  </a:lnTo>
                  <a:lnTo>
                    <a:pt x="583495" y="1668810"/>
                  </a:lnTo>
                  <a:lnTo>
                    <a:pt x="582213" y="1668810"/>
                  </a:lnTo>
                  <a:lnTo>
                    <a:pt x="580931" y="1668810"/>
                  </a:lnTo>
                  <a:lnTo>
                    <a:pt x="579649" y="1668810"/>
                  </a:lnTo>
                  <a:lnTo>
                    <a:pt x="578368" y="1668810"/>
                  </a:lnTo>
                  <a:lnTo>
                    <a:pt x="577086" y="1668810"/>
                  </a:lnTo>
                  <a:lnTo>
                    <a:pt x="575804" y="1668810"/>
                  </a:lnTo>
                  <a:lnTo>
                    <a:pt x="574522" y="1668810"/>
                  </a:lnTo>
                  <a:lnTo>
                    <a:pt x="573240" y="1668810"/>
                  </a:lnTo>
                  <a:lnTo>
                    <a:pt x="571958" y="1668810"/>
                  </a:lnTo>
                  <a:lnTo>
                    <a:pt x="570676" y="1668810"/>
                  </a:lnTo>
                  <a:lnTo>
                    <a:pt x="569395" y="1668810"/>
                  </a:lnTo>
                  <a:lnTo>
                    <a:pt x="568113" y="1668810"/>
                  </a:lnTo>
                  <a:lnTo>
                    <a:pt x="566831" y="1668810"/>
                  </a:lnTo>
                  <a:lnTo>
                    <a:pt x="565549" y="1668810"/>
                  </a:lnTo>
                  <a:lnTo>
                    <a:pt x="564267" y="1668810"/>
                  </a:lnTo>
                  <a:lnTo>
                    <a:pt x="562985" y="1668810"/>
                  </a:lnTo>
                  <a:lnTo>
                    <a:pt x="561704" y="1668810"/>
                  </a:lnTo>
                  <a:lnTo>
                    <a:pt x="560422" y="1668810"/>
                  </a:lnTo>
                  <a:lnTo>
                    <a:pt x="559140" y="1668810"/>
                  </a:lnTo>
                  <a:lnTo>
                    <a:pt x="557858" y="1668810"/>
                  </a:lnTo>
                  <a:lnTo>
                    <a:pt x="556576" y="1668810"/>
                  </a:lnTo>
                  <a:lnTo>
                    <a:pt x="555294" y="1668810"/>
                  </a:lnTo>
                  <a:lnTo>
                    <a:pt x="554013" y="1668810"/>
                  </a:lnTo>
                  <a:lnTo>
                    <a:pt x="552731" y="1668810"/>
                  </a:lnTo>
                  <a:lnTo>
                    <a:pt x="551449" y="1668810"/>
                  </a:lnTo>
                  <a:lnTo>
                    <a:pt x="550167" y="1668810"/>
                  </a:lnTo>
                  <a:lnTo>
                    <a:pt x="548885" y="1668810"/>
                  </a:lnTo>
                  <a:lnTo>
                    <a:pt x="547603" y="1668810"/>
                  </a:lnTo>
                  <a:lnTo>
                    <a:pt x="546321" y="1668810"/>
                  </a:lnTo>
                  <a:lnTo>
                    <a:pt x="545040" y="1668810"/>
                  </a:lnTo>
                  <a:lnTo>
                    <a:pt x="543758" y="1668810"/>
                  </a:lnTo>
                  <a:lnTo>
                    <a:pt x="542476" y="1668810"/>
                  </a:lnTo>
                  <a:lnTo>
                    <a:pt x="541194" y="1668810"/>
                  </a:lnTo>
                  <a:lnTo>
                    <a:pt x="539912" y="1668810"/>
                  </a:lnTo>
                  <a:lnTo>
                    <a:pt x="538630" y="1668810"/>
                  </a:lnTo>
                  <a:lnTo>
                    <a:pt x="537349" y="1668810"/>
                  </a:lnTo>
                  <a:lnTo>
                    <a:pt x="536067" y="1668810"/>
                  </a:lnTo>
                  <a:lnTo>
                    <a:pt x="534785" y="1668810"/>
                  </a:lnTo>
                  <a:lnTo>
                    <a:pt x="533503" y="1668810"/>
                  </a:lnTo>
                  <a:lnTo>
                    <a:pt x="532221" y="1668810"/>
                  </a:lnTo>
                  <a:lnTo>
                    <a:pt x="530939" y="1668810"/>
                  </a:lnTo>
                  <a:lnTo>
                    <a:pt x="529657" y="1668810"/>
                  </a:lnTo>
                  <a:lnTo>
                    <a:pt x="528376" y="1668810"/>
                  </a:lnTo>
                  <a:lnTo>
                    <a:pt x="527094" y="1668810"/>
                  </a:lnTo>
                  <a:lnTo>
                    <a:pt x="525812" y="1668810"/>
                  </a:lnTo>
                  <a:lnTo>
                    <a:pt x="524530" y="1668810"/>
                  </a:lnTo>
                  <a:lnTo>
                    <a:pt x="523248" y="1668810"/>
                  </a:lnTo>
                  <a:lnTo>
                    <a:pt x="521966" y="1668810"/>
                  </a:lnTo>
                  <a:lnTo>
                    <a:pt x="520685" y="1668810"/>
                  </a:lnTo>
                  <a:lnTo>
                    <a:pt x="519403" y="1668810"/>
                  </a:lnTo>
                  <a:lnTo>
                    <a:pt x="518121" y="1668810"/>
                  </a:lnTo>
                  <a:lnTo>
                    <a:pt x="516839" y="1668810"/>
                  </a:lnTo>
                  <a:lnTo>
                    <a:pt x="515557" y="1668810"/>
                  </a:lnTo>
                  <a:lnTo>
                    <a:pt x="514275" y="1668810"/>
                  </a:lnTo>
                  <a:lnTo>
                    <a:pt x="512993" y="1668810"/>
                  </a:lnTo>
                  <a:lnTo>
                    <a:pt x="511712" y="1668810"/>
                  </a:lnTo>
                  <a:lnTo>
                    <a:pt x="510430" y="1668810"/>
                  </a:lnTo>
                  <a:lnTo>
                    <a:pt x="509148" y="1668810"/>
                  </a:lnTo>
                  <a:lnTo>
                    <a:pt x="507866" y="1668810"/>
                  </a:lnTo>
                  <a:lnTo>
                    <a:pt x="506584" y="1668810"/>
                  </a:lnTo>
                  <a:lnTo>
                    <a:pt x="505302" y="1668810"/>
                  </a:lnTo>
                  <a:lnTo>
                    <a:pt x="504021" y="1668810"/>
                  </a:lnTo>
                  <a:lnTo>
                    <a:pt x="502739" y="1668810"/>
                  </a:lnTo>
                  <a:lnTo>
                    <a:pt x="501457" y="1668810"/>
                  </a:lnTo>
                  <a:lnTo>
                    <a:pt x="500175" y="1668810"/>
                  </a:lnTo>
                  <a:lnTo>
                    <a:pt x="498893" y="1668810"/>
                  </a:lnTo>
                  <a:lnTo>
                    <a:pt x="497611" y="1668810"/>
                  </a:lnTo>
                  <a:lnTo>
                    <a:pt x="496330" y="1668810"/>
                  </a:lnTo>
                  <a:lnTo>
                    <a:pt x="495048" y="1668810"/>
                  </a:lnTo>
                  <a:lnTo>
                    <a:pt x="493766" y="1668810"/>
                  </a:lnTo>
                  <a:lnTo>
                    <a:pt x="492484" y="1668810"/>
                  </a:lnTo>
                  <a:lnTo>
                    <a:pt x="491202" y="1668810"/>
                  </a:lnTo>
                  <a:lnTo>
                    <a:pt x="489920" y="1668810"/>
                  </a:lnTo>
                  <a:lnTo>
                    <a:pt x="488638" y="1668810"/>
                  </a:lnTo>
                  <a:lnTo>
                    <a:pt x="487357" y="1668810"/>
                  </a:lnTo>
                  <a:lnTo>
                    <a:pt x="486075" y="1668810"/>
                  </a:lnTo>
                  <a:lnTo>
                    <a:pt x="484793" y="1668810"/>
                  </a:lnTo>
                  <a:lnTo>
                    <a:pt x="483511" y="1668810"/>
                  </a:lnTo>
                  <a:lnTo>
                    <a:pt x="482229" y="1668810"/>
                  </a:lnTo>
                  <a:lnTo>
                    <a:pt x="480947" y="1668810"/>
                  </a:lnTo>
                  <a:lnTo>
                    <a:pt x="479666" y="1668810"/>
                  </a:lnTo>
                  <a:lnTo>
                    <a:pt x="478384" y="1668810"/>
                  </a:lnTo>
                  <a:lnTo>
                    <a:pt x="477102" y="1668810"/>
                  </a:lnTo>
                  <a:lnTo>
                    <a:pt x="475820" y="1668810"/>
                  </a:lnTo>
                  <a:lnTo>
                    <a:pt x="474538" y="1668810"/>
                  </a:lnTo>
                  <a:lnTo>
                    <a:pt x="473256" y="1668810"/>
                  </a:lnTo>
                  <a:lnTo>
                    <a:pt x="471974" y="1668810"/>
                  </a:lnTo>
                  <a:lnTo>
                    <a:pt x="470693" y="1668810"/>
                  </a:lnTo>
                  <a:lnTo>
                    <a:pt x="469411" y="1668810"/>
                  </a:lnTo>
                  <a:lnTo>
                    <a:pt x="468129" y="1668810"/>
                  </a:lnTo>
                  <a:lnTo>
                    <a:pt x="466847" y="1668810"/>
                  </a:lnTo>
                  <a:lnTo>
                    <a:pt x="465565" y="1668810"/>
                  </a:lnTo>
                  <a:lnTo>
                    <a:pt x="464283" y="1668810"/>
                  </a:lnTo>
                  <a:lnTo>
                    <a:pt x="463002" y="1668810"/>
                  </a:lnTo>
                  <a:lnTo>
                    <a:pt x="461720" y="1668810"/>
                  </a:lnTo>
                  <a:lnTo>
                    <a:pt x="460438" y="1668810"/>
                  </a:lnTo>
                  <a:lnTo>
                    <a:pt x="459156" y="1668810"/>
                  </a:lnTo>
                  <a:lnTo>
                    <a:pt x="457874" y="1668810"/>
                  </a:lnTo>
                  <a:lnTo>
                    <a:pt x="456592" y="1668810"/>
                  </a:lnTo>
                  <a:lnTo>
                    <a:pt x="455311" y="1668810"/>
                  </a:lnTo>
                  <a:lnTo>
                    <a:pt x="454029" y="1668810"/>
                  </a:lnTo>
                  <a:lnTo>
                    <a:pt x="452747" y="1668810"/>
                  </a:lnTo>
                  <a:lnTo>
                    <a:pt x="451465" y="1668810"/>
                  </a:lnTo>
                  <a:lnTo>
                    <a:pt x="450183" y="1668810"/>
                  </a:lnTo>
                  <a:lnTo>
                    <a:pt x="448901" y="1668810"/>
                  </a:lnTo>
                  <a:lnTo>
                    <a:pt x="447619" y="1668810"/>
                  </a:lnTo>
                  <a:lnTo>
                    <a:pt x="446338" y="1668810"/>
                  </a:lnTo>
                  <a:lnTo>
                    <a:pt x="445056" y="1668810"/>
                  </a:lnTo>
                  <a:lnTo>
                    <a:pt x="443774" y="1668810"/>
                  </a:lnTo>
                  <a:lnTo>
                    <a:pt x="442492" y="1668810"/>
                  </a:lnTo>
                  <a:lnTo>
                    <a:pt x="441210" y="1668810"/>
                  </a:lnTo>
                  <a:lnTo>
                    <a:pt x="439928" y="1668810"/>
                  </a:lnTo>
                  <a:lnTo>
                    <a:pt x="438647" y="1668810"/>
                  </a:lnTo>
                  <a:lnTo>
                    <a:pt x="437365" y="1668810"/>
                  </a:lnTo>
                  <a:lnTo>
                    <a:pt x="436083" y="1668810"/>
                  </a:lnTo>
                  <a:lnTo>
                    <a:pt x="434801" y="1668810"/>
                  </a:lnTo>
                  <a:lnTo>
                    <a:pt x="433519" y="1668810"/>
                  </a:lnTo>
                  <a:lnTo>
                    <a:pt x="432237" y="1668810"/>
                  </a:lnTo>
                  <a:lnTo>
                    <a:pt x="430955" y="1668810"/>
                  </a:lnTo>
                  <a:lnTo>
                    <a:pt x="429674" y="1668810"/>
                  </a:lnTo>
                  <a:lnTo>
                    <a:pt x="428392" y="1668810"/>
                  </a:lnTo>
                  <a:lnTo>
                    <a:pt x="427110" y="1668810"/>
                  </a:lnTo>
                  <a:lnTo>
                    <a:pt x="425828" y="1668810"/>
                  </a:lnTo>
                  <a:lnTo>
                    <a:pt x="424546" y="1668810"/>
                  </a:lnTo>
                  <a:lnTo>
                    <a:pt x="423264" y="1668810"/>
                  </a:lnTo>
                  <a:lnTo>
                    <a:pt x="421983" y="1668810"/>
                  </a:lnTo>
                  <a:lnTo>
                    <a:pt x="420701" y="1668810"/>
                  </a:lnTo>
                  <a:lnTo>
                    <a:pt x="419419" y="1668810"/>
                  </a:lnTo>
                  <a:lnTo>
                    <a:pt x="418137" y="1668810"/>
                  </a:lnTo>
                  <a:lnTo>
                    <a:pt x="416855" y="1668810"/>
                  </a:lnTo>
                  <a:lnTo>
                    <a:pt x="415573" y="1668810"/>
                  </a:lnTo>
                  <a:lnTo>
                    <a:pt x="414292" y="1668810"/>
                  </a:lnTo>
                  <a:lnTo>
                    <a:pt x="413010" y="1668810"/>
                  </a:lnTo>
                  <a:lnTo>
                    <a:pt x="411728" y="1668810"/>
                  </a:lnTo>
                  <a:lnTo>
                    <a:pt x="410446" y="1668810"/>
                  </a:lnTo>
                  <a:lnTo>
                    <a:pt x="409164" y="1668810"/>
                  </a:lnTo>
                  <a:lnTo>
                    <a:pt x="407882" y="1668810"/>
                  </a:lnTo>
                  <a:lnTo>
                    <a:pt x="406600" y="1668810"/>
                  </a:lnTo>
                  <a:lnTo>
                    <a:pt x="405319" y="1668810"/>
                  </a:lnTo>
                  <a:lnTo>
                    <a:pt x="404037" y="1668810"/>
                  </a:lnTo>
                  <a:lnTo>
                    <a:pt x="402755" y="1668810"/>
                  </a:lnTo>
                  <a:lnTo>
                    <a:pt x="401473" y="1668810"/>
                  </a:lnTo>
                  <a:lnTo>
                    <a:pt x="400191" y="1668810"/>
                  </a:lnTo>
                  <a:lnTo>
                    <a:pt x="398909" y="1668810"/>
                  </a:lnTo>
                  <a:lnTo>
                    <a:pt x="397628" y="1668810"/>
                  </a:lnTo>
                  <a:lnTo>
                    <a:pt x="396346" y="1668810"/>
                  </a:lnTo>
                  <a:lnTo>
                    <a:pt x="395064" y="1668810"/>
                  </a:lnTo>
                  <a:lnTo>
                    <a:pt x="393782" y="1668810"/>
                  </a:lnTo>
                  <a:lnTo>
                    <a:pt x="392500" y="1668810"/>
                  </a:lnTo>
                  <a:lnTo>
                    <a:pt x="391218" y="1668810"/>
                  </a:lnTo>
                  <a:lnTo>
                    <a:pt x="389936" y="1668810"/>
                  </a:lnTo>
                  <a:lnTo>
                    <a:pt x="388655" y="1668810"/>
                  </a:lnTo>
                  <a:lnTo>
                    <a:pt x="387373" y="1668810"/>
                  </a:lnTo>
                  <a:lnTo>
                    <a:pt x="386091" y="1668810"/>
                  </a:lnTo>
                  <a:lnTo>
                    <a:pt x="384809" y="1668810"/>
                  </a:lnTo>
                  <a:lnTo>
                    <a:pt x="383527" y="1668810"/>
                  </a:lnTo>
                  <a:lnTo>
                    <a:pt x="382245" y="1668810"/>
                  </a:lnTo>
                  <a:lnTo>
                    <a:pt x="380964" y="1668810"/>
                  </a:lnTo>
                  <a:lnTo>
                    <a:pt x="379682" y="1668810"/>
                  </a:lnTo>
                  <a:lnTo>
                    <a:pt x="378400" y="1668810"/>
                  </a:lnTo>
                  <a:lnTo>
                    <a:pt x="377118" y="1668810"/>
                  </a:lnTo>
                  <a:lnTo>
                    <a:pt x="375836" y="1668810"/>
                  </a:lnTo>
                  <a:lnTo>
                    <a:pt x="374554" y="1668810"/>
                  </a:lnTo>
                  <a:lnTo>
                    <a:pt x="373272" y="1668810"/>
                  </a:lnTo>
                  <a:lnTo>
                    <a:pt x="371991" y="1668810"/>
                  </a:lnTo>
                  <a:lnTo>
                    <a:pt x="370709" y="1668810"/>
                  </a:lnTo>
                  <a:lnTo>
                    <a:pt x="369427" y="1668810"/>
                  </a:lnTo>
                  <a:lnTo>
                    <a:pt x="368145" y="1668810"/>
                  </a:lnTo>
                  <a:lnTo>
                    <a:pt x="366863" y="1668810"/>
                  </a:lnTo>
                  <a:lnTo>
                    <a:pt x="365581" y="1668810"/>
                  </a:lnTo>
                  <a:lnTo>
                    <a:pt x="364300" y="1668810"/>
                  </a:lnTo>
                  <a:lnTo>
                    <a:pt x="363018" y="1668810"/>
                  </a:lnTo>
                  <a:lnTo>
                    <a:pt x="361736" y="1668810"/>
                  </a:lnTo>
                  <a:lnTo>
                    <a:pt x="360454" y="1668810"/>
                  </a:lnTo>
                  <a:lnTo>
                    <a:pt x="359172" y="1668810"/>
                  </a:lnTo>
                  <a:lnTo>
                    <a:pt x="357890" y="1668810"/>
                  </a:lnTo>
                  <a:lnTo>
                    <a:pt x="356609" y="1668810"/>
                  </a:lnTo>
                  <a:lnTo>
                    <a:pt x="355327" y="1668810"/>
                  </a:lnTo>
                  <a:lnTo>
                    <a:pt x="354045" y="1668810"/>
                  </a:lnTo>
                  <a:lnTo>
                    <a:pt x="352763" y="1668810"/>
                  </a:lnTo>
                  <a:lnTo>
                    <a:pt x="351481" y="1668810"/>
                  </a:lnTo>
                  <a:lnTo>
                    <a:pt x="350199" y="1668810"/>
                  </a:lnTo>
                  <a:lnTo>
                    <a:pt x="348917" y="1668810"/>
                  </a:lnTo>
                  <a:lnTo>
                    <a:pt x="347636" y="1668810"/>
                  </a:lnTo>
                  <a:lnTo>
                    <a:pt x="346354" y="1668810"/>
                  </a:lnTo>
                  <a:lnTo>
                    <a:pt x="345072" y="1668810"/>
                  </a:lnTo>
                  <a:lnTo>
                    <a:pt x="343790" y="1668810"/>
                  </a:lnTo>
                  <a:lnTo>
                    <a:pt x="342508" y="1668810"/>
                  </a:lnTo>
                  <a:lnTo>
                    <a:pt x="341226" y="1668810"/>
                  </a:lnTo>
                  <a:lnTo>
                    <a:pt x="339945" y="1668810"/>
                  </a:lnTo>
                  <a:lnTo>
                    <a:pt x="338663" y="1668810"/>
                  </a:lnTo>
                  <a:lnTo>
                    <a:pt x="337381" y="1668810"/>
                  </a:lnTo>
                  <a:lnTo>
                    <a:pt x="336099" y="1668810"/>
                  </a:lnTo>
                  <a:lnTo>
                    <a:pt x="334817" y="1668810"/>
                  </a:lnTo>
                  <a:lnTo>
                    <a:pt x="333535" y="1668810"/>
                  </a:lnTo>
                  <a:lnTo>
                    <a:pt x="332253" y="1668810"/>
                  </a:lnTo>
                  <a:lnTo>
                    <a:pt x="330972" y="1668810"/>
                  </a:lnTo>
                  <a:lnTo>
                    <a:pt x="329690" y="1668810"/>
                  </a:lnTo>
                  <a:lnTo>
                    <a:pt x="328408" y="1668810"/>
                  </a:lnTo>
                  <a:lnTo>
                    <a:pt x="327126" y="1668810"/>
                  </a:lnTo>
                  <a:lnTo>
                    <a:pt x="325844" y="1668810"/>
                  </a:lnTo>
                  <a:lnTo>
                    <a:pt x="324562" y="1668810"/>
                  </a:lnTo>
                  <a:lnTo>
                    <a:pt x="323281" y="1668810"/>
                  </a:lnTo>
                  <a:lnTo>
                    <a:pt x="321999" y="1668810"/>
                  </a:lnTo>
                  <a:lnTo>
                    <a:pt x="320717" y="1668810"/>
                  </a:lnTo>
                  <a:lnTo>
                    <a:pt x="319435" y="1668810"/>
                  </a:lnTo>
                  <a:lnTo>
                    <a:pt x="318153" y="1668810"/>
                  </a:lnTo>
                  <a:lnTo>
                    <a:pt x="316871" y="1668810"/>
                  </a:lnTo>
                  <a:lnTo>
                    <a:pt x="315590" y="1668810"/>
                  </a:lnTo>
                  <a:lnTo>
                    <a:pt x="314308" y="1668810"/>
                  </a:lnTo>
                  <a:lnTo>
                    <a:pt x="313026" y="1668810"/>
                  </a:lnTo>
                  <a:lnTo>
                    <a:pt x="311744" y="1668810"/>
                  </a:lnTo>
                  <a:lnTo>
                    <a:pt x="310462" y="1668810"/>
                  </a:lnTo>
                  <a:lnTo>
                    <a:pt x="309180" y="1668810"/>
                  </a:lnTo>
                  <a:lnTo>
                    <a:pt x="307898" y="1668810"/>
                  </a:lnTo>
                  <a:lnTo>
                    <a:pt x="306617" y="1668810"/>
                  </a:lnTo>
                  <a:lnTo>
                    <a:pt x="305335" y="1668810"/>
                  </a:lnTo>
                  <a:lnTo>
                    <a:pt x="304053" y="1668810"/>
                  </a:lnTo>
                  <a:lnTo>
                    <a:pt x="302771" y="1668810"/>
                  </a:lnTo>
                  <a:lnTo>
                    <a:pt x="301489" y="1668810"/>
                  </a:lnTo>
                  <a:lnTo>
                    <a:pt x="300207" y="1668810"/>
                  </a:lnTo>
                  <a:lnTo>
                    <a:pt x="298926" y="1668810"/>
                  </a:lnTo>
                  <a:lnTo>
                    <a:pt x="297644" y="1668810"/>
                  </a:lnTo>
                  <a:lnTo>
                    <a:pt x="296362" y="1668810"/>
                  </a:lnTo>
                  <a:lnTo>
                    <a:pt x="295080" y="1668810"/>
                  </a:lnTo>
                  <a:lnTo>
                    <a:pt x="293798" y="1668810"/>
                  </a:lnTo>
                  <a:lnTo>
                    <a:pt x="292516" y="1668810"/>
                  </a:lnTo>
                  <a:lnTo>
                    <a:pt x="291234" y="1668810"/>
                  </a:lnTo>
                  <a:lnTo>
                    <a:pt x="289953" y="1668810"/>
                  </a:lnTo>
                  <a:lnTo>
                    <a:pt x="288671" y="1668810"/>
                  </a:lnTo>
                  <a:lnTo>
                    <a:pt x="287389" y="1668810"/>
                  </a:lnTo>
                  <a:lnTo>
                    <a:pt x="286107" y="1668810"/>
                  </a:lnTo>
                  <a:lnTo>
                    <a:pt x="284825" y="1668810"/>
                  </a:lnTo>
                  <a:lnTo>
                    <a:pt x="283543" y="1668810"/>
                  </a:lnTo>
                  <a:lnTo>
                    <a:pt x="282262" y="1668810"/>
                  </a:lnTo>
                  <a:lnTo>
                    <a:pt x="280980" y="1668810"/>
                  </a:lnTo>
                  <a:lnTo>
                    <a:pt x="279698" y="1668810"/>
                  </a:lnTo>
                  <a:lnTo>
                    <a:pt x="278416" y="1668810"/>
                  </a:lnTo>
                  <a:lnTo>
                    <a:pt x="277134" y="1668810"/>
                  </a:lnTo>
                  <a:lnTo>
                    <a:pt x="275852" y="1668810"/>
                  </a:lnTo>
                  <a:lnTo>
                    <a:pt x="274570" y="1668810"/>
                  </a:lnTo>
                  <a:lnTo>
                    <a:pt x="273289" y="1668810"/>
                  </a:lnTo>
                  <a:lnTo>
                    <a:pt x="272007" y="1668810"/>
                  </a:lnTo>
                  <a:lnTo>
                    <a:pt x="270725" y="1668810"/>
                  </a:lnTo>
                  <a:lnTo>
                    <a:pt x="269443" y="1668810"/>
                  </a:lnTo>
                  <a:lnTo>
                    <a:pt x="268161" y="1668810"/>
                  </a:lnTo>
                  <a:lnTo>
                    <a:pt x="266879" y="1668810"/>
                  </a:lnTo>
                  <a:lnTo>
                    <a:pt x="265598" y="1668810"/>
                  </a:lnTo>
                  <a:lnTo>
                    <a:pt x="264316" y="1668810"/>
                  </a:lnTo>
                  <a:lnTo>
                    <a:pt x="263034" y="1668810"/>
                  </a:lnTo>
                  <a:lnTo>
                    <a:pt x="261752" y="1668810"/>
                  </a:lnTo>
                  <a:lnTo>
                    <a:pt x="260470" y="1668810"/>
                  </a:lnTo>
                  <a:lnTo>
                    <a:pt x="259188" y="1668810"/>
                  </a:lnTo>
                  <a:lnTo>
                    <a:pt x="257907" y="1668810"/>
                  </a:lnTo>
                  <a:lnTo>
                    <a:pt x="256625" y="1668810"/>
                  </a:lnTo>
                  <a:lnTo>
                    <a:pt x="255343" y="1668810"/>
                  </a:lnTo>
                  <a:lnTo>
                    <a:pt x="254061" y="1668810"/>
                  </a:lnTo>
                  <a:lnTo>
                    <a:pt x="252779" y="1668810"/>
                  </a:lnTo>
                  <a:lnTo>
                    <a:pt x="251497" y="1668810"/>
                  </a:lnTo>
                  <a:lnTo>
                    <a:pt x="250215" y="1668810"/>
                  </a:lnTo>
                  <a:lnTo>
                    <a:pt x="248934" y="1668810"/>
                  </a:lnTo>
                  <a:lnTo>
                    <a:pt x="247652" y="1668810"/>
                  </a:lnTo>
                  <a:lnTo>
                    <a:pt x="246370" y="1668810"/>
                  </a:lnTo>
                  <a:lnTo>
                    <a:pt x="245088" y="1668810"/>
                  </a:lnTo>
                  <a:lnTo>
                    <a:pt x="243806" y="1668810"/>
                  </a:lnTo>
                  <a:lnTo>
                    <a:pt x="242524" y="1668810"/>
                  </a:lnTo>
                  <a:lnTo>
                    <a:pt x="241243" y="1668810"/>
                  </a:lnTo>
                  <a:lnTo>
                    <a:pt x="239961" y="1668810"/>
                  </a:lnTo>
                  <a:lnTo>
                    <a:pt x="238679" y="1668810"/>
                  </a:lnTo>
                  <a:lnTo>
                    <a:pt x="237397" y="1668810"/>
                  </a:lnTo>
                  <a:lnTo>
                    <a:pt x="236115" y="1668810"/>
                  </a:lnTo>
                  <a:lnTo>
                    <a:pt x="234833" y="1668810"/>
                  </a:lnTo>
                  <a:lnTo>
                    <a:pt x="233551" y="1668810"/>
                  </a:lnTo>
                  <a:lnTo>
                    <a:pt x="232270" y="1668810"/>
                  </a:lnTo>
                  <a:lnTo>
                    <a:pt x="230988" y="1668810"/>
                  </a:lnTo>
                  <a:lnTo>
                    <a:pt x="229706" y="1668810"/>
                  </a:lnTo>
                  <a:lnTo>
                    <a:pt x="228424" y="1668810"/>
                  </a:lnTo>
                  <a:lnTo>
                    <a:pt x="227142" y="1668810"/>
                  </a:lnTo>
                  <a:lnTo>
                    <a:pt x="225860" y="1668810"/>
                  </a:lnTo>
                  <a:lnTo>
                    <a:pt x="224579" y="1668810"/>
                  </a:lnTo>
                  <a:lnTo>
                    <a:pt x="223297" y="1668810"/>
                  </a:lnTo>
                  <a:lnTo>
                    <a:pt x="222015" y="1668810"/>
                  </a:lnTo>
                  <a:lnTo>
                    <a:pt x="220733" y="1668810"/>
                  </a:lnTo>
                  <a:lnTo>
                    <a:pt x="219451" y="1668810"/>
                  </a:lnTo>
                  <a:lnTo>
                    <a:pt x="218169" y="1668810"/>
                  </a:lnTo>
                  <a:lnTo>
                    <a:pt x="216888" y="1668810"/>
                  </a:lnTo>
                  <a:lnTo>
                    <a:pt x="215606" y="1668810"/>
                  </a:lnTo>
                  <a:lnTo>
                    <a:pt x="214324" y="1668810"/>
                  </a:lnTo>
                  <a:lnTo>
                    <a:pt x="213042" y="1668810"/>
                  </a:lnTo>
                  <a:lnTo>
                    <a:pt x="211760" y="1668810"/>
                  </a:lnTo>
                  <a:lnTo>
                    <a:pt x="210478" y="1668810"/>
                  </a:lnTo>
                  <a:lnTo>
                    <a:pt x="209196" y="1668810"/>
                  </a:lnTo>
                  <a:lnTo>
                    <a:pt x="207915" y="1668810"/>
                  </a:lnTo>
                  <a:lnTo>
                    <a:pt x="206633" y="1668810"/>
                  </a:lnTo>
                  <a:lnTo>
                    <a:pt x="205351" y="1668810"/>
                  </a:lnTo>
                  <a:lnTo>
                    <a:pt x="204069" y="1668810"/>
                  </a:lnTo>
                  <a:lnTo>
                    <a:pt x="202787" y="1668810"/>
                  </a:lnTo>
                  <a:lnTo>
                    <a:pt x="201505" y="1668810"/>
                  </a:lnTo>
                  <a:lnTo>
                    <a:pt x="200224" y="1668810"/>
                  </a:lnTo>
                  <a:lnTo>
                    <a:pt x="198942" y="1668810"/>
                  </a:lnTo>
                  <a:lnTo>
                    <a:pt x="197660" y="1668810"/>
                  </a:lnTo>
                  <a:lnTo>
                    <a:pt x="196378" y="1668810"/>
                  </a:lnTo>
                  <a:lnTo>
                    <a:pt x="195096" y="1668810"/>
                  </a:lnTo>
                  <a:lnTo>
                    <a:pt x="193814" y="1668810"/>
                  </a:lnTo>
                  <a:lnTo>
                    <a:pt x="192532" y="1668810"/>
                  </a:lnTo>
                  <a:lnTo>
                    <a:pt x="191251" y="1668810"/>
                  </a:lnTo>
                  <a:lnTo>
                    <a:pt x="189969" y="1668810"/>
                  </a:lnTo>
                  <a:lnTo>
                    <a:pt x="188687" y="1668810"/>
                  </a:lnTo>
                  <a:lnTo>
                    <a:pt x="187405" y="1668810"/>
                  </a:lnTo>
                  <a:lnTo>
                    <a:pt x="186123" y="1668810"/>
                  </a:lnTo>
                  <a:lnTo>
                    <a:pt x="184841" y="1668810"/>
                  </a:lnTo>
                  <a:lnTo>
                    <a:pt x="183560" y="1668810"/>
                  </a:lnTo>
                  <a:lnTo>
                    <a:pt x="182278" y="1668810"/>
                  </a:lnTo>
                  <a:lnTo>
                    <a:pt x="180996" y="1668810"/>
                  </a:lnTo>
                  <a:lnTo>
                    <a:pt x="179714" y="1668810"/>
                  </a:lnTo>
                  <a:lnTo>
                    <a:pt x="178432" y="1668810"/>
                  </a:lnTo>
                  <a:lnTo>
                    <a:pt x="177150" y="1668810"/>
                  </a:lnTo>
                  <a:lnTo>
                    <a:pt x="175869" y="1668810"/>
                  </a:lnTo>
                  <a:lnTo>
                    <a:pt x="174587" y="1668810"/>
                  </a:lnTo>
                  <a:lnTo>
                    <a:pt x="173305" y="1668810"/>
                  </a:lnTo>
                  <a:lnTo>
                    <a:pt x="172023" y="1668810"/>
                  </a:lnTo>
                  <a:lnTo>
                    <a:pt x="170741" y="1668810"/>
                  </a:lnTo>
                  <a:lnTo>
                    <a:pt x="169459" y="1668810"/>
                  </a:lnTo>
                  <a:lnTo>
                    <a:pt x="168177" y="1668810"/>
                  </a:lnTo>
                  <a:lnTo>
                    <a:pt x="166896" y="1668810"/>
                  </a:lnTo>
                  <a:lnTo>
                    <a:pt x="165614" y="1668810"/>
                  </a:lnTo>
                  <a:lnTo>
                    <a:pt x="164332" y="1668810"/>
                  </a:lnTo>
                  <a:lnTo>
                    <a:pt x="163050" y="1668810"/>
                  </a:lnTo>
                  <a:lnTo>
                    <a:pt x="161768" y="1668810"/>
                  </a:lnTo>
                  <a:lnTo>
                    <a:pt x="160486" y="1668810"/>
                  </a:lnTo>
                  <a:lnTo>
                    <a:pt x="159205" y="1668810"/>
                  </a:lnTo>
                  <a:lnTo>
                    <a:pt x="157923" y="1668810"/>
                  </a:lnTo>
                  <a:lnTo>
                    <a:pt x="156641" y="1668810"/>
                  </a:lnTo>
                  <a:lnTo>
                    <a:pt x="155359" y="1668810"/>
                  </a:lnTo>
                  <a:lnTo>
                    <a:pt x="154077" y="1668810"/>
                  </a:lnTo>
                  <a:lnTo>
                    <a:pt x="152795" y="1668810"/>
                  </a:lnTo>
                  <a:lnTo>
                    <a:pt x="151513" y="1668810"/>
                  </a:lnTo>
                  <a:lnTo>
                    <a:pt x="150232" y="1668810"/>
                  </a:lnTo>
                  <a:lnTo>
                    <a:pt x="148950" y="1668810"/>
                  </a:lnTo>
                  <a:lnTo>
                    <a:pt x="147668" y="1668810"/>
                  </a:lnTo>
                  <a:lnTo>
                    <a:pt x="146386" y="1668810"/>
                  </a:lnTo>
                  <a:lnTo>
                    <a:pt x="145104" y="1668810"/>
                  </a:lnTo>
                  <a:lnTo>
                    <a:pt x="143822" y="1668810"/>
                  </a:lnTo>
                  <a:lnTo>
                    <a:pt x="142541" y="1668810"/>
                  </a:lnTo>
                  <a:lnTo>
                    <a:pt x="141259" y="1668810"/>
                  </a:lnTo>
                  <a:lnTo>
                    <a:pt x="139977" y="1668810"/>
                  </a:lnTo>
                  <a:lnTo>
                    <a:pt x="138695" y="1668810"/>
                  </a:lnTo>
                  <a:lnTo>
                    <a:pt x="137413" y="1668810"/>
                  </a:lnTo>
                  <a:lnTo>
                    <a:pt x="136131" y="1668810"/>
                  </a:lnTo>
                  <a:lnTo>
                    <a:pt x="134849" y="1668810"/>
                  </a:lnTo>
                  <a:lnTo>
                    <a:pt x="133568" y="1668810"/>
                  </a:lnTo>
                  <a:lnTo>
                    <a:pt x="132286" y="1668810"/>
                  </a:lnTo>
                  <a:lnTo>
                    <a:pt x="131004" y="1668810"/>
                  </a:lnTo>
                  <a:lnTo>
                    <a:pt x="129722" y="1668810"/>
                  </a:lnTo>
                  <a:lnTo>
                    <a:pt x="128440" y="1668810"/>
                  </a:lnTo>
                  <a:lnTo>
                    <a:pt x="127158" y="1668810"/>
                  </a:lnTo>
                  <a:lnTo>
                    <a:pt x="125877" y="1668810"/>
                  </a:lnTo>
                  <a:lnTo>
                    <a:pt x="124595" y="1668810"/>
                  </a:lnTo>
                  <a:lnTo>
                    <a:pt x="123313" y="1668810"/>
                  </a:lnTo>
                  <a:lnTo>
                    <a:pt x="122031" y="1668810"/>
                  </a:lnTo>
                  <a:lnTo>
                    <a:pt x="120749" y="1668810"/>
                  </a:lnTo>
                  <a:lnTo>
                    <a:pt x="119467" y="1668810"/>
                  </a:lnTo>
                  <a:lnTo>
                    <a:pt x="118186" y="1668810"/>
                  </a:lnTo>
                  <a:lnTo>
                    <a:pt x="116904" y="1668810"/>
                  </a:lnTo>
                  <a:lnTo>
                    <a:pt x="115622" y="1668810"/>
                  </a:lnTo>
                  <a:lnTo>
                    <a:pt x="114340" y="1668810"/>
                  </a:lnTo>
                  <a:lnTo>
                    <a:pt x="113058" y="1668810"/>
                  </a:lnTo>
                  <a:lnTo>
                    <a:pt x="111776" y="1668810"/>
                  </a:lnTo>
                  <a:lnTo>
                    <a:pt x="110494" y="1668810"/>
                  </a:lnTo>
                  <a:lnTo>
                    <a:pt x="109213" y="1668810"/>
                  </a:lnTo>
                  <a:lnTo>
                    <a:pt x="107931" y="1668810"/>
                  </a:lnTo>
                  <a:lnTo>
                    <a:pt x="106649" y="1668810"/>
                  </a:lnTo>
                  <a:lnTo>
                    <a:pt x="105367" y="1668810"/>
                  </a:lnTo>
                  <a:lnTo>
                    <a:pt x="104085" y="1668810"/>
                  </a:lnTo>
                  <a:lnTo>
                    <a:pt x="102803" y="1668810"/>
                  </a:lnTo>
                  <a:lnTo>
                    <a:pt x="101522" y="1668810"/>
                  </a:lnTo>
                  <a:lnTo>
                    <a:pt x="100240" y="1668810"/>
                  </a:lnTo>
                  <a:lnTo>
                    <a:pt x="98958" y="1668810"/>
                  </a:lnTo>
                  <a:lnTo>
                    <a:pt x="97676" y="1668810"/>
                  </a:lnTo>
                  <a:lnTo>
                    <a:pt x="96394" y="1668810"/>
                  </a:lnTo>
                  <a:lnTo>
                    <a:pt x="95112" y="1668810"/>
                  </a:lnTo>
                  <a:lnTo>
                    <a:pt x="93830" y="1668810"/>
                  </a:lnTo>
                  <a:lnTo>
                    <a:pt x="92549" y="1668810"/>
                  </a:lnTo>
                  <a:lnTo>
                    <a:pt x="91267" y="1668810"/>
                  </a:lnTo>
                  <a:lnTo>
                    <a:pt x="89985" y="1668810"/>
                  </a:lnTo>
                  <a:lnTo>
                    <a:pt x="88703" y="1668810"/>
                  </a:lnTo>
                  <a:lnTo>
                    <a:pt x="87421" y="1668810"/>
                  </a:lnTo>
                  <a:lnTo>
                    <a:pt x="86139" y="1668810"/>
                  </a:lnTo>
                  <a:lnTo>
                    <a:pt x="84858" y="1668810"/>
                  </a:lnTo>
                  <a:lnTo>
                    <a:pt x="83576" y="1668810"/>
                  </a:lnTo>
                  <a:lnTo>
                    <a:pt x="82294" y="1668810"/>
                  </a:lnTo>
                  <a:lnTo>
                    <a:pt x="81012" y="1668810"/>
                  </a:lnTo>
                  <a:lnTo>
                    <a:pt x="79730" y="1668810"/>
                  </a:lnTo>
                  <a:lnTo>
                    <a:pt x="78448" y="1668810"/>
                  </a:lnTo>
                  <a:lnTo>
                    <a:pt x="77167" y="1668810"/>
                  </a:lnTo>
                  <a:lnTo>
                    <a:pt x="75885" y="1668810"/>
                  </a:lnTo>
                  <a:lnTo>
                    <a:pt x="74603" y="1668810"/>
                  </a:lnTo>
                  <a:lnTo>
                    <a:pt x="73321" y="1668810"/>
                  </a:lnTo>
                  <a:lnTo>
                    <a:pt x="72039" y="1668810"/>
                  </a:lnTo>
                  <a:lnTo>
                    <a:pt x="70757" y="1668810"/>
                  </a:lnTo>
                  <a:lnTo>
                    <a:pt x="69475" y="1668810"/>
                  </a:lnTo>
                  <a:lnTo>
                    <a:pt x="68194" y="1668810"/>
                  </a:lnTo>
                  <a:lnTo>
                    <a:pt x="66912" y="1668810"/>
                  </a:lnTo>
                  <a:lnTo>
                    <a:pt x="65630" y="1668810"/>
                  </a:lnTo>
                  <a:lnTo>
                    <a:pt x="64348" y="1668810"/>
                  </a:lnTo>
                  <a:lnTo>
                    <a:pt x="63066" y="1668810"/>
                  </a:lnTo>
                  <a:lnTo>
                    <a:pt x="61784" y="1668810"/>
                  </a:lnTo>
                  <a:lnTo>
                    <a:pt x="60503" y="1668810"/>
                  </a:lnTo>
                  <a:lnTo>
                    <a:pt x="59221" y="1668810"/>
                  </a:lnTo>
                  <a:lnTo>
                    <a:pt x="57939" y="1668810"/>
                  </a:lnTo>
                  <a:lnTo>
                    <a:pt x="56657" y="1668810"/>
                  </a:lnTo>
                  <a:lnTo>
                    <a:pt x="55375" y="1668810"/>
                  </a:lnTo>
                  <a:lnTo>
                    <a:pt x="54093" y="1668810"/>
                  </a:lnTo>
                  <a:lnTo>
                    <a:pt x="52811" y="1668810"/>
                  </a:lnTo>
                  <a:lnTo>
                    <a:pt x="51530" y="1668810"/>
                  </a:lnTo>
                  <a:lnTo>
                    <a:pt x="50248" y="1668810"/>
                  </a:lnTo>
                  <a:lnTo>
                    <a:pt x="48966" y="1668810"/>
                  </a:lnTo>
                  <a:lnTo>
                    <a:pt x="47684" y="1668810"/>
                  </a:lnTo>
                  <a:lnTo>
                    <a:pt x="46402" y="1668810"/>
                  </a:lnTo>
                  <a:lnTo>
                    <a:pt x="45120" y="1668810"/>
                  </a:lnTo>
                  <a:lnTo>
                    <a:pt x="43839" y="1668810"/>
                  </a:lnTo>
                  <a:lnTo>
                    <a:pt x="42557" y="1668810"/>
                  </a:lnTo>
                  <a:lnTo>
                    <a:pt x="41275" y="1668810"/>
                  </a:lnTo>
                  <a:lnTo>
                    <a:pt x="39993" y="1668810"/>
                  </a:lnTo>
                  <a:lnTo>
                    <a:pt x="38711" y="1668810"/>
                  </a:lnTo>
                  <a:lnTo>
                    <a:pt x="37429" y="1668810"/>
                  </a:lnTo>
                  <a:lnTo>
                    <a:pt x="36148" y="1668810"/>
                  </a:lnTo>
                  <a:lnTo>
                    <a:pt x="34866" y="1668810"/>
                  </a:lnTo>
                  <a:lnTo>
                    <a:pt x="33584" y="1668810"/>
                  </a:lnTo>
                  <a:lnTo>
                    <a:pt x="32302" y="1668810"/>
                  </a:lnTo>
                  <a:lnTo>
                    <a:pt x="31020" y="1668810"/>
                  </a:lnTo>
                  <a:lnTo>
                    <a:pt x="29738" y="1668810"/>
                  </a:lnTo>
                  <a:lnTo>
                    <a:pt x="28456" y="1668810"/>
                  </a:lnTo>
                  <a:lnTo>
                    <a:pt x="27175" y="1668810"/>
                  </a:lnTo>
                  <a:lnTo>
                    <a:pt x="25893" y="1668810"/>
                  </a:lnTo>
                  <a:lnTo>
                    <a:pt x="24611" y="1668810"/>
                  </a:lnTo>
                  <a:lnTo>
                    <a:pt x="23329" y="1668810"/>
                  </a:lnTo>
                  <a:lnTo>
                    <a:pt x="22047" y="1668810"/>
                  </a:lnTo>
                  <a:lnTo>
                    <a:pt x="20765" y="1668810"/>
                  </a:lnTo>
                  <a:lnTo>
                    <a:pt x="19484" y="1668810"/>
                  </a:lnTo>
                  <a:lnTo>
                    <a:pt x="18202" y="1668810"/>
                  </a:lnTo>
                  <a:lnTo>
                    <a:pt x="16920" y="1668810"/>
                  </a:lnTo>
                  <a:lnTo>
                    <a:pt x="15638" y="1668810"/>
                  </a:lnTo>
                  <a:lnTo>
                    <a:pt x="14356" y="1668810"/>
                  </a:lnTo>
                  <a:lnTo>
                    <a:pt x="13074" y="1668810"/>
                  </a:lnTo>
                  <a:lnTo>
                    <a:pt x="11792" y="1668810"/>
                  </a:lnTo>
                  <a:lnTo>
                    <a:pt x="10511" y="1668810"/>
                  </a:lnTo>
                  <a:lnTo>
                    <a:pt x="9229" y="1668810"/>
                  </a:lnTo>
                  <a:lnTo>
                    <a:pt x="7947" y="1668810"/>
                  </a:lnTo>
                  <a:lnTo>
                    <a:pt x="6665" y="1668810"/>
                  </a:lnTo>
                  <a:lnTo>
                    <a:pt x="5383" y="1668810"/>
                  </a:lnTo>
                  <a:lnTo>
                    <a:pt x="4101" y="1668810"/>
                  </a:lnTo>
                  <a:lnTo>
                    <a:pt x="2820" y="1668810"/>
                  </a:lnTo>
                  <a:lnTo>
                    <a:pt x="1538" y="1668810"/>
                  </a:lnTo>
                  <a:lnTo>
                    <a:pt x="256" y="1668810"/>
                  </a:lnTo>
                  <a:lnTo>
                    <a:pt x="0" y="1668810"/>
                  </a:lnTo>
                  <a:close/>
                </a:path>
              </a:pathLst>
            </a:custGeom>
            <a:solidFill>
              <a:srgbClr val="40E0D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2" name="pl162"/>
            <p:cNvSpPr/>
            <p:nvPr/>
          </p:nvSpPr>
          <p:spPr>
            <a:xfrm>
              <a:off x="382728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3871311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l164"/>
            <p:cNvSpPr/>
            <p:nvPr/>
          </p:nvSpPr>
          <p:spPr>
            <a:xfrm>
              <a:off x="622670" y="2355589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tx165"/>
            <p:cNvSpPr/>
            <p:nvPr/>
          </p:nvSpPr>
          <p:spPr>
            <a:xfrm>
              <a:off x="488934" y="3858667"/>
              <a:ext cx="71105" cy="830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5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488934" y="3459088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6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488934" y="3064038"/>
              <a:ext cx="71105" cy="8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7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488934" y="2662877"/>
              <a:ext cx="71105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8</a:t>
              </a:r>
            </a:p>
          </p:txBody>
        </p:sp>
        <p:sp>
          <p:nvSpPr>
            <p:cNvPr id="169" name="pl169"/>
            <p:cNvSpPr/>
            <p:nvPr/>
          </p:nvSpPr>
          <p:spPr>
            <a:xfrm>
              <a:off x="587875" y="3900986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l170"/>
            <p:cNvSpPr/>
            <p:nvPr/>
          </p:nvSpPr>
          <p:spPr>
            <a:xfrm>
              <a:off x="587875" y="3502881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l171"/>
            <p:cNvSpPr/>
            <p:nvPr/>
          </p:nvSpPr>
          <p:spPr>
            <a:xfrm>
              <a:off x="587875" y="3104775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l172"/>
            <p:cNvSpPr/>
            <p:nvPr/>
          </p:nvSpPr>
          <p:spPr>
            <a:xfrm>
              <a:off x="587875" y="2706670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l173"/>
            <p:cNvSpPr/>
            <p:nvPr/>
          </p:nvSpPr>
          <p:spPr>
            <a:xfrm>
              <a:off x="622670" y="4024399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l174"/>
            <p:cNvSpPr/>
            <p:nvPr/>
          </p:nvSpPr>
          <p:spPr>
            <a:xfrm>
              <a:off x="3026384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6230994" y="4024399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tx176"/>
            <p:cNvSpPr/>
            <p:nvPr/>
          </p:nvSpPr>
          <p:spPr>
            <a:xfrm>
              <a:off x="2741963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35300000</a:t>
              </a:r>
            </a:p>
          </p:txBody>
        </p:sp>
        <p:sp>
          <p:nvSpPr>
            <p:cNvPr id="177" name="tx177"/>
            <p:cNvSpPr/>
            <p:nvPr/>
          </p:nvSpPr>
          <p:spPr>
            <a:xfrm>
              <a:off x="5946573" y="4083973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35350000</a:t>
              </a:r>
            </a:p>
          </p:txBody>
        </p:sp>
        <p:sp>
          <p:nvSpPr>
            <p:cNvPr id="178" name="tx178"/>
            <p:cNvSpPr/>
            <p:nvPr/>
          </p:nvSpPr>
          <p:spPr>
            <a:xfrm>
              <a:off x="4533911" y="4193188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179" name="tx179"/>
            <p:cNvSpPr/>
            <p:nvPr/>
          </p:nvSpPr>
          <p:spPr>
            <a:xfrm rot="-5400000">
              <a:off x="96391" y="3139073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180" name="tx180"/>
            <p:cNvSpPr/>
            <p:nvPr/>
          </p:nvSpPr>
          <p:spPr>
            <a:xfrm>
              <a:off x="622670" y="2084226"/>
              <a:ext cx="700273" cy="16690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dko_k27</a:t>
              </a:r>
            </a:p>
          </p:txBody>
        </p:sp>
        <p:sp>
          <p:nvSpPr>
            <p:cNvPr id="181" name="rc181"/>
            <p:cNvSpPr/>
            <p:nvPr/>
          </p:nvSpPr>
          <p:spPr>
            <a:xfrm>
              <a:off x="622670" y="4685334"/>
              <a:ext cx="8375825" cy="166881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622670" y="5352858"/>
              <a:ext cx="8375825" cy="1001286"/>
            </a:xfrm>
            <a:custGeom>
              <a:avLst/>
              <a:pathLst>
                <a:path w="8375825" h="1001286">
                  <a:moveTo>
                    <a:pt x="0" y="445016"/>
                  </a:moveTo>
                  <a:lnTo>
                    <a:pt x="256" y="445016"/>
                  </a:lnTo>
                  <a:lnTo>
                    <a:pt x="1538" y="447797"/>
                  </a:lnTo>
                  <a:lnTo>
                    <a:pt x="2820" y="392170"/>
                  </a:lnTo>
                  <a:lnTo>
                    <a:pt x="4101" y="445016"/>
                  </a:lnTo>
                  <a:lnTo>
                    <a:pt x="5383" y="445016"/>
                  </a:lnTo>
                  <a:lnTo>
                    <a:pt x="6665" y="445016"/>
                  </a:lnTo>
                  <a:lnTo>
                    <a:pt x="7947" y="394951"/>
                  </a:lnTo>
                  <a:lnTo>
                    <a:pt x="9229" y="389389"/>
                  </a:lnTo>
                  <a:lnTo>
                    <a:pt x="10511" y="389389"/>
                  </a:lnTo>
                  <a:lnTo>
                    <a:pt x="11792" y="389389"/>
                  </a:lnTo>
                  <a:lnTo>
                    <a:pt x="13074" y="408858"/>
                  </a:lnTo>
                  <a:lnTo>
                    <a:pt x="14356" y="458922"/>
                  </a:lnTo>
                  <a:lnTo>
                    <a:pt x="15638" y="500643"/>
                  </a:lnTo>
                  <a:lnTo>
                    <a:pt x="16920" y="525675"/>
                  </a:lnTo>
                  <a:lnTo>
                    <a:pt x="18202" y="556270"/>
                  </a:lnTo>
                  <a:lnTo>
                    <a:pt x="19484" y="603553"/>
                  </a:lnTo>
                  <a:lnTo>
                    <a:pt x="20765" y="611897"/>
                  </a:lnTo>
                  <a:lnTo>
                    <a:pt x="22047" y="645273"/>
                  </a:lnTo>
                  <a:lnTo>
                    <a:pt x="23329" y="714807"/>
                  </a:lnTo>
                  <a:lnTo>
                    <a:pt x="24611" y="723151"/>
                  </a:lnTo>
                  <a:lnTo>
                    <a:pt x="25893" y="723151"/>
                  </a:lnTo>
                  <a:lnTo>
                    <a:pt x="27175" y="723151"/>
                  </a:lnTo>
                  <a:lnTo>
                    <a:pt x="28456" y="723151"/>
                  </a:lnTo>
                  <a:lnTo>
                    <a:pt x="29738" y="723151"/>
                  </a:lnTo>
                  <a:lnTo>
                    <a:pt x="31020" y="731495"/>
                  </a:lnTo>
                  <a:lnTo>
                    <a:pt x="32302" y="723151"/>
                  </a:lnTo>
                  <a:lnTo>
                    <a:pt x="33584" y="706463"/>
                  </a:lnTo>
                  <a:lnTo>
                    <a:pt x="34866" y="778778"/>
                  </a:lnTo>
                  <a:lnTo>
                    <a:pt x="36148" y="778778"/>
                  </a:lnTo>
                  <a:lnTo>
                    <a:pt x="37429" y="778778"/>
                  </a:lnTo>
                  <a:lnTo>
                    <a:pt x="38711" y="778778"/>
                  </a:lnTo>
                  <a:lnTo>
                    <a:pt x="39993" y="826061"/>
                  </a:lnTo>
                  <a:lnTo>
                    <a:pt x="41275" y="834405"/>
                  </a:lnTo>
                  <a:lnTo>
                    <a:pt x="42557" y="834405"/>
                  </a:lnTo>
                  <a:lnTo>
                    <a:pt x="43839" y="834405"/>
                  </a:lnTo>
                  <a:lnTo>
                    <a:pt x="45120" y="856655"/>
                  </a:lnTo>
                  <a:lnTo>
                    <a:pt x="46402" y="890032"/>
                  </a:lnTo>
                  <a:lnTo>
                    <a:pt x="47684" y="890032"/>
                  </a:lnTo>
                  <a:lnTo>
                    <a:pt x="48966" y="890032"/>
                  </a:lnTo>
                  <a:lnTo>
                    <a:pt x="50248" y="890032"/>
                  </a:lnTo>
                  <a:lnTo>
                    <a:pt x="51530" y="890032"/>
                  </a:lnTo>
                  <a:lnTo>
                    <a:pt x="52811" y="890032"/>
                  </a:lnTo>
                  <a:lnTo>
                    <a:pt x="54093" y="890032"/>
                  </a:lnTo>
                  <a:lnTo>
                    <a:pt x="55375" y="890032"/>
                  </a:lnTo>
                  <a:lnTo>
                    <a:pt x="56657" y="890032"/>
                  </a:lnTo>
                  <a:lnTo>
                    <a:pt x="57939" y="890032"/>
                  </a:lnTo>
                  <a:lnTo>
                    <a:pt x="59221" y="890032"/>
                  </a:lnTo>
                  <a:lnTo>
                    <a:pt x="60503" y="890032"/>
                  </a:lnTo>
                  <a:lnTo>
                    <a:pt x="61784" y="890032"/>
                  </a:lnTo>
                  <a:lnTo>
                    <a:pt x="63066" y="931752"/>
                  </a:lnTo>
                  <a:lnTo>
                    <a:pt x="64348" y="945659"/>
                  </a:lnTo>
                  <a:lnTo>
                    <a:pt x="65630" y="998504"/>
                  </a:lnTo>
                  <a:lnTo>
                    <a:pt x="66912" y="956784"/>
                  </a:lnTo>
                  <a:lnTo>
                    <a:pt x="68194" y="945659"/>
                  </a:lnTo>
                  <a:lnTo>
                    <a:pt x="69475" y="937315"/>
                  </a:lnTo>
                  <a:lnTo>
                    <a:pt x="70757" y="890032"/>
                  </a:lnTo>
                  <a:lnTo>
                    <a:pt x="72039" y="890032"/>
                  </a:lnTo>
                  <a:lnTo>
                    <a:pt x="73321" y="890032"/>
                  </a:lnTo>
                  <a:lnTo>
                    <a:pt x="74603" y="890032"/>
                  </a:lnTo>
                  <a:lnTo>
                    <a:pt x="75885" y="890032"/>
                  </a:lnTo>
                  <a:lnTo>
                    <a:pt x="77167" y="890032"/>
                  </a:lnTo>
                  <a:lnTo>
                    <a:pt x="78448" y="837186"/>
                  </a:lnTo>
                  <a:lnTo>
                    <a:pt x="79730" y="834405"/>
                  </a:lnTo>
                  <a:lnTo>
                    <a:pt x="81012" y="834405"/>
                  </a:lnTo>
                  <a:lnTo>
                    <a:pt x="82294" y="809373"/>
                  </a:lnTo>
                  <a:lnTo>
                    <a:pt x="83576" y="778778"/>
                  </a:lnTo>
                  <a:lnTo>
                    <a:pt x="84858" y="778778"/>
                  </a:lnTo>
                  <a:lnTo>
                    <a:pt x="86139" y="778778"/>
                  </a:lnTo>
                  <a:lnTo>
                    <a:pt x="87421" y="778778"/>
                  </a:lnTo>
                  <a:lnTo>
                    <a:pt x="88703" y="778778"/>
                  </a:lnTo>
                  <a:lnTo>
                    <a:pt x="89985" y="723151"/>
                  </a:lnTo>
                  <a:lnTo>
                    <a:pt x="91267" y="723151"/>
                  </a:lnTo>
                  <a:lnTo>
                    <a:pt x="92549" y="723151"/>
                  </a:lnTo>
                  <a:lnTo>
                    <a:pt x="93830" y="723151"/>
                  </a:lnTo>
                  <a:lnTo>
                    <a:pt x="95112" y="723151"/>
                  </a:lnTo>
                  <a:lnTo>
                    <a:pt x="96394" y="723151"/>
                  </a:lnTo>
                  <a:lnTo>
                    <a:pt x="97676" y="723151"/>
                  </a:lnTo>
                  <a:lnTo>
                    <a:pt x="98958" y="764871"/>
                  </a:lnTo>
                  <a:lnTo>
                    <a:pt x="100240" y="778778"/>
                  </a:lnTo>
                  <a:lnTo>
                    <a:pt x="101522" y="784340"/>
                  </a:lnTo>
                  <a:lnTo>
                    <a:pt x="102803" y="834405"/>
                  </a:lnTo>
                  <a:lnTo>
                    <a:pt x="104085" y="834405"/>
                  </a:lnTo>
                  <a:lnTo>
                    <a:pt x="105367" y="834405"/>
                  </a:lnTo>
                  <a:lnTo>
                    <a:pt x="106649" y="834405"/>
                  </a:lnTo>
                  <a:lnTo>
                    <a:pt x="107931" y="828842"/>
                  </a:lnTo>
                  <a:lnTo>
                    <a:pt x="109213" y="734276"/>
                  </a:lnTo>
                  <a:lnTo>
                    <a:pt x="110494" y="773215"/>
                  </a:lnTo>
                  <a:lnTo>
                    <a:pt x="111776" y="778778"/>
                  </a:lnTo>
                  <a:lnTo>
                    <a:pt x="113058" y="778778"/>
                  </a:lnTo>
                  <a:lnTo>
                    <a:pt x="114340" y="784340"/>
                  </a:lnTo>
                  <a:lnTo>
                    <a:pt x="115622" y="778778"/>
                  </a:lnTo>
                  <a:lnTo>
                    <a:pt x="116904" y="778778"/>
                  </a:lnTo>
                  <a:lnTo>
                    <a:pt x="118186" y="778778"/>
                  </a:lnTo>
                  <a:lnTo>
                    <a:pt x="119467" y="778778"/>
                  </a:lnTo>
                  <a:lnTo>
                    <a:pt x="120749" y="778778"/>
                  </a:lnTo>
                  <a:lnTo>
                    <a:pt x="122031" y="831623"/>
                  </a:lnTo>
                  <a:lnTo>
                    <a:pt x="123313" y="834405"/>
                  </a:lnTo>
                  <a:lnTo>
                    <a:pt x="124595" y="834405"/>
                  </a:lnTo>
                  <a:lnTo>
                    <a:pt x="125877" y="834405"/>
                  </a:lnTo>
                  <a:lnTo>
                    <a:pt x="127158" y="834405"/>
                  </a:lnTo>
                  <a:lnTo>
                    <a:pt x="128440" y="834405"/>
                  </a:lnTo>
                  <a:lnTo>
                    <a:pt x="129722" y="834405"/>
                  </a:lnTo>
                  <a:lnTo>
                    <a:pt x="131004" y="834405"/>
                  </a:lnTo>
                  <a:lnTo>
                    <a:pt x="132286" y="834405"/>
                  </a:lnTo>
                  <a:lnTo>
                    <a:pt x="133568" y="834405"/>
                  </a:lnTo>
                  <a:lnTo>
                    <a:pt x="134849" y="834405"/>
                  </a:lnTo>
                  <a:lnTo>
                    <a:pt x="136131" y="834405"/>
                  </a:lnTo>
                  <a:lnTo>
                    <a:pt x="137413" y="834405"/>
                  </a:lnTo>
                  <a:lnTo>
                    <a:pt x="138695" y="826061"/>
                  </a:lnTo>
                  <a:lnTo>
                    <a:pt x="139977" y="781559"/>
                  </a:lnTo>
                  <a:lnTo>
                    <a:pt x="141259" y="834405"/>
                  </a:lnTo>
                  <a:lnTo>
                    <a:pt x="142541" y="778778"/>
                  </a:lnTo>
                  <a:lnTo>
                    <a:pt x="143822" y="778778"/>
                  </a:lnTo>
                  <a:lnTo>
                    <a:pt x="145104" y="778778"/>
                  </a:lnTo>
                  <a:lnTo>
                    <a:pt x="146386" y="792684"/>
                  </a:lnTo>
                  <a:lnTo>
                    <a:pt x="147668" y="834405"/>
                  </a:lnTo>
                  <a:lnTo>
                    <a:pt x="148950" y="834405"/>
                  </a:lnTo>
                  <a:lnTo>
                    <a:pt x="150232" y="834405"/>
                  </a:lnTo>
                  <a:lnTo>
                    <a:pt x="151513" y="834405"/>
                  </a:lnTo>
                  <a:lnTo>
                    <a:pt x="152795" y="834405"/>
                  </a:lnTo>
                  <a:lnTo>
                    <a:pt x="154077" y="834405"/>
                  </a:lnTo>
                  <a:lnTo>
                    <a:pt x="155359" y="834405"/>
                  </a:lnTo>
                  <a:lnTo>
                    <a:pt x="156641" y="834405"/>
                  </a:lnTo>
                  <a:lnTo>
                    <a:pt x="157923" y="834405"/>
                  </a:lnTo>
                  <a:lnTo>
                    <a:pt x="159205" y="834405"/>
                  </a:lnTo>
                  <a:lnTo>
                    <a:pt x="160486" y="834405"/>
                  </a:lnTo>
                  <a:lnTo>
                    <a:pt x="161768" y="834405"/>
                  </a:lnTo>
                  <a:lnTo>
                    <a:pt x="163050" y="834405"/>
                  </a:lnTo>
                  <a:lnTo>
                    <a:pt x="164332" y="834405"/>
                  </a:lnTo>
                  <a:lnTo>
                    <a:pt x="165614" y="834405"/>
                  </a:lnTo>
                  <a:lnTo>
                    <a:pt x="166896" y="834405"/>
                  </a:lnTo>
                  <a:lnTo>
                    <a:pt x="168177" y="817717"/>
                  </a:lnTo>
                  <a:lnTo>
                    <a:pt x="169459" y="778778"/>
                  </a:lnTo>
                  <a:lnTo>
                    <a:pt x="170741" y="784340"/>
                  </a:lnTo>
                  <a:lnTo>
                    <a:pt x="172023" y="834405"/>
                  </a:lnTo>
                  <a:lnTo>
                    <a:pt x="173305" y="870562"/>
                  </a:lnTo>
                  <a:lnTo>
                    <a:pt x="174587" y="945659"/>
                  </a:lnTo>
                  <a:lnTo>
                    <a:pt x="175869" y="945659"/>
                  </a:lnTo>
                  <a:lnTo>
                    <a:pt x="177150" y="945659"/>
                  </a:lnTo>
                  <a:lnTo>
                    <a:pt x="178432" y="945659"/>
                  </a:lnTo>
                  <a:lnTo>
                    <a:pt x="179714" y="945659"/>
                  </a:lnTo>
                  <a:lnTo>
                    <a:pt x="180996" y="945659"/>
                  </a:lnTo>
                  <a:lnTo>
                    <a:pt x="182278" y="937315"/>
                  </a:lnTo>
                  <a:lnTo>
                    <a:pt x="183560" y="890032"/>
                  </a:lnTo>
                  <a:lnTo>
                    <a:pt x="184841" y="890032"/>
                  </a:lnTo>
                  <a:lnTo>
                    <a:pt x="186123" y="890032"/>
                  </a:lnTo>
                  <a:lnTo>
                    <a:pt x="187405" y="890032"/>
                  </a:lnTo>
                  <a:lnTo>
                    <a:pt x="188687" y="890032"/>
                  </a:lnTo>
                  <a:lnTo>
                    <a:pt x="189969" y="890032"/>
                  </a:lnTo>
                  <a:lnTo>
                    <a:pt x="191251" y="890032"/>
                  </a:lnTo>
                  <a:lnTo>
                    <a:pt x="192532" y="890032"/>
                  </a:lnTo>
                  <a:lnTo>
                    <a:pt x="193814" y="890032"/>
                  </a:lnTo>
                  <a:lnTo>
                    <a:pt x="195096" y="890032"/>
                  </a:lnTo>
                  <a:lnTo>
                    <a:pt x="196378" y="890032"/>
                  </a:lnTo>
                  <a:lnTo>
                    <a:pt x="197660" y="881688"/>
                  </a:lnTo>
                  <a:lnTo>
                    <a:pt x="198942" y="834405"/>
                  </a:lnTo>
                  <a:lnTo>
                    <a:pt x="200224" y="848311"/>
                  </a:lnTo>
                  <a:lnTo>
                    <a:pt x="201505" y="890032"/>
                  </a:lnTo>
                  <a:lnTo>
                    <a:pt x="202787" y="890032"/>
                  </a:lnTo>
                  <a:lnTo>
                    <a:pt x="204069" y="884469"/>
                  </a:lnTo>
                  <a:lnTo>
                    <a:pt x="205351" y="834405"/>
                  </a:lnTo>
                  <a:lnTo>
                    <a:pt x="206633" y="787122"/>
                  </a:lnTo>
                  <a:lnTo>
                    <a:pt x="207915" y="778778"/>
                  </a:lnTo>
                  <a:lnTo>
                    <a:pt x="209196" y="778778"/>
                  </a:lnTo>
                  <a:lnTo>
                    <a:pt x="210478" y="778778"/>
                  </a:lnTo>
                  <a:lnTo>
                    <a:pt x="211760" y="778778"/>
                  </a:lnTo>
                  <a:lnTo>
                    <a:pt x="213042" y="778778"/>
                  </a:lnTo>
                  <a:lnTo>
                    <a:pt x="214324" y="784340"/>
                  </a:lnTo>
                  <a:lnTo>
                    <a:pt x="215606" y="834405"/>
                  </a:lnTo>
                  <a:lnTo>
                    <a:pt x="216888" y="834405"/>
                  </a:lnTo>
                  <a:lnTo>
                    <a:pt x="218169" y="834405"/>
                  </a:lnTo>
                  <a:lnTo>
                    <a:pt x="219451" y="834405"/>
                  </a:lnTo>
                  <a:lnTo>
                    <a:pt x="220733" y="834405"/>
                  </a:lnTo>
                  <a:lnTo>
                    <a:pt x="222015" y="834405"/>
                  </a:lnTo>
                  <a:lnTo>
                    <a:pt x="223297" y="834405"/>
                  </a:lnTo>
                  <a:lnTo>
                    <a:pt x="224579" y="834405"/>
                  </a:lnTo>
                  <a:lnTo>
                    <a:pt x="225860" y="834405"/>
                  </a:lnTo>
                  <a:lnTo>
                    <a:pt x="227142" y="834405"/>
                  </a:lnTo>
                  <a:lnTo>
                    <a:pt x="228424" y="823279"/>
                  </a:lnTo>
                  <a:lnTo>
                    <a:pt x="229706" y="775996"/>
                  </a:lnTo>
                  <a:lnTo>
                    <a:pt x="230988" y="778778"/>
                  </a:lnTo>
                  <a:lnTo>
                    <a:pt x="232270" y="778778"/>
                  </a:lnTo>
                  <a:lnTo>
                    <a:pt x="233551" y="778778"/>
                  </a:lnTo>
                  <a:lnTo>
                    <a:pt x="234833" y="778778"/>
                  </a:lnTo>
                  <a:lnTo>
                    <a:pt x="236115" y="781559"/>
                  </a:lnTo>
                  <a:lnTo>
                    <a:pt x="237397" y="834405"/>
                  </a:lnTo>
                  <a:lnTo>
                    <a:pt x="238679" y="878906"/>
                  </a:lnTo>
                  <a:lnTo>
                    <a:pt x="239961" y="845530"/>
                  </a:lnTo>
                  <a:lnTo>
                    <a:pt x="241243" y="809373"/>
                  </a:lnTo>
                  <a:lnTo>
                    <a:pt x="242524" y="778778"/>
                  </a:lnTo>
                  <a:lnTo>
                    <a:pt x="243806" y="778778"/>
                  </a:lnTo>
                  <a:lnTo>
                    <a:pt x="245088" y="753745"/>
                  </a:lnTo>
                  <a:lnTo>
                    <a:pt x="246370" y="714807"/>
                  </a:lnTo>
                  <a:lnTo>
                    <a:pt x="247652" y="667524"/>
                  </a:lnTo>
                  <a:lnTo>
                    <a:pt x="248934" y="667524"/>
                  </a:lnTo>
                  <a:lnTo>
                    <a:pt x="250215" y="667524"/>
                  </a:lnTo>
                  <a:lnTo>
                    <a:pt x="251497" y="648054"/>
                  </a:lnTo>
                  <a:lnTo>
                    <a:pt x="252779" y="586865"/>
                  </a:lnTo>
                  <a:lnTo>
                    <a:pt x="254061" y="556270"/>
                  </a:lnTo>
                  <a:lnTo>
                    <a:pt x="255343" y="542363"/>
                  </a:lnTo>
                  <a:lnTo>
                    <a:pt x="256625" y="500643"/>
                  </a:lnTo>
                  <a:lnTo>
                    <a:pt x="257907" y="483954"/>
                  </a:lnTo>
                  <a:lnTo>
                    <a:pt x="259188" y="445016"/>
                  </a:lnTo>
                  <a:lnTo>
                    <a:pt x="260470" y="453360"/>
                  </a:lnTo>
                  <a:lnTo>
                    <a:pt x="261752" y="450578"/>
                  </a:lnTo>
                  <a:lnTo>
                    <a:pt x="263034" y="445016"/>
                  </a:lnTo>
                  <a:lnTo>
                    <a:pt x="264316" y="445016"/>
                  </a:lnTo>
                  <a:lnTo>
                    <a:pt x="265598" y="445016"/>
                  </a:lnTo>
                  <a:lnTo>
                    <a:pt x="266879" y="414421"/>
                  </a:lnTo>
                  <a:lnTo>
                    <a:pt x="268161" y="389389"/>
                  </a:lnTo>
                  <a:lnTo>
                    <a:pt x="269443" y="389389"/>
                  </a:lnTo>
                  <a:lnTo>
                    <a:pt x="270725" y="389389"/>
                  </a:lnTo>
                  <a:lnTo>
                    <a:pt x="272007" y="431109"/>
                  </a:lnTo>
                  <a:lnTo>
                    <a:pt x="273289" y="467266"/>
                  </a:lnTo>
                  <a:lnTo>
                    <a:pt x="274570" y="475610"/>
                  </a:lnTo>
                  <a:lnTo>
                    <a:pt x="275852" y="445016"/>
                  </a:lnTo>
                  <a:lnTo>
                    <a:pt x="277134" y="442234"/>
                  </a:lnTo>
                  <a:lnTo>
                    <a:pt x="278416" y="425546"/>
                  </a:lnTo>
                  <a:lnTo>
                    <a:pt x="279698" y="419983"/>
                  </a:lnTo>
                  <a:lnTo>
                    <a:pt x="280980" y="389389"/>
                  </a:lnTo>
                  <a:lnTo>
                    <a:pt x="282262" y="389389"/>
                  </a:lnTo>
                  <a:lnTo>
                    <a:pt x="283543" y="406077"/>
                  </a:lnTo>
                  <a:lnTo>
                    <a:pt x="284825" y="467266"/>
                  </a:lnTo>
                  <a:lnTo>
                    <a:pt x="286107" y="500643"/>
                  </a:lnTo>
                  <a:lnTo>
                    <a:pt x="287389" y="511768"/>
                  </a:lnTo>
                  <a:lnTo>
                    <a:pt x="288671" y="556270"/>
                  </a:lnTo>
                  <a:lnTo>
                    <a:pt x="289953" y="570176"/>
                  </a:lnTo>
                  <a:lnTo>
                    <a:pt x="291234" y="611897"/>
                  </a:lnTo>
                  <a:lnTo>
                    <a:pt x="292516" y="611897"/>
                  </a:lnTo>
                  <a:lnTo>
                    <a:pt x="293798" y="661961"/>
                  </a:lnTo>
                  <a:lnTo>
                    <a:pt x="295080" y="723151"/>
                  </a:lnTo>
                  <a:lnTo>
                    <a:pt x="296362" y="723151"/>
                  </a:lnTo>
                  <a:lnTo>
                    <a:pt x="297644" y="723151"/>
                  </a:lnTo>
                  <a:lnTo>
                    <a:pt x="298926" y="734276"/>
                  </a:lnTo>
                  <a:lnTo>
                    <a:pt x="300207" y="723151"/>
                  </a:lnTo>
                  <a:lnTo>
                    <a:pt x="301489" y="723151"/>
                  </a:lnTo>
                  <a:lnTo>
                    <a:pt x="302771" y="723151"/>
                  </a:lnTo>
                  <a:lnTo>
                    <a:pt x="304053" y="723151"/>
                  </a:lnTo>
                  <a:lnTo>
                    <a:pt x="305335" y="723151"/>
                  </a:lnTo>
                  <a:lnTo>
                    <a:pt x="306617" y="745402"/>
                  </a:lnTo>
                  <a:lnTo>
                    <a:pt x="307898" y="778778"/>
                  </a:lnTo>
                  <a:lnTo>
                    <a:pt x="309180" y="801029"/>
                  </a:lnTo>
                  <a:lnTo>
                    <a:pt x="310462" y="856655"/>
                  </a:lnTo>
                  <a:lnTo>
                    <a:pt x="311744" y="912282"/>
                  </a:lnTo>
                  <a:lnTo>
                    <a:pt x="313026" y="945659"/>
                  </a:lnTo>
                  <a:lnTo>
                    <a:pt x="314308" y="945659"/>
                  </a:lnTo>
                  <a:lnTo>
                    <a:pt x="315590" y="945659"/>
                  </a:lnTo>
                  <a:lnTo>
                    <a:pt x="316871" y="945659"/>
                  </a:lnTo>
                  <a:lnTo>
                    <a:pt x="318153" y="945659"/>
                  </a:lnTo>
                  <a:lnTo>
                    <a:pt x="319435" y="945659"/>
                  </a:lnTo>
                  <a:lnTo>
                    <a:pt x="320717" y="945659"/>
                  </a:lnTo>
                  <a:lnTo>
                    <a:pt x="321999" y="945659"/>
                  </a:lnTo>
                  <a:lnTo>
                    <a:pt x="323281" y="945659"/>
                  </a:lnTo>
                  <a:lnTo>
                    <a:pt x="324562" y="945659"/>
                  </a:lnTo>
                  <a:lnTo>
                    <a:pt x="325844" y="945659"/>
                  </a:lnTo>
                  <a:lnTo>
                    <a:pt x="327126" y="945659"/>
                  </a:lnTo>
                  <a:lnTo>
                    <a:pt x="328408" y="945659"/>
                  </a:lnTo>
                  <a:lnTo>
                    <a:pt x="329690" y="945659"/>
                  </a:lnTo>
                  <a:lnTo>
                    <a:pt x="330972" y="920627"/>
                  </a:lnTo>
                  <a:lnTo>
                    <a:pt x="332253" y="945659"/>
                  </a:lnTo>
                  <a:lnTo>
                    <a:pt x="333535" y="945659"/>
                  </a:lnTo>
                  <a:lnTo>
                    <a:pt x="334817" y="945659"/>
                  </a:lnTo>
                  <a:lnTo>
                    <a:pt x="336099" y="917845"/>
                  </a:lnTo>
                  <a:lnTo>
                    <a:pt x="337381" y="834405"/>
                  </a:lnTo>
                  <a:lnTo>
                    <a:pt x="338663" y="834405"/>
                  </a:lnTo>
                  <a:lnTo>
                    <a:pt x="339945" y="792684"/>
                  </a:lnTo>
                  <a:lnTo>
                    <a:pt x="341226" y="759308"/>
                  </a:lnTo>
                  <a:lnTo>
                    <a:pt x="342508" y="723151"/>
                  </a:lnTo>
                  <a:lnTo>
                    <a:pt x="343790" y="695337"/>
                  </a:lnTo>
                  <a:lnTo>
                    <a:pt x="345072" y="617459"/>
                  </a:lnTo>
                  <a:lnTo>
                    <a:pt x="346354" y="611897"/>
                  </a:lnTo>
                  <a:lnTo>
                    <a:pt x="347636" y="611897"/>
                  </a:lnTo>
                  <a:lnTo>
                    <a:pt x="348917" y="611897"/>
                  </a:lnTo>
                  <a:lnTo>
                    <a:pt x="350199" y="611897"/>
                  </a:lnTo>
                  <a:lnTo>
                    <a:pt x="351481" y="545144"/>
                  </a:lnTo>
                  <a:lnTo>
                    <a:pt x="352763" y="470048"/>
                  </a:lnTo>
                  <a:lnTo>
                    <a:pt x="354045" y="445016"/>
                  </a:lnTo>
                  <a:lnTo>
                    <a:pt x="355327" y="445016"/>
                  </a:lnTo>
                  <a:lnTo>
                    <a:pt x="356609" y="389389"/>
                  </a:lnTo>
                  <a:lnTo>
                    <a:pt x="357890" y="389389"/>
                  </a:lnTo>
                  <a:lnTo>
                    <a:pt x="359172" y="389389"/>
                  </a:lnTo>
                  <a:lnTo>
                    <a:pt x="360454" y="389389"/>
                  </a:lnTo>
                  <a:lnTo>
                    <a:pt x="361736" y="344887"/>
                  </a:lnTo>
                  <a:lnTo>
                    <a:pt x="363018" y="369919"/>
                  </a:lnTo>
                  <a:lnTo>
                    <a:pt x="364300" y="389389"/>
                  </a:lnTo>
                  <a:lnTo>
                    <a:pt x="365581" y="389389"/>
                  </a:lnTo>
                  <a:lnTo>
                    <a:pt x="366863" y="361575"/>
                  </a:lnTo>
                  <a:lnTo>
                    <a:pt x="368145" y="356012"/>
                  </a:lnTo>
                  <a:lnTo>
                    <a:pt x="369427" y="397733"/>
                  </a:lnTo>
                  <a:lnTo>
                    <a:pt x="370709" y="389389"/>
                  </a:lnTo>
                  <a:lnTo>
                    <a:pt x="371991" y="428328"/>
                  </a:lnTo>
                  <a:lnTo>
                    <a:pt x="373272" y="414421"/>
                  </a:lnTo>
                  <a:lnTo>
                    <a:pt x="374554" y="445016"/>
                  </a:lnTo>
                  <a:lnTo>
                    <a:pt x="375836" y="461704"/>
                  </a:lnTo>
                  <a:lnTo>
                    <a:pt x="377118" y="492299"/>
                  </a:lnTo>
                  <a:lnTo>
                    <a:pt x="378400" y="500643"/>
                  </a:lnTo>
                  <a:lnTo>
                    <a:pt x="379682" y="500643"/>
                  </a:lnTo>
                  <a:lnTo>
                    <a:pt x="380964" y="500643"/>
                  </a:lnTo>
                  <a:lnTo>
                    <a:pt x="382245" y="500643"/>
                  </a:lnTo>
                  <a:lnTo>
                    <a:pt x="383527" y="561832"/>
                  </a:lnTo>
                  <a:lnTo>
                    <a:pt x="384809" y="639710"/>
                  </a:lnTo>
                  <a:lnTo>
                    <a:pt x="386091" y="667524"/>
                  </a:lnTo>
                  <a:lnTo>
                    <a:pt x="387373" y="650836"/>
                  </a:lnTo>
                  <a:lnTo>
                    <a:pt x="388655" y="664742"/>
                  </a:lnTo>
                  <a:lnTo>
                    <a:pt x="389936" y="667524"/>
                  </a:lnTo>
                  <a:lnTo>
                    <a:pt x="391218" y="667524"/>
                  </a:lnTo>
                  <a:lnTo>
                    <a:pt x="392500" y="667524"/>
                  </a:lnTo>
                  <a:lnTo>
                    <a:pt x="393782" y="709244"/>
                  </a:lnTo>
                  <a:lnTo>
                    <a:pt x="395064" y="723151"/>
                  </a:lnTo>
                  <a:lnTo>
                    <a:pt x="396346" y="723151"/>
                  </a:lnTo>
                  <a:lnTo>
                    <a:pt x="397628" y="723151"/>
                  </a:lnTo>
                  <a:lnTo>
                    <a:pt x="398909" y="748183"/>
                  </a:lnTo>
                  <a:lnTo>
                    <a:pt x="400191" y="750964"/>
                  </a:lnTo>
                  <a:lnTo>
                    <a:pt x="401473" y="767652"/>
                  </a:lnTo>
                  <a:lnTo>
                    <a:pt x="402755" y="778778"/>
                  </a:lnTo>
                  <a:lnTo>
                    <a:pt x="404037" y="778778"/>
                  </a:lnTo>
                  <a:lnTo>
                    <a:pt x="405319" y="823279"/>
                  </a:lnTo>
                  <a:lnTo>
                    <a:pt x="406600" y="787122"/>
                  </a:lnTo>
                  <a:lnTo>
                    <a:pt x="407882" y="784340"/>
                  </a:lnTo>
                  <a:lnTo>
                    <a:pt x="409164" y="834405"/>
                  </a:lnTo>
                  <a:lnTo>
                    <a:pt x="410446" y="834405"/>
                  </a:lnTo>
                  <a:lnTo>
                    <a:pt x="411728" y="834405"/>
                  </a:lnTo>
                  <a:lnTo>
                    <a:pt x="413010" y="834405"/>
                  </a:lnTo>
                  <a:lnTo>
                    <a:pt x="414292" y="781559"/>
                  </a:lnTo>
                  <a:lnTo>
                    <a:pt x="415573" y="778778"/>
                  </a:lnTo>
                  <a:lnTo>
                    <a:pt x="416855" y="778778"/>
                  </a:lnTo>
                  <a:lnTo>
                    <a:pt x="418137" y="778778"/>
                  </a:lnTo>
                  <a:lnTo>
                    <a:pt x="419419" y="792684"/>
                  </a:lnTo>
                  <a:lnTo>
                    <a:pt x="420701" y="834405"/>
                  </a:lnTo>
                  <a:lnTo>
                    <a:pt x="421983" y="834405"/>
                  </a:lnTo>
                  <a:lnTo>
                    <a:pt x="423264" y="828842"/>
                  </a:lnTo>
                  <a:lnTo>
                    <a:pt x="424546" y="778778"/>
                  </a:lnTo>
                  <a:lnTo>
                    <a:pt x="425828" y="778778"/>
                  </a:lnTo>
                  <a:lnTo>
                    <a:pt x="427110" y="778778"/>
                  </a:lnTo>
                  <a:lnTo>
                    <a:pt x="428392" y="731495"/>
                  </a:lnTo>
                  <a:lnTo>
                    <a:pt x="429674" y="723151"/>
                  </a:lnTo>
                  <a:lnTo>
                    <a:pt x="430955" y="723151"/>
                  </a:lnTo>
                  <a:lnTo>
                    <a:pt x="432237" y="714807"/>
                  </a:lnTo>
                  <a:lnTo>
                    <a:pt x="433519" y="723151"/>
                  </a:lnTo>
                  <a:lnTo>
                    <a:pt x="434801" y="723151"/>
                  </a:lnTo>
                  <a:lnTo>
                    <a:pt x="436083" y="723151"/>
                  </a:lnTo>
                  <a:lnTo>
                    <a:pt x="437365" y="723151"/>
                  </a:lnTo>
                  <a:lnTo>
                    <a:pt x="438647" y="767652"/>
                  </a:lnTo>
                  <a:lnTo>
                    <a:pt x="439928" y="778778"/>
                  </a:lnTo>
                  <a:lnTo>
                    <a:pt x="441210" y="778778"/>
                  </a:lnTo>
                  <a:lnTo>
                    <a:pt x="442492" y="778778"/>
                  </a:lnTo>
                  <a:lnTo>
                    <a:pt x="443774" y="778778"/>
                  </a:lnTo>
                  <a:lnTo>
                    <a:pt x="445056" y="748183"/>
                  </a:lnTo>
                  <a:lnTo>
                    <a:pt x="446338" y="773215"/>
                  </a:lnTo>
                  <a:lnTo>
                    <a:pt x="447619" y="748183"/>
                  </a:lnTo>
                  <a:lnTo>
                    <a:pt x="448901" y="695337"/>
                  </a:lnTo>
                  <a:lnTo>
                    <a:pt x="450183" y="667524"/>
                  </a:lnTo>
                  <a:lnTo>
                    <a:pt x="451465" y="667524"/>
                  </a:lnTo>
                  <a:lnTo>
                    <a:pt x="452747" y="636929"/>
                  </a:lnTo>
                  <a:lnTo>
                    <a:pt x="454029" y="611897"/>
                  </a:lnTo>
                  <a:lnTo>
                    <a:pt x="455311" y="614678"/>
                  </a:lnTo>
                  <a:lnTo>
                    <a:pt x="456592" y="664742"/>
                  </a:lnTo>
                  <a:lnTo>
                    <a:pt x="457874" y="611897"/>
                  </a:lnTo>
                  <a:lnTo>
                    <a:pt x="459156" y="611897"/>
                  </a:lnTo>
                  <a:lnTo>
                    <a:pt x="460438" y="656398"/>
                  </a:lnTo>
                  <a:lnTo>
                    <a:pt x="461720" y="667524"/>
                  </a:lnTo>
                  <a:lnTo>
                    <a:pt x="463002" y="634147"/>
                  </a:lnTo>
                  <a:lnTo>
                    <a:pt x="464283" y="489517"/>
                  </a:lnTo>
                  <a:lnTo>
                    <a:pt x="465565" y="445016"/>
                  </a:lnTo>
                  <a:lnTo>
                    <a:pt x="466847" y="445016"/>
                  </a:lnTo>
                  <a:lnTo>
                    <a:pt x="468129" y="445016"/>
                  </a:lnTo>
                  <a:lnTo>
                    <a:pt x="469411" y="445016"/>
                  </a:lnTo>
                  <a:lnTo>
                    <a:pt x="470693" y="397733"/>
                  </a:lnTo>
                  <a:lnTo>
                    <a:pt x="471974" y="389389"/>
                  </a:lnTo>
                  <a:lnTo>
                    <a:pt x="473256" y="389389"/>
                  </a:lnTo>
                  <a:lnTo>
                    <a:pt x="474538" y="389389"/>
                  </a:lnTo>
                  <a:lnTo>
                    <a:pt x="475820" y="389389"/>
                  </a:lnTo>
                  <a:lnTo>
                    <a:pt x="477102" y="417202"/>
                  </a:lnTo>
                  <a:lnTo>
                    <a:pt x="478384" y="445016"/>
                  </a:lnTo>
                  <a:lnTo>
                    <a:pt x="479666" y="472829"/>
                  </a:lnTo>
                  <a:lnTo>
                    <a:pt x="480947" y="525675"/>
                  </a:lnTo>
                  <a:lnTo>
                    <a:pt x="482229" y="556270"/>
                  </a:lnTo>
                  <a:lnTo>
                    <a:pt x="483511" y="556270"/>
                  </a:lnTo>
                  <a:lnTo>
                    <a:pt x="484793" y="584083"/>
                  </a:lnTo>
                  <a:lnTo>
                    <a:pt x="486075" y="611897"/>
                  </a:lnTo>
                  <a:lnTo>
                    <a:pt x="487357" y="611897"/>
                  </a:lnTo>
                  <a:lnTo>
                    <a:pt x="488638" y="589646"/>
                  </a:lnTo>
                  <a:lnTo>
                    <a:pt x="489920" y="611897"/>
                  </a:lnTo>
                  <a:lnTo>
                    <a:pt x="491202" y="611897"/>
                  </a:lnTo>
                  <a:lnTo>
                    <a:pt x="492484" y="611897"/>
                  </a:lnTo>
                  <a:lnTo>
                    <a:pt x="493766" y="572958"/>
                  </a:lnTo>
                  <a:lnTo>
                    <a:pt x="495048" y="547926"/>
                  </a:lnTo>
                  <a:lnTo>
                    <a:pt x="496330" y="698119"/>
                  </a:lnTo>
                  <a:lnTo>
                    <a:pt x="497611" y="717588"/>
                  </a:lnTo>
                  <a:lnTo>
                    <a:pt x="498893" y="559051"/>
                  </a:lnTo>
                  <a:lnTo>
                    <a:pt x="500175" y="500643"/>
                  </a:lnTo>
                  <a:lnTo>
                    <a:pt x="501457" y="500643"/>
                  </a:lnTo>
                  <a:lnTo>
                    <a:pt x="502739" y="545144"/>
                  </a:lnTo>
                  <a:lnTo>
                    <a:pt x="504021" y="556270"/>
                  </a:lnTo>
                  <a:lnTo>
                    <a:pt x="505302" y="528456"/>
                  </a:lnTo>
                  <a:lnTo>
                    <a:pt x="506584" y="500643"/>
                  </a:lnTo>
                  <a:lnTo>
                    <a:pt x="507866" y="500643"/>
                  </a:lnTo>
                  <a:lnTo>
                    <a:pt x="509148" y="500643"/>
                  </a:lnTo>
                  <a:lnTo>
                    <a:pt x="510430" y="500643"/>
                  </a:lnTo>
                  <a:lnTo>
                    <a:pt x="511712" y="461704"/>
                  </a:lnTo>
                  <a:lnTo>
                    <a:pt x="512993" y="445016"/>
                  </a:lnTo>
                  <a:lnTo>
                    <a:pt x="514275" y="445016"/>
                  </a:lnTo>
                  <a:lnTo>
                    <a:pt x="515557" y="445016"/>
                  </a:lnTo>
                  <a:lnTo>
                    <a:pt x="516839" y="445016"/>
                  </a:lnTo>
                  <a:lnTo>
                    <a:pt x="518121" y="445016"/>
                  </a:lnTo>
                  <a:lnTo>
                    <a:pt x="519403" y="400514"/>
                  </a:lnTo>
                  <a:lnTo>
                    <a:pt x="520685" y="408858"/>
                  </a:lnTo>
                  <a:lnTo>
                    <a:pt x="521966" y="442234"/>
                  </a:lnTo>
                  <a:lnTo>
                    <a:pt x="523248" y="389389"/>
                  </a:lnTo>
                  <a:lnTo>
                    <a:pt x="524530" y="350450"/>
                  </a:lnTo>
                  <a:lnTo>
                    <a:pt x="525812" y="314292"/>
                  </a:lnTo>
                  <a:lnTo>
                    <a:pt x="527094" y="325418"/>
                  </a:lnTo>
                  <a:lnTo>
                    <a:pt x="528376" y="333762"/>
                  </a:lnTo>
                  <a:lnTo>
                    <a:pt x="529657" y="372700"/>
                  </a:lnTo>
                  <a:lnTo>
                    <a:pt x="530939" y="492299"/>
                  </a:lnTo>
                  <a:lnTo>
                    <a:pt x="532221" y="556270"/>
                  </a:lnTo>
                  <a:lnTo>
                    <a:pt x="533503" y="556270"/>
                  </a:lnTo>
                  <a:lnTo>
                    <a:pt x="534785" y="556270"/>
                  </a:lnTo>
                  <a:lnTo>
                    <a:pt x="536067" y="556270"/>
                  </a:lnTo>
                  <a:lnTo>
                    <a:pt x="537349" y="581302"/>
                  </a:lnTo>
                  <a:lnTo>
                    <a:pt x="538630" y="611897"/>
                  </a:lnTo>
                  <a:lnTo>
                    <a:pt x="539912" y="611897"/>
                  </a:lnTo>
                  <a:lnTo>
                    <a:pt x="541194" y="575739"/>
                  </a:lnTo>
                  <a:lnTo>
                    <a:pt x="542476" y="556270"/>
                  </a:lnTo>
                  <a:lnTo>
                    <a:pt x="543758" y="592427"/>
                  </a:lnTo>
                  <a:lnTo>
                    <a:pt x="545040" y="611897"/>
                  </a:lnTo>
                  <a:lnTo>
                    <a:pt x="546321" y="611897"/>
                  </a:lnTo>
                  <a:lnTo>
                    <a:pt x="547603" y="611897"/>
                  </a:lnTo>
                  <a:lnTo>
                    <a:pt x="548885" y="611897"/>
                  </a:lnTo>
                  <a:lnTo>
                    <a:pt x="550167" y="611897"/>
                  </a:lnTo>
                  <a:lnTo>
                    <a:pt x="551449" y="653617"/>
                  </a:lnTo>
                  <a:lnTo>
                    <a:pt x="552731" y="667524"/>
                  </a:lnTo>
                  <a:lnTo>
                    <a:pt x="554013" y="667524"/>
                  </a:lnTo>
                  <a:lnTo>
                    <a:pt x="555294" y="723151"/>
                  </a:lnTo>
                  <a:lnTo>
                    <a:pt x="556576" y="756527"/>
                  </a:lnTo>
                  <a:lnTo>
                    <a:pt x="557858" y="834405"/>
                  </a:lnTo>
                  <a:lnTo>
                    <a:pt x="559140" y="876125"/>
                  </a:lnTo>
                  <a:lnTo>
                    <a:pt x="560422" y="890032"/>
                  </a:lnTo>
                  <a:lnTo>
                    <a:pt x="561704" y="901157"/>
                  </a:lnTo>
                  <a:lnTo>
                    <a:pt x="562985" y="945659"/>
                  </a:lnTo>
                  <a:lnTo>
                    <a:pt x="564267" y="945659"/>
                  </a:lnTo>
                  <a:lnTo>
                    <a:pt x="565549" y="945659"/>
                  </a:lnTo>
                  <a:lnTo>
                    <a:pt x="566831" y="945659"/>
                  </a:lnTo>
                  <a:lnTo>
                    <a:pt x="568113" y="945659"/>
                  </a:lnTo>
                  <a:lnTo>
                    <a:pt x="569395" y="945659"/>
                  </a:lnTo>
                  <a:lnTo>
                    <a:pt x="570676" y="945659"/>
                  </a:lnTo>
                  <a:lnTo>
                    <a:pt x="571958" y="945659"/>
                  </a:lnTo>
                  <a:lnTo>
                    <a:pt x="573240" y="937315"/>
                  </a:lnTo>
                  <a:lnTo>
                    <a:pt x="574522" y="945659"/>
                  </a:lnTo>
                  <a:lnTo>
                    <a:pt x="575804" y="945659"/>
                  </a:lnTo>
                  <a:lnTo>
                    <a:pt x="577086" y="945659"/>
                  </a:lnTo>
                  <a:lnTo>
                    <a:pt x="578368" y="945659"/>
                  </a:lnTo>
                  <a:lnTo>
                    <a:pt x="579649" y="945659"/>
                  </a:lnTo>
                  <a:lnTo>
                    <a:pt x="580931" y="945659"/>
                  </a:lnTo>
                  <a:lnTo>
                    <a:pt x="582213" y="945659"/>
                  </a:lnTo>
                  <a:lnTo>
                    <a:pt x="583495" y="915064"/>
                  </a:lnTo>
                  <a:lnTo>
                    <a:pt x="584777" y="848311"/>
                  </a:lnTo>
                  <a:lnTo>
                    <a:pt x="586059" y="778778"/>
                  </a:lnTo>
                  <a:lnTo>
                    <a:pt x="587340" y="778778"/>
                  </a:lnTo>
                  <a:lnTo>
                    <a:pt x="588622" y="778778"/>
                  </a:lnTo>
                  <a:lnTo>
                    <a:pt x="589904" y="778778"/>
                  </a:lnTo>
                  <a:lnTo>
                    <a:pt x="591186" y="709244"/>
                  </a:lnTo>
                  <a:lnTo>
                    <a:pt x="592468" y="667524"/>
                  </a:lnTo>
                  <a:lnTo>
                    <a:pt x="593750" y="667524"/>
                  </a:lnTo>
                  <a:lnTo>
                    <a:pt x="595032" y="667524"/>
                  </a:lnTo>
                  <a:lnTo>
                    <a:pt x="596313" y="667524"/>
                  </a:lnTo>
                  <a:lnTo>
                    <a:pt x="597595" y="667524"/>
                  </a:lnTo>
                  <a:lnTo>
                    <a:pt x="598877" y="650836"/>
                  </a:lnTo>
                  <a:lnTo>
                    <a:pt x="600159" y="559051"/>
                  </a:lnTo>
                  <a:lnTo>
                    <a:pt x="601441" y="470048"/>
                  </a:lnTo>
                  <a:lnTo>
                    <a:pt x="602723" y="381045"/>
                  </a:lnTo>
                  <a:lnTo>
                    <a:pt x="604004" y="333762"/>
                  </a:lnTo>
                  <a:lnTo>
                    <a:pt x="605286" y="372700"/>
                  </a:lnTo>
                  <a:lnTo>
                    <a:pt x="606568" y="389389"/>
                  </a:lnTo>
                  <a:lnTo>
                    <a:pt x="607850" y="389389"/>
                  </a:lnTo>
                  <a:lnTo>
                    <a:pt x="609132" y="389389"/>
                  </a:lnTo>
                  <a:lnTo>
                    <a:pt x="610414" y="389389"/>
                  </a:lnTo>
                  <a:lnTo>
                    <a:pt x="611695" y="389389"/>
                  </a:lnTo>
                  <a:lnTo>
                    <a:pt x="612977" y="389389"/>
                  </a:lnTo>
                  <a:lnTo>
                    <a:pt x="614259" y="333762"/>
                  </a:lnTo>
                  <a:lnTo>
                    <a:pt x="615541" y="356012"/>
                  </a:lnTo>
                  <a:lnTo>
                    <a:pt x="616823" y="369919"/>
                  </a:lnTo>
                  <a:lnTo>
                    <a:pt x="618105" y="394951"/>
                  </a:lnTo>
                  <a:lnTo>
                    <a:pt x="619387" y="389389"/>
                  </a:lnTo>
                  <a:lnTo>
                    <a:pt x="620668" y="389389"/>
                  </a:lnTo>
                  <a:lnTo>
                    <a:pt x="621950" y="389389"/>
                  </a:lnTo>
                  <a:lnTo>
                    <a:pt x="623232" y="453360"/>
                  </a:lnTo>
                  <a:lnTo>
                    <a:pt x="624514" y="500643"/>
                  </a:lnTo>
                  <a:lnTo>
                    <a:pt x="625796" y="500643"/>
                  </a:lnTo>
                  <a:lnTo>
                    <a:pt x="627078" y="500643"/>
                  </a:lnTo>
                  <a:lnTo>
                    <a:pt x="628359" y="483954"/>
                  </a:lnTo>
                  <a:lnTo>
                    <a:pt x="629641" y="445016"/>
                  </a:lnTo>
                  <a:lnTo>
                    <a:pt x="630923" y="422765"/>
                  </a:lnTo>
                  <a:lnTo>
                    <a:pt x="632205" y="495080"/>
                  </a:lnTo>
                  <a:lnTo>
                    <a:pt x="633487" y="564614"/>
                  </a:lnTo>
                  <a:lnTo>
                    <a:pt x="634769" y="589646"/>
                  </a:lnTo>
                  <a:lnTo>
                    <a:pt x="636051" y="611897"/>
                  </a:lnTo>
                  <a:lnTo>
                    <a:pt x="637332" y="611897"/>
                  </a:lnTo>
                  <a:lnTo>
                    <a:pt x="638614" y="611897"/>
                  </a:lnTo>
                  <a:lnTo>
                    <a:pt x="639896" y="611897"/>
                  </a:lnTo>
                  <a:lnTo>
                    <a:pt x="641178" y="611897"/>
                  </a:lnTo>
                  <a:lnTo>
                    <a:pt x="642460" y="592427"/>
                  </a:lnTo>
                  <a:lnTo>
                    <a:pt x="643742" y="556270"/>
                  </a:lnTo>
                  <a:lnTo>
                    <a:pt x="645023" y="556270"/>
                  </a:lnTo>
                  <a:lnTo>
                    <a:pt x="646305" y="609115"/>
                  </a:lnTo>
                  <a:lnTo>
                    <a:pt x="647587" y="603553"/>
                  </a:lnTo>
                  <a:lnTo>
                    <a:pt x="648869" y="611897"/>
                  </a:lnTo>
                  <a:lnTo>
                    <a:pt x="650151" y="567395"/>
                  </a:lnTo>
                  <a:lnTo>
                    <a:pt x="651433" y="556270"/>
                  </a:lnTo>
                  <a:lnTo>
                    <a:pt x="652714" y="556270"/>
                  </a:lnTo>
                  <a:lnTo>
                    <a:pt x="653996" y="528456"/>
                  </a:lnTo>
                  <a:lnTo>
                    <a:pt x="655278" y="472829"/>
                  </a:lnTo>
                  <a:lnTo>
                    <a:pt x="656560" y="445016"/>
                  </a:lnTo>
                  <a:lnTo>
                    <a:pt x="657842" y="445016"/>
                  </a:lnTo>
                  <a:lnTo>
                    <a:pt x="659124" y="445016"/>
                  </a:lnTo>
                  <a:lnTo>
                    <a:pt x="660406" y="436672"/>
                  </a:lnTo>
                  <a:lnTo>
                    <a:pt x="661687" y="445016"/>
                  </a:lnTo>
                  <a:lnTo>
                    <a:pt x="662969" y="478392"/>
                  </a:lnTo>
                  <a:lnTo>
                    <a:pt x="664251" y="453360"/>
                  </a:lnTo>
                  <a:lnTo>
                    <a:pt x="665533" y="456141"/>
                  </a:lnTo>
                  <a:lnTo>
                    <a:pt x="666815" y="481173"/>
                  </a:lnTo>
                  <a:lnTo>
                    <a:pt x="668097" y="500643"/>
                  </a:lnTo>
                  <a:lnTo>
                    <a:pt x="669378" y="500643"/>
                  </a:lnTo>
                  <a:lnTo>
                    <a:pt x="670660" y="500643"/>
                  </a:lnTo>
                  <a:lnTo>
                    <a:pt x="671942" y="461704"/>
                  </a:lnTo>
                  <a:lnTo>
                    <a:pt x="673224" y="428328"/>
                  </a:lnTo>
                  <a:lnTo>
                    <a:pt x="674506" y="406077"/>
                  </a:lnTo>
                  <a:lnTo>
                    <a:pt x="675788" y="353231"/>
                  </a:lnTo>
                  <a:lnTo>
                    <a:pt x="677070" y="333762"/>
                  </a:lnTo>
                  <a:lnTo>
                    <a:pt x="678351" y="278135"/>
                  </a:lnTo>
                  <a:lnTo>
                    <a:pt x="679633" y="286479"/>
                  </a:lnTo>
                  <a:lnTo>
                    <a:pt x="680915" y="333762"/>
                  </a:lnTo>
                  <a:lnTo>
                    <a:pt x="682197" y="372700"/>
                  </a:lnTo>
                  <a:lnTo>
                    <a:pt x="683479" y="389389"/>
                  </a:lnTo>
                  <a:lnTo>
                    <a:pt x="684761" y="389389"/>
                  </a:lnTo>
                  <a:lnTo>
                    <a:pt x="686042" y="414421"/>
                  </a:lnTo>
                  <a:lnTo>
                    <a:pt x="687324" y="470048"/>
                  </a:lnTo>
                  <a:lnTo>
                    <a:pt x="688606" y="478392"/>
                  </a:lnTo>
                  <a:lnTo>
                    <a:pt x="689888" y="389389"/>
                  </a:lnTo>
                  <a:lnTo>
                    <a:pt x="691170" y="389389"/>
                  </a:lnTo>
                  <a:lnTo>
                    <a:pt x="692452" y="408858"/>
                  </a:lnTo>
                  <a:lnTo>
                    <a:pt x="693734" y="383826"/>
                  </a:lnTo>
                  <a:lnTo>
                    <a:pt x="695015" y="244759"/>
                  </a:lnTo>
                  <a:lnTo>
                    <a:pt x="696297" y="267009"/>
                  </a:lnTo>
                  <a:lnTo>
                    <a:pt x="697579" y="278135"/>
                  </a:lnTo>
                  <a:lnTo>
                    <a:pt x="698861" y="253103"/>
                  </a:lnTo>
                  <a:lnTo>
                    <a:pt x="700143" y="166881"/>
                  </a:lnTo>
                  <a:lnTo>
                    <a:pt x="701425" y="166881"/>
                  </a:lnTo>
                  <a:lnTo>
                    <a:pt x="702706" y="166881"/>
                  </a:lnTo>
                  <a:lnTo>
                    <a:pt x="703988" y="203038"/>
                  </a:lnTo>
                  <a:lnTo>
                    <a:pt x="705270" y="180787"/>
                  </a:lnTo>
                  <a:lnTo>
                    <a:pt x="706552" y="222508"/>
                  </a:lnTo>
                  <a:lnTo>
                    <a:pt x="707834" y="308730"/>
                  </a:lnTo>
                  <a:lnTo>
                    <a:pt x="709116" y="333762"/>
                  </a:lnTo>
                  <a:lnTo>
                    <a:pt x="710397" y="369919"/>
                  </a:lnTo>
                  <a:lnTo>
                    <a:pt x="711679" y="333762"/>
                  </a:lnTo>
                  <a:lnTo>
                    <a:pt x="712961" y="333762"/>
                  </a:lnTo>
                  <a:lnTo>
                    <a:pt x="714243" y="378263"/>
                  </a:lnTo>
                  <a:lnTo>
                    <a:pt x="715525" y="339324"/>
                  </a:lnTo>
                  <a:lnTo>
                    <a:pt x="716807" y="333762"/>
                  </a:lnTo>
                  <a:lnTo>
                    <a:pt x="718089" y="333762"/>
                  </a:lnTo>
                  <a:lnTo>
                    <a:pt x="719370" y="333762"/>
                  </a:lnTo>
                  <a:lnTo>
                    <a:pt x="720652" y="308730"/>
                  </a:lnTo>
                  <a:lnTo>
                    <a:pt x="721934" y="389389"/>
                  </a:lnTo>
                  <a:lnTo>
                    <a:pt x="723216" y="389389"/>
                  </a:lnTo>
                  <a:lnTo>
                    <a:pt x="724498" y="389389"/>
                  </a:lnTo>
                  <a:lnTo>
                    <a:pt x="725780" y="445016"/>
                  </a:lnTo>
                  <a:lnTo>
                    <a:pt x="727061" y="584083"/>
                  </a:lnTo>
                  <a:lnTo>
                    <a:pt x="728343" y="611897"/>
                  </a:lnTo>
                  <a:lnTo>
                    <a:pt x="729625" y="611897"/>
                  </a:lnTo>
                  <a:lnTo>
                    <a:pt x="730907" y="670305"/>
                  </a:lnTo>
                  <a:lnTo>
                    <a:pt x="732189" y="759308"/>
                  </a:lnTo>
                  <a:lnTo>
                    <a:pt x="733471" y="684212"/>
                  </a:lnTo>
                  <a:lnTo>
                    <a:pt x="734753" y="667524"/>
                  </a:lnTo>
                  <a:lnTo>
                    <a:pt x="736034" y="667524"/>
                  </a:lnTo>
                  <a:lnTo>
                    <a:pt x="737316" y="720369"/>
                  </a:lnTo>
                  <a:lnTo>
                    <a:pt x="738598" y="723151"/>
                  </a:lnTo>
                  <a:lnTo>
                    <a:pt x="739880" y="723151"/>
                  </a:lnTo>
                  <a:lnTo>
                    <a:pt x="741162" y="723151"/>
                  </a:lnTo>
                  <a:lnTo>
                    <a:pt x="742444" y="737057"/>
                  </a:lnTo>
                  <a:lnTo>
                    <a:pt x="743725" y="778778"/>
                  </a:lnTo>
                  <a:lnTo>
                    <a:pt x="745007" y="778778"/>
                  </a:lnTo>
                  <a:lnTo>
                    <a:pt x="746289" y="778778"/>
                  </a:lnTo>
                  <a:lnTo>
                    <a:pt x="747571" y="820498"/>
                  </a:lnTo>
                  <a:lnTo>
                    <a:pt x="748853" y="750964"/>
                  </a:lnTo>
                  <a:lnTo>
                    <a:pt x="750135" y="723151"/>
                  </a:lnTo>
                  <a:lnTo>
                    <a:pt x="751416" y="659180"/>
                  </a:lnTo>
                  <a:lnTo>
                    <a:pt x="752698" y="650836"/>
                  </a:lnTo>
                  <a:lnTo>
                    <a:pt x="753980" y="667524"/>
                  </a:lnTo>
                  <a:lnTo>
                    <a:pt x="755262" y="667524"/>
                  </a:lnTo>
                  <a:lnTo>
                    <a:pt x="756544" y="667524"/>
                  </a:lnTo>
                  <a:lnTo>
                    <a:pt x="757826" y="667524"/>
                  </a:lnTo>
                  <a:lnTo>
                    <a:pt x="759108" y="614678"/>
                  </a:lnTo>
                  <a:lnTo>
                    <a:pt x="760389" y="611897"/>
                  </a:lnTo>
                  <a:lnTo>
                    <a:pt x="761671" y="611897"/>
                  </a:lnTo>
                  <a:lnTo>
                    <a:pt x="762953" y="611897"/>
                  </a:lnTo>
                  <a:lnTo>
                    <a:pt x="764235" y="628585"/>
                  </a:lnTo>
                  <a:lnTo>
                    <a:pt x="765517" y="703681"/>
                  </a:lnTo>
                  <a:lnTo>
                    <a:pt x="766799" y="723151"/>
                  </a:lnTo>
                  <a:lnTo>
                    <a:pt x="768080" y="723151"/>
                  </a:lnTo>
                  <a:lnTo>
                    <a:pt x="769362" y="723151"/>
                  </a:lnTo>
                  <a:lnTo>
                    <a:pt x="770644" y="723151"/>
                  </a:lnTo>
                  <a:lnTo>
                    <a:pt x="771926" y="723151"/>
                  </a:lnTo>
                  <a:lnTo>
                    <a:pt x="773208" y="723151"/>
                  </a:lnTo>
                  <a:lnTo>
                    <a:pt x="774490" y="689775"/>
                  </a:lnTo>
                  <a:lnTo>
                    <a:pt x="775772" y="667524"/>
                  </a:lnTo>
                  <a:lnTo>
                    <a:pt x="777053" y="667524"/>
                  </a:lnTo>
                  <a:lnTo>
                    <a:pt x="778335" y="667524"/>
                  </a:lnTo>
                  <a:lnTo>
                    <a:pt x="779617" y="670305"/>
                  </a:lnTo>
                  <a:lnTo>
                    <a:pt x="780899" y="712025"/>
                  </a:lnTo>
                  <a:lnTo>
                    <a:pt x="782181" y="723151"/>
                  </a:lnTo>
                  <a:lnTo>
                    <a:pt x="783463" y="781559"/>
                  </a:lnTo>
                  <a:lnTo>
                    <a:pt x="784744" y="834405"/>
                  </a:lnTo>
                  <a:lnTo>
                    <a:pt x="786026" y="803810"/>
                  </a:lnTo>
                  <a:lnTo>
                    <a:pt x="787308" y="778778"/>
                  </a:lnTo>
                  <a:lnTo>
                    <a:pt x="788590" y="778778"/>
                  </a:lnTo>
                  <a:lnTo>
                    <a:pt x="789872" y="778778"/>
                  </a:lnTo>
                  <a:lnTo>
                    <a:pt x="791154" y="828842"/>
                  </a:lnTo>
                  <a:lnTo>
                    <a:pt x="792435" y="834405"/>
                  </a:lnTo>
                  <a:lnTo>
                    <a:pt x="793717" y="809373"/>
                  </a:lnTo>
                  <a:lnTo>
                    <a:pt x="794999" y="778778"/>
                  </a:lnTo>
                  <a:lnTo>
                    <a:pt x="796281" y="778778"/>
                  </a:lnTo>
                  <a:lnTo>
                    <a:pt x="797563" y="778778"/>
                  </a:lnTo>
                  <a:lnTo>
                    <a:pt x="798845" y="778778"/>
                  </a:lnTo>
                  <a:lnTo>
                    <a:pt x="800127" y="778778"/>
                  </a:lnTo>
                  <a:lnTo>
                    <a:pt x="801408" y="778778"/>
                  </a:lnTo>
                  <a:lnTo>
                    <a:pt x="802690" y="778778"/>
                  </a:lnTo>
                  <a:lnTo>
                    <a:pt x="803972" y="778778"/>
                  </a:lnTo>
                  <a:lnTo>
                    <a:pt x="805254" y="773215"/>
                  </a:lnTo>
                  <a:lnTo>
                    <a:pt x="806536" y="753746"/>
                  </a:lnTo>
                  <a:lnTo>
                    <a:pt x="807818" y="778778"/>
                  </a:lnTo>
                  <a:lnTo>
                    <a:pt x="809099" y="725932"/>
                  </a:lnTo>
                  <a:lnTo>
                    <a:pt x="810381" y="709244"/>
                  </a:lnTo>
                  <a:lnTo>
                    <a:pt x="811663" y="667524"/>
                  </a:lnTo>
                  <a:lnTo>
                    <a:pt x="812945" y="684212"/>
                  </a:lnTo>
                  <a:lnTo>
                    <a:pt x="814227" y="667524"/>
                  </a:lnTo>
                  <a:lnTo>
                    <a:pt x="815509" y="620241"/>
                  </a:lnTo>
                  <a:lnTo>
                    <a:pt x="816791" y="611897"/>
                  </a:lnTo>
                  <a:lnTo>
                    <a:pt x="818072" y="639710"/>
                  </a:lnTo>
                  <a:lnTo>
                    <a:pt x="819354" y="667524"/>
                  </a:lnTo>
                  <a:lnTo>
                    <a:pt x="820636" y="659180"/>
                  </a:lnTo>
                  <a:lnTo>
                    <a:pt x="821918" y="611897"/>
                  </a:lnTo>
                  <a:lnTo>
                    <a:pt x="823200" y="611897"/>
                  </a:lnTo>
                  <a:lnTo>
                    <a:pt x="824482" y="611897"/>
                  </a:lnTo>
                  <a:lnTo>
                    <a:pt x="825763" y="634148"/>
                  </a:lnTo>
                  <a:lnTo>
                    <a:pt x="827045" y="667524"/>
                  </a:lnTo>
                  <a:lnTo>
                    <a:pt x="828327" y="667524"/>
                  </a:lnTo>
                  <a:lnTo>
                    <a:pt x="829609" y="623022"/>
                  </a:lnTo>
                  <a:lnTo>
                    <a:pt x="830891" y="611897"/>
                  </a:lnTo>
                  <a:lnTo>
                    <a:pt x="832173" y="611897"/>
                  </a:lnTo>
                  <a:lnTo>
                    <a:pt x="833455" y="606334"/>
                  </a:lnTo>
                  <a:lnTo>
                    <a:pt x="834736" y="556270"/>
                  </a:lnTo>
                  <a:lnTo>
                    <a:pt x="836018" y="545144"/>
                  </a:lnTo>
                  <a:lnTo>
                    <a:pt x="837300" y="503424"/>
                  </a:lnTo>
                  <a:lnTo>
                    <a:pt x="838582" y="556270"/>
                  </a:lnTo>
                  <a:lnTo>
                    <a:pt x="839864" y="556270"/>
                  </a:lnTo>
                  <a:lnTo>
                    <a:pt x="841146" y="606334"/>
                  </a:lnTo>
                  <a:lnTo>
                    <a:pt x="842427" y="623022"/>
                  </a:lnTo>
                  <a:lnTo>
                    <a:pt x="843709" y="667524"/>
                  </a:lnTo>
                  <a:lnTo>
                    <a:pt x="844991" y="681430"/>
                  </a:lnTo>
                  <a:lnTo>
                    <a:pt x="846273" y="723151"/>
                  </a:lnTo>
                  <a:lnTo>
                    <a:pt x="847555" y="767652"/>
                  </a:lnTo>
                  <a:lnTo>
                    <a:pt x="848837" y="778778"/>
                  </a:lnTo>
                  <a:lnTo>
                    <a:pt x="850118" y="778778"/>
                  </a:lnTo>
                  <a:lnTo>
                    <a:pt x="851400" y="778778"/>
                  </a:lnTo>
                  <a:lnTo>
                    <a:pt x="852682" y="753746"/>
                  </a:lnTo>
                  <a:lnTo>
                    <a:pt x="853964" y="742620"/>
                  </a:lnTo>
                  <a:lnTo>
                    <a:pt x="855246" y="723151"/>
                  </a:lnTo>
                  <a:lnTo>
                    <a:pt x="856528" y="723151"/>
                  </a:lnTo>
                  <a:lnTo>
                    <a:pt x="857810" y="723151"/>
                  </a:lnTo>
                  <a:lnTo>
                    <a:pt x="859091" y="723151"/>
                  </a:lnTo>
                  <a:lnTo>
                    <a:pt x="860373" y="723151"/>
                  </a:lnTo>
                  <a:lnTo>
                    <a:pt x="861655" y="734276"/>
                  </a:lnTo>
                  <a:lnTo>
                    <a:pt x="862937" y="667524"/>
                  </a:lnTo>
                  <a:lnTo>
                    <a:pt x="864219" y="667524"/>
                  </a:lnTo>
                  <a:lnTo>
                    <a:pt x="865501" y="639710"/>
                  </a:lnTo>
                  <a:lnTo>
                    <a:pt x="866782" y="611897"/>
                  </a:lnTo>
                  <a:lnTo>
                    <a:pt x="868064" y="592427"/>
                  </a:lnTo>
                  <a:lnTo>
                    <a:pt x="869346" y="611897"/>
                  </a:lnTo>
                  <a:lnTo>
                    <a:pt x="870628" y="556270"/>
                  </a:lnTo>
                  <a:lnTo>
                    <a:pt x="871910" y="483955"/>
                  </a:lnTo>
                  <a:lnTo>
                    <a:pt x="873192" y="389389"/>
                  </a:lnTo>
                  <a:lnTo>
                    <a:pt x="874474" y="389389"/>
                  </a:lnTo>
                  <a:lnTo>
                    <a:pt x="875755" y="389389"/>
                  </a:lnTo>
                  <a:lnTo>
                    <a:pt x="877037" y="389389"/>
                  </a:lnTo>
                  <a:lnTo>
                    <a:pt x="878319" y="389389"/>
                  </a:lnTo>
                  <a:lnTo>
                    <a:pt x="879601" y="389389"/>
                  </a:lnTo>
                  <a:lnTo>
                    <a:pt x="880883" y="389389"/>
                  </a:lnTo>
                  <a:lnTo>
                    <a:pt x="882165" y="389389"/>
                  </a:lnTo>
                  <a:lnTo>
                    <a:pt x="883446" y="389389"/>
                  </a:lnTo>
                  <a:lnTo>
                    <a:pt x="884728" y="417202"/>
                  </a:lnTo>
                  <a:lnTo>
                    <a:pt x="886010" y="442234"/>
                  </a:lnTo>
                  <a:lnTo>
                    <a:pt x="887292" y="445016"/>
                  </a:lnTo>
                  <a:lnTo>
                    <a:pt x="888574" y="408858"/>
                  </a:lnTo>
                  <a:lnTo>
                    <a:pt x="889856" y="389389"/>
                  </a:lnTo>
                  <a:lnTo>
                    <a:pt x="891137" y="389389"/>
                  </a:lnTo>
                  <a:lnTo>
                    <a:pt x="892419" y="389389"/>
                  </a:lnTo>
                  <a:lnTo>
                    <a:pt x="893701" y="414421"/>
                  </a:lnTo>
                  <a:lnTo>
                    <a:pt x="894983" y="500643"/>
                  </a:lnTo>
                  <a:lnTo>
                    <a:pt x="896265" y="500643"/>
                  </a:lnTo>
                  <a:lnTo>
                    <a:pt x="897547" y="475610"/>
                  </a:lnTo>
                  <a:lnTo>
                    <a:pt x="898829" y="556270"/>
                  </a:lnTo>
                  <a:lnTo>
                    <a:pt x="900110" y="581302"/>
                  </a:lnTo>
                  <a:lnTo>
                    <a:pt x="901392" y="611897"/>
                  </a:lnTo>
                  <a:lnTo>
                    <a:pt x="902674" y="603553"/>
                  </a:lnTo>
                  <a:lnTo>
                    <a:pt x="903956" y="620241"/>
                  </a:lnTo>
                  <a:lnTo>
                    <a:pt x="905238" y="670305"/>
                  </a:lnTo>
                  <a:lnTo>
                    <a:pt x="906520" y="661961"/>
                  </a:lnTo>
                  <a:lnTo>
                    <a:pt x="907801" y="611897"/>
                  </a:lnTo>
                  <a:lnTo>
                    <a:pt x="909083" y="611897"/>
                  </a:lnTo>
                  <a:lnTo>
                    <a:pt x="910365" y="611897"/>
                  </a:lnTo>
                  <a:lnTo>
                    <a:pt x="911647" y="564614"/>
                  </a:lnTo>
                  <a:lnTo>
                    <a:pt x="912929" y="556270"/>
                  </a:lnTo>
                  <a:lnTo>
                    <a:pt x="914211" y="503424"/>
                  </a:lnTo>
                  <a:lnTo>
                    <a:pt x="915493" y="500643"/>
                  </a:lnTo>
                  <a:lnTo>
                    <a:pt x="916774" y="489517"/>
                  </a:lnTo>
                  <a:lnTo>
                    <a:pt x="918056" y="478392"/>
                  </a:lnTo>
                  <a:lnTo>
                    <a:pt x="919338" y="500643"/>
                  </a:lnTo>
                  <a:lnTo>
                    <a:pt x="920620" y="534019"/>
                  </a:lnTo>
                  <a:lnTo>
                    <a:pt x="921902" y="556270"/>
                  </a:lnTo>
                  <a:lnTo>
                    <a:pt x="923184" y="542363"/>
                  </a:lnTo>
                  <a:lnTo>
                    <a:pt x="924465" y="500643"/>
                  </a:lnTo>
                  <a:lnTo>
                    <a:pt x="925747" y="472829"/>
                  </a:lnTo>
                  <a:lnTo>
                    <a:pt x="927029" y="445016"/>
                  </a:lnTo>
                  <a:lnTo>
                    <a:pt x="928311" y="445016"/>
                  </a:lnTo>
                  <a:lnTo>
                    <a:pt x="929593" y="492299"/>
                  </a:lnTo>
                  <a:lnTo>
                    <a:pt x="930875" y="458922"/>
                  </a:lnTo>
                  <a:lnTo>
                    <a:pt x="932157" y="445016"/>
                  </a:lnTo>
                  <a:lnTo>
                    <a:pt x="933438" y="445016"/>
                  </a:lnTo>
                  <a:lnTo>
                    <a:pt x="934720" y="500643"/>
                  </a:lnTo>
                  <a:lnTo>
                    <a:pt x="936002" y="556270"/>
                  </a:lnTo>
                  <a:lnTo>
                    <a:pt x="937284" y="534019"/>
                  </a:lnTo>
                  <a:lnTo>
                    <a:pt x="938566" y="453360"/>
                  </a:lnTo>
                  <a:lnTo>
                    <a:pt x="939848" y="456141"/>
                  </a:lnTo>
                  <a:lnTo>
                    <a:pt x="941129" y="445016"/>
                  </a:lnTo>
                  <a:lnTo>
                    <a:pt x="942411" y="445016"/>
                  </a:lnTo>
                  <a:lnTo>
                    <a:pt x="943693" y="445016"/>
                  </a:lnTo>
                  <a:lnTo>
                    <a:pt x="944975" y="445016"/>
                  </a:lnTo>
                  <a:lnTo>
                    <a:pt x="946257" y="495080"/>
                  </a:lnTo>
                  <a:lnTo>
                    <a:pt x="947539" y="500643"/>
                  </a:lnTo>
                  <a:lnTo>
                    <a:pt x="948820" y="508987"/>
                  </a:lnTo>
                  <a:lnTo>
                    <a:pt x="950102" y="556270"/>
                  </a:lnTo>
                  <a:lnTo>
                    <a:pt x="951384" y="556270"/>
                  </a:lnTo>
                  <a:lnTo>
                    <a:pt x="952666" y="556270"/>
                  </a:lnTo>
                  <a:lnTo>
                    <a:pt x="953948" y="545144"/>
                  </a:lnTo>
                  <a:lnTo>
                    <a:pt x="955230" y="511768"/>
                  </a:lnTo>
                  <a:lnTo>
                    <a:pt x="956512" y="556270"/>
                  </a:lnTo>
                  <a:lnTo>
                    <a:pt x="957793" y="581302"/>
                  </a:lnTo>
                  <a:lnTo>
                    <a:pt x="959075" y="611897"/>
                  </a:lnTo>
                  <a:lnTo>
                    <a:pt x="960357" y="611897"/>
                  </a:lnTo>
                  <a:lnTo>
                    <a:pt x="961639" y="611897"/>
                  </a:lnTo>
                  <a:lnTo>
                    <a:pt x="962921" y="650836"/>
                  </a:lnTo>
                  <a:lnTo>
                    <a:pt x="964203" y="667524"/>
                  </a:lnTo>
                  <a:lnTo>
                    <a:pt x="965484" y="631366"/>
                  </a:lnTo>
                  <a:lnTo>
                    <a:pt x="966766" y="609115"/>
                  </a:lnTo>
                  <a:lnTo>
                    <a:pt x="968048" y="556270"/>
                  </a:lnTo>
                  <a:lnTo>
                    <a:pt x="969330" y="623022"/>
                  </a:lnTo>
                  <a:lnTo>
                    <a:pt x="970612" y="714807"/>
                  </a:lnTo>
                  <a:lnTo>
                    <a:pt x="971894" y="764871"/>
                  </a:lnTo>
                  <a:lnTo>
                    <a:pt x="973176" y="778778"/>
                  </a:lnTo>
                  <a:lnTo>
                    <a:pt x="974457" y="778778"/>
                  </a:lnTo>
                  <a:lnTo>
                    <a:pt x="975739" y="806591"/>
                  </a:lnTo>
                  <a:lnTo>
                    <a:pt x="977021" y="742620"/>
                  </a:lnTo>
                  <a:lnTo>
                    <a:pt x="978303" y="723151"/>
                  </a:lnTo>
                  <a:lnTo>
                    <a:pt x="979585" y="723151"/>
                  </a:lnTo>
                  <a:lnTo>
                    <a:pt x="980867" y="681430"/>
                  </a:lnTo>
                  <a:lnTo>
                    <a:pt x="982148" y="667524"/>
                  </a:lnTo>
                  <a:lnTo>
                    <a:pt x="983430" y="631366"/>
                  </a:lnTo>
                  <a:lnTo>
                    <a:pt x="984712" y="611897"/>
                  </a:lnTo>
                  <a:lnTo>
                    <a:pt x="985994" y="620241"/>
                  </a:lnTo>
                  <a:lnTo>
                    <a:pt x="987276" y="667524"/>
                  </a:lnTo>
                  <a:lnTo>
                    <a:pt x="988558" y="575739"/>
                  </a:lnTo>
                  <a:lnTo>
                    <a:pt x="989839" y="461704"/>
                  </a:lnTo>
                  <a:lnTo>
                    <a:pt x="991121" y="445016"/>
                  </a:lnTo>
                  <a:lnTo>
                    <a:pt x="992403" y="445016"/>
                  </a:lnTo>
                  <a:lnTo>
                    <a:pt x="993685" y="445016"/>
                  </a:lnTo>
                  <a:lnTo>
                    <a:pt x="994967" y="445016"/>
                  </a:lnTo>
                  <a:lnTo>
                    <a:pt x="996249" y="403295"/>
                  </a:lnTo>
                  <a:lnTo>
                    <a:pt x="997531" y="394951"/>
                  </a:lnTo>
                  <a:lnTo>
                    <a:pt x="998812" y="378263"/>
                  </a:lnTo>
                  <a:lnTo>
                    <a:pt x="1000094" y="389389"/>
                  </a:lnTo>
                  <a:lnTo>
                    <a:pt x="1001376" y="389389"/>
                  </a:lnTo>
                  <a:lnTo>
                    <a:pt x="1002658" y="389389"/>
                  </a:lnTo>
                  <a:lnTo>
                    <a:pt x="1003940" y="389389"/>
                  </a:lnTo>
                  <a:lnTo>
                    <a:pt x="1005222" y="333762"/>
                  </a:lnTo>
                  <a:lnTo>
                    <a:pt x="1006503" y="333762"/>
                  </a:lnTo>
                  <a:lnTo>
                    <a:pt x="1007785" y="344887"/>
                  </a:lnTo>
                  <a:lnTo>
                    <a:pt x="1009067" y="394951"/>
                  </a:lnTo>
                  <a:lnTo>
                    <a:pt x="1010349" y="336543"/>
                  </a:lnTo>
                  <a:lnTo>
                    <a:pt x="1011631" y="267009"/>
                  </a:lnTo>
                  <a:lnTo>
                    <a:pt x="1012913" y="255884"/>
                  </a:lnTo>
                  <a:lnTo>
                    <a:pt x="1014195" y="222508"/>
                  </a:lnTo>
                  <a:lnTo>
                    <a:pt x="1015476" y="225289"/>
                  </a:lnTo>
                  <a:lnTo>
                    <a:pt x="1016758" y="222508"/>
                  </a:lnTo>
                  <a:lnTo>
                    <a:pt x="1018040" y="222508"/>
                  </a:lnTo>
                  <a:lnTo>
                    <a:pt x="1019322" y="222508"/>
                  </a:lnTo>
                  <a:lnTo>
                    <a:pt x="1020604" y="269791"/>
                  </a:lnTo>
                  <a:lnTo>
                    <a:pt x="1021886" y="367138"/>
                  </a:lnTo>
                  <a:lnTo>
                    <a:pt x="1023167" y="389389"/>
                  </a:lnTo>
                  <a:lnTo>
                    <a:pt x="1024449" y="389389"/>
                  </a:lnTo>
                  <a:lnTo>
                    <a:pt x="1025731" y="367138"/>
                  </a:lnTo>
                  <a:lnTo>
                    <a:pt x="1027013" y="333762"/>
                  </a:lnTo>
                  <a:lnTo>
                    <a:pt x="1028295" y="292042"/>
                  </a:lnTo>
                  <a:lnTo>
                    <a:pt x="1029577" y="264228"/>
                  </a:lnTo>
                  <a:lnTo>
                    <a:pt x="1030858" y="267009"/>
                  </a:lnTo>
                  <a:lnTo>
                    <a:pt x="1032140" y="233633"/>
                  </a:lnTo>
                  <a:lnTo>
                    <a:pt x="1033422" y="222508"/>
                  </a:lnTo>
                  <a:lnTo>
                    <a:pt x="1034704" y="205820"/>
                  </a:lnTo>
                  <a:lnTo>
                    <a:pt x="1035986" y="166881"/>
                  </a:lnTo>
                  <a:lnTo>
                    <a:pt x="1037268" y="219726"/>
                  </a:lnTo>
                  <a:lnTo>
                    <a:pt x="1038550" y="222508"/>
                  </a:lnTo>
                  <a:lnTo>
                    <a:pt x="1039831" y="222508"/>
                  </a:lnTo>
                  <a:lnTo>
                    <a:pt x="1041113" y="216945"/>
                  </a:lnTo>
                  <a:lnTo>
                    <a:pt x="1042395" y="208601"/>
                  </a:lnTo>
                  <a:lnTo>
                    <a:pt x="1043677" y="228070"/>
                  </a:lnTo>
                  <a:lnTo>
                    <a:pt x="1044959" y="280916"/>
                  </a:lnTo>
                  <a:lnTo>
                    <a:pt x="1046241" y="333762"/>
                  </a:lnTo>
                  <a:lnTo>
                    <a:pt x="1047522" y="322636"/>
                  </a:lnTo>
                  <a:lnTo>
                    <a:pt x="1048804" y="322636"/>
                  </a:lnTo>
                  <a:lnTo>
                    <a:pt x="1050086" y="278135"/>
                  </a:lnTo>
                  <a:lnTo>
                    <a:pt x="1051368" y="278135"/>
                  </a:lnTo>
                  <a:lnTo>
                    <a:pt x="1052650" y="314292"/>
                  </a:lnTo>
                  <a:lnTo>
                    <a:pt x="1053932" y="289260"/>
                  </a:lnTo>
                  <a:lnTo>
                    <a:pt x="1055214" y="258665"/>
                  </a:lnTo>
                  <a:lnTo>
                    <a:pt x="1056495" y="222508"/>
                  </a:lnTo>
                  <a:lnTo>
                    <a:pt x="1057777" y="225289"/>
                  </a:lnTo>
                  <a:lnTo>
                    <a:pt x="1059059" y="222508"/>
                  </a:lnTo>
                  <a:lnTo>
                    <a:pt x="1060341" y="297604"/>
                  </a:lnTo>
                  <a:lnTo>
                    <a:pt x="1061623" y="369919"/>
                  </a:lnTo>
                  <a:lnTo>
                    <a:pt x="1062905" y="406077"/>
                  </a:lnTo>
                  <a:lnTo>
                    <a:pt x="1064186" y="486736"/>
                  </a:lnTo>
                  <a:lnTo>
                    <a:pt x="1065468" y="500643"/>
                  </a:lnTo>
                  <a:lnTo>
                    <a:pt x="1066750" y="514549"/>
                  </a:lnTo>
                  <a:lnTo>
                    <a:pt x="1068032" y="556270"/>
                  </a:lnTo>
                  <a:lnTo>
                    <a:pt x="1069314" y="511768"/>
                  </a:lnTo>
                  <a:lnTo>
                    <a:pt x="1070596" y="431109"/>
                  </a:lnTo>
                  <a:lnTo>
                    <a:pt x="1071878" y="389389"/>
                  </a:lnTo>
                  <a:lnTo>
                    <a:pt x="1073159" y="414421"/>
                  </a:lnTo>
                  <a:lnTo>
                    <a:pt x="1074441" y="506205"/>
                  </a:lnTo>
                  <a:lnTo>
                    <a:pt x="1075723" y="550707"/>
                  </a:lnTo>
                  <a:lnTo>
                    <a:pt x="1077005" y="500643"/>
                  </a:lnTo>
                  <a:lnTo>
                    <a:pt x="1078287" y="500643"/>
                  </a:lnTo>
                  <a:lnTo>
                    <a:pt x="1079569" y="536800"/>
                  </a:lnTo>
                  <a:lnTo>
                    <a:pt x="1080850" y="564614"/>
                  </a:lnTo>
                  <a:lnTo>
                    <a:pt x="1082132" y="611897"/>
                  </a:lnTo>
                  <a:lnTo>
                    <a:pt x="1083414" y="578520"/>
                  </a:lnTo>
                  <a:lnTo>
                    <a:pt x="1084696" y="531237"/>
                  </a:lnTo>
                  <a:lnTo>
                    <a:pt x="1085978" y="542363"/>
                  </a:lnTo>
                  <a:lnTo>
                    <a:pt x="1087260" y="572958"/>
                  </a:lnTo>
                  <a:lnTo>
                    <a:pt x="1088541" y="611897"/>
                  </a:lnTo>
                  <a:lnTo>
                    <a:pt x="1089823" y="625803"/>
                  </a:lnTo>
                  <a:lnTo>
                    <a:pt x="1091105" y="667524"/>
                  </a:lnTo>
                  <a:lnTo>
                    <a:pt x="1092387" y="667524"/>
                  </a:lnTo>
                  <a:lnTo>
                    <a:pt x="1093669" y="667524"/>
                  </a:lnTo>
                  <a:lnTo>
                    <a:pt x="1094951" y="667524"/>
                  </a:lnTo>
                  <a:lnTo>
                    <a:pt x="1096233" y="667524"/>
                  </a:lnTo>
                  <a:lnTo>
                    <a:pt x="1097514" y="650836"/>
                  </a:lnTo>
                  <a:lnTo>
                    <a:pt x="1098796" y="611897"/>
                  </a:lnTo>
                  <a:lnTo>
                    <a:pt x="1100078" y="592427"/>
                  </a:lnTo>
                  <a:lnTo>
                    <a:pt x="1101360" y="595209"/>
                  </a:lnTo>
                  <a:lnTo>
                    <a:pt x="1102642" y="678649"/>
                  </a:lnTo>
                  <a:lnTo>
                    <a:pt x="1103924" y="723151"/>
                  </a:lnTo>
                  <a:lnTo>
                    <a:pt x="1105205" y="723151"/>
                  </a:lnTo>
                  <a:lnTo>
                    <a:pt x="1106487" y="720369"/>
                  </a:lnTo>
                  <a:lnTo>
                    <a:pt x="1107769" y="670305"/>
                  </a:lnTo>
                  <a:lnTo>
                    <a:pt x="1109051" y="723151"/>
                  </a:lnTo>
                  <a:lnTo>
                    <a:pt x="1110333" y="723151"/>
                  </a:lnTo>
                  <a:lnTo>
                    <a:pt x="1111615" y="723151"/>
                  </a:lnTo>
                  <a:lnTo>
                    <a:pt x="1112897" y="723151"/>
                  </a:lnTo>
                  <a:lnTo>
                    <a:pt x="1114178" y="675868"/>
                  </a:lnTo>
                  <a:lnTo>
                    <a:pt x="1115460" y="698118"/>
                  </a:lnTo>
                  <a:lnTo>
                    <a:pt x="1116742" y="698118"/>
                  </a:lnTo>
                  <a:lnTo>
                    <a:pt x="1118024" y="673086"/>
                  </a:lnTo>
                  <a:lnTo>
                    <a:pt x="1119306" y="664742"/>
                  </a:lnTo>
                  <a:lnTo>
                    <a:pt x="1120588" y="611897"/>
                  </a:lnTo>
                  <a:lnTo>
                    <a:pt x="1121869" y="611897"/>
                  </a:lnTo>
                  <a:lnTo>
                    <a:pt x="1123151" y="611897"/>
                  </a:lnTo>
                  <a:lnTo>
                    <a:pt x="1124433" y="611897"/>
                  </a:lnTo>
                  <a:lnTo>
                    <a:pt x="1125715" y="611897"/>
                  </a:lnTo>
                  <a:lnTo>
                    <a:pt x="1126997" y="611897"/>
                  </a:lnTo>
                  <a:lnTo>
                    <a:pt x="1128279" y="572958"/>
                  </a:lnTo>
                  <a:lnTo>
                    <a:pt x="1129560" y="570176"/>
                  </a:lnTo>
                  <a:lnTo>
                    <a:pt x="1130842" y="611897"/>
                  </a:lnTo>
                  <a:lnTo>
                    <a:pt x="1132124" y="628585"/>
                  </a:lnTo>
                  <a:lnTo>
                    <a:pt x="1133406" y="667524"/>
                  </a:lnTo>
                  <a:lnTo>
                    <a:pt x="1134688" y="667524"/>
                  </a:lnTo>
                  <a:lnTo>
                    <a:pt x="1135970" y="639710"/>
                  </a:lnTo>
                  <a:lnTo>
                    <a:pt x="1137252" y="611897"/>
                  </a:lnTo>
                  <a:lnTo>
                    <a:pt x="1138533" y="611897"/>
                  </a:lnTo>
                  <a:lnTo>
                    <a:pt x="1139815" y="667524"/>
                  </a:lnTo>
                  <a:lnTo>
                    <a:pt x="1141097" y="667524"/>
                  </a:lnTo>
                  <a:lnTo>
                    <a:pt x="1142379" y="667524"/>
                  </a:lnTo>
                  <a:lnTo>
                    <a:pt x="1143661" y="667524"/>
                  </a:lnTo>
                  <a:lnTo>
                    <a:pt x="1144943" y="667524"/>
                  </a:lnTo>
                  <a:lnTo>
                    <a:pt x="1146224" y="712025"/>
                  </a:lnTo>
                  <a:lnTo>
                    <a:pt x="1147506" y="723151"/>
                  </a:lnTo>
                  <a:lnTo>
                    <a:pt x="1148788" y="767652"/>
                  </a:lnTo>
                  <a:lnTo>
                    <a:pt x="1150070" y="826061"/>
                  </a:lnTo>
                  <a:lnTo>
                    <a:pt x="1151352" y="834405"/>
                  </a:lnTo>
                  <a:lnTo>
                    <a:pt x="1152634" y="890032"/>
                  </a:lnTo>
                  <a:lnTo>
                    <a:pt x="1153916" y="890032"/>
                  </a:lnTo>
                  <a:lnTo>
                    <a:pt x="1155197" y="890032"/>
                  </a:lnTo>
                  <a:lnTo>
                    <a:pt x="1156479" y="820498"/>
                  </a:lnTo>
                  <a:lnTo>
                    <a:pt x="1157761" y="778778"/>
                  </a:lnTo>
                  <a:lnTo>
                    <a:pt x="1159043" y="778778"/>
                  </a:lnTo>
                  <a:lnTo>
                    <a:pt x="1160325" y="814935"/>
                  </a:lnTo>
                  <a:lnTo>
                    <a:pt x="1161607" y="834405"/>
                  </a:lnTo>
                  <a:lnTo>
                    <a:pt x="1162888" y="814935"/>
                  </a:lnTo>
                  <a:lnTo>
                    <a:pt x="1164170" y="778778"/>
                  </a:lnTo>
                  <a:lnTo>
                    <a:pt x="1165452" y="778778"/>
                  </a:lnTo>
                  <a:lnTo>
                    <a:pt x="1166734" y="778778"/>
                  </a:lnTo>
                  <a:lnTo>
                    <a:pt x="1168016" y="803810"/>
                  </a:lnTo>
                  <a:lnTo>
                    <a:pt x="1169298" y="834405"/>
                  </a:lnTo>
                  <a:lnTo>
                    <a:pt x="1170579" y="759308"/>
                  </a:lnTo>
                  <a:lnTo>
                    <a:pt x="1171861" y="723151"/>
                  </a:lnTo>
                  <a:lnTo>
                    <a:pt x="1173143" y="692556"/>
                  </a:lnTo>
                  <a:lnTo>
                    <a:pt x="1174425" y="667524"/>
                  </a:lnTo>
                  <a:lnTo>
                    <a:pt x="1175707" y="636929"/>
                  </a:lnTo>
                  <a:lnTo>
                    <a:pt x="1176989" y="611897"/>
                  </a:lnTo>
                  <a:lnTo>
                    <a:pt x="1178271" y="611897"/>
                  </a:lnTo>
                  <a:lnTo>
                    <a:pt x="1179552" y="609115"/>
                  </a:lnTo>
                  <a:lnTo>
                    <a:pt x="1180834" y="556270"/>
                  </a:lnTo>
                  <a:lnTo>
                    <a:pt x="1182116" y="556270"/>
                  </a:lnTo>
                  <a:lnTo>
                    <a:pt x="1183398" y="556270"/>
                  </a:lnTo>
                  <a:lnTo>
                    <a:pt x="1184680" y="556270"/>
                  </a:lnTo>
                  <a:lnTo>
                    <a:pt x="1185962" y="517331"/>
                  </a:lnTo>
                  <a:lnTo>
                    <a:pt x="1187243" y="467266"/>
                  </a:lnTo>
                  <a:lnTo>
                    <a:pt x="1188525" y="508987"/>
                  </a:lnTo>
                  <a:lnTo>
                    <a:pt x="1189807" y="556270"/>
                  </a:lnTo>
                  <a:lnTo>
                    <a:pt x="1191089" y="556270"/>
                  </a:lnTo>
                  <a:lnTo>
                    <a:pt x="1192371" y="556270"/>
                  </a:lnTo>
                  <a:lnTo>
                    <a:pt x="1193653" y="556270"/>
                  </a:lnTo>
                  <a:lnTo>
                    <a:pt x="1194935" y="572958"/>
                  </a:lnTo>
                  <a:lnTo>
                    <a:pt x="1196216" y="611897"/>
                  </a:lnTo>
                  <a:lnTo>
                    <a:pt x="1197498" y="592427"/>
                  </a:lnTo>
                  <a:lnTo>
                    <a:pt x="1198780" y="556270"/>
                  </a:lnTo>
                  <a:lnTo>
                    <a:pt x="1200062" y="556270"/>
                  </a:lnTo>
                  <a:lnTo>
                    <a:pt x="1201344" y="556270"/>
                  </a:lnTo>
                  <a:lnTo>
                    <a:pt x="1202626" y="625804"/>
                  </a:lnTo>
                  <a:lnTo>
                    <a:pt x="1203907" y="656398"/>
                  </a:lnTo>
                  <a:lnTo>
                    <a:pt x="1205189" y="639710"/>
                  </a:lnTo>
                  <a:lnTo>
                    <a:pt x="1206471" y="667524"/>
                  </a:lnTo>
                  <a:lnTo>
                    <a:pt x="1207753" y="695337"/>
                  </a:lnTo>
                  <a:lnTo>
                    <a:pt x="1209035" y="723151"/>
                  </a:lnTo>
                  <a:lnTo>
                    <a:pt x="1210317" y="653617"/>
                  </a:lnTo>
                  <a:lnTo>
                    <a:pt x="1211599" y="611897"/>
                  </a:lnTo>
                  <a:lnTo>
                    <a:pt x="1212880" y="617459"/>
                  </a:lnTo>
                  <a:lnTo>
                    <a:pt x="1214162" y="611897"/>
                  </a:lnTo>
                  <a:lnTo>
                    <a:pt x="1215444" y="611897"/>
                  </a:lnTo>
                  <a:lnTo>
                    <a:pt x="1216726" y="595209"/>
                  </a:lnTo>
                  <a:lnTo>
                    <a:pt x="1218008" y="592427"/>
                  </a:lnTo>
                  <a:lnTo>
                    <a:pt x="1219290" y="642492"/>
                  </a:lnTo>
                  <a:lnTo>
                    <a:pt x="1220571" y="667524"/>
                  </a:lnTo>
                  <a:lnTo>
                    <a:pt x="1221853" y="667524"/>
                  </a:lnTo>
                  <a:lnTo>
                    <a:pt x="1223135" y="667524"/>
                  </a:lnTo>
                  <a:lnTo>
                    <a:pt x="1224417" y="667524"/>
                  </a:lnTo>
                  <a:lnTo>
                    <a:pt x="1225699" y="667524"/>
                  </a:lnTo>
                  <a:lnTo>
                    <a:pt x="1226981" y="667524"/>
                  </a:lnTo>
                  <a:lnTo>
                    <a:pt x="1228262" y="667524"/>
                  </a:lnTo>
                  <a:lnTo>
                    <a:pt x="1229544" y="675868"/>
                  </a:lnTo>
                  <a:lnTo>
                    <a:pt x="1230826" y="667524"/>
                  </a:lnTo>
                  <a:lnTo>
                    <a:pt x="1232108" y="636929"/>
                  </a:lnTo>
                  <a:lnTo>
                    <a:pt x="1233390" y="611897"/>
                  </a:lnTo>
                  <a:lnTo>
                    <a:pt x="1234672" y="611897"/>
                  </a:lnTo>
                  <a:lnTo>
                    <a:pt x="1235954" y="620241"/>
                  </a:lnTo>
                  <a:lnTo>
                    <a:pt x="1237235" y="667524"/>
                  </a:lnTo>
                  <a:lnTo>
                    <a:pt x="1238517" y="667524"/>
                  </a:lnTo>
                  <a:lnTo>
                    <a:pt x="1239799" y="667524"/>
                  </a:lnTo>
                  <a:lnTo>
                    <a:pt x="1241081" y="614678"/>
                  </a:lnTo>
                  <a:lnTo>
                    <a:pt x="1242363" y="675868"/>
                  </a:lnTo>
                  <a:lnTo>
                    <a:pt x="1243645" y="723151"/>
                  </a:lnTo>
                  <a:lnTo>
                    <a:pt x="1244926" y="770434"/>
                  </a:lnTo>
                  <a:lnTo>
                    <a:pt x="1246208" y="778778"/>
                  </a:lnTo>
                  <a:lnTo>
                    <a:pt x="1247490" y="778778"/>
                  </a:lnTo>
                  <a:lnTo>
                    <a:pt x="1248772" y="792684"/>
                  </a:lnTo>
                  <a:lnTo>
                    <a:pt x="1250054" y="834405"/>
                  </a:lnTo>
                  <a:lnTo>
                    <a:pt x="1251336" y="834405"/>
                  </a:lnTo>
                  <a:lnTo>
                    <a:pt x="1252618" y="834405"/>
                  </a:lnTo>
                  <a:lnTo>
                    <a:pt x="1253899" y="834405"/>
                  </a:lnTo>
                  <a:lnTo>
                    <a:pt x="1255181" y="834405"/>
                  </a:lnTo>
                  <a:lnTo>
                    <a:pt x="1256463" y="834405"/>
                  </a:lnTo>
                  <a:lnTo>
                    <a:pt x="1257745" y="834405"/>
                  </a:lnTo>
                  <a:lnTo>
                    <a:pt x="1259027" y="834405"/>
                  </a:lnTo>
                  <a:lnTo>
                    <a:pt x="1260309" y="834405"/>
                  </a:lnTo>
                  <a:lnTo>
                    <a:pt x="1261590" y="789903"/>
                  </a:lnTo>
                  <a:lnTo>
                    <a:pt x="1262872" y="834405"/>
                  </a:lnTo>
                  <a:lnTo>
                    <a:pt x="1264154" y="862218"/>
                  </a:lnTo>
                  <a:lnTo>
                    <a:pt x="1265436" y="890032"/>
                  </a:lnTo>
                  <a:lnTo>
                    <a:pt x="1266718" y="890032"/>
                  </a:lnTo>
                  <a:lnTo>
                    <a:pt x="1268000" y="845530"/>
                  </a:lnTo>
                  <a:lnTo>
                    <a:pt x="1269281" y="787122"/>
                  </a:lnTo>
                  <a:lnTo>
                    <a:pt x="1270563" y="778778"/>
                  </a:lnTo>
                  <a:lnTo>
                    <a:pt x="1271845" y="756527"/>
                  </a:lnTo>
                  <a:lnTo>
                    <a:pt x="1273127" y="773215"/>
                  </a:lnTo>
                  <a:lnTo>
                    <a:pt x="1274409" y="778778"/>
                  </a:lnTo>
                  <a:lnTo>
                    <a:pt x="1275691" y="778778"/>
                  </a:lnTo>
                  <a:lnTo>
                    <a:pt x="1276973" y="778778"/>
                  </a:lnTo>
                  <a:lnTo>
                    <a:pt x="1278254" y="778778"/>
                  </a:lnTo>
                  <a:lnTo>
                    <a:pt x="1279536" y="778778"/>
                  </a:lnTo>
                  <a:lnTo>
                    <a:pt x="1280818" y="778778"/>
                  </a:lnTo>
                  <a:lnTo>
                    <a:pt x="1282100" y="778778"/>
                  </a:lnTo>
                  <a:lnTo>
                    <a:pt x="1283382" y="756527"/>
                  </a:lnTo>
                  <a:lnTo>
                    <a:pt x="1284664" y="723151"/>
                  </a:lnTo>
                  <a:lnTo>
                    <a:pt x="1285945" y="723151"/>
                  </a:lnTo>
                  <a:lnTo>
                    <a:pt x="1287227" y="723151"/>
                  </a:lnTo>
                  <a:lnTo>
                    <a:pt x="1288509" y="723151"/>
                  </a:lnTo>
                  <a:lnTo>
                    <a:pt x="1289791" y="723151"/>
                  </a:lnTo>
                  <a:lnTo>
                    <a:pt x="1291073" y="723151"/>
                  </a:lnTo>
                  <a:lnTo>
                    <a:pt x="1292355" y="723151"/>
                  </a:lnTo>
                  <a:lnTo>
                    <a:pt x="1293637" y="770434"/>
                  </a:lnTo>
                  <a:lnTo>
                    <a:pt x="1294918" y="778778"/>
                  </a:lnTo>
                  <a:lnTo>
                    <a:pt x="1296200" y="778778"/>
                  </a:lnTo>
                  <a:lnTo>
                    <a:pt x="1297482" y="778778"/>
                  </a:lnTo>
                  <a:lnTo>
                    <a:pt x="1298764" y="778778"/>
                  </a:lnTo>
                  <a:lnTo>
                    <a:pt x="1300046" y="773215"/>
                  </a:lnTo>
                  <a:lnTo>
                    <a:pt x="1301328" y="823279"/>
                  </a:lnTo>
                  <a:lnTo>
                    <a:pt x="1302609" y="834405"/>
                  </a:lnTo>
                  <a:lnTo>
                    <a:pt x="1303891" y="853874"/>
                  </a:lnTo>
                  <a:lnTo>
                    <a:pt x="1305173" y="845530"/>
                  </a:lnTo>
                  <a:lnTo>
                    <a:pt x="1306455" y="834405"/>
                  </a:lnTo>
                  <a:lnTo>
                    <a:pt x="1307737" y="787122"/>
                  </a:lnTo>
                  <a:lnTo>
                    <a:pt x="1309019" y="778778"/>
                  </a:lnTo>
                  <a:lnTo>
                    <a:pt x="1310300" y="728713"/>
                  </a:lnTo>
                  <a:lnTo>
                    <a:pt x="1311582" y="681430"/>
                  </a:lnTo>
                  <a:lnTo>
                    <a:pt x="1312864" y="575739"/>
                  </a:lnTo>
                  <a:lnTo>
                    <a:pt x="1314146" y="550707"/>
                  </a:lnTo>
                  <a:lnTo>
                    <a:pt x="1315428" y="520112"/>
                  </a:lnTo>
                  <a:lnTo>
                    <a:pt x="1316710" y="550707"/>
                  </a:lnTo>
                  <a:lnTo>
                    <a:pt x="1317992" y="500643"/>
                  </a:lnTo>
                  <a:lnTo>
                    <a:pt x="1319273" y="500643"/>
                  </a:lnTo>
                  <a:lnTo>
                    <a:pt x="1320555" y="500643"/>
                  </a:lnTo>
                  <a:lnTo>
                    <a:pt x="1321837" y="478392"/>
                  </a:lnTo>
                  <a:lnTo>
                    <a:pt x="1323119" y="445016"/>
                  </a:lnTo>
                  <a:lnTo>
                    <a:pt x="1324401" y="445016"/>
                  </a:lnTo>
                  <a:lnTo>
                    <a:pt x="1325683" y="445016"/>
                  </a:lnTo>
                  <a:lnTo>
                    <a:pt x="1326964" y="445016"/>
                  </a:lnTo>
                  <a:lnTo>
                    <a:pt x="1328246" y="445016"/>
                  </a:lnTo>
                  <a:lnTo>
                    <a:pt x="1329528" y="389389"/>
                  </a:lnTo>
                  <a:lnTo>
                    <a:pt x="1330810" y="389389"/>
                  </a:lnTo>
                  <a:lnTo>
                    <a:pt x="1332092" y="378263"/>
                  </a:lnTo>
                  <a:lnTo>
                    <a:pt x="1333374" y="389389"/>
                  </a:lnTo>
                  <a:lnTo>
                    <a:pt x="1334656" y="344887"/>
                  </a:lnTo>
                  <a:lnTo>
                    <a:pt x="1335937" y="333762"/>
                  </a:lnTo>
                  <a:lnTo>
                    <a:pt x="1337219" y="375482"/>
                  </a:lnTo>
                  <a:lnTo>
                    <a:pt x="1338501" y="389389"/>
                  </a:lnTo>
                  <a:lnTo>
                    <a:pt x="1339783" y="433890"/>
                  </a:lnTo>
                  <a:lnTo>
                    <a:pt x="1341065" y="417202"/>
                  </a:lnTo>
                  <a:lnTo>
                    <a:pt x="1342347" y="436672"/>
                  </a:lnTo>
                  <a:lnTo>
                    <a:pt x="1343628" y="481173"/>
                  </a:lnTo>
                  <a:lnTo>
                    <a:pt x="1344910" y="589646"/>
                  </a:lnTo>
                  <a:lnTo>
                    <a:pt x="1346192" y="614678"/>
                  </a:lnTo>
                  <a:lnTo>
                    <a:pt x="1347474" y="667524"/>
                  </a:lnTo>
                  <a:lnTo>
                    <a:pt x="1348756" y="670305"/>
                  </a:lnTo>
                  <a:lnTo>
                    <a:pt x="1350038" y="723151"/>
                  </a:lnTo>
                  <a:lnTo>
                    <a:pt x="1351320" y="723151"/>
                  </a:lnTo>
                  <a:lnTo>
                    <a:pt x="1352601" y="723151"/>
                  </a:lnTo>
                  <a:lnTo>
                    <a:pt x="1353883" y="734276"/>
                  </a:lnTo>
                  <a:lnTo>
                    <a:pt x="1355165" y="684212"/>
                  </a:lnTo>
                  <a:lnTo>
                    <a:pt x="1356447" y="611897"/>
                  </a:lnTo>
                  <a:lnTo>
                    <a:pt x="1357729" y="611897"/>
                  </a:lnTo>
                  <a:lnTo>
                    <a:pt x="1359011" y="611897"/>
                  </a:lnTo>
                  <a:lnTo>
                    <a:pt x="1360292" y="611897"/>
                  </a:lnTo>
                  <a:lnTo>
                    <a:pt x="1361574" y="664742"/>
                  </a:lnTo>
                  <a:lnTo>
                    <a:pt x="1362856" y="667524"/>
                  </a:lnTo>
                  <a:lnTo>
                    <a:pt x="1364138" y="720369"/>
                  </a:lnTo>
                  <a:lnTo>
                    <a:pt x="1365420" y="723151"/>
                  </a:lnTo>
                  <a:lnTo>
                    <a:pt x="1366702" y="764871"/>
                  </a:lnTo>
                  <a:lnTo>
                    <a:pt x="1367983" y="778778"/>
                  </a:lnTo>
                  <a:lnTo>
                    <a:pt x="1369265" y="778778"/>
                  </a:lnTo>
                  <a:lnTo>
                    <a:pt x="1370547" y="778778"/>
                  </a:lnTo>
                  <a:lnTo>
                    <a:pt x="1371829" y="778778"/>
                  </a:lnTo>
                  <a:lnTo>
                    <a:pt x="1373111" y="759308"/>
                  </a:lnTo>
                  <a:lnTo>
                    <a:pt x="1374393" y="778778"/>
                  </a:lnTo>
                  <a:lnTo>
                    <a:pt x="1375675" y="778778"/>
                  </a:lnTo>
                  <a:lnTo>
                    <a:pt x="1376956" y="778778"/>
                  </a:lnTo>
                  <a:lnTo>
                    <a:pt x="1378238" y="764871"/>
                  </a:lnTo>
                  <a:lnTo>
                    <a:pt x="1379520" y="723151"/>
                  </a:lnTo>
                  <a:lnTo>
                    <a:pt x="1380802" y="723151"/>
                  </a:lnTo>
                  <a:lnTo>
                    <a:pt x="1382084" y="723151"/>
                  </a:lnTo>
                  <a:lnTo>
                    <a:pt x="1383366" y="723151"/>
                  </a:lnTo>
                  <a:lnTo>
                    <a:pt x="1384647" y="723151"/>
                  </a:lnTo>
                  <a:lnTo>
                    <a:pt x="1385929" y="703681"/>
                  </a:lnTo>
                  <a:lnTo>
                    <a:pt x="1387211" y="759308"/>
                  </a:lnTo>
                  <a:lnTo>
                    <a:pt x="1388493" y="831623"/>
                  </a:lnTo>
                  <a:lnTo>
                    <a:pt x="1389775" y="834405"/>
                  </a:lnTo>
                  <a:lnTo>
                    <a:pt x="1391057" y="834405"/>
                  </a:lnTo>
                  <a:lnTo>
                    <a:pt x="1392339" y="834405"/>
                  </a:lnTo>
                  <a:lnTo>
                    <a:pt x="1393620" y="834405"/>
                  </a:lnTo>
                  <a:lnTo>
                    <a:pt x="1394902" y="834405"/>
                  </a:lnTo>
                  <a:lnTo>
                    <a:pt x="1396184" y="834405"/>
                  </a:lnTo>
                  <a:lnTo>
                    <a:pt x="1397466" y="834405"/>
                  </a:lnTo>
                  <a:lnTo>
                    <a:pt x="1398748" y="834405"/>
                  </a:lnTo>
                  <a:lnTo>
                    <a:pt x="1400030" y="834405"/>
                  </a:lnTo>
                  <a:lnTo>
                    <a:pt x="1401311" y="834405"/>
                  </a:lnTo>
                  <a:lnTo>
                    <a:pt x="1402593" y="834405"/>
                  </a:lnTo>
                  <a:lnTo>
                    <a:pt x="1403875" y="834405"/>
                  </a:lnTo>
                  <a:lnTo>
                    <a:pt x="1405157" y="876125"/>
                  </a:lnTo>
                  <a:lnTo>
                    <a:pt x="1406439" y="890032"/>
                  </a:lnTo>
                  <a:lnTo>
                    <a:pt x="1407721" y="890032"/>
                  </a:lnTo>
                  <a:lnTo>
                    <a:pt x="1409002" y="890032"/>
                  </a:lnTo>
                  <a:lnTo>
                    <a:pt x="1410284" y="901157"/>
                  </a:lnTo>
                  <a:lnTo>
                    <a:pt x="1411566" y="945659"/>
                  </a:lnTo>
                  <a:lnTo>
                    <a:pt x="1412848" y="945659"/>
                  </a:lnTo>
                  <a:lnTo>
                    <a:pt x="1414130" y="945659"/>
                  </a:lnTo>
                  <a:lnTo>
                    <a:pt x="1415412" y="915064"/>
                  </a:lnTo>
                  <a:lnTo>
                    <a:pt x="1416694" y="890032"/>
                  </a:lnTo>
                  <a:lnTo>
                    <a:pt x="1417975" y="912282"/>
                  </a:lnTo>
                  <a:lnTo>
                    <a:pt x="1419257" y="945659"/>
                  </a:lnTo>
                  <a:lnTo>
                    <a:pt x="1420539" y="945659"/>
                  </a:lnTo>
                  <a:lnTo>
                    <a:pt x="1421821" y="945659"/>
                  </a:lnTo>
                  <a:lnTo>
                    <a:pt x="1423103" y="945659"/>
                  </a:lnTo>
                  <a:lnTo>
                    <a:pt x="1424385" y="945659"/>
                  </a:lnTo>
                  <a:lnTo>
                    <a:pt x="1425666" y="945659"/>
                  </a:lnTo>
                  <a:lnTo>
                    <a:pt x="1426948" y="945659"/>
                  </a:lnTo>
                  <a:lnTo>
                    <a:pt x="1428230" y="945659"/>
                  </a:lnTo>
                  <a:lnTo>
                    <a:pt x="1429512" y="917845"/>
                  </a:lnTo>
                  <a:lnTo>
                    <a:pt x="1430794" y="890032"/>
                  </a:lnTo>
                  <a:lnTo>
                    <a:pt x="1432076" y="890032"/>
                  </a:lnTo>
                  <a:lnTo>
                    <a:pt x="1433358" y="834405"/>
                  </a:lnTo>
                  <a:lnTo>
                    <a:pt x="1434639" y="834405"/>
                  </a:lnTo>
                  <a:lnTo>
                    <a:pt x="1435921" y="834405"/>
                  </a:lnTo>
                  <a:lnTo>
                    <a:pt x="1437203" y="834405"/>
                  </a:lnTo>
                  <a:lnTo>
                    <a:pt x="1438485" y="834405"/>
                  </a:lnTo>
                  <a:lnTo>
                    <a:pt x="1439767" y="834405"/>
                  </a:lnTo>
                  <a:lnTo>
                    <a:pt x="1441049" y="834405"/>
                  </a:lnTo>
                  <a:lnTo>
                    <a:pt x="1442330" y="834405"/>
                  </a:lnTo>
                  <a:lnTo>
                    <a:pt x="1443612" y="834405"/>
                  </a:lnTo>
                  <a:lnTo>
                    <a:pt x="1444894" y="834405"/>
                  </a:lnTo>
                  <a:lnTo>
                    <a:pt x="1446176" y="834405"/>
                  </a:lnTo>
                  <a:lnTo>
                    <a:pt x="1447458" y="823279"/>
                  </a:lnTo>
                  <a:lnTo>
                    <a:pt x="1448740" y="834405"/>
                  </a:lnTo>
                  <a:lnTo>
                    <a:pt x="1450022" y="834405"/>
                  </a:lnTo>
                  <a:lnTo>
                    <a:pt x="1451303" y="834405"/>
                  </a:lnTo>
                  <a:lnTo>
                    <a:pt x="1452585" y="834405"/>
                  </a:lnTo>
                  <a:lnTo>
                    <a:pt x="1453867" y="834405"/>
                  </a:lnTo>
                  <a:lnTo>
                    <a:pt x="1455149" y="834405"/>
                  </a:lnTo>
                  <a:lnTo>
                    <a:pt x="1456431" y="834405"/>
                  </a:lnTo>
                  <a:lnTo>
                    <a:pt x="1457713" y="834405"/>
                  </a:lnTo>
                  <a:lnTo>
                    <a:pt x="1458994" y="814935"/>
                  </a:lnTo>
                  <a:lnTo>
                    <a:pt x="1460276" y="778778"/>
                  </a:lnTo>
                  <a:lnTo>
                    <a:pt x="1461558" y="803810"/>
                  </a:lnTo>
                  <a:lnTo>
                    <a:pt x="1462840" y="834405"/>
                  </a:lnTo>
                  <a:lnTo>
                    <a:pt x="1464122" y="834405"/>
                  </a:lnTo>
                  <a:lnTo>
                    <a:pt x="1465404" y="887250"/>
                  </a:lnTo>
                  <a:lnTo>
                    <a:pt x="1466685" y="890032"/>
                  </a:lnTo>
                  <a:lnTo>
                    <a:pt x="1467967" y="890032"/>
                  </a:lnTo>
                  <a:lnTo>
                    <a:pt x="1469249" y="867781"/>
                  </a:lnTo>
                  <a:lnTo>
                    <a:pt x="1470531" y="834405"/>
                  </a:lnTo>
                  <a:lnTo>
                    <a:pt x="1471813" y="823279"/>
                  </a:lnTo>
                  <a:lnTo>
                    <a:pt x="1473095" y="778778"/>
                  </a:lnTo>
                  <a:lnTo>
                    <a:pt x="1474377" y="778778"/>
                  </a:lnTo>
                  <a:lnTo>
                    <a:pt x="1475658" y="770434"/>
                  </a:lnTo>
                  <a:lnTo>
                    <a:pt x="1476940" y="686993"/>
                  </a:lnTo>
                  <a:lnTo>
                    <a:pt x="1478222" y="648054"/>
                  </a:lnTo>
                  <a:lnTo>
                    <a:pt x="1479504" y="648054"/>
                  </a:lnTo>
                  <a:lnTo>
                    <a:pt x="1480786" y="667524"/>
                  </a:lnTo>
                  <a:lnTo>
                    <a:pt x="1482068" y="667524"/>
                  </a:lnTo>
                  <a:lnTo>
                    <a:pt x="1483349" y="667524"/>
                  </a:lnTo>
                  <a:lnTo>
                    <a:pt x="1484631" y="634147"/>
                  </a:lnTo>
                  <a:lnTo>
                    <a:pt x="1485913" y="611897"/>
                  </a:lnTo>
                  <a:lnTo>
                    <a:pt x="1487195" y="603553"/>
                  </a:lnTo>
                  <a:lnTo>
                    <a:pt x="1488477" y="503424"/>
                  </a:lnTo>
                  <a:lnTo>
                    <a:pt x="1489759" y="500643"/>
                  </a:lnTo>
                  <a:lnTo>
                    <a:pt x="1491041" y="517331"/>
                  </a:lnTo>
                  <a:lnTo>
                    <a:pt x="1492322" y="556270"/>
                  </a:lnTo>
                  <a:lnTo>
                    <a:pt x="1493604" y="556270"/>
                  </a:lnTo>
                  <a:lnTo>
                    <a:pt x="1494886" y="556270"/>
                  </a:lnTo>
                  <a:lnTo>
                    <a:pt x="1496168" y="556270"/>
                  </a:lnTo>
                  <a:lnTo>
                    <a:pt x="1497450" y="556270"/>
                  </a:lnTo>
                  <a:lnTo>
                    <a:pt x="1498732" y="500643"/>
                  </a:lnTo>
                  <a:lnTo>
                    <a:pt x="1500013" y="445016"/>
                  </a:lnTo>
                  <a:lnTo>
                    <a:pt x="1501295" y="464485"/>
                  </a:lnTo>
                  <a:lnTo>
                    <a:pt x="1502577" y="500643"/>
                  </a:lnTo>
                  <a:lnTo>
                    <a:pt x="1503859" y="464485"/>
                  </a:lnTo>
                  <a:lnTo>
                    <a:pt x="1505141" y="445016"/>
                  </a:lnTo>
                  <a:lnTo>
                    <a:pt x="1506423" y="445016"/>
                  </a:lnTo>
                  <a:lnTo>
                    <a:pt x="1507704" y="450578"/>
                  </a:lnTo>
                  <a:lnTo>
                    <a:pt x="1508986" y="534019"/>
                  </a:lnTo>
                  <a:lnTo>
                    <a:pt x="1510268" y="572958"/>
                  </a:lnTo>
                  <a:lnTo>
                    <a:pt x="1511550" y="606334"/>
                  </a:lnTo>
                  <a:lnTo>
                    <a:pt x="1512832" y="456141"/>
                  </a:lnTo>
                  <a:lnTo>
                    <a:pt x="1514114" y="445016"/>
                  </a:lnTo>
                  <a:lnTo>
                    <a:pt x="1515396" y="445016"/>
                  </a:lnTo>
                  <a:lnTo>
                    <a:pt x="1516677" y="475610"/>
                  </a:lnTo>
                  <a:lnTo>
                    <a:pt x="1517959" y="478392"/>
                  </a:lnTo>
                  <a:lnTo>
                    <a:pt x="1519241" y="450578"/>
                  </a:lnTo>
                  <a:lnTo>
                    <a:pt x="1520523" y="550707"/>
                  </a:lnTo>
                  <a:lnTo>
                    <a:pt x="1521805" y="556270"/>
                  </a:lnTo>
                  <a:lnTo>
                    <a:pt x="1523087" y="556270"/>
                  </a:lnTo>
                  <a:lnTo>
                    <a:pt x="1524368" y="556270"/>
                  </a:lnTo>
                  <a:lnTo>
                    <a:pt x="1525650" y="556270"/>
                  </a:lnTo>
                  <a:lnTo>
                    <a:pt x="1526932" y="536800"/>
                  </a:lnTo>
                  <a:lnTo>
                    <a:pt x="1528214" y="500643"/>
                  </a:lnTo>
                  <a:lnTo>
                    <a:pt x="1529496" y="500643"/>
                  </a:lnTo>
                  <a:lnTo>
                    <a:pt x="1530778" y="550707"/>
                  </a:lnTo>
                  <a:lnTo>
                    <a:pt x="1532060" y="564614"/>
                  </a:lnTo>
                  <a:lnTo>
                    <a:pt x="1533341" y="556270"/>
                  </a:lnTo>
                  <a:lnTo>
                    <a:pt x="1534623" y="556270"/>
                  </a:lnTo>
                  <a:lnTo>
                    <a:pt x="1535905" y="595209"/>
                  </a:lnTo>
                  <a:lnTo>
                    <a:pt x="1537187" y="667524"/>
                  </a:lnTo>
                  <a:lnTo>
                    <a:pt x="1538469" y="667524"/>
                  </a:lnTo>
                  <a:lnTo>
                    <a:pt x="1539751" y="642492"/>
                  </a:lnTo>
                  <a:lnTo>
                    <a:pt x="1541032" y="556270"/>
                  </a:lnTo>
                  <a:lnTo>
                    <a:pt x="1542314" y="486736"/>
                  </a:lnTo>
                  <a:lnTo>
                    <a:pt x="1543596" y="447797"/>
                  </a:lnTo>
                  <a:lnTo>
                    <a:pt x="1544878" y="595209"/>
                  </a:lnTo>
                  <a:lnTo>
                    <a:pt x="1546160" y="611897"/>
                  </a:lnTo>
                  <a:lnTo>
                    <a:pt x="1547442" y="611897"/>
                  </a:lnTo>
                  <a:lnTo>
                    <a:pt x="1548723" y="609115"/>
                  </a:lnTo>
                  <a:lnTo>
                    <a:pt x="1550005" y="575739"/>
                  </a:lnTo>
                  <a:lnTo>
                    <a:pt x="1551287" y="611897"/>
                  </a:lnTo>
                  <a:lnTo>
                    <a:pt x="1552569" y="611897"/>
                  </a:lnTo>
                  <a:lnTo>
                    <a:pt x="1553851" y="611897"/>
                  </a:lnTo>
                  <a:lnTo>
                    <a:pt x="1555133" y="595209"/>
                  </a:lnTo>
                  <a:lnTo>
                    <a:pt x="1556415" y="500643"/>
                  </a:lnTo>
                  <a:lnTo>
                    <a:pt x="1557696" y="500643"/>
                  </a:lnTo>
                  <a:lnTo>
                    <a:pt x="1558978" y="517331"/>
                  </a:lnTo>
                  <a:lnTo>
                    <a:pt x="1560260" y="556270"/>
                  </a:lnTo>
                  <a:lnTo>
                    <a:pt x="1561542" y="556270"/>
                  </a:lnTo>
                  <a:lnTo>
                    <a:pt x="1562824" y="522893"/>
                  </a:lnTo>
                  <a:lnTo>
                    <a:pt x="1564106" y="545144"/>
                  </a:lnTo>
                  <a:lnTo>
                    <a:pt x="1565387" y="542363"/>
                  </a:lnTo>
                  <a:lnTo>
                    <a:pt x="1566669" y="500643"/>
                  </a:lnTo>
                  <a:lnTo>
                    <a:pt x="1567951" y="500643"/>
                  </a:lnTo>
                  <a:lnTo>
                    <a:pt x="1569233" y="495080"/>
                  </a:lnTo>
                  <a:lnTo>
                    <a:pt x="1570515" y="445016"/>
                  </a:lnTo>
                  <a:lnTo>
                    <a:pt x="1571797" y="436672"/>
                  </a:lnTo>
                  <a:lnTo>
                    <a:pt x="1573079" y="497861"/>
                  </a:lnTo>
                  <a:lnTo>
                    <a:pt x="1574360" y="564614"/>
                  </a:lnTo>
                  <a:lnTo>
                    <a:pt x="1575642" y="611897"/>
                  </a:lnTo>
                  <a:lnTo>
                    <a:pt x="1576924" y="611897"/>
                  </a:lnTo>
                  <a:lnTo>
                    <a:pt x="1578206" y="611897"/>
                  </a:lnTo>
                  <a:lnTo>
                    <a:pt x="1579488" y="611897"/>
                  </a:lnTo>
                  <a:lnTo>
                    <a:pt x="1580770" y="611897"/>
                  </a:lnTo>
                  <a:lnTo>
                    <a:pt x="1582051" y="667524"/>
                  </a:lnTo>
                  <a:lnTo>
                    <a:pt x="1583333" y="667524"/>
                  </a:lnTo>
                  <a:lnTo>
                    <a:pt x="1584615" y="667524"/>
                  </a:lnTo>
                  <a:lnTo>
                    <a:pt x="1585897" y="642492"/>
                  </a:lnTo>
                  <a:lnTo>
                    <a:pt x="1587179" y="623022"/>
                  </a:lnTo>
                  <a:lnTo>
                    <a:pt x="1588461" y="723151"/>
                  </a:lnTo>
                  <a:lnTo>
                    <a:pt x="1589743" y="686993"/>
                  </a:lnTo>
                  <a:lnTo>
                    <a:pt x="1591024" y="667524"/>
                  </a:lnTo>
                  <a:lnTo>
                    <a:pt x="1592306" y="667524"/>
                  </a:lnTo>
                  <a:lnTo>
                    <a:pt x="1593588" y="645273"/>
                  </a:lnTo>
                  <a:lnTo>
                    <a:pt x="1594870" y="642492"/>
                  </a:lnTo>
                  <a:lnTo>
                    <a:pt x="1596152" y="667524"/>
                  </a:lnTo>
                  <a:lnTo>
                    <a:pt x="1597434" y="678649"/>
                  </a:lnTo>
                  <a:lnTo>
                    <a:pt x="1598715" y="723151"/>
                  </a:lnTo>
                  <a:lnTo>
                    <a:pt x="1599997" y="723151"/>
                  </a:lnTo>
                  <a:lnTo>
                    <a:pt x="1601279" y="725932"/>
                  </a:lnTo>
                  <a:lnTo>
                    <a:pt x="1602561" y="778778"/>
                  </a:lnTo>
                  <a:lnTo>
                    <a:pt x="1603843" y="806591"/>
                  </a:lnTo>
                  <a:lnTo>
                    <a:pt x="1605125" y="759308"/>
                  </a:lnTo>
                  <a:lnTo>
                    <a:pt x="1606406" y="723151"/>
                  </a:lnTo>
                  <a:lnTo>
                    <a:pt x="1607688" y="723151"/>
                  </a:lnTo>
                  <a:lnTo>
                    <a:pt x="1608970" y="723151"/>
                  </a:lnTo>
                  <a:lnTo>
                    <a:pt x="1610252" y="723151"/>
                  </a:lnTo>
                  <a:lnTo>
                    <a:pt x="1611534" y="723151"/>
                  </a:lnTo>
                  <a:lnTo>
                    <a:pt x="1612816" y="723151"/>
                  </a:lnTo>
                  <a:lnTo>
                    <a:pt x="1614098" y="723151"/>
                  </a:lnTo>
                  <a:lnTo>
                    <a:pt x="1615379" y="723151"/>
                  </a:lnTo>
                  <a:lnTo>
                    <a:pt x="1616661" y="723151"/>
                  </a:lnTo>
                  <a:lnTo>
                    <a:pt x="1617943" y="745402"/>
                  </a:lnTo>
                  <a:lnTo>
                    <a:pt x="1619225" y="778778"/>
                  </a:lnTo>
                  <a:lnTo>
                    <a:pt x="1620507" y="778778"/>
                  </a:lnTo>
                  <a:lnTo>
                    <a:pt x="1621789" y="812154"/>
                  </a:lnTo>
                  <a:lnTo>
                    <a:pt x="1623070" y="814935"/>
                  </a:lnTo>
                  <a:lnTo>
                    <a:pt x="1624352" y="778778"/>
                  </a:lnTo>
                  <a:lnTo>
                    <a:pt x="1625634" y="798247"/>
                  </a:lnTo>
                  <a:lnTo>
                    <a:pt x="1626916" y="834405"/>
                  </a:lnTo>
                  <a:lnTo>
                    <a:pt x="1628198" y="834405"/>
                  </a:lnTo>
                  <a:lnTo>
                    <a:pt x="1629480" y="834405"/>
                  </a:lnTo>
                  <a:lnTo>
                    <a:pt x="1630762" y="834405"/>
                  </a:lnTo>
                  <a:lnTo>
                    <a:pt x="1632043" y="834405"/>
                  </a:lnTo>
                  <a:lnTo>
                    <a:pt x="1633325" y="834405"/>
                  </a:lnTo>
                  <a:lnTo>
                    <a:pt x="1634607" y="812154"/>
                  </a:lnTo>
                  <a:lnTo>
                    <a:pt x="1635889" y="775996"/>
                  </a:lnTo>
                  <a:lnTo>
                    <a:pt x="1637171" y="792684"/>
                  </a:lnTo>
                  <a:lnTo>
                    <a:pt x="1638453" y="817717"/>
                  </a:lnTo>
                  <a:lnTo>
                    <a:pt x="1639734" y="748183"/>
                  </a:lnTo>
                  <a:lnTo>
                    <a:pt x="1641016" y="709244"/>
                  </a:lnTo>
                  <a:lnTo>
                    <a:pt x="1642298" y="667524"/>
                  </a:lnTo>
                  <a:lnTo>
                    <a:pt x="1643580" y="667524"/>
                  </a:lnTo>
                  <a:lnTo>
                    <a:pt x="1644862" y="642492"/>
                  </a:lnTo>
                  <a:lnTo>
                    <a:pt x="1646144" y="611897"/>
                  </a:lnTo>
                  <a:lnTo>
                    <a:pt x="1647425" y="611897"/>
                  </a:lnTo>
                  <a:lnTo>
                    <a:pt x="1648707" y="570176"/>
                  </a:lnTo>
                  <a:lnTo>
                    <a:pt x="1649989" y="556270"/>
                  </a:lnTo>
                  <a:lnTo>
                    <a:pt x="1651271" y="556270"/>
                  </a:lnTo>
                  <a:lnTo>
                    <a:pt x="1652553" y="556270"/>
                  </a:lnTo>
                  <a:lnTo>
                    <a:pt x="1653835" y="556270"/>
                  </a:lnTo>
                  <a:lnTo>
                    <a:pt x="1655117" y="572958"/>
                  </a:lnTo>
                  <a:lnTo>
                    <a:pt x="1656398" y="611897"/>
                  </a:lnTo>
                  <a:lnTo>
                    <a:pt x="1657680" y="586865"/>
                  </a:lnTo>
                  <a:lnTo>
                    <a:pt x="1658962" y="556270"/>
                  </a:lnTo>
                  <a:lnTo>
                    <a:pt x="1660244" y="556270"/>
                  </a:lnTo>
                  <a:lnTo>
                    <a:pt x="1661526" y="556270"/>
                  </a:lnTo>
                  <a:lnTo>
                    <a:pt x="1662808" y="556270"/>
                  </a:lnTo>
                  <a:lnTo>
                    <a:pt x="1664089" y="536800"/>
                  </a:lnTo>
                  <a:lnTo>
                    <a:pt x="1665371" y="500643"/>
                  </a:lnTo>
                  <a:lnTo>
                    <a:pt x="1666653" y="511768"/>
                  </a:lnTo>
                  <a:lnTo>
                    <a:pt x="1667935" y="500643"/>
                  </a:lnTo>
                  <a:lnTo>
                    <a:pt x="1669217" y="556270"/>
                  </a:lnTo>
                  <a:lnTo>
                    <a:pt x="1670499" y="570176"/>
                  </a:lnTo>
                  <a:lnTo>
                    <a:pt x="1671781" y="639710"/>
                  </a:lnTo>
                  <a:lnTo>
                    <a:pt x="1673062" y="678649"/>
                  </a:lnTo>
                  <a:lnTo>
                    <a:pt x="1674344" y="681430"/>
                  </a:lnTo>
                  <a:lnTo>
                    <a:pt x="1675626" y="667524"/>
                  </a:lnTo>
                  <a:lnTo>
                    <a:pt x="1676908" y="689774"/>
                  </a:lnTo>
                  <a:lnTo>
                    <a:pt x="1678190" y="686993"/>
                  </a:lnTo>
                  <a:lnTo>
                    <a:pt x="1679472" y="600771"/>
                  </a:lnTo>
                  <a:lnTo>
                    <a:pt x="1680753" y="586865"/>
                  </a:lnTo>
                  <a:lnTo>
                    <a:pt x="1682035" y="556270"/>
                  </a:lnTo>
                  <a:lnTo>
                    <a:pt x="1683317" y="556270"/>
                  </a:lnTo>
                  <a:lnTo>
                    <a:pt x="1684599" y="500643"/>
                  </a:lnTo>
                  <a:lnTo>
                    <a:pt x="1685881" y="500643"/>
                  </a:lnTo>
                  <a:lnTo>
                    <a:pt x="1687163" y="431109"/>
                  </a:lnTo>
                  <a:lnTo>
                    <a:pt x="1688444" y="372701"/>
                  </a:lnTo>
                  <a:lnTo>
                    <a:pt x="1689726" y="336543"/>
                  </a:lnTo>
                  <a:lnTo>
                    <a:pt x="1691008" y="333762"/>
                  </a:lnTo>
                  <a:lnTo>
                    <a:pt x="1692290" y="278135"/>
                  </a:lnTo>
                  <a:lnTo>
                    <a:pt x="1693572" y="233633"/>
                  </a:lnTo>
                  <a:lnTo>
                    <a:pt x="1694854" y="222508"/>
                  </a:lnTo>
                  <a:lnTo>
                    <a:pt x="1696136" y="233633"/>
                  </a:lnTo>
                  <a:lnTo>
                    <a:pt x="1697417" y="222508"/>
                  </a:lnTo>
                  <a:lnTo>
                    <a:pt x="1698699" y="228070"/>
                  </a:lnTo>
                  <a:lnTo>
                    <a:pt x="1699981" y="278135"/>
                  </a:lnTo>
                  <a:lnTo>
                    <a:pt x="1701263" y="278135"/>
                  </a:lnTo>
                  <a:lnTo>
                    <a:pt x="1702545" y="278135"/>
                  </a:lnTo>
                  <a:lnTo>
                    <a:pt x="1703827" y="222508"/>
                  </a:lnTo>
                  <a:lnTo>
                    <a:pt x="1705108" y="222508"/>
                  </a:lnTo>
                  <a:lnTo>
                    <a:pt x="1706390" y="261447"/>
                  </a:lnTo>
                  <a:lnTo>
                    <a:pt x="1707672" y="278135"/>
                  </a:lnTo>
                  <a:lnTo>
                    <a:pt x="1708954" y="278135"/>
                  </a:lnTo>
                  <a:lnTo>
                    <a:pt x="1710236" y="308730"/>
                  </a:lnTo>
                  <a:lnTo>
                    <a:pt x="1711518" y="397733"/>
                  </a:lnTo>
                  <a:lnTo>
                    <a:pt x="1712800" y="450578"/>
                  </a:lnTo>
                  <a:lnTo>
                    <a:pt x="1714081" y="500643"/>
                  </a:lnTo>
                  <a:lnTo>
                    <a:pt x="1715363" y="500643"/>
                  </a:lnTo>
                  <a:lnTo>
                    <a:pt x="1716645" y="553488"/>
                  </a:lnTo>
                  <a:lnTo>
                    <a:pt x="1717927" y="556270"/>
                  </a:lnTo>
                  <a:lnTo>
                    <a:pt x="1719209" y="620241"/>
                  </a:lnTo>
                  <a:lnTo>
                    <a:pt x="1720491" y="681430"/>
                  </a:lnTo>
                  <a:lnTo>
                    <a:pt x="1721772" y="739839"/>
                  </a:lnTo>
                  <a:lnTo>
                    <a:pt x="1723054" y="778778"/>
                  </a:lnTo>
                  <a:lnTo>
                    <a:pt x="1724336" y="831623"/>
                  </a:lnTo>
                  <a:lnTo>
                    <a:pt x="1725618" y="876125"/>
                  </a:lnTo>
                  <a:lnTo>
                    <a:pt x="1726900" y="890032"/>
                  </a:lnTo>
                  <a:lnTo>
                    <a:pt x="1728182" y="876125"/>
                  </a:lnTo>
                  <a:lnTo>
                    <a:pt x="1729464" y="890032"/>
                  </a:lnTo>
                  <a:lnTo>
                    <a:pt x="1730745" y="890032"/>
                  </a:lnTo>
                  <a:lnTo>
                    <a:pt x="1732027" y="890032"/>
                  </a:lnTo>
                  <a:lnTo>
                    <a:pt x="1733309" y="890032"/>
                  </a:lnTo>
                  <a:lnTo>
                    <a:pt x="1734591" y="834405"/>
                  </a:lnTo>
                  <a:lnTo>
                    <a:pt x="1735873" y="887250"/>
                  </a:lnTo>
                  <a:lnTo>
                    <a:pt x="1737155" y="890032"/>
                  </a:lnTo>
                  <a:lnTo>
                    <a:pt x="1738436" y="890032"/>
                  </a:lnTo>
                  <a:lnTo>
                    <a:pt x="1739718" y="890032"/>
                  </a:lnTo>
                  <a:lnTo>
                    <a:pt x="1741000" y="890032"/>
                  </a:lnTo>
                  <a:lnTo>
                    <a:pt x="1742282" y="890032"/>
                  </a:lnTo>
                  <a:lnTo>
                    <a:pt x="1743564" y="890032"/>
                  </a:lnTo>
                  <a:lnTo>
                    <a:pt x="1744846" y="834405"/>
                  </a:lnTo>
                  <a:lnTo>
                    <a:pt x="1746127" y="834405"/>
                  </a:lnTo>
                  <a:lnTo>
                    <a:pt x="1747409" y="834405"/>
                  </a:lnTo>
                  <a:lnTo>
                    <a:pt x="1748691" y="834405"/>
                  </a:lnTo>
                  <a:lnTo>
                    <a:pt x="1749973" y="834405"/>
                  </a:lnTo>
                  <a:lnTo>
                    <a:pt x="1751255" y="834405"/>
                  </a:lnTo>
                  <a:lnTo>
                    <a:pt x="1752537" y="834405"/>
                  </a:lnTo>
                  <a:lnTo>
                    <a:pt x="1753819" y="812154"/>
                  </a:lnTo>
                  <a:lnTo>
                    <a:pt x="1755100" y="778778"/>
                  </a:lnTo>
                  <a:lnTo>
                    <a:pt x="1756382" y="778778"/>
                  </a:lnTo>
                  <a:lnTo>
                    <a:pt x="1757664" y="778778"/>
                  </a:lnTo>
                  <a:lnTo>
                    <a:pt x="1758946" y="728713"/>
                  </a:lnTo>
                  <a:lnTo>
                    <a:pt x="1760228" y="737057"/>
                  </a:lnTo>
                  <a:lnTo>
                    <a:pt x="1761510" y="731495"/>
                  </a:lnTo>
                  <a:lnTo>
                    <a:pt x="1762791" y="723151"/>
                  </a:lnTo>
                  <a:lnTo>
                    <a:pt x="1764073" y="723151"/>
                  </a:lnTo>
                  <a:lnTo>
                    <a:pt x="1765355" y="723151"/>
                  </a:lnTo>
                  <a:lnTo>
                    <a:pt x="1766637" y="764871"/>
                  </a:lnTo>
                  <a:lnTo>
                    <a:pt x="1767919" y="723151"/>
                  </a:lnTo>
                  <a:lnTo>
                    <a:pt x="1769201" y="723151"/>
                  </a:lnTo>
                  <a:lnTo>
                    <a:pt x="1770483" y="723151"/>
                  </a:lnTo>
                  <a:lnTo>
                    <a:pt x="1771764" y="712025"/>
                  </a:lnTo>
                  <a:lnTo>
                    <a:pt x="1773046" y="600771"/>
                  </a:lnTo>
                  <a:lnTo>
                    <a:pt x="1774328" y="556270"/>
                  </a:lnTo>
                  <a:lnTo>
                    <a:pt x="1775610" y="542363"/>
                  </a:lnTo>
                  <a:lnTo>
                    <a:pt x="1776892" y="506205"/>
                  </a:lnTo>
                  <a:lnTo>
                    <a:pt x="1778174" y="500643"/>
                  </a:lnTo>
                  <a:lnTo>
                    <a:pt x="1779455" y="458922"/>
                  </a:lnTo>
                  <a:lnTo>
                    <a:pt x="1780737" y="445016"/>
                  </a:lnTo>
                  <a:lnTo>
                    <a:pt x="1782019" y="445016"/>
                  </a:lnTo>
                  <a:lnTo>
                    <a:pt x="1783301" y="433890"/>
                  </a:lnTo>
                  <a:lnTo>
                    <a:pt x="1784583" y="389389"/>
                  </a:lnTo>
                  <a:lnTo>
                    <a:pt x="1785865" y="408858"/>
                  </a:lnTo>
                  <a:lnTo>
                    <a:pt x="1787146" y="445016"/>
                  </a:lnTo>
                  <a:lnTo>
                    <a:pt x="1788428" y="445016"/>
                  </a:lnTo>
                  <a:lnTo>
                    <a:pt x="1789710" y="445016"/>
                  </a:lnTo>
                  <a:lnTo>
                    <a:pt x="1790992" y="492299"/>
                  </a:lnTo>
                  <a:lnTo>
                    <a:pt x="1792274" y="500643"/>
                  </a:lnTo>
                  <a:lnTo>
                    <a:pt x="1793556" y="545144"/>
                  </a:lnTo>
                  <a:lnTo>
                    <a:pt x="1794838" y="556270"/>
                  </a:lnTo>
                  <a:lnTo>
                    <a:pt x="1796119" y="556270"/>
                  </a:lnTo>
                  <a:lnTo>
                    <a:pt x="1797401" y="556270"/>
                  </a:lnTo>
                  <a:lnTo>
                    <a:pt x="1798683" y="564614"/>
                  </a:lnTo>
                  <a:lnTo>
                    <a:pt x="1799965" y="611897"/>
                  </a:lnTo>
                  <a:lnTo>
                    <a:pt x="1801247" y="611897"/>
                  </a:lnTo>
                  <a:lnTo>
                    <a:pt x="1802529" y="570176"/>
                  </a:lnTo>
                  <a:lnTo>
                    <a:pt x="1803810" y="564614"/>
                  </a:lnTo>
                  <a:lnTo>
                    <a:pt x="1805092" y="673086"/>
                  </a:lnTo>
                  <a:lnTo>
                    <a:pt x="1806374" y="723151"/>
                  </a:lnTo>
                  <a:lnTo>
                    <a:pt x="1807656" y="734276"/>
                  </a:lnTo>
                  <a:lnTo>
                    <a:pt x="1808938" y="823279"/>
                  </a:lnTo>
                  <a:lnTo>
                    <a:pt x="1810220" y="834405"/>
                  </a:lnTo>
                  <a:lnTo>
                    <a:pt x="1811502" y="870562"/>
                  </a:lnTo>
                  <a:lnTo>
                    <a:pt x="1812783" y="814935"/>
                  </a:lnTo>
                  <a:lnTo>
                    <a:pt x="1814065" y="778778"/>
                  </a:lnTo>
                  <a:lnTo>
                    <a:pt x="1815347" y="787122"/>
                  </a:lnTo>
                  <a:lnTo>
                    <a:pt x="1816629" y="817717"/>
                  </a:lnTo>
                  <a:lnTo>
                    <a:pt x="1817911" y="778778"/>
                  </a:lnTo>
                  <a:lnTo>
                    <a:pt x="1819193" y="778778"/>
                  </a:lnTo>
                  <a:lnTo>
                    <a:pt x="1820474" y="778778"/>
                  </a:lnTo>
                  <a:lnTo>
                    <a:pt x="1821756" y="725932"/>
                  </a:lnTo>
                  <a:lnTo>
                    <a:pt x="1823038" y="723151"/>
                  </a:lnTo>
                  <a:lnTo>
                    <a:pt x="1824320" y="723151"/>
                  </a:lnTo>
                  <a:lnTo>
                    <a:pt x="1825602" y="723151"/>
                  </a:lnTo>
                  <a:lnTo>
                    <a:pt x="1826884" y="689775"/>
                  </a:lnTo>
                  <a:lnTo>
                    <a:pt x="1828165" y="667524"/>
                  </a:lnTo>
                  <a:lnTo>
                    <a:pt x="1829447" y="667524"/>
                  </a:lnTo>
                  <a:lnTo>
                    <a:pt x="1830729" y="634147"/>
                  </a:lnTo>
                  <a:lnTo>
                    <a:pt x="1832011" y="611897"/>
                  </a:lnTo>
                  <a:lnTo>
                    <a:pt x="1833293" y="611897"/>
                  </a:lnTo>
                  <a:lnTo>
                    <a:pt x="1834575" y="650836"/>
                  </a:lnTo>
                  <a:lnTo>
                    <a:pt x="1835857" y="667524"/>
                  </a:lnTo>
                  <a:lnTo>
                    <a:pt x="1837138" y="667524"/>
                  </a:lnTo>
                  <a:lnTo>
                    <a:pt x="1838420" y="667524"/>
                  </a:lnTo>
                  <a:lnTo>
                    <a:pt x="1839702" y="667524"/>
                  </a:lnTo>
                  <a:lnTo>
                    <a:pt x="1840984" y="667524"/>
                  </a:lnTo>
                  <a:lnTo>
                    <a:pt x="1842266" y="667524"/>
                  </a:lnTo>
                  <a:lnTo>
                    <a:pt x="1843548" y="667524"/>
                  </a:lnTo>
                  <a:lnTo>
                    <a:pt x="1844829" y="739839"/>
                  </a:lnTo>
                  <a:lnTo>
                    <a:pt x="1846111" y="778778"/>
                  </a:lnTo>
                  <a:lnTo>
                    <a:pt x="1847393" y="778778"/>
                  </a:lnTo>
                  <a:lnTo>
                    <a:pt x="1848675" y="792684"/>
                  </a:lnTo>
                  <a:lnTo>
                    <a:pt x="1849957" y="834405"/>
                  </a:lnTo>
                  <a:lnTo>
                    <a:pt x="1851239" y="798247"/>
                  </a:lnTo>
                  <a:lnTo>
                    <a:pt x="1852521" y="778778"/>
                  </a:lnTo>
                  <a:lnTo>
                    <a:pt x="1853802" y="828842"/>
                  </a:lnTo>
                  <a:lnTo>
                    <a:pt x="1855084" y="789903"/>
                  </a:lnTo>
                  <a:lnTo>
                    <a:pt x="1856366" y="778778"/>
                  </a:lnTo>
                  <a:lnTo>
                    <a:pt x="1857648" y="778778"/>
                  </a:lnTo>
                  <a:lnTo>
                    <a:pt x="1858930" y="809373"/>
                  </a:lnTo>
                  <a:lnTo>
                    <a:pt x="1860212" y="834405"/>
                  </a:lnTo>
                  <a:lnTo>
                    <a:pt x="1861493" y="834405"/>
                  </a:lnTo>
                  <a:lnTo>
                    <a:pt x="1862775" y="865000"/>
                  </a:lnTo>
                  <a:lnTo>
                    <a:pt x="1864057" y="890032"/>
                  </a:lnTo>
                  <a:lnTo>
                    <a:pt x="1865339" y="890032"/>
                  </a:lnTo>
                  <a:lnTo>
                    <a:pt x="1866621" y="890032"/>
                  </a:lnTo>
                  <a:lnTo>
                    <a:pt x="1867903" y="878906"/>
                  </a:lnTo>
                  <a:lnTo>
                    <a:pt x="1869185" y="834405"/>
                  </a:lnTo>
                  <a:lnTo>
                    <a:pt x="1870466" y="834405"/>
                  </a:lnTo>
                  <a:lnTo>
                    <a:pt x="1871748" y="834405"/>
                  </a:lnTo>
                  <a:lnTo>
                    <a:pt x="1873030" y="834405"/>
                  </a:lnTo>
                  <a:lnTo>
                    <a:pt x="1874312" y="834405"/>
                  </a:lnTo>
                  <a:lnTo>
                    <a:pt x="1875594" y="834405"/>
                  </a:lnTo>
                  <a:lnTo>
                    <a:pt x="1876876" y="834405"/>
                  </a:lnTo>
                  <a:lnTo>
                    <a:pt x="1878157" y="834405"/>
                  </a:lnTo>
                  <a:lnTo>
                    <a:pt x="1879439" y="773215"/>
                  </a:lnTo>
                  <a:lnTo>
                    <a:pt x="1880721" y="723151"/>
                  </a:lnTo>
                  <a:lnTo>
                    <a:pt x="1882003" y="723151"/>
                  </a:lnTo>
                  <a:lnTo>
                    <a:pt x="1883285" y="756527"/>
                  </a:lnTo>
                  <a:lnTo>
                    <a:pt x="1884567" y="778778"/>
                  </a:lnTo>
                  <a:lnTo>
                    <a:pt x="1885848" y="778778"/>
                  </a:lnTo>
                  <a:lnTo>
                    <a:pt x="1887130" y="820498"/>
                  </a:lnTo>
                  <a:lnTo>
                    <a:pt x="1888412" y="834405"/>
                  </a:lnTo>
                  <a:lnTo>
                    <a:pt x="1889694" y="834405"/>
                  </a:lnTo>
                  <a:lnTo>
                    <a:pt x="1890976" y="834405"/>
                  </a:lnTo>
                  <a:lnTo>
                    <a:pt x="1892258" y="801028"/>
                  </a:lnTo>
                  <a:lnTo>
                    <a:pt x="1893540" y="778778"/>
                  </a:lnTo>
                  <a:lnTo>
                    <a:pt x="1894821" y="778778"/>
                  </a:lnTo>
                  <a:lnTo>
                    <a:pt x="1896103" y="778778"/>
                  </a:lnTo>
                  <a:lnTo>
                    <a:pt x="1897385" y="762090"/>
                  </a:lnTo>
                  <a:lnTo>
                    <a:pt x="1898667" y="723151"/>
                  </a:lnTo>
                  <a:lnTo>
                    <a:pt x="1899949" y="731495"/>
                  </a:lnTo>
                  <a:lnTo>
                    <a:pt x="1901231" y="778778"/>
                  </a:lnTo>
                  <a:lnTo>
                    <a:pt x="1902512" y="750964"/>
                  </a:lnTo>
                  <a:lnTo>
                    <a:pt x="1903794" y="723151"/>
                  </a:lnTo>
                  <a:lnTo>
                    <a:pt x="1905076" y="723151"/>
                  </a:lnTo>
                  <a:lnTo>
                    <a:pt x="1906358" y="723151"/>
                  </a:lnTo>
                  <a:lnTo>
                    <a:pt x="1907640" y="723151"/>
                  </a:lnTo>
                  <a:lnTo>
                    <a:pt x="1908922" y="698119"/>
                  </a:lnTo>
                  <a:lnTo>
                    <a:pt x="1910204" y="611897"/>
                  </a:lnTo>
                  <a:lnTo>
                    <a:pt x="1911485" y="667524"/>
                  </a:lnTo>
                  <a:lnTo>
                    <a:pt x="1912767" y="723151"/>
                  </a:lnTo>
                  <a:lnTo>
                    <a:pt x="1914049" y="723151"/>
                  </a:lnTo>
                  <a:lnTo>
                    <a:pt x="1915331" y="714807"/>
                  </a:lnTo>
                  <a:lnTo>
                    <a:pt x="1916613" y="617459"/>
                  </a:lnTo>
                  <a:lnTo>
                    <a:pt x="1917895" y="559051"/>
                  </a:lnTo>
                  <a:lnTo>
                    <a:pt x="1919176" y="556270"/>
                  </a:lnTo>
                  <a:lnTo>
                    <a:pt x="1920458" y="556270"/>
                  </a:lnTo>
                  <a:lnTo>
                    <a:pt x="1921740" y="556270"/>
                  </a:lnTo>
                  <a:lnTo>
                    <a:pt x="1923022" y="556270"/>
                  </a:lnTo>
                  <a:lnTo>
                    <a:pt x="1924304" y="586865"/>
                  </a:lnTo>
                  <a:lnTo>
                    <a:pt x="1925586" y="611897"/>
                  </a:lnTo>
                  <a:lnTo>
                    <a:pt x="1926867" y="584083"/>
                  </a:lnTo>
                  <a:lnTo>
                    <a:pt x="1928149" y="464485"/>
                  </a:lnTo>
                  <a:lnTo>
                    <a:pt x="1929431" y="458922"/>
                  </a:lnTo>
                  <a:lnTo>
                    <a:pt x="1930713" y="470048"/>
                  </a:lnTo>
                  <a:lnTo>
                    <a:pt x="1931995" y="445016"/>
                  </a:lnTo>
                  <a:lnTo>
                    <a:pt x="1933277" y="419983"/>
                  </a:lnTo>
                  <a:lnTo>
                    <a:pt x="1934559" y="400514"/>
                  </a:lnTo>
                  <a:lnTo>
                    <a:pt x="1935840" y="389389"/>
                  </a:lnTo>
                  <a:lnTo>
                    <a:pt x="1937122" y="389389"/>
                  </a:lnTo>
                  <a:lnTo>
                    <a:pt x="1938404" y="389389"/>
                  </a:lnTo>
                  <a:lnTo>
                    <a:pt x="1939686" y="389389"/>
                  </a:lnTo>
                  <a:lnTo>
                    <a:pt x="1940968" y="408858"/>
                  </a:lnTo>
                  <a:lnTo>
                    <a:pt x="1942250" y="500643"/>
                  </a:lnTo>
                  <a:lnTo>
                    <a:pt x="1943531" y="492299"/>
                  </a:lnTo>
                  <a:lnTo>
                    <a:pt x="1944813" y="445016"/>
                  </a:lnTo>
                  <a:lnTo>
                    <a:pt x="1946095" y="445016"/>
                  </a:lnTo>
                  <a:lnTo>
                    <a:pt x="1947377" y="450578"/>
                  </a:lnTo>
                  <a:lnTo>
                    <a:pt x="1948659" y="547926"/>
                  </a:lnTo>
                  <a:lnTo>
                    <a:pt x="1949941" y="606334"/>
                  </a:lnTo>
                  <a:lnTo>
                    <a:pt x="1951223" y="611897"/>
                  </a:lnTo>
                  <a:lnTo>
                    <a:pt x="1952504" y="611897"/>
                  </a:lnTo>
                  <a:lnTo>
                    <a:pt x="1953786" y="611897"/>
                  </a:lnTo>
                  <a:lnTo>
                    <a:pt x="1955068" y="611897"/>
                  </a:lnTo>
                  <a:lnTo>
                    <a:pt x="1956350" y="611897"/>
                  </a:lnTo>
                  <a:lnTo>
                    <a:pt x="1957632" y="611897"/>
                  </a:lnTo>
                  <a:lnTo>
                    <a:pt x="1958914" y="636929"/>
                  </a:lnTo>
                  <a:lnTo>
                    <a:pt x="1960195" y="753746"/>
                  </a:lnTo>
                  <a:lnTo>
                    <a:pt x="1961477" y="778778"/>
                  </a:lnTo>
                  <a:lnTo>
                    <a:pt x="1962759" y="798247"/>
                  </a:lnTo>
                  <a:lnTo>
                    <a:pt x="1964041" y="778778"/>
                  </a:lnTo>
                  <a:lnTo>
                    <a:pt x="1965323" y="789903"/>
                  </a:lnTo>
                  <a:lnTo>
                    <a:pt x="1966605" y="750964"/>
                  </a:lnTo>
                  <a:lnTo>
                    <a:pt x="1967887" y="775996"/>
                  </a:lnTo>
                  <a:lnTo>
                    <a:pt x="1969168" y="723151"/>
                  </a:lnTo>
                  <a:lnTo>
                    <a:pt x="1970450" y="670305"/>
                  </a:lnTo>
                  <a:lnTo>
                    <a:pt x="1971732" y="667524"/>
                  </a:lnTo>
                  <a:lnTo>
                    <a:pt x="1973014" y="667524"/>
                  </a:lnTo>
                  <a:lnTo>
                    <a:pt x="1974296" y="667524"/>
                  </a:lnTo>
                  <a:lnTo>
                    <a:pt x="1975578" y="673086"/>
                  </a:lnTo>
                  <a:lnTo>
                    <a:pt x="1976859" y="712025"/>
                  </a:lnTo>
                  <a:lnTo>
                    <a:pt x="1978141" y="667524"/>
                  </a:lnTo>
                  <a:lnTo>
                    <a:pt x="1979423" y="667524"/>
                  </a:lnTo>
                  <a:lnTo>
                    <a:pt x="1980705" y="667524"/>
                  </a:lnTo>
                  <a:lnTo>
                    <a:pt x="1981987" y="667524"/>
                  </a:lnTo>
                  <a:lnTo>
                    <a:pt x="1983269" y="609115"/>
                  </a:lnTo>
                  <a:lnTo>
                    <a:pt x="1984550" y="556270"/>
                  </a:lnTo>
                  <a:lnTo>
                    <a:pt x="1985832" y="556270"/>
                  </a:lnTo>
                  <a:lnTo>
                    <a:pt x="1987114" y="556270"/>
                  </a:lnTo>
                  <a:lnTo>
                    <a:pt x="1988396" y="536800"/>
                  </a:lnTo>
                  <a:lnTo>
                    <a:pt x="1989678" y="500643"/>
                  </a:lnTo>
                  <a:lnTo>
                    <a:pt x="1990960" y="414421"/>
                  </a:lnTo>
                  <a:lnTo>
                    <a:pt x="1992242" y="356013"/>
                  </a:lnTo>
                  <a:lnTo>
                    <a:pt x="1993523" y="333762"/>
                  </a:lnTo>
                  <a:lnTo>
                    <a:pt x="1994805" y="339324"/>
                  </a:lnTo>
                  <a:lnTo>
                    <a:pt x="1996087" y="389389"/>
                  </a:lnTo>
                  <a:lnTo>
                    <a:pt x="1997369" y="397733"/>
                  </a:lnTo>
                  <a:lnTo>
                    <a:pt x="1998651" y="425546"/>
                  </a:lnTo>
                  <a:lnTo>
                    <a:pt x="1999933" y="445016"/>
                  </a:lnTo>
                  <a:lnTo>
                    <a:pt x="2001214" y="500643"/>
                  </a:lnTo>
                  <a:lnTo>
                    <a:pt x="2002496" y="550707"/>
                  </a:lnTo>
                  <a:lnTo>
                    <a:pt x="2003778" y="511768"/>
                  </a:lnTo>
                  <a:lnTo>
                    <a:pt x="2005060" y="500643"/>
                  </a:lnTo>
                  <a:lnTo>
                    <a:pt x="2006342" y="500643"/>
                  </a:lnTo>
                  <a:lnTo>
                    <a:pt x="2007624" y="500643"/>
                  </a:lnTo>
                  <a:lnTo>
                    <a:pt x="2008906" y="508987"/>
                  </a:lnTo>
                  <a:lnTo>
                    <a:pt x="2010187" y="534019"/>
                  </a:lnTo>
                  <a:lnTo>
                    <a:pt x="2011469" y="500643"/>
                  </a:lnTo>
                  <a:lnTo>
                    <a:pt x="2012751" y="489517"/>
                  </a:lnTo>
                  <a:lnTo>
                    <a:pt x="2014033" y="445016"/>
                  </a:lnTo>
                  <a:lnTo>
                    <a:pt x="2015315" y="497861"/>
                  </a:lnTo>
                  <a:lnTo>
                    <a:pt x="2016597" y="556270"/>
                  </a:lnTo>
                  <a:lnTo>
                    <a:pt x="2017878" y="556270"/>
                  </a:lnTo>
                  <a:lnTo>
                    <a:pt x="2019160" y="556270"/>
                  </a:lnTo>
                  <a:lnTo>
                    <a:pt x="2020442" y="559051"/>
                  </a:lnTo>
                  <a:lnTo>
                    <a:pt x="2021724" y="556270"/>
                  </a:lnTo>
                  <a:lnTo>
                    <a:pt x="2023006" y="636929"/>
                  </a:lnTo>
                  <a:lnTo>
                    <a:pt x="2024288" y="698118"/>
                  </a:lnTo>
                  <a:lnTo>
                    <a:pt x="2025569" y="723151"/>
                  </a:lnTo>
                  <a:lnTo>
                    <a:pt x="2026851" y="723151"/>
                  </a:lnTo>
                  <a:lnTo>
                    <a:pt x="2028133" y="723151"/>
                  </a:lnTo>
                  <a:lnTo>
                    <a:pt x="2029415" y="723151"/>
                  </a:lnTo>
                  <a:lnTo>
                    <a:pt x="2030697" y="759308"/>
                  </a:lnTo>
                  <a:lnTo>
                    <a:pt x="2031979" y="723151"/>
                  </a:lnTo>
                  <a:lnTo>
                    <a:pt x="2033261" y="681430"/>
                  </a:lnTo>
                  <a:lnTo>
                    <a:pt x="2034542" y="667524"/>
                  </a:lnTo>
                  <a:lnTo>
                    <a:pt x="2035824" y="709244"/>
                  </a:lnTo>
                  <a:lnTo>
                    <a:pt x="2037106" y="723151"/>
                  </a:lnTo>
                  <a:lnTo>
                    <a:pt x="2038388" y="723151"/>
                  </a:lnTo>
                  <a:lnTo>
                    <a:pt x="2039670" y="723151"/>
                  </a:lnTo>
                  <a:lnTo>
                    <a:pt x="2040952" y="723151"/>
                  </a:lnTo>
                  <a:lnTo>
                    <a:pt x="2042233" y="742620"/>
                  </a:lnTo>
                  <a:lnTo>
                    <a:pt x="2043515" y="753745"/>
                  </a:lnTo>
                  <a:lnTo>
                    <a:pt x="2044797" y="731495"/>
                  </a:lnTo>
                  <a:lnTo>
                    <a:pt x="2046079" y="767652"/>
                  </a:lnTo>
                  <a:lnTo>
                    <a:pt x="2047361" y="723151"/>
                  </a:lnTo>
                  <a:lnTo>
                    <a:pt x="2048643" y="723151"/>
                  </a:lnTo>
                  <a:lnTo>
                    <a:pt x="2049925" y="723151"/>
                  </a:lnTo>
                  <a:lnTo>
                    <a:pt x="2051206" y="703681"/>
                  </a:lnTo>
                  <a:lnTo>
                    <a:pt x="2052488" y="634148"/>
                  </a:lnTo>
                  <a:lnTo>
                    <a:pt x="2053770" y="667524"/>
                  </a:lnTo>
                  <a:lnTo>
                    <a:pt x="2055052" y="667524"/>
                  </a:lnTo>
                  <a:lnTo>
                    <a:pt x="2056334" y="620241"/>
                  </a:lnTo>
                  <a:lnTo>
                    <a:pt x="2057616" y="572958"/>
                  </a:lnTo>
                  <a:lnTo>
                    <a:pt x="2058897" y="500643"/>
                  </a:lnTo>
                  <a:lnTo>
                    <a:pt x="2060179" y="500643"/>
                  </a:lnTo>
                  <a:lnTo>
                    <a:pt x="2061461" y="500643"/>
                  </a:lnTo>
                  <a:lnTo>
                    <a:pt x="2062743" y="461704"/>
                  </a:lnTo>
                  <a:lnTo>
                    <a:pt x="2064025" y="500643"/>
                  </a:lnTo>
                  <a:lnTo>
                    <a:pt x="2065307" y="539582"/>
                  </a:lnTo>
                  <a:lnTo>
                    <a:pt x="2066588" y="556270"/>
                  </a:lnTo>
                  <a:lnTo>
                    <a:pt x="2067870" y="556270"/>
                  </a:lnTo>
                  <a:lnTo>
                    <a:pt x="2069152" y="556270"/>
                  </a:lnTo>
                  <a:lnTo>
                    <a:pt x="2070434" y="556270"/>
                  </a:lnTo>
                  <a:lnTo>
                    <a:pt x="2071716" y="556270"/>
                  </a:lnTo>
                  <a:lnTo>
                    <a:pt x="2072998" y="556270"/>
                  </a:lnTo>
                  <a:lnTo>
                    <a:pt x="2074280" y="556270"/>
                  </a:lnTo>
                  <a:lnTo>
                    <a:pt x="2075561" y="578520"/>
                  </a:lnTo>
                  <a:lnTo>
                    <a:pt x="2076843" y="611897"/>
                  </a:lnTo>
                  <a:lnTo>
                    <a:pt x="2078125" y="620241"/>
                  </a:lnTo>
                  <a:lnTo>
                    <a:pt x="2079407" y="667524"/>
                  </a:lnTo>
                  <a:lnTo>
                    <a:pt x="2080689" y="667524"/>
                  </a:lnTo>
                  <a:lnTo>
                    <a:pt x="2081971" y="667524"/>
                  </a:lnTo>
                  <a:lnTo>
                    <a:pt x="2083252" y="684212"/>
                  </a:lnTo>
                  <a:lnTo>
                    <a:pt x="2084534" y="764871"/>
                  </a:lnTo>
                  <a:lnTo>
                    <a:pt x="2085816" y="728713"/>
                  </a:lnTo>
                  <a:lnTo>
                    <a:pt x="2087098" y="723151"/>
                  </a:lnTo>
                  <a:lnTo>
                    <a:pt x="2088380" y="767652"/>
                  </a:lnTo>
                  <a:lnTo>
                    <a:pt x="2089662" y="814935"/>
                  </a:lnTo>
                  <a:lnTo>
                    <a:pt x="2090944" y="887250"/>
                  </a:lnTo>
                  <a:lnTo>
                    <a:pt x="2092225" y="890032"/>
                  </a:lnTo>
                  <a:lnTo>
                    <a:pt x="2093507" y="890032"/>
                  </a:lnTo>
                  <a:lnTo>
                    <a:pt x="2094789" y="940096"/>
                  </a:lnTo>
                  <a:lnTo>
                    <a:pt x="2096071" y="945659"/>
                  </a:lnTo>
                  <a:lnTo>
                    <a:pt x="2097353" y="945659"/>
                  </a:lnTo>
                  <a:lnTo>
                    <a:pt x="2098635" y="945659"/>
                  </a:lnTo>
                  <a:lnTo>
                    <a:pt x="2099916" y="945659"/>
                  </a:lnTo>
                  <a:lnTo>
                    <a:pt x="2101198" y="931752"/>
                  </a:lnTo>
                  <a:lnTo>
                    <a:pt x="2102480" y="890032"/>
                  </a:lnTo>
                  <a:lnTo>
                    <a:pt x="2103762" y="890032"/>
                  </a:lnTo>
                  <a:lnTo>
                    <a:pt x="2105044" y="890032"/>
                  </a:lnTo>
                  <a:lnTo>
                    <a:pt x="2106326" y="890032"/>
                  </a:lnTo>
                  <a:lnTo>
                    <a:pt x="2107608" y="890032"/>
                  </a:lnTo>
                  <a:lnTo>
                    <a:pt x="2108889" y="890032"/>
                  </a:lnTo>
                  <a:lnTo>
                    <a:pt x="2110171" y="890032"/>
                  </a:lnTo>
                  <a:lnTo>
                    <a:pt x="2111453" y="890032"/>
                  </a:lnTo>
                  <a:lnTo>
                    <a:pt x="2112735" y="890032"/>
                  </a:lnTo>
                  <a:lnTo>
                    <a:pt x="2114017" y="890032"/>
                  </a:lnTo>
                  <a:lnTo>
                    <a:pt x="2115299" y="881688"/>
                  </a:lnTo>
                  <a:lnTo>
                    <a:pt x="2116580" y="834405"/>
                  </a:lnTo>
                  <a:lnTo>
                    <a:pt x="2117862" y="881688"/>
                  </a:lnTo>
                  <a:lnTo>
                    <a:pt x="2119144" y="890032"/>
                  </a:lnTo>
                  <a:lnTo>
                    <a:pt x="2120426" y="890032"/>
                  </a:lnTo>
                  <a:lnTo>
                    <a:pt x="2121708" y="862218"/>
                  </a:lnTo>
                  <a:lnTo>
                    <a:pt x="2122990" y="834405"/>
                  </a:lnTo>
                  <a:lnTo>
                    <a:pt x="2124271" y="834405"/>
                  </a:lnTo>
                  <a:lnTo>
                    <a:pt x="2125553" y="834405"/>
                  </a:lnTo>
                  <a:lnTo>
                    <a:pt x="2126835" y="823279"/>
                  </a:lnTo>
                  <a:lnTo>
                    <a:pt x="2128117" y="778778"/>
                  </a:lnTo>
                  <a:lnTo>
                    <a:pt x="2129399" y="778778"/>
                  </a:lnTo>
                  <a:lnTo>
                    <a:pt x="2130681" y="778778"/>
                  </a:lnTo>
                  <a:lnTo>
                    <a:pt x="2131963" y="778778"/>
                  </a:lnTo>
                  <a:lnTo>
                    <a:pt x="2133244" y="789903"/>
                  </a:lnTo>
                  <a:lnTo>
                    <a:pt x="2134526" y="834405"/>
                  </a:lnTo>
                  <a:lnTo>
                    <a:pt x="2135808" y="834405"/>
                  </a:lnTo>
                  <a:lnTo>
                    <a:pt x="2137090" y="834405"/>
                  </a:lnTo>
                  <a:lnTo>
                    <a:pt x="2138372" y="834405"/>
                  </a:lnTo>
                  <a:lnTo>
                    <a:pt x="2139654" y="834405"/>
                  </a:lnTo>
                  <a:lnTo>
                    <a:pt x="2140935" y="834405"/>
                  </a:lnTo>
                  <a:lnTo>
                    <a:pt x="2142217" y="834405"/>
                  </a:lnTo>
                  <a:lnTo>
                    <a:pt x="2143499" y="834405"/>
                  </a:lnTo>
                  <a:lnTo>
                    <a:pt x="2144781" y="834405"/>
                  </a:lnTo>
                  <a:lnTo>
                    <a:pt x="2146063" y="834405"/>
                  </a:lnTo>
                  <a:lnTo>
                    <a:pt x="2147345" y="839967"/>
                  </a:lnTo>
                  <a:lnTo>
                    <a:pt x="2148627" y="890032"/>
                  </a:lnTo>
                  <a:lnTo>
                    <a:pt x="2149908" y="890032"/>
                  </a:lnTo>
                  <a:lnTo>
                    <a:pt x="2151190" y="890032"/>
                  </a:lnTo>
                  <a:lnTo>
                    <a:pt x="2152472" y="890032"/>
                  </a:lnTo>
                  <a:lnTo>
                    <a:pt x="2153754" y="915064"/>
                  </a:lnTo>
                  <a:lnTo>
                    <a:pt x="2155036" y="945659"/>
                  </a:lnTo>
                  <a:lnTo>
                    <a:pt x="2156318" y="945659"/>
                  </a:lnTo>
                  <a:lnTo>
                    <a:pt x="2157599" y="945659"/>
                  </a:lnTo>
                  <a:lnTo>
                    <a:pt x="2158881" y="926189"/>
                  </a:lnTo>
                  <a:lnTo>
                    <a:pt x="2160163" y="945659"/>
                  </a:lnTo>
                  <a:lnTo>
                    <a:pt x="2161445" y="945659"/>
                  </a:lnTo>
                  <a:lnTo>
                    <a:pt x="2162727" y="945659"/>
                  </a:lnTo>
                  <a:lnTo>
                    <a:pt x="2164009" y="945659"/>
                  </a:lnTo>
                  <a:lnTo>
                    <a:pt x="2165290" y="945659"/>
                  </a:lnTo>
                  <a:lnTo>
                    <a:pt x="2166572" y="906720"/>
                  </a:lnTo>
                  <a:lnTo>
                    <a:pt x="2167854" y="890032"/>
                  </a:lnTo>
                  <a:lnTo>
                    <a:pt x="2169136" y="890032"/>
                  </a:lnTo>
                  <a:lnTo>
                    <a:pt x="2170418" y="890032"/>
                  </a:lnTo>
                  <a:lnTo>
                    <a:pt x="2171700" y="890032"/>
                  </a:lnTo>
                  <a:lnTo>
                    <a:pt x="2172982" y="890032"/>
                  </a:lnTo>
                  <a:lnTo>
                    <a:pt x="2174263" y="890032"/>
                  </a:lnTo>
                  <a:lnTo>
                    <a:pt x="2175545" y="890032"/>
                  </a:lnTo>
                  <a:lnTo>
                    <a:pt x="2176827" y="890032"/>
                  </a:lnTo>
                  <a:lnTo>
                    <a:pt x="2178109" y="890032"/>
                  </a:lnTo>
                  <a:lnTo>
                    <a:pt x="2179391" y="890032"/>
                  </a:lnTo>
                  <a:lnTo>
                    <a:pt x="2180673" y="890032"/>
                  </a:lnTo>
                  <a:lnTo>
                    <a:pt x="2181954" y="890032"/>
                  </a:lnTo>
                  <a:lnTo>
                    <a:pt x="2183236" y="890032"/>
                  </a:lnTo>
                  <a:lnTo>
                    <a:pt x="2184518" y="845530"/>
                  </a:lnTo>
                  <a:lnTo>
                    <a:pt x="2185800" y="834405"/>
                  </a:lnTo>
                  <a:lnTo>
                    <a:pt x="2187082" y="834405"/>
                  </a:lnTo>
                  <a:lnTo>
                    <a:pt x="2188364" y="828842"/>
                  </a:lnTo>
                  <a:lnTo>
                    <a:pt x="2189646" y="778778"/>
                  </a:lnTo>
                  <a:lnTo>
                    <a:pt x="2190927" y="803810"/>
                  </a:lnTo>
                  <a:lnTo>
                    <a:pt x="2192209" y="823279"/>
                  </a:lnTo>
                  <a:lnTo>
                    <a:pt x="2193491" y="778778"/>
                  </a:lnTo>
                  <a:lnTo>
                    <a:pt x="2194773" y="745401"/>
                  </a:lnTo>
                  <a:lnTo>
                    <a:pt x="2196055" y="723151"/>
                  </a:lnTo>
                  <a:lnTo>
                    <a:pt x="2197337" y="723151"/>
                  </a:lnTo>
                  <a:lnTo>
                    <a:pt x="2198618" y="759308"/>
                  </a:lnTo>
                  <a:lnTo>
                    <a:pt x="2199900" y="778778"/>
                  </a:lnTo>
                  <a:lnTo>
                    <a:pt x="2201182" y="778778"/>
                  </a:lnTo>
                  <a:lnTo>
                    <a:pt x="2202464" y="770434"/>
                  </a:lnTo>
                  <a:lnTo>
                    <a:pt x="2203746" y="723151"/>
                  </a:lnTo>
                  <a:lnTo>
                    <a:pt x="2205028" y="723151"/>
                  </a:lnTo>
                  <a:lnTo>
                    <a:pt x="2206309" y="723151"/>
                  </a:lnTo>
                  <a:lnTo>
                    <a:pt x="2207591" y="723151"/>
                  </a:lnTo>
                  <a:lnTo>
                    <a:pt x="2208873" y="642492"/>
                  </a:lnTo>
                  <a:lnTo>
                    <a:pt x="2210155" y="611897"/>
                  </a:lnTo>
                  <a:lnTo>
                    <a:pt x="2211437" y="611897"/>
                  </a:lnTo>
                  <a:lnTo>
                    <a:pt x="2212719" y="611897"/>
                  </a:lnTo>
                  <a:lnTo>
                    <a:pt x="2214001" y="611897"/>
                  </a:lnTo>
                  <a:lnTo>
                    <a:pt x="2215282" y="611897"/>
                  </a:lnTo>
                  <a:lnTo>
                    <a:pt x="2216564" y="653617"/>
                  </a:lnTo>
                  <a:lnTo>
                    <a:pt x="2217846" y="667524"/>
                  </a:lnTo>
                  <a:lnTo>
                    <a:pt x="2219128" y="667524"/>
                  </a:lnTo>
                  <a:lnTo>
                    <a:pt x="2220410" y="670305"/>
                  </a:lnTo>
                  <a:lnTo>
                    <a:pt x="2221692" y="723151"/>
                  </a:lnTo>
                  <a:lnTo>
                    <a:pt x="2222973" y="723151"/>
                  </a:lnTo>
                  <a:lnTo>
                    <a:pt x="2224255" y="731495"/>
                  </a:lnTo>
                  <a:lnTo>
                    <a:pt x="2225537" y="742620"/>
                  </a:lnTo>
                  <a:lnTo>
                    <a:pt x="2226819" y="753746"/>
                  </a:lnTo>
                  <a:lnTo>
                    <a:pt x="2228101" y="778778"/>
                  </a:lnTo>
                  <a:lnTo>
                    <a:pt x="2229383" y="706463"/>
                  </a:lnTo>
                  <a:lnTo>
                    <a:pt x="2230665" y="664742"/>
                  </a:lnTo>
                  <a:lnTo>
                    <a:pt x="2231946" y="611897"/>
                  </a:lnTo>
                  <a:lnTo>
                    <a:pt x="2233228" y="564614"/>
                  </a:lnTo>
                  <a:lnTo>
                    <a:pt x="2234510" y="561832"/>
                  </a:lnTo>
                  <a:lnTo>
                    <a:pt x="2235792" y="611897"/>
                  </a:lnTo>
                  <a:lnTo>
                    <a:pt x="2237074" y="611897"/>
                  </a:lnTo>
                  <a:lnTo>
                    <a:pt x="2238356" y="611897"/>
                  </a:lnTo>
                  <a:lnTo>
                    <a:pt x="2239637" y="611897"/>
                  </a:lnTo>
                  <a:lnTo>
                    <a:pt x="2240919" y="678649"/>
                  </a:lnTo>
                  <a:lnTo>
                    <a:pt x="2242201" y="550707"/>
                  </a:lnTo>
                  <a:lnTo>
                    <a:pt x="2243483" y="500643"/>
                  </a:lnTo>
                  <a:lnTo>
                    <a:pt x="2244765" y="500643"/>
                  </a:lnTo>
                  <a:lnTo>
                    <a:pt x="2246047" y="500643"/>
                  </a:lnTo>
                  <a:lnTo>
                    <a:pt x="2247329" y="500643"/>
                  </a:lnTo>
                  <a:lnTo>
                    <a:pt x="2248610" y="500643"/>
                  </a:lnTo>
                  <a:lnTo>
                    <a:pt x="2249892" y="500643"/>
                  </a:lnTo>
                  <a:lnTo>
                    <a:pt x="2251174" y="500643"/>
                  </a:lnTo>
                  <a:lnTo>
                    <a:pt x="2252456" y="500643"/>
                  </a:lnTo>
                  <a:lnTo>
                    <a:pt x="2253738" y="500643"/>
                  </a:lnTo>
                  <a:lnTo>
                    <a:pt x="2255020" y="500643"/>
                  </a:lnTo>
                  <a:lnTo>
                    <a:pt x="2256301" y="500643"/>
                  </a:lnTo>
                  <a:lnTo>
                    <a:pt x="2257583" y="534019"/>
                  </a:lnTo>
                  <a:lnTo>
                    <a:pt x="2258865" y="556270"/>
                  </a:lnTo>
                  <a:lnTo>
                    <a:pt x="2260147" y="556270"/>
                  </a:lnTo>
                  <a:lnTo>
                    <a:pt x="2261429" y="623022"/>
                  </a:lnTo>
                  <a:lnTo>
                    <a:pt x="2262711" y="667524"/>
                  </a:lnTo>
                  <a:lnTo>
                    <a:pt x="2263992" y="723151"/>
                  </a:lnTo>
                  <a:lnTo>
                    <a:pt x="2265274" y="767652"/>
                  </a:lnTo>
                  <a:lnTo>
                    <a:pt x="2266556" y="778778"/>
                  </a:lnTo>
                  <a:lnTo>
                    <a:pt x="2267838" y="778778"/>
                  </a:lnTo>
                  <a:lnTo>
                    <a:pt x="2269120" y="778778"/>
                  </a:lnTo>
                  <a:lnTo>
                    <a:pt x="2270402" y="753745"/>
                  </a:lnTo>
                  <a:lnTo>
                    <a:pt x="2271684" y="695337"/>
                  </a:lnTo>
                  <a:lnTo>
                    <a:pt x="2272965" y="673086"/>
                  </a:lnTo>
                  <a:lnTo>
                    <a:pt x="2274247" y="831623"/>
                  </a:lnTo>
                  <a:lnTo>
                    <a:pt x="2275529" y="890032"/>
                  </a:lnTo>
                  <a:lnTo>
                    <a:pt x="2276811" y="890032"/>
                  </a:lnTo>
                  <a:lnTo>
                    <a:pt x="2278093" y="890032"/>
                  </a:lnTo>
                  <a:lnTo>
                    <a:pt x="2279375" y="890032"/>
                  </a:lnTo>
                  <a:lnTo>
                    <a:pt x="2280656" y="890032"/>
                  </a:lnTo>
                  <a:lnTo>
                    <a:pt x="2281938" y="890032"/>
                  </a:lnTo>
                  <a:lnTo>
                    <a:pt x="2283220" y="890032"/>
                  </a:lnTo>
                  <a:lnTo>
                    <a:pt x="2284502" y="890032"/>
                  </a:lnTo>
                  <a:lnTo>
                    <a:pt x="2285784" y="890032"/>
                  </a:lnTo>
                  <a:lnTo>
                    <a:pt x="2287066" y="851093"/>
                  </a:lnTo>
                  <a:lnTo>
                    <a:pt x="2288348" y="834405"/>
                  </a:lnTo>
                  <a:lnTo>
                    <a:pt x="2289629" y="784340"/>
                  </a:lnTo>
                  <a:lnTo>
                    <a:pt x="2290911" y="778778"/>
                  </a:lnTo>
                  <a:lnTo>
                    <a:pt x="2292193" y="778778"/>
                  </a:lnTo>
                  <a:lnTo>
                    <a:pt x="2293475" y="778778"/>
                  </a:lnTo>
                  <a:lnTo>
                    <a:pt x="2294757" y="778778"/>
                  </a:lnTo>
                  <a:lnTo>
                    <a:pt x="2296039" y="778778"/>
                  </a:lnTo>
                  <a:lnTo>
                    <a:pt x="2297320" y="745401"/>
                  </a:lnTo>
                  <a:lnTo>
                    <a:pt x="2298602" y="723151"/>
                  </a:lnTo>
                  <a:lnTo>
                    <a:pt x="2299884" y="723151"/>
                  </a:lnTo>
                  <a:lnTo>
                    <a:pt x="2301166" y="723151"/>
                  </a:lnTo>
                  <a:lnTo>
                    <a:pt x="2302448" y="745402"/>
                  </a:lnTo>
                  <a:lnTo>
                    <a:pt x="2303730" y="803810"/>
                  </a:lnTo>
                  <a:lnTo>
                    <a:pt x="2305011" y="834405"/>
                  </a:lnTo>
                  <a:lnTo>
                    <a:pt x="2306293" y="834405"/>
                  </a:lnTo>
                  <a:lnTo>
                    <a:pt x="2307575" y="834405"/>
                  </a:lnTo>
                  <a:lnTo>
                    <a:pt x="2308857" y="834405"/>
                  </a:lnTo>
                  <a:lnTo>
                    <a:pt x="2310139" y="834405"/>
                  </a:lnTo>
                  <a:lnTo>
                    <a:pt x="2311421" y="834405"/>
                  </a:lnTo>
                  <a:lnTo>
                    <a:pt x="2312703" y="823279"/>
                  </a:lnTo>
                  <a:lnTo>
                    <a:pt x="2313984" y="778778"/>
                  </a:lnTo>
                  <a:lnTo>
                    <a:pt x="2315266" y="778778"/>
                  </a:lnTo>
                  <a:lnTo>
                    <a:pt x="2316548" y="778778"/>
                  </a:lnTo>
                  <a:lnTo>
                    <a:pt x="2317830" y="778778"/>
                  </a:lnTo>
                  <a:lnTo>
                    <a:pt x="2319112" y="814935"/>
                  </a:lnTo>
                  <a:lnTo>
                    <a:pt x="2320394" y="834405"/>
                  </a:lnTo>
                  <a:lnTo>
                    <a:pt x="2321675" y="881688"/>
                  </a:lnTo>
                  <a:lnTo>
                    <a:pt x="2322957" y="890032"/>
                  </a:lnTo>
                  <a:lnTo>
                    <a:pt x="2324239" y="890032"/>
                  </a:lnTo>
                  <a:lnTo>
                    <a:pt x="2325521" y="890032"/>
                  </a:lnTo>
                  <a:lnTo>
                    <a:pt x="2326803" y="890032"/>
                  </a:lnTo>
                  <a:lnTo>
                    <a:pt x="2328085" y="890032"/>
                  </a:lnTo>
                  <a:lnTo>
                    <a:pt x="2329367" y="920627"/>
                  </a:lnTo>
                  <a:lnTo>
                    <a:pt x="2330648" y="945659"/>
                  </a:lnTo>
                  <a:lnTo>
                    <a:pt x="2331930" y="923408"/>
                  </a:lnTo>
                  <a:lnTo>
                    <a:pt x="2333212" y="834405"/>
                  </a:lnTo>
                  <a:lnTo>
                    <a:pt x="2334494" y="834405"/>
                  </a:lnTo>
                  <a:lnTo>
                    <a:pt x="2335776" y="834405"/>
                  </a:lnTo>
                  <a:lnTo>
                    <a:pt x="2337058" y="834405"/>
                  </a:lnTo>
                  <a:lnTo>
                    <a:pt x="2338339" y="834405"/>
                  </a:lnTo>
                  <a:lnTo>
                    <a:pt x="2339621" y="834405"/>
                  </a:lnTo>
                  <a:lnTo>
                    <a:pt x="2340903" y="834405"/>
                  </a:lnTo>
                  <a:lnTo>
                    <a:pt x="2342185" y="834405"/>
                  </a:lnTo>
                  <a:lnTo>
                    <a:pt x="2343467" y="834405"/>
                  </a:lnTo>
                  <a:lnTo>
                    <a:pt x="2344749" y="842749"/>
                  </a:lnTo>
                  <a:lnTo>
                    <a:pt x="2346031" y="890032"/>
                  </a:lnTo>
                  <a:lnTo>
                    <a:pt x="2347312" y="890032"/>
                  </a:lnTo>
                  <a:lnTo>
                    <a:pt x="2348594" y="890032"/>
                  </a:lnTo>
                  <a:lnTo>
                    <a:pt x="2349876" y="890032"/>
                  </a:lnTo>
                  <a:lnTo>
                    <a:pt x="2351158" y="890032"/>
                  </a:lnTo>
                  <a:lnTo>
                    <a:pt x="2352440" y="890032"/>
                  </a:lnTo>
                  <a:lnTo>
                    <a:pt x="2353722" y="890032"/>
                  </a:lnTo>
                  <a:lnTo>
                    <a:pt x="2355003" y="890032"/>
                  </a:lnTo>
                  <a:lnTo>
                    <a:pt x="2356285" y="890032"/>
                  </a:lnTo>
                  <a:lnTo>
                    <a:pt x="2357567" y="890032"/>
                  </a:lnTo>
                  <a:lnTo>
                    <a:pt x="2358849" y="890032"/>
                  </a:lnTo>
                  <a:lnTo>
                    <a:pt x="2360131" y="890032"/>
                  </a:lnTo>
                  <a:lnTo>
                    <a:pt x="2361413" y="890032"/>
                  </a:lnTo>
                  <a:lnTo>
                    <a:pt x="2362694" y="890032"/>
                  </a:lnTo>
                  <a:lnTo>
                    <a:pt x="2363976" y="895594"/>
                  </a:lnTo>
                  <a:lnTo>
                    <a:pt x="2365258" y="945659"/>
                  </a:lnTo>
                  <a:lnTo>
                    <a:pt x="2366540" y="945659"/>
                  </a:lnTo>
                  <a:lnTo>
                    <a:pt x="2367822" y="945659"/>
                  </a:lnTo>
                  <a:lnTo>
                    <a:pt x="2369104" y="945659"/>
                  </a:lnTo>
                  <a:lnTo>
                    <a:pt x="2370386" y="945659"/>
                  </a:lnTo>
                  <a:lnTo>
                    <a:pt x="2371667" y="945659"/>
                  </a:lnTo>
                  <a:lnTo>
                    <a:pt x="2372949" y="887250"/>
                  </a:lnTo>
                  <a:lnTo>
                    <a:pt x="2374231" y="834405"/>
                  </a:lnTo>
                  <a:lnTo>
                    <a:pt x="2375513" y="834405"/>
                  </a:lnTo>
                  <a:lnTo>
                    <a:pt x="2376795" y="834405"/>
                  </a:lnTo>
                  <a:lnTo>
                    <a:pt x="2378077" y="834405"/>
                  </a:lnTo>
                  <a:lnTo>
                    <a:pt x="2379358" y="834405"/>
                  </a:lnTo>
                  <a:lnTo>
                    <a:pt x="2380640" y="834405"/>
                  </a:lnTo>
                  <a:lnTo>
                    <a:pt x="2381922" y="834405"/>
                  </a:lnTo>
                  <a:lnTo>
                    <a:pt x="2383204" y="834405"/>
                  </a:lnTo>
                  <a:lnTo>
                    <a:pt x="2384486" y="828842"/>
                  </a:lnTo>
                  <a:lnTo>
                    <a:pt x="2385768" y="778778"/>
                  </a:lnTo>
                  <a:lnTo>
                    <a:pt x="2387050" y="778778"/>
                  </a:lnTo>
                  <a:lnTo>
                    <a:pt x="2388331" y="778778"/>
                  </a:lnTo>
                  <a:lnTo>
                    <a:pt x="2389613" y="778778"/>
                  </a:lnTo>
                  <a:lnTo>
                    <a:pt x="2390895" y="778778"/>
                  </a:lnTo>
                  <a:lnTo>
                    <a:pt x="2392177" y="778778"/>
                  </a:lnTo>
                  <a:lnTo>
                    <a:pt x="2393459" y="778778"/>
                  </a:lnTo>
                  <a:lnTo>
                    <a:pt x="2394741" y="778778"/>
                  </a:lnTo>
                  <a:lnTo>
                    <a:pt x="2396022" y="787122"/>
                  </a:lnTo>
                  <a:lnTo>
                    <a:pt x="2397304" y="834405"/>
                  </a:lnTo>
                  <a:lnTo>
                    <a:pt x="2398586" y="753746"/>
                  </a:lnTo>
                  <a:lnTo>
                    <a:pt x="2399868" y="667524"/>
                  </a:lnTo>
                  <a:lnTo>
                    <a:pt x="2401150" y="556270"/>
                  </a:lnTo>
                  <a:lnTo>
                    <a:pt x="2402432" y="556270"/>
                  </a:lnTo>
                  <a:lnTo>
                    <a:pt x="2403713" y="556270"/>
                  </a:lnTo>
                  <a:lnTo>
                    <a:pt x="2404995" y="609115"/>
                  </a:lnTo>
                  <a:lnTo>
                    <a:pt x="2406277" y="667524"/>
                  </a:lnTo>
                  <a:lnTo>
                    <a:pt x="2407559" y="667524"/>
                  </a:lnTo>
                  <a:lnTo>
                    <a:pt x="2408841" y="628585"/>
                  </a:lnTo>
                  <a:lnTo>
                    <a:pt x="2410123" y="611897"/>
                  </a:lnTo>
                  <a:lnTo>
                    <a:pt x="2411405" y="611897"/>
                  </a:lnTo>
                  <a:lnTo>
                    <a:pt x="2412686" y="611897"/>
                  </a:lnTo>
                  <a:lnTo>
                    <a:pt x="2413968" y="606334"/>
                  </a:lnTo>
                  <a:lnTo>
                    <a:pt x="2415250" y="556270"/>
                  </a:lnTo>
                  <a:lnTo>
                    <a:pt x="2416532" y="559051"/>
                  </a:lnTo>
                  <a:lnTo>
                    <a:pt x="2417814" y="611897"/>
                  </a:lnTo>
                  <a:lnTo>
                    <a:pt x="2419096" y="611897"/>
                  </a:lnTo>
                  <a:lnTo>
                    <a:pt x="2420377" y="611897"/>
                  </a:lnTo>
                  <a:lnTo>
                    <a:pt x="2421659" y="606334"/>
                  </a:lnTo>
                  <a:lnTo>
                    <a:pt x="2422941" y="556270"/>
                  </a:lnTo>
                  <a:lnTo>
                    <a:pt x="2424223" y="556270"/>
                  </a:lnTo>
                  <a:lnTo>
                    <a:pt x="2425505" y="556270"/>
                  </a:lnTo>
                  <a:lnTo>
                    <a:pt x="2426787" y="508987"/>
                  </a:lnTo>
                  <a:lnTo>
                    <a:pt x="2428069" y="500643"/>
                  </a:lnTo>
                  <a:lnTo>
                    <a:pt x="2429350" y="500643"/>
                  </a:lnTo>
                  <a:lnTo>
                    <a:pt x="2430632" y="575739"/>
                  </a:lnTo>
                  <a:lnTo>
                    <a:pt x="2431914" y="659180"/>
                  </a:lnTo>
                  <a:lnTo>
                    <a:pt x="2433196" y="778778"/>
                  </a:lnTo>
                  <a:lnTo>
                    <a:pt x="2434478" y="778778"/>
                  </a:lnTo>
                  <a:lnTo>
                    <a:pt x="2435760" y="778778"/>
                  </a:lnTo>
                  <a:lnTo>
                    <a:pt x="2437041" y="778778"/>
                  </a:lnTo>
                  <a:lnTo>
                    <a:pt x="2438323" y="778778"/>
                  </a:lnTo>
                  <a:lnTo>
                    <a:pt x="2439605" y="778778"/>
                  </a:lnTo>
                  <a:lnTo>
                    <a:pt x="2440887" y="814935"/>
                  </a:lnTo>
                  <a:lnTo>
                    <a:pt x="2442169" y="834405"/>
                  </a:lnTo>
                  <a:lnTo>
                    <a:pt x="2443451" y="834405"/>
                  </a:lnTo>
                  <a:lnTo>
                    <a:pt x="2444732" y="834405"/>
                  </a:lnTo>
                  <a:lnTo>
                    <a:pt x="2446014" y="837186"/>
                  </a:lnTo>
                  <a:lnTo>
                    <a:pt x="2447296" y="890032"/>
                  </a:lnTo>
                  <a:lnTo>
                    <a:pt x="2448578" y="890032"/>
                  </a:lnTo>
                  <a:lnTo>
                    <a:pt x="2449860" y="890032"/>
                  </a:lnTo>
                  <a:lnTo>
                    <a:pt x="2451142" y="890032"/>
                  </a:lnTo>
                  <a:lnTo>
                    <a:pt x="2452424" y="890032"/>
                  </a:lnTo>
                  <a:lnTo>
                    <a:pt x="2453705" y="878906"/>
                  </a:lnTo>
                  <a:lnTo>
                    <a:pt x="2454987" y="837186"/>
                  </a:lnTo>
                  <a:lnTo>
                    <a:pt x="2456269" y="834405"/>
                  </a:lnTo>
                  <a:lnTo>
                    <a:pt x="2457551" y="834405"/>
                  </a:lnTo>
                  <a:lnTo>
                    <a:pt x="2458833" y="878906"/>
                  </a:lnTo>
                  <a:lnTo>
                    <a:pt x="2460115" y="890032"/>
                  </a:lnTo>
                  <a:lnTo>
                    <a:pt x="2461396" y="890032"/>
                  </a:lnTo>
                  <a:lnTo>
                    <a:pt x="2462678" y="859437"/>
                  </a:lnTo>
                  <a:lnTo>
                    <a:pt x="2463960" y="834405"/>
                  </a:lnTo>
                  <a:lnTo>
                    <a:pt x="2465242" y="834405"/>
                  </a:lnTo>
                  <a:lnTo>
                    <a:pt x="2466524" y="831623"/>
                  </a:lnTo>
                  <a:lnTo>
                    <a:pt x="2467806" y="778778"/>
                  </a:lnTo>
                  <a:lnTo>
                    <a:pt x="2469088" y="778778"/>
                  </a:lnTo>
                  <a:lnTo>
                    <a:pt x="2470369" y="778778"/>
                  </a:lnTo>
                  <a:lnTo>
                    <a:pt x="2471651" y="778778"/>
                  </a:lnTo>
                  <a:lnTo>
                    <a:pt x="2472933" y="778778"/>
                  </a:lnTo>
                  <a:lnTo>
                    <a:pt x="2474215" y="778778"/>
                  </a:lnTo>
                  <a:lnTo>
                    <a:pt x="2475497" y="778778"/>
                  </a:lnTo>
                  <a:lnTo>
                    <a:pt x="2476779" y="778778"/>
                  </a:lnTo>
                  <a:lnTo>
                    <a:pt x="2478060" y="737057"/>
                  </a:lnTo>
                  <a:lnTo>
                    <a:pt x="2479342" y="723151"/>
                  </a:lnTo>
                  <a:lnTo>
                    <a:pt x="2480624" y="723151"/>
                  </a:lnTo>
                  <a:lnTo>
                    <a:pt x="2481906" y="723151"/>
                  </a:lnTo>
                  <a:lnTo>
                    <a:pt x="2483188" y="723151"/>
                  </a:lnTo>
                  <a:lnTo>
                    <a:pt x="2484470" y="723151"/>
                  </a:lnTo>
                  <a:lnTo>
                    <a:pt x="2485752" y="734276"/>
                  </a:lnTo>
                  <a:lnTo>
                    <a:pt x="2487033" y="828842"/>
                  </a:lnTo>
                  <a:lnTo>
                    <a:pt x="2488315" y="834405"/>
                  </a:lnTo>
                  <a:lnTo>
                    <a:pt x="2489597" y="834405"/>
                  </a:lnTo>
                  <a:lnTo>
                    <a:pt x="2490879" y="834405"/>
                  </a:lnTo>
                  <a:lnTo>
                    <a:pt x="2492161" y="834405"/>
                  </a:lnTo>
                  <a:lnTo>
                    <a:pt x="2493443" y="834405"/>
                  </a:lnTo>
                  <a:lnTo>
                    <a:pt x="2494724" y="834405"/>
                  </a:lnTo>
                  <a:lnTo>
                    <a:pt x="2496006" y="834405"/>
                  </a:lnTo>
                  <a:lnTo>
                    <a:pt x="2497288" y="834405"/>
                  </a:lnTo>
                  <a:lnTo>
                    <a:pt x="2498570" y="834405"/>
                  </a:lnTo>
                  <a:lnTo>
                    <a:pt x="2499852" y="890032"/>
                  </a:lnTo>
                  <a:lnTo>
                    <a:pt x="2501134" y="867781"/>
                  </a:lnTo>
                  <a:lnTo>
                    <a:pt x="2502415" y="834405"/>
                  </a:lnTo>
                  <a:lnTo>
                    <a:pt x="2503697" y="834405"/>
                  </a:lnTo>
                  <a:lnTo>
                    <a:pt x="2504979" y="834405"/>
                  </a:lnTo>
                  <a:lnTo>
                    <a:pt x="2506261" y="834405"/>
                  </a:lnTo>
                  <a:lnTo>
                    <a:pt x="2507543" y="834405"/>
                  </a:lnTo>
                  <a:lnTo>
                    <a:pt x="2508825" y="834405"/>
                  </a:lnTo>
                  <a:lnTo>
                    <a:pt x="2510107" y="873344"/>
                  </a:lnTo>
                  <a:lnTo>
                    <a:pt x="2511388" y="890032"/>
                  </a:lnTo>
                  <a:lnTo>
                    <a:pt x="2512670" y="890032"/>
                  </a:lnTo>
                  <a:lnTo>
                    <a:pt x="2513952" y="890032"/>
                  </a:lnTo>
                  <a:lnTo>
                    <a:pt x="2515234" y="890032"/>
                  </a:lnTo>
                  <a:lnTo>
                    <a:pt x="2516516" y="890032"/>
                  </a:lnTo>
                  <a:lnTo>
                    <a:pt x="2517798" y="890032"/>
                  </a:lnTo>
                  <a:lnTo>
                    <a:pt x="2519079" y="890032"/>
                  </a:lnTo>
                  <a:lnTo>
                    <a:pt x="2520361" y="890032"/>
                  </a:lnTo>
                  <a:lnTo>
                    <a:pt x="2521643" y="890032"/>
                  </a:lnTo>
                  <a:lnTo>
                    <a:pt x="2522925" y="890032"/>
                  </a:lnTo>
                  <a:lnTo>
                    <a:pt x="2524207" y="890032"/>
                  </a:lnTo>
                  <a:lnTo>
                    <a:pt x="2525489" y="890032"/>
                  </a:lnTo>
                  <a:lnTo>
                    <a:pt x="2526771" y="915064"/>
                  </a:lnTo>
                  <a:lnTo>
                    <a:pt x="2528052" y="945659"/>
                  </a:lnTo>
                  <a:lnTo>
                    <a:pt x="2529334" y="945659"/>
                  </a:lnTo>
                  <a:lnTo>
                    <a:pt x="2530616" y="945659"/>
                  </a:lnTo>
                  <a:lnTo>
                    <a:pt x="2531898" y="945659"/>
                  </a:lnTo>
                  <a:lnTo>
                    <a:pt x="2533180" y="965128"/>
                  </a:lnTo>
                  <a:lnTo>
                    <a:pt x="2534462" y="1001286"/>
                  </a:lnTo>
                  <a:lnTo>
                    <a:pt x="2534462" y="1001286"/>
                  </a:lnTo>
                  <a:lnTo>
                    <a:pt x="2535743" y="1001286"/>
                  </a:lnTo>
                  <a:lnTo>
                    <a:pt x="2537025" y="956784"/>
                  </a:lnTo>
                  <a:lnTo>
                    <a:pt x="2538307" y="945659"/>
                  </a:lnTo>
                  <a:lnTo>
                    <a:pt x="2539589" y="945659"/>
                  </a:lnTo>
                  <a:lnTo>
                    <a:pt x="2540871" y="945659"/>
                  </a:lnTo>
                  <a:lnTo>
                    <a:pt x="2542153" y="890032"/>
                  </a:lnTo>
                  <a:lnTo>
                    <a:pt x="2543434" y="890032"/>
                  </a:lnTo>
                  <a:lnTo>
                    <a:pt x="2544716" y="890032"/>
                  </a:lnTo>
                  <a:lnTo>
                    <a:pt x="2545998" y="890032"/>
                  </a:lnTo>
                  <a:lnTo>
                    <a:pt x="2547280" y="890032"/>
                  </a:lnTo>
                  <a:lnTo>
                    <a:pt x="2548562" y="890032"/>
                  </a:lnTo>
                  <a:lnTo>
                    <a:pt x="2549844" y="784340"/>
                  </a:lnTo>
                  <a:lnTo>
                    <a:pt x="2551126" y="778778"/>
                  </a:lnTo>
                  <a:lnTo>
                    <a:pt x="2552407" y="778778"/>
                  </a:lnTo>
                  <a:lnTo>
                    <a:pt x="2553689" y="773215"/>
                  </a:lnTo>
                  <a:lnTo>
                    <a:pt x="2554971" y="723151"/>
                  </a:lnTo>
                  <a:lnTo>
                    <a:pt x="2556253" y="723151"/>
                  </a:lnTo>
                  <a:lnTo>
                    <a:pt x="2557535" y="723151"/>
                  </a:lnTo>
                  <a:lnTo>
                    <a:pt x="2558817" y="723151"/>
                  </a:lnTo>
                  <a:lnTo>
                    <a:pt x="2560098" y="723151"/>
                  </a:lnTo>
                  <a:lnTo>
                    <a:pt x="2561380" y="723151"/>
                  </a:lnTo>
                  <a:lnTo>
                    <a:pt x="2562662" y="723151"/>
                  </a:lnTo>
                  <a:lnTo>
                    <a:pt x="2563944" y="723151"/>
                  </a:lnTo>
                  <a:lnTo>
                    <a:pt x="2565226" y="689775"/>
                  </a:lnTo>
                  <a:lnTo>
                    <a:pt x="2566508" y="667524"/>
                  </a:lnTo>
                  <a:lnTo>
                    <a:pt x="2567790" y="667524"/>
                  </a:lnTo>
                  <a:lnTo>
                    <a:pt x="2569071" y="709244"/>
                  </a:lnTo>
                  <a:lnTo>
                    <a:pt x="2570353" y="723151"/>
                  </a:lnTo>
                  <a:lnTo>
                    <a:pt x="2571635" y="723151"/>
                  </a:lnTo>
                  <a:lnTo>
                    <a:pt x="2572917" y="723151"/>
                  </a:lnTo>
                  <a:lnTo>
                    <a:pt x="2574199" y="775996"/>
                  </a:lnTo>
                  <a:lnTo>
                    <a:pt x="2575481" y="778778"/>
                  </a:lnTo>
                  <a:lnTo>
                    <a:pt x="2576762" y="778778"/>
                  </a:lnTo>
                  <a:lnTo>
                    <a:pt x="2578044" y="723151"/>
                  </a:lnTo>
                  <a:lnTo>
                    <a:pt x="2579326" y="723151"/>
                  </a:lnTo>
                  <a:lnTo>
                    <a:pt x="2580608" y="723151"/>
                  </a:lnTo>
                  <a:lnTo>
                    <a:pt x="2581890" y="823279"/>
                  </a:lnTo>
                  <a:lnTo>
                    <a:pt x="2583172" y="806591"/>
                  </a:lnTo>
                  <a:lnTo>
                    <a:pt x="2584453" y="778778"/>
                  </a:lnTo>
                  <a:lnTo>
                    <a:pt x="2585735" y="781559"/>
                  </a:lnTo>
                  <a:lnTo>
                    <a:pt x="2587017" y="834405"/>
                  </a:lnTo>
                  <a:lnTo>
                    <a:pt x="2588299" y="801028"/>
                  </a:lnTo>
                  <a:lnTo>
                    <a:pt x="2589581" y="717588"/>
                  </a:lnTo>
                  <a:lnTo>
                    <a:pt x="2590863" y="611897"/>
                  </a:lnTo>
                  <a:lnTo>
                    <a:pt x="2592145" y="611897"/>
                  </a:lnTo>
                  <a:lnTo>
                    <a:pt x="2593426" y="600771"/>
                  </a:lnTo>
                  <a:lnTo>
                    <a:pt x="2594708" y="556270"/>
                  </a:lnTo>
                  <a:lnTo>
                    <a:pt x="2595990" y="545144"/>
                  </a:lnTo>
                  <a:lnTo>
                    <a:pt x="2597272" y="531238"/>
                  </a:lnTo>
                  <a:lnTo>
                    <a:pt x="2598554" y="556270"/>
                  </a:lnTo>
                  <a:lnTo>
                    <a:pt x="2599836" y="556270"/>
                  </a:lnTo>
                  <a:lnTo>
                    <a:pt x="2601117" y="556270"/>
                  </a:lnTo>
                  <a:lnTo>
                    <a:pt x="2602399" y="556270"/>
                  </a:lnTo>
                  <a:lnTo>
                    <a:pt x="2603681" y="556270"/>
                  </a:lnTo>
                  <a:lnTo>
                    <a:pt x="2604963" y="547926"/>
                  </a:lnTo>
                  <a:lnTo>
                    <a:pt x="2606245" y="500643"/>
                  </a:lnTo>
                  <a:lnTo>
                    <a:pt x="2607527" y="500643"/>
                  </a:lnTo>
                  <a:lnTo>
                    <a:pt x="2608809" y="456141"/>
                  </a:lnTo>
                  <a:lnTo>
                    <a:pt x="2610090" y="497861"/>
                  </a:lnTo>
                  <a:lnTo>
                    <a:pt x="2611372" y="500643"/>
                  </a:lnTo>
                  <a:lnTo>
                    <a:pt x="2612654" y="500643"/>
                  </a:lnTo>
                  <a:lnTo>
                    <a:pt x="2613936" y="500643"/>
                  </a:lnTo>
                  <a:lnTo>
                    <a:pt x="2615218" y="525675"/>
                  </a:lnTo>
                  <a:lnTo>
                    <a:pt x="2616500" y="556270"/>
                  </a:lnTo>
                  <a:lnTo>
                    <a:pt x="2617781" y="528456"/>
                  </a:lnTo>
                  <a:lnTo>
                    <a:pt x="2619063" y="500643"/>
                  </a:lnTo>
                  <a:lnTo>
                    <a:pt x="2620345" y="531238"/>
                  </a:lnTo>
                  <a:lnTo>
                    <a:pt x="2621627" y="611897"/>
                  </a:lnTo>
                  <a:lnTo>
                    <a:pt x="2622909" y="720369"/>
                  </a:lnTo>
                  <a:lnTo>
                    <a:pt x="2624191" y="723151"/>
                  </a:lnTo>
                  <a:lnTo>
                    <a:pt x="2625473" y="731495"/>
                  </a:lnTo>
                  <a:lnTo>
                    <a:pt x="2626754" y="773215"/>
                  </a:lnTo>
                  <a:lnTo>
                    <a:pt x="2628036" y="731495"/>
                  </a:lnTo>
                  <a:lnTo>
                    <a:pt x="2629318" y="778778"/>
                  </a:lnTo>
                  <a:lnTo>
                    <a:pt x="2630600" y="778778"/>
                  </a:lnTo>
                  <a:lnTo>
                    <a:pt x="2631882" y="778778"/>
                  </a:lnTo>
                  <a:lnTo>
                    <a:pt x="2633164" y="778778"/>
                  </a:lnTo>
                  <a:lnTo>
                    <a:pt x="2634445" y="778778"/>
                  </a:lnTo>
                  <a:lnTo>
                    <a:pt x="2635727" y="778778"/>
                  </a:lnTo>
                  <a:lnTo>
                    <a:pt x="2637009" y="784340"/>
                  </a:lnTo>
                  <a:lnTo>
                    <a:pt x="2638291" y="834405"/>
                  </a:lnTo>
                  <a:lnTo>
                    <a:pt x="2639573" y="834405"/>
                  </a:lnTo>
                  <a:lnTo>
                    <a:pt x="2640855" y="870562"/>
                  </a:lnTo>
                  <a:lnTo>
                    <a:pt x="2642136" y="834405"/>
                  </a:lnTo>
                  <a:lnTo>
                    <a:pt x="2643418" y="820498"/>
                  </a:lnTo>
                  <a:lnTo>
                    <a:pt x="2644700" y="778778"/>
                  </a:lnTo>
                  <a:lnTo>
                    <a:pt x="2645982" y="778778"/>
                  </a:lnTo>
                  <a:lnTo>
                    <a:pt x="2647264" y="778778"/>
                  </a:lnTo>
                  <a:lnTo>
                    <a:pt x="2648546" y="692556"/>
                  </a:lnTo>
                  <a:lnTo>
                    <a:pt x="2649828" y="667524"/>
                  </a:lnTo>
                  <a:lnTo>
                    <a:pt x="2651109" y="667524"/>
                  </a:lnTo>
                  <a:lnTo>
                    <a:pt x="2652391" y="667524"/>
                  </a:lnTo>
                  <a:lnTo>
                    <a:pt x="2653673" y="667524"/>
                  </a:lnTo>
                  <a:lnTo>
                    <a:pt x="2654955" y="667524"/>
                  </a:lnTo>
                  <a:lnTo>
                    <a:pt x="2656237" y="639710"/>
                  </a:lnTo>
                  <a:lnTo>
                    <a:pt x="2657519" y="611897"/>
                  </a:lnTo>
                  <a:lnTo>
                    <a:pt x="2658800" y="614678"/>
                  </a:lnTo>
                  <a:lnTo>
                    <a:pt x="2660082" y="667524"/>
                  </a:lnTo>
                  <a:lnTo>
                    <a:pt x="2661364" y="667524"/>
                  </a:lnTo>
                  <a:lnTo>
                    <a:pt x="2662646" y="667524"/>
                  </a:lnTo>
                  <a:lnTo>
                    <a:pt x="2663928" y="645273"/>
                  </a:lnTo>
                  <a:lnTo>
                    <a:pt x="2665210" y="611897"/>
                  </a:lnTo>
                  <a:lnTo>
                    <a:pt x="2666492" y="611897"/>
                  </a:lnTo>
                  <a:lnTo>
                    <a:pt x="2667773" y="575739"/>
                  </a:lnTo>
                  <a:lnTo>
                    <a:pt x="2669055" y="556270"/>
                  </a:lnTo>
                  <a:lnTo>
                    <a:pt x="2670337" y="556270"/>
                  </a:lnTo>
                  <a:lnTo>
                    <a:pt x="2671619" y="556270"/>
                  </a:lnTo>
                  <a:lnTo>
                    <a:pt x="2672901" y="559051"/>
                  </a:lnTo>
                  <a:lnTo>
                    <a:pt x="2674183" y="611897"/>
                  </a:lnTo>
                  <a:lnTo>
                    <a:pt x="2675464" y="595209"/>
                  </a:lnTo>
                  <a:lnTo>
                    <a:pt x="2676746" y="611897"/>
                  </a:lnTo>
                  <a:lnTo>
                    <a:pt x="2678028" y="611897"/>
                  </a:lnTo>
                  <a:lnTo>
                    <a:pt x="2679310" y="611897"/>
                  </a:lnTo>
                  <a:lnTo>
                    <a:pt x="2680592" y="692556"/>
                  </a:lnTo>
                  <a:lnTo>
                    <a:pt x="2681874" y="745402"/>
                  </a:lnTo>
                  <a:lnTo>
                    <a:pt x="2683155" y="778778"/>
                  </a:lnTo>
                  <a:lnTo>
                    <a:pt x="2684437" y="778778"/>
                  </a:lnTo>
                  <a:lnTo>
                    <a:pt x="2685719" y="778778"/>
                  </a:lnTo>
                  <a:lnTo>
                    <a:pt x="2687001" y="778778"/>
                  </a:lnTo>
                  <a:lnTo>
                    <a:pt x="2688283" y="753746"/>
                  </a:lnTo>
                  <a:lnTo>
                    <a:pt x="2689565" y="778778"/>
                  </a:lnTo>
                  <a:lnTo>
                    <a:pt x="2690847" y="778778"/>
                  </a:lnTo>
                  <a:lnTo>
                    <a:pt x="2692128" y="745401"/>
                  </a:lnTo>
                  <a:lnTo>
                    <a:pt x="2693410" y="706463"/>
                  </a:lnTo>
                  <a:lnTo>
                    <a:pt x="2694692" y="667524"/>
                  </a:lnTo>
                  <a:lnTo>
                    <a:pt x="2695974" y="686993"/>
                  </a:lnTo>
                  <a:lnTo>
                    <a:pt x="2697256" y="723151"/>
                  </a:lnTo>
                  <a:lnTo>
                    <a:pt x="2698538" y="723151"/>
                  </a:lnTo>
                  <a:lnTo>
                    <a:pt x="2699819" y="717588"/>
                  </a:lnTo>
                  <a:lnTo>
                    <a:pt x="2701101" y="723151"/>
                  </a:lnTo>
                  <a:lnTo>
                    <a:pt x="2702383" y="667524"/>
                  </a:lnTo>
                  <a:lnTo>
                    <a:pt x="2703665" y="667524"/>
                  </a:lnTo>
                  <a:lnTo>
                    <a:pt x="2704947" y="667524"/>
                  </a:lnTo>
                  <a:lnTo>
                    <a:pt x="2706229" y="667524"/>
                  </a:lnTo>
                  <a:lnTo>
                    <a:pt x="2707511" y="692556"/>
                  </a:lnTo>
                  <a:lnTo>
                    <a:pt x="2708792" y="723151"/>
                  </a:lnTo>
                  <a:lnTo>
                    <a:pt x="2710074" y="714807"/>
                  </a:lnTo>
                  <a:lnTo>
                    <a:pt x="2711356" y="667524"/>
                  </a:lnTo>
                  <a:lnTo>
                    <a:pt x="2712638" y="620241"/>
                  </a:lnTo>
                  <a:lnTo>
                    <a:pt x="2713920" y="606334"/>
                  </a:lnTo>
                  <a:lnTo>
                    <a:pt x="2715202" y="556270"/>
                  </a:lnTo>
                  <a:lnTo>
                    <a:pt x="2716483" y="556270"/>
                  </a:lnTo>
                  <a:lnTo>
                    <a:pt x="2717765" y="556270"/>
                  </a:lnTo>
                  <a:lnTo>
                    <a:pt x="2719047" y="500643"/>
                  </a:lnTo>
                  <a:lnTo>
                    <a:pt x="2720329" y="547926"/>
                  </a:lnTo>
                  <a:lnTo>
                    <a:pt x="2721611" y="534019"/>
                  </a:lnTo>
                  <a:lnTo>
                    <a:pt x="2722893" y="500643"/>
                  </a:lnTo>
                  <a:lnTo>
                    <a:pt x="2724174" y="531238"/>
                  </a:lnTo>
                  <a:lnTo>
                    <a:pt x="2725456" y="553488"/>
                  </a:lnTo>
                  <a:lnTo>
                    <a:pt x="2726738" y="556270"/>
                  </a:lnTo>
                  <a:lnTo>
                    <a:pt x="2728020" y="556270"/>
                  </a:lnTo>
                  <a:lnTo>
                    <a:pt x="2729302" y="556270"/>
                  </a:lnTo>
                  <a:lnTo>
                    <a:pt x="2730584" y="556270"/>
                  </a:lnTo>
                  <a:lnTo>
                    <a:pt x="2731866" y="592427"/>
                  </a:lnTo>
                  <a:lnTo>
                    <a:pt x="2733147" y="586865"/>
                  </a:lnTo>
                  <a:lnTo>
                    <a:pt x="2734429" y="609115"/>
                  </a:lnTo>
                  <a:lnTo>
                    <a:pt x="2735711" y="581302"/>
                  </a:lnTo>
                  <a:lnTo>
                    <a:pt x="2736993" y="556270"/>
                  </a:lnTo>
                  <a:lnTo>
                    <a:pt x="2738275" y="556270"/>
                  </a:lnTo>
                  <a:lnTo>
                    <a:pt x="2739557" y="556270"/>
                  </a:lnTo>
                  <a:lnTo>
                    <a:pt x="2740838" y="556270"/>
                  </a:lnTo>
                  <a:lnTo>
                    <a:pt x="2742120" y="561832"/>
                  </a:lnTo>
                  <a:lnTo>
                    <a:pt x="2743402" y="520112"/>
                  </a:lnTo>
                  <a:lnTo>
                    <a:pt x="2744684" y="545144"/>
                  </a:lnTo>
                  <a:lnTo>
                    <a:pt x="2745966" y="478392"/>
                  </a:lnTo>
                  <a:lnTo>
                    <a:pt x="2747248" y="394951"/>
                  </a:lnTo>
                  <a:lnTo>
                    <a:pt x="2748530" y="333762"/>
                  </a:lnTo>
                  <a:lnTo>
                    <a:pt x="2749811" y="278135"/>
                  </a:lnTo>
                  <a:lnTo>
                    <a:pt x="2751093" y="322636"/>
                  </a:lnTo>
                  <a:lnTo>
                    <a:pt x="2752375" y="278135"/>
                  </a:lnTo>
                  <a:lnTo>
                    <a:pt x="2753657" y="297604"/>
                  </a:lnTo>
                  <a:lnTo>
                    <a:pt x="2754939" y="330980"/>
                  </a:lnTo>
                  <a:lnTo>
                    <a:pt x="2756221" y="278135"/>
                  </a:lnTo>
                  <a:lnTo>
                    <a:pt x="2757502" y="253103"/>
                  </a:lnTo>
                  <a:lnTo>
                    <a:pt x="2758784" y="278135"/>
                  </a:lnTo>
                  <a:lnTo>
                    <a:pt x="2760066" y="278135"/>
                  </a:lnTo>
                  <a:lnTo>
                    <a:pt x="2761348" y="222508"/>
                  </a:lnTo>
                  <a:lnTo>
                    <a:pt x="2762630" y="222508"/>
                  </a:lnTo>
                  <a:lnTo>
                    <a:pt x="2763912" y="222508"/>
                  </a:lnTo>
                  <a:lnTo>
                    <a:pt x="2765194" y="244759"/>
                  </a:lnTo>
                  <a:lnTo>
                    <a:pt x="2766475" y="278135"/>
                  </a:lnTo>
                  <a:lnTo>
                    <a:pt x="2767757" y="305948"/>
                  </a:lnTo>
                  <a:lnTo>
                    <a:pt x="2769039" y="333762"/>
                  </a:lnTo>
                  <a:lnTo>
                    <a:pt x="2770321" y="333762"/>
                  </a:lnTo>
                  <a:lnTo>
                    <a:pt x="2771603" y="333762"/>
                  </a:lnTo>
                  <a:lnTo>
                    <a:pt x="2772885" y="333762"/>
                  </a:lnTo>
                  <a:lnTo>
                    <a:pt x="2774166" y="333762"/>
                  </a:lnTo>
                  <a:lnTo>
                    <a:pt x="2775448" y="419983"/>
                  </a:lnTo>
                  <a:lnTo>
                    <a:pt x="2776730" y="445016"/>
                  </a:lnTo>
                  <a:lnTo>
                    <a:pt x="2778012" y="517331"/>
                  </a:lnTo>
                  <a:lnTo>
                    <a:pt x="2779294" y="659180"/>
                  </a:lnTo>
                  <a:lnTo>
                    <a:pt x="2780576" y="717588"/>
                  </a:lnTo>
                  <a:lnTo>
                    <a:pt x="2781857" y="775996"/>
                  </a:lnTo>
                  <a:lnTo>
                    <a:pt x="2783139" y="728713"/>
                  </a:lnTo>
                  <a:lnTo>
                    <a:pt x="2784421" y="778778"/>
                  </a:lnTo>
                  <a:lnTo>
                    <a:pt x="2785703" y="723151"/>
                  </a:lnTo>
                  <a:lnTo>
                    <a:pt x="2786985" y="673086"/>
                  </a:lnTo>
                  <a:lnTo>
                    <a:pt x="2788267" y="723151"/>
                  </a:lnTo>
                  <a:lnTo>
                    <a:pt x="2789549" y="759308"/>
                  </a:lnTo>
                  <a:lnTo>
                    <a:pt x="2790830" y="778778"/>
                  </a:lnTo>
                  <a:lnTo>
                    <a:pt x="2792112" y="778778"/>
                  </a:lnTo>
                  <a:lnTo>
                    <a:pt x="2793394" y="831623"/>
                  </a:lnTo>
                  <a:lnTo>
                    <a:pt x="2794676" y="834405"/>
                  </a:lnTo>
                  <a:lnTo>
                    <a:pt x="2795958" y="834405"/>
                  </a:lnTo>
                  <a:lnTo>
                    <a:pt x="2797240" y="820498"/>
                  </a:lnTo>
                  <a:lnTo>
                    <a:pt x="2798521" y="778778"/>
                  </a:lnTo>
                  <a:lnTo>
                    <a:pt x="2799803" y="778778"/>
                  </a:lnTo>
                  <a:lnTo>
                    <a:pt x="2801085" y="770434"/>
                  </a:lnTo>
                  <a:lnTo>
                    <a:pt x="2802367" y="723151"/>
                  </a:lnTo>
                  <a:lnTo>
                    <a:pt x="2803649" y="723151"/>
                  </a:lnTo>
                  <a:lnTo>
                    <a:pt x="2804931" y="706463"/>
                  </a:lnTo>
                  <a:lnTo>
                    <a:pt x="2806213" y="667524"/>
                  </a:lnTo>
                  <a:lnTo>
                    <a:pt x="2807494" y="650836"/>
                  </a:lnTo>
                  <a:lnTo>
                    <a:pt x="2808776" y="600771"/>
                  </a:lnTo>
                  <a:lnTo>
                    <a:pt x="2810058" y="556270"/>
                  </a:lnTo>
                  <a:lnTo>
                    <a:pt x="2811340" y="539582"/>
                  </a:lnTo>
                  <a:lnTo>
                    <a:pt x="2812622" y="470048"/>
                  </a:lnTo>
                  <a:lnTo>
                    <a:pt x="2813904" y="445016"/>
                  </a:lnTo>
                  <a:lnTo>
                    <a:pt x="2815185" y="500643"/>
                  </a:lnTo>
                  <a:lnTo>
                    <a:pt x="2816467" y="500643"/>
                  </a:lnTo>
                  <a:lnTo>
                    <a:pt x="2817749" y="553488"/>
                  </a:lnTo>
                  <a:lnTo>
                    <a:pt x="2819031" y="603553"/>
                  </a:lnTo>
                  <a:lnTo>
                    <a:pt x="2820313" y="611897"/>
                  </a:lnTo>
                  <a:lnTo>
                    <a:pt x="2821595" y="611897"/>
                  </a:lnTo>
                  <a:lnTo>
                    <a:pt x="2822876" y="600771"/>
                  </a:lnTo>
                  <a:lnTo>
                    <a:pt x="2824158" y="556270"/>
                  </a:lnTo>
                  <a:lnTo>
                    <a:pt x="2825440" y="556270"/>
                  </a:lnTo>
                  <a:lnTo>
                    <a:pt x="2826722" y="539582"/>
                  </a:lnTo>
                  <a:lnTo>
                    <a:pt x="2828004" y="500643"/>
                  </a:lnTo>
                  <a:lnTo>
                    <a:pt x="2829286" y="431109"/>
                  </a:lnTo>
                  <a:lnTo>
                    <a:pt x="2830568" y="389389"/>
                  </a:lnTo>
                  <a:lnTo>
                    <a:pt x="2831849" y="389389"/>
                  </a:lnTo>
                  <a:lnTo>
                    <a:pt x="2833131" y="394951"/>
                  </a:lnTo>
                  <a:lnTo>
                    <a:pt x="2834413" y="445016"/>
                  </a:lnTo>
                  <a:lnTo>
                    <a:pt x="2835695" y="442234"/>
                  </a:lnTo>
                  <a:lnTo>
                    <a:pt x="2836977" y="403295"/>
                  </a:lnTo>
                  <a:lnTo>
                    <a:pt x="2838259" y="392170"/>
                  </a:lnTo>
                  <a:lnTo>
                    <a:pt x="2839540" y="403295"/>
                  </a:lnTo>
                  <a:lnTo>
                    <a:pt x="2840822" y="453360"/>
                  </a:lnTo>
                  <a:lnTo>
                    <a:pt x="2842104" y="500643"/>
                  </a:lnTo>
                  <a:lnTo>
                    <a:pt x="2843386" y="514549"/>
                  </a:lnTo>
                  <a:lnTo>
                    <a:pt x="2844668" y="584083"/>
                  </a:lnTo>
                  <a:lnTo>
                    <a:pt x="2845950" y="611897"/>
                  </a:lnTo>
                  <a:lnTo>
                    <a:pt x="2847232" y="578520"/>
                  </a:lnTo>
                  <a:lnTo>
                    <a:pt x="2848513" y="500643"/>
                  </a:lnTo>
                  <a:lnTo>
                    <a:pt x="2849795" y="500643"/>
                  </a:lnTo>
                  <a:lnTo>
                    <a:pt x="2851077" y="500643"/>
                  </a:lnTo>
                  <a:lnTo>
                    <a:pt x="2852359" y="500643"/>
                  </a:lnTo>
                  <a:lnTo>
                    <a:pt x="2853641" y="475610"/>
                  </a:lnTo>
                  <a:lnTo>
                    <a:pt x="2854923" y="453360"/>
                  </a:lnTo>
                  <a:lnTo>
                    <a:pt x="2856204" y="500643"/>
                  </a:lnTo>
                  <a:lnTo>
                    <a:pt x="2857486" y="500643"/>
                  </a:lnTo>
                  <a:lnTo>
                    <a:pt x="2858768" y="475610"/>
                  </a:lnTo>
                  <a:lnTo>
                    <a:pt x="2860050" y="500643"/>
                  </a:lnTo>
                  <a:lnTo>
                    <a:pt x="2861332" y="572958"/>
                  </a:lnTo>
                  <a:lnTo>
                    <a:pt x="2862614" y="667524"/>
                  </a:lnTo>
                  <a:lnTo>
                    <a:pt x="2863896" y="667524"/>
                  </a:lnTo>
                  <a:lnTo>
                    <a:pt x="2865177" y="639710"/>
                  </a:lnTo>
                  <a:lnTo>
                    <a:pt x="2866459" y="611897"/>
                  </a:lnTo>
                  <a:lnTo>
                    <a:pt x="2867741" y="611897"/>
                  </a:lnTo>
                  <a:lnTo>
                    <a:pt x="2869023" y="667524"/>
                  </a:lnTo>
                  <a:lnTo>
                    <a:pt x="2870305" y="667524"/>
                  </a:lnTo>
                  <a:lnTo>
                    <a:pt x="2871587" y="667524"/>
                  </a:lnTo>
                  <a:lnTo>
                    <a:pt x="2872868" y="661961"/>
                  </a:lnTo>
                  <a:lnTo>
                    <a:pt x="2874150" y="611897"/>
                  </a:lnTo>
                  <a:lnTo>
                    <a:pt x="2875432" y="514549"/>
                  </a:lnTo>
                  <a:lnTo>
                    <a:pt x="2876714" y="445016"/>
                  </a:lnTo>
                  <a:lnTo>
                    <a:pt x="2877996" y="445016"/>
                  </a:lnTo>
                  <a:lnTo>
                    <a:pt x="2879278" y="472829"/>
                  </a:lnTo>
                  <a:lnTo>
                    <a:pt x="2880559" y="556270"/>
                  </a:lnTo>
                  <a:lnTo>
                    <a:pt x="2881841" y="556270"/>
                  </a:lnTo>
                  <a:lnTo>
                    <a:pt x="2883123" y="556270"/>
                  </a:lnTo>
                  <a:lnTo>
                    <a:pt x="2884405" y="556270"/>
                  </a:lnTo>
                  <a:lnTo>
                    <a:pt x="2885687" y="578520"/>
                  </a:lnTo>
                  <a:lnTo>
                    <a:pt x="2886969" y="611897"/>
                  </a:lnTo>
                  <a:lnTo>
                    <a:pt x="2888251" y="539581"/>
                  </a:lnTo>
                  <a:lnTo>
                    <a:pt x="2889532" y="436672"/>
                  </a:lnTo>
                  <a:lnTo>
                    <a:pt x="2890814" y="381044"/>
                  </a:lnTo>
                  <a:lnTo>
                    <a:pt x="2892096" y="389389"/>
                  </a:lnTo>
                  <a:lnTo>
                    <a:pt x="2893378" y="389389"/>
                  </a:lnTo>
                  <a:lnTo>
                    <a:pt x="2894660" y="389389"/>
                  </a:lnTo>
                  <a:lnTo>
                    <a:pt x="2895942" y="375482"/>
                  </a:lnTo>
                  <a:lnTo>
                    <a:pt x="2897223" y="358794"/>
                  </a:lnTo>
                  <a:lnTo>
                    <a:pt x="2898505" y="375482"/>
                  </a:lnTo>
                  <a:lnTo>
                    <a:pt x="2899787" y="333762"/>
                  </a:lnTo>
                  <a:lnTo>
                    <a:pt x="2901069" y="333762"/>
                  </a:lnTo>
                  <a:lnTo>
                    <a:pt x="2902351" y="333762"/>
                  </a:lnTo>
                  <a:lnTo>
                    <a:pt x="2903633" y="333762"/>
                  </a:lnTo>
                  <a:lnTo>
                    <a:pt x="2904915" y="336543"/>
                  </a:lnTo>
                  <a:lnTo>
                    <a:pt x="2906196" y="389389"/>
                  </a:lnTo>
                  <a:lnTo>
                    <a:pt x="2907478" y="436672"/>
                  </a:lnTo>
                  <a:lnTo>
                    <a:pt x="2908760" y="500643"/>
                  </a:lnTo>
                  <a:lnTo>
                    <a:pt x="2910042" y="500643"/>
                  </a:lnTo>
                  <a:lnTo>
                    <a:pt x="2911324" y="500643"/>
                  </a:lnTo>
                  <a:lnTo>
                    <a:pt x="2912606" y="500643"/>
                  </a:lnTo>
                  <a:lnTo>
                    <a:pt x="2913887" y="500643"/>
                  </a:lnTo>
                  <a:lnTo>
                    <a:pt x="2915169" y="453360"/>
                  </a:lnTo>
                  <a:lnTo>
                    <a:pt x="2916451" y="445016"/>
                  </a:lnTo>
                  <a:lnTo>
                    <a:pt x="2917733" y="445016"/>
                  </a:lnTo>
                  <a:lnTo>
                    <a:pt x="2919015" y="439453"/>
                  </a:lnTo>
                  <a:lnTo>
                    <a:pt x="2920297" y="456141"/>
                  </a:lnTo>
                  <a:lnTo>
                    <a:pt x="2921578" y="559051"/>
                  </a:lnTo>
                  <a:lnTo>
                    <a:pt x="2922860" y="653617"/>
                  </a:lnTo>
                  <a:lnTo>
                    <a:pt x="2924142" y="667524"/>
                  </a:lnTo>
                  <a:lnTo>
                    <a:pt x="2925424" y="667524"/>
                  </a:lnTo>
                  <a:lnTo>
                    <a:pt x="2926706" y="667524"/>
                  </a:lnTo>
                  <a:lnTo>
                    <a:pt x="2927988" y="678649"/>
                  </a:lnTo>
                  <a:lnTo>
                    <a:pt x="2929270" y="723151"/>
                  </a:lnTo>
                  <a:lnTo>
                    <a:pt x="2930551" y="734276"/>
                  </a:lnTo>
                  <a:lnTo>
                    <a:pt x="2931833" y="778778"/>
                  </a:lnTo>
                  <a:lnTo>
                    <a:pt x="2933115" y="778778"/>
                  </a:lnTo>
                  <a:lnTo>
                    <a:pt x="2934397" y="823279"/>
                  </a:lnTo>
                  <a:lnTo>
                    <a:pt x="2935679" y="834405"/>
                  </a:lnTo>
                  <a:lnTo>
                    <a:pt x="2936961" y="834405"/>
                  </a:lnTo>
                  <a:lnTo>
                    <a:pt x="2938242" y="834405"/>
                  </a:lnTo>
                  <a:lnTo>
                    <a:pt x="2939524" y="873344"/>
                  </a:lnTo>
                  <a:lnTo>
                    <a:pt x="2940806" y="890032"/>
                  </a:lnTo>
                  <a:lnTo>
                    <a:pt x="2942088" y="890032"/>
                  </a:lnTo>
                  <a:lnTo>
                    <a:pt x="2943370" y="890032"/>
                  </a:lnTo>
                  <a:lnTo>
                    <a:pt x="2944652" y="890032"/>
                  </a:lnTo>
                  <a:lnTo>
                    <a:pt x="2945934" y="890032"/>
                  </a:lnTo>
                  <a:lnTo>
                    <a:pt x="2947215" y="934533"/>
                  </a:lnTo>
                  <a:lnTo>
                    <a:pt x="2948497" y="945659"/>
                  </a:lnTo>
                  <a:lnTo>
                    <a:pt x="2949779" y="945659"/>
                  </a:lnTo>
                  <a:lnTo>
                    <a:pt x="2951061" y="948440"/>
                  </a:lnTo>
                  <a:lnTo>
                    <a:pt x="2952343" y="1001286"/>
                  </a:lnTo>
                  <a:lnTo>
                    <a:pt x="2952343" y="1001286"/>
                  </a:lnTo>
                  <a:lnTo>
                    <a:pt x="2953625" y="970691"/>
                  </a:lnTo>
                  <a:lnTo>
                    <a:pt x="2954906" y="945659"/>
                  </a:lnTo>
                  <a:lnTo>
                    <a:pt x="2956188" y="945659"/>
                  </a:lnTo>
                  <a:lnTo>
                    <a:pt x="2957470" y="945659"/>
                  </a:lnTo>
                  <a:lnTo>
                    <a:pt x="2958752" y="945659"/>
                  </a:lnTo>
                  <a:lnTo>
                    <a:pt x="2960034" y="945659"/>
                  </a:lnTo>
                  <a:lnTo>
                    <a:pt x="2961316" y="945659"/>
                  </a:lnTo>
                  <a:lnTo>
                    <a:pt x="2962597" y="906720"/>
                  </a:lnTo>
                  <a:lnTo>
                    <a:pt x="2963879" y="848311"/>
                  </a:lnTo>
                  <a:lnTo>
                    <a:pt x="2965161" y="834405"/>
                  </a:lnTo>
                  <a:lnTo>
                    <a:pt x="2966443" y="834405"/>
                  </a:lnTo>
                  <a:lnTo>
                    <a:pt x="2967725" y="834405"/>
                  </a:lnTo>
                  <a:lnTo>
                    <a:pt x="2969007" y="834405"/>
                  </a:lnTo>
                  <a:lnTo>
                    <a:pt x="2970289" y="834405"/>
                  </a:lnTo>
                  <a:lnTo>
                    <a:pt x="2971570" y="834405"/>
                  </a:lnTo>
                  <a:lnTo>
                    <a:pt x="2972852" y="834405"/>
                  </a:lnTo>
                  <a:lnTo>
                    <a:pt x="2974134" y="787122"/>
                  </a:lnTo>
                  <a:lnTo>
                    <a:pt x="2975416" y="778778"/>
                  </a:lnTo>
                  <a:lnTo>
                    <a:pt x="2976698" y="778778"/>
                  </a:lnTo>
                  <a:lnTo>
                    <a:pt x="2977980" y="778778"/>
                  </a:lnTo>
                  <a:lnTo>
                    <a:pt x="2979261" y="778778"/>
                  </a:lnTo>
                  <a:lnTo>
                    <a:pt x="2980543" y="778778"/>
                  </a:lnTo>
                  <a:lnTo>
                    <a:pt x="2981825" y="725932"/>
                  </a:lnTo>
                  <a:lnTo>
                    <a:pt x="2983107" y="723151"/>
                  </a:lnTo>
                  <a:lnTo>
                    <a:pt x="2984389" y="723151"/>
                  </a:lnTo>
                  <a:lnTo>
                    <a:pt x="2985671" y="750964"/>
                  </a:lnTo>
                  <a:lnTo>
                    <a:pt x="2986953" y="778778"/>
                  </a:lnTo>
                  <a:lnTo>
                    <a:pt x="2988234" y="778778"/>
                  </a:lnTo>
                  <a:lnTo>
                    <a:pt x="2989516" y="778778"/>
                  </a:lnTo>
                  <a:lnTo>
                    <a:pt x="2990798" y="725932"/>
                  </a:lnTo>
                  <a:lnTo>
                    <a:pt x="2992080" y="720369"/>
                  </a:lnTo>
                  <a:lnTo>
                    <a:pt x="2993362" y="667524"/>
                  </a:lnTo>
                  <a:lnTo>
                    <a:pt x="2994644" y="689775"/>
                  </a:lnTo>
                  <a:lnTo>
                    <a:pt x="2995925" y="706463"/>
                  </a:lnTo>
                  <a:lnTo>
                    <a:pt x="2997207" y="723151"/>
                  </a:lnTo>
                  <a:lnTo>
                    <a:pt x="2998489" y="673086"/>
                  </a:lnTo>
                  <a:lnTo>
                    <a:pt x="2999771" y="667524"/>
                  </a:lnTo>
                  <a:lnTo>
                    <a:pt x="3001053" y="667524"/>
                  </a:lnTo>
                  <a:lnTo>
                    <a:pt x="3002335" y="667524"/>
                  </a:lnTo>
                  <a:lnTo>
                    <a:pt x="3003617" y="667524"/>
                  </a:lnTo>
                  <a:lnTo>
                    <a:pt x="3004898" y="667524"/>
                  </a:lnTo>
                  <a:lnTo>
                    <a:pt x="3006180" y="656398"/>
                  </a:lnTo>
                  <a:lnTo>
                    <a:pt x="3007462" y="650836"/>
                  </a:lnTo>
                  <a:lnTo>
                    <a:pt x="3008744" y="611897"/>
                  </a:lnTo>
                  <a:lnTo>
                    <a:pt x="3010026" y="611897"/>
                  </a:lnTo>
                  <a:lnTo>
                    <a:pt x="3011308" y="611897"/>
                  </a:lnTo>
                  <a:lnTo>
                    <a:pt x="3012589" y="611897"/>
                  </a:lnTo>
                  <a:lnTo>
                    <a:pt x="3013871" y="661961"/>
                  </a:lnTo>
                  <a:lnTo>
                    <a:pt x="3015153" y="634147"/>
                  </a:lnTo>
                  <a:lnTo>
                    <a:pt x="3016435" y="611897"/>
                  </a:lnTo>
                  <a:lnTo>
                    <a:pt x="3017717" y="611897"/>
                  </a:lnTo>
                  <a:lnTo>
                    <a:pt x="3018999" y="611897"/>
                  </a:lnTo>
                  <a:lnTo>
                    <a:pt x="3020280" y="611897"/>
                  </a:lnTo>
                  <a:lnTo>
                    <a:pt x="3021562" y="611897"/>
                  </a:lnTo>
                  <a:lnTo>
                    <a:pt x="3022844" y="661961"/>
                  </a:lnTo>
                  <a:lnTo>
                    <a:pt x="3024126" y="639710"/>
                  </a:lnTo>
                  <a:lnTo>
                    <a:pt x="3025408" y="667524"/>
                  </a:lnTo>
                  <a:lnTo>
                    <a:pt x="3026690" y="645273"/>
                  </a:lnTo>
                  <a:lnTo>
                    <a:pt x="3027972" y="667524"/>
                  </a:lnTo>
                  <a:lnTo>
                    <a:pt x="3029253" y="667524"/>
                  </a:lnTo>
                  <a:lnTo>
                    <a:pt x="3030535" y="714807"/>
                  </a:lnTo>
                  <a:lnTo>
                    <a:pt x="3031817" y="720369"/>
                  </a:lnTo>
                  <a:lnTo>
                    <a:pt x="3033099" y="667524"/>
                  </a:lnTo>
                  <a:lnTo>
                    <a:pt x="3034381" y="667524"/>
                  </a:lnTo>
                  <a:lnTo>
                    <a:pt x="3035663" y="667524"/>
                  </a:lnTo>
                  <a:lnTo>
                    <a:pt x="3036944" y="667524"/>
                  </a:lnTo>
                  <a:lnTo>
                    <a:pt x="3038226" y="720369"/>
                  </a:lnTo>
                  <a:lnTo>
                    <a:pt x="3039508" y="737057"/>
                  </a:lnTo>
                  <a:lnTo>
                    <a:pt x="3040790" y="748183"/>
                  </a:lnTo>
                  <a:lnTo>
                    <a:pt x="3042072" y="700900"/>
                  </a:lnTo>
                  <a:lnTo>
                    <a:pt x="3043354" y="667524"/>
                  </a:lnTo>
                  <a:lnTo>
                    <a:pt x="3044636" y="664742"/>
                  </a:lnTo>
                  <a:lnTo>
                    <a:pt x="3045917" y="611897"/>
                  </a:lnTo>
                  <a:lnTo>
                    <a:pt x="3047199" y="642492"/>
                  </a:lnTo>
                  <a:lnTo>
                    <a:pt x="3048481" y="667524"/>
                  </a:lnTo>
                  <a:lnTo>
                    <a:pt x="3049763" y="667524"/>
                  </a:lnTo>
                  <a:lnTo>
                    <a:pt x="3051045" y="667524"/>
                  </a:lnTo>
                  <a:lnTo>
                    <a:pt x="3052327" y="667524"/>
                  </a:lnTo>
                  <a:lnTo>
                    <a:pt x="3053608" y="667524"/>
                  </a:lnTo>
                  <a:lnTo>
                    <a:pt x="3054890" y="667524"/>
                  </a:lnTo>
                  <a:lnTo>
                    <a:pt x="3056172" y="692556"/>
                  </a:lnTo>
                  <a:lnTo>
                    <a:pt x="3057454" y="723151"/>
                  </a:lnTo>
                  <a:lnTo>
                    <a:pt x="3058736" y="753746"/>
                  </a:lnTo>
                  <a:lnTo>
                    <a:pt x="3060018" y="778778"/>
                  </a:lnTo>
                  <a:lnTo>
                    <a:pt x="3061299" y="778778"/>
                  </a:lnTo>
                  <a:lnTo>
                    <a:pt x="3062581" y="778778"/>
                  </a:lnTo>
                  <a:lnTo>
                    <a:pt x="3063863" y="778778"/>
                  </a:lnTo>
                  <a:lnTo>
                    <a:pt x="3065145" y="789903"/>
                  </a:lnTo>
                  <a:lnTo>
                    <a:pt x="3066427" y="778778"/>
                  </a:lnTo>
                  <a:lnTo>
                    <a:pt x="3067709" y="759308"/>
                  </a:lnTo>
                  <a:lnTo>
                    <a:pt x="3068991" y="684212"/>
                  </a:lnTo>
                  <a:lnTo>
                    <a:pt x="3070272" y="667524"/>
                  </a:lnTo>
                  <a:lnTo>
                    <a:pt x="3071554" y="650836"/>
                  </a:lnTo>
                  <a:lnTo>
                    <a:pt x="3072836" y="639710"/>
                  </a:lnTo>
                  <a:lnTo>
                    <a:pt x="3074118" y="686993"/>
                  </a:lnTo>
                  <a:lnTo>
                    <a:pt x="3075400" y="723151"/>
                  </a:lnTo>
                  <a:lnTo>
                    <a:pt x="3076682" y="723151"/>
                  </a:lnTo>
                  <a:lnTo>
                    <a:pt x="3077963" y="778778"/>
                  </a:lnTo>
                  <a:lnTo>
                    <a:pt x="3079245" y="778778"/>
                  </a:lnTo>
                  <a:lnTo>
                    <a:pt x="3080527" y="778778"/>
                  </a:lnTo>
                  <a:lnTo>
                    <a:pt x="3081809" y="778778"/>
                  </a:lnTo>
                  <a:lnTo>
                    <a:pt x="3083091" y="778778"/>
                  </a:lnTo>
                  <a:lnTo>
                    <a:pt x="3084373" y="778778"/>
                  </a:lnTo>
                  <a:lnTo>
                    <a:pt x="3085655" y="778778"/>
                  </a:lnTo>
                  <a:lnTo>
                    <a:pt x="3086936" y="778778"/>
                  </a:lnTo>
                  <a:lnTo>
                    <a:pt x="3088218" y="778778"/>
                  </a:lnTo>
                  <a:lnTo>
                    <a:pt x="3089500" y="778778"/>
                  </a:lnTo>
                  <a:lnTo>
                    <a:pt x="3090782" y="737057"/>
                  </a:lnTo>
                  <a:lnTo>
                    <a:pt x="3092064" y="684212"/>
                  </a:lnTo>
                  <a:lnTo>
                    <a:pt x="3093346" y="611897"/>
                  </a:lnTo>
                  <a:lnTo>
                    <a:pt x="3094627" y="575739"/>
                  </a:lnTo>
                  <a:lnTo>
                    <a:pt x="3095909" y="556270"/>
                  </a:lnTo>
                  <a:lnTo>
                    <a:pt x="3097191" y="550707"/>
                  </a:lnTo>
                  <a:lnTo>
                    <a:pt x="3098473" y="517331"/>
                  </a:lnTo>
                  <a:lnTo>
                    <a:pt x="3099755" y="517331"/>
                  </a:lnTo>
                  <a:lnTo>
                    <a:pt x="3101037" y="561832"/>
                  </a:lnTo>
                  <a:lnTo>
                    <a:pt x="3102318" y="556270"/>
                  </a:lnTo>
                  <a:lnTo>
                    <a:pt x="3103600" y="570176"/>
                  </a:lnTo>
                  <a:lnTo>
                    <a:pt x="3104882" y="611897"/>
                  </a:lnTo>
                  <a:lnTo>
                    <a:pt x="3106164" y="611897"/>
                  </a:lnTo>
                  <a:lnTo>
                    <a:pt x="3107446" y="611897"/>
                  </a:lnTo>
                  <a:lnTo>
                    <a:pt x="3108728" y="611897"/>
                  </a:lnTo>
                  <a:lnTo>
                    <a:pt x="3110010" y="611897"/>
                  </a:lnTo>
                  <a:lnTo>
                    <a:pt x="3111291" y="611897"/>
                  </a:lnTo>
                  <a:lnTo>
                    <a:pt x="3112573" y="611897"/>
                  </a:lnTo>
                  <a:lnTo>
                    <a:pt x="3113855" y="611897"/>
                  </a:lnTo>
                  <a:lnTo>
                    <a:pt x="3115137" y="611897"/>
                  </a:lnTo>
                  <a:lnTo>
                    <a:pt x="3116419" y="611897"/>
                  </a:lnTo>
                  <a:lnTo>
                    <a:pt x="3117701" y="611897"/>
                  </a:lnTo>
                  <a:lnTo>
                    <a:pt x="3118982" y="611897"/>
                  </a:lnTo>
                  <a:lnTo>
                    <a:pt x="3120264" y="611897"/>
                  </a:lnTo>
                  <a:lnTo>
                    <a:pt x="3121546" y="611897"/>
                  </a:lnTo>
                  <a:lnTo>
                    <a:pt x="3122828" y="650836"/>
                  </a:lnTo>
                  <a:lnTo>
                    <a:pt x="3124110" y="700900"/>
                  </a:lnTo>
                  <a:lnTo>
                    <a:pt x="3125392" y="778778"/>
                  </a:lnTo>
                  <a:lnTo>
                    <a:pt x="3126674" y="775996"/>
                  </a:lnTo>
                  <a:lnTo>
                    <a:pt x="3127955" y="778778"/>
                  </a:lnTo>
                  <a:lnTo>
                    <a:pt x="3129237" y="773215"/>
                  </a:lnTo>
                  <a:lnTo>
                    <a:pt x="3130519" y="814935"/>
                  </a:lnTo>
                  <a:lnTo>
                    <a:pt x="3131801" y="834405"/>
                  </a:lnTo>
                  <a:lnTo>
                    <a:pt x="3133083" y="862218"/>
                  </a:lnTo>
                  <a:lnTo>
                    <a:pt x="3134365" y="890032"/>
                  </a:lnTo>
                  <a:lnTo>
                    <a:pt x="3135646" y="890032"/>
                  </a:lnTo>
                  <a:lnTo>
                    <a:pt x="3136928" y="890032"/>
                  </a:lnTo>
                  <a:lnTo>
                    <a:pt x="3138210" y="890032"/>
                  </a:lnTo>
                  <a:lnTo>
                    <a:pt x="3139492" y="881688"/>
                  </a:lnTo>
                  <a:lnTo>
                    <a:pt x="3140774" y="834405"/>
                  </a:lnTo>
                  <a:lnTo>
                    <a:pt x="3142056" y="812154"/>
                  </a:lnTo>
                  <a:lnTo>
                    <a:pt x="3143338" y="778778"/>
                  </a:lnTo>
                  <a:lnTo>
                    <a:pt x="3144619" y="778778"/>
                  </a:lnTo>
                  <a:lnTo>
                    <a:pt x="3145901" y="778778"/>
                  </a:lnTo>
                  <a:lnTo>
                    <a:pt x="3147183" y="728713"/>
                  </a:lnTo>
                  <a:lnTo>
                    <a:pt x="3148465" y="723151"/>
                  </a:lnTo>
                  <a:lnTo>
                    <a:pt x="3149747" y="723151"/>
                  </a:lnTo>
                  <a:lnTo>
                    <a:pt x="3151029" y="723151"/>
                  </a:lnTo>
                  <a:lnTo>
                    <a:pt x="3152310" y="723151"/>
                  </a:lnTo>
                  <a:lnTo>
                    <a:pt x="3153592" y="723151"/>
                  </a:lnTo>
                  <a:lnTo>
                    <a:pt x="3154874" y="723151"/>
                  </a:lnTo>
                  <a:lnTo>
                    <a:pt x="3156156" y="698119"/>
                  </a:lnTo>
                  <a:lnTo>
                    <a:pt x="3157438" y="659180"/>
                  </a:lnTo>
                  <a:lnTo>
                    <a:pt x="3158720" y="592427"/>
                  </a:lnTo>
                  <a:lnTo>
                    <a:pt x="3160001" y="517331"/>
                  </a:lnTo>
                  <a:lnTo>
                    <a:pt x="3161283" y="547926"/>
                  </a:lnTo>
                  <a:lnTo>
                    <a:pt x="3162565" y="550707"/>
                  </a:lnTo>
                  <a:lnTo>
                    <a:pt x="3163847" y="500643"/>
                  </a:lnTo>
                  <a:lnTo>
                    <a:pt x="3165129" y="500643"/>
                  </a:lnTo>
                  <a:lnTo>
                    <a:pt x="3166411" y="500643"/>
                  </a:lnTo>
                  <a:lnTo>
                    <a:pt x="3167693" y="500643"/>
                  </a:lnTo>
                  <a:lnTo>
                    <a:pt x="3168974" y="500643"/>
                  </a:lnTo>
                  <a:lnTo>
                    <a:pt x="3170256" y="456141"/>
                  </a:lnTo>
                  <a:lnTo>
                    <a:pt x="3171538" y="450578"/>
                  </a:lnTo>
                  <a:lnTo>
                    <a:pt x="3172820" y="500643"/>
                  </a:lnTo>
                  <a:lnTo>
                    <a:pt x="3174102" y="520112"/>
                  </a:lnTo>
                  <a:lnTo>
                    <a:pt x="3175384" y="556270"/>
                  </a:lnTo>
                  <a:lnTo>
                    <a:pt x="3176665" y="556270"/>
                  </a:lnTo>
                  <a:lnTo>
                    <a:pt x="3177947" y="556270"/>
                  </a:lnTo>
                  <a:lnTo>
                    <a:pt x="3179229" y="550707"/>
                  </a:lnTo>
                  <a:lnTo>
                    <a:pt x="3180511" y="520112"/>
                  </a:lnTo>
                  <a:lnTo>
                    <a:pt x="3181793" y="500643"/>
                  </a:lnTo>
                  <a:lnTo>
                    <a:pt x="3183075" y="447797"/>
                  </a:lnTo>
                  <a:lnTo>
                    <a:pt x="3184357" y="445016"/>
                  </a:lnTo>
                  <a:lnTo>
                    <a:pt x="3185638" y="442234"/>
                  </a:lnTo>
                  <a:lnTo>
                    <a:pt x="3186920" y="389389"/>
                  </a:lnTo>
                  <a:lnTo>
                    <a:pt x="3188202" y="411639"/>
                  </a:lnTo>
                  <a:lnTo>
                    <a:pt x="3189484" y="450578"/>
                  </a:lnTo>
                  <a:lnTo>
                    <a:pt x="3190766" y="547926"/>
                  </a:lnTo>
                  <a:lnTo>
                    <a:pt x="3192048" y="648054"/>
                  </a:lnTo>
                  <a:lnTo>
                    <a:pt x="3193329" y="667524"/>
                  </a:lnTo>
                  <a:lnTo>
                    <a:pt x="3194611" y="664742"/>
                  </a:lnTo>
                  <a:lnTo>
                    <a:pt x="3195893" y="628585"/>
                  </a:lnTo>
                  <a:lnTo>
                    <a:pt x="3197175" y="581302"/>
                  </a:lnTo>
                  <a:lnTo>
                    <a:pt x="3198457" y="553488"/>
                  </a:lnTo>
                  <a:lnTo>
                    <a:pt x="3199739" y="453360"/>
                  </a:lnTo>
                  <a:lnTo>
                    <a:pt x="3201020" y="400514"/>
                  </a:lnTo>
                  <a:lnTo>
                    <a:pt x="3202302" y="375482"/>
                  </a:lnTo>
                  <a:lnTo>
                    <a:pt x="3203584" y="378263"/>
                  </a:lnTo>
                  <a:lnTo>
                    <a:pt x="3204866" y="333762"/>
                  </a:lnTo>
                  <a:lnTo>
                    <a:pt x="3206148" y="333762"/>
                  </a:lnTo>
                  <a:lnTo>
                    <a:pt x="3207430" y="333762"/>
                  </a:lnTo>
                  <a:lnTo>
                    <a:pt x="3208712" y="333762"/>
                  </a:lnTo>
                  <a:lnTo>
                    <a:pt x="3209993" y="325418"/>
                  </a:lnTo>
                  <a:lnTo>
                    <a:pt x="3211275" y="297604"/>
                  </a:lnTo>
                  <a:lnTo>
                    <a:pt x="3212557" y="264228"/>
                  </a:lnTo>
                  <a:lnTo>
                    <a:pt x="3213839" y="222508"/>
                  </a:lnTo>
                  <a:lnTo>
                    <a:pt x="3215121" y="261447"/>
                  </a:lnTo>
                  <a:lnTo>
                    <a:pt x="3216403" y="172444"/>
                  </a:lnTo>
                  <a:lnTo>
                    <a:pt x="3217684" y="166881"/>
                  </a:lnTo>
                  <a:lnTo>
                    <a:pt x="3218966" y="222508"/>
                  </a:lnTo>
                  <a:lnTo>
                    <a:pt x="3220248" y="194694"/>
                  </a:lnTo>
                  <a:lnTo>
                    <a:pt x="3221530" y="166881"/>
                  </a:lnTo>
                  <a:lnTo>
                    <a:pt x="3222812" y="141848"/>
                  </a:lnTo>
                  <a:lnTo>
                    <a:pt x="3224094" y="11125"/>
                  </a:lnTo>
                  <a:lnTo>
                    <a:pt x="3225376" y="0"/>
                  </a:lnTo>
                  <a:lnTo>
                    <a:pt x="3226657" y="2781"/>
                  </a:lnTo>
                  <a:lnTo>
                    <a:pt x="3227939" y="91784"/>
                  </a:lnTo>
                  <a:lnTo>
                    <a:pt x="3229221" y="139067"/>
                  </a:lnTo>
                  <a:lnTo>
                    <a:pt x="3230503" y="116816"/>
                  </a:lnTo>
                  <a:lnTo>
                    <a:pt x="3231785" y="211382"/>
                  </a:lnTo>
                  <a:lnTo>
                    <a:pt x="3233067" y="216945"/>
                  </a:lnTo>
                  <a:lnTo>
                    <a:pt x="3234348" y="278135"/>
                  </a:lnTo>
                  <a:lnTo>
                    <a:pt x="3235630" y="283698"/>
                  </a:lnTo>
                  <a:lnTo>
                    <a:pt x="3236912" y="230852"/>
                  </a:lnTo>
                  <a:lnTo>
                    <a:pt x="3238194" y="166881"/>
                  </a:lnTo>
                  <a:lnTo>
                    <a:pt x="3239476" y="166881"/>
                  </a:lnTo>
                  <a:lnTo>
                    <a:pt x="3240758" y="166881"/>
                  </a:lnTo>
                  <a:lnTo>
                    <a:pt x="3242039" y="172443"/>
                  </a:lnTo>
                  <a:lnTo>
                    <a:pt x="3243321" y="250321"/>
                  </a:lnTo>
                  <a:lnTo>
                    <a:pt x="3244603" y="289260"/>
                  </a:lnTo>
                  <a:lnTo>
                    <a:pt x="3245885" y="330980"/>
                  </a:lnTo>
                  <a:lnTo>
                    <a:pt x="3247167" y="300386"/>
                  </a:lnTo>
                  <a:lnTo>
                    <a:pt x="3248449" y="381044"/>
                  </a:lnTo>
                  <a:lnTo>
                    <a:pt x="3249731" y="342106"/>
                  </a:lnTo>
                  <a:lnTo>
                    <a:pt x="3251012" y="278135"/>
                  </a:lnTo>
                  <a:lnTo>
                    <a:pt x="3252294" y="303167"/>
                  </a:lnTo>
                  <a:lnTo>
                    <a:pt x="3253576" y="244759"/>
                  </a:lnTo>
                  <a:lnTo>
                    <a:pt x="3254858" y="183569"/>
                  </a:lnTo>
                  <a:lnTo>
                    <a:pt x="3256140" y="261447"/>
                  </a:lnTo>
                  <a:lnTo>
                    <a:pt x="3257422" y="278135"/>
                  </a:lnTo>
                  <a:lnTo>
                    <a:pt x="3258703" y="278135"/>
                  </a:lnTo>
                  <a:lnTo>
                    <a:pt x="3259985" y="269791"/>
                  </a:lnTo>
                  <a:lnTo>
                    <a:pt x="3261267" y="222508"/>
                  </a:lnTo>
                  <a:lnTo>
                    <a:pt x="3262549" y="269791"/>
                  </a:lnTo>
                  <a:lnTo>
                    <a:pt x="3263831" y="278135"/>
                  </a:lnTo>
                  <a:lnTo>
                    <a:pt x="3265113" y="319855"/>
                  </a:lnTo>
                  <a:lnTo>
                    <a:pt x="3266395" y="333762"/>
                  </a:lnTo>
                  <a:lnTo>
                    <a:pt x="3267676" y="333762"/>
                  </a:lnTo>
                  <a:lnTo>
                    <a:pt x="3268958" y="431109"/>
                  </a:lnTo>
                  <a:lnTo>
                    <a:pt x="3270240" y="453360"/>
                  </a:lnTo>
                  <a:lnTo>
                    <a:pt x="3271522" y="445016"/>
                  </a:lnTo>
                  <a:lnTo>
                    <a:pt x="3272804" y="445016"/>
                  </a:lnTo>
                  <a:lnTo>
                    <a:pt x="3274086" y="445016"/>
                  </a:lnTo>
                  <a:lnTo>
                    <a:pt x="3275367" y="445016"/>
                  </a:lnTo>
                  <a:lnTo>
                    <a:pt x="3276649" y="394951"/>
                  </a:lnTo>
                  <a:lnTo>
                    <a:pt x="3277931" y="389389"/>
                  </a:lnTo>
                  <a:lnTo>
                    <a:pt x="3279213" y="428328"/>
                  </a:lnTo>
                  <a:lnTo>
                    <a:pt x="3280495" y="445016"/>
                  </a:lnTo>
                  <a:lnTo>
                    <a:pt x="3281777" y="489517"/>
                  </a:lnTo>
                  <a:lnTo>
                    <a:pt x="3283059" y="536800"/>
                  </a:lnTo>
                  <a:lnTo>
                    <a:pt x="3284340" y="500643"/>
                  </a:lnTo>
                  <a:lnTo>
                    <a:pt x="3285622" y="581302"/>
                  </a:lnTo>
                  <a:lnTo>
                    <a:pt x="3286904" y="670305"/>
                  </a:lnTo>
                  <a:lnTo>
                    <a:pt x="3288186" y="723151"/>
                  </a:lnTo>
                  <a:lnTo>
                    <a:pt x="3289468" y="723151"/>
                  </a:lnTo>
                  <a:lnTo>
                    <a:pt x="3290750" y="695337"/>
                  </a:lnTo>
                  <a:lnTo>
                    <a:pt x="3292031" y="617459"/>
                  </a:lnTo>
                  <a:lnTo>
                    <a:pt x="3293313" y="667524"/>
                  </a:lnTo>
                  <a:lnTo>
                    <a:pt x="3294595" y="667524"/>
                  </a:lnTo>
                  <a:lnTo>
                    <a:pt x="3295877" y="667524"/>
                  </a:lnTo>
                  <a:lnTo>
                    <a:pt x="3297159" y="667524"/>
                  </a:lnTo>
                  <a:lnTo>
                    <a:pt x="3298441" y="667524"/>
                  </a:lnTo>
                  <a:lnTo>
                    <a:pt x="3299722" y="667524"/>
                  </a:lnTo>
                  <a:lnTo>
                    <a:pt x="3301004" y="667524"/>
                  </a:lnTo>
                  <a:lnTo>
                    <a:pt x="3302286" y="712025"/>
                  </a:lnTo>
                  <a:lnTo>
                    <a:pt x="3303568" y="681430"/>
                  </a:lnTo>
                  <a:lnTo>
                    <a:pt x="3304850" y="667524"/>
                  </a:lnTo>
                  <a:lnTo>
                    <a:pt x="3306132" y="667524"/>
                  </a:lnTo>
                  <a:lnTo>
                    <a:pt x="3307414" y="634147"/>
                  </a:lnTo>
                  <a:lnTo>
                    <a:pt x="3308695" y="686993"/>
                  </a:lnTo>
                  <a:lnTo>
                    <a:pt x="3309977" y="723151"/>
                  </a:lnTo>
                  <a:lnTo>
                    <a:pt x="3311259" y="723151"/>
                  </a:lnTo>
                  <a:lnTo>
                    <a:pt x="3312541" y="698119"/>
                  </a:lnTo>
                  <a:lnTo>
                    <a:pt x="3313823" y="667524"/>
                  </a:lnTo>
                  <a:lnTo>
                    <a:pt x="3315105" y="681430"/>
                  </a:lnTo>
                  <a:lnTo>
                    <a:pt x="3316386" y="709244"/>
                  </a:lnTo>
                  <a:lnTo>
                    <a:pt x="3317668" y="667524"/>
                  </a:lnTo>
                  <a:lnTo>
                    <a:pt x="3318950" y="667524"/>
                  </a:lnTo>
                  <a:lnTo>
                    <a:pt x="3320232" y="667524"/>
                  </a:lnTo>
                  <a:lnTo>
                    <a:pt x="3321514" y="664742"/>
                  </a:lnTo>
                  <a:lnTo>
                    <a:pt x="3322796" y="634148"/>
                  </a:lnTo>
                  <a:lnTo>
                    <a:pt x="3324078" y="723151"/>
                  </a:lnTo>
                  <a:lnTo>
                    <a:pt x="3325359" y="723151"/>
                  </a:lnTo>
                  <a:lnTo>
                    <a:pt x="3326641" y="723151"/>
                  </a:lnTo>
                  <a:lnTo>
                    <a:pt x="3327923" y="723151"/>
                  </a:lnTo>
                  <a:lnTo>
                    <a:pt x="3329205" y="723151"/>
                  </a:lnTo>
                  <a:lnTo>
                    <a:pt x="3330487" y="723151"/>
                  </a:lnTo>
                  <a:lnTo>
                    <a:pt x="3331769" y="723151"/>
                  </a:lnTo>
                  <a:lnTo>
                    <a:pt x="3333050" y="706463"/>
                  </a:lnTo>
                  <a:lnTo>
                    <a:pt x="3334332" y="661961"/>
                  </a:lnTo>
                  <a:lnTo>
                    <a:pt x="3335614" y="650836"/>
                  </a:lnTo>
                  <a:lnTo>
                    <a:pt x="3336896" y="617459"/>
                  </a:lnTo>
                  <a:lnTo>
                    <a:pt x="3338178" y="556270"/>
                  </a:lnTo>
                  <a:lnTo>
                    <a:pt x="3339460" y="586865"/>
                  </a:lnTo>
                  <a:lnTo>
                    <a:pt x="3340741" y="611897"/>
                  </a:lnTo>
                  <a:lnTo>
                    <a:pt x="3342023" y="611897"/>
                  </a:lnTo>
                  <a:lnTo>
                    <a:pt x="3343305" y="611897"/>
                  </a:lnTo>
                  <a:lnTo>
                    <a:pt x="3344587" y="634148"/>
                  </a:lnTo>
                  <a:lnTo>
                    <a:pt x="3345869" y="628585"/>
                  </a:lnTo>
                  <a:lnTo>
                    <a:pt x="3347151" y="611897"/>
                  </a:lnTo>
                  <a:lnTo>
                    <a:pt x="3348433" y="545144"/>
                  </a:lnTo>
                  <a:lnTo>
                    <a:pt x="3349714" y="556270"/>
                  </a:lnTo>
                  <a:lnTo>
                    <a:pt x="3350996" y="525675"/>
                  </a:lnTo>
                  <a:lnTo>
                    <a:pt x="3352278" y="447797"/>
                  </a:lnTo>
                  <a:lnTo>
                    <a:pt x="3353560" y="439453"/>
                  </a:lnTo>
                  <a:lnTo>
                    <a:pt x="3354842" y="417202"/>
                  </a:lnTo>
                  <a:lnTo>
                    <a:pt x="3356124" y="389389"/>
                  </a:lnTo>
                  <a:lnTo>
                    <a:pt x="3357405" y="353231"/>
                  </a:lnTo>
                  <a:lnTo>
                    <a:pt x="3358687" y="333762"/>
                  </a:lnTo>
                  <a:lnTo>
                    <a:pt x="3359969" y="322636"/>
                  </a:lnTo>
                  <a:lnTo>
                    <a:pt x="3361251" y="244759"/>
                  </a:lnTo>
                  <a:lnTo>
                    <a:pt x="3362533" y="222508"/>
                  </a:lnTo>
                  <a:lnTo>
                    <a:pt x="3363815" y="180788"/>
                  </a:lnTo>
                  <a:lnTo>
                    <a:pt x="3365097" y="180787"/>
                  </a:lnTo>
                  <a:lnTo>
                    <a:pt x="3366378" y="216945"/>
                  </a:lnTo>
                  <a:lnTo>
                    <a:pt x="3367660" y="222508"/>
                  </a:lnTo>
                  <a:lnTo>
                    <a:pt x="3368942" y="267009"/>
                  </a:lnTo>
                  <a:lnTo>
                    <a:pt x="3370224" y="333762"/>
                  </a:lnTo>
                  <a:lnTo>
                    <a:pt x="3371506" y="333762"/>
                  </a:lnTo>
                  <a:lnTo>
                    <a:pt x="3372788" y="333762"/>
                  </a:lnTo>
                  <a:lnTo>
                    <a:pt x="3374069" y="333762"/>
                  </a:lnTo>
                  <a:lnTo>
                    <a:pt x="3375351" y="333762"/>
                  </a:lnTo>
                  <a:lnTo>
                    <a:pt x="3376633" y="333762"/>
                  </a:lnTo>
                  <a:lnTo>
                    <a:pt x="3377915" y="369919"/>
                  </a:lnTo>
                  <a:lnTo>
                    <a:pt x="3379197" y="389389"/>
                  </a:lnTo>
                  <a:lnTo>
                    <a:pt x="3380479" y="461704"/>
                  </a:lnTo>
                  <a:lnTo>
                    <a:pt x="3381761" y="500643"/>
                  </a:lnTo>
                  <a:lnTo>
                    <a:pt x="3383042" y="520112"/>
                  </a:lnTo>
                  <a:lnTo>
                    <a:pt x="3384324" y="550707"/>
                  </a:lnTo>
                  <a:lnTo>
                    <a:pt x="3385606" y="536800"/>
                  </a:lnTo>
                  <a:lnTo>
                    <a:pt x="3386888" y="581302"/>
                  </a:lnTo>
                  <a:lnTo>
                    <a:pt x="3388170" y="611897"/>
                  </a:lnTo>
                  <a:lnTo>
                    <a:pt x="3389452" y="645273"/>
                  </a:lnTo>
                  <a:lnTo>
                    <a:pt x="3390733" y="667524"/>
                  </a:lnTo>
                  <a:lnTo>
                    <a:pt x="3392015" y="675868"/>
                  </a:lnTo>
                  <a:lnTo>
                    <a:pt x="3393297" y="753746"/>
                  </a:lnTo>
                  <a:lnTo>
                    <a:pt x="3394579" y="775996"/>
                  </a:lnTo>
                  <a:lnTo>
                    <a:pt x="3395861" y="762090"/>
                  </a:lnTo>
                  <a:lnTo>
                    <a:pt x="3397143" y="778778"/>
                  </a:lnTo>
                  <a:lnTo>
                    <a:pt x="3398424" y="784340"/>
                  </a:lnTo>
                  <a:lnTo>
                    <a:pt x="3399706" y="834405"/>
                  </a:lnTo>
                  <a:lnTo>
                    <a:pt x="3400988" y="834405"/>
                  </a:lnTo>
                  <a:lnTo>
                    <a:pt x="3402270" y="834405"/>
                  </a:lnTo>
                  <a:lnTo>
                    <a:pt x="3403552" y="834405"/>
                  </a:lnTo>
                  <a:lnTo>
                    <a:pt x="3404834" y="834405"/>
                  </a:lnTo>
                  <a:lnTo>
                    <a:pt x="3406116" y="834405"/>
                  </a:lnTo>
                  <a:lnTo>
                    <a:pt x="3407397" y="834405"/>
                  </a:lnTo>
                  <a:lnTo>
                    <a:pt x="3408679" y="809373"/>
                  </a:lnTo>
                  <a:lnTo>
                    <a:pt x="3409961" y="753745"/>
                  </a:lnTo>
                  <a:lnTo>
                    <a:pt x="3411243" y="723151"/>
                  </a:lnTo>
                  <a:lnTo>
                    <a:pt x="3412525" y="723151"/>
                  </a:lnTo>
                  <a:lnTo>
                    <a:pt x="3413807" y="723151"/>
                  </a:lnTo>
                  <a:lnTo>
                    <a:pt x="3415088" y="728713"/>
                  </a:lnTo>
                  <a:lnTo>
                    <a:pt x="3416370" y="778778"/>
                  </a:lnTo>
                  <a:lnTo>
                    <a:pt x="3417652" y="798247"/>
                  </a:lnTo>
                  <a:lnTo>
                    <a:pt x="3418934" y="834405"/>
                  </a:lnTo>
                  <a:lnTo>
                    <a:pt x="3420216" y="834405"/>
                  </a:lnTo>
                  <a:lnTo>
                    <a:pt x="3421498" y="834405"/>
                  </a:lnTo>
                  <a:lnTo>
                    <a:pt x="3422780" y="834405"/>
                  </a:lnTo>
                  <a:lnTo>
                    <a:pt x="3424061" y="834405"/>
                  </a:lnTo>
                  <a:lnTo>
                    <a:pt x="3425343" y="834405"/>
                  </a:lnTo>
                  <a:lnTo>
                    <a:pt x="3426625" y="778778"/>
                  </a:lnTo>
                  <a:lnTo>
                    <a:pt x="3427907" y="834405"/>
                  </a:lnTo>
                  <a:lnTo>
                    <a:pt x="3429189" y="834405"/>
                  </a:lnTo>
                  <a:lnTo>
                    <a:pt x="3430471" y="834405"/>
                  </a:lnTo>
                  <a:lnTo>
                    <a:pt x="3431752" y="795466"/>
                  </a:lnTo>
                  <a:lnTo>
                    <a:pt x="3433034" y="778778"/>
                  </a:lnTo>
                  <a:lnTo>
                    <a:pt x="3434316" y="778778"/>
                  </a:lnTo>
                  <a:lnTo>
                    <a:pt x="3435598" y="778778"/>
                  </a:lnTo>
                  <a:lnTo>
                    <a:pt x="3436880" y="778778"/>
                  </a:lnTo>
                  <a:lnTo>
                    <a:pt x="3438162" y="778778"/>
                  </a:lnTo>
                  <a:lnTo>
                    <a:pt x="3439443" y="778778"/>
                  </a:lnTo>
                  <a:lnTo>
                    <a:pt x="3440725" y="801029"/>
                  </a:lnTo>
                  <a:lnTo>
                    <a:pt x="3442007" y="856655"/>
                  </a:lnTo>
                  <a:lnTo>
                    <a:pt x="3443289" y="890032"/>
                  </a:lnTo>
                  <a:lnTo>
                    <a:pt x="3444571" y="890032"/>
                  </a:lnTo>
                  <a:lnTo>
                    <a:pt x="3445853" y="873344"/>
                  </a:lnTo>
                  <a:lnTo>
                    <a:pt x="3447135" y="834405"/>
                  </a:lnTo>
                  <a:lnTo>
                    <a:pt x="3448416" y="834405"/>
                  </a:lnTo>
                  <a:lnTo>
                    <a:pt x="3449698" y="834405"/>
                  </a:lnTo>
                  <a:lnTo>
                    <a:pt x="3450980" y="834405"/>
                  </a:lnTo>
                  <a:lnTo>
                    <a:pt x="3452262" y="789903"/>
                  </a:lnTo>
                  <a:lnTo>
                    <a:pt x="3453544" y="778778"/>
                  </a:lnTo>
                  <a:lnTo>
                    <a:pt x="3454826" y="778778"/>
                  </a:lnTo>
                  <a:lnTo>
                    <a:pt x="3456107" y="778778"/>
                  </a:lnTo>
                  <a:lnTo>
                    <a:pt x="3457389" y="778778"/>
                  </a:lnTo>
                  <a:lnTo>
                    <a:pt x="3458671" y="812154"/>
                  </a:lnTo>
                  <a:lnTo>
                    <a:pt x="3459953" y="778778"/>
                  </a:lnTo>
                  <a:lnTo>
                    <a:pt x="3461235" y="778778"/>
                  </a:lnTo>
                  <a:lnTo>
                    <a:pt x="3462517" y="778778"/>
                  </a:lnTo>
                  <a:lnTo>
                    <a:pt x="3463799" y="814935"/>
                  </a:lnTo>
                  <a:lnTo>
                    <a:pt x="3465080" y="834405"/>
                  </a:lnTo>
                  <a:lnTo>
                    <a:pt x="3466362" y="834405"/>
                  </a:lnTo>
                  <a:lnTo>
                    <a:pt x="3467644" y="778778"/>
                  </a:lnTo>
                  <a:lnTo>
                    <a:pt x="3468926" y="778778"/>
                  </a:lnTo>
                  <a:lnTo>
                    <a:pt x="3470208" y="778778"/>
                  </a:lnTo>
                  <a:lnTo>
                    <a:pt x="3471490" y="778778"/>
                  </a:lnTo>
                  <a:lnTo>
                    <a:pt x="3472771" y="759308"/>
                  </a:lnTo>
                  <a:lnTo>
                    <a:pt x="3474053" y="700900"/>
                  </a:lnTo>
                  <a:lnTo>
                    <a:pt x="3475335" y="636929"/>
                  </a:lnTo>
                  <a:lnTo>
                    <a:pt x="3476617" y="611897"/>
                  </a:lnTo>
                  <a:lnTo>
                    <a:pt x="3477899" y="625803"/>
                  </a:lnTo>
                  <a:lnTo>
                    <a:pt x="3479181" y="667524"/>
                  </a:lnTo>
                  <a:lnTo>
                    <a:pt x="3480462" y="667524"/>
                  </a:lnTo>
                  <a:lnTo>
                    <a:pt x="3481744" y="667524"/>
                  </a:lnTo>
                  <a:lnTo>
                    <a:pt x="3483026" y="667524"/>
                  </a:lnTo>
                  <a:lnTo>
                    <a:pt x="3484308" y="656398"/>
                  </a:lnTo>
                  <a:lnTo>
                    <a:pt x="3485590" y="667524"/>
                  </a:lnTo>
                  <a:lnTo>
                    <a:pt x="3486872" y="656398"/>
                  </a:lnTo>
                  <a:lnTo>
                    <a:pt x="3488154" y="611897"/>
                  </a:lnTo>
                  <a:lnTo>
                    <a:pt x="3489435" y="611897"/>
                  </a:lnTo>
                  <a:lnTo>
                    <a:pt x="3490717" y="628585"/>
                  </a:lnTo>
                  <a:lnTo>
                    <a:pt x="3491999" y="667524"/>
                  </a:lnTo>
                  <a:lnTo>
                    <a:pt x="3493281" y="645273"/>
                  </a:lnTo>
                  <a:lnTo>
                    <a:pt x="3494563" y="611897"/>
                  </a:lnTo>
                  <a:lnTo>
                    <a:pt x="3495845" y="611897"/>
                  </a:lnTo>
                  <a:lnTo>
                    <a:pt x="3497126" y="611897"/>
                  </a:lnTo>
                  <a:lnTo>
                    <a:pt x="3498408" y="570176"/>
                  </a:lnTo>
                  <a:lnTo>
                    <a:pt x="3499690" y="609115"/>
                  </a:lnTo>
                  <a:lnTo>
                    <a:pt x="3500972" y="589646"/>
                  </a:lnTo>
                  <a:lnTo>
                    <a:pt x="3502254" y="542363"/>
                  </a:lnTo>
                  <a:lnTo>
                    <a:pt x="3503536" y="500643"/>
                  </a:lnTo>
                  <a:lnTo>
                    <a:pt x="3504818" y="481173"/>
                  </a:lnTo>
                  <a:lnTo>
                    <a:pt x="3506099" y="520112"/>
                  </a:lnTo>
                  <a:lnTo>
                    <a:pt x="3507381" y="584083"/>
                  </a:lnTo>
                  <a:lnTo>
                    <a:pt x="3508663" y="611897"/>
                  </a:lnTo>
                  <a:lnTo>
                    <a:pt x="3509945" y="611897"/>
                  </a:lnTo>
                  <a:lnTo>
                    <a:pt x="3511227" y="611897"/>
                  </a:lnTo>
                  <a:lnTo>
                    <a:pt x="3512509" y="611897"/>
                  </a:lnTo>
                  <a:lnTo>
                    <a:pt x="3513790" y="611897"/>
                  </a:lnTo>
                  <a:lnTo>
                    <a:pt x="3515072" y="611897"/>
                  </a:lnTo>
                  <a:lnTo>
                    <a:pt x="3516354" y="661961"/>
                  </a:lnTo>
                  <a:lnTo>
                    <a:pt x="3517636" y="667524"/>
                  </a:lnTo>
                  <a:lnTo>
                    <a:pt x="3518918" y="675868"/>
                  </a:lnTo>
                  <a:lnTo>
                    <a:pt x="3520200" y="692556"/>
                  </a:lnTo>
                  <a:lnTo>
                    <a:pt x="3521482" y="625803"/>
                  </a:lnTo>
                  <a:lnTo>
                    <a:pt x="3522763" y="611897"/>
                  </a:lnTo>
                  <a:lnTo>
                    <a:pt x="3524045" y="606334"/>
                  </a:lnTo>
                  <a:lnTo>
                    <a:pt x="3525327" y="575739"/>
                  </a:lnTo>
                  <a:lnTo>
                    <a:pt x="3526609" y="611897"/>
                  </a:lnTo>
                  <a:lnTo>
                    <a:pt x="3527891" y="611897"/>
                  </a:lnTo>
                  <a:lnTo>
                    <a:pt x="3529173" y="611897"/>
                  </a:lnTo>
                  <a:lnTo>
                    <a:pt x="3530454" y="650836"/>
                  </a:lnTo>
                  <a:lnTo>
                    <a:pt x="3531736" y="667524"/>
                  </a:lnTo>
                  <a:lnTo>
                    <a:pt x="3533018" y="686993"/>
                  </a:lnTo>
                  <a:lnTo>
                    <a:pt x="3534300" y="734276"/>
                  </a:lnTo>
                  <a:lnTo>
                    <a:pt x="3535582" y="767652"/>
                  </a:lnTo>
                  <a:lnTo>
                    <a:pt x="3536864" y="717588"/>
                  </a:lnTo>
                  <a:lnTo>
                    <a:pt x="3538145" y="723151"/>
                  </a:lnTo>
                  <a:lnTo>
                    <a:pt x="3539427" y="723151"/>
                  </a:lnTo>
                  <a:lnTo>
                    <a:pt x="3540709" y="723151"/>
                  </a:lnTo>
                  <a:lnTo>
                    <a:pt x="3541991" y="723151"/>
                  </a:lnTo>
                  <a:lnTo>
                    <a:pt x="3543273" y="723151"/>
                  </a:lnTo>
                  <a:lnTo>
                    <a:pt x="3544555" y="723151"/>
                  </a:lnTo>
                  <a:lnTo>
                    <a:pt x="3545837" y="723151"/>
                  </a:lnTo>
                  <a:lnTo>
                    <a:pt x="3547118" y="723151"/>
                  </a:lnTo>
                  <a:lnTo>
                    <a:pt x="3548400" y="723151"/>
                  </a:lnTo>
                  <a:lnTo>
                    <a:pt x="3549682" y="692556"/>
                  </a:lnTo>
                  <a:lnTo>
                    <a:pt x="3550964" y="667524"/>
                  </a:lnTo>
                  <a:lnTo>
                    <a:pt x="3552246" y="686993"/>
                  </a:lnTo>
                  <a:lnTo>
                    <a:pt x="3553528" y="667524"/>
                  </a:lnTo>
                  <a:lnTo>
                    <a:pt x="3554809" y="667524"/>
                  </a:lnTo>
                  <a:lnTo>
                    <a:pt x="3556091" y="670305"/>
                  </a:lnTo>
                  <a:lnTo>
                    <a:pt x="3557373" y="720369"/>
                  </a:lnTo>
                  <a:lnTo>
                    <a:pt x="3558655" y="667524"/>
                  </a:lnTo>
                  <a:lnTo>
                    <a:pt x="3559937" y="667524"/>
                  </a:lnTo>
                  <a:lnTo>
                    <a:pt x="3561219" y="667524"/>
                  </a:lnTo>
                  <a:lnTo>
                    <a:pt x="3562501" y="667524"/>
                  </a:lnTo>
                  <a:lnTo>
                    <a:pt x="3563782" y="661961"/>
                  </a:lnTo>
                  <a:lnTo>
                    <a:pt x="3565064" y="611897"/>
                  </a:lnTo>
                  <a:lnTo>
                    <a:pt x="3566346" y="611897"/>
                  </a:lnTo>
                  <a:lnTo>
                    <a:pt x="3567628" y="620241"/>
                  </a:lnTo>
                  <a:lnTo>
                    <a:pt x="3568910" y="703681"/>
                  </a:lnTo>
                  <a:lnTo>
                    <a:pt x="3570192" y="723151"/>
                  </a:lnTo>
                  <a:lnTo>
                    <a:pt x="3571473" y="684212"/>
                  </a:lnTo>
                  <a:lnTo>
                    <a:pt x="3572755" y="617459"/>
                  </a:lnTo>
                  <a:lnTo>
                    <a:pt x="3574037" y="611897"/>
                  </a:lnTo>
                  <a:lnTo>
                    <a:pt x="3575319" y="611897"/>
                  </a:lnTo>
                  <a:lnTo>
                    <a:pt x="3576601" y="611897"/>
                  </a:lnTo>
                  <a:lnTo>
                    <a:pt x="3577883" y="611897"/>
                  </a:lnTo>
                  <a:lnTo>
                    <a:pt x="3579164" y="589646"/>
                  </a:lnTo>
                  <a:lnTo>
                    <a:pt x="3580446" y="556270"/>
                  </a:lnTo>
                  <a:lnTo>
                    <a:pt x="3581728" y="584083"/>
                  </a:lnTo>
                  <a:lnTo>
                    <a:pt x="3583010" y="611897"/>
                  </a:lnTo>
                  <a:lnTo>
                    <a:pt x="3584292" y="617459"/>
                  </a:lnTo>
                  <a:lnTo>
                    <a:pt x="3585574" y="703681"/>
                  </a:lnTo>
                  <a:lnTo>
                    <a:pt x="3586856" y="723151"/>
                  </a:lnTo>
                  <a:lnTo>
                    <a:pt x="3588137" y="698119"/>
                  </a:lnTo>
                  <a:lnTo>
                    <a:pt x="3589419" y="648054"/>
                  </a:lnTo>
                  <a:lnTo>
                    <a:pt x="3590701" y="667524"/>
                  </a:lnTo>
                  <a:lnTo>
                    <a:pt x="3591983" y="581302"/>
                  </a:lnTo>
                  <a:lnTo>
                    <a:pt x="3593265" y="500643"/>
                  </a:lnTo>
                  <a:lnTo>
                    <a:pt x="3594547" y="456141"/>
                  </a:lnTo>
                  <a:lnTo>
                    <a:pt x="3595828" y="342106"/>
                  </a:lnTo>
                  <a:lnTo>
                    <a:pt x="3597110" y="389389"/>
                  </a:lnTo>
                  <a:lnTo>
                    <a:pt x="3598392" y="367138"/>
                  </a:lnTo>
                  <a:lnTo>
                    <a:pt x="3599674" y="333762"/>
                  </a:lnTo>
                  <a:lnTo>
                    <a:pt x="3600956" y="333762"/>
                  </a:lnTo>
                  <a:lnTo>
                    <a:pt x="3602238" y="333762"/>
                  </a:lnTo>
                  <a:lnTo>
                    <a:pt x="3603520" y="369919"/>
                  </a:lnTo>
                  <a:lnTo>
                    <a:pt x="3604801" y="436672"/>
                  </a:lnTo>
                  <a:lnTo>
                    <a:pt x="3606083" y="439453"/>
                  </a:lnTo>
                  <a:lnTo>
                    <a:pt x="3607365" y="389389"/>
                  </a:lnTo>
                  <a:lnTo>
                    <a:pt x="3608647" y="389389"/>
                  </a:lnTo>
                  <a:lnTo>
                    <a:pt x="3609929" y="389389"/>
                  </a:lnTo>
                  <a:lnTo>
                    <a:pt x="3611211" y="408858"/>
                  </a:lnTo>
                  <a:lnTo>
                    <a:pt x="3612492" y="445016"/>
                  </a:lnTo>
                  <a:lnTo>
                    <a:pt x="3613774" y="445016"/>
                  </a:lnTo>
                  <a:lnTo>
                    <a:pt x="3615056" y="445016"/>
                  </a:lnTo>
                  <a:lnTo>
                    <a:pt x="3616338" y="445016"/>
                  </a:lnTo>
                  <a:lnTo>
                    <a:pt x="3617620" y="403295"/>
                  </a:lnTo>
                  <a:lnTo>
                    <a:pt x="3618902" y="364357"/>
                  </a:lnTo>
                  <a:lnTo>
                    <a:pt x="3620183" y="300386"/>
                  </a:lnTo>
                  <a:lnTo>
                    <a:pt x="3621465" y="350450"/>
                  </a:lnTo>
                  <a:lnTo>
                    <a:pt x="3622747" y="344887"/>
                  </a:lnTo>
                  <a:lnTo>
                    <a:pt x="3624029" y="411639"/>
                  </a:lnTo>
                  <a:lnTo>
                    <a:pt x="3625311" y="500643"/>
                  </a:lnTo>
                  <a:lnTo>
                    <a:pt x="3626593" y="539582"/>
                  </a:lnTo>
                  <a:lnTo>
                    <a:pt x="3627875" y="648054"/>
                  </a:lnTo>
                  <a:lnTo>
                    <a:pt x="3629156" y="597990"/>
                  </a:lnTo>
                  <a:lnTo>
                    <a:pt x="3630438" y="575739"/>
                  </a:lnTo>
                  <a:lnTo>
                    <a:pt x="3631720" y="611897"/>
                  </a:lnTo>
                  <a:lnTo>
                    <a:pt x="3633002" y="584083"/>
                  </a:lnTo>
                  <a:lnTo>
                    <a:pt x="3634284" y="556270"/>
                  </a:lnTo>
                  <a:lnTo>
                    <a:pt x="3635566" y="556270"/>
                  </a:lnTo>
                  <a:lnTo>
                    <a:pt x="3636847" y="556270"/>
                  </a:lnTo>
                  <a:lnTo>
                    <a:pt x="3638129" y="559051"/>
                  </a:lnTo>
                  <a:lnTo>
                    <a:pt x="3639411" y="592427"/>
                  </a:lnTo>
                  <a:lnTo>
                    <a:pt x="3640693" y="556270"/>
                  </a:lnTo>
                  <a:lnTo>
                    <a:pt x="3641975" y="520112"/>
                  </a:lnTo>
                  <a:lnTo>
                    <a:pt x="3643257" y="500643"/>
                  </a:lnTo>
                  <a:lnTo>
                    <a:pt x="3644539" y="500643"/>
                  </a:lnTo>
                  <a:lnTo>
                    <a:pt x="3645820" y="500643"/>
                  </a:lnTo>
                  <a:lnTo>
                    <a:pt x="3647102" y="500643"/>
                  </a:lnTo>
                  <a:lnTo>
                    <a:pt x="3648384" y="450578"/>
                  </a:lnTo>
                  <a:lnTo>
                    <a:pt x="3649666" y="483954"/>
                  </a:lnTo>
                  <a:lnTo>
                    <a:pt x="3650948" y="481173"/>
                  </a:lnTo>
                  <a:lnTo>
                    <a:pt x="3652230" y="531237"/>
                  </a:lnTo>
                  <a:lnTo>
                    <a:pt x="3653511" y="481173"/>
                  </a:lnTo>
                  <a:lnTo>
                    <a:pt x="3654793" y="486736"/>
                  </a:lnTo>
                  <a:lnTo>
                    <a:pt x="3656075" y="500643"/>
                  </a:lnTo>
                  <a:lnTo>
                    <a:pt x="3657357" y="500643"/>
                  </a:lnTo>
                  <a:lnTo>
                    <a:pt x="3658639" y="500643"/>
                  </a:lnTo>
                  <a:lnTo>
                    <a:pt x="3659921" y="508987"/>
                  </a:lnTo>
                  <a:lnTo>
                    <a:pt x="3661203" y="567395"/>
                  </a:lnTo>
                  <a:lnTo>
                    <a:pt x="3662484" y="567395"/>
                  </a:lnTo>
                  <a:lnTo>
                    <a:pt x="3663766" y="556270"/>
                  </a:lnTo>
                  <a:lnTo>
                    <a:pt x="3665048" y="581302"/>
                  </a:lnTo>
                  <a:lnTo>
                    <a:pt x="3666330" y="611897"/>
                  </a:lnTo>
                  <a:lnTo>
                    <a:pt x="3667612" y="589646"/>
                  </a:lnTo>
                  <a:lnTo>
                    <a:pt x="3668894" y="531237"/>
                  </a:lnTo>
                  <a:lnTo>
                    <a:pt x="3670175" y="500643"/>
                  </a:lnTo>
                  <a:lnTo>
                    <a:pt x="3671457" y="517331"/>
                  </a:lnTo>
                  <a:lnTo>
                    <a:pt x="3672739" y="556270"/>
                  </a:lnTo>
                  <a:lnTo>
                    <a:pt x="3674021" y="570176"/>
                  </a:lnTo>
                  <a:lnTo>
                    <a:pt x="3675303" y="517331"/>
                  </a:lnTo>
                  <a:lnTo>
                    <a:pt x="3676585" y="500643"/>
                  </a:lnTo>
                  <a:lnTo>
                    <a:pt x="3677866" y="500643"/>
                  </a:lnTo>
                  <a:lnTo>
                    <a:pt x="3679148" y="500643"/>
                  </a:lnTo>
                  <a:lnTo>
                    <a:pt x="3680430" y="547926"/>
                  </a:lnTo>
                  <a:lnTo>
                    <a:pt x="3681712" y="511768"/>
                  </a:lnTo>
                  <a:lnTo>
                    <a:pt x="3682994" y="536800"/>
                  </a:lnTo>
                  <a:lnTo>
                    <a:pt x="3684276" y="542363"/>
                  </a:lnTo>
                  <a:lnTo>
                    <a:pt x="3685558" y="572958"/>
                  </a:lnTo>
                  <a:lnTo>
                    <a:pt x="3686839" y="611897"/>
                  </a:lnTo>
                  <a:lnTo>
                    <a:pt x="3688121" y="611897"/>
                  </a:lnTo>
                  <a:lnTo>
                    <a:pt x="3689403" y="595209"/>
                  </a:lnTo>
                  <a:lnTo>
                    <a:pt x="3690685" y="556270"/>
                  </a:lnTo>
                  <a:lnTo>
                    <a:pt x="3691967" y="556270"/>
                  </a:lnTo>
                  <a:lnTo>
                    <a:pt x="3693249" y="556270"/>
                  </a:lnTo>
                  <a:lnTo>
                    <a:pt x="3694530" y="597990"/>
                  </a:lnTo>
                  <a:lnTo>
                    <a:pt x="3695812" y="611897"/>
                  </a:lnTo>
                  <a:lnTo>
                    <a:pt x="3697094" y="611897"/>
                  </a:lnTo>
                  <a:lnTo>
                    <a:pt x="3698376" y="611897"/>
                  </a:lnTo>
                  <a:lnTo>
                    <a:pt x="3699658" y="631366"/>
                  </a:lnTo>
                  <a:lnTo>
                    <a:pt x="3700940" y="689774"/>
                  </a:lnTo>
                  <a:lnTo>
                    <a:pt x="3702222" y="723151"/>
                  </a:lnTo>
                  <a:lnTo>
                    <a:pt x="3703503" y="695337"/>
                  </a:lnTo>
                  <a:lnTo>
                    <a:pt x="3704785" y="620241"/>
                  </a:lnTo>
                  <a:lnTo>
                    <a:pt x="3706067" y="628585"/>
                  </a:lnTo>
                  <a:lnTo>
                    <a:pt x="3707349" y="703681"/>
                  </a:lnTo>
                  <a:lnTo>
                    <a:pt x="3708631" y="723151"/>
                  </a:lnTo>
                  <a:lnTo>
                    <a:pt x="3709913" y="723151"/>
                  </a:lnTo>
                  <a:lnTo>
                    <a:pt x="3711194" y="723151"/>
                  </a:lnTo>
                  <a:lnTo>
                    <a:pt x="3712476" y="712025"/>
                  </a:lnTo>
                  <a:lnTo>
                    <a:pt x="3713758" y="709244"/>
                  </a:lnTo>
                  <a:lnTo>
                    <a:pt x="3715040" y="723151"/>
                  </a:lnTo>
                  <a:lnTo>
                    <a:pt x="3716322" y="756527"/>
                  </a:lnTo>
                  <a:lnTo>
                    <a:pt x="3717604" y="778778"/>
                  </a:lnTo>
                  <a:lnTo>
                    <a:pt x="3718885" y="778778"/>
                  </a:lnTo>
                  <a:lnTo>
                    <a:pt x="3720167" y="778778"/>
                  </a:lnTo>
                  <a:lnTo>
                    <a:pt x="3721449" y="792684"/>
                  </a:lnTo>
                  <a:lnTo>
                    <a:pt x="3722731" y="834405"/>
                  </a:lnTo>
                  <a:lnTo>
                    <a:pt x="3724013" y="834405"/>
                  </a:lnTo>
                  <a:lnTo>
                    <a:pt x="3725295" y="834405"/>
                  </a:lnTo>
                  <a:lnTo>
                    <a:pt x="3726577" y="834405"/>
                  </a:lnTo>
                  <a:lnTo>
                    <a:pt x="3727858" y="806591"/>
                  </a:lnTo>
                  <a:lnTo>
                    <a:pt x="3729140" y="778778"/>
                  </a:lnTo>
                  <a:lnTo>
                    <a:pt x="3730422" y="778778"/>
                  </a:lnTo>
                  <a:lnTo>
                    <a:pt x="3731704" y="778778"/>
                  </a:lnTo>
                  <a:lnTo>
                    <a:pt x="3732986" y="778778"/>
                  </a:lnTo>
                  <a:lnTo>
                    <a:pt x="3734268" y="778778"/>
                  </a:lnTo>
                  <a:lnTo>
                    <a:pt x="3735549" y="803810"/>
                  </a:lnTo>
                  <a:lnTo>
                    <a:pt x="3736831" y="878906"/>
                  </a:lnTo>
                  <a:lnTo>
                    <a:pt x="3738113" y="867781"/>
                  </a:lnTo>
                  <a:lnTo>
                    <a:pt x="3739395" y="834405"/>
                  </a:lnTo>
                  <a:lnTo>
                    <a:pt x="3740677" y="795466"/>
                  </a:lnTo>
                  <a:lnTo>
                    <a:pt x="3741959" y="778778"/>
                  </a:lnTo>
                  <a:lnTo>
                    <a:pt x="3743241" y="778778"/>
                  </a:lnTo>
                  <a:lnTo>
                    <a:pt x="3744522" y="767652"/>
                  </a:lnTo>
                  <a:lnTo>
                    <a:pt x="3745804" y="723151"/>
                  </a:lnTo>
                  <a:lnTo>
                    <a:pt x="3747086" y="723151"/>
                  </a:lnTo>
                  <a:lnTo>
                    <a:pt x="3748368" y="723151"/>
                  </a:lnTo>
                  <a:lnTo>
                    <a:pt x="3749650" y="723151"/>
                  </a:lnTo>
                  <a:lnTo>
                    <a:pt x="3750932" y="723151"/>
                  </a:lnTo>
                  <a:lnTo>
                    <a:pt x="3752213" y="723151"/>
                  </a:lnTo>
                  <a:lnTo>
                    <a:pt x="3753495" y="723151"/>
                  </a:lnTo>
                  <a:lnTo>
                    <a:pt x="3754777" y="723151"/>
                  </a:lnTo>
                  <a:lnTo>
                    <a:pt x="3756059" y="723151"/>
                  </a:lnTo>
                  <a:lnTo>
                    <a:pt x="3757341" y="723151"/>
                  </a:lnTo>
                  <a:lnTo>
                    <a:pt x="3758623" y="723151"/>
                  </a:lnTo>
                  <a:lnTo>
                    <a:pt x="3759904" y="748183"/>
                  </a:lnTo>
                  <a:lnTo>
                    <a:pt x="3761186" y="739839"/>
                  </a:lnTo>
                  <a:lnTo>
                    <a:pt x="3762468" y="723151"/>
                  </a:lnTo>
                  <a:lnTo>
                    <a:pt x="3763750" y="723151"/>
                  </a:lnTo>
                  <a:lnTo>
                    <a:pt x="3765032" y="723151"/>
                  </a:lnTo>
                  <a:lnTo>
                    <a:pt x="3766314" y="723151"/>
                  </a:lnTo>
                  <a:lnTo>
                    <a:pt x="3767596" y="723151"/>
                  </a:lnTo>
                  <a:lnTo>
                    <a:pt x="3768877" y="723151"/>
                  </a:lnTo>
                  <a:lnTo>
                    <a:pt x="3770159" y="742620"/>
                  </a:lnTo>
                  <a:lnTo>
                    <a:pt x="3771441" y="778778"/>
                  </a:lnTo>
                  <a:lnTo>
                    <a:pt x="3772723" y="814935"/>
                  </a:lnTo>
                  <a:lnTo>
                    <a:pt x="3774005" y="834405"/>
                  </a:lnTo>
                  <a:lnTo>
                    <a:pt x="3775287" y="834405"/>
                  </a:lnTo>
                  <a:lnTo>
                    <a:pt x="3776568" y="851093"/>
                  </a:lnTo>
                  <a:lnTo>
                    <a:pt x="3777850" y="942877"/>
                  </a:lnTo>
                  <a:lnTo>
                    <a:pt x="3779132" y="945659"/>
                  </a:lnTo>
                  <a:lnTo>
                    <a:pt x="3780414" y="945659"/>
                  </a:lnTo>
                  <a:lnTo>
                    <a:pt x="3781696" y="898376"/>
                  </a:lnTo>
                  <a:lnTo>
                    <a:pt x="3782978" y="890032"/>
                  </a:lnTo>
                  <a:lnTo>
                    <a:pt x="3784260" y="890032"/>
                  </a:lnTo>
                  <a:lnTo>
                    <a:pt x="3785541" y="870562"/>
                  </a:lnTo>
                  <a:lnTo>
                    <a:pt x="3786823" y="834405"/>
                  </a:lnTo>
                  <a:lnTo>
                    <a:pt x="3788105" y="834405"/>
                  </a:lnTo>
                  <a:lnTo>
                    <a:pt x="3789387" y="817717"/>
                  </a:lnTo>
                  <a:lnTo>
                    <a:pt x="3790669" y="764871"/>
                  </a:lnTo>
                  <a:lnTo>
                    <a:pt x="3791951" y="723151"/>
                  </a:lnTo>
                  <a:lnTo>
                    <a:pt x="3793232" y="759308"/>
                  </a:lnTo>
                  <a:lnTo>
                    <a:pt x="3794514" y="778778"/>
                  </a:lnTo>
                  <a:lnTo>
                    <a:pt x="3795796" y="778778"/>
                  </a:lnTo>
                  <a:lnTo>
                    <a:pt x="3797078" y="778778"/>
                  </a:lnTo>
                  <a:lnTo>
                    <a:pt x="3798360" y="778778"/>
                  </a:lnTo>
                  <a:lnTo>
                    <a:pt x="3799642" y="742620"/>
                  </a:lnTo>
                  <a:lnTo>
                    <a:pt x="3800924" y="723151"/>
                  </a:lnTo>
                  <a:lnTo>
                    <a:pt x="3802205" y="723151"/>
                  </a:lnTo>
                  <a:lnTo>
                    <a:pt x="3803487" y="723151"/>
                  </a:lnTo>
                  <a:lnTo>
                    <a:pt x="3804769" y="681430"/>
                  </a:lnTo>
                  <a:lnTo>
                    <a:pt x="3806051" y="636929"/>
                  </a:lnTo>
                  <a:lnTo>
                    <a:pt x="3807333" y="611897"/>
                  </a:lnTo>
                  <a:lnTo>
                    <a:pt x="3808615" y="611897"/>
                  </a:lnTo>
                  <a:lnTo>
                    <a:pt x="3809896" y="611897"/>
                  </a:lnTo>
                  <a:lnTo>
                    <a:pt x="3811178" y="592427"/>
                  </a:lnTo>
                  <a:lnTo>
                    <a:pt x="3812460" y="553488"/>
                  </a:lnTo>
                  <a:lnTo>
                    <a:pt x="3813742" y="534019"/>
                  </a:lnTo>
                  <a:lnTo>
                    <a:pt x="3815024" y="500643"/>
                  </a:lnTo>
                  <a:lnTo>
                    <a:pt x="3816306" y="500643"/>
                  </a:lnTo>
                  <a:lnTo>
                    <a:pt x="3817587" y="517331"/>
                  </a:lnTo>
                  <a:lnTo>
                    <a:pt x="3818869" y="556270"/>
                  </a:lnTo>
                  <a:lnTo>
                    <a:pt x="3820151" y="556270"/>
                  </a:lnTo>
                  <a:lnTo>
                    <a:pt x="3821433" y="570176"/>
                  </a:lnTo>
                  <a:lnTo>
                    <a:pt x="3822715" y="623022"/>
                  </a:lnTo>
                  <a:lnTo>
                    <a:pt x="3823997" y="667524"/>
                  </a:lnTo>
                  <a:lnTo>
                    <a:pt x="3825279" y="667524"/>
                  </a:lnTo>
                  <a:lnTo>
                    <a:pt x="3826560" y="667524"/>
                  </a:lnTo>
                  <a:lnTo>
                    <a:pt x="3827842" y="667524"/>
                  </a:lnTo>
                  <a:lnTo>
                    <a:pt x="3829124" y="667524"/>
                  </a:lnTo>
                  <a:lnTo>
                    <a:pt x="3830406" y="667524"/>
                  </a:lnTo>
                  <a:lnTo>
                    <a:pt x="3831688" y="700900"/>
                  </a:lnTo>
                  <a:lnTo>
                    <a:pt x="3832970" y="723151"/>
                  </a:lnTo>
                  <a:lnTo>
                    <a:pt x="3834251" y="723151"/>
                  </a:lnTo>
                  <a:lnTo>
                    <a:pt x="3835533" y="723151"/>
                  </a:lnTo>
                  <a:lnTo>
                    <a:pt x="3836815" y="762090"/>
                  </a:lnTo>
                  <a:lnTo>
                    <a:pt x="3838097" y="806591"/>
                  </a:lnTo>
                  <a:lnTo>
                    <a:pt x="3839379" y="834405"/>
                  </a:lnTo>
                  <a:lnTo>
                    <a:pt x="3840661" y="834405"/>
                  </a:lnTo>
                  <a:lnTo>
                    <a:pt x="3841943" y="834405"/>
                  </a:lnTo>
                  <a:lnTo>
                    <a:pt x="3843224" y="851093"/>
                  </a:lnTo>
                  <a:lnTo>
                    <a:pt x="3844506" y="890032"/>
                  </a:lnTo>
                  <a:lnTo>
                    <a:pt x="3845788" y="954003"/>
                  </a:lnTo>
                  <a:lnTo>
                    <a:pt x="3847070" y="1001286"/>
                  </a:lnTo>
                  <a:lnTo>
                    <a:pt x="3847070" y="1001286"/>
                  </a:lnTo>
                  <a:lnTo>
                    <a:pt x="3848352" y="1001286"/>
                  </a:lnTo>
                  <a:lnTo>
                    <a:pt x="3849634" y="1001286"/>
                  </a:lnTo>
                  <a:lnTo>
                    <a:pt x="3850915" y="1001286"/>
                  </a:lnTo>
                  <a:lnTo>
                    <a:pt x="3852197" y="1001286"/>
                  </a:lnTo>
                  <a:lnTo>
                    <a:pt x="3853479" y="1001286"/>
                  </a:lnTo>
                  <a:lnTo>
                    <a:pt x="3854761" y="1001286"/>
                  </a:lnTo>
                  <a:lnTo>
                    <a:pt x="3856043" y="1001286"/>
                  </a:lnTo>
                  <a:lnTo>
                    <a:pt x="3857325" y="1001286"/>
                  </a:lnTo>
                  <a:lnTo>
                    <a:pt x="3858606" y="959565"/>
                  </a:lnTo>
                  <a:lnTo>
                    <a:pt x="3859888" y="945659"/>
                  </a:lnTo>
                  <a:lnTo>
                    <a:pt x="3861170" y="945659"/>
                  </a:lnTo>
                  <a:lnTo>
                    <a:pt x="3862452" y="945659"/>
                  </a:lnTo>
                  <a:lnTo>
                    <a:pt x="3863734" y="945659"/>
                  </a:lnTo>
                  <a:lnTo>
                    <a:pt x="3865016" y="895594"/>
                  </a:lnTo>
                  <a:lnTo>
                    <a:pt x="3866298" y="890032"/>
                  </a:lnTo>
                  <a:lnTo>
                    <a:pt x="3867579" y="848311"/>
                  </a:lnTo>
                  <a:lnTo>
                    <a:pt x="3868861" y="834405"/>
                  </a:lnTo>
                  <a:lnTo>
                    <a:pt x="3870143" y="834405"/>
                  </a:lnTo>
                  <a:lnTo>
                    <a:pt x="3871425" y="834405"/>
                  </a:lnTo>
                  <a:lnTo>
                    <a:pt x="3872707" y="834405"/>
                  </a:lnTo>
                  <a:lnTo>
                    <a:pt x="3873989" y="834405"/>
                  </a:lnTo>
                  <a:lnTo>
                    <a:pt x="3875270" y="789903"/>
                  </a:lnTo>
                  <a:lnTo>
                    <a:pt x="3876552" y="698119"/>
                  </a:lnTo>
                  <a:lnTo>
                    <a:pt x="3877834" y="667524"/>
                  </a:lnTo>
                  <a:lnTo>
                    <a:pt x="3879116" y="667524"/>
                  </a:lnTo>
                  <a:lnTo>
                    <a:pt x="3880398" y="667524"/>
                  </a:lnTo>
                  <a:lnTo>
                    <a:pt x="3881680" y="667524"/>
                  </a:lnTo>
                  <a:lnTo>
                    <a:pt x="3882962" y="584083"/>
                  </a:lnTo>
                  <a:lnTo>
                    <a:pt x="3884243" y="556270"/>
                  </a:lnTo>
                  <a:lnTo>
                    <a:pt x="3885525" y="542363"/>
                  </a:lnTo>
                  <a:lnTo>
                    <a:pt x="3886807" y="470048"/>
                  </a:lnTo>
                  <a:lnTo>
                    <a:pt x="3888089" y="445016"/>
                  </a:lnTo>
                  <a:lnTo>
                    <a:pt x="3889371" y="445016"/>
                  </a:lnTo>
                  <a:lnTo>
                    <a:pt x="3890653" y="456141"/>
                  </a:lnTo>
                  <a:lnTo>
                    <a:pt x="3891934" y="445016"/>
                  </a:lnTo>
                  <a:lnTo>
                    <a:pt x="3893216" y="414421"/>
                  </a:lnTo>
                  <a:lnTo>
                    <a:pt x="3894498" y="389389"/>
                  </a:lnTo>
                  <a:lnTo>
                    <a:pt x="3895780" y="389389"/>
                  </a:lnTo>
                  <a:lnTo>
                    <a:pt x="3897062" y="436672"/>
                  </a:lnTo>
                  <a:lnTo>
                    <a:pt x="3898344" y="411639"/>
                  </a:lnTo>
                  <a:lnTo>
                    <a:pt x="3899626" y="428328"/>
                  </a:lnTo>
                  <a:lnTo>
                    <a:pt x="3900907" y="445016"/>
                  </a:lnTo>
                  <a:lnTo>
                    <a:pt x="3902189" y="411639"/>
                  </a:lnTo>
                  <a:lnTo>
                    <a:pt x="3903471" y="389389"/>
                  </a:lnTo>
                  <a:lnTo>
                    <a:pt x="3904753" y="358794"/>
                  </a:lnTo>
                  <a:lnTo>
                    <a:pt x="3906035" y="333762"/>
                  </a:lnTo>
                  <a:lnTo>
                    <a:pt x="3907317" y="375482"/>
                  </a:lnTo>
                  <a:lnTo>
                    <a:pt x="3908598" y="464485"/>
                  </a:lnTo>
                  <a:lnTo>
                    <a:pt x="3909880" y="500643"/>
                  </a:lnTo>
                  <a:lnTo>
                    <a:pt x="3911162" y="500643"/>
                  </a:lnTo>
                  <a:lnTo>
                    <a:pt x="3912444" y="450578"/>
                  </a:lnTo>
                  <a:lnTo>
                    <a:pt x="3913726" y="445016"/>
                  </a:lnTo>
                  <a:lnTo>
                    <a:pt x="3915008" y="522893"/>
                  </a:lnTo>
                  <a:lnTo>
                    <a:pt x="3916289" y="556270"/>
                  </a:lnTo>
                  <a:lnTo>
                    <a:pt x="3917571" y="567395"/>
                  </a:lnTo>
                  <a:lnTo>
                    <a:pt x="3918853" y="639710"/>
                  </a:lnTo>
                  <a:lnTo>
                    <a:pt x="3920135" y="667524"/>
                  </a:lnTo>
                  <a:lnTo>
                    <a:pt x="3921417" y="667524"/>
                  </a:lnTo>
                  <a:lnTo>
                    <a:pt x="3922699" y="692556"/>
                  </a:lnTo>
                  <a:lnTo>
                    <a:pt x="3923981" y="723151"/>
                  </a:lnTo>
                  <a:lnTo>
                    <a:pt x="3925262" y="750964"/>
                  </a:lnTo>
                  <a:lnTo>
                    <a:pt x="3926544" y="778778"/>
                  </a:lnTo>
                  <a:lnTo>
                    <a:pt x="3927826" y="778778"/>
                  </a:lnTo>
                  <a:lnTo>
                    <a:pt x="3929108" y="778778"/>
                  </a:lnTo>
                  <a:lnTo>
                    <a:pt x="3930390" y="809373"/>
                  </a:lnTo>
                  <a:lnTo>
                    <a:pt x="3931672" y="803810"/>
                  </a:lnTo>
                  <a:lnTo>
                    <a:pt x="3932953" y="778778"/>
                  </a:lnTo>
                  <a:lnTo>
                    <a:pt x="3934235" y="775996"/>
                  </a:lnTo>
                  <a:lnTo>
                    <a:pt x="3935517" y="778778"/>
                  </a:lnTo>
                  <a:lnTo>
                    <a:pt x="3936799" y="806591"/>
                  </a:lnTo>
                  <a:lnTo>
                    <a:pt x="3938081" y="834405"/>
                  </a:lnTo>
                  <a:lnTo>
                    <a:pt x="3939363" y="834405"/>
                  </a:lnTo>
                  <a:lnTo>
                    <a:pt x="3940645" y="834405"/>
                  </a:lnTo>
                  <a:lnTo>
                    <a:pt x="3941926" y="834405"/>
                  </a:lnTo>
                  <a:lnTo>
                    <a:pt x="3943208" y="834405"/>
                  </a:lnTo>
                  <a:lnTo>
                    <a:pt x="3944490" y="828842"/>
                  </a:lnTo>
                  <a:lnTo>
                    <a:pt x="3945772" y="834405"/>
                  </a:lnTo>
                  <a:lnTo>
                    <a:pt x="3947054" y="834405"/>
                  </a:lnTo>
                  <a:lnTo>
                    <a:pt x="3948336" y="834405"/>
                  </a:lnTo>
                  <a:lnTo>
                    <a:pt x="3949617" y="834405"/>
                  </a:lnTo>
                  <a:lnTo>
                    <a:pt x="3950899" y="834405"/>
                  </a:lnTo>
                  <a:lnTo>
                    <a:pt x="3952181" y="834405"/>
                  </a:lnTo>
                  <a:lnTo>
                    <a:pt x="3953463" y="803810"/>
                  </a:lnTo>
                  <a:lnTo>
                    <a:pt x="3954745" y="778778"/>
                  </a:lnTo>
                  <a:lnTo>
                    <a:pt x="3956027" y="778778"/>
                  </a:lnTo>
                  <a:lnTo>
                    <a:pt x="3957308" y="778778"/>
                  </a:lnTo>
                  <a:lnTo>
                    <a:pt x="3958590" y="745401"/>
                  </a:lnTo>
                  <a:lnTo>
                    <a:pt x="3959872" y="667524"/>
                  </a:lnTo>
                  <a:lnTo>
                    <a:pt x="3961154" y="667524"/>
                  </a:lnTo>
                  <a:lnTo>
                    <a:pt x="3962436" y="667524"/>
                  </a:lnTo>
                  <a:lnTo>
                    <a:pt x="3963718" y="695337"/>
                  </a:lnTo>
                  <a:lnTo>
                    <a:pt x="3965000" y="723151"/>
                  </a:lnTo>
                  <a:lnTo>
                    <a:pt x="3966281" y="723151"/>
                  </a:lnTo>
                  <a:lnTo>
                    <a:pt x="3967563" y="714807"/>
                  </a:lnTo>
                  <a:lnTo>
                    <a:pt x="3968845" y="667524"/>
                  </a:lnTo>
                  <a:lnTo>
                    <a:pt x="3970127" y="667524"/>
                  </a:lnTo>
                  <a:lnTo>
                    <a:pt x="3971409" y="667524"/>
                  </a:lnTo>
                  <a:lnTo>
                    <a:pt x="3972691" y="667524"/>
                  </a:lnTo>
                  <a:lnTo>
                    <a:pt x="3973972" y="667524"/>
                  </a:lnTo>
                  <a:lnTo>
                    <a:pt x="3975254" y="667524"/>
                  </a:lnTo>
                  <a:lnTo>
                    <a:pt x="3976536" y="717588"/>
                  </a:lnTo>
                  <a:lnTo>
                    <a:pt x="3977818" y="723151"/>
                  </a:lnTo>
                  <a:lnTo>
                    <a:pt x="3979100" y="723151"/>
                  </a:lnTo>
                  <a:lnTo>
                    <a:pt x="3980382" y="723151"/>
                  </a:lnTo>
                  <a:lnTo>
                    <a:pt x="3981664" y="723151"/>
                  </a:lnTo>
                  <a:lnTo>
                    <a:pt x="3982945" y="723151"/>
                  </a:lnTo>
                  <a:lnTo>
                    <a:pt x="3984227" y="723151"/>
                  </a:lnTo>
                  <a:lnTo>
                    <a:pt x="3985509" y="706463"/>
                  </a:lnTo>
                  <a:lnTo>
                    <a:pt x="3986791" y="723151"/>
                  </a:lnTo>
                  <a:lnTo>
                    <a:pt x="3988073" y="723151"/>
                  </a:lnTo>
                  <a:lnTo>
                    <a:pt x="3989355" y="723151"/>
                  </a:lnTo>
                  <a:lnTo>
                    <a:pt x="3990636" y="750964"/>
                  </a:lnTo>
                  <a:lnTo>
                    <a:pt x="3991918" y="834405"/>
                  </a:lnTo>
                  <a:lnTo>
                    <a:pt x="3993200" y="834405"/>
                  </a:lnTo>
                  <a:lnTo>
                    <a:pt x="3994482" y="834405"/>
                  </a:lnTo>
                  <a:lnTo>
                    <a:pt x="3995764" y="834405"/>
                  </a:lnTo>
                  <a:lnTo>
                    <a:pt x="3997046" y="834405"/>
                  </a:lnTo>
                  <a:lnTo>
                    <a:pt x="3998327" y="862218"/>
                  </a:lnTo>
                  <a:lnTo>
                    <a:pt x="3999609" y="895594"/>
                  </a:lnTo>
                  <a:lnTo>
                    <a:pt x="4000891" y="945659"/>
                  </a:lnTo>
                  <a:lnTo>
                    <a:pt x="4002173" y="945659"/>
                  </a:lnTo>
                  <a:lnTo>
                    <a:pt x="4003455" y="945659"/>
                  </a:lnTo>
                  <a:lnTo>
                    <a:pt x="4004737" y="945659"/>
                  </a:lnTo>
                  <a:lnTo>
                    <a:pt x="4006019" y="945659"/>
                  </a:lnTo>
                  <a:lnTo>
                    <a:pt x="4007300" y="945659"/>
                  </a:lnTo>
                  <a:lnTo>
                    <a:pt x="4008582" y="945659"/>
                  </a:lnTo>
                  <a:lnTo>
                    <a:pt x="4009864" y="945659"/>
                  </a:lnTo>
                  <a:lnTo>
                    <a:pt x="4011146" y="892813"/>
                  </a:lnTo>
                  <a:lnTo>
                    <a:pt x="4012428" y="834405"/>
                  </a:lnTo>
                  <a:lnTo>
                    <a:pt x="4013710" y="834405"/>
                  </a:lnTo>
                  <a:lnTo>
                    <a:pt x="4014991" y="834405"/>
                  </a:lnTo>
                  <a:lnTo>
                    <a:pt x="4016273" y="834405"/>
                  </a:lnTo>
                  <a:lnTo>
                    <a:pt x="4017555" y="876125"/>
                  </a:lnTo>
                  <a:lnTo>
                    <a:pt x="4018837" y="845530"/>
                  </a:lnTo>
                  <a:lnTo>
                    <a:pt x="4020119" y="834405"/>
                  </a:lnTo>
                  <a:lnTo>
                    <a:pt x="4021401" y="784340"/>
                  </a:lnTo>
                  <a:lnTo>
                    <a:pt x="4022683" y="756527"/>
                  </a:lnTo>
                  <a:lnTo>
                    <a:pt x="4023964" y="692556"/>
                  </a:lnTo>
                  <a:lnTo>
                    <a:pt x="4025246" y="667524"/>
                  </a:lnTo>
                  <a:lnTo>
                    <a:pt x="4026528" y="667524"/>
                  </a:lnTo>
                  <a:lnTo>
                    <a:pt x="4027810" y="667524"/>
                  </a:lnTo>
                  <a:lnTo>
                    <a:pt x="4029092" y="667524"/>
                  </a:lnTo>
                  <a:lnTo>
                    <a:pt x="4030374" y="667524"/>
                  </a:lnTo>
                  <a:lnTo>
                    <a:pt x="4031655" y="667524"/>
                  </a:lnTo>
                  <a:lnTo>
                    <a:pt x="4032937" y="667524"/>
                  </a:lnTo>
                  <a:lnTo>
                    <a:pt x="4034219" y="667524"/>
                  </a:lnTo>
                  <a:lnTo>
                    <a:pt x="4035501" y="667524"/>
                  </a:lnTo>
                  <a:lnTo>
                    <a:pt x="4036783" y="667524"/>
                  </a:lnTo>
                  <a:lnTo>
                    <a:pt x="4038065" y="667524"/>
                  </a:lnTo>
                  <a:lnTo>
                    <a:pt x="4039347" y="664742"/>
                  </a:lnTo>
                  <a:lnTo>
                    <a:pt x="4040628" y="611897"/>
                  </a:lnTo>
                  <a:lnTo>
                    <a:pt x="4041910" y="611897"/>
                  </a:lnTo>
                  <a:lnTo>
                    <a:pt x="4043192" y="659180"/>
                  </a:lnTo>
                  <a:lnTo>
                    <a:pt x="4044474" y="659180"/>
                  </a:lnTo>
                  <a:lnTo>
                    <a:pt x="4045756" y="611897"/>
                  </a:lnTo>
                  <a:lnTo>
                    <a:pt x="4047038" y="611897"/>
                  </a:lnTo>
                  <a:lnTo>
                    <a:pt x="4048319" y="611897"/>
                  </a:lnTo>
                  <a:lnTo>
                    <a:pt x="4049601" y="611897"/>
                  </a:lnTo>
                  <a:lnTo>
                    <a:pt x="4050883" y="653617"/>
                  </a:lnTo>
                  <a:lnTo>
                    <a:pt x="4052165" y="664742"/>
                  </a:lnTo>
                  <a:lnTo>
                    <a:pt x="4053447" y="659180"/>
                  </a:lnTo>
                  <a:lnTo>
                    <a:pt x="4054729" y="686993"/>
                  </a:lnTo>
                  <a:lnTo>
                    <a:pt x="4056010" y="750964"/>
                  </a:lnTo>
                  <a:lnTo>
                    <a:pt x="4057292" y="778778"/>
                  </a:lnTo>
                  <a:lnTo>
                    <a:pt x="4058574" y="778778"/>
                  </a:lnTo>
                  <a:lnTo>
                    <a:pt x="4059856" y="778778"/>
                  </a:lnTo>
                  <a:lnTo>
                    <a:pt x="4061138" y="778778"/>
                  </a:lnTo>
                  <a:lnTo>
                    <a:pt x="4062420" y="778778"/>
                  </a:lnTo>
                  <a:lnTo>
                    <a:pt x="4063702" y="778778"/>
                  </a:lnTo>
                  <a:lnTo>
                    <a:pt x="4064983" y="778778"/>
                  </a:lnTo>
                  <a:lnTo>
                    <a:pt x="4066265" y="778778"/>
                  </a:lnTo>
                  <a:lnTo>
                    <a:pt x="4067547" y="778778"/>
                  </a:lnTo>
                  <a:lnTo>
                    <a:pt x="4068829" y="778778"/>
                  </a:lnTo>
                  <a:lnTo>
                    <a:pt x="4070111" y="778778"/>
                  </a:lnTo>
                  <a:lnTo>
                    <a:pt x="4071393" y="778778"/>
                  </a:lnTo>
                  <a:lnTo>
                    <a:pt x="4072674" y="834405"/>
                  </a:lnTo>
                  <a:lnTo>
                    <a:pt x="4073956" y="834405"/>
                  </a:lnTo>
                  <a:lnTo>
                    <a:pt x="4075238" y="834405"/>
                  </a:lnTo>
                  <a:lnTo>
                    <a:pt x="4076520" y="892813"/>
                  </a:lnTo>
                  <a:lnTo>
                    <a:pt x="4077802" y="945659"/>
                  </a:lnTo>
                  <a:lnTo>
                    <a:pt x="4079084" y="906720"/>
                  </a:lnTo>
                  <a:lnTo>
                    <a:pt x="4080366" y="890032"/>
                  </a:lnTo>
                  <a:lnTo>
                    <a:pt x="4081647" y="890032"/>
                  </a:lnTo>
                  <a:lnTo>
                    <a:pt x="4082929" y="890032"/>
                  </a:lnTo>
                  <a:lnTo>
                    <a:pt x="4084211" y="890032"/>
                  </a:lnTo>
                  <a:lnTo>
                    <a:pt x="4085493" y="915064"/>
                  </a:lnTo>
                  <a:lnTo>
                    <a:pt x="4086775" y="890032"/>
                  </a:lnTo>
                  <a:lnTo>
                    <a:pt x="4088057" y="873344"/>
                  </a:lnTo>
                  <a:lnTo>
                    <a:pt x="4089338" y="834405"/>
                  </a:lnTo>
                  <a:lnTo>
                    <a:pt x="4090620" y="834405"/>
                  </a:lnTo>
                  <a:lnTo>
                    <a:pt x="4091902" y="834405"/>
                  </a:lnTo>
                  <a:lnTo>
                    <a:pt x="4093184" y="834405"/>
                  </a:lnTo>
                  <a:lnTo>
                    <a:pt x="4094466" y="834405"/>
                  </a:lnTo>
                  <a:lnTo>
                    <a:pt x="4095748" y="834405"/>
                  </a:lnTo>
                  <a:lnTo>
                    <a:pt x="4097029" y="834405"/>
                  </a:lnTo>
                  <a:lnTo>
                    <a:pt x="4098311" y="834405"/>
                  </a:lnTo>
                  <a:lnTo>
                    <a:pt x="4099593" y="834405"/>
                  </a:lnTo>
                  <a:lnTo>
                    <a:pt x="4100875" y="834405"/>
                  </a:lnTo>
                  <a:lnTo>
                    <a:pt x="4102157" y="834405"/>
                  </a:lnTo>
                  <a:lnTo>
                    <a:pt x="4103439" y="834405"/>
                  </a:lnTo>
                  <a:lnTo>
                    <a:pt x="4104721" y="834405"/>
                  </a:lnTo>
                  <a:lnTo>
                    <a:pt x="4106002" y="820498"/>
                  </a:lnTo>
                  <a:lnTo>
                    <a:pt x="4107284" y="778778"/>
                  </a:lnTo>
                  <a:lnTo>
                    <a:pt x="4108566" y="728713"/>
                  </a:lnTo>
                  <a:lnTo>
                    <a:pt x="4109848" y="723151"/>
                  </a:lnTo>
                  <a:lnTo>
                    <a:pt x="4111130" y="759308"/>
                  </a:lnTo>
                  <a:lnTo>
                    <a:pt x="4112412" y="778778"/>
                  </a:lnTo>
                  <a:lnTo>
                    <a:pt x="4113693" y="778778"/>
                  </a:lnTo>
                  <a:lnTo>
                    <a:pt x="4114975" y="778778"/>
                  </a:lnTo>
                  <a:lnTo>
                    <a:pt x="4116257" y="778778"/>
                  </a:lnTo>
                  <a:lnTo>
                    <a:pt x="4117539" y="806591"/>
                  </a:lnTo>
                  <a:lnTo>
                    <a:pt x="4118821" y="834405"/>
                  </a:lnTo>
                  <a:lnTo>
                    <a:pt x="4120103" y="842749"/>
                  </a:lnTo>
                  <a:lnTo>
                    <a:pt x="4121385" y="834405"/>
                  </a:lnTo>
                  <a:lnTo>
                    <a:pt x="4122666" y="834405"/>
                  </a:lnTo>
                  <a:lnTo>
                    <a:pt x="4123948" y="834405"/>
                  </a:lnTo>
                  <a:lnTo>
                    <a:pt x="4125230" y="834405"/>
                  </a:lnTo>
                  <a:lnTo>
                    <a:pt x="4126512" y="834405"/>
                  </a:lnTo>
                  <a:lnTo>
                    <a:pt x="4127794" y="834405"/>
                  </a:lnTo>
                  <a:lnTo>
                    <a:pt x="4129076" y="834405"/>
                  </a:lnTo>
                  <a:lnTo>
                    <a:pt x="4130357" y="834405"/>
                  </a:lnTo>
                  <a:lnTo>
                    <a:pt x="4131639" y="834405"/>
                  </a:lnTo>
                  <a:lnTo>
                    <a:pt x="4132921" y="784340"/>
                  </a:lnTo>
                  <a:lnTo>
                    <a:pt x="4134203" y="737057"/>
                  </a:lnTo>
                  <a:lnTo>
                    <a:pt x="4135485" y="723151"/>
                  </a:lnTo>
                  <a:lnTo>
                    <a:pt x="4136767" y="723151"/>
                  </a:lnTo>
                  <a:lnTo>
                    <a:pt x="4138048" y="734276"/>
                  </a:lnTo>
                  <a:lnTo>
                    <a:pt x="4139330" y="778778"/>
                  </a:lnTo>
                  <a:lnTo>
                    <a:pt x="4140612" y="826061"/>
                  </a:lnTo>
                  <a:lnTo>
                    <a:pt x="4141894" y="834405"/>
                  </a:lnTo>
                  <a:lnTo>
                    <a:pt x="4143176" y="834405"/>
                  </a:lnTo>
                  <a:lnTo>
                    <a:pt x="4144458" y="834405"/>
                  </a:lnTo>
                  <a:lnTo>
                    <a:pt x="4145740" y="834405"/>
                  </a:lnTo>
                  <a:lnTo>
                    <a:pt x="4147021" y="834405"/>
                  </a:lnTo>
                  <a:lnTo>
                    <a:pt x="4148303" y="834405"/>
                  </a:lnTo>
                  <a:lnTo>
                    <a:pt x="4149585" y="834405"/>
                  </a:lnTo>
                  <a:lnTo>
                    <a:pt x="4150867" y="834405"/>
                  </a:lnTo>
                  <a:lnTo>
                    <a:pt x="4152149" y="837186"/>
                  </a:lnTo>
                  <a:lnTo>
                    <a:pt x="4153431" y="890032"/>
                  </a:lnTo>
                  <a:lnTo>
                    <a:pt x="4154712" y="890032"/>
                  </a:lnTo>
                  <a:lnTo>
                    <a:pt x="4155994" y="890032"/>
                  </a:lnTo>
                  <a:lnTo>
                    <a:pt x="4157276" y="890032"/>
                  </a:lnTo>
                  <a:lnTo>
                    <a:pt x="4158558" y="834405"/>
                  </a:lnTo>
                  <a:lnTo>
                    <a:pt x="4159840" y="834405"/>
                  </a:lnTo>
                  <a:lnTo>
                    <a:pt x="4161122" y="834405"/>
                  </a:lnTo>
                  <a:lnTo>
                    <a:pt x="4162404" y="834405"/>
                  </a:lnTo>
                  <a:lnTo>
                    <a:pt x="4163685" y="795466"/>
                  </a:lnTo>
                  <a:lnTo>
                    <a:pt x="4164967" y="826061"/>
                  </a:lnTo>
                  <a:lnTo>
                    <a:pt x="4166249" y="873344"/>
                  </a:lnTo>
                  <a:lnTo>
                    <a:pt x="4167531" y="851093"/>
                  </a:lnTo>
                  <a:lnTo>
                    <a:pt x="4168813" y="834405"/>
                  </a:lnTo>
                  <a:lnTo>
                    <a:pt x="4170095" y="834405"/>
                  </a:lnTo>
                  <a:lnTo>
                    <a:pt x="4171376" y="834405"/>
                  </a:lnTo>
                  <a:lnTo>
                    <a:pt x="4172658" y="834405"/>
                  </a:lnTo>
                  <a:lnTo>
                    <a:pt x="4173940" y="834405"/>
                  </a:lnTo>
                  <a:lnTo>
                    <a:pt x="4175222" y="834405"/>
                  </a:lnTo>
                  <a:lnTo>
                    <a:pt x="4176504" y="834405"/>
                  </a:lnTo>
                  <a:lnTo>
                    <a:pt x="4177786" y="834405"/>
                  </a:lnTo>
                  <a:lnTo>
                    <a:pt x="4179068" y="834405"/>
                  </a:lnTo>
                  <a:lnTo>
                    <a:pt x="4180349" y="809373"/>
                  </a:lnTo>
                  <a:lnTo>
                    <a:pt x="4181631" y="778778"/>
                  </a:lnTo>
                  <a:lnTo>
                    <a:pt x="4182913" y="778778"/>
                  </a:lnTo>
                  <a:lnTo>
                    <a:pt x="4184195" y="778778"/>
                  </a:lnTo>
                  <a:lnTo>
                    <a:pt x="4185477" y="778778"/>
                  </a:lnTo>
                  <a:lnTo>
                    <a:pt x="4186759" y="778778"/>
                  </a:lnTo>
                  <a:lnTo>
                    <a:pt x="4188040" y="778778"/>
                  </a:lnTo>
                  <a:lnTo>
                    <a:pt x="4189322" y="778778"/>
                  </a:lnTo>
                  <a:lnTo>
                    <a:pt x="4190604" y="831623"/>
                  </a:lnTo>
                  <a:lnTo>
                    <a:pt x="4191886" y="834405"/>
                  </a:lnTo>
                  <a:lnTo>
                    <a:pt x="4193168" y="834405"/>
                  </a:lnTo>
                  <a:lnTo>
                    <a:pt x="4194450" y="834405"/>
                  </a:lnTo>
                  <a:lnTo>
                    <a:pt x="4195731" y="870562"/>
                  </a:lnTo>
                  <a:lnTo>
                    <a:pt x="4197013" y="890032"/>
                  </a:lnTo>
                  <a:lnTo>
                    <a:pt x="4198295" y="890032"/>
                  </a:lnTo>
                  <a:lnTo>
                    <a:pt x="4199577" y="926189"/>
                  </a:lnTo>
                  <a:lnTo>
                    <a:pt x="4200859" y="945659"/>
                  </a:lnTo>
                  <a:lnTo>
                    <a:pt x="4202141" y="945659"/>
                  </a:lnTo>
                  <a:lnTo>
                    <a:pt x="4203423" y="945659"/>
                  </a:lnTo>
                  <a:lnTo>
                    <a:pt x="4204704" y="945659"/>
                  </a:lnTo>
                  <a:lnTo>
                    <a:pt x="4205986" y="903938"/>
                  </a:lnTo>
                  <a:lnTo>
                    <a:pt x="4207268" y="890032"/>
                  </a:lnTo>
                  <a:lnTo>
                    <a:pt x="4208550" y="881688"/>
                  </a:lnTo>
                  <a:lnTo>
                    <a:pt x="4209832" y="834405"/>
                  </a:lnTo>
                  <a:lnTo>
                    <a:pt x="4211114" y="834405"/>
                  </a:lnTo>
                  <a:lnTo>
                    <a:pt x="4212395" y="856655"/>
                  </a:lnTo>
                  <a:lnTo>
                    <a:pt x="4213677" y="890032"/>
                  </a:lnTo>
                  <a:lnTo>
                    <a:pt x="4214959" y="884469"/>
                  </a:lnTo>
                  <a:lnTo>
                    <a:pt x="4216241" y="834405"/>
                  </a:lnTo>
                  <a:lnTo>
                    <a:pt x="4217523" y="834405"/>
                  </a:lnTo>
                  <a:lnTo>
                    <a:pt x="4218805" y="784340"/>
                  </a:lnTo>
                  <a:lnTo>
                    <a:pt x="4220087" y="778778"/>
                  </a:lnTo>
                  <a:lnTo>
                    <a:pt x="4221368" y="778778"/>
                  </a:lnTo>
                  <a:lnTo>
                    <a:pt x="4222650" y="778778"/>
                  </a:lnTo>
                  <a:lnTo>
                    <a:pt x="4223932" y="778778"/>
                  </a:lnTo>
                  <a:lnTo>
                    <a:pt x="4225214" y="778778"/>
                  </a:lnTo>
                  <a:lnTo>
                    <a:pt x="4226496" y="778778"/>
                  </a:lnTo>
                  <a:lnTo>
                    <a:pt x="4227778" y="778778"/>
                  </a:lnTo>
                  <a:lnTo>
                    <a:pt x="4229059" y="778778"/>
                  </a:lnTo>
                  <a:lnTo>
                    <a:pt x="4230341" y="778778"/>
                  </a:lnTo>
                  <a:lnTo>
                    <a:pt x="4231623" y="773215"/>
                  </a:lnTo>
                  <a:lnTo>
                    <a:pt x="4232905" y="723151"/>
                  </a:lnTo>
                  <a:lnTo>
                    <a:pt x="4234187" y="723151"/>
                  </a:lnTo>
                  <a:lnTo>
                    <a:pt x="4235469" y="723151"/>
                  </a:lnTo>
                  <a:lnTo>
                    <a:pt x="4236750" y="723151"/>
                  </a:lnTo>
                  <a:lnTo>
                    <a:pt x="4238032" y="709244"/>
                  </a:lnTo>
                  <a:lnTo>
                    <a:pt x="4239314" y="723151"/>
                  </a:lnTo>
                  <a:lnTo>
                    <a:pt x="4240596" y="728713"/>
                  </a:lnTo>
                  <a:lnTo>
                    <a:pt x="4241878" y="778778"/>
                  </a:lnTo>
                  <a:lnTo>
                    <a:pt x="4243160" y="778778"/>
                  </a:lnTo>
                  <a:lnTo>
                    <a:pt x="4244442" y="778778"/>
                  </a:lnTo>
                  <a:lnTo>
                    <a:pt x="4245723" y="778778"/>
                  </a:lnTo>
                  <a:lnTo>
                    <a:pt x="4247005" y="781559"/>
                  </a:lnTo>
                  <a:lnTo>
                    <a:pt x="4248287" y="834405"/>
                  </a:lnTo>
                  <a:lnTo>
                    <a:pt x="4249569" y="834405"/>
                  </a:lnTo>
                  <a:lnTo>
                    <a:pt x="4250851" y="881688"/>
                  </a:lnTo>
                  <a:lnTo>
                    <a:pt x="4252133" y="890032"/>
                  </a:lnTo>
                  <a:lnTo>
                    <a:pt x="4253414" y="890032"/>
                  </a:lnTo>
                  <a:lnTo>
                    <a:pt x="4254696" y="890032"/>
                  </a:lnTo>
                  <a:lnTo>
                    <a:pt x="4255978" y="890032"/>
                  </a:lnTo>
                  <a:lnTo>
                    <a:pt x="4257260" y="890032"/>
                  </a:lnTo>
                  <a:lnTo>
                    <a:pt x="4258542" y="884469"/>
                  </a:lnTo>
                  <a:lnTo>
                    <a:pt x="4259824" y="834405"/>
                  </a:lnTo>
                  <a:lnTo>
                    <a:pt x="4261106" y="834405"/>
                  </a:lnTo>
                  <a:lnTo>
                    <a:pt x="4262387" y="834405"/>
                  </a:lnTo>
                  <a:lnTo>
                    <a:pt x="4263669" y="784340"/>
                  </a:lnTo>
                  <a:lnTo>
                    <a:pt x="4264951" y="834405"/>
                  </a:lnTo>
                  <a:lnTo>
                    <a:pt x="4266233" y="834405"/>
                  </a:lnTo>
                  <a:lnTo>
                    <a:pt x="4267515" y="834405"/>
                  </a:lnTo>
                  <a:lnTo>
                    <a:pt x="4268797" y="812154"/>
                  </a:lnTo>
                  <a:lnTo>
                    <a:pt x="4270078" y="828842"/>
                  </a:lnTo>
                  <a:lnTo>
                    <a:pt x="4271360" y="834405"/>
                  </a:lnTo>
                  <a:lnTo>
                    <a:pt x="4272642" y="834405"/>
                  </a:lnTo>
                  <a:lnTo>
                    <a:pt x="4273924" y="834405"/>
                  </a:lnTo>
                  <a:lnTo>
                    <a:pt x="4275206" y="834405"/>
                  </a:lnTo>
                  <a:lnTo>
                    <a:pt x="4276488" y="834405"/>
                  </a:lnTo>
                  <a:lnTo>
                    <a:pt x="4277770" y="834405"/>
                  </a:lnTo>
                  <a:lnTo>
                    <a:pt x="4279051" y="834405"/>
                  </a:lnTo>
                  <a:lnTo>
                    <a:pt x="4280333" y="834405"/>
                  </a:lnTo>
                  <a:lnTo>
                    <a:pt x="4281615" y="834405"/>
                  </a:lnTo>
                  <a:lnTo>
                    <a:pt x="4282897" y="834405"/>
                  </a:lnTo>
                  <a:lnTo>
                    <a:pt x="4284179" y="834405"/>
                  </a:lnTo>
                  <a:lnTo>
                    <a:pt x="4285461" y="803810"/>
                  </a:lnTo>
                  <a:lnTo>
                    <a:pt x="4286742" y="778778"/>
                  </a:lnTo>
                  <a:lnTo>
                    <a:pt x="4288024" y="778778"/>
                  </a:lnTo>
                  <a:lnTo>
                    <a:pt x="4289306" y="778778"/>
                  </a:lnTo>
                  <a:lnTo>
                    <a:pt x="4290588" y="781559"/>
                  </a:lnTo>
                  <a:lnTo>
                    <a:pt x="4291870" y="834405"/>
                  </a:lnTo>
                  <a:lnTo>
                    <a:pt x="4293152" y="834405"/>
                  </a:lnTo>
                  <a:lnTo>
                    <a:pt x="4294433" y="792684"/>
                  </a:lnTo>
                  <a:lnTo>
                    <a:pt x="4295715" y="795466"/>
                  </a:lnTo>
                  <a:lnTo>
                    <a:pt x="4296997" y="778778"/>
                  </a:lnTo>
                  <a:lnTo>
                    <a:pt x="4298279" y="778778"/>
                  </a:lnTo>
                  <a:lnTo>
                    <a:pt x="4299561" y="778778"/>
                  </a:lnTo>
                  <a:lnTo>
                    <a:pt x="4300843" y="798247"/>
                  </a:lnTo>
                  <a:lnTo>
                    <a:pt x="4302125" y="834405"/>
                  </a:lnTo>
                  <a:lnTo>
                    <a:pt x="4303406" y="834405"/>
                  </a:lnTo>
                  <a:lnTo>
                    <a:pt x="4304688" y="834405"/>
                  </a:lnTo>
                  <a:lnTo>
                    <a:pt x="4305970" y="834405"/>
                  </a:lnTo>
                  <a:lnTo>
                    <a:pt x="4307252" y="834405"/>
                  </a:lnTo>
                  <a:lnTo>
                    <a:pt x="4308534" y="834405"/>
                  </a:lnTo>
                  <a:lnTo>
                    <a:pt x="4309816" y="792684"/>
                  </a:lnTo>
                  <a:lnTo>
                    <a:pt x="4311097" y="778778"/>
                  </a:lnTo>
                  <a:lnTo>
                    <a:pt x="4312379" y="778778"/>
                  </a:lnTo>
                  <a:lnTo>
                    <a:pt x="4313661" y="725932"/>
                  </a:lnTo>
                  <a:lnTo>
                    <a:pt x="4314943" y="723151"/>
                  </a:lnTo>
                  <a:lnTo>
                    <a:pt x="4316225" y="723151"/>
                  </a:lnTo>
                  <a:lnTo>
                    <a:pt x="4317507" y="750964"/>
                  </a:lnTo>
                  <a:lnTo>
                    <a:pt x="4318789" y="778778"/>
                  </a:lnTo>
                  <a:lnTo>
                    <a:pt x="4320070" y="778778"/>
                  </a:lnTo>
                  <a:lnTo>
                    <a:pt x="4321352" y="778778"/>
                  </a:lnTo>
                  <a:lnTo>
                    <a:pt x="4322634" y="778778"/>
                  </a:lnTo>
                  <a:lnTo>
                    <a:pt x="4323916" y="778778"/>
                  </a:lnTo>
                  <a:lnTo>
                    <a:pt x="4325198" y="778778"/>
                  </a:lnTo>
                  <a:lnTo>
                    <a:pt x="4326480" y="817717"/>
                  </a:lnTo>
                  <a:lnTo>
                    <a:pt x="4327761" y="865000"/>
                  </a:lnTo>
                  <a:lnTo>
                    <a:pt x="4329043" y="890032"/>
                  </a:lnTo>
                  <a:lnTo>
                    <a:pt x="4330325" y="890032"/>
                  </a:lnTo>
                  <a:lnTo>
                    <a:pt x="4331607" y="842749"/>
                  </a:lnTo>
                  <a:lnTo>
                    <a:pt x="4332889" y="834405"/>
                  </a:lnTo>
                  <a:lnTo>
                    <a:pt x="4334171" y="834405"/>
                  </a:lnTo>
                  <a:lnTo>
                    <a:pt x="4335452" y="834405"/>
                  </a:lnTo>
                  <a:lnTo>
                    <a:pt x="4336734" y="834405"/>
                  </a:lnTo>
                  <a:lnTo>
                    <a:pt x="4338016" y="834405"/>
                  </a:lnTo>
                  <a:lnTo>
                    <a:pt x="4339298" y="801028"/>
                  </a:lnTo>
                  <a:lnTo>
                    <a:pt x="4340580" y="723151"/>
                  </a:lnTo>
                  <a:lnTo>
                    <a:pt x="4341862" y="762090"/>
                  </a:lnTo>
                  <a:lnTo>
                    <a:pt x="4343144" y="778778"/>
                  </a:lnTo>
                  <a:lnTo>
                    <a:pt x="4344425" y="778778"/>
                  </a:lnTo>
                  <a:lnTo>
                    <a:pt x="4345707" y="828842"/>
                  </a:lnTo>
                  <a:lnTo>
                    <a:pt x="4346989" y="834405"/>
                  </a:lnTo>
                  <a:lnTo>
                    <a:pt x="4348271" y="834405"/>
                  </a:lnTo>
                  <a:lnTo>
                    <a:pt x="4349553" y="834405"/>
                  </a:lnTo>
                  <a:lnTo>
                    <a:pt x="4350835" y="834405"/>
                  </a:lnTo>
                  <a:lnTo>
                    <a:pt x="4352116" y="834405"/>
                  </a:lnTo>
                  <a:lnTo>
                    <a:pt x="4353398" y="834405"/>
                  </a:lnTo>
                  <a:lnTo>
                    <a:pt x="4354680" y="834405"/>
                  </a:lnTo>
                  <a:lnTo>
                    <a:pt x="4355962" y="834405"/>
                  </a:lnTo>
                  <a:lnTo>
                    <a:pt x="4357244" y="834405"/>
                  </a:lnTo>
                  <a:lnTo>
                    <a:pt x="4358526" y="834405"/>
                  </a:lnTo>
                  <a:lnTo>
                    <a:pt x="4359808" y="834405"/>
                  </a:lnTo>
                  <a:lnTo>
                    <a:pt x="4361089" y="834405"/>
                  </a:lnTo>
                  <a:lnTo>
                    <a:pt x="4362371" y="809373"/>
                  </a:lnTo>
                  <a:lnTo>
                    <a:pt x="4363653" y="823279"/>
                  </a:lnTo>
                  <a:lnTo>
                    <a:pt x="4364935" y="834405"/>
                  </a:lnTo>
                  <a:lnTo>
                    <a:pt x="4366217" y="784340"/>
                  </a:lnTo>
                  <a:lnTo>
                    <a:pt x="4367499" y="778778"/>
                  </a:lnTo>
                  <a:lnTo>
                    <a:pt x="4368780" y="778778"/>
                  </a:lnTo>
                  <a:lnTo>
                    <a:pt x="4370062" y="745401"/>
                  </a:lnTo>
                  <a:lnTo>
                    <a:pt x="4371344" y="750964"/>
                  </a:lnTo>
                  <a:lnTo>
                    <a:pt x="4372626" y="834405"/>
                  </a:lnTo>
                  <a:lnTo>
                    <a:pt x="4373908" y="834405"/>
                  </a:lnTo>
                  <a:lnTo>
                    <a:pt x="4375190" y="834405"/>
                  </a:lnTo>
                  <a:lnTo>
                    <a:pt x="4376471" y="834405"/>
                  </a:lnTo>
                  <a:lnTo>
                    <a:pt x="4377753" y="798247"/>
                  </a:lnTo>
                  <a:lnTo>
                    <a:pt x="4379035" y="778778"/>
                  </a:lnTo>
                  <a:lnTo>
                    <a:pt x="4380317" y="778778"/>
                  </a:lnTo>
                  <a:lnTo>
                    <a:pt x="4381599" y="778778"/>
                  </a:lnTo>
                  <a:lnTo>
                    <a:pt x="4382881" y="778778"/>
                  </a:lnTo>
                  <a:lnTo>
                    <a:pt x="4384163" y="748183"/>
                  </a:lnTo>
                  <a:lnTo>
                    <a:pt x="4385444" y="723151"/>
                  </a:lnTo>
                  <a:lnTo>
                    <a:pt x="4386726" y="723151"/>
                  </a:lnTo>
                  <a:lnTo>
                    <a:pt x="4388008" y="723151"/>
                  </a:lnTo>
                  <a:lnTo>
                    <a:pt x="4389290" y="695337"/>
                  </a:lnTo>
                  <a:lnTo>
                    <a:pt x="4390572" y="667524"/>
                  </a:lnTo>
                  <a:lnTo>
                    <a:pt x="4391854" y="656398"/>
                  </a:lnTo>
                  <a:lnTo>
                    <a:pt x="4393135" y="611897"/>
                  </a:lnTo>
                  <a:lnTo>
                    <a:pt x="4394417" y="634148"/>
                  </a:lnTo>
                  <a:lnTo>
                    <a:pt x="4395699" y="667524"/>
                  </a:lnTo>
                  <a:lnTo>
                    <a:pt x="4396981" y="667524"/>
                  </a:lnTo>
                  <a:lnTo>
                    <a:pt x="4398263" y="714807"/>
                  </a:lnTo>
                  <a:lnTo>
                    <a:pt x="4399545" y="723151"/>
                  </a:lnTo>
                  <a:lnTo>
                    <a:pt x="4400827" y="723151"/>
                  </a:lnTo>
                  <a:lnTo>
                    <a:pt x="4402108" y="753746"/>
                  </a:lnTo>
                  <a:lnTo>
                    <a:pt x="4403390" y="778778"/>
                  </a:lnTo>
                  <a:lnTo>
                    <a:pt x="4404672" y="778778"/>
                  </a:lnTo>
                  <a:lnTo>
                    <a:pt x="4405954" y="778778"/>
                  </a:lnTo>
                  <a:lnTo>
                    <a:pt x="4407236" y="778778"/>
                  </a:lnTo>
                  <a:lnTo>
                    <a:pt x="4408518" y="778778"/>
                  </a:lnTo>
                  <a:lnTo>
                    <a:pt x="4409799" y="773215"/>
                  </a:lnTo>
                  <a:lnTo>
                    <a:pt x="4411081" y="778778"/>
                  </a:lnTo>
                  <a:lnTo>
                    <a:pt x="4412363" y="778778"/>
                  </a:lnTo>
                  <a:lnTo>
                    <a:pt x="4413645" y="778778"/>
                  </a:lnTo>
                  <a:lnTo>
                    <a:pt x="4414927" y="778778"/>
                  </a:lnTo>
                  <a:lnTo>
                    <a:pt x="4416209" y="806591"/>
                  </a:lnTo>
                  <a:lnTo>
                    <a:pt x="4417491" y="834405"/>
                  </a:lnTo>
                  <a:lnTo>
                    <a:pt x="4418772" y="795466"/>
                  </a:lnTo>
                  <a:lnTo>
                    <a:pt x="4420054" y="778778"/>
                  </a:lnTo>
                  <a:lnTo>
                    <a:pt x="4421336" y="803810"/>
                  </a:lnTo>
                  <a:lnTo>
                    <a:pt x="4422618" y="834405"/>
                  </a:lnTo>
                  <a:lnTo>
                    <a:pt x="4423900" y="842749"/>
                  </a:lnTo>
                  <a:lnTo>
                    <a:pt x="4425182" y="890032"/>
                  </a:lnTo>
                  <a:lnTo>
                    <a:pt x="4426463" y="890032"/>
                  </a:lnTo>
                  <a:lnTo>
                    <a:pt x="4427745" y="890032"/>
                  </a:lnTo>
                  <a:lnTo>
                    <a:pt x="4429027" y="837186"/>
                  </a:lnTo>
                  <a:lnTo>
                    <a:pt x="4430309" y="834405"/>
                  </a:lnTo>
                  <a:lnTo>
                    <a:pt x="4431591" y="834405"/>
                  </a:lnTo>
                  <a:lnTo>
                    <a:pt x="4432873" y="834405"/>
                  </a:lnTo>
                  <a:lnTo>
                    <a:pt x="4434154" y="834405"/>
                  </a:lnTo>
                  <a:lnTo>
                    <a:pt x="4435436" y="834405"/>
                  </a:lnTo>
                  <a:lnTo>
                    <a:pt x="4436718" y="834405"/>
                  </a:lnTo>
                  <a:lnTo>
                    <a:pt x="4438000" y="834405"/>
                  </a:lnTo>
                  <a:lnTo>
                    <a:pt x="4439282" y="834405"/>
                  </a:lnTo>
                  <a:lnTo>
                    <a:pt x="4440564" y="834405"/>
                  </a:lnTo>
                  <a:lnTo>
                    <a:pt x="4441846" y="870562"/>
                  </a:lnTo>
                  <a:lnTo>
                    <a:pt x="4443127" y="890032"/>
                  </a:lnTo>
                  <a:lnTo>
                    <a:pt x="4444409" y="890032"/>
                  </a:lnTo>
                  <a:lnTo>
                    <a:pt x="4445691" y="890032"/>
                  </a:lnTo>
                  <a:lnTo>
                    <a:pt x="4446973" y="890032"/>
                  </a:lnTo>
                  <a:lnTo>
                    <a:pt x="4448255" y="890032"/>
                  </a:lnTo>
                  <a:lnTo>
                    <a:pt x="4449537" y="859437"/>
                  </a:lnTo>
                  <a:lnTo>
                    <a:pt x="4450818" y="870562"/>
                  </a:lnTo>
                  <a:lnTo>
                    <a:pt x="4452100" y="890032"/>
                  </a:lnTo>
                  <a:lnTo>
                    <a:pt x="4453382" y="890032"/>
                  </a:lnTo>
                  <a:lnTo>
                    <a:pt x="4454664" y="890032"/>
                  </a:lnTo>
                  <a:lnTo>
                    <a:pt x="4455946" y="890032"/>
                  </a:lnTo>
                  <a:lnTo>
                    <a:pt x="4457228" y="890032"/>
                  </a:lnTo>
                  <a:lnTo>
                    <a:pt x="4458510" y="890032"/>
                  </a:lnTo>
                  <a:lnTo>
                    <a:pt x="4459791" y="878906"/>
                  </a:lnTo>
                  <a:lnTo>
                    <a:pt x="4461073" y="884469"/>
                  </a:lnTo>
                  <a:lnTo>
                    <a:pt x="4462355" y="890032"/>
                  </a:lnTo>
                  <a:lnTo>
                    <a:pt x="4463637" y="890032"/>
                  </a:lnTo>
                  <a:lnTo>
                    <a:pt x="4464919" y="870562"/>
                  </a:lnTo>
                  <a:lnTo>
                    <a:pt x="4466201" y="834405"/>
                  </a:lnTo>
                  <a:lnTo>
                    <a:pt x="4467482" y="834405"/>
                  </a:lnTo>
                  <a:lnTo>
                    <a:pt x="4468764" y="834405"/>
                  </a:lnTo>
                  <a:lnTo>
                    <a:pt x="4470046" y="834405"/>
                  </a:lnTo>
                  <a:lnTo>
                    <a:pt x="4471328" y="834405"/>
                  </a:lnTo>
                  <a:lnTo>
                    <a:pt x="4472610" y="834405"/>
                  </a:lnTo>
                  <a:lnTo>
                    <a:pt x="4473892" y="834405"/>
                  </a:lnTo>
                  <a:lnTo>
                    <a:pt x="4475173" y="789903"/>
                  </a:lnTo>
                  <a:lnTo>
                    <a:pt x="4476455" y="723151"/>
                  </a:lnTo>
                  <a:lnTo>
                    <a:pt x="4477737" y="723151"/>
                  </a:lnTo>
                  <a:lnTo>
                    <a:pt x="4479019" y="723151"/>
                  </a:lnTo>
                  <a:lnTo>
                    <a:pt x="4480301" y="723151"/>
                  </a:lnTo>
                  <a:lnTo>
                    <a:pt x="4481583" y="750964"/>
                  </a:lnTo>
                  <a:lnTo>
                    <a:pt x="4482865" y="778778"/>
                  </a:lnTo>
                  <a:lnTo>
                    <a:pt x="4484146" y="778778"/>
                  </a:lnTo>
                  <a:lnTo>
                    <a:pt x="4485428" y="778778"/>
                  </a:lnTo>
                  <a:lnTo>
                    <a:pt x="4486710" y="778778"/>
                  </a:lnTo>
                  <a:lnTo>
                    <a:pt x="4487992" y="778778"/>
                  </a:lnTo>
                  <a:lnTo>
                    <a:pt x="4489274" y="778778"/>
                  </a:lnTo>
                  <a:lnTo>
                    <a:pt x="4490556" y="778778"/>
                  </a:lnTo>
                  <a:lnTo>
                    <a:pt x="4491837" y="739839"/>
                  </a:lnTo>
                  <a:lnTo>
                    <a:pt x="4493119" y="759308"/>
                  </a:lnTo>
                  <a:lnTo>
                    <a:pt x="4494401" y="723151"/>
                  </a:lnTo>
                  <a:lnTo>
                    <a:pt x="4495683" y="667524"/>
                  </a:lnTo>
                  <a:lnTo>
                    <a:pt x="4496965" y="678649"/>
                  </a:lnTo>
                  <a:lnTo>
                    <a:pt x="4498247" y="667524"/>
                  </a:lnTo>
                  <a:lnTo>
                    <a:pt x="4499529" y="667524"/>
                  </a:lnTo>
                  <a:lnTo>
                    <a:pt x="4500810" y="667524"/>
                  </a:lnTo>
                  <a:lnTo>
                    <a:pt x="4502092" y="667524"/>
                  </a:lnTo>
                  <a:lnTo>
                    <a:pt x="4503374" y="667524"/>
                  </a:lnTo>
                  <a:lnTo>
                    <a:pt x="4504656" y="620241"/>
                  </a:lnTo>
                  <a:lnTo>
                    <a:pt x="4505938" y="570176"/>
                  </a:lnTo>
                  <a:lnTo>
                    <a:pt x="4507220" y="595209"/>
                  </a:lnTo>
                  <a:lnTo>
                    <a:pt x="4508501" y="645273"/>
                  </a:lnTo>
                  <a:lnTo>
                    <a:pt x="4509783" y="611897"/>
                  </a:lnTo>
                  <a:lnTo>
                    <a:pt x="4511065" y="611897"/>
                  </a:lnTo>
                  <a:lnTo>
                    <a:pt x="4512347" y="611897"/>
                  </a:lnTo>
                  <a:lnTo>
                    <a:pt x="4513629" y="611897"/>
                  </a:lnTo>
                  <a:lnTo>
                    <a:pt x="4514911" y="611897"/>
                  </a:lnTo>
                  <a:lnTo>
                    <a:pt x="4516192" y="575739"/>
                  </a:lnTo>
                  <a:lnTo>
                    <a:pt x="4517474" y="500643"/>
                  </a:lnTo>
                  <a:lnTo>
                    <a:pt x="4518756" y="500643"/>
                  </a:lnTo>
                  <a:lnTo>
                    <a:pt x="4520038" y="500643"/>
                  </a:lnTo>
                  <a:lnTo>
                    <a:pt x="4521320" y="500643"/>
                  </a:lnTo>
                  <a:lnTo>
                    <a:pt x="4522602" y="500643"/>
                  </a:lnTo>
                  <a:lnTo>
                    <a:pt x="4523884" y="545144"/>
                  </a:lnTo>
                  <a:lnTo>
                    <a:pt x="4525165" y="572958"/>
                  </a:lnTo>
                  <a:lnTo>
                    <a:pt x="4526447" y="611897"/>
                  </a:lnTo>
                  <a:lnTo>
                    <a:pt x="4527729" y="631366"/>
                  </a:lnTo>
                  <a:lnTo>
                    <a:pt x="4529011" y="614678"/>
                  </a:lnTo>
                  <a:lnTo>
                    <a:pt x="4530293" y="667524"/>
                  </a:lnTo>
                  <a:lnTo>
                    <a:pt x="4531575" y="667524"/>
                  </a:lnTo>
                  <a:lnTo>
                    <a:pt x="4532856" y="667524"/>
                  </a:lnTo>
                  <a:lnTo>
                    <a:pt x="4534138" y="600771"/>
                  </a:lnTo>
                  <a:lnTo>
                    <a:pt x="4535420" y="556270"/>
                  </a:lnTo>
                  <a:lnTo>
                    <a:pt x="4536702" y="600771"/>
                  </a:lnTo>
                  <a:lnTo>
                    <a:pt x="4537984" y="650836"/>
                  </a:lnTo>
                  <a:lnTo>
                    <a:pt x="4539266" y="667524"/>
                  </a:lnTo>
                  <a:lnTo>
                    <a:pt x="4540548" y="686993"/>
                  </a:lnTo>
                  <a:lnTo>
                    <a:pt x="4541829" y="723151"/>
                  </a:lnTo>
                  <a:lnTo>
                    <a:pt x="4543111" y="684212"/>
                  </a:lnTo>
                  <a:lnTo>
                    <a:pt x="4544393" y="667524"/>
                  </a:lnTo>
                  <a:lnTo>
                    <a:pt x="4545675" y="667524"/>
                  </a:lnTo>
                  <a:lnTo>
                    <a:pt x="4546957" y="667524"/>
                  </a:lnTo>
                  <a:lnTo>
                    <a:pt x="4548239" y="681430"/>
                  </a:lnTo>
                  <a:lnTo>
                    <a:pt x="4549520" y="723151"/>
                  </a:lnTo>
                  <a:lnTo>
                    <a:pt x="4550802" y="723151"/>
                  </a:lnTo>
                  <a:lnTo>
                    <a:pt x="4552084" y="723151"/>
                  </a:lnTo>
                  <a:lnTo>
                    <a:pt x="4553366" y="684212"/>
                  </a:lnTo>
                  <a:lnTo>
                    <a:pt x="4554648" y="667524"/>
                  </a:lnTo>
                  <a:lnTo>
                    <a:pt x="4555930" y="667524"/>
                  </a:lnTo>
                  <a:lnTo>
                    <a:pt x="4557212" y="656398"/>
                  </a:lnTo>
                  <a:lnTo>
                    <a:pt x="4558493" y="611897"/>
                  </a:lnTo>
                  <a:lnTo>
                    <a:pt x="4559775" y="642492"/>
                  </a:lnTo>
                  <a:lnTo>
                    <a:pt x="4561057" y="667524"/>
                  </a:lnTo>
                  <a:lnTo>
                    <a:pt x="4562339" y="667524"/>
                  </a:lnTo>
                  <a:lnTo>
                    <a:pt x="4563621" y="667524"/>
                  </a:lnTo>
                  <a:lnTo>
                    <a:pt x="4564903" y="667524"/>
                  </a:lnTo>
                  <a:lnTo>
                    <a:pt x="4566184" y="728713"/>
                  </a:lnTo>
                  <a:lnTo>
                    <a:pt x="4567466" y="778778"/>
                  </a:lnTo>
                  <a:lnTo>
                    <a:pt x="4568748" y="778778"/>
                  </a:lnTo>
                  <a:lnTo>
                    <a:pt x="4570030" y="778778"/>
                  </a:lnTo>
                  <a:lnTo>
                    <a:pt x="4571312" y="778778"/>
                  </a:lnTo>
                  <a:lnTo>
                    <a:pt x="4572594" y="778778"/>
                  </a:lnTo>
                  <a:lnTo>
                    <a:pt x="4573875" y="778778"/>
                  </a:lnTo>
                  <a:lnTo>
                    <a:pt x="4575157" y="814935"/>
                  </a:lnTo>
                  <a:lnTo>
                    <a:pt x="4576439" y="834405"/>
                  </a:lnTo>
                  <a:lnTo>
                    <a:pt x="4577721" y="834405"/>
                  </a:lnTo>
                  <a:lnTo>
                    <a:pt x="4579003" y="834405"/>
                  </a:lnTo>
                  <a:lnTo>
                    <a:pt x="4580285" y="848311"/>
                  </a:lnTo>
                  <a:lnTo>
                    <a:pt x="4581567" y="881688"/>
                  </a:lnTo>
                  <a:lnTo>
                    <a:pt x="4582848" y="834405"/>
                  </a:lnTo>
                  <a:lnTo>
                    <a:pt x="4584130" y="834405"/>
                  </a:lnTo>
                  <a:lnTo>
                    <a:pt x="4585412" y="820498"/>
                  </a:lnTo>
                  <a:lnTo>
                    <a:pt x="4586694" y="828842"/>
                  </a:lnTo>
                  <a:lnTo>
                    <a:pt x="4587976" y="778778"/>
                  </a:lnTo>
                  <a:lnTo>
                    <a:pt x="4589258" y="787122"/>
                  </a:lnTo>
                  <a:lnTo>
                    <a:pt x="4590539" y="834405"/>
                  </a:lnTo>
                  <a:lnTo>
                    <a:pt x="4591821" y="784340"/>
                  </a:lnTo>
                  <a:lnTo>
                    <a:pt x="4593103" y="778778"/>
                  </a:lnTo>
                  <a:lnTo>
                    <a:pt x="4594385" y="778778"/>
                  </a:lnTo>
                  <a:lnTo>
                    <a:pt x="4595667" y="778778"/>
                  </a:lnTo>
                  <a:lnTo>
                    <a:pt x="4596949" y="778778"/>
                  </a:lnTo>
                  <a:lnTo>
                    <a:pt x="4598231" y="778778"/>
                  </a:lnTo>
                  <a:lnTo>
                    <a:pt x="4599512" y="778778"/>
                  </a:lnTo>
                  <a:lnTo>
                    <a:pt x="4600794" y="778778"/>
                  </a:lnTo>
                  <a:lnTo>
                    <a:pt x="4602076" y="778778"/>
                  </a:lnTo>
                  <a:lnTo>
                    <a:pt x="4603358" y="742620"/>
                  </a:lnTo>
                  <a:lnTo>
                    <a:pt x="4604640" y="723151"/>
                  </a:lnTo>
                  <a:lnTo>
                    <a:pt x="4605922" y="723151"/>
                  </a:lnTo>
                  <a:lnTo>
                    <a:pt x="4607203" y="686993"/>
                  </a:lnTo>
                  <a:lnTo>
                    <a:pt x="4608485" y="667524"/>
                  </a:lnTo>
                  <a:lnTo>
                    <a:pt x="4609767" y="667524"/>
                  </a:lnTo>
                  <a:lnTo>
                    <a:pt x="4611049" y="667524"/>
                  </a:lnTo>
                  <a:lnTo>
                    <a:pt x="4612331" y="667524"/>
                  </a:lnTo>
                  <a:lnTo>
                    <a:pt x="4613613" y="673086"/>
                  </a:lnTo>
                  <a:lnTo>
                    <a:pt x="4614894" y="723151"/>
                  </a:lnTo>
                  <a:lnTo>
                    <a:pt x="4616176" y="723151"/>
                  </a:lnTo>
                  <a:lnTo>
                    <a:pt x="4617458" y="770434"/>
                  </a:lnTo>
                  <a:lnTo>
                    <a:pt x="4618740" y="781559"/>
                  </a:lnTo>
                  <a:lnTo>
                    <a:pt x="4620022" y="834405"/>
                  </a:lnTo>
                  <a:lnTo>
                    <a:pt x="4621304" y="834405"/>
                  </a:lnTo>
                  <a:lnTo>
                    <a:pt x="4622586" y="834405"/>
                  </a:lnTo>
                  <a:lnTo>
                    <a:pt x="4623867" y="881688"/>
                  </a:lnTo>
                  <a:lnTo>
                    <a:pt x="4625149" y="890032"/>
                  </a:lnTo>
                  <a:lnTo>
                    <a:pt x="4626431" y="890032"/>
                  </a:lnTo>
                  <a:lnTo>
                    <a:pt x="4627713" y="867781"/>
                  </a:lnTo>
                  <a:lnTo>
                    <a:pt x="4628995" y="834405"/>
                  </a:lnTo>
                  <a:lnTo>
                    <a:pt x="4630277" y="834405"/>
                  </a:lnTo>
                  <a:lnTo>
                    <a:pt x="4631558" y="834405"/>
                  </a:lnTo>
                  <a:lnTo>
                    <a:pt x="4632840" y="806591"/>
                  </a:lnTo>
                  <a:lnTo>
                    <a:pt x="4634122" y="778778"/>
                  </a:lnTo>
                  <a:lnTo>
                    <a:pt x="4635404" y="759308"/>
                  </a:lnTo>
                  <a:lnTo>
                    <a:pt x="4636686" y="692556"/>
                  </a:lnTo>
                  <a:lnTo>
                    <a:pt x="4637968" y="667524"/>
                  </a:lnTo>
                  <a:lnTo>
                    <a:pt x="4639250" y="700900"/>
                  </a:lnTo>
                  <a:lnTo>
                    <a:pt x="4640531" y="723151"/>
                  </a:lnTo>
                  <a:lnTo>
                    <a:pt x="4641813" y="723151"/>
                  </a:lnTo>
                  <a:lnTo>
                    <a:pt x="4643095" y="723151"/>
                  </a:lnTo>
                  <a:lnTo>
                    <a:pt x="4644377" y="723151"/>
                  </a:lnTo>
                  <a:lnTo>
                    <a:pt x="4645659" y="695337"/>
                  </a:lnTo>
                  <a:lnTo>
                    <a:pt x="4646941" y="667524"/>
                  </a:lnTo>
                  <a:lnTo>
                    <a:pt x="4648222" y="620241"/>
                  </a:lnTo>
                  <a:lnTo>
                    <a:pt x="4649504" y="611897"/>
                  </a:lnTo>
                  <a:lnTo>
                    <a:pt x="4650786" y="611897"/>
                  </a:lnTo>
                  <a:lnTo>
                    <a:pt x="4652068" y="611897"/>
                  </a:lnTo>
                  <a:lnTo>
                    <a:pt x="4653350" y="611897"/>
                  </a:lnTo>
                  <a:lnTo>
                    <a:pt x="4654632" y="611897"/>
                  </a:lnTo>
                  <a:lnTo>
                    <a:pt x="4655913" y="611897"/>
                  </a:lnTo>
                  <a:lnTo>
                    <a:pt x="4657195" y="611897"/>
                  </a:lnTo>
                  <a:lnTo>
                    <a:pt x="4658477" y="575739"/>
                  </a:lnTo>
                  <a:lnTo>
                    <a:pt x="4659759" y="575739"/>
                  </a:lnTo>
                  <a:lnTo>
                    <a:pt x="4661041" y="611897"/>
                  </a:lnTo>
                  <a:lnTo>
                    <a:pt x="4662323" y="611897"/>
                  </a:lnTo>
                  <a:lnTo>
                    <a:pt x="4663605" y="561832"/>
                  </a:lnTo>
                  <a:lnTo>
                    <a:pt x="4664886" y="581302"/>
                  </a:lnTo>
                  <a:lnTo>
                    <a:pt x="4666168" y="611897"/>
                  </a:lnTo>
                  <a:lnTo>
                    <a:pt x="4667450" y="661961"/>
                  </a:lnTo>
                  <a:lnTo>
                    <a:pt x="4668732" y="748183"/>
                  </a:lnTo>
                  <a:lnTo>
                    <a:pt x="4670014" y="778778"/>
                  </a:lnTo>
                  <a:lnTo>
                    <a:pt x="4671296" y="778778"/>
                  </a:lnTo>
                  <a:lnTo>
                    <a:pt x="4672577" y="778778"/>
                  </a:lnTo>
                  <a:lnTo>
                    <a:pt x="4673859" y="778778"/>
                  </a:lnTo>
                  <a:lnTo>
                    <a:pt x="4675141" y="728713"/>
                  </a:lnTo>
                  <a:lnTo>
                    <a:pt x="4676423" y="723151"/>
                  </a:lnTo>
                  <a:lnTo>
                    <a:pt x="4677705" y="748183"/>
                  </a:lnTo>
                  <a:lnTo>
                    <a:pt x="4678987" y="723151"/>
                  </a:lnTo>
                  <a:lnTo>
                    <a:pt x="4680269" y="767652"/>
                  </a:lnTo>
                  <a:lnTo>
                    <a:pt x="4681550" y="778778"/>
                  </a:lnTo>
                  <a:lnTo>
                    <a:pt x="4682832" y="778778"/>
                  </a:lnTo>
                  <a:lnTo>
                    <a:pt x="4684114" y="778778"/>
                  </a:lnTo>
                  <a:lnTo>
                    <a:pt x="4685396" y="778778"/>
                  </a:lnTo>
                  <a:lnTo>
                    <a:pt x="4686678" y="778778"/>
                  </a:lnTo>
                  <a:lnTo>
                    <a:pt x="4687960" y="778778"/>
                  </a:lnTo>
                  <a:lnTo>
                    <a:pt x="4689241" y="775996"/>
                  </a:lnTo>
                  <a:lnTo>
                    <a:pt x="4690523" y="756527"/>
                  </a:lnTo>
                  <a:lnTo>
                    <a:pt x="4691805" y="739839"/>
                  </a:lnTo>
                  <a:lnTo>
                    <a:pt x="4693087" y="686993"/>
                  </a:lnTo>
                  <a:lnTo>
                    <a:pt x="4694369" y="667524"/>
                  </a:lnTo>
                  <a:lnTo>
                    <a:pt x="4695651" y="667524"/>
                  </a:lnTo>
                  <a:lnTo>
                    <a:pt x="4696933" y="667524"/>
                  </a:lnTo>
                  <a:lnTo>
                    <a:pt x="4698214" y="667524"/>
                  </a:lnTo>
                  <a:lnTo>
                    <a:pt x="4699496" y="667524"/>
                  </a:lnTo>
                  <a:lnTo>
                    <a:pt x="4700778" y="667524"/>
                  </a:lnTo>
                  <a:lnTo>
                    <a:pt x="4702060" y="667524"/>
                  </a:lnTo>
                  <a:lnTo>
                    <a:pt x="4703342" y="667524"/>
                  </a:lnTo>
                  <a:lnTo>
                    <a:pt x="4704624" y="667524"/>
                  </a:lnTo>
                  <a:lnTo>
                    <a:pt x="4705905" y="667524"/>
                  </a:lnTo>
                  <a:lnTo>
                    <a:pt x="4707187" y="706463"/>
                  </a:lnTo>
                  <a:lnTo>
                    <a:pt x="4708469" y="667524"/>
                  </a:lnTo>
                  <a:lnTo>
                    <a:pt x="4709751" y="667524"/>
                  </a:lnTo>
                  <a:lnTo>
                    <a:pt x="4711033" y="720369"/>
                  </a:lnTo>
                  <a:lnTo>
                    <a:pt x="4712315" y="723151"/>
                  </a:lnTo>
                  <a:lnTo>
                    <a:pt x="4713596" y="723151"/>
                  </a:lnTo>
                  <a:lnTo>
                    <a:pt x="4714878" y="723151"/>
                  </a:lnTo>
                  <a:lnTo>
                    <a:pt x="4716160" y="723151"/>
                  </a:lnTo>
                  <a:lnTo>
                    <a:pt x="4717442" y="723151"/>
                  </a:lnTo>
                  <a:lnTo>
                    <a:pt x="4718724" y="723151"/>
                  </a:lnTo>
                  <a:lnTo>
                    <a:pt x="4720006" y="723151"/>
                  </a:lnTo>
                  <a:lnTo>
                    <a:pt x="4721288" y="723151"/>
                  </a:lnTo>
                  <a:lnTo>
                    <a:pt x="4722569" y="778778"/>
                  </a:lnTo>
                  <a:lnTo>
                    <a:pt x="4723851" y="764871"/>
                  </a:lnTo>
                  <a:lnTo>
                    <a:pt x="4725133" y="812154"/>
                  </a:lnTo>
                  <a:lnTo>
                    <a:pt x="4726415" y="834405"/>
                  </a:lnTo>
                  <a:lnTo>
                    <a:pt x="4727697" y="878906"/>
                  </a:lnTo>
                  <a:lnTo>
                    <a:pt x="4728979" y="812154"/>
                  </a:lnTo>
                  <a:lnTo>
                    <a:pt x="4730260" y="728713"/>
                  </a:lnTo>
                  <a:lnTo>
                    <a:pt x="4731542" y="723151"/>
                  </a:lnTo>
                  <a:lnTo>
                    <a:pt x="4732824" y="723151"/>
                  </a:lnTo>
                  <a:lnTo>
                    <a:pt x="4734106" y="636929"/>
                  </a:lnTo>
                  <a:lnTo>
                    <a:pt x="4735388" y="581302"/>
                  </a:lnTo>
                  <a:lnTo>
                    <a:pt x="4736670" y="539582"/>
                  </a:lnTo>
                  <a:lnTo>
                    <a:pt x="4737952" y="500643"/>
                  </a:lnTo>
                  <a:lnTo>
                    <a:pt x="4739233" y="467266"/>
                  </a:lnTo>
                  <a:lnTo>
                    <a:pt x="4740515" y="500643"/>
                  </a:lnTo>
                  <a:lnTo>
                    <a:pt x="4741797" y="500643"/>
                  </a:lnTo>
                  <a:lnTo>
                    <a:pt x="4743079" y="456141"/>
                  </a:lnTo>
                  <a:lnTo>
                    <a:pt x="4744361" y="445016"/>
                  </a:lnTo>
                  <a:lnTo>
                    <a:pt x="4745643" y="417202"/>
                  </a:lnTo>
                  <a:lnTo>
                    <a:pt x="4746924" y="386607"/>
                  </a:lnTo>
                  <a:lnTo>
                    <a:pt x="4748206" y="333762"/>
                  </a:lnTo>
                  <a:lnTo>
                    <a:pt x="4749488" y="333762"/>
                  </a:lnTo>
                  <a:lnTo>
                    <a:pt x="4750770" y="333762"/>
                  </a:lnTo>
                  <a:lnTo>
                    <a:pt x="4752052" y="333762"/>
                  </a:lnTo>
                  <a:lnTo>
                    <a:pt x="4753334" y="333762"/>
                  </a:lnTo>
                  <a:lnTo>
                    <a:pt x="4754615" y="333762"/>
                  </a:lnTo>
                  <a:lnTo>
                    <a:pt x="4755897" y="381044"/>
                  </a:lnTo>
                  <a:lnTo>
                    <a:pt x="4757179" y="389389"/>
                  </a:lnTo>
                  <a:lnTo>
                    <a:pt x="4758461" y="333762"/>
                  </a:lnTo>
                  <a:lnTo>
                    <a:pt x="4759743" y="333762"/>
                  </a:lnTo>
                  <a:lnTo>
                    <a:pt x="4761025" y="406077"/>
                  </a:lnTo>
                  <a:lnTo>
                    <a:pt x="4762307" y="442234"/>
                  </a:lnTo>
                  <a:lnTo>
                    <a:pt x="4763588" y="445016"/>
                  </a:lnTo>
                  <a:lnTo>
                    <a:pt x="4764870" y="414421"/>
                  </a:lnTo>
                  <a:lnTo>
                    <a:pt x="4766152" y="470048"/>
                  </a:lnTo>
                  <a:lnTo>
                    <a:pt x="4767434" y="514549"/>
                  </a:lnTo>
                  <a:lnTo>
                    <a:pt x="4768716" y="514549"/>
                  </a:lnTo>
                  <a:lnTo>
                    <a:pt x="4769998" y="556270"/>
                  </a:lnTo>
                  <a:lnTo>
                    <a:pt x="4771279" y="592427"/>
                  </a:lnTo>
                  <a:lnTo>
                    <a:pt x="4772561" y="611897"/>
                  </a:lnTo>
                  <a:lnTo>
                    <a:pt x="4773843" y="611897"/>
                  </a:lnTo>
                  <a:lnTo>
                    <a:pt x="4775125" y="653617"/>
                  </a:lnTo>
                  <a:lnTo>
                    <a:pt x="4776407" y="667524"/>
                  </a:lnTo>
                  <a:lnTo>
                    <a:pt x="4777689" y="692556"/>
                  </a:lnTo>
                  <a:lnTo>
                    <a:pt x="4778971" y="723151"/>
                  </a:lnTo>
                  <a:lnTo>
                    <a:pt x="4780252" y="778778"/>
                  </a:lnTo>
                  <a:lnTo>
                    <a:pt x="4781534" y="778778"/>
                  </a:lnTo>
                  <a:lnTo>
                    <a:pt x="4782816" y="750964"/>
                  </a:lnTo>
                  <a:lnTo>
                    <a:pt x="4784098" y="723151"/>
                  </a:lnTo>
                  <a:lnTo>
                    <a:pt x="4785380" y="723151"/>
                  </a:lnTo>
                  <a:lnTo>
                    <a:pt x="4786662" y="723151"/>
                  </a:lnTo>
                  <a:lnTo>
                    <a:pt x="4787943" y="723151"/>
                  </a:lnTo>
                  <a:lnTo>
                    <a:pt x="4789225" y="723151"/>
                  </a:lnTo>
                  <a:lnTo>
                    <a:pt x="4790507" y="775996"/>
                  </a:lnTo>
                  <a:lnTo>
                    <a:pt x="4791789" y="739839"/>
                  </a:lnTo>
                  <a:lnTo>
                    <a:pt x="4793071" y="723151"/>
                  </a:lnTo>
                  <a:lnTo>
                    <a:pt x="4794353" y="770434"/>
                  </a:lnTo>
                  <a:lnTo>
                    <a:pt x="4795635" y="767652"/>
                  </a:lnTo>
                  <a:lnTo>
                    <a:pt x="4796916" y="750964"/>
                  </a:lnTo>
                  <a:lnTo>
                    <a:pt x="4798198" y="778778"/>
                  </a:lnTo>
                  <a:lnTo>
                    <a:pt x="4799480" y="789903"/>
                  </a:lnTo>
                  <a:lnTo>
                    <a:pt x="4800762" y="834405"/>
                  </a:lnTo>
                  <a:lnTo>
                    <a:pt x="4802044" y="784340"/>
                  </a:lnTo>
                  <a:lnTo>
                    <a:pt x="4803326" y="770434"/>
                  </a:lnTo>
                  <a:lnTo>
                    <a:pt x="4804607" y="723151"/>
                  </a:lnTo>
                  <a:lnTo>
                    <a:pt x="4805889" y="664742"/>
                  </a:lnTo>
                  <a:lnTo>
                    <a:pt x="4807171" y="611897"/>
                  </a:lnTo>
                  <a:lnTo>
                    <a:pt x="4808453" y="611897"/>
                  </a:lnTo>
                  <a:lnTo>
                    <a:pt x="4809735" y="559051"/>
                  </a:lnTo>
                  <a:lnTo>
                    <a:pt x="4811017" y="556270"/>
                  </a:lnTo>
                  <a:lnTo>
                    <a:pt x="4812298" y="539582"/>
                  </a:lnTo>
                  <a:lnTo>
                    <a:pt x="4813580" y="500643"/>
                  </a:lnTo>
                  <a:lnTo>
                    <a:pt x="4814862" y="525675"/>
                  </a:lnTo>
                  <a:lnTo>
                    <a:pt x="4816144" y="556270"/>
                  </a:lnTo>
                  <a:lnTo>
                    <a:pt x="4817426" y="556270"/>
                  </a:lnTo>
                  <a:lnTo>
                    <a:pt x="4818708" y="556270"/>
                  </a:lnTo>
                  <a:lnTo>
                    <a:pt x="4819990" y="556270"/>
                  </a:lnTo>
                  <a:lnTo>
                    <a:pt x="4821271" y="556270"/>
                  </a:lnTo>
                  <a:lnTo>
                    <a:pt x="4822553" y="556270"/>
                  </a:lnTo>
                  <a:lnTo>
                    <a:pt x="4823835" y="545144"/>
                  </a:lnTo>
                  <a:lnTo>
                    <a:pt x="4825117" y="556270"/>
                  </a:lnTo>
                  <a:lnTo>
                    <a:pt x="4826399" y="556270"/>
                  </a:lnTo>
                  <a:lnTo>
                    <a:pt x="4827681" y="525675"/>
                  </a:lnTo>
                  <a:lnTo>
                    <a:pt x="4828962" y="528456"/>
                  </a:lnTo>
                  <a:lnTo>
                    <a:pt x="4830244" y="500643"/>
                  </a:lnTo>
                  <a:lnTo>
                    <a:pt x="4831526" y="445016"/>
                  </a:lnTo>
                  <a:lnTo>
                    <a:pt x="4832808" y="445016"/>
                  </a:lnTo>
                  <a:lnTo>
                    <a:pt x="4834090" y="445016"/>
                  </a:lnTo>
                  <a:lnTo>
                    <a:pt x="4835372" y="450578"/>
                  </a:lnTo>
                  <a:lnTo>
                    <a:pt x="4836654" y="500643"/>
                  </a:lnTo>
                  <a:lnTo>
                    <a:pt x="4837935" y="553488"/>
                  </a:lnTo>
                  <a:lnTo>
                    <a:pt x="4839217" y="611897"/>
                  </a:lnTo>
                  <a:lnTo>
                    <a:pt x="4840499" y="611897"/>
                  </a:lnTo>
                  <a:lnTo>
                    <a:pt x="4841781" y="661961"/>
                  </a:lnTo>
                  <a:lnTo>
                    <a:pt x="4843063" y="650836"/>
                  </a:lnTo>
                  <a:lnTo>
                    <a:pt x="4844345" y="589646"/>
                  </a:lnTo>
                  <a:lnTo>
                    <a:pt x="4845626" y="592427"/>
                  </a:lnTo>
                  <a:lnTo>
                    <a:pt x="4846908" y="514549"/>
                  </a:lnTo>
                  <a:lnTo>
                    <a:pt x="4848190" y="500643"/>
                  </a:lnTo>
                  <a:lnTo>
                    <a:pt x="4849472" y="483954"/>
                  </a:lnTo>
                  <a:lnTo>
                    <a:pt x="4850754" y="445016"/>
                  </a:lnTo>
                  <a:lnTo>
                    <a:pt x="4852036" y="392170"/>
                  </a:lnTo>
                  <a:lnTo>
                    <a:pt x="4853317" y="339324"/>
                  </a:lnTo>
                  <a:lnTo>
                    <a:pt x="4854599" y="333762"/>
                  </a:lnTo>
                  <a:lnTo>
                    <a:pt x="4855881" y="378263"/>
                  </a:lnTo>
                  <a:lnTo>
                    <a:pt x="4857163" y="389389"/>
                  </a:lnTo>
                  <a:lnTo>
                    <a:pt x="4858445" y="311511"/>
                  </a:lnTo>
                  <a:lnTo>
                    <a:pt x="4859727" y="314292"/>
                  </a:lnTo>
                  <a:lnTo>
                    <a:pt x="4861009" y="350450"/>
                  </a:lnTo>
                  <a:lnTo>
                    <a:pt x="4862290" y="311511"/>
                  </a:lnTo>
                  <a:lnTo>
                    <a:pt x="4863572" y="325418"/>
                  </a:lnTo>
                  <a:lnTo>
                    <a:pt x="4864854" y="230852"/>
                  </a:lnTo>
                  <a:lnTo>
                    <a:pt x="4866136" y="267009"/>
                  </a:lnTo>
                  <a:lnTo>
                    <a:pt x="4867418" y="278135"/>
                  </a:lnTo>
                  <a:lnTo>
                    <a:pt x="4868700" y="278135"/>
                  </a:lnTo>
                  <a:lnTo>
                    <a:pt x="4869981" y="278135"/>
                  </a:lnTo>
                  <a:lnTo>
                    <a:pt x="4871263" y="278135"/>
                  </a:lnTo>
                  <a:lnTo>
                    <a:pt x="4872545" y="278135"/>
                  </a:lnTo>
                  <a:lnTo>
                    <a:pt x="4873827" y="230852"/>
                  </a:lnTo>
                  <a:lnTo>
                    <a:pt x="4875109" y="236414"/>
                  </a:lnTo>
                  <a:lnTo>
                    <a:pt x="4876391" y="311511"/>
                  </a:lnTo>
                  <a:lnTo>
                    <a:pt x="4877673" y="350450"/>
                  </a:lnTo>
                  <a:lnTo>
                    <a:pt x="4878954" y="428328"/>
                  </a:lnTo>
                  <a:lnTo>
                    <a:pt x="4880236" y="445016"/>
                  </a:lnTo>
                  <a:lnTo>
                    <a:pt x="4881518" y="458922"/>
                  </a:lnTo>
                  <a:lnTo>
                    <a:pt x="4882800" y="500643"/>
                  </a:lnTo>
                  <a:lnTo>
                    <a:pt x="4884082" y="550707"/>
                  </a:lnTo>
                  <a:lnTo>
                    <a:pt x="4885364" y="603553"/>
                  </a:lnTo>
                  <a:lnTo>
                    <a:pt x="4886645" y="611897"/>
                  </a:lnTo>
                  <a:lnTo>
                    <a:pt x="4887927" y="611897"/>
                  </a:lnTo>
                  <a:lnTo>
                    <a:pt x="4889209" y="575739"/>
                  </a:lnTo>
                  <a:lnTo>
                    <a:pt x="4890491" y="628585"/>
                  </a:lnTo>
                  <a:lnTo>
                    <a:pt x="4891773" y="592427"/>
                  </a:lnTo>
                  <a:lnTo>
                    <a:pt x="4893055" y="561832"/>
                  </a:lnTo>
                  <a:lnTo>
                    <a:pt x="4894336" y="631366"/>
                  </a:lnTo>
                  <a:lnTo>
                    <a:pt x="4895618" y="639710"/>
                  </a:lnTo>
                  <a:lnTo>
                    <a:pt x="4896900" y="656398"/>
                  </a:lnTo>
                  <a:lnTo>
                    <a:pt x="4898182" y="667524"/>
                  </a:lnTo>
                  <a:lnTo>
                    <a:pt x="4899464" y="667524"/>
                  </a:lnTo>
                  <a:lnTo>
                    <a:pt x="4900746" y="667524"/>
                  </a:lnTo>
                  <a:lnTo>
                    <a:pt x="4902028" y="667524"/>
                  </a:lnTo>
                  <a:lnTo>
                    <a:pt x="4903309" y="667524"/>
                  </a:lnTo>
                  <a:lnTo>
                    <a:pt x="4904591" y="667524"/>
                  </a:lnTo>
                  <a:lnTo>
                    <a:pt x="4905873" y="712025"/>
                  </a:lnTo>
                  <a:lnTo>
                    <a:pt x="4907155" y="698119"/>
                  </a:lnTo>
                  <a:lnTo>
                    <a:pt x="4908437" y="611897"/>
                  </a:lnTo>
                  <a:lnTo>
                    <a:pt x="4909719" y="525675"/>
                  </a:lnTo>
                  <a:lnTo>
                    <a:pt x="4911000" y="500643"/>
                  </a:lnTo>
                  <a:lnTo>
                    <a:pt x="4912282" y="500643"/>
                  </a:lnTo>
                  <a:lnTo>
                    <a:pt x="4913564" y="500643"/>
                  </a:lnTo>
                  <a:lnTo>
                    <a:pt x="4914846" y="500643"/>
                  </a:lnTo>
                  <a:lnTo>
                    <a:pt x="4916128" y="497861"/>
                  </a:lnTo>
                  <a:lnTo>
                    <a:pt x="4917410" y="445016"/>
                  </a:lnTo>
                  <a:lnTo>
                    <a:pt x="4918692" y="445016"/>
                  </a:lnTo>
                  <a:lnTo>
                    <a:pt x="4919973" y="445016"/>
                  </a:lnTo>
                  <a:lnTo>
                    <a:pt x="4921255" y="478392"/>
                  </a:lnTo>
                  <a:lnTo>
                    <a:pt x="4922537" y="500643"/>
                  </a:lnTo>
                  <a:lnTo>
                    <a:pt x="4923819" y="570176"/>
                  </a:lnTo>
                  <a:lnTo>
                    <a:pt x="4925101" y="611897"/>
                  </a:lnTo>
                  <a:lnTo>
                    <a:pt x="4926383" y="611897"/>
                  </a:lnTo>
                  <a:lnTo>
                    <a:pt x="4927664" y="636929"/>
                  </a:lnTo>
                  <a:lnTo>
                    <a:pt x="4928946" y="723151"/>
                  </a:lnTo>
                  <a:lnTo>
                    <a:pt x="4930228" y="695337"/>
                  </a:lnTo>
                  <a:lnTo>
                    <a:pt x="4931510" y="667524"/>
                  </a:lnTo>
                  <a:lnTo>
                    <a:pt x="4932792" y="667524"/>
                  </a:lnTo>
                  <a:lnTo>
                    <a:pt x="4934074" y="667524"/>
                  </a:lnTo>
                  <a:lnTo>
                    <a:pt x="4935356" y="667524"/>
                  </a:lnTo>
                  <a:lnTo>
                    <a:pt x="4936637" y="667524"/>
                  </a:lnTo>
                  <a:lnTo>
                    <a:pt x="4937919" y="667524"/>
                  </a:lnTo>
                  <a:lnTo>
                    <a:pt x="4939201" y="689774"/>
                  </a:lnTo>
                  <a:lnTo>
                    <a:pt x="4940483" y="773215"/>
                  </a:lnTo>
                  <a:lnTo>
                    <a:pt x="4941765" y="862218"/>
                  </a:lnTo>
                  <a:lnTo>
                    <a:pt x="4943047" y="890032"/>
                  </a:lnTo>
                  <a:lnTo>
                    <a:pt x="4944328" y="890032"/>
                  </a:lnTo>
                  <a:lnTo>
                    <a:pt x="4945610" y="890032"/>
                  </a:lnTo>
                  <a:lnTo>
                    <a:pt x="4946892" y="890032"/>
                  </a:lnTo>
                  <a:lnTo>
                    <a:pt x="4948174" y="878906"/>
                  </a:lnTo>
                  <a:lnTo>
                    <a:pt x="4949456" y="890032"/>
                  </a:lnTo>
                  <a:lnTo>
                    <a:pt x="4950738" y="837186"/>
                  </a:lnTo>
                  <a:lnTo>
                    <a:pt x="4952019" y="778778"/>
                  </a:lnTo>
                  <a:lnTo>
                    <a:pt x="4953301" y="778778"/>
                  </a:lnTo>
                  <a:lnTo>
                    <a:pt x="4954583" y="778778"/>
                  </a:lnTo>
                  <a:lnTo>
                    <a:pt x="4955865" y="778778"/>
                  </a:lnTo>
                  <a:lnTo>
                    <a:pt x="4957147" y="778778"/>
                  </a:lnTo>
                  <a:lnTo>
                    <a:pt x="4958429" y="778778"/>
                  </a:lnTo>
                  <a:lnTo>
                    <a:pt x="4959711" y="778778"/>
                  </a:lnTo>
                  <a:lnTo>
                    <a:pt x="4960992" y="739839"/>
                  </a:lnTo>
                  <a:lnTo>
                    <a:pt x="4962274" y="748183"/>
                  </a:lnTo>
                  <a:lnTo>
                    <a:pt x="4963556" y="778778"/>
                  </a:lnTo>
                  <a:lnTo>
                    <a:pt x="4964838" y="778778"/>
                  </a:lnTo>
                  <a:lnTo>
                    <a:pt x="4966120" y="778778"/>
                  </a:lnTo>
                  <a:lnTo>
                    <a:pt x="4967402" y="778778"/>
                  </a:lnTo>
                  <a:lnTo>
                    <a:pt x="4968683" y="778778"/>
                  </a:lnTo>
                  <a:lnTo>
                    <a:pt x="4969965" y="778778"/>
                  </a:lnTo>
                  <a:lnTo>
                    <a:pt x="4971247" y="778778"/>
                  </a:lnTo>
                  <a:lnTo>
                    <a:pt x="4972529" y="728713"/>
                  </a:lnTo>
                  <a:lnTo>
                    <a:pt x="4973811" y="692556"/>
                  </a:lnTo>
                  <a:lnTo>
                    <a:pt x="4975093" y="667524"/>
                  </a:lnTo>
                  <a:lnTo>
                    <a:pt x="4976375" y="667524"/>
                  </a:lnTo>
                  <a:lnTo>
                    <a:pt x="4977656" y="667524"/>
                  </a:lnTo>
                  <a:lnTo>
                    <a:pt x="4978938" y="661961"/>
                  </a:lnTo>
                  <a:lnTo>
                    <a:pt x="4980220" y="620241"/>
                  </a:lnTo>
                  <a:lnTo>
                    <a:pt x="4981502" y="667524"/>
                  </a:lnTo>
                  <a:lnTo>
                    <a:pt x="4982784" y="714807"/>
                  </a:lnTo>
                  <a:lnTo>
                    <a:pt x="4984066" y="778778"/>
                  </a:lnTo>
                  <a:lnTo>
                    <a:pt x="4985347" y="778778"/>
                  </a:lnTo>
                  <a:lnTo>
                    <a:pt x="4986629" y="778778"/>
                  </a:lnTo>
                  <a:lnTo>
                    <a:pt x="4987911" y="778778"/>
                  </a:lnTo>
                  <a:lnTo>
                    <a:pt x="4989193" y="778778"/>
                  </a:lnTo>
                  <a:lnTo>
                    <a:pt x="4990475" y="778778"/>
                  </a:lnTo>
                  <a:lnTo>
                    <a:pt x="4991757" y="778778"/>
                  </a:lnTo>
                  <a:lnTo>
                    <a:pt x="4993038" y="814935"/>
                  </a:lnTo>
                  <a:lnTo>
                    <a:pt x="4994320" y="834405"/>
                  </a:lnTo>
                  <a:lnTo>
                    <a:pt x="4995602" y="834405"/>
                  </a:lnTo>
                  <a:lnTo>
                    <a:pt x="4996884" y="834405"/>
                  </a:lnTo>
                  <a:lnTo>
                    <a:pt x="4998166" y="834405"/>
                  </a:lnTo>
                  <a:lnTo>
                    <a:pt x="4999448" y="834405"/>
                  </a:lnTo>
                  <a:lnTo>
                    <a:pt x="5000730" y="767652"/>
                  </a:lnTo>
                  <a:lnTo>
                    <a:pt x="5002011" y="675868"/>
                  </a:lnTo>
                  <a:lnTo>
                    <a:pt x="5003293" y="648054"/>
                  </a:lnTo>
                  <a:lnTo>
                    <a:pt x="5004575" y="659180"/>
                  </a:lnTo>
                  <a:lnTo>
                    <a:pt x="5005857" y="681430"/>
                  </a:lnTo>
                  <a:lnTo>
                    <a:pt x="5007139" y="667524"/>
                  </a:lnTo>
                  <a:lnTo>
                    <a:pt x="5008421" y="667524"/>
                  </a:lnTo>
                  <a:lnTo>
                    <a:pt x="5009702" y="639710"/>
                  </a:lnTo>
                  <a:lnTo>
                    <a:pt x="5010984" y="614678"/>
                  </a:lnTo>
                  <a:lnTo>
                    <a:pt x="5012266" y="667524"/>
                  </a:lnTo>
                  <a:lnTo>
                    <a:pt x="5013548" y="667524"/>
                  </a:lnTo>
                  <a:lnTo>
                    <a:pt x="5014830" y="667524"/>
                  </a:lnTo>
                  <a:lnTo>
                    <a:pt x="5016112" y="667524"/>
                  </a:lnTo>
                  <a:lnTo>
                    <a:pt x="5017394" y="667524"/>
                  </a:lnTo>
                  <a:lnTo>
                    <a:pt x="5018675" y="667524"/>
                  </a:lnTo>
                  <a:lnTo>
                    <a:pt x="5019957" y="667524"/>
                  </a:lnTo>
                  <a:lnTo>
                    <a:pt x="5021239" y="667524"/>
                  </a:lnTo>
                  <a:lnTo>
                    <a:pt x="5022521" y="667524"/>
                  </a:lnTo>
                  <a:lnTo>
                    <a:pt x="5023803" y="667524"/>
                  </a:lnTo>
                  <a:lnTo>
                    <a:pt x="5025085" y="667524"/>
                  </a:lnTo>
                  <a:lnTo>
                    <a:pt x="5026366" y="667524"/>
                  </a:lnTo>
                  <a:lnTo>
                    <a:pt x="5027648" y="667524"/>
                  </a:lnTo>
                  <a:lnTo>
                    <a:pt x="5028930" y="667524"/>
                  </a:lnTo>
                  <a:lnTo>
                    <a:pt x="5030212" y="667524"/>
                  </a:lnTo>
                  <a:lnTo>
                    <a:pt x="5031494" y="667524"/>
                  </a:lnTo>
                  <a:lnTo>
                    <a:pt x="5032776" y="728713"/>
                  </a:lnTo>
                  <a:lnTo>
                    <a:pt x="5034057" y="823279"/>
                  </a:lnTo>
                  <a:lnTo>
                    <a:pt x="5035339" y="851093"/>
                  </a:lnTo>
                  <a:lnTo>
                    <a:pt x="5036621" y="878906"/>
                  </a:lnTo>
                  <a:lnTo>
                    <a:pt x="5037903" y="845530"/>
                  </a:lnTo>
                  <a:lnTo>
                    <a:pt x="5039185" y="853874"/>
                  </a:lnTo>
                  <a:lnTo>
                    <a:pt x="5040467" y="795466"/>
                  </a:lnTo>
                  <a:lnTo>
                    <a:pt x="5041749" y="803810"/>
                  </a:lnTo>
                  <a:lnTo>
                    <a:pt x="5043030" y="834405"/>
                  </a:lnTo>
                  <a:lnTo>
                    <a:pt x="5044312" y="834405"/>
                  </a:lnTo>
                  <a:lnTo>
                    <a:pt x="5045594" y="834405"/>
                  </a:lnTo>
                  <a:lnTo>
                    <a:pt x="5046876" y="834405"/>
                  </a:lnTo>
                  <a:lnTo>
                    <a:pt x="5048158" y="834405"/>
                  </a:lnTo>
                  <a:lnTo>
                    <a:pt x="5049440" y="834405"/>
                  </a:lnTo>
                  <a:lnTo>
                    <a:pt x="5050721" y="834405"/>
                  </a:lnTo>
                  <a:lnTo>
                    <a:pt x="5052003" y="784340"/>
                  </a:lnTo>
                  <a:lnTo>
                    <a:pt x="5053285" y="778778"/>
                  </a:lnTo>
                  <a:lnTo>
                    <a:pt x="5054567" y="773215"/>
                  </a:lnTo>
                  <a:lnTo>
                    <a:pt x="5055849" y="723151"/>
                  </a:lnTo>
                  <a:lnTo>
                    <a:pt x="5057131" y="723151"/>
                  </a:lnTo>
                  <a:lnTo>
                    <a:pt x="5058413" y="723151"/>
                  </a:lnTo>
                  <a:lnTo>
                    <a:pt x="5059694" y="664742"/>
                  </a:lnTo>
                  <a:lnTo>
                    <a:pt x="5060976" y="611897"/>
                  </a:lnTo>
                  <a:lnTo>
                    <a:pt x="5062258" y="597990"/>
                  </a:lnTo>
                  <a:lnTo>
                    <a:pt x="5063540" y="556270"/>
                  </a:lnTo>
                  <a:lnTo>
                    <a:pt x="5064822" y="517331"/>
                  </a:lnTo>
                  <a:lnTo>
                    <a:pt x="5066104" y="478392"/>
                  </a:lnTo>
                  <a:lnTo>
                    <a:pt x="5067385" y="445016"/>
                  </a:lnTo>
                  <a:lnTo>
                    <a:pt x="5068667" y="453360"/>
                  </a:lnTo>
                  <a:lnTo>
                    <a:pt x="5069949" y="461704"/>
                  </a:lnTo>
                  <a:lnTo>
                    <a:pt x="5071231" y="422765"/>
                  </a:lnTo>
                  <a:lnTo>
                    <a:pt x="5072513" y="481173"/>
                  </a:lnTo>
                  <a:lnTo>
                    <a:pt x="5073795" y="500643"/>
                  </a:lnTo>
                  <a:lnTo>
                    <a:pt x="5075077" y="472829"/>
                  </a:lnTo>
                  <a:lnTo>
                    <a:pt x="5076358" y="445016"/>
                  </a:lnTo>
                  <a:lnTo>
                    <a:pt x="5077640" y="445016"/>
                  </a:lnTo>
                  <a:lnTo>
                    <a:pt x="5078922" y="445016"/>
                  </a:lnTo>
                  <a:lnTo>
                    <a:pt x="5080204" y="445016"/>
                  </a:lnTo>
                  <a:lnTo>
                    <a:pt x="5081486" y="445016"/>
                  </a:lnTo>
                  <a:lnTo>
                    <a:pt x="5082768" y="392170"/>
                  </a:lnTo>
                  <a:lnTo>
                    <a:pt x="5084049" y="436672"/>
                  </a:lnTo>
                  <a:lnTo>
                    <a:pt x="5085331" y="445016"/>
                  </a:lnTo>
                  <a:lnTo>
                    <a:pt x="5086613" y="447797"/>
                  </a:lnTo>
                  <a:lnTo>
                    <a:pt x="5087895" y="500643"/>
                  </a:lnTo>
                  <a:lnTo>
                    <a:pt x="5089177" y="500643"/>
                  </a:lnTo>
                  <a:lnTo>
                    <a:pt x="5090459" y="500643"/>
                  </a:lnTo>
                  <a:lnTo>
                    <a:pt x="5091740" y="553488"/>
                  </a:lnTo>
                  <a:lnTo>
                    <a:pt x="5093022" y="611897"/>
                  </a:lnTo>
                  <a:lnTo>
                    <a:pt x="5094304" y="623022"/>
                  </a:lnTo>
                  <a:lnTo>
                    <a:pt x="5095586" y="642492"/>
                  </a:lnTo>
                  <a:lnTo>
                    <a:pt x="5096868" y="648054"/>
                  </a:lnTo>
                  <a:lnTo>
                    <a:pt x="5098150" y="686993"/>
                  </a:lnTo>
                  <a:lnTo>
                    <a:pt x="5099432" y="723151"/>
                  </a:lnTo>
                  <a:lnTo>
                    <a:pt x="5100713" y="723151"/>
                  </a:lnTo>
                  <a:lnTo>
                    <a:pt x="5101995" y="756527"/>
                  </a:lnTo>
                  <a:lnTo>
                    <a:pt x="5103277" y="834405"/>
                  </a:lnTo>
                  <a:lnTo>
                    <a:pt x="5104559" y="834405"/>
                  </a:lnTo>
                  <a:lnTo>
                    <a:pt x="5105841" y="834405"/>
                  </a:lnTo>
                  <a:lnTo>
                    <a:pt x="5107123" y="859437"/>
                  </a:lnTo>
                  <a:lnTo>
                    <a:pt x="5108404" y="890032"/>
                  </a:lnTo>
                  <a:lnTo>
                    <a:pt x="5109686" y="890032"/>
                  </a:lnTo>
                  <a:lnTo>
                    <a:pt x="5110968" y="890032"/>
                  </a:lnTo>
                  <a:lnTo>
                    <a:pt x="5112250" y="890032"/>
                  </a:lnTo>
                  <a:lnTo>
                    <a:pt x="5113532" y="890032"/>
                  </a:lnTo>
                  <a:lnTo>
                    <a:pt x="5114814" y="940096"/>
                  </a:lnTo>
                  <a:lnTo>
                    <a:pt x="5116096" y="945659"/>
                  </a:lnTo>
                  <a:lnTo>
                    <a:pt x="5117377" y="945659"/>
                  </a:lnTo>
                  <a:lnTo>
                    <a:pt x="5118659" y="945659"/>
                  </a:lnTo>
                  <a:lnTo>
                    <a:pt x="5119941" y="901157"/>
                  </a:lnTo>
                  <a:lnTo>
                    <a:pt x="5121223" y="792684"/>
                  </a:lnTo>
                  <a:lnTo>
                    <a:pt x="5122505" y="748183"/>
                  </a:lnTo>
                  <a:lnTo>
                    <a:pt x="5123787" y="723151"/>
                  </a:lnTo>
                  <a:lnTo>
                    <a:pt x="5125068" y="723151"/>
                  </a:lnTo>
                  <a:lnTo>
                    <a:pt x="5126350" y="723151"/>
                  </a:lnTo>
                  <a:lnTo>
                    <a:pt x="5127632" y="745402"/>
                  </a:lnTo>
                  <a:lnTo>
                    <a:pt x="5128914" y="778778"/>
                  </a:lnTo>
                  <a:lnTo>
                    <a:pt x="5130196" y="745401"/>
                  </a:lnTo>
                  <a:lnTo>
                    <a:pt x="5131478" y="723151"/>
                  </a:lnTo>
                  <a:lnTo>
                    <a:pt x="5132759" y="723151"/>
                  </a:lnTo>
                  <a:lnTo>
                    <a:pt x="5134041" y="723151"/>
                  </a:lnTo>
                  <a:lnTo>
                    <a:pt x="5135323" y="723151"/>
                  </a:lnTo>
                  <a:lnTo>
                    <a:pt x="5136605" y="723151"/>
                  </a:lnTo>
                  <a:lnTo>
                    <a:pt x="5137887" y="717588"/>
                  </a:lnTo>
                  <a:lnTo>
                    <a:pt x="5139169" y="631366"/>
                  </a:lnTo>
                  <a:lnTo>
                    <a:pt x="5140451" y="611897"/>
                  </a:lnTo>
                  <a:lnTo>
                    <a:pt x="5141732" y="611897"/>
                  </a:lnTo>
                  <a:lnTo>
                    <a:pt x="5143014" y="611897"/>
                  </a:lnTo>
                  <a:lnTo>
                    <a:pt x="5144296" y="597990"/>
                  </a:lnTo>
                  <a:lnTo>
                    <a:pt x="5145578" y="556270"/>
                  </a:lnTo>
                  <a:lnTo>
                    <a:pt x="5146860" y="536800"/>
                  </a:lnTo>
                  <a:lnTo>
                    <a:pt x="5148142" y="500643"/>
                  </a:lnTo>
                  <a:lnTo>
                    <a:pt x="5149423" y="500643"/>
                  </a:lnTo>
                  <a:lnTo>
                    <a:pt x="5150705" y="500643"/>
                  </a:lnTo>
                  <a:lnTo>
                    <a:pt x="5151987" y="539582"/>
                  </a:lnTo>
                  <a:lnTo>
                    <a:pt x="5153269" y="650836"/>
                  </a:lnTo>
                  <a:lnTo>
                    <a:pt x="5154551" y="695337"/>
                  </a:lnTo>
                  <a:lnTo>
                    <a:pt x="5155833" y="723151"/>
                  </a:lnTo>
                  <a:lnTo>
                    <a:pt x="5157115" y="723151"/>
                  </a:lnTo>
                  <a:lnTo>
                    <a:pt x="5158396" y="723151"/>
                  </a:lnTo>
                  <a:lnTo>
                    <a:pt x="5159678" y="723151"/>
                  </a:lnTo>
                  <a:lnTo>
                    <a:pt x="5160960" y="723151"/>
                  </a:lnTo>
                  <a:lnTo>
                    <a:pt x="5162242" y="753746"/>
                  </a:lnTo>
                  <a:lnTo>
                    <a:pt x="5163524" y="778778"/>
                  </a:lnTo>
                  <a:lnTo>
                    <a:pt x="5164806" y="778778"/>
                  </a:lnTo>
                  <a:lnTo>
                    <a:pt x="5166087" y="725932"/>
                  </a:lnTo>
                  <a:lnTo>
                    <a:pt x="5167369" y="723151"/>
                  </a:lnTo>
                  <a:lnTo>
                    <a:pt x="5168651" y="723151"/>
                  </a:lnTo>
                  <a:lnTo>
                    <a:pt x="5169933" y="725932"/>
                  </a:lnTo>
                  <a:lnTo>
                    <a:pt x="5171215" y="812154"/>
                  </a:lnTo>
                  <a:lnTo>
                    <a:pt x="5172497" y="834405"/>
                  </a:lnTo>
                  <a:lnTo>
                    <a:pt x="5173778" y="834405"/>
                  </a:lnTo>
                  <a:lnTo>
                    <a:pt x="5175060" y="834405"/>
                  </a:lnTo>
                  <a:lnTo>
                    <a:pt x="5176342" y="823279"/>
                  </a:lnTo>
                  <a:lnTo>
                    <a:pt x="5177624" y="834405"/>
                  </a:lnTo>
                  <a:lnTo>
                    <a:pt x="5178906" y="826061"/>
                  </a:lnTo>
                  <a:lnTo>
                    <a:pt x="5180188" y="834405"/>
                  </a:lnTo>
                  <a:lnTo>
                    <a:pt x="5181470" y="834405"/>
                  </a:lnTo>
                  <a:lnTo>
                    <a:pt x="5182751" y="834405"/>
                  </a:lnTo>
                  <a:lnTo>
                    <a:pt x="5184033" y="834405"/>
                  </a:lnTo>
                  <a:lnTo>
                    <a:pt x="5185315" y="834405"/>
                  </a:lnTo>
                  <a:lnTo>
                    <a:pt x="5186597" y="834405"/>
                  </a:lnTo>
                  <a:lnTo>
                    <a:pt x="5187879" y="834405"/>
                  </a:lnTo>
                  <a:lnTo>
                    <a:pt x="5189161" y="834405"/>
                  </a:lnTo>
                  <a:lnTo>
                    <a:pt x="5190442" y="834405"/>
                  </a:lnTo>
                  <a:lnTo>
                    <a:pt x="5191724" y="834405"/>
                  </a:lnTo>
                  <a:lnTo>
                    <a:pt x="5193006" y="834405"/>
                  </a:lnTo>
                  <a:lnTo>
                    <a:pt x="5194288" y="834405"/>
                  </a:lnTo>
                  <a:lnTo>
                    <a:pt x="5195570" y="834405"/>
                  </a:lnTo>
                  <a:lnTo>
                    <a:pt x="5196852" y="834405"/>
                  </a:lnTo>
                  <a:lnTo>
                    <a:pt x="5198134" y="848311"/>
                  </a:lnTo>
                  <a:lnTo>
                    <a:pt x="5199415" y="834405"/>
                  </a:lnTo>
                  <a:lnTo>
                    <a:pt x="5200697" y="834405"/>
                  </a:lnTo>
                  <a:lnTo>
                    <a:pt x="5201979" y="834405"/>
                  </a:lnTo>
                  <a:lnTo>
                    <a:pt x="5203261" y="834405"/>
                  </a:lnTo>
                  <a:lnTo>
                    <a:pt x="5204543" y="834405"/>
                  </a:lnTo>
                  <a:lnTo>
                    <a:pt x="5205825" y="834405"/>
                  </a:lnTo>
                  <a:lnTo>
                    <a:pt x="5207106" y="834405"/>
                  </a:lnTo>
                  <a:lnTo>
                    <a:pt x="5208388" y="853874"/>
                  </a:lnTo>
                  <a:lnTo>
                    <a:pt x="5209670" y="856656"/>
                  </a:lnTo>
                  <a:lnTo>
                    <a:pt x="5210952" y="856655"/>
                  </a:lnTo>
                  <a:lnTo>
                    <a:pt x="5212234" y="890032"/>
                  </a:lnTo>
                  <a:lnTo>
                    <a:pt x="5213516" y="873344"/>
                  </a:lnTo>
                  <a:lnTo>
                    <a:pt x="5214798" y="792684"/>
                  </a:lnTo>
                  <a:lnTo>
                    <a:pt x="5216079" y="745401"/>
                  </a:lnTo>
                  <a:lnTo>
                    <a:pt x="5217361" y="667524"/>
                  </a:lnTo>
                  <a:lnTo>
                    <a:pt x="5218643" y="617459"/>
                  </a:lnTo>
                  <a:lnTo>
                    <a:pt x="5219925" y="611897"/>
                  </a:lnTo>
                  <a:lnTo>
                    <a:pt x="5221207" y="611897"/>
                  </a:lnTo>
                  <a:lnTo>
                    <a:pt x="5222489" y="611897"/>
                  </a:lnTo>
                  <a:lnTo>
                    <a:pt x="5223770" y="611897"/>
                  </a:lnTo>
                  <a:lnTo>
                    <a:pt x="5225052" y="572958"/>
                  </a:lnTo>
                  <a:lnTo>
                    <a:pt x="5226334" y="464485"/>
                  </a:lnTo>
                  <a:lnTo>
                    <a:pt x="5227616" y="445016"/>
                  </a:lnTo>
                  <a:lnTo>
                    <a:pt x="5228898" y="394951"/>
                  </a:lnTo>
                  <a:lnTo>
                    <a:pt x="5230180" y="422765"/>
                  </a:lnTo>
                  <a:lnTo>
                    <a:pt x="5231461" y="445016"/>
                  </a:lnTo>
                  <a:lnTo>
                    <a:pt x="5232743" y="445016"/>
                  </a:lnTo>
                  <a:lnTo>
                    <a:pt x="5234025" y="406077"/>
                  </a:lnTo>
                  <a:lnTo>
                    <a:pt x="5235307" y="389389"/>
                  </a:lnTo>
                  <a:lnTo>
                    <a:pt x="5236589" y="342106"/>
                  </a:lnTo>
                  <a:lnTo>
                    <a:pt x="5237871" y="333762"/>
                  </a:lnTo>
                  <a:lnTo>
                    <a:pt x="5239153" y="333762"/>
                  </a:lnTo>
                  <a:lnTo>
                    <a:pt x="5240434" y="333762"/>
                  </a:lnTo>
                  <a:lnTo>
                    <a:pt x="5241716" y="364356"/>
                  </a:lnTo>
                  <a:lnTo>
                    <a:pt x="5242998" y="389389"/>
                  </a:lnTo>
                  <a:lnTo>
                    <a:pt x="5244280" y="389389"/>
                  </a:lnTo>
                  <a:lnTo>
                    <a:pt x="5245562" y="350450"/>
                  </a:lnTo>
                  <a:lnTo>
                    <a:pt x="5246844" y="328199"/>
                  </a:lnTo>
                  <a:lnTo>
                    <a:pt x="5248125" y="308730"/>
                  </a:lnTo>
                  <a:lnTo>
                    <a:pt x="5249407" y="386607"/>
                  </a:lnTo>
                  <a:lnTo>
                    <a:pt x="5250689" y="436672"/>
                  </a:lnTo>
                  <a:lnTo>
                    <a:pt x="5251971" y="445016"/>
                  </a:lnTo>
                  <a:lnTo>
                    <a:pt x="5253253" y="445016"/>
                  </a:lnTo>
                  <a:lnTo>
                    <a:pt x="5254535" y="445016"/>
                  </a:lnTo>
                  <a:lnTo>
                    <a:pt x="5255817" y="445016"/>
                  </a:lnTo>
                  <a:lnTo>
                    <a:pt x="5257098" y="475610"/>
                  </a:lnTo>
                  <a:lnTo>
                    <a:pt x="5258380" y="534019"/>
                  </a:lnTo>
                  <a:lnTo>
                    <a:pt x="5259662" y="556270"/>
                  </a:lnTo>
                  <a:lnTo>
                    <a:pt x="5260944" y="603553"/>
                  </a:lnTo>
                  <a:lnTo>
                    <a:pt x="5262226" y="611897"/>
                  </a:lnTo>
                  <a:lnTo>
                    <a:pt x="5263508" y="611897"/>
                  </a:lnTo>
                  <a:lnTo>
                    <a:pt x="5264789" y="611897"/>
                  </a:lnTo>
                  <a:lnTo>
                    <a:pt x="5266071" y="648054"/>
                  </a:lnTo>
                  <a:lnTo>
                    <a:pt x="5267353" y="667524"/>
                  </a:lnTo>
                  <a:lnTo>
                    <a:pt x="5268635" y="712025"/>
                  </a:lnTo>
                  <a:lnTo>
                    <a:pt x="5269917" y="723151"/>
                  </a:lnTo>
                  <a:lnTo>
                    <a:pt x="5271199" y="723151"/>
                  </a:lnTo>
                  <a:lnTo>
                    <a:pt x="5272480" y="723151"/>
                  </a:lnTo>
                  <a:lnTo>
                    <a:pt x="5273762" y="723151"/>
                  </a:lnTo>
                  <a:lnTo>
                    <a:pt x="5275044" y="723151"/>
                  </a:lnTo>
                  <a:lnTo>
                    <a:pt x="5276326" y="723151"/>
                  </a:lnTo>
                  <a:lnTo>
                    <a:pt x="5277608" y="770434"/>
                  </a:lnTo>
                  <a:lnTo>
                    <a:pt x="5278890" y="873344"/>
                  </a:lnTo>
                  <a:lnTo>
                    <a:pt x="5280172" y="903938"/>
                  </a:lnTo>
                  <a:lnTo>
                    <a:pt x="5281453" y="890032"/>
                  </a:lnTo>
                  <a:lnTo>
                    <a:pt x="5282735" y="862218"/>
                  </a:lnTo>
                  <a:lnTo>
                    <a:pt x="5284017" y="814935"/>
                  </a:lnTo>
                  <a:lnTo>
                    <a:pt x="5285299" y="778778"/>
                  </a:lnTo>
                  <a:lnTo>
                    <a:pt x="5286581" y="773215"/>
                  </a:lnTo>
                  <a:lnTo>
                    <a:pt x="5287863" y="656398"/>
                  </a:lnTo>
                  <a:lnTo>
                    <a:pt x="5289144" y="606334"/>
                  </a:lnTo>
                  <a:lnTo>
                    <a:pt x="5290426" y="592427"/>
                  </a:lnTo>
                  <a:lnTo>
                    <a:pt x="5291708" y="556270"/>
                  </a:lnTo>
                  <a:lnTo>
                    <a:pt x="5292990" y="556270"/>
                  </a:lnTo>
                  <a:lnTo>
                    <a:pt x="5294272" y="556270"/>
                  </a:lnTo>
                  <a:lnTo>
                    <a:pt x="5295554" y="556270"/>
                  </a:lnTo>
                  <a:lnTo>
                    <a:pt x="5296836" y="542363"/>
                  </a:lnTo>
                  <a:lnTo>
                    <a:pt x="5298117" y="500643"/>
                  </a:lnTo>
                  <a:lnTo>
                    <a:pt x="5299399" y="500643"/>
                  </a:lnTo>
                  <a:lnTo>
                    <a:pt x="5300681" y="500643"/>
                  </a:lnTo>
                  <a:lnTo>
                    <a:pt x="5301963" y="500643"/>
                  </a:lnTo>
                  <a:lnTo>
                    <a:pt x="5303245" y="470048"/>
                  </a:lnTo>
                  <a:lnTo>
                    <a:pt x="5304527" y="445016"/>
                  </a:lnTo>
                  <a:lnTo>
                    <a:pt x="5305808" y="445016"/>
                  </a:lnTo>
                  <a:lnTo>
                    <a:pt x="5307090" y="445016"/>
                  </a:lnTo>
                  <a:lnTo>
                    <a:pt x="5308372" y="442234"/>
                  </a:lnTo>
                  <a:lnTo>
                    <a:pt x="5309654" y="389389"/>
                  </a:lnTo>
                  <a:lnTo>
                    <a:pt x="5310936" y="389389"/>
                  </a:lnTo>
                  <a:lnTo>
                    <a:pt x="5312218" y="428328"/>
                  </a:lnTo>
                  <a:lnTo>
                    <a:pt x="5313500" y="408858"/>
                  </a:lnTo>
                  <a:lnTo>
                    <a:pt x="5314781" y="358794"/>
                  </a:lnTo>
                  <a:lnTo>
                    <a:pt x="5316063" y="353231"/>
                  </a:lnTo>
                  <a:lnTo>
                    <a:pt x="5317345" y="389389"/>
                  </a:lnTo>
                  <a:lnTo>
                    <a:pt x="5318627" y="392170"/>
                  </a:lnTo>
                  <a:lnTo>
                    <a:pt x="5319909" y="506205"/>
                  </a:lnTo>
                  <a:lnTo>
                    <a:pt x="5321191" y="553488"/>
                  </a:lnTo>
                  <a:lnTo>
                    <a:pt x="5322472" y="545144"/>
                  </a:lnTo>
                  <a:lnTo>
                    <a:pt x="5323754" y="556270"/>
                  </a:lnTo>
                  <a:lnTo>
                    <a:pt x="5325036" y="556270"/>
                  </a:lnTo>
                  <a:lnTo>
                    <a:pt x="5326318" y="556270"/>
                  </a:lnTo>
                  <a:lnTo>
                    <a:pt x="5327600" y="556270"/>
                  </a:lnTo>
                  <a:lnTo>
                    <a:pt x="5328882" y="567395"/>
                  </a:lnTo>
                  <a:lnTo>
                    <a:pt x="5330163" y="559051"/>
                  </a:lnTo>
                  <a:lnTo>
                    <a:pt x="5331445" y="475610"/>
                  </a:lnTo>
                  <a:lnTo>
                    <a:pt x="5332727" y="414421"/>
                  </a:lnTo>
                  <a:lnTo>
                    <a:pt x="5334009" y="389389"/>
                  </a:lnTo>
                  <a:lnTo>
                    <a:pt x="5335291" y="397733"/>
                  </a:lnTo>
                  <a:lnTo>
                    <a:pt x="5336573" y="389389"/>
                  </a:lnTo>
                  <a:lnTo>
                    <a:pt x="5337855" y="372701"/>
                  </a:lnTo>
                  <a:lnTo>
                    <a:pt x="5339136" y="333762"/>
                  </a:lnTo>
                  <a:lnTo>
                    <a:pt x="5340418" y="333762"/>
                  </a:lnTo>
                  <a:lnTo>
                    <a:pt x="5341700" y="389389"/>
                  </a:lnTo>
                  <a:lnTo>
                    <a:pt x="5342982" y="389389"/>
                  </a:lnTo>
                  <a:lnTo>
                    <a:pt x="5344264" y="389389"/>
                  </a:lnTo>
                  <a:lnTo>
                    <a:pt x="5345546" y="419983"/>
                  </a:lnTo>
                  <a:lnTo>
                    <a:pt x="5346827" y="495080"/>
                  </a:lnTo>
                  <a:lnTo>
                    <a:pt x="5348109" y="495080"/>
                  </a:lnTo>
                  <a:lnTo>
                    <a:pt x="5349391" y="500643"/>
                  </a:lnTo>
                  <a:lnTo>
                    <a:pt x="5350673" y="481173"/>
                  </a:lnTo>
                  <a:lnTo>
                    <a:pt x="5351955" y="397733"/>
                  </a:lnTo>
                  <a:lnTo>
                    <a:pt x="5353237" y="392170"/>
                  </a:lnTo>
                  <a:lnTo>
                    <a:pt x="5354519" y="470048"/>
                  </a:lnTo>
                  <a:lnTo>
                    <a:pt x="5355800" y="500643"/>
                  </a:lnTo>
                  <a:lnTo>
                    <a:pt x="5357082" y="500643"/>
                  </a:lnTo>
                  <a:lnTo>
                    <a:pt x="5358364" y="500643"/>
                  </a:lnTo>
                  <a:lnTo>
                    <a:pt x="5359646" y="492299"/>
                  </a:lnTo>
                  <a:lnTo>
                    <a:pt x="5360928" y="445016"/>
                  </a:lnTo>
                  <a:lnTo>
                    <a:pt x="5362210" y="492299"/>
                  </a:lnTo>
                  <a:lnTo>
                    <a:pt x="5363491" y="578520"/>
                  </a:lnTo>
                  <a:lnTo>
                    <a:pt x="5364773" y="636929"/>
                  </a:lnTo>
                  <a:lnTo>
                    <a:pt x="5366055" y="611897"/>
                  </a:lnTo>
                  <a:lnTo>
                    <a:pt x="5367337" y="628585"/>
                  </a:lnTo>
                  <a:lnTo>
                    <a:pt x="5368619" y="667524"/>
                  </a:lnTo>
                  <a:lnTo>
                    <a:pt x="5369901" y="681430"/>
                  </a:lnTo>
                  <a:lnTo>
                    <a:pt x="5371182" y="723151"/>
                  </a:lnTo>
                  <a:lnTo>
                    <a:pt x="5372464" y="723151"/>
                  </a:lnTo>
                  <a:lnTo>
                    <a:pt x="5373746" y="723151"/>
                  </a:lnTo>
                  <a:lnTo>
                    <a:pt x="5375028" y="723151"/>
                  </a:lnTo>
                  <a:lnTo>
                    <a:pt x="5376310" y="723151"/>
                  </a:lnTo>
                  <a:lnTo>
                    <a:pt x="5377592" y="664742"/>
                  </a:lnTo>
                  <a:lnTo>
                    <a:pt x="5378874" y="614678"/>
                  </a:lnTo>
                  <a:lnTo>
                    <a:pt x="5380155" y="667524"/>
                  </a:lnTo>
                  <a:lnTo>
                    <a:pt x="5381437" y="667524"/>
                  </a:lnTo>
                  <a:lnTo>
                    <a:pt x="5382719" y="684212"/>
                  </a:lnTo>
                  <a:lnTo>
                    <a:pt x="5384001" y="767652"/>
                  </a:lnTo>
                  <a:lnTo>
                    <a:pt x="5385283" y="778778"/>
                  </a:lnTo>
                  <a:lnTo>
                    <a:pt x="5386565" y="742620"/>
                  </a:lnTo>
                  <a:lnTo>
                    <a:pt x="5387846" y="723151"/>
                  </a:lnTo>
                  <a:lnTo>
                    <a:pt x="5389128" y="723151"/>
                  </a:lnTo>
                  <a:lnTo>
                    <a:pt x="5390410" y="723151"/>
                  </a:lnTo>
                  <a:lnTo>
                    <a:pt x="5391692" y="728713"/>
                  </a:lnTo>
                  <a:lnTo>
                    <a:pt x="5392974" y="778778"/>
                  </a:lnTo>
                  <a:lnTo>
                    <a:pt x="5394256" y="778778"/>
                  </a:lnTo>
                  <a:lnTo>
                    <a:pt x="5395538" y="778778"/>
                  </a:lnTo>
                  <a:lnTo>
                    <a:pt x="5396819" y="778778"/>
                  </a:lnTo>
                  <a:lnTo>
                    <a:pt x="5398101" y="834405"/>
                  </a:lnTo>
                  <a:lnTo>
                    <a:pt x="5399383" y="834405"/>
                  </a:lnTo>
                  <a:lnTo>
                    <a:pt x="5400665" y="823279"/>
                  </a:lnTo>
                  <a:lnTo>
                    <a:pt x="5401947" y="778778"/>
                  </a:lnTo>
                  <a:lnTo>
                    <a:pt x="5403229" y="778778"/>
                  </a:lnTo>
                  <a:lnTo>
                    <a:pt x="5404510" y="778778"/>
                  </a:lnTo>
                  <a:lnTo>
                    <a:pt x="5405792" y="778778"/>
                  </a:lnTo>
                  <a:lnTo>
                    <a:pt x="5407074" y="778778"/>
                  </a:lnTo>
                  <a:lnTo>
                    <a:pt x="5408356" y="767652"/>
                  </a:lnTo>
                  <a:lnTo>
                    <a:pt x="5409638" y="775996"/>
                  </a:lnTo>
                  <a:lnTo>
                    <a:pt x="5410920" y="806591"/>
                  </a:lnTo>
                  <a:lnTo>
                    <a:pt x="5412201" y="778778"/>
                  </a:lnTo>
                  <a:lnTo>
                    <a:pt x="5413483" y="778778"/>
                  </a:lnTo>
                  <a:lnTo>
                    <a:pt x="5414765" y="778778"/>
                  </a:lnTo>
                  <a:lnTo>
                    <a:pt x="5416047" y="700900"/>
                  </a:lnTo>
                  <a:lnTo>
                    <a:pt x="5417329" y="667524"/>
                  </a:lnTo>
                  <a:lnTo>
                    <a:pt x="5418611" y="700900"/>
                  </a:lnTo>
                  <a:lnTo>
                    <a:pt x="5419893" y="723151"/>
                  </a:lnTo>
                  <a:lnTo>
                    <a:pt x="5421174" y="723151"/>
                  </a:lnTo>
                  <a:lnTo>
                    <a:pt x="5422456" y="723151"/>
                  </a:lnTo>
                  <a:lnTo>
                    <a:pt x="5423738" y="723151"/>
                  </a:lnTo>
                  <a:lnTo>
                    <a:pt x="5425020" y="723151"/>
                  </a:lnTo>
                  <a:lnTo>
                    <a:pt x="5426302" y="723151"/>
                  </a:lnTo>
                  <a:lnTo>
                    <a:pt x="5427584" y="723151"/>
                  </a:lnTo>
                  <a:lnTo>
                    <a:pt x="5428865" y="653617"/>
                  </a:lnTo>
                  <a:lnTo>
                    <a:pt x="5430147" y="595209"/>
                  </a:lnTo>
                  <a:lnTo>
                    <a:pt x="5431429" y="556270"/>
                  </a:lnTo>
                  <a:lnTo>
                    <a:pt x="5432711" y="564614"/>
                  </a:lnTo>
                  <a:lnTo>
                    <a:pt x="5433993" y="611897"/>
                  </a:lnTo>
                  <a:lnTo>
                    <a:pt x="5435275" y="570176"/>
                  </a:lnTo>
                  <a:lnTo>
                    <a:pt x="5436557" y="556270"/>
                  </a:lnTo>
                  <a:lnTo>
                    <a:pt x="5437838" y="556270"/>
                  </a:lnTo>
                  <a:lnTo>
                    <a:pt x="5439120" y="508987"/>
                  </a:lnTo>
                  <a:lnTo>
                    <a:pt x="5440402" y="508987"/>
                  </a:lnTo>
                  <a:lnTo>
                    <a:pt x="5441684" y="556270"/>
                  </a:lnTo>
                  <a:lnTo>
                    <a:pt x="5442966" y="581302"/>
                  </a:lnTo>
                  <a:lnTo>
                    <a:pt x="5444248" y="611897"/>
                  </a:lnTo>
                  <a:lnTo>
                    <a:pt x="5445529" y="611897"/>
                  </a:lnTo>
                  <a:lnTo>
                    <a:pt x="5446811" y="611897"/>
                  </a:lnTo>
                  <a:lnTo>
                    <a:pt x="5448093" y="684212"/>
                  </a:lnTo>
                  <a:lnTo>
                    <a:pt x="5449375" y="723151"/>
                  </a:lnTo>
                  <a:lnTo>
                    <a:pt x="5450657" y="723151"/>
                  </a:lnTo>
                  <a:lnTo>
                    <a:pt x="5451939" y="723151"/>
                  </a:lnTo>
                  <a:lnTo>
                    <a:pt x="5453221" y="723151"/>
                  </a:lnTo>
                  <a:lnTo>
                    <a:pt x="5454502" y="700900"/>
                  </a:lnTo>
                  <a:lnTo>
                    <a:pt x="5455784" y="667524"/>
                  </a:lnTo>
                  <a:lnTo>
                    <a:pt x="5457066" y="667524"/>
                  </a:lnTo>
                  <a:lnTo>
                    <a:pt x="5458348" y="667524"/>
                  </a:lnTo>
                  <a:lnTo>
                    <a:pt x="5459630" y="667524"/>
                  </a:lnTo>
                  <a:lnTo>
                    <a:pt x="5460912" y="731495"/>
                  </a:lnTo>
                  <a:lnTo>
                    <a:pt x="5462193" y="792684"/>
                  </a:lnTo>
                  <a:lnTo>
                    <a:pt x="5463475" y="834405"/>
                  </a:lnTo>
                  <a:lnTo>
                    <a:pt x="5464757" y="834405"/>
                  </a:lnTo>
                  <a:lnTo>
                    <a:pt x="5466039" y="834405"/>
                  </a:lnTo>
                  <a:lnTo>
                    <a:pt x="5467321" y="873344"/>
                  </a:lnTo>
                  <a:lnTo>
                    <a:pt x="5468603" y="890032"/>
                  </a:lnTo>
                  <a:lnTo>
                    <a:pt x="5469884" y="890032"/>
                  </a:lnTo>
                  <a:lnTo>
                    <a:pt x="5471166" y="934533"/>
                  </a:lnTo>
                  <a:lnTo>
                    <a:pt x="5472448" y="945659"/>
                  </a:lnTo>
                  <a:lnTo>
                    <a:pt x="5473730" y="945659"/>
                  </a:lnTo>
                  <a:lnTo>
                    <a:pt x="5475012" y="945659"/>
                  </a:lnTo>
                  <a:lnTo>
                    <a:pt x="5476294" y="945659"/>
                  </a:lnTo>
                  <a:lnTo>
                    <a:pt x="5477576" y="915064"/>
                  </a:lnTo>
                  <a:lnTo>
                    <a:pt x="5478857" y="890032"/>
                  </a:lnTo>
                  <a:lnTo>
                    <a:pt x="5480139" y="839967"/>
                  </a:lnTo>
                  <a:lnTo>
                    <a:pt x="5481421" y="834405"/>
                  </a:lnTo>
                  <a:lnTo>
                    <a:pt x="5482703" y="834405"/>
                  </a:lnTo>
                  <a:lnTo>
                    <a:pt x="5483985" y="834405"/>
                  </a:lnTo>
                  <a:lnTo>
                    <a:pt x="5485267" y="834405"/>
                  </a:lnTo>
                  <a:lnTo>
                    <a:pt x="5486548" y="817717"/>
                  </a:lnTo>
                  <a:lnTo>
                    <a:pt x="5487830" y="834405"/>
                  </a:lnTo>
                  <a:lnTo>
                    <a:pt x="5489112" y="834405"/>
                  </a:lnTo>
                  <a:lnTo>
                    <a:pt x="5490394" y="834405"/>
                  </a:lnTo>
                  <a:lnTo>
                    <a:pt x="5491676" y="834405"/>
                  </a:lnTo>
                  <a:lnTo>
                    <a:pt x="5492958" y="834405"/>
                  </a:lnTo>
                  <a:lnTo>
                    <a:pt x="5494240" y="781559"/>
                  </a:lnTo>
                  <a:lnTo>
                    <a:pt x="5495521" y="778778"/>
                  </a:lnTo>
                  <a:lnTo>
                    <a:pt x="5496803" y="778778"/>
                  </a:lnTo>
                  <a:lnTo>
                    <a:pt x="5498085" y="778778"/>
                  </a:lnTo>
                  <a:lnTo>
                    <a:pt x="5499367" y="778778"/>
                  </a:lnTo>
                  <a:lnTo>
                    <a:pt x="5500649" y="778778"/>
                  </a:lnTo>
                  <a:lnTo>
                    <a:pt x="5501931" y="717588"/>
                  </a:lnTo>
                  <a:lnTo>
                    <a:pt x="5503212" y="667524"/>
                  </a:lnTo>
                  <a:lnTo>
                    <a:pt x="5504494" y="667524"/>
                  </a:lnTo>
                  <a:lnTo>
                    <a:pt x="5505776" y="667524"/>
                  </a:lnTo>
                  <a:lnTo>
                    <a:pt x="5507058" y="667524"/>
                  </a:lnTo>
                  <a:lnTo>
                    <a:pt x="5508340" y="667524"/>
                  </a:lnTo>
                  <a:lnTo>
                    <a:pt x="5509622" y="695337"/>
                  </a:lnTo>
                  <a:lnTo>
                    <a:pt x="5510903" y="723151"/>
                  </a:lnTo>
                  <a:lnTo>
                    <a:pt x="5512185" y="770434"/>
                  </a:lnTo>
                  <a:lnTo>
                    <a:pt x="5513467" y="778778"/>
                  </a:lnTo>
                  <a:lnTo>
                    <a:pt x="5514749" y="778778"/>
                  </a:lnTo>
                  <a:lnTo>
                    <a:pt x="5516031" y="778778"/>
                  </a:lnTo>
                  <a:lnTo>
                    <a:pt x="5517313" y="778778"/>
                  </a:lnTo>
                  <a:lnTo>
                    <a:pt x="5518595" y="812154"/>
                  </a:lnTo>
                  <a:lnTo>
                    <a:pt x="5519876" y="834405"/>
                  </a:lnTo>
                  <a:lnTo>
                    <a:pt x="5521158" y="834405"/>
                  </a:lnTo>
                  <a:lnTo>
                    <a:pt x="5522440" y="834405"/>
                  </a:lnTo>
                  <a:lnTo>
                    <a:pt x="5523722" y="834405"/>
                  </a:lnTo>
                  <a:lnTo>
                    <a:pt x="5525004" y="834405"/>
                  </a:lnTo>
                  <a:lnTo>
                    <a:pt x="5526286" y="884469"/>
                  </a:lnTo>
                  <a:lnTo>
                    <a:pt x="5527567" y="890032"/>
                  </a:lnTo>
                  <a:lnTo>
                    <a:pt x="5528849" y="890032"/>
                  </a:lnTo>
                  <a:lnTo>
                    <a:pt x="5530131" y="848311"/>
                  </a:lnTo>
                  <a:lnTo>
                    <a:pt x="5531413" y="834405"/>
                  </a:lnTo>
                  <a:lnTo>
                    <a:pt x="5532695" y="817717"/>
                  </a:lnTo>
                  <a:lnTo>
                    <a:pt x="5533977" y="834405"/>
                  </a:lnTo>
                  <a:lnTo>
                    <a:pt x="5535259" y="890032"/>
                  </a:lnTo>
                  <a:lnTo>
                    <a:pt x="5536540" y="890032"/>
                  </a:lnTo>
                  <a:lnTo>
                    <a:pt x="5537822" y="890032"/>
                  </a:lnTo>
                  <a:lnTo>
                    <a:pt x="5539104" y="873344"/>
                  </a:lnTo>
                  <a:lnTo>
                    <a:pt x="5540386" y="834405"/>
                  </a:lnTo>
                  <a:lnTo>
                    <a:pt x="5541668" y="792684"/>
                  </a:lnTo>
                  <a:lnTo>
                    <a:pt x="5542950" y="778778"/>
                  </a:lnTo>
                  <a:lnTo>
                    <a:pt x="5544231" y="778778"/>
                  </a:lnTo>
                  <a:lnTo>
                    <a:pt x="5545513" y="778778"/>
                  </a:lnTo>
                  <a:lnTo>
                    <a:pt x="5546795" y="778778"/>
                  </a:lnTo>
                  <a:lnTo>
                    <a:pt x="5548077" y="775996"/>
                  </a:lnTo>
                  <a:lnTo>
                    <a:pt x="5549359" y="723151"/>
                  </a:lnTo>
                  <a:lnTo>
                    <a:pt x="5550641" y="673086"/>
                  </a:lnTo>
                  <a:lnTo>
                    <a:pt x="5551922" y="667524"/>
                  </a:lnTo>
                  <a:lnTo>
                    <a:pt x="5553204" y="667524"/>
                  </a:lnTo>
                  <a:lnTo>
                    <a:pt x="5554486" y="667524"/>
                  </a:lnTo>
                  <a:lnTo>
                    <a:pt x="5555768" y="667524"/>
                  </a:lnTo>
                  <a:lnTo>
                    <a:pt x="5557050" y="667524"/>
                  </a:lnTo>
                  <a:lnTo>
                    <a:pt x="5558332" y="667524"/>
                  </a:lnTo>
                  <a:lnTo>
                    <a:pt x="5559614" y="667524"/>
                  </a:lnTo>
                  <a:lnTo>
                    <a:pt x="5560895" y="620241"/>
                  </a:lnTo>
                  <a:lnTo>
                    <a:pt x="5562177" y="617459"/>
                  </a:lnTo>
                  <a:lnTo>
                    <a:pt x="5563459" y="611897"/>
                  </a:lnTo>
                  <a:lnTo>
                    <a:pt x="5564741" y="625803"/>
                  </a:lnTo>
                  <a:lnTo>
                    <a:pt x="5566023" y="667524"/>
                  </a:lnTo>
                  <a:lnTo>
                    <a:pt x="5567305" y="667524"/>
                  </a:lnTo>
                  <a:lnTo>
                    <a:pt x="5568586" y="667524"/>
                  </a:lnTo>
                  <a:lnTo>
                    <a:pt x="5569868" y="623022"/>
                  </a:lnTo>
                  <a:lnTo>
                    <a:pt x="5571150" y="611897"/>
                  </a:lnTo>
                  <a:lnTo>
                    <a:pt x="5572432" y="584083"/>
                  </a:lnTo>
                  <a:lnTo>
                    <a:pt x="5573714" y="595209"/>
                  </a:lnTo>
                  <a:lnTo>
                    <a:pt x="5574996" y="611897"/>
                  </a:lnTo>
                  <a:lnTo>
                    <a:pt x="5576278" y="611897"/>
                  </a:lnTo>
                  <a:lnTo>
                    <a:pt x="5577559" y="603553"/>
                  </a:lnTo>
                  <a:lnTo>
                    <a:pt x="5578841" y="556270"/>
                  </a:lnTo>
                  <a:lnTo>
                    <a:pt x="5580123" y="556270"/>
                  </a:lnTo>
                  <a:lnTo>
                    <a:pt x="5581405" y="611897"/>
                  </a:lnTo>
                  <a:lnTo>
                    <a:pt x="5582687" y="659180"/>
                  </a:lnTo>
                  <a:lnTo>
                    <a:pt x="5583969" y="667524"/>
                  </a:lnTo>
                  <a:lnTo>
                    <a:pt x="5585250" y="667524"/>
                  </a:lnTo>
                  <a:lnTo>
                    <a:pt x="5586532" y="667524"/>
                  </a:lnTo>
                  <a:lnTo>
                    <a:pt x="5587814" y="667524"/>
                  </a:lnTo>
                  <a:lnTo>
                    <a:pt x="5589096" y="667524"/>
                  </a:lnTo>
                  <a:lnTo>
                    <a:pt x="5590378" y="667524"/>
                  </a:lnTo>
                  <a:lnTo>
                    <a:pt x="5591660" y="667524"/>
                  </a:lnTo>
                  <a:lnTo>
                    <a:pt x="5592942" y="712025"/>
                  </a:lnTo>
                  <a:lnTo>
                    <a:pt x="5594223" y="753746"/>
                  </a:lnTo>
                  <a:lnTo>
                    <a:pt x="5595505" y="778778"/>
                  </a:lnTo>
                  <a:lnTo>
                    <a:pt x="5596787" y="770434"/>
                  </a:lnTo>
                  <a:lnTo>
                    <a:pt x="5598069" y="723151"/>
                  </a:lnTo>
                  <a:lnTo>
                    <a:pt x="5599351" y="723151"/>
                  </a:lnTo>
                  <a:lnTo>
                    <a:pt x="5600633" y="723151"/>
                  </a:lnTo>
                  <a:lnTo>
                    <a:pt x="5601914" y="764871"/>
                  </a:lnTo>
                  <a:lnTo>
                    <a:pt x="5603196" y="775996"/>
                  </a:lnTo>
                  <a:lnTo>
                    <a:pt x="5604478" y="803810"/>
                  </a:lnTo>
                  <a:lnTo>
                    <a:pt x="5605760" y="834405"/>
                  </a:lnTo>
                  <a:lnTo>
                    <a:pt x="5607042" y="834405"/>
                  </a:lnTo>
                  <a:lnTo>
                    <a:pt x="5608324" y="834405"/>
                  </a:lnTo>
                  <a:lnTo>
                    <a:pt x="5609605" y="839967"/>
                  </a:lnTo>
                  <a:lnTo>
                    <a:pt x="5610887" y="890032"/>
                  </a:lnTo>
                  <a:lnTo>
                    <a:pt x="5612169" y="865000"/>
                  </a:lnTo>
                  <a:lnTo>
                    <a:pt x="5613451" y="778778"/>
                  </a:lnTo>
                  <a:lnTo>
                    <a:pt x="5614733" y="778778"/>
                  </a:lnTo>
                  <a:lnTo>
                    <a:pt x="5616015" y="778778"/>
                  </a:lnTo>
                  <a:lnTo>
                    <a:pt x="5617297" y="778778"/>
                  </a:lnTo>
                  <a:lnTo>
                    <a:pt x="5618578" y="778778"/>
                  </a:lnTo>
                  <a:lnTo>
                    <a:pt x="5619860" y="778778"/>
                  </a:lnTo>
                  <a:lnTo>
                    <a:pt x="5621142" y="778778"/>
                  </a:lnTo>
                  <a:lnTo>
                    <a:pt x="5622424" y="778778"/>
                  </a:lnTo>
                  <a:lnTo>
                    <a:pt x="5623706" y="778778"/>
                  </a:lnTo>
                  <a:lnTo>
                    <a:pt x="5624988" y="778778"/>
                  </a:lnTo>
                  <a:lnTo>
                    <a:pt x="5626269" y="778778"/>
                  </a:lnTo>
                  <a:lnTo>
                    <a:pt x="5627551" y="778778"/>
                  </a:lnTo>
                  <a:lnTo>
                    <a:pt x="5628833" y="784340"/>
                  </a:lnTo>
                  <a:lnTo>
                    <a:pt x="5630115" y="834405"/>
                  </a:lnTo>
                  <a:lnTo>
                    <a:pt x="5631397" y="778778"/>
                  </a:lnTo>
                  <a:lnTo>
                    <a:pt x="5632679" y="723151"/>
                  </a:lnTo>
                  <a:lnTo>
                    <a:pt x="5633961" y="670305"/>
                  </a:lnTo>
                  <a:lnTo>
                    <a:pt x="5635242" y="678649"/>
                  </a:lnTo>
                  <a:lnTo>
                    <a:pt x="5636524" y="723151"/>
                  </a:lnTo>
                  <a:lnTo>
                    <a:pt x="5637806" y="703681"/>
                  </a:lnTo>
                  <a:lnTo>
                    <a:pt x="5639088" y="664742"/>
                  </a:lnTo>
                  <a:lnTo>
                    <a:pt x="5640370" y="611897"/>
                  </a:lnTo>
                  <a:lnTo>
                    <a:pt x="5641652" y="611897"/>
                  </a:lnTo>
                  <a:lnTo>
                    <a:pt x="5642933" y="611897"/>
                  </a:lnTo>
                  <a:lnTo>
                    <a:pt x="5644215" y="634148"/>
                  </a:lnTo>
                  <a:lnTo>
                    <a:pt x="5645497" y="720369"/>
                  </a:lnTo>
                  <a:lnTo>
                    <a:pt x="5646779" y="723151"/>
                  </a:lnTo>
                  <a:lnTo>
                    <a:pt x="5648061" y="712025"/>
                  </a:lnTo>
                  <a:lnTo>
                    <a:pt x="5649343" y="614678"/>
                  </a:lnTo>
                  <a:lnTo>
                    <a:pt x="5650624" y="611897"/>
                  </a:lnTo>
                  <a:lnTo>
                    <a:pt x="5651906" y="611897"/>
                  </a:lnTo>
                  <a:lnTo>
                    <a:pt x="5653188" y="606334"/>
                  </a:lnTo>
                  <a:lnTo>
                    <a:pt x="5654470" y="556270"/>
                  </a:lnTo>
                  <a:lnTo>
                    <a:pt x="5655752" y="553488"/>
                  </a:lnTo>
                  <a:lnTo>
                    <a:pt x="5657034" y="500643"/>
                  </a:lnTo>
                  <a:lnTo>
                    <a:pt x="5658316" y="500643"/>
                  </a:lnTo>
                  <a:lnTo>
                    <a:pt x="5659597" y="500643"/>
                  </a:lnTo>
                  <a:lnTo>
                    <a:pt x="5660879" y="500643"/>
                  </a:lnTo>
                  <a:lnTo>
                    <a:pt x="5662161" y="481173"/>
                  </a:lnTo>
                  <a:lnTo>
                    <a:pt x="5663443" y="495080"/>
                  </a:lnTo>
                  <a:lnTo>
                    <a:pt x="5664725" y="534019"/>
                  </a:lnTo>
                  <a:lnTo>
                    <a:pt x="5666007" y="550707"/>
                  </a:lnTo>
                  <a:lnTo>
                    <a:pt x="5667288" y="556270"/>
                  </a:lnTo>
                  <a:lnTo>
                    <a:pt x="5668570" y="556270"/>
                  </a:lnTo>
                  <a:lnTo>
                    <a:pt x="5669852" y="572958"/>
                  </a:lnTo>
                  <a:lnTo>
                    <a:pt x="5671134" y="611897"/>
                  </a:lnTo>
                  <a:lnTo>
                    <a:pt x="5672416" y="667524"/>
                  </a:lnTo>
                  <a:lnTo>
                    <a:pt x="5673698" y="667524"/>
                  </a:lnTo>
                  <a:lnTo>
                    <a:pt x="5674980" y="667524"/>
                  </a:lnTo>
                  <a:lnTo>
                    <a:pt x="5676261" y="667524"/>
                  </a:lnTo>
                  <a:lnTo>
                    <a:pt x="5677543" y="667524"/>
                  </a:lnTo>
                  <a:lnTo>
                    <a:pt x="5678825" y="667524"/>
                  </a:lnTo>
                  <a:lnTo>
                    <a:pt x="5680107" y="675868"/>
                  </a:lnTo>
                  <a:lnTo>
                    <a:pt x="5681389" y="773215"/>
                  </a:lnTo>
                  <a:lnTo>
                    <a:pt x="5682671" y="778778"/>
                  </a:lnTo>
                  <a:lnTo>
                    <a:pt x="5683952" y="778778"/>
                  </a:lnTo>
                  <a:lnTo>
                    <a:pt x="5685234" y="781559"/>
                  </a:lnTo>
                  <a:lnTo>
                    <a:pt x="5686516" y="834405"/>
                  </a:lnTo>
                  <a:lnTo>
                    <a:pt x="5687798" y="834405"/>
                  </a:lnTo>
                  <a:lnTo>
                    <a:pt x="5689080" y="890032"/>
                  </a:lnTo>
                  <a:lnTo>
                    <a:pt x="5690362" y="890032"/>
                  </a:lnTo>
                  <a:lnTo>
                    <a:pt x="5691643" y="806591"/>
                  </a:lnTo>
                  <a:lnTo>
                    <a:pt x="5692925" y="778778"/>
                  </a:lnTo>
                  <a:lnTo>
                    <a:pt x="5694207" y="795466"/>
                  </a:lnTo>
                  <a:lnTo>
                    <a:pt x="5695489" y="834405"/>
                  </a:lnTo>
                  <a:lnTo>
                    <a:pt x="5696771" y="853874"/>
                  </a:lnTo>
                  <a:lnTo>
                    <a:pt x="5698053" y="890032"/>
                  </a:lnTo>
                  <a:lnTo>
                    <a:pt x="5699335" y="890032"/>
                  </a:lnTo>
                  <a:lnTo>
                    <a:pt x="5700616" y="890032"/>
                  </a:lnTo>
                  <a:lnTo>
                    <a:pt x="5701898" y="890032"/>
                  </a:lnTo>
                  <a:lnTo>
                    <a:pt x="5703180" y="890032"/>
                  </a:lnTo>
                  <a:lnTo>
                    <a:pt x="5704462" y="890032"/>
                  </a:lnTo>
                  <a:lnTo>
                    <a:pt x="5705744" y="890032"/>
                  </a:lnTo>
                  <a:lnTo>
                    <a:pt x="5707026" y="837186"/>
                  </a:lnTo>
                  <a:lnTo>
                    <a:pt x="5708307" y="834405"/>
                  </a:lnTo>
                  <a:lnTo>
                    <a:pt x="5709589" y="834405"/>
                  </a:lnTo>
                  <a:lnTo>
                    <a:pt x="5710871" y="834405"/>
                  </a:lnTo>
                  <a:lnTo>
                    <a:pt x="5712153" y="834405"/>
                  </a:lnTo>
                  <a:lnTo>
                    <a:pt x="5713435" y="834405"/>
                  </a:lnTo>
                  <a:lnTo>
                    <a:pt x="5714717" y="809373"/>
                  </a:lnTo>
                  <a:lnTo>
                    <a:pt x="5715999" y="778778"/>
                  </a:lnTo>
                  <a:lnTo>
                    <a:pt x="5717280" y="778778"/>
                  </a:lnTo>
                  <a:lnTo>
                    <a:pt x="5718562" y="778778"/>
                  </a:lnTo>
                  <a:lnTo>
                    <a:pt x="5719844" y="778778"/>
                  </a:lnTo>
                  <a:lnTo>
                    <a:pt x="5721126" y="778778"/>
                  </a:lnTo>
                  <a:lnTo>
                    <a:pt x="5722408" y="778778"/>
                  </a:lnTo>
                  <a:lnTo>
                    <a:pt x="5723690" y="856655"/>
                  </a:lnTo>
                  <a:lnTo>
                    <a:pt x="5724971" y="890032"/>
                  </a:lnTo>
                  <a:lnTo>
                    <a:pt x="5726253" y="890032"/>
                  </a:lnTo>
                  <a:lnTo>
                    <a:pt x="5727535" y="890032"/>
                  </a:lnTo>
                  <a:lnTo>
                    <a:pt x="5728817" y="845530"/>
                  </a:lnTo>
                  <a:lnTo>
                    <a:pt x="5730099" y="778778"/>
                  </a:lnTo>
                  <a:lnTo>
                    <a:pt x="5731381" y="778778"/>
                  </a:lnTo>
                  <a:lnTo>
                    <a:pt x="5732663" y="778778"/>
                  </a:lnTo>
                  <a:lnTo>
                    <a:pt x="5733944" y="778778"/>
                  </a:lnTo>
                  <a:lnTo>
                    <a:pt x="5735226" y="778778"/>
                  </a:lnTo>
                  <a:lnTo>
                    <a:pt x="5736508" y="739839"/>
                  </a:lnTo>
                  <a:lnTo>
                    <a:pt x="5737790" y="723151"/>
                  </a:lnTo>
                  <a:lnTo>
                    <a:pt x="5739072" y="773215"/>
                  </a:lnTo>
                  <a:lnTo>
                    <a:pt x="5740354" y="778778"/>
                  </a:lnTo>
                  <a:lnTo>
                    <a:pt x="5741635" y="778778"/>
                  </a:lnTo>
                  <a:lnTo>
                    <a:pt x="5742917" y="778778"/>
                  </a:lnTo>
                  <a:lnTo>
                    <a:pt x="5744199" y="778778"/>
                  </a:lnTo>
                  <a:lnTo>
                    <a:pt x="5745481" y="778778"/>
                  </a:lnTo>
                  <a:lnTo>
                    <a:pt x="5746763" y="801029"/>
                  </a:lnTo>
                  <a:lnTo>
                    <a:pt x="5748045" y="834405"/>
                  </a:lnTo>
                  <a:lnTo>
                    <a:pt x="5749326" y="834405"/>
                  </a:lnTo>
                  <a:lnTo>
                    <a:pt x="5750608" y="817717"/>
                  </a:lnTo>
                  <a:lnTo>
                    <a:pt x="5751890" y="778778"/>
                  </a:lnTo>
                  <a:lnTo>
                    <a:pt x="5753172" y="778778"/>
                  </a:lnTo>
                  <a:lnTo>
                    <a:pt x="5754454" y="778778"/>
                  </a:lnTo>
                  <a:lnTo>
                    <a:pt x="5755736" y="778778"/>
                  </a:lnTo>
                  <a:lnTo>
                    <a:pt x="5757018" y="778778"/>
                  </a:lnTo>
                  <a:lnTo>
                    <a:pt x="5758299" y="778778"/>
                  </a:lnTo>
                  <a:lnTo>
                    <a:pt x="5759581" y="778778"/>
                  </a:lnTo>
                  <a:lnTo>
                    <a:pt x="5760863" y="817717"/>
                  </a:lnTo>
                  <a:lnTo>
                    <a:pt x="5762145" y="890032"/>
                  </a:lnTo>
                  <a:lnTo>
                    <a:pt x="5763427" y="890032"/>
                  </a:lnTo>
                  <a:lnTo>
                    <a:pt x="5764709" y="856656"/>
                  </a:lnTo>
                  <a:lnTo>
                    <a:pt x="5765990" y="814935"/>
                  </a:lnTo>
                  <a:lnTo>
                    <a:pt x="5767272" y="778778"/>
                  </a:lnTo>
                  <a:lnTo>
                    <a:pt x="5768554" y="814935"/>
                  </a:lnTo>
                  <a:lnTo>
                    <a:pt x="5769836" y="834405"/>
                  </a:lnTo>
                  <a:lnTo>
                    <a:pt x="5771118" y="834405"/>
                  </a:lnTo>
                  <a:lnTo>
                    <a:pt x="5772400" y="784340"/>
                  </a:lnTo>
                  <a:lnTo>
                    <a:pt x="5773682" y="778778"/>
                  </a:lnTo>
                  <a:lnTo>
                    <a:pt x="5774963" y="742620"/>
                  </a:lnTo>
                  <a:lnTo>
                    <a:pt x="5776245" y="723151"/>
                  </a:lnTo>
                  <a:lnTo>
                    <a:pt x="5777527" y="723151"/>
                  </a:lnTo>
                  <a:lnTo>
                    <a:pt x="5778809" y="723151"/>
                  </a:lnTo>
                  <a:lnTo>
                    <a:pt x="5780091" y="723151"/>
                  </a:lnTo>
                  <a:lnTo>
                    <a:pt x="5781373" y="706463"/>
                  </a:lnTo>
                  <a:lnTo>
                    <a:pt x="5782654" y="681430"/>
                  </a:lnTo>
                  <a:lnTo>
                    <a:pt x="5783936" y="684212"/>
                  </a:lnTo>
                  <a:lnTo>
                    <a:pt x="5785218" y="667524"/>
                  </a:lnTo>
                  <a:lnTo>
                    <a:pt x="5786500" y="667524"/>
                  </a:lnTo>
                  <a:lnTo>
                    <a:pt x="5787782" y="667524"/>
                  </a:lnTo>
                  <a:lnTo>
                    <a:pt x="5789064" y="667524"/>
                  </a:lnTo>
                  <a:lnTo>
                    <a:pt x="5790345" y="667524"/>
                  </a:lnTo>
                  <a:lnTo>
                    <a:pt x="5791627" y="667524"/>
                  </a:lnTo>
                  <a:lnTo>
                    <a:pt x="5792909" y="667524"/>
                  </a:lnTo>
                  <a:lnTo>
                    <a:pt x="5794191" y="611897"/>
                  </a:lnTo>
                  <a:lnTo>
                    <a:pt x="5795473" y="611897"/>
                  </a:lnTo>
                  <a:lnTo>
                    <a:pt x="5796755" y="586865"/>
                  </a:lnTo>
                  <a:lnTo>
                    <a:pt x="5798037" y="620241"/>
                  </a:lnTo>
                  <a:lnTo>
                    <a:pt x="5799318" y="611897"/>
                  </a:lnTo>
                  <a:lnTo>
                    <a:pt x="5800600" y="611897"/>
                  </a:lnTo>
                  <a:lnTo>
                    <a:pt x="5801882" y="611897"/>
                  </a:lnTo>
                  <a:lnTo>
                    <a:pt x="5803164" y="611897"/>
                  </a:lnTo>
                  <a:lnTo>
                    <a:pt x="5804446" y="659180"/>
                  </a:lnTo>
                  <a:lnTo>
                    <a:pt x="5805728" y="667524"/>
                  </a:lnTo>
                  <a:lnTo>
                    <a:pt x="5807009" y="700900"/>
                  </a:lnTo>
                  <a:lnTo>
                    <a:pt x="5808291" y="723151"/>
                  </a:lnTo>
                  <a:lnTo>
                    <a:pt x="5809573" y="723151"/>
                  </a:lnTo>
                  <a:lnTo>
                    <a:pt x="5810855" y="723151"/>
                  </a:lnTo>
                  <a:lnTo>
                    <a:pt x="5812137" y="723151"/>
                  </a:lnTo>
                  <a:lnTo>
                    <a:pt x="5813419" y="737057"/>
                  </a:lnTo>
                  <a:lnTo>
                    <a:pt x="5814701" y="778778"/>
                  </a:lnTo>
                  <a:lnTo>
                    <a:pt x="5815982" y="814935"/>
                  </a:lnTo>
                  <a:lnTo>
                    <a:pt x="5817264" y="834405"/>
                  </a:lnTo>
                  <a:lnTo>
                    <a:pt x="5818546" y="834405"/>
                  </a:lnTo>
                  <a:lnTo>
                    <a:pt x="5819828" y="834405"/>
                  </a:lnTo>
                  <a:lnTo>
                    <a:pt x="5821110" y="834405"/>
                  </a:lnTo>
                  <a:lnTo>
                    <a:pt x="5822392" y="834405"/>
                  </a:lnTo>
                  <a:lnTo>
                    <a:pt x="5823673" y="834405"/>
                  </a:lnTo>
                  <a:lnTo>
                    <a:pt x="5824955" y="834405"/>
                  </a:lnTo>
                  <a:lnTo>
                    <a:pt x="5826237" y="887250"/>
                  </a:lnTo>
                  <a:lnTo>
                    <a:pt x="5827519" y="890032"/>
                  </a:lnTo>
                  <a:lnTo>
                    <a:pt x="5828801" y="942877"/>
                  </a:lnTo>
                  <a:lnTo>
                    <a:pt x="5830083" y="951221"/>
                  </a:lnTo>
                  <a:lnTo>
                    <a:pt x="5831365" y="967910"/>
                  </a:lnTo>
                  <a:lnTo>
                    <a:pt x="5832646" y="945659"/>
                  </a:lnTo>
                  <a:lnTo>
                    <a:pt x="5833928" y="945659"/>
                  </a:lnTo>
                  <a:lnTo>
                    <a:pt x="5835210" y="945659"/>
                  </a:lnTo>
                  <a:lnTo>
                    <a:pt x="5836492" y="945659"/>
                  </a:lnTo>
                  <a:lnTo>
                    <a:pt x="5837774" y="945659"/>
                  </a:lnTo>
                  <a:lnTo>
                    <a:pt x="5839056" y="915064"/>
                  </a:lnTo>
                  <a:lnTo>
                    <a:pt x="5840337" y="890032"/>
                  </a:lnTo>
                  <a:lnTo>
                    <a:pt x="5841619" y="873344"/>
                  </a:lnTo>
                  <a:lnTo>
                    <a:pt x="5842901" y="775996"/>
                  </a:lnTo>
                  <a:lnTo>
                    <a:pt x="5844183" y="723151"/>
                  </a:lnTo>
                  <a:lnTo>
                    <a:pt x="5845465" y="661961"/>
                  </a:lnTo>
                  <a:lnTo>
                    <a:pt x="5846747" y="611897"/>
                  </a:lnTo>
                  <a:lnTo>
                    <a:pt x="5848028" y="611897"/>
                  </a:lnTo>
                  <a:lnTo>
                    <a:pt x="5849310" y="611897"/>
                  </a:lnTo>
                  <a:lnTo>
                    <a:pt x="5850592" y="611897"/>
                  </a:lnTo>
                  <a:lnTo>
                    <a:pt x="5851874" y="611897"/>
                  </a:lnTo>
                  <a:lnTo>
                    <a:pt x="5853156" y="611897"/>
                  </a:lnTo>
                  <a:lnTo>
                    <a:pt x="5854438" y="567395"/>
                  </a:lnTo>
                  <a:lnTo>
                    <a:pt x="5855720" y="442234"/>
                  </a:lnTo>
                  <a:lnTo>
                    <a:pt x="5857001" y="389389"/>
                  </a:lnTo>
                  <a:lnTo>
                    <a:pt x="5858283" y="389389"/>
                  </a:lnTo>
                  <a:lnTo>
                    <a:pt x="5859565" y="389389"/>
                  </a:lnTo>
                  <a:lnTo>
                    <a:pt x="5860847" y="389389"/>
                  </a:lnTo>
                  <a:lnTo>
                    <a:pt x="5862129" y="389389"/>
                  </a:lnTo>
                  <a:lnTo>
                    <a:pt x="5863411" y="419983"/>
                  </a:lnTo>
                  <a:lnTo>
                    <a:pt x="5864692" y="394951"/>
                  </a:lnTo>
                  <a:lnTo>
                    <a:pt x="5865974" y="389389"/>
                  </a:lnTo>
                  <a:lnTo>
                    <a:pt x="5867256" y="389389"/>
                  </a:lnTo>
                  <a:lnTo>
                    <a:pt x="5868538" y="389389"/>
                  </a:lnTo>
                  <a:lnTo>
                    <a:pt x="5869820" y="389389"/>
                  </a:lnTo>
                  <a:lnTo>
                    <a:pt x="5871102" y="417202"/>
                  </a:lnTo>
                  <a:lnTo>
                    <a:pt x="5872384" y="445016"/>
                  </a:lnTo>
                  <a:lnTo>
                    <a:pt x="5873665" y="458922"/>
                  </a:lnTo>
                  <a:lnTo>
                    <a:pt x="5874947" y="553488"/>
                  </a:lnTo>
                  <a:lnTo>
                    <a:pt x="5876229" y="611897"/>
                  </a:lnTo>
                  <a:lnTo>
                    <a:pt x="5877511" y="623022"/>
                  </a:lnTo>
                  <a:lnTo>
                    <a:pt x="5878793" y="667524"/>
                  </a:lnTo>
                  <a:lnTo>
                    <a:pt x="5880075" y="667524"/>
                  </a:lnTo>
                  <a:lnTo>
                    <a:pt x="5881356" y="667524"/>
                  </a:lnTo>
                  <a:lnTo>
                    <a:pt x="5882638" y="656398"/>
                  </a:lnTo>
                  <a:lnTo>
                    <a:pt x="5883920" y="611897"/>
                  </a:lnTo>
                  <a:lnTo>
                    <a:pt x="5885202" y="600771"/>
                  </a:lnTo>
                  <a:lnTo>
                    <a:pt x="5886484" y="595209"/>
                  </a:lnTo>
                  <a:lnTo>
                    <a:pt x="5887766" y="720369"/>
                  </a:lnTo>
                  <a:lnTo>
                    <a:pt x="5889047" y="778778"/>
                  </a:lnTo>
                  <a:lnTo>
                    <a:pt x="5890329" y="778778"/>
                  </a:lnTo>
                  <a:lnTo>
                    <a:pt x="5891611" y="778778"/>
                  </a:lnTo>
                  <a:lnTo>
                    <a:pt x="5892893" y="778778"/>
                  </a:lnTo>
                  <a:lnTo>
                    <a:pt x="5894175" y="706463"/>
                  </a:lnTo>
                  <a:lnTo>
                    <a:pt x="5895457" y="667524"/>
                  </a:lnTo>
                  <a:lnTo>
                    <a:pt x="5896739" y="664742"/>
                  </a:lnTo>
                  <a:lnTo>
                    <a:pt x="5898020" y="667524"/>
                  </a:lnTo>
                  <a:lnTo>
                    <a:pt x="5899302" y="667524"/>
                  </a:lnTo>
                  <a:lnTo>
                    <a:pt x="5900584" y="667524"/>
                  </a:lnTo>
                  <a:lnTo>
                    <a:pt x="5901866" y="667524"/>
                  </a:lnTo>
                  <a:lnTo>
                    <a:pt x="5903148" y="667524"/>
                  </a:lnTo>
                  <a:lnTo>
                    <a:pt x="5904430" y="667524"/>
                  </a:lnTo>
                  <a:lnTo>
                    <a:pt x="5905711" y="667524"/>
                  </a:lnTo>
                  <a:lnTo>
                    <a:pt x="5906993" y="617459"/>
                  </a:lnTo>
                  <a:lnTo>
                    <a:pt x="5908275" y="611897"/>
                  </a:lnTo>
                  <a:lnTo>
                    <a:pt x="5909557" y="653617"/>
                  </a:lnTo>
                  <a:lnTo>
                    <a:pt x="5910839" y="667524"/>
                  </a:lnTo>
                  <a:lnTo>
                    <a:pt x="5912121" y="667524"/>
                  </a:lnTo>
                  <a:lnTo>
                    <a:pt x="5913403" y="611897"/>
                  </a:lnTo>
                  <a:lnTo>
                    <a:pt x="5914684" y="620241"/>
                  </a:lnTo>
                  <a:lnTo>
                    <a:pt x="5915966" y="667524"/>
                  </a:lnTo>
                  <a:lnTo>
                    <a:pt x="5917248" y="675868"/>
                  </a:lnTo>
                  <a:lnTo>
                    <a:pt x="5918530" y="723151"/>
                  </a:lnTo>
                  <a:lnTo>
                    <a:pt x="5919812" y="723151"/>
                  </a:lnTo>
                  <a:lnTo>
                    <a:pt x="5921094" y="723151"/>
                  </a:lnTo>
                  <a:lnTo>
                    <a:pt x="5922375" y="723151"/>
                  </a:lnTo>
                  <a:lnTo>
                    <a:pt x="5923657" y="670305"/>
                  </a:lnTo>
                  <a:lnTo>
                    <a:pt x="5924939" y="584083"/>
                  </a:lnTo>
                  <a:lnTo>
                    <a:pt x="5926221" y="623022"/>
                  </a:lnTo>
                  <a:lnTo>
                    <a:pt x="5927503" y="570176"/>
                  </a:lnTo>
                  <a:lnTo>
                    <a:pt x="5928785" y="603553"/>
                  </a:lnTo>
                  <a:lnTo>
                    <a:pt x="5930066" y="564614"/>
                  </a:lnTo>
                  <a:lnTo>
                    <a:pt x="5931348" y="525675"/>
                  </a:lnTo>
                  <a:lnTo>
                    <a:pt x="5932630" y="500643"/>
                  </a:lnTo>
                  <a:lnTo>
                    <a:pt x="5933912" y="500643"/>
                  </a:lnTo>
                  <a:lnTo>
                    <a:pt x="5935194" y="500643"/>
                  </a:lnTo>
                  <a:lnTo>
                    <a:pt x="5936476" y="500643"/>
                  </a:lnTo>
                  <a:lnTo>
                    <a:pt x="5937758" y="500643"/>
                  </a:lnTo>
                  <a:lnTo>
                    <a:pt x="5939039" y="547926"/>
                  </a:lnTo>
                  <a:lnTo>
                    <a:pt x="5940321" y="556270"/>
                  </a:lnTo>
                  <a:lnTo>
                    <a:pt x="5941603" y="556270"/>
                  </a:lnTo>
                  <a:lnTo>
                    <a:pt x="5942885" y="556270"/>
                  </a:lnTo>
                  <a:lnTo>
                    <a:pt x="5944167" y="556270"/>
                  </a:lnTo>
                  <a:lnTo>
                    <a:pt x="5945449" y="609115"/>
                  </a:lnTo>
                  <a:lnTo>
                    <a:pt x="5946730" y="603553"/>
                  </a:lnTo>
                  <a:lnTo>
                    <a:pt x="5948012" y="556270"/>
                  </a:lnTo>
                  <a:lnTo>
                    <a:pt x="5949294" y="556270"/>
                  </a:lnTo>
                  <a:lnTo>
                    <a:pt x="5950576" y="556270"/>
                  </a:lnTo>
                  <a:lnTo>
                    <a:pt x="5951858" y="556270"/>
                  </a:lnTo>
                  <a:lnTo>
                    <a:pt x="5953140" y="556270"/>
                  </a:lnTo>
                  <a:lnTo>
                    <a:pt x="5954422" y="556270"/>
                  </a:lnTo>
                  <a:lnTo>
                    <a:pt x="5955703" y="603553"/>
                  </a:lnTo>
                  <a:lnTo>
                    <a:pt x="5956985" y="692556"/>
                  </a:lnTo>
                  <a:lnTo>
                    <a:pt x="5958267" y="723151"/>
                  </a:lnTo>
                  <a:lnTo>
                    <a:pt x="5959549" y="814935"/>
                  </a:lnTo>
                  <a:lnTo>
                    <a:pt x="5960831" y="834405"/>
                  </a:lnTo>
                  <a:lnTo>
                    <a:pt x="5962113" y="878906"/>
                  </a:lnTo>
                  <a:lnTo>
                    <a:pt x="5963394" y="917845"/>
                  </a:lnTo>
                  <a:lnTo>
                    <a:pt x="5964676" y="945659"/>
                  </a:lnTo>
                  <a:lnTo>
                    <a:pt x="5965958" y="945659"/>
                  </a:lnTo>
                  <a:lnTo>
                    <a:pt x="5967240" y="945659"/>
                  </a:lnTo>
                  <a:lnTo>
                    <a:pt x="5968522" y="945659"/>
                  </a:lnTo>
                  <a:lnTo>
                    <a:pt x="5969804" y="945659"/>
                  </a:lnTo>
                  <a:lnTo>
                    <a:pt x="5971086" y="945659"/>
                  </a:lnTo>
                  <a:lnTo>
                    <a:pt x="5972367" y="945659"/>
                  </a:lnTo>
                  <a:lnTo>
                    <a:pt x="5973649" y="940096"/>
                  </a:lnTo>
                  <a:lnTo>
                    <a:pt x="5974931" y="890032"/>
                  </a:lnTo>
                  <a:lnTo>
                    <a:pt x="5976213" y="890032"/>
                  </a:lnTo>
                  <a:lnTo>
                    <a:pt x="5977495" y="890032"/>
                  </a:lnTo>
                  <a:lnTo>
                    <a:pt x="5978777" y="895594"/>
                  </a:lnTo>
                  <a:lnTo>
                    <a:pt x="5980058" y="945659"/>
                  </a:lnTo>
                  <a:lnTo>
                    <a:pt x="5981340" y="901157"/>
                  </a:lnTo>
                  <a:lnTo>
                    <a:pt x="5982622" y="881688"/>
                  </a:lnTo>
                  <a:lnTo>
                    <a:pt x="5983904" y="834405"/>
                  </a:lnTo>
                  <a:lnTo>
                    <a:pt x="5985186" y="826061"/>
                  </a:lnTo>
                  <a:lnTo>
                    <a:pt x="5986468" y="778778"/>
                  </a:lnTo>
                  <a:lnTo>
                    <a:pt x="5987749" y="778778"/>
                  </a:lnTo>
                  <a:lnTo>
                    <a:pt x="5989031" y="778778"/>
                  </a:lnTo>
                  <a:lnTo>
                    <a:pt x="5990313" y="773215"/>
                  </a:lnTo>
                  <a:lnTo>
                    <a:pt x="5991595" y="723151"/>
                  </a:lnTo>
                  <a:lnTo>
                    <a:pt x="5992877" y="681430"/>
                  </a:lnTo>
                  <a:lnTo>
                    <a:pt x="5994159" y="667524"/>
                  </a:lnTo>
                  <a:lnTo>
                    <a:pt x="5995441" y="667524"/>
                  </a:lnTo>
                  <a:lnTo>
                    <a:pt x="5996722" y="650836"/>
                  </a:lnTo>
                  <a:lnTo>
                    <a:pt x="5998004" y="611897"/>
                  </a:lnTo>
                  <a:lnTo>
                    <a:pt x="5999286" y="584083"/>
                  </a:lnTo>
                  <a:lnTo>
                    <a:pt x="6000568" y="547926"/>
                  </a:lnTo>
                  <a:lnTo>
                    <a:pt x="6001850" y="489517"/>
                  </a:lnTo>
                  <a:lnTo>
                    <a:pt x="6003132" y="406077"/>
                  </a:lnTo>
                  <a:lnTo>
                    <a:pt x="6004413" y="358794"/>
                  </a:lnTo>
                  <a:lnTo>
                    <a:pt x="6005695" y="336543"/>
                  </a:lnTo>
                  <a:lnTo>
                    <a:pt x="6006977" y="389389"/>
                  </a:lnTo>
                  <a:lnTo>
                    <a:pt x="6008259" y="389389"/>
                  </a:lnTo>
                  <a:lnTo>
                    <a:pt x="6009541" y="389389"/>
                  </a:lnTo>
                  <a:lnTo>
                    <a:pt x="6010823" y="386607"/>
                  </a:lnTo>
                  <a:lnTo>
                    <a:pt x="6012105" y="333762"/>
                  </a:lnTo>
                  <a:lnTo>
                    <a:pt x="6013386" y="342106"/>
                  </a:lnTo>
                  <a:lnTo>
                    <a:pt x="6014668" y="339324"/>
                  </a:lnTo>
                  <a:lnTo>
                    <a:pt x="6015950" y="389389"/>
                  </a:lnTo>
                  <a:lnTo>
                    <a:pt x="6017232" y="394951"/>
                  </a:lnTo>
                  <a:lnTo>
                    <a:pt x="6018514" y="445016"/>
                  </a:lnTo>
                  <a:lnTo>
                    <a:pt x="6019796" y="445016"/>
                  </a:lnTo>
                  <a:lnTo>
                    <a:pt x="6021077" y="445016"/>
                  </a:lnTo>
                  <a:lnTo>
                    <a:pt x="6022359" y="447797"/>
                  </a:lnTo>
                  <a:lnTo>
                    <a:pt x="6023641" y="500643"/>
                  </a:lnTo>
                  <a:lnTo>
                    <a:pt x="6024923" y="539582"/>
                  </a:lnTo>
                  <a:lnTo>
                    <a:pt x="6026205" y="556270"/>
                  </a:lnTo>
                  <a:lnTo>
                    <a:pt x="6027487" y="556270"/>
                  </a:lnTo>
                  <a:lnTo>
                    <a:pt x="6028768" y="570176"/>
                  </a:lnTo>
                  <a:lnTo>
                    <a:pt x="6030050" y="611897"/>
                  </a:lnTo>
                  <a:lnTo>
                    <a:pt x="6031332" y="597990"/>
                  </a:lnTo>
                  <a:lnTo>
                    <a:pt x="6032614" y="617459"/>
                  </a:lnTo>
                  <a:lnTo>
                    <a:pt x="6033896" y="675868"/>
                  </a:lnTo>
                  <a:lnTo>
                    <a:pt x="6035178" y="759308"/>
                  </a:lnTo>
                  <a:lnTo>
                    <a:pt x="6036460" y="789903"/>
                  </a:lnTo>
                  <a:lnTo>
                    <a:pt x="6037741" y="778778"/>
                  </a:lnTo>
                  <a:lnTo>
                    <a:pt x="6039023" y="778778"/>
                  </a:lnTo>
                  <a:lnTo>
                    <a:pt x="6040305" y="778778"/>
                  </a:lnTo>
                  <a:lnTo>
                    <a:pt x="6041587" y="778778"/>
                  </a:lnTo>
                  <a:lnTo>
                    <a:pt x="6042869" y="778778"/>
                  </a:lnTo>
                  <a:lnTo>
                    <a:pt x="6044151" y="834405"/>
                  </a:lnTo>
                  <a:lnTo>
                    <a:pt x="6045432" y="865000"/>
                  </a:lnTo>
                  <a:lnTo>
                    <a:pt x="6046714" y="890032"/>
                  </a:lnTo>
                  <a:lnTo>
                    <a:pt x="6047996" y="845530"/>
                  </a:lnTo>
                  <a:lnTo>
                    <a:pt x="6049278" y="834405"/>
                  </a:lnTo>
                  <a:lnTo>
                    <a:pt x="6050560" y="834405"/>
                  </a:lnTo>
                  <a:lnTo>
                    <a:pt x="6051842" y="834405"/>
                  </a:lnTo>
                  <a:lnTo>
                    <a:pt x="6053124" y="834405"/>
                  </a:lnTo>
                  <a:lnTo>
                    <a:pt x="6054405" y="801028"/>
                  </a:lnTo>
                  <a:lnTo>
                    <a:pt x="6055687" y="778778"/>
                  </a:lnTo>
                  <a:lnTo>
                    <a:pt x="6056969" y="778778"/>
                  </a:lnTo>
                  <a:lnTo>
                    <a:pt x="6058251" y="778778"/>
                  </a:lnTo>
                  <a:lnTo>
                    <a:pt x="6059533" y="767652"/>
                  </a:lnTo>
                  <a:lnTo>
                    <a:pt x="6060815" y="667524"/>
                  </a:lnTo>
                  <a:lnTo>
                    <a:pt x="6062096" y="661961"/>
                  </a:lnTo>
                  <a:lnTo>
                    <a:pt x="6063378" y="648054"/>
                  </a:lnTo>
                  <a:lnTo>
                    <a:pt x="6064660" y="667524"/>
                  </a:lnTo>
                  <a:lnTo>
                    <a:pt x="6065942" y="620241"/>
                  </a:lnTo>
                  <a:lnTo>
                    <a:pt x="6067224" y="597990"/>
                  </a:lnTo>
                  <a:lnTo>
                    <a:pt x="6068506" y="570176"/>
                  </a:lnTo>
                  <a:lnTo>
                    <a:pt x="6069787" y="611897"/>
                  </a:lnTo>
                  <a:lnTo>
                    <a:pt x="6071069" y="611897"/>
                  </a:lnTo>
                  <a:lnTo>
                    <a:pt x="6072351" y="611897"/>
                  </a:lnTo>
                  <a:lnTo>
                    <a:pt x="6073633" y="578520"/>
                  </a:lnTo>
                  <a:lnTo>
                    <a:pt x="6074915" y="556270"/>
                  </a:lnTo>
                  <a:lnTo>
                    <a:pt x="6076197" y="556270"/>
                  </a:lnTo>
                  <a:lnTo>
                    <a:pt x="6077479" y="556270"/>
                  </a:lnTo>
                  <a:lnTo>
                    <a:pt x="6078760" y="556270"/>
                  </a:lnTo>
                  <a:lnTo>
                    <a:pt x="6080042" y="597990"/>
                  </a:lnTo>
                  <a:lnTo>
                    <a:pt x="6081324" y="609115"/>
                  </a:lnTo>
                  <a:lnTo>
                    <a:pt x="6082606" y="556270"/>
                  </a:lnTo>
                  <a:lnTo>
                    <a:pt x="6083888" y="556270"/>
                  </a:lnTo>
                  <a:lnTo>
                    <a:pt x="6085170" y="556270"/>
                  </a:lnTo>
                  <a:lnTo>
                    <a:pt x="6086451" y="586865"/>
                  </a:lnTo>
                  <a:lnTo>
                    <a:pt x="6087733" y="611897"/>
                  </a:lnTo>
                  <a:lnTo>
                    <a:pt x="6089015" y="611897"/>
                  </a:lnTo>
                  <a:lnTo>
                    <a:pt x="6090297" y="611897"/>
                  </a:lnTo>
                  <a:lnTo>
                    <a:pt x="6091579" y="597990"/>
                  </a:lnTo>
                  <a:lnTo>
                    <a:pt x="6092861" y="664742"/>
                  </a:lnTo>
                  <a:lnTo>
                    <a:pt x="6094143" y="670305"/>
                  </a:lnTo>
                  <a:lnTo>
                    <a:pt x="6095424" y="723151"/>
                  </a:lnTo>
                  <a:lnTo>
                    <a:pt x="6096706" y="723151"/>
                  </a:lnTo>
                  <a:lnTo>
                    <a:pt x="6097988" y="767652"/>
                  </a:lnTo>
                  <a:lnTo>
                    <a:pt x="6099270" y="789903"/>
                  </a:lnTo>
                  <a:lnTo>
                    <a:pt x="6100552" y="834405"/>
                  </a:lnTo>
                  <a:lnTo>
                    <a:pt x="6101834" y="834405"/>
                  </a:lnTo>
                  <a:lnTo>
                    <a:pt x="6103115" y="834405"/>
                  </a:lnTo>
                  <a:lnTo>
                    <a:pt x="6104397" y="834405"/>
                  </a:lnTo>
                  <a:lnTo>
                    <a:pt x="6105679" y="865000"/>
                  </a:lnTo>
                  <a:lnTo>
                    <a:pt x="6106961" y="870562"/>
                  </a:lnTo>
                  <a:lnTo>
                    <a:pt x="6108243" y="834405"/>
                  </a:lnTo>
                  <a:lnTo>
                    <a:pt x="6109525" y="834405"/>
                  </a:lnTo>
                  <a:lnTo>
                    <a:pt x="6110807" y="834405"/>
                  </a:lnTo>
                  <a:lnTo>
                    <a:pt x="6112088" y="834405"/>
                  </a:lnTo>
                  <a:lnTo>
                    <a:pt x="6113370" y="834405"/>
                  </a:lnTo>
                  <a:lnTo>
                    <a:pt x="6114652" y="890032"/>
                  </a:lnTo>
                  <a:lnTo>
                    <a:pt x="6115934" y="837186"/>
                  </a:lnTo>
                  <a:lnTo>
                    <a:pt x="6117216" y="834405"/>
                  </a:lnTo>
                  <a:lnTo>
                    <a:pt x="6118498" y="809373"/>
                  </a:lnTo>
                  <a:lnTo>
                    <a:pt x="6119779" y="778778"/>
                  </a:lnTo>
                  <a:lnTo>
                    <a:pt x="6121061" y="778778"/>
                  </a:lnTo>
                  <a:lnTo>
                    <a:pt x="6122343" y="778778"/>
                  </a:lnTo>
                  <a:lnTo>
                    <a:pt x="6123625" y="798247"/>
                  </a:lnTo>
                  <a:lnTo>
                    <a:pt x="6124907" y="831623"/>
                  </a:lnTo>
                  <a:lnTo>
                    <a:pt x="6126189" y="778778"/>
                  </a:lnTo>
                  <a:lnTo>
                    <a:pt x="6127470" y="778778"/>
                  </a:lnTo>
                  <a:lnTo>
                    <a:pt x="6128752" y="778778"/>
                  </a:lnTo>
                  <a:lnTo>
                    <a:pt x="6130034" y="778778"/>
                  </a:lnTo>
                  <a:lnTo>
                    <a:pt x="6131316" y="778778"/>
                  </a:lnTo>
                  <a:lnTo>
                    <a:pt x="6132598" y="778778"/>
                  </a:lnTo>
                  <a:lnTo>
                    <a:pt x="6133880" y="778778"/>
                  </a:lnTo>
                  <a:lnTo>
                    <a:pt x="6135162" y="778778"/>
                  </a:lnTo>
                  <a:lnTo>
                    <a:pt x="6136443" y="778778"/>
                  </a:lnTo>
                  <a:lnTo>
                    <a:pt x="6137725" y="778778"/>
                  </a:lnTo>
                  <a:lnTo>
                    <a:pt x="6139007" y="795466"/>
                  </a:lnTo>
                  <a:lnTo>
                    <a:pt x="6140289" y="834405"/>
                  </a:lnTo>
                  <a:lnTo>
                    <a:pt x="6141571" y="781559"/>
                  </a:lnTo>
                  <a:lnTo>
                    <a:pt x="6142853" y="778778"/>
                  </a:lnTo>
                  <a:lnTo>
                    <a:pt x="6144134" y="773215"/>
                  </a:lnTo>
                  <a:lnTo>
                    <a:pt x="6145416" y="712025"/>
                  </a:lnTo>
                  <a:lnTo>
                    <a:pt x="6146698" y="667524"/>
                  </a:lnTo>
                  <a:lnTo>
                    <a:pt x="6147980" y="717588"/>
                  </a:lnTo>
                  <a:lnTo>
                    <a:pt x="6149262" y="723151"/>
                  </a:lnTo>
                  <a:lnTo>
                    <a:pt x="6150544" y="675868"/>
                  </a:lnTo>
                  <a:lnTo>
                    <a:pt x="6151826" y="667524"/>
                  </a:lnTo>
                  <a:lnTo>
                    <a:pt x="6153107" y="581302"/>
                  </a:lnTo>
                  <a:lnTo>
                    <a:pt x="6154389" y="556270"/>
                  </a:lnTo>
                  <a:lnTo>
                    <a:pt x="6155671" y="556270"/>
                  </a:lnTo>
                  <a:lnTo>
                    <a:pt x="6156953" y="534019"/>
                  </a:lnTo>
                  <a:lnTo>
                    <a:pt x="6158235" y="556270"/>
                  </a:lnTo>
                  <a:lnTo>
                    <a:pt x="6159517" y="556270"/>
                  </a:lnTo>
                  <a:lnTo>
                    <a:pt x="6160798" y="556270"/>
                  </a:lnTo>
                  <a:lnTo>
                    <a:pt x="6162080" y="556270"/>
                  </a:lnTo>
                  <a:lnTo>
                    <a:pt x="6163362" y="550707"/>
                  </a:lnTo>
                  <a:lnTo>
                    <a:pt x="6164644" y="478392"/>
                  </a:lnTo>
                  <a:lnTo>
                    <a:pt x="6165926" y="417202"/>
                  </a:lnTo>
                  <a:lnTo>
                    <a:pt x="6167208" y="389389"/>
                  </a:lnTo>
                  <a:lnTo>
                    <a:pt x="6168489" y="389389"/>
                  </a:lnTo>
                  <a:lnTo>
                    <a:pt x="6169771" y="389389"/>
                  </a:lnTo>
                  <a:lnTo>
                    <a:pt x="6171053" y="389389"/>
                  </a:lnTo>
                  <a:lnTo>
                    <a:pt x="6172335" y="389389"/>
                  </a:lnTo>
                  <a:lnTo>
                    <a:pt x="6173617" y="439453"/>
                  </a:lnTo>
                  <a:lnTo>
                    <a:pt x="6174899" y="445016"/>
                  </a:lnTo>
                  <a:lnTo>
                    <a:pt x="6176181" y="447797"/>
                  </a:lnTo>
                  <a:lnTo>
                    <a:pt x="6177462" y="508987"/>
                  </a:lnTo>
                  <a:lnTo>
                    <a:pt x="6178744" y="556270"/>
                  </a:lnTo>
                  <a:lnTo>
                    <a:pt x="6180026" y="556270"/>
                  </a:lnTo>
                  <a:lnTo>
                    <a:pt x="6181308" y="556270"/>
                  </a:lnTo>
                  <a:lnTo>
                    <a:pt x="6182590" y="620241"/>
                  </a:lnTo>
                  <a:lnTo>
                    <a:pt x="6183872" y="667524"/>
                  </a:lnTo>
                  <a:lnTo>
                    <a:pt x="6185153" y="748183"/>
                  </a:lnTo>
                  <a:lnTo>
                    <a:pt x="6186435" y="770434"/>
                  </a:lnTo>
                  <a:lnTo>
                    <a:pt x="6187717" y="723151"/>
                  </a:lnTo>
                  <a:lnTo>
                    <a:pt x="6188999" y="742620"/>
                  </a:lnTo>
                  <a:lnTo>
                    <a:pt x="6190281" y="778778"/>
                  </a:lnTo>
                  <a:lnTo>
                    <a:pt x="6191563" y="778778"/>
                  </a:lnTo>
                  <a:lnTo>
                    <a:pt x="6192845" y="778778"/>
                  </a:lnTo>
                  <a:lnTo>
                    <a:pt x="6194126" y="778778"/>
                  </a:lnTo>
                  <a:lnTo>
                    <a:pt x="6195408" y="748183"/>
                  </a:lnTo>
                  <a:lnTo>
                    <a:pt x="6196690" y="798247"/>
                  </a:lnTo>
                  <a:lnTo>
                    <a:pt x="6197972" y="859437"/>
                  </a:lnTo>
                  <a:lnTo>
                    <a:pt x="6199254" y="890032"/>
                  </a:lnTo>
                  <a:lnTo>
                    <a:pt x="6200536" y="890032"/>
                  </a:lnTo>
                  <a:lnTo>
                    <a:pt x="6201817" y="890032"/>
                  </a:lnTo>
                  <a:lnTo>
                    <a:pt x="6203099" y="890032"/>
                  </a:lnTo>
                  <a:lnTo>
                    <a:pt x="6204381" y="845530"/>
                  </a:lnTo>
                  <a:lnTo>
                    <a:pt x="6205663" y="798247"/>
                  </a:lnTo>
                  <a:lnTo>
                    <a:pt x="6206945" y="700900"/>
                  </a:lnTo>
                  <a:lnTo>
                    <a:pt x="6208227" y="667524"/>
                  </a:lnTo>
                  <a:lnTo>
                    <a:pt x="6209509" y="620241"/>
                  </a:lnTo>
                  <a:lnTo>
                    <a:pt x="6210790" y="556270"/>
                  </a:lnTo>
                  <a:lnTo>
                    <a:pt x="6212072" y="556270"/>
                  </a:lnTo>
                  <a:lnTo>
                    <a:pt x="6213354" y="556270"/>
                  </a:lnTo>
                  <a:lnTo>
                    <a:pt x="6214636" y="556270"/>
                  </a:lnTo>
                  <a:lnTo>
                    <a:pt x="6215918" y="556270"/>
                  </a:lnTo>
                  <a:lnTo>
                    <a:pt x="6217200" y="556270"/>
                  </a:lnTo>
                  <a:lnTo>
                    <a:pt x="6218481" y="561832"/>
                  </a:lnTo>
                  <a:lnTo>
                    <a:pt x="6219763" y="611897"/>
                  </a:lnTo>
                  <a:lnTo>
                    <a:pt x="6221045" y="611897"/>
                  </a:lnTo>
                  <a:lnTo>
                    <a:pt x="6222327" y="611897"/>
                  </a:lnTo>
                  <a:lnTo>
                    <a:pt x="6223609" y="611897"/>
                  </a:lnTo>
                  <a:lnTo>
                    <a:pt x="6224891" y="581302"/>
                  </a:lnTo>
                  <a:lnTo>
                    <a:pt x="6226172" y="556270"/>
                  </a:lnTo>
                  <a:lnTo>
                    <a:pt x="6227454" y="520112"/>
                  </a:lnTo>
                  <a:lnTo>
                    <a:pt x="6228736" y="492299"/>
                  </a:lnTo>
                  <a:lnTo>
                    <a:pt x="6230018" y="433890"/>
                  </a:lnTo>
                  <a:lnTo>
                    <a:pt x="6231300" y="389389"/>
                  </a:lnTo>
                  <a:lnTo>
                    <a:pt x="6232582" y="389389"/>
                  </a:lnTo>
                  <a:lnTo>
                    <a:pt x="6233864" y="389389"/>
                  </a:lnTo>
                  <a:lnTo>
                    <a:pt x="6235145" y="336543"/>
                  </a:lnTo>
                  <a:lnTo>
                    <a:pt x="6236427" y="375482"/>
                  </a:lnTo>
                  <a:lnTo>
                    <a:pt x="6237709" y="422765"/>
                  </a:lnTo>
                  <a:lnTo>
                    <a:pt x="6238991" y="517331"/>
                  </a:lnTo>
                  <a:lnTo>
                    <a:pt x="6240273" y="556270"/>
                  </a:lnTo>
                  <a:lnTo>
                    <a:pt x="6241555" y="542363"/>
                  </a:lnTo>
                  <a:lnTo>
                    <a:pt x="6242836" y="611897"/>
                  </a:lnTo>
                  <a:lnTo>
                    <a:pt x="6244118" y="611897"/>
                  </a:lnTo>
                  <a:lnTo>
                    <a:pt x="6245400" y="611897"/>
                  </a:lnTo>
                  <a:lnTo>
                    <a:pt x="6246682" y="564614"/>
                  </a:lnTo>
                  <a:lnTo>
                    <a:pt x="6247964" y="483954"/>
                  </a:lnTo>
                  <a:lnTo>
                    <a:pt x="6249246" y="445016"/>
                  </a:lnTo>
                  <a:lnTo>
                    <a:pt x="6250528" y="445016"/>
                  </a:lnTo>
                  <a:lnTo>
                    <a:pt x="6251809" y="445016"/>
                  </a:lnTo>
                  <a:lnTo>
                    <a:pt x="6253091" y="403295"/>
                  </a:lnTo>
                  <a:lnTo>
                    <a:pt x="6254373" y="389389"/>
                  </a:lnTo>
                  <a:lnTo>
                    <a:pt x="6255655" y="389389"/>
                  </a:lnTo>
                  <a:lnTo>
                    <a:pt x="6256937" y="417202"/>
                  </a:lnTo>
                  <a:lnTo>
                    <a:pt x="6258219" y="394951"/>
                  </a:lnTo>
                  <a:lnTo>
                    <a:pt x="6259500" y="450578"/>
                  </a:lnTo>
                  <a:lnTo>
                    <a:pt x="6260782" y="506205"/>
                  </a:lnTo>
                  <a:lnTo>
                    <a:pt x="6262064" y="517331"/>
                  </a:lnTo>
                  <a:lnTo>
                    <a:pt x="6263346" y="550707"/>
                  </a:lnTo>
                  <a:lnTo>
                    <a:pt x="6264628" y="500643"/>
                  </a:lnTo>
                  <a:lnTo>
                    <a:pt x="6265910" y="500643"/>
                  </a:lnTo>
                  <a:lnTo>
                    <a:pt x="6267191" y="550707"/>
                  </a:lnTo>
                  <a:lnTo>
                    <a:pt x="6268473" y="556270"/>
                  </a:lnTo>
                  <a:lnTo>
                    <a:pt x="6269755" y="556270"/>
                  </a:lnTo>
                  <a:lnTo>
                    <a:pt x="6271037" y="556270"/>
                  </a:lnTo>
                  <a:lnTo>
                    <a:pt x="6272319" y="556270"/>
                  </a:lnTo>
                  <a:lnTo>
                    <a:pt x="6273601" y="609115"/>
                  </a:lnTo>
                  <a:lnTo>
                    <a:pt x="6274883" y="611897"/>
                  </a:lnTo>
                  <a:lnTo>
                    <a:pt x="6276164" y="611897"/>
                  </a:lnTo>
                  <a:lnTo>
                    <a:pt x="6277446" y="611897"/>
                  </a:lnTo>
                  <a:lnTo>
                    <a:pt x="6278728" y="636929"/>
                  </a:lnTo>
                  <a:lnTo>
                    <a:pt x="6280010" y="667524"/>
                  </a:lnTo>
                  <a:lnTo>
                    <a:pt x="6281292" y="639710"/>
                  </a:lnTo>
                  <a:lnTo>
                    <a:pt x="6282574" y="556270"/>
                  </a:lnTo>
                  <a:lnTo>
                    <a:pt x="6283855" y="500643"/>
                  </a:lnTo>
                  <a:lnTo>
                    <a:pt x="6285137" y="520112"/>
                  </a:lnTo>
                  <a:lnTo>
                    <a:pt x="6286419" y="500643"/>
                  </a:lnTo>
                  <a:lnTo>
                    <a:pt x="6287701" y="500643"/>
                  </a:lnTo>
                  <a:lnTo>
                    <a:pt x="6288983" y="500643"/>
                  </a:lnTo>
                  <a:lnTo>
                    <a:pt x="6290265" y="547926"/>
                  </a:lnTo>
                  <a:lnTo>
                    <a:pt x="6291547" y="556270"/>
                  </a:lnTo>
                  <a:lnTo>
                    <a:pt x="6292828" y="556270"/>
                  </a:lnTo>
                  <a:lnTo>
                    <a:pt x="6294110" y="600771"/>
                  </a:lnTo>
                  <a:lnTo>
                    <a:pt x="6295392" y="614678"/>
                  </a:lnTo>
                  <a:lnTo>
                    <a:pt x="6296674" y="667524"/>
                  </a:lnTo>
                  <a:lnTo>
                    <a:pt x="6297956" y="667524"/>
                  </a:lnTo>
                  <a:lnTo>
                    <a:pt x="6299238" y="667524"/>
                  </a:lnTo>
                  <a:lnTo>
                    <a:pt x="6300519" y="667524"/>
                  </a:lnTo>
                  <a:lnTo>
                    <a:pt x="6301801" y="639710"/>
                  </a:lnTo>
                  <a:lnTo>
                    <a:pt x="6303083" y="606334"/>
                  </a:lnTo>
                  <a:lnTo>
                    <a:pt x="6304365" y="556270"/>
                  </a:lnTo>
                  <a:lnTo>
                    <a:pt x="6305647" y="556270"/>
                  </a:lnTo>
                  <a:lnTo>
                    <a:pt x="6306929" y="556270"/>
                  </a:lnTo>
                  <a:lnTo>
                    <a:pt x="6308210" y="556270"/>
                  </a:lnTo>
                  <a:lnTo>
                    <a:pt x="6309492" y="556270"/>
                  </a:lnTo>
                  <a:lnTo>
                    <a:pt x="6310774" y="570176"/>
                  </a:lnTo>
                  <a:lnTo>
                    <a:pt x="6312056" y="572958"/>
                  </a:lnTo>
                  <a:lnTo>
                    <a:pt x="6313338" y="636929"/>
                  </a:lnTo>
                  <a:lnTo>
                    <a:pt x="6314620" y="717588"/>
                  </a:lnTo>
                  <a:lnTo>
                    <a:pt x="6315902" y="759308"/>
                  </a:lnTo>
                  <a:lnTo>
                    <a:pt x="6317183" y="686993"/>
                  </a:lnTo>
                  <a:lnTo>
                    <a:pt x="6318465" y="723151"/>
                  </a:lnTo>
                  <a:lnTo>
                    <a:pt x="6319747" y="723151"/>
                  </a:lnTo>
                  <a:lnTo>
                    <a:pt x="6321029" y="723151"/>
                  </a:lnTo>
                  <a:lnTo>
                    <a:pt x="6322311" y="723151"/>
                  </a:lnTo>
                  <a:lnTo>
                    <a:pt x="6323593" y="723151"/>
                  </a:lnTo>
                  <a:lnTo>
                    <a:pt x="6324874" y="723151"/>
                  </a:lnTo>
                  <a:lnTo>
                    <a:pt x="6326156" y="706463"/>
                  </a:lnTo>
                  <a:lnTo>
                    <a:pt x="6327438" y="639710"/>
                  </a:lnTo>
                  <a:lnTo>
                    <a:pt x="6328720" y="611897"/>
                  </a:lnTo>
                  <a:lnTo>
                    <a:pt x="6330002" y="559051"/>
                  </a:lnTo>
                  <a:lnTo>
                    <a:pt x="6331284" y="556270"/>
                  </a:lnTo>
                  <a:lnTo>
                    <a:pt x="6332566" y="556270"/>
                  </a:lnTo>
                  <a:lnTo>
                    <a:pt x="6333847" y="531238"/>
                  </a:lnTo>
                  <a:lnTo>
                    <a:pt x="6335129" y="531237"/>
                  </a:lnTo>
                  <a:lnTo>
                    <a:pt x="6336411" y="536800"/>
                  </a:lnTo>
                  <a:lnTo>
                    <a:pt x="6337693" y="447797"/>
                  </a:lnTo>
                  <a:lnTo>
                    <a:pt x="6338975" y="439453"/>
                  </a:lnTo>
                  <a:lnTo>
                    <a:pt x="6340257" y="389389"/>
                  </a:lnTo>
                  <a:lnTo>
                    <a:pt x="6341538" y="358794"/>
                  </a:lnTo>
                  <a:lnTo>
                    <a:pt x="6342820" y="308730"/>
                  </a:lnTo>
                  <a:lnTo>
                    <a:pt x="6344102" y="325418"/>
                  </a:lnTo>
                  <a:lnTo>
                    <a:pt x="6345384" y="333762"/>
                  </a:lnTo>
                  <a:lnTo>
                    <a:pt x="6346666" y="333762"/>
                  </a:lnTo>
                  <a:lnTo>
                    <a:pt x="6347948" y="350450"/>
                  </a:lnTo>
                  <a:lnTo>
                    <a:pt x="6349230" y="425546"/>
                  </a:lnTo>
                  <a:lnTo>
                    <a:pt x="6350511" y="389389"/>
                  </a:lnTo>
                  <a:lnTo>
                    <a:pt x="6351793" y="350450"/>
                  </a:lnTo>
                  <a:lnTo>
                    <a:pt x="6353075" y="333762"/>
                  </a:lnTo>
                  <a:lnTo>
                    <a:pt x="6354357" y="333762"/>
                  </a:lnTo>
                  <a:lnTo>
                    <a:pt x="6355639" y="333762"/>
                  </a:lnTo>
                  <a:lnTo>
                    <a:pt x="6356921" y="333762"/>
                  </a:lnTo>
                  <a:lnTo>
                    <a:pt x="6358202" y="347668"/>
                  </a:lnTo>
                  <a:lnTo>
                    <a:pt x="6359484" y="414421"/>
                  </a:lnTo>
                  <a:lnTo>
                    <a:pt x="6360766" y="445016"/>
                  </a:lnTo>
                  <a:lnTo>
                    <a:pt x="6362048" y="495080"/>
                  </a:lnTo>
                  <a:lnTo>
                    <a:pt x="6363330" y="500643"/>
                  </a:lnTo>
                  <a:lnTo>
                    <a:pt x="6364612" y="500643"/>
                  </a:lnTo>
                  <a:lnTo>
                    <a:pt x="6365893" y="547926"/>
                  </a:lnTo>
                  <a:lnTo>
                    <a:pt x="6367175" y="581302"/>
                  </a:lnTo>
                  <a:lnTo>
                    <a:pt x="6368457" y="628585"/>
                  </a:lnTo>
                  <a:lnTo>
                    <a:pt x="6369739" y="717588"/>
                  </a:lnTo>
                  <a:lnTo>
                    <a:pt x="6371021" y="678649"/>
                  </a:lnTo>
                  <a:lnTo>
                    <a:pt x="6372303" y="717588"/>
                  </a:lnTo>
                  <a:lnTo>
                    <a:pt x="6373585" y="695337"/>
                  </a:lnTo>
                  <a:lnTo>
                    <a:pt x="6374866" y="745402"/>
                  </a:lnTo>
                  <a:lnTo>
                    <a:pt x="6376148" y="778778"/>
                  </a:lnTo>
                  <a:lnTo>
                    <a:pt x="6377430" y="778778"/>
                  </a:lnTo>
                  <a:lnTo>
                    <a:pt x="6378712" y="778778"/>
                  </a:lnTo>
                  <a:lnTo>
                    <a:pt x="6379994" y="764871"/>
                  </a:lnTo>
                  <a:lnTo>
                    <a:pt x="6381276" y="734276"/>
                  </a:lnTo>
                  <a:lnTo>
                    <a:pt x="6382557" y="770434"/>
                  </a:lnTo>
                  <a:lnTo>
                    <a:pt x="6383839" y="759308"/>
                  </a:lnTo>
                  <a:lnTo>
                    <a:pt x="6385121" y="778778"/>
                  </a:lnTo>
                  <a:lnTo>
                    <a:pt x="6386403" y="778778"/>
                  </a:lnTo>
                  <a:lnTo>
                    <a:pt x="6387685" y="778778"/>
                  </a:lnTo>
                  <a:lnTo>
                    <a:pt x="6388967" y="753745"/>
                  </a:lnTo>
                  <a:lnTo>
                    <a:pt x="6390249" y="723151"/>
                  </a:lnTo>
                  <a:lnTo>
                    <a:pt x="6391530" y="723151"/>
                  </a:lnTo>
                  <a:lnTo>
                    <a:pt x="6392812" y="723151"/>
                  </a:lnTo>
                  <a:lnTo>
                    <a:pt x="6394094" y="712025"/>
                  </a:lnTo>
                  <a:lnTo>
                    <a:pt x="6395376" y="667524"/>
                  </a:lnTo>
                  <a:lnTo>
                    <a:pt x="6396658" y="667524"/>
                  </a:lnTo>
                  <a:lnTo>
                    <a:pt x="6397940" y="634147"/>
                  </a:lnTo>
                  <a:lnTo>
                    <a:pt x="6399221" y="611897"/>
                  </a:lnTo>
                  <a:lnTo>
                    <a:pt x="6400503" y="611897"/>
                  </a:lnTo>
                  <a:lnTo>
                    <a:pt x="6401785" y="589646"/>
                  </a:lnTo>
                  <a:lnTo>
                    <a:pt x="6403067" y="600771"/>
                  </a:lnTo>
                  <a:lnTo>
                    <a:pt x="6404349" y="597990"/>
                  </a:lnTo>
                  <a:lnTo>
                    <a:pt x="6405631" y="575739"/>
                  </a:lnTo>
                  <a:lnTo>
                    <a:pt x="6406912" y="556270"/>
                  </a:lnTo>
                  <a:lnTo>
                    <a:pt x="6408194" y="528456"/>
                  </a:lnTo>
                  <a:lnTo>
                    <a:pt x="6409476" y="447797"/>
                  </a:lnTo>
                  <a:lnTo>
                    <a:pt x="6410758" y="344887"/>
                  </a:lnTo>
                  <a:lnTo>
                    <a:pt x="6412040" y="336543"/>
                  </a:lnTo>
                  <a:lnTo>
                    <a:pt x="6413322" y="333762"/>
                  </a:lnTo>
                  <a:lnTo>
                    <a:pt x="6414604" y="339324"/>
                  </a:lnTo>
                  <a:lnTo>
                    <a:pt x="6415885" y="389389"/>
                  </a:lnTo>
                  <a:lnTo>
                    <a:pt x="6417167" y="389389"/>
                  </a:lnTo>
                  <a:lnTo>
                    <a:pt x="6418449" y="389389"/>
                  </a:lnTo>
                  <a:lnTo>
                    <a:pt x="6419731" y="389389"/>
                  </a:lnTo>
                  <a:lnTo>
                    <a:pt x="6421013" y="411639"/>
                  </a:lnTo>
                  <a:lnTo>
                    <a:pt x="6422295" y="397733"/>
                  </a:lnTo>
                  <a:lnTo>
                    <a:pt x="6423576" y="389389"/>
                  </a:lnTo>
                  <a:lnTo>
                    <a:pt x="6424858" y="361575"/>
                  </a:lnTo>
                  <a:lnTo>
                    <a:pt x="6426140" y="342106"/>
                  </a:lnTo>
                  <a:lnTo>
                    <a:pt x="6427422" y="389389"/>
                  </a:lnTo>
                  <a:lnTo>
                    <a:pt x="6428704" y="389389"/>
                  </a:lnTo>
                  <a:lnTo>
                    <a:pt x="6429986" y="419983"/>
                  </a:lnTo>
                  <a:lnTo>
                    <a:pt x="6431268" y="445016"/>
                  </a:lnTo>
                  <a:lnTo>
                    <a:pt x="6432549" y="445016"/>
                  </a:lnTo>
                  <a:lnTo>
                    <a:pt x="6433831" y="464485"/>
                  </a:lnTo>
                  <a:lnTo>
                    <a:pt x="6435113" y="445016"/>
                  </a:lnTo>
                  <a:lnTo>
                    <a:pt x="6436395" y="458922"/>
                  </a:lnTo>
                  <a:lnTo>
                    <a:pt x="6437677" y="534019"/>
                  </a:lnTo>
                  <a:lnTo>
                    <a:pt x="6438959" y="556270"/>
                  </a:lnTo>
                  <a:lnTo>
                    <a:pt x="6440240" y="581302"/>
                  </a:lnTo>
                  <a:lnTo>
                    <a:pt x="6441522" y="661961"/>
                  </a:lnTo>
                  <a:lnTo>
                    <a:pt x="6442804" y="762090"/>
                  </a:lnTo>
                  <a:lnTo>
                    <a:pt x="6444086" y="784340"/>
                  </a:lnTo>
                  <a:lnTo>
                    <a:pt x="6445368" y="778778"/>
                  </a:lnTo>
                  <a:lnTo>
                    <a:pt x="6446650" y="778778"/>
                  </a:lnTo>
                  <a:lnTo>
                    <a:pt x="6447931" y="737057"/>
                  </a:lnTo>
                  <a:lnTo>
                    <a:pt x="6449213" y="703681"/>
                  </a:lnTo>
                  <a:lnTo>
                    <a:pt x="6450495" y="667524"/>
                  </a:lnTo>
                  <a:lnTo>
                    <a:pt x="6451777" y="667524"/>
                  </a:lnTo>
                  <a:lnTo>
                    <a:pt x="6453059" y="667524"/>
                  </a:lnTo>
                  <a:lnTo>
                    <a:pt x="6454341" y="675868"/>
                  </a:lnTo>
                  <a:lnTo>
                    <a:pt x="6455623" y="656398"/>
                  </a:lnTo>
                  <a:lnTo>
                    <a:pt x="6456904" y="623022"/>
                  </a:lnTo>
                  <a:lnTo>
                    <a:pt x="6458186" y="542363"/>
                  </a:lnTo>
                  <a:lnTo>
                    <a:pt x="6459468" y="500643"/>
                  </a:lnTo>
                  <a:lnTo>
                    <a:pt x="6460750" y="450578"/>
                  </a:lnTo>
                  <a:lnTo>
                    <a:pt x="6462032" y="389389"/>
                  </a:lnTo>
                  <a:lnTo>
                    <a:pt x="6463314" y="389389"/>
                  </a:lnTo>
                  <a:lnTo>
                    <a:pt x="6464595" y="389389"/>
                  </a:lnTo>
                  <a:lnTo>
                    <a:pt x="6465877" y="389389"/>
                  </a:lnTo>
                  <a:lnTo>
                    <a:pt x="6467159" y="428328"/>
                  </a:lnTo>
                  <a:lnTo>
                    <a:pt x="6468441" y="353231"/>
                  </a:lnTo>
                  <a:lnTo>
                    <a:pt x="6469723" y="333762"/>
                  </a:lnTo>
                  <a:lnTo>
                    <a:pt x="6471005" y="333762"/>
                  </a:lnTo>
                  <a:lnTo>
                    <a:pt x="6472287" y="333762"/>
                  </a:lnTo>
                  <a:lnTo>
                    <a:pt x="6473568" y="333762"/>
                  </a:lnTo>
                  <a:lnTo>
                    <a:pt x="6474850" y="333762"/>
                  </a:lnTo>
                  <a:lnTo>
                    <a:pt x="6476132" y="305948"/>
                  </a:lnTo>
                  <a:lnTo>
                    <a:pt x="6477414" y="330980"/>
                  </a:lnTo>
                  <a:lnTo>
                    <a:pt x="6478696" y="333762"/>
                  </a:lnTo>
                  <a:lnTo>
                    <a:pt x="6479978" y="372700"/>
                  </a:lnTo>
                  <a:lnTo>
                    <a:pt x="6481259" y="369919"/>
                  </a:lnTo>
                  <a:lnTo>
                    <a:pt x="6482541" y="389389"/>
                  </a:lnTo>
                  <a:lnTo>
                    <a:pt x="6483823" y="389389"/>
                  </a:lnTo>
                  <a:lnTo>
                    <a:pt x="6485105" y="389389"/>
                  </a:lnTo>
                  <a:lnTo>
                    <a:pt x="6486387" y="422765"/>
                  </a:lnTo>
                  <a:lnTo>
                    <a:pt x="6487669" y="453360"/>
                  </a:lnTo>
                  <a:lnTo>
                    <a:pt x="6488951" y="511768"/>
                  </a:lnTo>
                  <a:lnTo>
                    <a:pt x="6490232" y="620241"/>
                  </a:lnTo>
                  <a:lnTo>
                    <a:pt x="6491514" y="667524"/>
                  </a:lnTo>
                  <a:lnTo>
                    <a:pt x="6492796" y="712025"/>
                  </a:lnTo>
                  <a:lnTo>
                    <a:pt x="6494078" y="778778"/>
                  </a:lnTo>
                  <a:lnTo>
                    <a:pt x="6495360" y="778778"/>
                  </a:lnTo>
                  <a:lnTo>
                    <a:pt x="6496642" y="778778"/>
                  </a:lnTo>
                  <a:lnTo>
                    <a:pt x="6497923" y="778778"/>
                  </a:lnTo>
                  <a:lnTo>
                    <a:pt x="6499205" y="789903"/>
                  </a:lnTo>
                  <a:lnTo>
                    <a:pt x="6500487" y="867781"/>
                  </a:lnTo>
                  <a:lnTo>
                    <a:pt x="6501769" y="890032"/>
                  </a:lnTo>
                  <a:lnTo>
                    <a:pt x="6503051" y="890032"/>
                  </a:lnTo>
                  <a:lnTo>
                    <a:pt x="6504333" y="865000"/>
                  </a:lnTo>
                  <a:lnTo>
                    <a:pt x="6505614" y="798247"/>
                  </a:lnTo>
                  <a:lnTo>
                    <a:pt x="6506896" y="778778"/>
                  </a:lnTo>
                  <a:lnTo>
                    <a:pt x="6508178" y="753746"/>
                  </a:lnTo>
                  <a:lnTo>
                    <a:pt x="6509460" y="723151"/>
                  </a:lnTo>
                  <a:lnTo>
                    <a:pt x="6510742" y="723151"/>
                  </a:lnTo>
                  <a:lnTo>
                    <a:pt x="6512024" y="723151"/>
                  </a:lnTo>
                  <a:lnTo>
                    <a:pt x="6513306" y="756527"/>
                  </a:lnTo>
                  <a:lnTo>
                    <a:pt x="6514587" y="762090"/>
                  </a:lnTo>
                  <a:lnTo>
                    <a:pt x="6515869" y="723151"/>
                  </a:lnTo>
                  <a:lnTo>
                    <a:pt x="6517151" y="723151"/>
                  </a:lnTo>
                  <a:lnTo>
                    <a:pt x="6518433" y="723151"/>
                  </a:lnTo>
                  <a:lnTo>
                    <a:pt x="6519715" y="723151"/>
                  </a:lnTo>
                  <a:lnTo>
                    <a:pt x="6520997" y="678649"/>
                  </a:lnTo>
                  <a:lnTo>
                    <a:pt x="6522278" y="667524"/>
                  </a:lnTo>
                  <a:lnTo>
                    <a:pt x="6523560" y="667524"/>
                  </a:lnTo>
                  <a:lnTo>
                    <a:pt x="6524842" y="659180"/>
                  </a:lnTo>
                  <a:lnTo>
                    <a:pt x="6526124" y="575739"/>
                  </a:lnTo>
                  <a:lnTo>
                    <a:pt x="6527406" y="556270"/>
                  </a:lnTo>
                  <a:lnTo>
                    <a:pt x="6528688" y="556270"/>
                  </a:lnTo>
                  <a:lnTo>
                    <a:pt x="6529970" y="517331"/>
                  </a:lnTo>
                  <a:lnTo>
                    <a:pt x="6531251" y="453360"/>
                  </a:lnTo>
                  <a:lnTo>
                    <a:pt x="6532533" y="339324"/>
                  </a:lnTo>
                  <a:lnTo>
                    <a:pt x="6533815" y="278135"/>
                  </a:lnTo>
                  <a:lnTo>
                    <a:pt x="6535097" y="264228"/>
                  </a:lnTo>
                  <a:lnTo>
                    <a:pt x="6536379" y="244759"/>
                  </a:lnTo>
                  <a:lnTo>
                    <a:pt x="6537661" y="311511"/>
                  </a:lnTo>
                  <a:lnTo>
                    <a:pt x="6538942" y="333762"/>
                  </a:lnTo>
                  <a:lnTo>
                    <a:pt x="6540224" y="364357"/>
                  </a:lnTo>
                  <a:lnTo>
                    <a:pt x="6541506" y="389389"/>
                  </a:lnTo>
                  <a:lnTo>
                    <a:pt x="6542788" y="389389"/>
                  </a:lnTo>
                  <a:lnTo>
                    <a:pt x="6544070" y="389389"/>
                  </a:lnTo>
                  <a:lnTo>
                    <a:pt x="6545352" y="389389"/>
                  </a:lnTo>
                  <a:lnTo>
                    <a:pt x="6546633" y="403295"/>
                  </a:lnTo>
                  <a:lnTo>
                    <a:pt x="6547915" y="392170"/>
                  </a:lnTo>
                  <a:lnTo>
                    <a:pt x="6549197" y="389389"/>
                  </a:lnTo>
                  <a:lnTo>
                    <a:pt x="6550479" y="353231"/>
                  </a:lnTo>
                  <a:lnTo>
                    <a:pt x="6551761" y="305948"/>
                  </a:lnTo>
                  <a:lnTo>
                    <a:pt x="6553043" y="264228"/>
                  </a:lnTo>
                  <a:lnTo>
                    <a:pt x="6554325" y="278135"/>
                  </a:lnTo>
                  <a:lnTo>
                    <a:pt x="6555606" y="278135"/>
                  </a:lnTo>
                  <a:lnTo>
                    <a:pt x="6556888" y="239196"/>
                  </a:lnTo>
                  <a:lnTo>
                    <a:pt x="6558170" y="269791"/>
                  </a:lnTo>
                  <a:lnTo>
                    <a:pt x="6559452" y="230852"/>
                  </a:lnTo>
                  <a:lnTo>
                    <a:pt x="6560734" y="222508"/>
                  </a:lnTo>
                  <a:lnTo>
                    <a:pt x="6562016" y="222508"/>
                  </a:lnTo>
                  <a:lnTo>
                    <a:pt x="6563297" y="267009"/>
                  </a:lnTo>
                  <a:lnTo>
                    <a:pt x="6564579" y="375482"/>
                  </a:lnTo>
                  <a:lnTo>
                    <a:pt x="6565861" y="445016"/>
                  </a:lnTo>
                  <a:lnTo>
                    <a:pt x="6567143" y="456141"/>
                  </a:lnTo>
                  <a:lnTo>
                    <a:pt x="6568425" y="481173"/>
                  </a:lnTo>
                  <a:lnTo>
                    <a:pt x="6569707" y="394951"/>
                  </a:lnTo>
                  <a:lnTo>
                    <a:pt x="6570989" y="389389"/>
                  </a:lnTo>
                  <a:lnTo>
                    <a:pt x="6572270" y="400514"/>
                  </a:lnTo>
                  <a:lnTo>
                    <a:pt x="6573552" y="445016"/>
                  </a:lnTo>
                  <a:lnTo>
                    <a:pt x="6574834" y="422765"/>
                  </a:lnTo>
                  <a:lnTo>
                    <a:pt x="6576116" y="353231"/>
                  </a:lnTo>
                  <a:lnTo>
                    <a:pt x="6577398" y="322636"/>
                  </a:lnTo>
                  <a:lnTo>
                    <a:pt x="6578680" y="278135"/>
                  </a:lnTo>
                  <a:lnTo>
                    <a:pt x="6579961" y="325418"/>
                  </a:lnTo>
                  <a:lnTo>
                    <a:pt x="6581243" y="250321"/>
                  </a:lnTo>
                  <a:lnTo>
                    <a:pt x="6582525" y="255884"/>
                  </a:lnTo>
                  <a:lnTo>
                    <a:pt x="6583807" y="278135"/>
                  </a:lnTo>
                  <a:lnTo>
                    <a:pt x="6585089" y="280916"/>
                  </a:lnTo>
                  <a:lnTo>
                    <a:pt x="6586371" y="230852"/>
                  </a:lnTo>
                  <a:lnTo>
                    <a:pt x="6587652" y="222508"/>
                  </a:lnTo>
                  <a:lnTo>
                    <a:pt x="6588934" y="264228"/>
                  </a:lnTo>
                  <a:lnTo>
                    <a:pt x="6590216" y="280916"/>
                  </a:lnTo>
                  <a:lnTo>
                    <a:pt x="6591498" y="322636"/>
                  </a:lnTo>
                  <a:lnTo>
                    <a:pt x="6592780" y="333762"/>
                  </a:lnTo>
                  <a:lnTo>
                    <a:pt x="6594062" y="311511"/>
                  </a:lnTo>
                  <a:lnTo>
                    <a:pt x="6595344" y="333762"/>
                  </a:lnTo>
                  <a:lnTo>
                    <a:pt x="6596625" y="297604"/>
                  </a:lnTo>
                  <a:lnTo>
                    <a:pt x="6597907" y="222508"/>
                  </a:lnTo>
                  <a:lnTo>
                    <a:pt x="6599189" y="222508"/>
                  </a:lnTo>
                  <a:lnTo>
                    <a:pt x="6600471" y="239196"/>
                  </a:lnTo>
                  <a:lnTo>
                    <a:pt x="6601753" y="322636"/>
                  </a:lnTo>
                  <a:lnTo>
                    <a:pt x="6603035" y="278135"/>
                  </a:lnTo>
                  <a:lnTo>
                    <a:pt x="6604316" y="278135"/>
                  </a:lnTo>
                  <a:lnTo>
                    <a:pt x="6605598" y="278135"/>
                  </a:lnTo>
                  <a:lnTo>
                    <a:pt x="6606880" y="250321"/>
                  </a:lnTo>
                  <a:lnTo>
                    <a:pt x="6608162" y="311511"/>
                  </a:lnTo>
                  <a:lnTo>
                    <a:pt x="6609444" y="322636"/>
                  </a:lnTo>
                  <a:lnTo>
                    <a:pt x="6610726" y="333762"/>
                  </a:lnTo>
                  <a:lnTo>
                    <a:pt x="6612008" y="333762"/>
                  </a:lnTo>
                  <a:lnTo>
                    <a:pt x="6613289" y="414421"/>
                  </a:lnTo>
                  <a:lnTo>
                    <a:pt x="6614571" y="445016"/>
                  </a:lnTo>
                  <a:lnTo>
                    <a:pt x="6615853" y="464485"/>
                  </a:lnTo>
                  <a:lnTo>
                    <a:pt x="6617135" y="550707"/>
                  </a:lnTo>
                  <a:lnTo>
                    <a:pt x="6618417" y="600771"/>
                  </a:lnTo>
                  <a:lnTo>
                    <a:pt x="6619699" y="575739"/>
                  </a:lnTo>
                  <a:lnTo>
                    <a:pt x="6620980" y="556270"/>
                  </a:lnTo>
                  <a:lnTo>
                    <a:pt x="6622262" y="589646"/>
                  </a:lnTo>
                  <a:lnTo>
                    <a:pt x="6623544" y="611897"/>
                  </a:lnTo>
                  <a:lnTo>
                    <a:pt x="6624826" y="597990"/>
                  </a:lnTo>
                  <a:lnTo>
                    <a:pt x="6626108" y="609115"/>
                  </a:lnTo>
                  <a:lnTo>
                    <a:pt x="6627390" y="611897"/>
                  </a:lnTo>
                  <a:lnTo>
                    <a:pt x="6628672" y="642492"/>
                  </a:lnTo>
                  <a:lnTo>
                    <a:pt x="6629953" y="723151"/>
                  </a:lnTo>
                  <a:lnTo>
                    <a:pt x="6631235" y="723151"/>
                  </a:lnTo>
                  <a:lnTo>
                    <a:pt x="6632517" y="723151"/>
                  </a:lnTo>
                  <a:lnTo>
                    <a:pt x="6633799" y="714807"/>
                  </a:lnTo>
                  <a:lnTo>
                    <a:pt x="6635081" y="723151"/>
                  </a:lnTo>
                  <a:lnTo>
                    <a:pt x="6636363" y="723151"/>
                  </a:lnTo>
                  <a:lnTo>
                    <a:pt x="6637644" y="723151"/>
                  </a:lnTo>
                  <a:lnTo>
                    <a:pt x="6638926" y="767652"/>
                  </a:lnTo>
                  <a:lnTo>
                    <a:pt x="6640208" y="728713"/>
                  </a:lnTo>
                  <a:lnTo>
                    <a:pt x="6641490" y="739839"/>
                  </a:lnTo>
                  <a:lnTo>
                    <a:pt x="6642772" y="778778"/>
                  </a:lnTo>
                  <a:lnTo>
                    <a:pt x="6644054" y="778778"/>
                  </a:lnTo>
                  <a:lnTo>
                    <a:pt x="6645335" y="739839"/>
                  </a:lnTo>
                  <a:lnTo>
                    <a:pt x="6646617" y="723151"/>
                  </a:lnTo>
                  <a:lnTo>
                    <a:pt x="6647899" y="723151"/>
                  </a:lnTo>
                  <a:lnTo>
                    <a:pt x="6649181" y="723151"/>
                  </a:lnTo>
                  <a:lnTo>
                    <a:pt x="6650463" y="723151"/>
                  </a:lnTo>
                  <a:lnTo>
                    <a:pt x="6651745" y="756527"/>
                  </a:lnTo>
                  <a:lnTo>
                    <a:pt x="6653027" y="731495"/>
                  </a:lnTo>
                  <a:lnTo>
                    <a:pt x="6654308" y="723151"/>
                  </a:lnTo>
                  <a:lnTo>
                    <a:pt x="6655590" y="723151"/>
                  </a:lnTo>
                  <a:lnTo>
                    <a:pt x="6656872" y="734276"/>
                  </a:lnTo>
                  <a:lnTo>
                    <a:pt x="6658154" y="778778"/>
                  </a:lnTo>
                  <a:lnTo>
                    <a:pt x="6659436" y="778778"/>
                  </a:lnTo>
                  <a:lnTo>
                    <a:pt x="6660718" y="778778"/>
                  </a:lnTo>
                  <a:lnTo>
                    <a:pt x="6661999" y="778778"/>
                  </a:lnTo>
                  <a:lnTo>
                    <a:pt x="6663281" y="778778"/>
                  </a:lnTo>
                  <a:lnTo>
                    <a:pt x="6664563" y="756527"/>
                  </a:lnTo>
                  <a:lnTo>
                    <a:pt x="6665845" y="728713"/>
                  </a:lnTo>
                  <a:lnTo>
                    <a:pt x="6667127" y="778778"/>
                  </a:lnTo>
                  <a:lnTo>
                    <a:pt x="6668409" y="778778"/>
                  </a:lnTo>
                  <a:lnTo>
                    <a:pt x="6669691" y="770434"/>
                  </a:lnTo>
                  <a:lnTo>
                    <a:pt x="6670972" y="723151"/>
                  </a:lnTo>
                  <a:lnTo>
                    <a:pt x="6672254" y="770434"/>
                  </a:lnTo>
                  <a:lnTo>
                    <a:pt x="6673536" y="778778"/>
                  </a:lnTo>
                  <a:lnTo>
                    <a:pt x="6674818" y="778778"/>
                  </a:lnTo>
                  <a:lnTo>
                    <a:pt x="6676100" y="778778"/>
                  </a:lnTo>
                  <a:lnTo>
                    <a:pt x="6677382" y="814935"/>
                  </a:lnTo>
                  <a:lnTo>
                    <a:pt x="6678663" y="801028"/>
                  </a:lnTo>
                  <a:lnTo>
                    <a:pt x="6679945" y="778778"/>
                  </a:lnTo>
                  <a:lnTo>
                    <a:pt x="6681227" y="725932"/>
                  </a:lnTo>
                  <a:lnTo>
                    <a:pt x="6682509" y="723151"/>
                  </a:lnTo>
                  <a:lnTo>
                    <a:pt x="6683791" y="723151"/>
                  </a:lnTo>
                  <a:lnTo>
                    <a:pt x="6685073" y="767652"/>
                  </a:lnTo>
                  <a:lnTo>
                    <a:pt x="6686354" y="778778"/>
                  </a:lnTo>
                  <a:lnTo>
                    <a:pt x="6687636" y="778778"/>
                  </a:lnTo>
                  <a:lnTo>
                    <a:pt x="6688918" y="778778"/>
                  </a:lnTo>
                  <a:lnTo>
                    <a:pt x="6690200" y="778778"/>
                  </a:lnTo>
                  <a:lnTo>
                    <a:pt x="6691482" y="778778"/>
                  </a:lnTo>
                  <a:lnTo>
                    <a:pt x="6692764" y="778778"/>
                  </a:lnTo>
                  <a:lnTo>
                    <a:pt x="6694046" y="778778"/>
                  </a:lnTo>
                  <a:lnTo>
                    <a:pt x="6695327" y="756527"/>
                  </a:lnTo>
                  <a:lnTo>
                    <a:pt x="6696609" y="742620"/>
                  </a:lnTo>
                  <a:lnTo>
                    <a:pt x="6697891" y="778778"/>
                  </a:lnTo>
                  <a:lnTo>
                    <a:pt x="6699173" y="778778"/>
                  </a:lnTo>
                  <a:lnTo>
                    <a:pt x="6700455" y="778778"/>
                  </a:lnTo>
                  <a:lnTo>
                    <a:pt x="6701737" y="784340"/>
                  </a:lnTo>
                  <a:lnTo>
                    <a:pt x="6703018" y="834405"/>
                  </a:lnTo>
                  <a:lnTo>
                    <a:pt x="6704300" y="834405"/>
                  </a:lnTo>
                  <a:lnTo>
                    <a:pt x="6705582" y="828842"/>
                  </a:lnTo>
                  <a:lnTo>
                    <a:pt x="6706864" y="778778"/>
                  </a:lnTo>
                  <a:lnTo>
                    <a:pt x="6708146" y="778778"/>
                  </a:lnTo>
                  <a:lnTo>
                    <a:pt x="6709428" y="778778"/>
                  </a:lnTo>
                  <a:lnTo>
                    <a:pt x="6710710" y="728713"/>
                  </a:lnTo>
                  <a:lnTo>
                    <a:pt x="6711991" y="723151"/>
                  </a:lnTo>
                  <a:lnTo>
                    <a:pt x="6713273" y="773215"/>
                  </a:lnTo>
                  <a:lnTo>
                    <a:pt x="6714555" y="778778"/>
                  </a:lnTo>
                  <a:lnTo>
                    <a:pt x="6715837" y="725932"/>
                  </a:lnTo>
                  <a:lnTo>
                    <a:pt x="6717119" y="723151"/>
                  </a:lnTo>
                  <a:lnTo>
                    <a:pt x="6718401" y="723151"/>
                  </a:lnTo>
                  <a:lnTo>
                    <a:pt x="6719682" y="723151"/>
                  </a:lnTo>
                  <a:lnTo>
                    <a:pt x="6720964" y="723151"/>
                  </a:lnTo>
                  <a:lnTo>
                    <a:pt x="6722246" y="723151"/>
                  </a:lnTo>
                  <a:lnTo>
                    <a:pt x="6723528" y="723151"/>
                  </a:lnTo>
                  <a:lnTo>
                    <a:pt x="6724810" y="723151"/>
                  </a:lnTo>
                  <a:lnTo>
                    <a:pt x="6726092" y="723151"/>
                  </a:lnTo>
                  <a:lnTo>
                    <a:pt x="6727374" y="742620"/>
                  </a:lnTo>
                  <a:lnTo>
                    <a:pt x="6728655" y="778778"/>
                  </a:lnTo>
                  <a:lnTo>
                    <a:pt x="6729937" y="778778"/>
                  </a:lnTo>
                  <a:lnTo>
                    <a:pt x="6731219" y="778778"/>
                  </a:lnTo>
                  <a:lnTo>
                    <a:pt x="6732501" y="778778"/>
                  </a:lnTo>
                  <a:lnTo>
                    <a:pt x="6733783" y="778778"/>
                  </a:lnTo>
                  <a:lnTo>
                    <a:pt x="6735065" y="773215"/>
                  </a:lnTo>
                  <a:lnTo>
                    <a:pt x="6736346" y="723151"/>
                  </a:lnTo>
                  <a:lnTo>
                    <a:pt x="6737628" y="725932"/>
                  </a:lnTo>
                  <a:lnTo>
                    <a:pt x="6738910" y="778778"/>
                  </a:lnTo>
                  <a:lnTo>
                    <a:pt x="6740192" y="778778"/>
                  </a:lnTo>
                  <a:lnTo>
                    <a:pt x="6741474" y="778778"/>
                  </a:lnTo>
                  <a:lnTo>
                    <a:pt x="6742756" y="853874"/>
                  </a:lnTo>
                  <a:lnTo>
                    <a:pt x="6744037" y="890032"/>
                  </a:lnTo>
                  <a:lnTo>
                    <a:pt x="6745319" y="890032"/>
                  </a:lnTo>
                  <a:lnTo>
                    <a:pt x="6746601" y="890032"/>
                  </a:lnTo>
                  <a:lnTo>
                    <a:pt x="6747883" y="940096"/>
                  </a:lnTo>
                  <a:lnTo>
                    <a:pt x="6749165" y="892813"/>
                  </a:lnTo>
                  <a:lnTo>
                    <a:pt x="6750447" y="890032"/>
                  </a:lnTo>
                  <a:lnTo>
                    <a:pt x="6751729" y="890032"/>
                  </a:lnTo>
                  <a:lnTo>
                    <a:pt x="6753010" y="890032"/>
                  </a:lnTo>
                  <a:lnTo>
                    <a:pt x="6754292" y="890032"/>
                  </a:lnTo>
                  <a:lnTo>
                    <a:pt x="6755574" y="890032"/>
                  </a:lnTo>
                  <a:lnTo>
                    <a:pt x="6756856" y="856656"/>
                  </a:lnTo>
                  <a:lnTo>
                    <a:pt x="6758138" y="834405"/>
                  </a:lnTo>
                  <a:lnTo>
                    <a:pt x="6759420" y="826061"/>
                  </a:lnTo>
                  <a:lnTo>
                    <a:pt x="6760701" y="778778"/>
                  </a:lnTo>
                  <a:lnTo>
                    <a:pt x="6761983" y="742620"/>
                  </a:lnTo>
                  <a:lnTo>
                    <a:pt x="6763265" y="723151"/>
                  </a:lnTo>
                  <a:lnTo>
                    <a:pt x="6764547" y="723151"/>
                  </a:lnTo>
                  <a:lnTo>
                    <a:pt x="6765829" y="714807"/>
                  </a:lnTo>
                  <a:lnTo>
                    <a:pt x="6767111" y="670305"/>
                  </a:lnTo>
                  <a:lnTo>
                    <a:pt x="6768393" y="698119"/>
                  </a:lnTo>
                  <a:lnTo>
                    <a:pt x="6769674" y="631366"/>
                  </a:lnTo>
                  <a:lnTo>
                    <a:pt x="6770956" y="597990"/>
                  </a:lnTo>
                  <a:lnTo>
                    <a:pt x="6772238" y="542363"/>
                  </a:lnTo>
                  <a:lnTo>
                    <a:pt x="6773520" y="500643"/>
                  </a:lnTo>
                  <a:lnTo>
                    <a:pt x="6774802" y="500643"/>
                  </a:lnTo>
                  <a:lnTo>
                    <a:pt x="6776084" y="500643"/>
                  </a:lnTo>
                  <a:lnTo>
                    <a:pt x="6777365" y="500643"/>
                  </a:lnTo>
                  <a:lnTo>
                    <a:pt x="6778647" y="500643"/>
                  </a:lnTo>
                  <a:lnTo>
                    <a:pt x="6779929" y="500643"/>
                  </a:lnTo>
                  <a:lnTo>
                    <a:pt x="6781211" y="539582"/>
                  </a:lnTo>
                  <a:lnTo>
                    <a:pt x="6782493" y="500643"/>
                  </a:lnTo>
                  <a:lnTo>
                    <a:pt x="6783775" y="453360"/>
                  </a:lnTo>
                  <a:lnTo>
                    <a:pt x="6785056" y="445016"/>
                  </a:lnTo>
                  <a:lnTo>
                    <a:pt x="6786338" y="445016"/>
                  </a:lnTo>
                  <a:lnTo>
                    <a:pt x="6787620" y="445016"/>
                  </a:lnTo>
                  <a:lnTo>
                    <a:pt x="6788902" y="475610"/>
                  </a:lnTo>
                  <a:lnTo>
                    <a:pt x="6790184" y="497861"/>
                  </a:lnTo>
                  <a:lnTo>
                    <a:pt x="6791466" y="450578"/>
                  </a:lnTo>
                  <a:lnTo>
                    <a:pt x="6792748" y="500643"/>
                  </a:lnTo>
                  <a:lnTo>
                    <a:pt x="6794029" y="534019"/>
                  </a:lnTo>
                  <a:lnTo>
                    <a:pt x="6795311" y="556270"/>
                  </a:lnTo>
                  <a:lnTo>
                    <a:pt x="6796593" y="556270"/>
                  </a:lnTo>
                  <a:lnTo>
                    <a:pt x="6797875" y="561832"/>
                  </a:lnTo>
                  <a:lnTo>
                    <a:pt x="6799157" y="611897"/>
                  </a:lnTo>
                  <a:lnTo>
                    <a:pt x="6800439" y="634148"/>
                  </a:lnTo>
                  <a:lnTo>
                    <a:pt x="6801720" y="700900"/>
                  </a:lnTo>
                  <a:lnTo>
                    <a:pt x="6803002" y="734276"/>
                  </a:lnTo>
                  <a:lnTo>
                    <a:pt x="6804284" y="789903"/>
                  </a:lnTo>
                  <a:lnTo>
                    <a:pt x="6805566" y="834405"/>
                  </a:lnTo>
                  <a:lnTo>
                    <a:pt x="6806848" y="834405"/>
                  </a:lnTo>
                  <a:lnTo>
                    <a:pt x="6808130" y="834405"/>
                  </a:lnTo>
                  <a:lnTo>
                    <a:pt x="6809412" y="834405"/>
                  </a:lnTo>
                  <a:lnTo>
                    <a:pt x="6810693" y="834405"/>
                  </a:lnTo>
                  <a:lnTo>
                    <a:pt x="6811975" y="798247"/>
                  </a:lnTo>
                  <a:lnTo>
                    <a:pt x="6813257" y="787122"/>
                  </a:lnTo>
                  <a:lnTo>
                    <a:pt x="6814539" y="834405"/>
                  </a:lnTo>
                  <a:lnTo>
                    <a:pt x="6815821" y="842749"/>
                  </a:lnTo>
                  <a:lnTo>
                    <a:pt x="6817103" y="834405"/>
                  </a:lnTo>
                  <a:lnTo>
                    <a:pt x="6818384" y="801028"/>
                  </a:lnTo>
                  <a:lnTo>
                    <a:pt x="6819666" y="753746"/>
                  </a:lnTo>
                  <a:lnTo>
                    <a:pt x="6820948" y="667524"/>
                  </a:lnTo>
                  <a:lnTo>
                    <a:pt x="6822230" y="667524"/>
                  </a:lnTo>
                  <a:lnTo>
                    <a:pt x="6823512" y="723151"/>
                  </a:lnTo>
                  <a:lnTo>
                    <a:pt x="6824794" y="723151"/>
                  </a:lnTo>
                  <a:lnTo>
                    <a:pt x="6826075" y="723151"/>
                  </a:lnTo>
                  <a:lnTo>
                    <a:pt x="6827357" y="723151"/>
                  </a:lnTo>
                  <a:lnTo>
                    <a:pt x="6828639" y="698119"/>
                  </a:lnTo>
                  <a:lnTo>
                    <a:pt x="6829921" y="667524"/>
                  </a:lnTo>
                  <a:lnTo>
                    <a:pt x="6831203" y="667524"/>
                  </a:lnTo>
                  <a:lnTo>
                    <a:pt x="6832485" y="667524"/>
                  </a:lnTo>
                  <a:lnTo>
                    <a:pt x="6833767" y="497861"/>
                  </a:lnTo>
                  <a:lnTo>
                    <a:pt x="6835048" y="278135"/>
                  </a:lnTo>
                  <a:lnTo>
                    <a:pt x="6836330" y="278135"/>
                  </a:lnTo>
                  <a:lnTo>
                    <a:pt x="6837612" y="272572"/>
                  </a:lnTo>
                  <a:lnTo>
                    <a:pt x="6838894" y="222508"/>
                  </a:lnTo>
                  <a:lnTo>
                    <a:pt x="6840176" y="222508"/>
                  </a:lnTo>
                  <a:lnTo>
                    <a:pt x="6841458" y="222508"/>
                  </a:lnTo>
                  <a:lnTo>
                    <a:pt x="6842739" y="222508"/>
                  </a:lnTo>
                  <a:lnTo>
                    <a:pt x="6844021" y="255884"/>
                  </a:lnTo>
                  <a:lnTo>
                    <a:pt x="6845303" y="278135"/>
                  </a:lnTo>
                  <a:lnTo>
                    <a:pt x="6846585" y="278135"/>
                  </a:lnTo>
                  <a:lnTo>
                    <a:pt x="6847867" y="311511"/>
                  </a:lnTo>
                  <a:lnTo>
                    <a:pt x="6849149" y="333762"/>
                  </a:lnTo>
                  <a:lnTo>
                    <a:pt x="6850431" y="364356"/>
                  </a:lnTo>
                  <a:lnTo>
                    <a:pt x="6851712" y="408858"/>
                  </a:lnTo>
                  <a:lnTo>
                    <a:pt x="6852994" y="500643"/>
                  </a:lnTo>
                  <a:lnTo>
                    <a:pt x="6854276" y="500643"/>
                  </a:lnTo>
                  <a:lnTo>
                    <a:pt x="6855558" y="500643"/>
                  </a:lnTo>
                  <a:lnTo>
                    <a:pt x="6856840" y="461704"/>
                  </a:lnTo>
                  <a:lnTo>
                    <a:pt x="6858122" y="389389"/>
                  </a:lnTo>
                  <a:lnTo>
                    <a:pt x="6859403" y="356013"/>
                  </a:lnTo>
                  <a:lnTo>
                    <a:pt x="6860685" y="356012"/>
                  </a:lnTo>
                  <a:lnTo>
                    <a:pt x="6861967" y="389389"/>
                  </a:lnTo>
                  <a:lnTo>
                    <a:pt x="6863249" y="389389"/>
                  </a:lnTo>
                  <a:lnTo>
                    <a:pt x="6864531" y="389389"/>
                  </a:lnTo>
                  <a:lnTo>
                    <a:pt x="6865813" y="539582"/>
                  </a:lnTo>
                  <a:lnTo>
                    <a:pt x="6867095" y="778778"/>
                  </a:lnTo>
                  <a:lnTo>
                    <a:pt x="6868376" y="778778"/>
                  </a:lnTo>
                  <a:lnTo>
                    <a:pt x="6869658" y="781559"/>
                  </a:lnTo>
                  <a:lnTo>
                    <a:pt x="6870940" y="834405"/>
                  </a:lnTo>
                  <a:lnTo>
                    <a:pt x="6872222" y="834405"/>
                  </a:lnTo>
                  <a:lnTo>
                    <a:pt x="6873504" y="834405"/>
                  </a:lnTo>
                  <a:lnTo>
                    <a:pt x="6874786" y="834405"/>
                  </a:lnTo>
                  <a:lnTo>
                    <a:pt x="6876067" y="834405"/>
                  </a:lnTo>
                  <a:lnTo>
                    <a:pt x="6877349" y="834405"/>
                  </a:lnTo>
                  <a:lnTo>
                    <a:pt x="6878631" y="834405"/>
                  </a:lnTo>
                  <a:lnTo>
                    <a:pt x="6879913" y="834405"/>
                  </a:lnTo>
                  <a:lnTo>
                    <a:pt x="6881195" y="834405"/>
                  </a:lnTo>
                  <a:lnTo>
                    <a:pt x="6882477" y="803810"/>
                  </a:lnTo>
                  <a:lnTo>
                    <a:pt x="6883758" y="748183"/>
                  </a:lnTo>
                  <a:lnTo>
                    <a:pt x="6885040" y="675868"/>
                  </a:lnTo>
                  <a:lnTo>
                    <a:pt x="6886322" y="611897"/>
                  </a:lnTo>
                  <a:lnTo>
                    <a:pt x="6887604" y="611897"/>
                  </a:lnTo>
                  <a:lnTo>
                    <a:pt x="6888886" y="639710"/>
                  </a:lnTo>
                  <a:lnTo>
                    <a:pt x="6890168" y="667524"/>
                  </a:lnTo>
                  <a:lnTo>
                    <a:pt x="6891450" y="648054"/>
                  </a:lnTo>
                  <a:lnTo>
                    <a:pt x="6892731" y="611897"/>
                  </a:lnTo>
                  <a:lnTo>
                    <a:pt x="6894013" y="611897"/>
                  </a:lnTo>
                  <a:lnTo>
                    <a:pt x="6895295" y="611897"/>
                  </a:lnTo>
                  <a:lnTo>
                    <a:pt x="6896577" y="611897"/>
                  </a:lnTo>
                  <a:lnTo>
                    <a:pt x="6897859" y="578520"/>
                  </a:lnTo>
                  <a:lnTo>
                    <a:pt x="6899141" y="556270"/>
                  </a:lnTo>
                  <a:lnTo>
                    <a:pt x="6900422" y="520112"/>
                  </a:lnTo>
                  <a:lnTo>
                    <a:pt x="6901704" y="500643"/>
                  </a:lnTo>
                  <a:lnTo>
                    <a:pt x="6902986" y="500643"/>
                  </a:lnTo>
                  <a:lnTo>
                    <a:pt x="6904268" y="500643"/>
                  </a:lnTo>
                  <a:lnTo>
                    <a:pt x="6905550" y="464485"/>
                  </a:lnTo>
                  <a:lnTo>
                    <a:pt x="6906832" y="445016"/>
                  </a:lnTo>
                  <a:lnTo>
                    <a:pt x="6908114" y="445016"/>
                  </a:lnTo>
                  <a:lnTo>
                    <a:pt x="6909395" y="445016"/>
                  </a:lnTo>
                  <a:lnTo>
                    <a:pt x="6910677" y="408858"/>
                  </a:lnTo>
                  <a:lnTo>
                    <a:pt x="6911959" y="389389"/>
                  </a:lnTo>
                  <a:lnTo>
                    <a:pt x="6913241" y="389389"/>
                  </a:lnTo>
                  <a:lnTo>
                    <a:pt x="6914523" y="336543"/>
                  </a:lnTo>
                  <a:lnTo>
                    <a:pt x="6915805" y="361575"/>
                  </a:lnTo>
                  <a:lnTo>
                    <a:pt x="6917086" y="417202"/>
                  </a:lnTo>
                  <a:lnTo>
                    <a:pt x="6918368" y="445016"/>
                  </a:lnTo>
                  <a:lnTo>
                    <a:pt x="6919650" y="445016"/>
                  </a:lnTo>
                  <a:lnTo>
                    <a:pt x="6920932" y="447797"/>
                  </a:lnTo>
                  <a:lnTo>
                    <a:pt x="6922214" y="500643"/>
                  </a:lnTo>
                  <a:lnTo>
                    <a:pt x="6923496" y="545144"/>
                  </a:lnTo>
                  <a:lnTo>
                    <a:pt x="6924777" y="611897"/>
                  </a:lnTo>
                  <a:lnTo>
                    <a:pt x="6926059" y="611897"/>
                  </a:lnTo>
                  <a:lnTo>
                    <a:pt x="6927341" y="611897"/>
                  </a:lnTo>
                  <a:lnTo>
                    <a:pt x="6928623" y="611897"/>
                  </a:lnTo>
                  <a:lnTo>
                    <a:pt x="6929905" y="642492"/>
                  </a:lnTo>
                  <a:lnTo>
                    <a:pt x="6931187" y="667524"/>
                  </a:lnTo>
                  <a:lnTo>
                    <a:pt x="6932469" y="700900"/>
                  </a:lnTo>
                  <a:lnTo>
                    <a:pt x="6933750" y="723151"/>
                  </a:lnTo>
                  <a:lnTo>
                    <a:pt x="6935032" y="698119"/>
                  </a:lnTo>
                  <a:lnTo>
                    <a:pt x="6936314" y="667524"/>
                  </a:lnTo>
                  <a:lnTo>
                    <a:pt x="6937596" y="681430"/>
                  </a:lnTo>
                  <a:lnTo>
                    <a:pt x="6938878" y="592427"/>
                  </a:lnTo>
                  <a:lnTo>
                    <a:pt x="6940160" y="556270"/>
                  </a:lnTo>
                  <a:lnTo>
                    <a:pt x="6941441" y="522893"/>
                  </a:lnTo>
                  <a:lnTo>
                    <a:pt x="6942723" y="534019"/>
                  </a:lnTo>
                  <a:lnTo>
                    <a:pt x="6944005" y="556270"/>
                  </a:lnTo>
                  <a:lnTo>
                    <a:pt x="6945287" y="556270"/>
                  </a:lnTo>
                  <a:lnTo>
                    <a:pt x="6946569" y="631366"/>
                  </a:lnTo>
                  <a:lnTo>
                    <a:pt x="6947851" y="667524"/>
                  </a:lnTo>
                  <a:lnTo>
                    <a:pt x="6949133" y="678649"/>
                  </a:lnTo>
                  <a:lnTo>
                    <a:pt x="6950414" y="723151"/>
                  </a:lnTo>
                  <a:lnTo>
                    <a:pt x="6951696" y="723151"/>
                  </a:lnTo>
                  <a:lnTo>
                    <a:pt x="6952978" y="723151"/>
                  </a:lnTo>
                  <a:lnTo>
                    <a:pt x="6954260" y="723151"/>
                  </a:lnTo>
                  <a:lnTo>
                    <a:pt x="6955542" y="723151"/>
                  </a:lnTo>
                  <a:lnTo>
                    <a:pt x="6956824" y="723151"/>
                  </a:lnTo>
                  <a:lnTo>
                    <a:pt x="6958105" y="723151"/>
                  </a:lnTo>
                  <a:lnTo>
                    <a:pt x="6959387" y="723151"/>
                  </a:lnTo>
                  <a:lnTo>
                    <a:pt x="6960669" y="723151"/>
                  </a:lnTo>
                  <a:lnTo>
                    <a:pt x="6961951" y="723151"/>
                  </a:lnTo>
                  <a:lnTo>
                    <a:pt x="6963233" y="698119"/>
                  </a:lnTo>
                  <a:lnTo>
                    <a:pt x="6964515" y="667524"/>
                  </a:lnTo>
                  <a:lnTo>
                    <a:pt x="6965796" y="667524"/>
                  </a:lnTo>
                  <a:lnTo>
                    <a:pt x="6967078" y="689774"/>
                  </a:lnTo>
                  <a:lnTo>
                    <a:pt x="6968360" y="723151"/>
                  </a:lnTo>
                  <a:lnTo>
                    <a:pt x="6969642" y="737057"/>
                  </a:lnTo>
                  <a:lnTo>
                    <a:pt x="6970924" y="820498"/>
                  </a:lnTo>
                  <a:lnTo>
                    <a:pt x="6972206" y="834405"/>
                  </a:lnTo>
                  <a:lnTo>
                    <a:pt x="6973488" y="862218"/>
                  </a:lnTo>
                  <a:lnTo>
                    <a:pt x="6974769" y="834405"/>
                  </a:lnTo>
                  <a:lnTo>
                    <a:pt x="6976051" y="834405"/>
                  </a:lnTo>
                  <a:lnTo>
                    <a:pt x="6977333" y="781559"/>
                  </a:lnTo>
                  <a:lnTo>
                    <a:pt x="6978615" y="723151"/>
                  </a:lnTo>
                  <a:lnTo>
                    <a:pt x="6979897" y="723151"/>
                  </a:lnTo>
                  <a:lnTo>
                    <a:pt x="6981179" y="723151"/>
                  </a:lnTo>
                  <a:lnTo>
                    <a:pt x="6982460" y="723151"/>
                  </a:lnTo>
                  <a:lnTo>
                    <a:pt x="6983742" y="723151"/>
                  </a:lnTo>
                  <a:lnTo>
                    <a:pt x="6985024" y="723151"/>
                  </a:lnTo>
                  <a:lnTo>
                    <a:pt x="6986306" y="723151"/>
                  </a:lnTo>
                  <a:lnTo>
                    <a:pt x="6987588" y="723151"/>
                  </a:lnTo>
                  <a:lnTo>
                    <a:pt x="6988870" y="723151"/>
                  </a:lnTo>
                  <a:lnTo>
                    <a:pt x="6990152" y="723151"/>
                  </a:lnTo>
                  <a:lnTo>
                    <a:pt x="6991433" y="723151"/>
                  </a:lnTo>
                  <a:lnTo>
                    <a:pt x="6992715" y="723151"/>
                  </a:lnTo>
                  <a:lnTo>
                    <a:pt x="6993997" y="723151"/>
                  </a:lnTo>
                  <a:lnTo>
                    <a:pt x="6995279" y="745402"/>
                  </a:lnTo>
                  <a:lnTo>
                    <a:pt x="6996561" y="762090"/>
                  </a:lnTo>
                  <a:lnTo>
                    <a:pt x="6997843" y="723151"/>
                  </a:lnTo>
                  <a:lnTo>
                    <a:pt x="6999124" y="723151"/>
                  </a:lnTo>
                  <a:lnTo>
                    <a:pt x="7000406" y="723151"/>
                  </a:lnTo>
                  <a:lnTo>
                    <a:pt x="7001688" y="723151"/>
                  </a:lnTo>
                  <a:lnTo>
                    <a:pt x="7002970" y="750964"/>
                  </a:lnTo>
                  <a:lnTo>
                    <a:pt x="7004252" y="778778"/>
                  </a:lnTo>
                  <a:lnTo>
                    <a:pt x="7005534" y="778778"/>
                  </a:lnTo>
                  <a:lnTo>
                    <a:pt x="7006816" y="834405"/>
                  </a:lnTo>
                  <a:lnTo>
                    <a:pt x="7008097" y="834405"/>
                  </a:lnTo>
                  <a:lnTo>
                    <a:pt x="7009379" y="881688"/>
                  </a:lnTo>
                  <a:lnTo>
                    <a:pt x="7010661" y="945659"/>
                  </a:lnTo>
                  <a:lnTo>
                    <a:pt x="7011943" y="945659"/>
                  </a:lnTo>
                  <a:lnTo>
                    <a:pt x="7013225" y="945659"/>
                  </a:lnTo>
                  <a:lnTo>
                    <a:pt x="7014507" y="945659"/>
                  </a:lnTo>
                  <a:lnTo>
                    <a:pt x="7015788" y="945659"/>
                  </a:lnTo>
                  <a:lnTo>
                    <a:pt x="7017070" y="945659"/>
                  </a:lnTo>
                  <a:lnTo>
                    <a:pt x="7018352" y="945659"/>
                  </a:lnTo>
                  <a:lnTo>
                    <a:pt x="7019634" y="945659"/>
                  </a:lnTo>
                  <a:lnTo>
                    <a:pt x="7020916" y="945659"/>
                  </a:lnTo>
                  <a:lnTo>
                    <a:pt x="7022198" y="945659"/>
                  </a:lnTo>
                  <a:lnTo>
                    <a:pt x="7023479" y="945659"/>
                  </a:lnTo>
                  <a:lnTo>
                    <a:pt x="7024761" y="945659"/>
                  </a:lnTo>
                  <a:lnTo>
                    <a:pt x="7026043" y="945659"/>
                  </a:lnTo>
                  <a:lnTo>
                    <a:pt x="7027325" y="945659"/>
                  </a:lnTo>
                  <a:lnTo>
                    <a:pt x="7028607" y="951221"/>
                  </a:lnTo>
                  <a:lnTo>
                    <a:pt x="7029889" y="923408"/>
                  </a:lnTo>
                  <a:lnTo>
                    <a:pt x="7031171" y="890032"/>
                  </a:lnTo>
                  <a:lnTo>
                    <a:pt x="7032452" y="890032"/>
                  </a:lnTo>
                  <a:lnTo>
                    <a:pt x="7033734" y="890032"/>
                  </a:lnTo>
                  <a:lnTo>
                    <a:pt x="7035016" y="890032"/>
                  </a:lnTo>
                  <a:lnTo>
                    <a:pt x="7036298" y="890032"/>
                  </a:lnTo>
                  <a:lnTo>
                    <a:pt x="7037580" y="890032"/>
                  </a:lnTo>
                  <a:lnTo>
                    <a:pt x="7038862" y="890032"/>
                  </a:lnTo>
                  <a:lnTo>
                    <a:pt x="7040143" y="890032"/>
                  </a:lnTo>
                  <a:lnTo>
                    <a:pt x="7041425" y="890032"/>
                  </a:lnTo>
                  <a:lnTo>
                    <a:pt x="7042707" y="890032"/>
                  </a:lnTo>
                  <a:lnTo>
                    <a:pt x="7043989" y="890032"/>
                  </a:lnTo>
                  <a:lnTo>
                    <a:pt x="7045271" y="890032"/>
                  </a:lnTo>
                  <a:lnTo>
                    <a:pt x="7046553" y="890032"/>
                  </a:lnTo>
                  <a:lnTo>
                    <a:pt x="7047835" y="859437"/>
                  </a:lnTo>
                  <a:lnTo>
                    <a:pt x="7049116" y="834405"/>
                  </a:lnTo>
                  <a:lnTo>
                    <a:pt x="7050398" y="834405"/>
                  </a:lnTo>
                  <a:lnTo>
                    <a:pt x="7051680" y="834405"/>
                  </a:lnTo>
                  <a:lnTo>
                    <a:pt x="7052962" y="834405"/>
                  </a:lnTo>
                  <a:lnTo>
                    <a:pt x="7054244" y="834405"/>
                  </a:lnTo>
                  <a:lnTo>
                    <a:pt x="7055526" y="834405"/>
                  </a:lnTo>
                  <a:lnTo>
                    <a:pt x="7056807" y="834405"/>
                  </a:lnTo>
                  <a:lnTo>
                    <a:pt x="7058089" y="834405"/>
                  </a:lnTo>
                  <a:lnTo>
                    <a:pt x="7059371" y="834405"/>
                  </a:lnTo>
                  <a:lnTo>
                    <a:pt x="7060653" y="839967"/>
                  </a:lnTo>
                  <a:lnTo>
                    <a:pt x="7061935" y="909501"/>
                  </a:lnTo>
                  <a:lnTo>
                    <a:pt x="7063217" y="945659"/>
                  </a:lnTo>
                  <a:lnTo>
                    <a:pt x="7064498" y="945659"/>
                  </a:lnTo>
                  <a:lnTo>
                    <a:pt x="7065780" y="945659"/>
                  </a:lnTo>
                  <a:lnTo>
                    <a:pt x="7067062" y="917845"/>
                  </a:lnTo>
                  <a:lnTo>
                    <a:pt x="7068344" y="890032"/>
                  </a:lnTo>
                  <a:lnTo>
                    <a:pt x="7069626" y="848311"/>
                  </a:lnTo>
                  <a:lnTo>
                    <a:pt x="7070908" y="834405"/>
                  </a:lnTo>
                  <a:lnTo>
                    <a:pt x="7072190" y="834405"/>
                  </a:lnTo>
                  <a:lnTo>
                    <a:pt x="7073471" y="834405"/>
                  </a:lnTo>
                  <a:lnTo>
                    <a:pt x="7074753" y="834405"/>
                  </a:lnTo>
                  <a:lnTo>
                    <a:pt x="7076035" y="834405"/>
                  </a:lnTo>
                  <a:lnTo>
                    <a:pt x="7077317" y="834405"/>
                  </a:lnTo>
                  <a:lnTo>
                    <a:pt x="7078599" y="834405"/>
                  </a:lnTo>
                  <a:lnTo>
                    <a:pt x="7079881" y="862218"/>
                  </a:lnTo>
                  <a:lnTo>
                    <a:pt x="7081162" y="890032"/>
                  </a:lnTo>
                  <a:lnTo>
                    <a:pt x="7082444" y="834405"/>
                  </a:lnTo>
                  <a:lnTo>
                    <a:pt x="7083726" y="834405"/>
                  </a:lnTo>
                  <a:lnTo>
                    <a:pt x="7085008" y="834405"/>
                  </a:lnTo>
                  <a:lnTo>
                    <a:pt x="7086290" y="834405"/>
                  </a:lnTo>
                  <a:lnTo>
                    <a:pt x="7087572" y="834405"/>
                  </a:lnTo>
                  <a:lnTo>
                    <a:pt x="7088854" y="834405"/>
                  </a:lnTo>
                  <a:lnTo>
                    <a:pt x="7090135" y="834405"/>
                  </a:lnTo>
                  <a:lnTo>
                    <a:pt x="7091417" y="834405"/>
                  </a:lnTo>
                  <a:lnTo>
                    <a:pt x="7092699" y="801028"/>
                  </a:lnTo>
                  <a:lnTo>
                    <a:pt x="7093981" y="778778"/>
                  </a:lnTo>
                  <a:lnTo>
                    <a:pt x="7095263" y="778778"/>
                  </a:lnTo>
                  <a:lnTo>
                    <a:pt x="7096545" y="778778"/>
                  </a:lnTo>
                  <a:lnTo>
                    <a:pt x="7097826" y="778778"/>
                  </a:lnTo>
                  <a:lnTo>
                    <a:pt x="7099108" y="803810"/>
                  </a:lnTo>
                  <a:lnTo>
                    <a:pt x="7100390" y="834405"/>
                  </a:lnTo>
                  <a:lnTo>
                    <a:pt x="7101672" y="873344"/>
                  </a:lnTo>
                  <a:lnTo>
                    <a:pt x="7102954" y="890032"/>
                  </a:lnTo>
                  <a:lnTo>
                    <a:pt x="7104236" y="867781"/>
                  </a:lnTo>
                  <a:lnTo>
                    <a:pt x="7105517" y="834405"/>
                  </a:lnTo>
                  <a:lnTo>
                    <a:pt x="7106799" y="834405"/>
                  </a:lnTo>
                  <a:lnTo>
                    <a:pt x="7108081" y="750964"/>
                  </a:lnTo>
                  <a:lnTo>
                    <a:pt x="7109363" y="723151"/>
                  </a:lnTo>
                  <a:lnTo>
                    <a:pt x="7110645" y="684212"/>
                  </a:lnTo>
                  <a:lnTo>
                    <a:pt x="7111927" y="667524"/>
                  </a:lnTo>
                  <a:lnTo>
                    <a:pt x="7113209" y="667524"/>
                  </a:lnTo>
                  <a:lnTo>
                    <a:pt x="7114490" y="656398"/>
                  </a:lnTo>
                  <a:lnTo>
                    <a:pt x="7115772" y="611897"/>
                  </a:lnTo>
                  <a:lnTo>
                    <a:pt x="7117054" y="611897"/>
                  </a:lnTo>
                  <a:lnTo>
                    <a:pt x="7118336" y="611897"/>
                  </a:lnTo>
                  <a:lnTo>
                    <a:pt x="7119618" y="611897"/>
                  </a:lnTo>
                  <a:lnTo>
                    <a:pt x="7120900" y="611897"/>
                  </a:lnTo>
                  <a:lnTo>
                    <a:pt x="7122181" y="600771"/>
                  </a:lnTo>
                  <a:lnTo>
                    <a:pt x="7123463" y="556270"/>
                  </a:lnTo>
                  <a:lnTo>
                    <a:pt x="7124745" y="586865"/>
                  </a:lnTo>
                  <a:lnTo>
                    <a:pt x="7126027" y="611897"/>
                  </a:lnTo>
                  <a:lnTo>
                    <a:pt x="7127309" y="561832"/>
                  </a:lnTo>
                  <a:lnTo>
                    <a:pt x="7128591" y="528456"/>
                  </a:lnTo>
                  <a:lnTo>
                    <a:pt x="7129873" y="500643"/>
                  </a:lnTo>
                  <a:lnTo>
                    <a:pt x="7131154" y="500643"/>
                  </a:lnTo>
                  <a:lnTo>
                    <a:pt x="7132436" y="500643"/>
                  </a:lnTo>
                  <a:lnTo>
                    <a:pt x="7133718" y="500643"/>
                  </a:lnTo>
                  <a:lnTo>
                    <a:pt x="7135000" y="500643"/>
                  </a:lnTo>
                  <a:lnTo>
                    <a:pt x="7136282" y="520112"/>
                  </a:lnTo>
                  <a:lnTo>
                    <a:pt x="7137564" y="556270"/>
                  </a:lnTo>
                  <a:lnTo>
                    <a:pt x="7138845" y="556270"/>
                  </a:lnTo>
                  <a:lnTo>
                    <a:pt x="7140127" y="634148"/>
                  </a:lnTo>
                  <a:lnTo>
                    <a:pt x="7141409" y="667524"/>
                  </a:lnTo>
                  <a:lnTo>
                    <a:pt x="7142691" y="703681"/>
                  </a:lnTo>
                  <a:lnTo>
                    <a:pt x="7143973" y="723151"/>
                  </a:lnTo>
                  <a:lnTo>
                    <a:pt x="7145255" y="723151"/>
                  </a:lnTo>
                  <a:lnTo>
                    <a:pt x="7146537" y="781559"/>
                  </a:lnTo>
                  <a:lnTo>
                    <a:pt x="7147818" y="834405"/>
                  </a:lnTo>
                  <a:lnTo>
                    <a:pt x="7149100" y="834405"/>
                  </a:lnTo>
                  <a:lnTo>
                    <a:pt x="7150382" y="834405"/>
                  </a:lnTo>
                  <a:lnTo>
                    <a:pt x="7151664" y="834405"/>
                  </a:lnTo>
                  <a:lnTo>
                    <a:pt x="7152946" y="834405"/>
                  </a:lnTo>
                  <a:lnTo>
                    <a:pt x="7154228" y="842749"/>
                  </a:lnTo>
                  <a:lnTo>
                    <a:pt x="7155509" y="890032"/>
                  </a:lnTo>
                  <a:lnTo>
                    <a:pt x="7156791" y="890032"/>
                  </a:lnTo>
                  <a:lnTo>
                    <a:pt x="7158073" y="890032"/>
                  </a:lnTo>
                  <a:lnTo>
                    <a:pt x="7159355" y="915064"/>
                  </a:lnTo>
                  <a:lnTo>
                    <a:pt x="7160637" y="915064"/>
                  </a:lnTo>
                  <a:lnTo>
                    <a:pt x="7161919" y="945659"/>
                  </a:lnTo>
                  <a:lnTo>
                    <a:pt x="7163200" y="945659"/>
                  </a:lnTo>
                  <a:lnTo>
                    <a:pt x="7164482" y="945659"/>
                  </a:lnTo>
                  <a:lnTo>
                    <a:pt x="7165764" y="945659"/>
                  </a:lnTo>
                  <a:lnTo>
                    <a:pt x="7167046" y="945659"/>
                  </a:lnTo>
                  <a:lnTo>
                    <a:pt x="7168328" y="945659"/>
                  </a:lnTo>
                  <a:lnTo>
                    <a:pt x="7169610" y="945659"/>
                  </a:lnTo>
                  <a:lnTo>
                    <a:pt x="7170892" y="945659"/>
                  </a:lnTo>
                  <a:lnTo>
                    <a:pt x="7172173" y="945659"/>
                  </a:lnTo>
                  <a:lnTo>
                    <a:pt x="7173455" y="942877"/>
                  </a:lnTo>
                  <a:lnTo>
                    <a:pt x="7174737" y="890032"/>
                  </a:lnTo>
                  <a:lnTo>
                    <a:pt x="7176019" y="890032"/>
                  </a:lnTo>
                  <a:lnTo>
                    <a:pt x="7177301" y="873344"/>
                  </a:lnTo>
                  <a:lnTo>
                    <a:pt x="7178583" y="823279"/>
                  </a:lnTo>
                  <a:lnTo>
                    <a:pt x="7179864" y="778778"/>
                  </a:lnTo>
                  <a:lnTo>
                    <a:pt x="7181146" y="778778"/>
                  </a:lnTo>
                  <a:lnTo>
                    <a:pt x="7182428" y="778778"/>
                  </a:lnTo>
                  <a:lnTo>
                    <a:pt x="7183710" y="748183"/>
                  </a:lnTo>
                  <a:lnTo>
                    <a:pt x="7184992" y="673086"/>
                  </a:lnTo>
                  <a:lnTo>
                    <a:pt x="7186274" y="667524"/>
                  </a:lnTo>
                  <a:lnTo>
                    <a:pt x="7187556" y="667524"/>
                  </a:lnTo>
                  <a:lnTo>
                    <a:pt x="7188837" y="664742"/>
                  </a:lnTo>
                  <a:lnTo>
                    <a:pt x="7190119" y="611897"/>
                  </a:lnTo>
                  <a:lnTo>
                    <a:pt x="7191401" y="631366"/>
                  </a:lnTo>
                  <a:lnTo>
                    <a:pt x="7192683" y="667524"/>
                  </a:lnTo>
                  <a:lnTo>
                    <a:pt x="7193965" y="667524"/>
                  </a:lnTo>
                  <a:lnTo>
                    <a:pt x="7195247" y="650836"/>
                  </a:lnTo>
                  <a:lnTo>
                    <a:pt x="7196528" y="611897"/>
                  </a:lnTo>
                  <a:lnTo>
                    <a:pt x="7197810" y="611897"/>
                  </a:lnTo>
                  <a:lnTo>
                    <a:pt x="7199092" y="611897"/>
                  </a:lnTo>
                  <a:lnTo>
                    <a:pt x="7200374" y="600771"/>
                  </a:lnTo>
                  <a:lnTo>
                    <a:pt x="7201656" y="556270"/>
                  </a:lnTo>
                  <a:lnTo>
                    <a:pt x="7202938" y="556270"/>
                  </a:lnTo>
                  <a:lnTo>
                    <a:pt x="7204219" y="556270"/>
                  </a:lnTo>
                  <a:lnTo>
                    <a:pt x="7205501" y="556270"/>
                  </a:lnTo>
                  <a:lnTo>
                    <a:pt x="7206783" y="611897"/>
                  </a:lnTo>
                  <a:lnTo>
                    <a:pt x="7208065" y="611897"/>
                  </a:lnTo>
                  <a:lnTo>
                    <a:pt x="7209347" y="625803"/>
                  </a:lnTo>
                  <a:lnTo>
                    <a:pt x="7210629" y="675868"/>
                  </a:lnTo>
                  <a:lnTo>
                    <a:pt x="7211911" y="723151"/>
                  </a:lnTo>
                  <a:lnTo>
                    <a:pt x="7213192" y="723151"/>
                  </a:lnTo>
                  <a:lnTo>
                    <a:pt x="7214474" y="723151"/>
                  </a:lnTo>
                  <a:lnTo>
                    <a:pt x="7215756" y="750964"/>
                  </a:lnTo>
                  <a:lnTo>
                    <a:pt x="7217038" y="826061"/>
                  </a:lnTo>
                  <a:lnTo>
                    <a:pt x="7218320" y="792684"/>
                  </a:lnTo>
                  <a:lnTo>
                    <a:pt x="7219602" y="748183"/>
                  </a:lnTo>
                  <a:lnTo>
                    <a:pt x="7220883" y="723151"/>
                  </a:lnTo>
                  <a:lnTo>
                    <a:pt x="7222165" y="778778"/>
                  </a:lnTo>
                  <a:lnTo>
                    <a:pt x="7223447" y="762090"/>
                  </a:lnTo>
                  <a:lnTo>
                    <a:pt x="7224729" y="723151"/>
                  </a:lnTo>
                  <a:lnTo>
                    <a:pt x="7226011" y="723151"/>
                  </a:lnTo>
                  <a:lnTo>
                    <a:pt x="7227293" y="737057"/>
                  </a:lnTo>
                  <a:lnTo>
                    <a:pt x="7228575" y="778778"/>
                  </a:lnTo>
                  <a:lnTo>
                    <a:pt x="7229856" y="778778"/>
                  </a:lnTo>
                  <a:lnTo>
                    <a:pt x="7231138" y="778778"/>
                  </a:lnTo>
                  <a:lnTo>
                    <a:pt x="7232420" y="787122"/>
                  </a:lnTo>
                  <a:lnTo>
                    <a:pt x="7233702" y="834405"/>
                  </a:lnTo>
                  <a:lnTo>
                    <a:pt x="7234984" y="834405"/>
                  </a:lnTo>
                  <a:lnTo>
                    <a:pt x="7236266" y="826061"/>
                  </a:lnTo>
                  <a:lnTo>
                    <a:pt x="7237547" y="764871"/>
                  </a:lnTo>
                  <a:lnTo>
                    <a:pt x="7238829" y="723151"/>
                  </a:lnTo>
                  <a:lnTo>
                    <a:pt x="7240111" y="723151"/>
                  </a:lnTo>
                  <a:lnTo>
                    <a:pt x="7241393" y="723151"/>
                  </a:lnTo>
                  <a:lnTo>
                    <a:pt x="7242675" y="670305"/>
                  </a:lnTo>
                  <a:lnTo>
                    <a:pt x="7243957" y="667524"/>
                  </a:lnTo>
                  <a:lnTo>
                    <a:pt x="7245239" y="628585"/>
                  </a:lnTo>
                  <a:lnTo>
                    <a:pt x="7246520" y="611897"/>
                  </a:lnTo>
                  <a:lnTo>
                    <a:pt x="7247802" y="611897"/>
                  </a:lnTo>
                  <a:lnTo>
                    <a:pt x="7249084" y="611897"/>
                  </a:lnTo>
                  <a:lnTo>
                    <a:pt x="7250366" y="623022"/>
                  </a:lnTo>
                  <a:lnTo>
                    <a:pt x="7251648" y="639710"/>
                  </a:lnTo>
                  <a:lnTo>
                    <a:pt x="7252930" y="667524"/>
                  </a:lnTo>
                  <a:lnTo>
                    <a:pt x="7254211" y="667524"/>
                  </a:lnTo>
                  <a:lnTo>
                    <a:pt x="7255493" y="681430"/>
                  </a:lnTo>
                  <a:lnTo>
                    <a:pt x="7256775" y="723151"/>
                  </a:lnTo>
                  <a:lnTo>
                    <a:pt x="7258057" y="723151"/>
                  </a:lnTo>
                  <a:lnTo>
                    <a:pt x="7259339" y="723151"/>
                  </a:lnTo>
                  <a:lnTo>
                    <a:pt x="7260621" y="723151"/>
                  </a:lnTo>
                  <a:lnTo>
                    <a:pt x="7261902" y="723151"/>
                  </a:lnTo>
                  <a:lnTo>
                    <a:pt x="7263184" y="723151"/>
                  </a:lnTo>
                  <a:lnTo>
                    <a:pt x="7264466" y="723151"/>
                  </a:lnTo>
                  <a:lnTo>
                    <a:pt x="7265748" y="723151"/>
                  </a:lnTo>
                  <a:lnTo>
                    <a:pt x="7267030" y="723151"/>
                  </a:lnTo>
                  <a:lnTo>
                    <a:pt x="7268312" y="728713"/>
                  </a:lnTo>
                  <a:lnTo>
                    <a:pt x="7269594" y="750964"/>
                  </a:lnTo>
                  <a:lnTo>
                    <a:pt x="7270875" y="775996"/>
                  </a:lnTo>
                  <a:lnTo>
                    <a:pt x="7272157" y="723151"/>
                  </a:lnTo>
                  <a:lnTo>
                    <a:pt x="7273439" y="723151"/>
                  </a:lnTo>
                  <a:lnTo>
                    <a:pt x="7274721" y="773215"/>
                  </a:lnTo>
                  <a:lnTo>
                    <a:pt x="7276003" y="778778"/>
                  </a:lnTo>
                  <a:lnTo>
                    <a:pt x="7277285" y="814935"/>
                  </a:lnTo>
                  <a:lnTo>
                    <a:pt x="7278566" y="834405"/>
                  </a:lnTo>
                  <a:lnTo>
                    <a:pt x="7279848" y="781559"/>
                  </a:lnTo>
                  <a:lnTo>
                    <a:pt x="7281130" y="775996"/>
                  </a:lnTo>
                  <a:lnTo>
                    <a:pt x="7282412" y="748183"/>
                  </a:lnTo>
                  <a:lnTo>
                    <a:pt x="7283694" y="778778"/>
                  </a:lnTo>
                  <a:lnTo>
                    <a:pt x="7284976" y="778778"/>
                  </a:lnTo>
                  <a:lnTo>
                    <a:pt x="7286258" y="778778"/>
                  </a:lnTo>
                  <a:lnTo>
                    <a:pt x="7287539" y="778778"/>
                  </a:lnTo>
                  <a:lnTo>
                    <a:pt x="7288821" y="778778"/>
                  </a:lnTo>
                  <a:lnTo>
                    <a:pt x="7290103" y="778778"/>
                  </a:lnTo>
                  <a:lnTo>
                    <a:pt x="7291385" y="778778"/>
                  </a:lnTo>
                  <a:lnTo>
                    <a:pt x="7292667" y="778778"/>
                  </a:lnTo>
                  <a:lnTo>
                    <a:pt x="7293949" y="778778"/>
                  </a:lnTo>
                  <a:lnTo>
                    <a:pt x="7295230" y="778778"/>
                  </a:lnTo>
                  <a:lnTo>
                    <a:pt x="7296512" y="778778"/>
                  </a:lnTo>
                  <a:lnTo>
                    <a:pt x="7297794" y="778778"/>
                  </a:lnTo>
                  <a:lnTo>
                    <a:pt x="7299076" y="778778"/>
                  </a:lnTo>
                  <a:lnTo>
                    <a:pt x="7300358" y="778778"/>
                  </a:lnTo>
                  <a:lnTo>
                    <a:pt x="7301640" y="778778"/>
                  </a:lnTo>
                  <a:lnTo>
                    <a:pt x="7302921" y="778778"/>
                  </a:lnTo>
                  <a:lnTo>
                    <a:pt x="7304203" y="778778"/>
                  </a:lnTo>
                  <a:lnTo>
                    <a:pt x="7305485" y="737057"/>
                  </a:lnTo>
                  <a:lnTo>
                    <a:pt x="7306767" y="723151"/>
                  </a:lnTo>
                  <a:lnTo>
                    <a:pt x="7308049" y="723151"/>
                  </a:lnTo>
                  <a:lnTo>
                    <a:pt x="7309331" y="698119"/>
                  </a:lnTo>
                  <a:lnTo>
                    <a:pt x="7310613" y="667524"/>
                  </a:lnTo>
                  <a:lnTo>
                    <a:pt x="7311894" y="717588"/>
                  </a:lnTo>
                  <a:lnTo>
                    <a:pt x="7313176" y="723151"/>
                  </a:lnTo>
                  <a:lnTo>
                    <a:pt x="7314458" y="778778"/>
                  </a:lnTo>
                  <a:lnTo>
                    <a:pt x="7315740" y="778778"/>
                  </a:lnTo>
                  <a:lnTo>
                    <a:pt x="7317022" y="778778"/>
                  </a:lnTo>
                  <a:lnTo>
                    <a:pt x="7318304" y="773215"/>
                  </a:lnTo>
                  <a:lnTo>
                    <a:pt x="7319585" y="723151"/>
                  </a:lnTo>
                  <a:lnTo>
                    <a:pt x="7320867" y="723151"/>
                  </a:lnTo>
                  <a:lnTo>
                    <a:pt x="7322149" y="723151"/>
                  </a:lnTo>
                  <a:lnTo>
                    <a:pt x="7323431" y="723151"/>
                  </a:lnTo>
                  <a:lnTo>
                    <a:pt x="7324713" y="723151"/>
                  </a:lnTo>
                  <a:lnTo>
                    <a:pt x="7325995" y="717588"/>
                  </a:lnTo>
                  <a:lnTo>
                    <a:pt x="7327277" y="667524"/>
                  </a:lnTo>
                  <a:lnTo>
                    <a:pt x="7328558" y="667524"/>
                  </a:lnTo>
                  <a:lnTo>
                    <a:pt x="7329840" y="636929"/>
                  </a:lnTo>
                  <a:lnTo>
                    <a:pt x="7331122" y="611897"/>
                  </a:lnTo>
                  <a:lnTo>
                    <a:pt x="7332404" y="611897"/>
                  </a:lnTo>
                  <a:lnTo>
                    <a:pt x="7333686" y="645273"/>
                  </a:lnTo>
                  <a:lnTo>
                    <a:pt x="7334968" y="667524"/>
                  </a:lnTo>
                  <a:lnTo>
                    <a:pt x="7336249" y="720369"/>
                  </a:lnTo>
                  <a:lnTo>
                    <a:pt x="7337531" y="742620"/>
                  </a:lnTo>
                  <a:lnTo>
                    <a:pt x="7338813" y="723151"/>
                  </a:lnTo>
                  <a:lnTo>
                    <a:pt x="7340095" y="723151"/>
                  </a:lnTo>
                  <a:lnTo>
                    <a:pt x="7341377" y="745402"/>
                  </a:lnTo>
                  <a:lnTo>
                    <a:pt x="7342659" y="778778"/>
                  </a:lnTo>
                  <a:lnTo>
                    <a:pt x="7343940" y="778778"/>
                  </a:lnTo>
                  <a:lnTo>
                    <a:pt x="7345222" y="778778"/>
                  </a:lnTo>
                  <a:lnTo>
                    <a:pt x="7346504" y="778778"/>
                  </a:lnTo>
                  <a:lnTo>
                    <a:pt x="7347786" y="753745"/>
                  </a:lnTo>
                  <a:lnTo>
                    <a:pt x="7349068" y="723151"/>
                  </a:lnTo>
                  <a:lnTo>
                    <a:pt x="7350350" y="725932"/>
                  </a:lnTo>
                  <a:lnTo>
                    <a:pt x="7351632" y="753746"/>
                  </a:lnTo>
                  <a:lnTo>
                    <a:pt x="7352913" y="667524"/>
                  </a:lnTo>
                  <a:lnTo>
                    <a:pt x="7354195" y="631366"/>
                  </a:lnTo>
                  <a:lnTo>
                    <a:pt x="7355477" y="611897"/>
                  </a:lnTo>
                  <a:lnTo>
                    <a:pt x="7356759" y="611897"/>
                  </a:lnTo>
                  <a:lnTo>
                    <a:pt x="7358041" y="611897"/>
                  </a:lnTo>
                  <a:lnTo>
                    <a:pt x="7359323" y="611897"/>
                  </a:lnTo>
                  <a:lnTo>
                    <a:pt x="7360604" y="586865"/>
                  </a:lnTo>
                  <a:lnTo>
                    <a:pt x="7361886" y="584083"/>
                  </a:lnTo>
                  <a:lnTo>
                    <a:pt x="7363168" y="611897"/>
                  </a:lnTo>
                  <a:lnTo>
                    <a:pt x="7364450" y="611897"/>
                  </a:lnTo>
                  <a:lnTo>
                    <a:pt x="7365732" y="611897"/>
                  </a:lnTo>
                  <a:lnTo>
                    <a:pt x="7367014" y="611897"/>
                  </a:lnTo>
                  <a:lnTo>
                    <a:pt x="7368296" y="611897"/>
                  </a:lnTo>
                  <a:lnTo>
                    <a:pt x="7369577" y="575739"/>
                  </a:lnTo>
                  <a:lnTo>
                    <a:pt x="7370859" y="611897"/>
                  </a:lnTo>
                  <a:lnTo>
                    <a:pt x="7372141" y="570176"/>
                  </a:lnTo>
                  <a:lnTo>
                    <a:pt x="7373423" y="556270"/>
                  </a:lnTo>
                  <a:lnTo>
                    <a:pt x="7374705" y="556270"/>
                  </a:lnTo>
                  <a:lnTo>
                    <a:pt x="7375987" y="556270"/>
                  </a:lnTo>
                  <a:lnTo>
                    <a:pt x="7377268" y="556270"/>
                  </a:lnTo>
                  <a:lnTo>
                    <a:pt x="7378550" y="556270"/>
                  </a:lnTo>
                  <a:lnTo>
                    <a:pt x="7379832" y="578520"/>
                  </a:lnTo>
                  <a:lnTo>
                    <a:pt x="7381114" y="611897"/>
                  </a:lnTo>
                  <a:lnTo>
                    <a:pt x="7382396" y="611897"/>
                  </a:lnTo>
                  <a:lnTo>
                    <a:pt x="7383678" y="631366"/>
                  </a:lnTo>
                  <a:lnTo>
                    <a:pt x="7384960" y="723151"/>
                  </a:lnTo>
                  <a:lnTo>
                    <a:pt x="7386241" y="756527"/>
                  </a:lnTo>
                  <a:lnTo>
                    <a:pt x="7387523" y="778778"/>
                  </a:lnTo>
                  <a:lnTo>
                    <a:pt x="7388805" y="698119"/>
                  </a:lnTo>
                  <a:lnTo>
                    <a:pt x="7390087" y="625803"/>
                  </a:lnTo>
                  <a:lnTo>
                    <a:pt x="7391369" y="667524"/>
                  </a:lnTo>
                  <a:lnTo>
                    <a:pt x="7392651" y="689774"/>
                  </a:lnTo>
                  <a:lnTo>
                    <a:pt x="7393932" y="692556"/>
                  </a:lnTo>
                  <a:lnTo>
                    <a:pt x="7395214" y="667524"/>
                  </a:lnTo>
                  <a:lnTo>
                    <a:pt x="7396496" y="667524"/>
                  </a:lnTo>
                  <a:lnTo>
                    <a:pt x="7397778" y="667524"/>
                  </a:lnTo>
                  <a:lnTo>
                    <a:pt x="7399060" y="667524"/>
                  </a:lnTo>
                  <a:lnTo>
                    <a:pt x="7400342" y="667524"/>
                  </a:lnTo>
                  <a:lnTo>
                    <a:pt x="7401623" y="706463"/>
                  </a:lnTo>
                  <a:lnTo>
                    <a:pt x="7402905" y="661961"/>
                  </a:lnTo>
                  <a:lnTo>
                    <a:pt x="7404187" y="650836"/>
                  </a:lnTo>
                  <a:lnTo>
                    <a:pt x="7405469" y="667524"/>
                  </a:lnTo>
                  <a:lnTo>
                    <a:pt x="7406751" y="667524"/>
                  </a:lnTo>
                  <a:lnTo>
                    <a:pt x="7408033" y="667524"/>
                  </a:lnTo>
                  <a:lnTo>
                    <a:pt x="7409315" y="636929"/>
                  </a:lnTo>
                  <a:lnTo>
                    <a:pt x="7410596" y="611897"/>
                  </a:lnTo>
                  <a:lnTo>
                    <a:pt x="7411878" y="611897"/>
                  </a:lnTo>
                  <a:lnTo>
                    <a:pt x="7413160" y="611897"/>
                  </a:lnTo>
                  <a:lnTo>
                    <a:pt x="7414442" y="611897"/>
                  </a:lnTo>
                  <a:lnTo>
                    <a:pt x="7415724" y="611897"/>
                  </a:lnTo>
                  <a:lnTo>
                    <a:pt x="7417006" y="611897"/>
                  </a:lnTo>
                  <a:lnTo>
                    <a:pt x="7418287" y="611897"/>
                  </a:lnTo>
                  <a:lnTo>
                    <a:pt x="7419569" y="597990"/>
                  </a:lnTo>
                  <a:lnTo>
                    <a:pt x="7420851" y="631366"/>
                  </a:lnTo>
                  <a:lnTo>
                    <a:pt x="7422133" y="706463"/>
                  </a:lnTo>
                  <a:lnTo>
                    <a:pt x="7423415" y="723151"/>
                  </a:lnTo>
                  <a:lnTo>
                    <a:pt x="7424697" y="723151"/>
                  </a:lnTo>
                  <a:lnTo>
                    <a:pt x="7425979" y="750964"/>
                  </a:lnTo>
                  <a:lnTo>
                    <a:pt x="7427260" y="778778"/>
                  </a:lnTo>
                  <a:lnTo>
                    <a:pt x="7428542" y="778778"/>
                  </a:lnTo>
                  <a:lnTo>
                    <a:pt x="7429824" y="778778"/>
                  </a:lnTo>
                  <a:lnTo>
                    <a:pt x="7431106" y="778778"/>
                  </a:lnTo>
                  <a:lnTo>
                    <a:pt x="7432388" y="742620"/>
                  </a:lnTo>
                  <a:lnTo>
                    <a:pt x="7433670" y="717588"/>
                  </a:lnTo>
                  <a:lnTo>
                    <a:pt x="7434951" y="725932"/>
                  </a:lnTo>
                  <a:lnTo>
                    <a:pt x="7436233" y="778778"/>
                  </a:lnTo>
                  <a:lnTo>
                    <a:pt x="7437515" y="778778"/>
                  </a:lnTo>
                  <a:lnTo>
                    <a:pt x="7438797" y="778778"/>
                  </a:lnTo>
                  <a:lnTo>
                    <a:pt x="7440079" y="775996"/>
                  </a:lnTo>
                  <a:lnTo>
                    <a:pt x="7441361" y="714807"/>
                  </a:lnTo>
                  <a:lnTo>
                    <a:pt x="7442642" y="723151"/>
                  </a:lnTo>
                  <a:lnTo>
                    <a:pt x="7443924" y="723151"/>
                  </a:lnTo>
                  <a:lnTo>
                    <a:pt x="7445206" y="723151"/>
                  </a:lnTo>
                  <a:lnTo>
                    <a:pt x="7446488" y="686993"/>
                  </a:lnTo>
                  <a:lnTo>
                    <a:pt x="7447770" y="545144"/>
                  </a:lnTo>
                  <a:lnTo>
                    <a:pt x="7449052" y="500643"/>
                  </a:lnTo>
                  <a:lnTo>
                    <a:pt x="7450334" y="500643"/>
                  </a:lnTo>
                  <a:lnTo>
                    <a:pt x="7451615" y="511768"/>
                  </a:lnTo>
                  <a:lnTo>
                    <a:pt x="7452897" y="520112"/>
                  </a:lnTo>
                  <a:lnTo>
                    <a:pt x="7454179" y="500643"/>
                  </a:lnTo>
                  <a:lnTo>
                    <a:pt x="7455461" y="500643"/>
                  </a:lnTo>
                  <a:lnTo>
                    <a:pt x="7456743" y="500643"/>
                  </a:lnTo>
                  <a:lnTo>
                    <a:pt x="7458025" y="500643"/>
                  </a:lnTo>
                  <a:lnTo>
                    <a:pt x="7459306" y="500643"/>
                  </a:lnTo>
                  <a:lnTo>
                    <a:pt x="7460588" y="500643"/>
                  </a:lnTo>
                  <a:lnTo>
                    <a:pt x="7461870" y="500643"/>
                  </a:lnTo>
                  <a:lnTo>
                    <a:pt x="7463152" y="500643"/>
                  </a:lnTo>
                  <a:lnTo>
                    <a:pt x="7464434" y="534019"/>
                  </a:lnTo>
                  <a:lnTo>
                    <a:pt x="7465716" y="567395"/>
                  </a:lnTo>
                  <a:lnTo>
                    <a:pt x="7466998" y="611897"/>
                  </a:lnTo>
                  <a:lnTo>
                    <a:pt x="7468279" y="611897"/>
                  </a:lnTo>
                  <a:lnTo>
                    <a:pt x="7469561" y="611897"/>
                  </a:lnTo>
                  <a:lnTo>
                    <a:pt x="7470843" y="597990"/>
                  </a:lnTo>
                  <a:lnTo>
                    <a:pt x="7472125" y="556270"/>
                  </a:lnTo>
                  <a:lnTo>
                    <a:pt x="7473407" y="611897"/>
                  </a:lnTo>
                  <a:lnTo>
                    <a:pt x="7474689" y="595209"/>
                  </a:lnTo>
                  <a:lnTo>
                    <a:pt x="7475970" y="556270"/>
                  </a:lnTo>
                  <a:lnTo>
                    <a:pt x="7477252" y="556270"/>
                  </a:lnTo>
                  <a:lnTo>
                    <a:pt x="7478534" y="589646"/>
                  </a:lnTo>
                  <a:lnTo>
                    <a:pt x="7479816" y="725932"/>
                  </a:lnTo>
                  <a:lnTo>
                    <a:pt x="7481098" y="778778"/>
                  </a:lnTo>
                  <a:lnTo>
                    <a:pt x="7482380" y="750964"/>
                  </a:lnTo>
                  <a:lnTo>
                    <a:pt x="7483661" y="723151"/>
                  </a:lnTo>
                  <a:lnTo>
                    <a:pt x="7484943" y="689775"/>
                  </a:lnTo>
                  <a:lnTo>
                    <a:pt x="7486225" y="659180"/>
                  </a:lnTo>
                  <a:lnTo>
                    <a:pt x="7487507" y="611897"/>
                  </a:lnTo>
                  <a:lnTo>
                    <a:pt x="7488789" y="611897"/>
                  </a:lnTo>
                  <a:lnTo>
                    <a:pt x="7490071" y="567395"/>
                  </a:lnTo>
                  <a:lnTo>
                    <a:pt x="7491353" y="556270"/>
                  </a:lnTo>
                  <a:lnTo>
                    <a:pt x="7492634" y="531237"/>
                  </a:lnTo>
                  <a:lnTo>
                    <a:pt x="7493916" y="500643"/>
                  </a:lnTo>
                  <a:lnTo>
                    <a:pt x="7495198" y="500643"/>
                  </a:lnTo>
                  <a:lnTo>
                    <a:pt x="7496480" y="500643"/>
                  </a:lnTo>
                  <a:lnTo>
                    <a:pt x="7497762" y="500643"/>
                  </a:lnTo>
                  <a:lnTo>
                    <a:pt x="7499044" y="472829"/>
                  </a:lnTo>
                  <a:lnTo>
                    <a:pt x="7500325" y="445016"/>
                  </a:lnTo>
                  <a:lnTo>
                    <a:pt x="7501607" y="445016"/>
                  </a:lnTo>
                  <a:lnTo>
                    <a:pt x="7502889" y="456141"/>
                  </a:lnTo>
                  <a:lnTo>
                    <a:pt x="7504171" y="500643"/>
                  </a:lnTo>
                  <a:lnTo>
                    <a:pt x="7505453" y="531238"/>
                  </a:lnTo>
                  <a:lnTo>
                    <a:pt x="7506735" y="545144"/>
                  </a:lnTo>
                  <a:lnTo>
                    <a:pt x="7508017" y="550707"/>
                  </a:lnTo>
                  <a:lnTo>
                    <a:pt x="7509298" y="489517"/>
                  </a:lnTo>
                  <a:lnTo>
                    <a:pt x="7510580" y="445016"/>
                  </a:lnTo>
                  <a:lnTo>
                    <a:pt x="7511862" y="445016"/>
                  </a:lnTo>
                  <a:lnTo>
                    <a:pt x="7513144" y="445016"/>
                  </a:lnTo>
                  <a:lnTo>
                    <a:pt x="7514426" y="470048"/>
                  </a:lnTo>
                  <a:lnTo>
                    <a:pt x="7515708" y="461704"/>
                  </a:lnTo>
                  <a:lnTo>
                    <a:pt x="7516989" y="506205"/>
                  </a:lnTo>
                  <a:lnTo>
                    <a:pt x="7518271" y="561832"/>
                  </a:lnTo>
                  <a:lnTo>
                    <a:pt x="7519553" y="611897"/>
                  </a:lnTo>
                  <a:lnTo>
                    <a:pt x="7520835" y="611897"/>
                  </a:lnTo>
                  <a:lnTo>
                    <a:pt x="7522117" y="653617"/>
                  </a:lnTo>
                  <a:lnTo>
                    <a:pt x="7523399" y="667524"/>
                  </a:lnTo>
                  <a:lnTo>
                    <a:pt x="7524681" y="689774"/>
                  </a:lnTo>
                  <a:lnTo>
                    <a:pt x="7525962" y="723151"/>
                  </a:lnTo>
                  <a:lnTo>
                    <a:pt x="7527244" y="723151"/>
                  </a:lnTo>
                  <a:lnTo>
                    <a:pt x="7528526" y="723151"/>
                  </a:lnTo>
                  <a:lnTo>
                    <a:pt x="7529808" y="723151"/>
                  </a:lnTo>
                  <a:lnTo>
                    <a:pt x="7531090" y="748183"/>
                  </a:lnTo>
                  <a:lnTo>
                    <a:pt x="7532372" y="778778"/>
                  </a:lnTo>
                  <a:lnTo>
                    <a:pt x="7533653" y="778778"/>
                  </a:lnTo>
                  <a:lnTo>
                    <a:pt x="7534935" y="778778"/>
                  </a:lnTo>
                  <a:lnTo>
                    <a:pt x="7536217" y="778778"/>
                  </a:lnTo>
                  <a:lnTo>
                    <a:pt x="7537499" y="748183"/>
                  </a:lnTo>
                  <a:lnTo>
                    <a:pt x="7538781" y="720369"/>
                  </a:lnTo>
                  <a:lnTo>
                    <a:pt x="7540063" y="625803"/>
                  </a:lnTo>
                  <a:lnTo>
                    <a:pt x="7541344" y="620241"/>
                  </a:lnTo>
                  <a:lnTo>
                    <a:pt x="7542626" y="667524"/>
                  </a:lnTo>
                  <a:lnTo>
                    <a:pt x="7543908" y="667524"/>
                  </a:lnTo>
                  <a:lnTo>
                    <a:pt x="7545190" y="667524"/>
                  </a:lnTo>
                  <a:lnTo>
                    <a:pt x="7546472" y="667524"/>
                  </a:lnTo>
                  <a:lnTo>
                    <a:pt x="7547754" y="703681"/>
                  </a:lnTo>
                  <a:lnTo>
                    <a:pt x="7549036" y="686993"/>
                  </a:lnTo>
                  <a:lnTo>
                    <a:pt x="7550317" y="611897"/>
                  </a:lnTo>
                  <a:lnTo>
                    <a:pt x="7551599" y="611897"/>
                  </a:lnTo>
                  <a:lnTo>
                    <a:pt x="7552881" y="611897"/>
                  </a:lnTo>
                  <a:lnTo>
                    <a:pt x="7554163" y="611897"/>
                  </a:lnTo>
                  <a:lnTo>
                    <a:pt x="7555445" y="611897"/>
                  </a:lnTo>
                  <a:lnTo>
                    <a:pt x="7556727" y="611897"/>
                  </a:lnTo>
                  <a:lnTo>
                    <a:pt x="7558008" y="611897"/>
                  </a:lnTo>
                  <a:lnTo>
                    <a:pt x="7559290" y="611897"/>
                  </a:lnTo>
                  <a:lnTo>
                    <a:pt x="7560572" y="611897"/>
                  </a:lnTo>
                  <a:lnTo>
                    <a:pt x="7561854" y="578520"/>
                  </a:lnTo>
                  <a:lnTo>
                    <a:pt x="7563136" y="517331"/>
                  </a:lnTo>
                  <a:lnTo>
                    <a:pt x="7564418" y="500643"/>
                  </a:lnTo>
                  <a:lnTo>
                    <a:pt x="7565700" y="500643"/>
                  </a:lnTo>
                  <a:lnTo>
                    <a:pt x="7566981" y="500643"/>
                  </a:lnTo>
                  <a:lnTo>
                    <a:pt x="7568263" y="500643"/>
                  </a:lnTo>
                  <a:lnTo>
                    <a:pt x="7569545" y="528456"/>
                  </a:lnTo>
                  <a:lnTo>
                    <a:pt x="7570827" y="575739"/>
                  </a:lnTo>
                  <a:lnTo>
                    <a:pt x="7572109" y="706463"/>
                  </a:lnTo>
                  <a:lnTo>
                    <a:pt x="7573391" y="778778"/>
                  </a:lnTo>
                  <a:lnTo>
                    <a:pt x="7574672" y="778778"/>
                  </a:lnTo>
                  <a:lnTo>
                    <a:pt x="7575954" y="778778"/>
                  </a:lnTo>
                  <a:lnTo>
                    <a:pt x="7577236" y="778778"/>
                  </a:lnTo>
                  <a:lnTo>
                    <a:pt x="7578518" y="778778"/>
                  </a:lnTo>
                  <a:lnTo>
                    <a:pt x="7579800" y="778778"/>
                  </a:lnTo>
                  <a:lnTo>
                    <a:pt x="7581082" y="809373"/>
                  </a:lnTo>
                  <a:lnTo>
                    <a:pt x="7582363" y="890032"/>
                  </a:lnTo>
                  <a:lnTo>
                    <a:pt x="7583645" y="890032"/>
                  </a:lnTo>
                  <a:lnTo>
                    <a:pt x="7584927" y="890032"/>
                  </a:lnTo>
                  <a:lnTo>
                    <a:pt x="7586209" y="834405"/>
                  </a:lnTo>
                  <a:lnTo>
                    <a:pt x="7587491" y="834405"/>
                  </a:lnTo>
                  <a:lnTo>
                    <a:pt x="7588773" y="834405"/>
                  </a:lnTo>
                  <a:lnTo>
                    <a:pt x="7590055" y="834405"/>
                  </a:lnTo>
                  <a:lnTo>
                    <a:pt x="7591336" y="812154"/>
                  </a:lnTo>
                  <a:lnTo>
                    <a:pt x="7592618" y="778778"/>
                  </a:lnTo>
                  <a:lnTo>
                    <a:pt x="7593900" y="809373"/>
                  </a:lnTo>
                  <a:lnTo>
                    <a:pt x="7595182" y="842749"/>
                  </a:lnTo>
                  <a:lnTo>
                    <a:pt x="7596464" y="834405"/>
                  </a:lnTo>
                  <a:lnTo>
                    <a:pt x="7597746" y="834405"/>
                  </a:lnTo>
                  <a:lnTo>
                    <a:pt x="7599027" y="834405"/>
                  </a:lnTo>
                  <a:lnTo>
                    <a:pt x="7600309" y="834405"/>
                  </a:lnTo>
                  <a:lnTo>
                    <a:pt x="7601591" y="834405"/>
                  </a:lnTo>
                  <a:lnTo>
                    <a:pt x="7602873" y="834405"/>
                  </a:lnTo>
                  <a:lnTo>
                    <a:pt x="7604155" y="834405"/>
                  </a:lnTo>
                  <a:lnTo>
                    <a:pt x="7605437" y="834405"/>
                  </a:lnTo>
                  <a:lnTo>
                    <a:pt x="7606719" y="834405"/>
                  </a:lnTo>
                  <a:lnTo>
                    <a:pt x="7608000" y="834405"/>
                  </a:lnTo>
                  <a:lnTo>
                    <a:pt x="7609282" y="834405"/>
                  </a:lnTo>
                  <a:lnTo>
                    <a:pt x="7610564" y="834405"/>
                  </a:lnTo>
                  <a:lnTo>
                    <a:pt x="7611846" y="784340"/>
                  </a:lnTo>
                  <a:lnTo>
                    <a:pt x="7613128" y="759308"/>
                  </a:lnTo>
                  <a:lnTo>
                    <a:pt x="7614410" y="723151"/>
                  </a:lnTo>
                  <a:lnTo>
                    <a:pt x="7615691" y="723151"/>
                  </a:lnTo>
                  <a:lnTo>
                    <a:pt x="7616973" y="723151"/>
                  </a:lnTo>
                  <a:lnTo>
                    <a:pt x="7618255" y="775996"/>
                  </a:lnTo>
                  <a:lnTo>
                    <a:pt x="7619537" y="745401"/>
                  </a:lnTo>
                  <a:lnTo>
                    <a:pt x="7620819" y="723151"/>
                  </a:lnTo>
                  <a:lnTo>
                    <a:pt x="7622101" y="723151"/>
                  </a:lnTo>
                  <a:lnTo>
                    <a:pt x="7623382" y="737057"/>
                  </a:lnTo>
                  <a:lnTo>
                    <a:pt x="7624664" y="723151"/>
                  </a:lnTo>
                  <a:lnTo>
                    <a:pt x="7625946" y="723151"/>
                  </a:lnTo>
                  <a:lnTo>
                    <a:pt x="7627228" y="748183"/>
                  </a:lnTo>
                  <a:lnTo>
                    <a:pt x="7628510" y="778778"/>
                  </a:lnTo>
                  <a:lnTo>
                    <a:pt x="7629792" y="778778"/>
                  </a:lnTo>
                  <a:lnTo>
                    <a:pt x="7631074" y="778778"/>
                  </a:lnTo>
                  <a:lnTo>
                    <a:pt x="7632355" y="778778"/>
                  </a:lnTo>
                  <a:lnTo>
                    <a:pt x="7633637" y="750964"/>
                  </a:lnTo>
                  <a:lnTo>
                    <a:pt x="7634919" y="723151"/>
                  </a:lnTo>
                  <a:lnTo>
                    <a:pt x="7636201" y="723151"/>
                  </a:lnTo>
                  <a:lnTo>
                    <a:pt x="7637483" y="723151"/>
                  </a:lnTo>
                  <a:lnTo>
                    <a:pt x="7638765" y="723151"/>
                  </a:lnTo>
                  <a:lnTo>
                    <a:pt x="7640046" y="706463"/>
                  </a:lnTo>
                  <a:lnTo>
                    <a:pt x="7641328" y="667524"/>
                  </a:lnTo>
                  <a:lnTo>
                    <a:pt x="7642610" y="667524"/>
                  </a:lnTo>
                  <a:lnTo>
                    <a:pt x="7643892" y="714807"/>
                  </a:lnTo>
                  <a:lnTo>
                    <a:pt x="7645174" y="739839"/>
                  </a:lnTo>
                  <a:lnTo>
                    <a:pt x="7646456" y="778778"/>
                  </a:lnTo>
                  <a:lnTo>
                    <a:pt x="7647738" y="778778"/>
                  </a:lnTo>
                  <a:lnTo>
                    <a:pt x="7649019" y="778778"/>
                  </a:lnTo>
                  <a:lnTo>
                    <a:pt x="7650301" y="703681"/>
                  </a:lnTo>
                  <a:lnTo>
                    <a:pt x="7651583" y="686993"/>
                  </a:lnTo>
                  <a:lnTo>
                    <a:pt x="7652865" y="667524"/>
                  </a:lnTo>
                  <a:lnTo>
                    <a:pt x="7654147" y="667524"/>
                  </a:lnTo>
                  <a:lnTo>
                    <a:pt x="7655429" y="670305"/>
                  </a:lnTo>
                  <a:lnTo>
                    <a:pt x="7656710" y="723151"/>
                  </a:lnTo>
                  <a:lnTo>
                    <a:pt x="7657992" y="670305"/>
                  </a:lnTo>
                  <a:lnTo>
                    <a:pt x="7659274" y="667524"/>
                  </a:lnTo>
                  <a:lnTo>
                    <a:pt x="7660556" y="636929"/>
                  </a:lnTo>
                  <a:lnTo>
                    <a:pt x="7661838" y="556270"/>
                  </a:lnTo>
                  <a:lnTo>
                    <a:pt x="7663120" y="500643"/>
                  </a:lnTo>
                  <a:lnTo>
                    <a:pt x="7664402" y="500643"/>
                  </a:lnTo>
                  <a:lnTo>
                    <a:pt x="7665683" y="483955"/>
                  </a:lnTo>
                  <a:lnTo>
                    <a:pt x="7666965" y="500643"/>
                  </a:lnTo>
                  <a:lnTo>
                    <a:pt x="7668247" y="500643"/>
                  </a:lnTo>
                  <a:lnTo>
                    <a:pt x="7669529" y="500643"/>
                  </a:lnTo>
                  <a:lnTo>
                    <a:pt x="7670811" y="500643"/>
                  </a:lnTo>
                  <a:lnTo>
                    <a:pt x="7672093" y="514549"/>
                  </a:lnTo>
                  <a:lnTo>
                    <a:pt x="7673374" y="556270"/>
                  </a:lnTo>
                  <a:lnTo>
                    <a:pt x="7674656" y="556270"/>
                  </a:lnTo>
                  <a:lnTo>
                    <a:pt x="7675938" y="556270"/>
                  </a:lnTo>
                  <a:lnTo>
                    <a:pt x="7677220" y="556270"/>
                  </a:lnTo>
                  <a:lnTo>
                    <a:pt x="7678502" y="556270"/>
                  </a:lnTo>
                  <a:lnTo>
                    <a:pt x="7679784" y="556270"/>
                  </a:lnTo>
                  <a:lnTo>
                    <a:pt x="7681065" y="556270"/>
                  </a:lnTo>
                  <a:lnTo>
                    <a:pt x="7682347" y="625804"/>
                  </a:lnTo>
                  <a:lnTo>
                    <a:pt x="7683629" y="645273"/>
                  </a:lnTo>
                  <a:lnTo>
                    <a:pt x="7684911" y="611897"/>
                  </a:lnTo>
                  <a:lnTo>
                    <a:pt x="7686193" y="611897"/>
                  </a:lnTo>
                  <a:lnTo>
                    <a:pt x="7687475" y="575739"/>
                  </a:lnTo>
                  <a:lnTo>
                    <a:pt x="7688757" y="556270"/>
                  </a:lnTo>
                  <a:lnTo>
                    <a:pt x="7690038" y="606334"/>
                  </a:lnTo>
                  <a:lnTo>
                    <a:pt x="7691320" y="611897"/>
                  </a:lnTo>
                  <a:lnTo>
                    <a:pt x="7692602" y="639710"/>
                  </a:lnTo>
                  <a:lnTo>
                    <a:pt x="7693884" y="717588"/>
                  </a:lnTo>
                  <a:lnTo>
                    <a:pt x="7695166" y="778778"/>
                  </a:lnTo>
                  <a:lnTo>
                    <a:pt x="7696448" y="778778"/>
                  </a:lnTo>
                  <a:lnTo>
                    <a:pt x="7697729" y="817717"/>
                  </a:lnTo>
                  <a:lnTo>
                    <a:pt x="7699011" y="834405"/>
                  </a:lnTo>
                  <a:lnTo>
                    <a:pt x="7700293" y="834405"/>
                  </a:lnTo>
                  <a:lnTo>
                    <a:pt x="7701575" y="834405"/>
                  </a:lnTo>
                  <a:lnTo>
                    <a:pt x="7702857" y="834405"/>
                  </a:lnTo>
                  <a:lnTo>
                    <a:pt x="7704139" y="834405"/>
                  </a:lnTo>
                  <a:lnTo>
                    <a:pt x="7705421" y="834405"/>
                  </a:lnTo>
                  <a:lnTo>
                    <a:pt x="7706702" y="834405"/>
                  </a:lnTo>
                  <a:lnTo>
                    <a:pt x="7707984" y="834405"/>
                  </a:lnTo>
                  <a:lnTo>
                    <a:pt x="7709266" y="834405"/>
                  </a:lnTo>
                  <a:lnTo>
                    <a:pt x="7710548" y="834405"/>
                  </a:lnTo>
                  <a:lnTo>
                    <a:pt x="7711830" y="803810"/>
                  </a:lnTo>
                  <a:lnTo>
                    <a:pt x="7713112" y="778778"/>
                  </a:lnTo>
                  <a:lnTo>
                    <a:pt x="7714393" y="778778"/>
                  </a:lnTo>
                  <a:lnTo>
                    <a:pt x="7715675" y="775996"/>
                  </a:lnTo>
                  <a:lnTo>
                    <a:pt x="7716957" y="826061"/>
                  </a:lnTo>
                  <a:lnTo>
                    <a:pt x="7718239" y="778778"/>
                  </a:lnTo>
                  <a:lnTo>
                    <a:pt x="7719521" y="812154"/>
                  </a:lnTo>
                  <a:lnTo>
                    <a:pt x="7720803" y="834405"/>
                  </a:lnTo>
                  <a:lnTo>
                    <a:pt x="7722084" y="834405"/>
                  </a:lnTo>
                  <a:lnTo>
                    <a:pt x="7723366" y="812154"/>
                  </a:lnTo>
                  <a:lnTo>
                    <a:pt x="7724648" y="723151"/>
                  </a:lnTo>
                  <a:lnTo>
                    <a:pt x="7725930" y="675868"/>
                  </a:lnTo>
                  <a:lnTo>
                    <a:pt x="7727212" y="667524"/>
                  </a:lnTo>
                  <a:lnTo>
                    <a:pt x="7728494" y="639710"/>
                  </a:lnTo>
                  <a:lnTo>
                    <a:pt x="7729776" y="595209"/>
                  </a:lnTo>
                  <a:lnTo>
                    <a:pt x="7731057" y="556270"/>
                  </a:lnTo>
                  <a:lnTo>
                    <a:pt x="7732339" y="556270"/>
                  </a:lnTo>
                  <a:lnTo>
                    <a:pt x="7733621" y="539582"/>
                  </a:lnTo>
                  <a:lnTo>
                    <a:pt x="7734903" y="500643"/>
                  </a:lnTo>
                  <a:lnTo>
                    <a:pt x="7736185" y="500643"/>
                  </a:lnTo>
                  <a:lnTo>
                    <a:pt x="7737467" y="500643"/>
                  </a:lnTo>
                  <a:lnTo>
                    <a:pt x="7738748" y="500643"/>
                  </a:lnTo>
                  <a:lnTo>
                    <a:pt x="7740030" y="500643"/>
                  </a:lnTo>
                  <a:lnTo>
                    <a:pt x="7741312" y="458922"/>
                  </a:lnTo>
                  <a:lnTo>
                    <a:pt x="7742594" y="428328"/>
                  </a:lnTo>
                  <a:lnTo>
                    <a:pt x="7743876" y="417202"/>
                  </a:lnTo>
                  <a:lnTo>
                    <a:pt x="7745158" y="445016"/>
                  </a:lnTo>
                  <a:lnTo>
                    <a:pt x="7746440" y="417202"/>
                  </a:lnTo>
                  <a:lnTo>
                    <a:pt x="7747721" y="414421"/>
                  </a:lnTo>
                  <a:lnTo>
                    <a:pt x="7749003" y="450578"/>
                  </a:lnTo>
                  <a:lnTo>
                    <a:pt x="7750285" y="500643"/>
                  </a:lnTo>
                  <a:lnTo>
                    <a:pt x="7751567" y="500643"/>
                  </a:lnTo>
                  <a:lnTo>
                    <a:pt x="7752849" y="500643"/>
                  </a:lnTo>
                  <a:lnTo>
                    <a:pt x="7754131" y="447797"/>
                  </a:lnTo>
                  <a:lnTo>
                    <a:pt x="7755412" y="461704"/>
                  </a:lnTo>
                  <a:lnTo>
                    <a:pt x="7756694" y="556270"/>
                  </a:lnTo>
                  <a:lnTo>
                    <a:pt x="7757976" y="600771"/>
                  </a:lnTo>
                  <a:lnTo>
                    <a:pt x="7759258" y="611897"/>
                  </a:lnTo>
                  <a:lnTo>
                    <a:pt x="7760540" y="636929"/>
                  </a:lnTo>
                  <a:lnTo>
                    <a:pt x="7761822" y="681430"/>
                  </a:lnTo>
                  <a:lnTo>
                    <a:pt x="7763104" y="723151"/>
                  </a:lnTo>
                  <a:lnTo>
                    <a:pt x="7764385" y="723151"/>
                  </a:lnTo>
                  <a:lnTo>
                    <a:pt x="7765667" y="686993"/>
                  </a:lnTo>
                  <a:lnTo>
                    <a:pt x="7766949" y="723151"/>
                  </a:lnTo>
                  <a:lnTo>
                    <a:pt x="7768231" y="723151"/>
                  </a:lnTo>
                  <a:lnTo>
                    <a:pt x="7769513" y="723151"/>
                  </a:lnTo>
                  <a:lnTo>
                    <a:pt x="7770795" y="723151"/>
                  </a:lnTo>
                  <a:lnTo>
                    <a:pt x="7772076" y="723151"/>
                  </a:lnTo>
                  <a:lnTo>
                    <a:pt x="7773358" y="762090"/>
                  </a:lnTo>
                  <a:lnTo>
                    <a:pt x="7774640" y="750964"/>
                  </a:lnTo>
                  <a:lnTo>
                    <a:pt x="7775922" y="778778"/>
                  </a:lnTo>
                  <a:lnTo>
                    <a:pt x="7777204" y="778778"/>
                  </a:lnTo>
                  <a:lnTo>
                    <a:pt x="7778486" y="803810"/>
                  </a:lnTo>
                  <a:lnTo>
                    <a:pt x="7779767" y="784340"/>
                  </a:lnTo>
                  <a:lnTo>
                    <a:pt x="7781049" y="778778"/>
                  </a:lnTo>
                  <a:lnTo>
                    <a:pt x="7782331" y="778778"/>
                  </a:lnTo>
                  <a:lnTo>
                    <a:pt x="7783613" y="778778"/>
                  </a:lnTo>
                  <a:lnTo>
                    <a:pt x="7784895" y="778778"/>
                  </a:lnTo>
                  <a:lnTo>
                    <a:pt x="7786177" y="828842"/>
                  </a:lnTo>
                  <a:lnTo>
                    <a:pt x="7787459" y="823279"/>
                  </a:lnTo>
                  <a:lnTo>
                    <a:pt x="7788740" y="778778"/>
                  </a:lnTo>
                  <a:lnTo>
                    <a:pt x="7790022" y="778778"/>
                  </a:lnTo>
                  <a:lnTo>
                    <a:pt x="7791304" y="778778"/>
                  </a:lnTo>
                  <a:lnTo>
                    <a:pt x="7792586" y="778778"/>
                  </a:lnTo>
                  <a:lnTo>
                    <a:pt x="7793868" y="778778"/>
                  </a:lnTo>
                  <a:lnTo>
                    <a:pt x="7795150" y="778778"/>
                  </a:lnTo>
                  <a:lnTo>
                    <a:pt x="7796431" y="778778"/>
                  </a:lnTo>
                  <a:lnTo>
                    <a:pt x="7797713" y="826061"/>
                  </a:lnTo>
                  <a:lnTo>
                    <a:pt x="7798995" y="795466"/>
                  </a:lnTo>
                  <a:lnTo>
                    <a:pt x="7800277" y="778778"/>
                  </a:lnTo>
                  <a:lnTo>
                    <a:pt x="7801559" y="778778"/>
                  </a:lnTo>
                  <a:lnTo>
                    <a:pt x="7802841" y="778778"/>
                  </a:lnTo>
                  <a:lnTo>
                    <a:pt x="7804123" y="778778"/>
                  </a:lnTo>
                  <a:lnTo>
                    <a:pt x="7805404" y="778778"/>
                  </a:lnTo>
                  <a:lnTo>
                    <a:pt x="7806686" y="817717"/>
                  </a:lnTo>
                  <a:lnTo>
                    <a:pt x="7807968" y="834405"/>
                  </a:lnTo>
                  <a:lnTo>
                    <a:pt x="7809250" y="784340"/>
                  </a:lnTo>
                  <a:lnTo>
                    <a:pt x="7810532" y="778778"/>
                  </a:lnTo>
                  <a:lnTo>
                    <a:pt x="7811814" y="826061"/>
                  </a:lnTo>
                  <a:lnTo>
                    <a:pt x="7813095" y="803810"/>
                  </a:lnTo>
                  <a:lnTo>
                    <a:pt x="7814377" y="778778"/>
                  </a:lnTo>
                  <a:lnTo>
                    <a:pt x="7815659" y="778778"/>
                  </a:lnTo>
                  <a:lnTo>
                    <a:pt x="7816941" y="778778"/>
                  </a:lnTo>
                  <a:lnTo>
                    <a:pt x="7818223" y="778778"/>
                  </a:lnTo>
                  <a:lnTo>
                    <a:pt x="7819505" y="787122"/>
                  </a:lnTo>
                  <a:lnTo>
                    <a:pt x="7820786" y="834405"/>
                  </a:lnTo>
                  <a:lnTo>
                    <a:pt x="7822068" y="834405"/>
                  </a:lnTo>
                  <a:lnTo>
                    <a:pt x="7823350" y="834405"/>
                  </a:lnTo>
                  <a:lnTo>
                    <a:pt x="7824632" y="834405"/>
                  </a:lnTo>
                  <a:lnTo>
                    <a:pt x="7825914" y="834405"/>
                  </a:lnTo>
                  <a:lnTo>
                    <a:pt x="7827196" y="834405"/>
                  </a:lnTo>
                  <a:lnTo>
                    <a:pt x="7828478" y="834405"/>
                  </a:lnTo>
                  <a:lnTo>
                    <a:pt x="7829759" y="834405"/>
                  </a:lnTo>
                  <a:lnTo>
                    <a:pt x="7831041" y="870562"/>
                  </a:lnTo>
                  <a:lnTo>
                    <a:pt x="7832323" y="856655"/>
                  </a:lnTo>
                  <a:lnTo>
                    <a:pt x="7833605" y="778778"/>
                  </a:lnTo>
                  <a:lnTo>
                    <a:pt x="7834887" y="778778"/>
                  </a:lnTo>
                  <a:lnTo>
                    <a:pt x="7836169" y="778778"/>
                  </a:lnTo>
                  <a:lnTo>
                    <a:pt x="7837450" y="778778"/>
                  </a:lnTo>
                  <a:lnTo>
                    <a:pt x="7838732" y="778778"/>
                  </a:lnTo>
                  <a:lnTo>
                    <a:pt x="7840014" y="778778"/>
                  </a:lnTo>
                  <a:lnTo>
                    <a:pt x="7841296" y="826061"/>
                  </a:lnTo>
                  <a:lnTo>
                    <a:pt x="7842578" y="834405"/>
                  </a:lnTo>
                  <a:lnTo>
                    <a:pt x="7843860" y="823279"/>
                  </a:lnTo>
                  <a:lnTo>
                    <a:pt x="7845142" y="787122"/>
                  </a:lnTo>
                  <a:lnTo>
                    <a:pt x="7846423" y="762090"/>
                  </a:lnTo>
                  <a:lnTo>
                    <a:pt x="7847705" y="723151"/>
                  </a:lnTo>
                  <a:lnTo>
                    <a:pt x="7848987" y="723151"/>
                  </a:lnTo>
                  <a:lnTo>
                    <a:pt x="7850269" y="723151"/>
                  </a:lnTo>
                  <a:lnTo>
                    <a:pt x="7851551" y="698119"/>
                  </a:lnTo>
                  <a:lnTo>
                    <a:pt x="7852833" y="645273"/>
                  </a:lnTo>
                  <a:lnTo>
                    <a:pt x="7854114" y="611897"/>
                  </a:lnTo>
                  <a:lnTo>
                    <a:pt x="7855396" y="611897"/>
                  </a:lnTo>
                  <a:lnTo>
                    <a:pt x="7856678" y="611897"/>
                  </a:lnTo>
                  <a:lnTo>
                    <a:pt x="7857960" y="611897"/>
                  </a:lnTo>
                  <a:lnTo>
                    <a:pt x="7859242" y="611897"/>
                  </a:lnTo>
                  <a:lnTo>
                    <a:pt x="7860524" y="603553"/>
                  </a:lnTo>
                  <a:lnTo>
                    <a:pt x="7861805" y="556270"/>
                  </a:lnTo>
                  <a:lnTo>
                    <a:pt x="7863087" y="556270"/>
                  </a:lnTo>
                  <a:lnTo>
                    <a:pt x="7864369" y="584083"/>
                  </a:lnTo>
                  <a:lnTo>
                    <a:pt x="7865651" y="667524"/>
                  </a:lnTo>
                  <a:lnTo>
                    <a:pt x="7866933" y="625803"/>
                  </a:lnTo>
                  <a:lnTo>
                    <a:pt x="7868215" y="611897"/>
                  </a:lnTo>
                  <a:lnTo>
                    <a:pt x="7869497" y="611897"/>
                  </a:lnTo>
                  <a:lnTo>
                    <a:pt x="7870778" y="611897"/>
                  </a:lnTo>
                  <a:lnTo>
                    <a:pt x="7872060" y="611897"/>
                  </a:lnTo>
                  <a:lnTo>
                    <a:pt x="7873342" y="589646"/>
                  </a:lnTo>
                  <a:lnTo>
                    <a:pt x="7874624" y="556270"/>
                  </a:lnTo>
                  <a:lnTo>
                    <a:pt x="7875906" y="564614"/>
                  </a:lnTo>
                  <a:lnTo>
                    <a:pt x="7877188" y="628585"/>
                  </a:lnTo>
                  <a:lnTo>
                    <a:pt x="7878469" y="659180"/>
                  </a:lnTo>
                  <a:lnTo>
                    <a:pt x="7879751" y="667524"/>
                  </a:lnTo>
                  <a:lnTo>
                    <a:pt x="7881033" y="667524"/>
                  </a:lnTo>
                  <a:lnTo>
                    <a:pt x="7882315" y="667524"/>
                  </a:lnTo>
                  <a:lnTo>
                    <a:pt x="7883597" y="689774"/>
                  </a:lnTo>
                  <a:lnTo>
                    <a:pt x="7884879" y="742620"/>
                  </a:lnTo>
                  <a:lnTo>
                    <a:pt x="7886161" y="778778"/>
                  </a:lnTo>
                  <a:lnTo>
                    <a:pt x="7887442" y="778778"/>
                  </a:lnTo>
                  <a:lnTo>
                    <a:pt x="7888724" y="767652"/>
                  </a:lnTo>
                  <a:lnTo>
                    <a:pt x="7890006" y="723151"/>
                  </a:lnTo>
                  <a:lnTo>
                    <a:pt x="7891288" y="723151"/>
                  </a:lnTo>
                  <a:lnTo>
                    <a:pt x="7892570" y="728713"/>
                  </a:lnTo>
                  <a:lnTo>
                    <a:pt x="7893852" y="778778"/>
                  </a:lnTo>
                  <a:lnTo>
                    <a:pt x="7895133" y="778778"/>
                  </a:lnTo>
                  <a:lnTo>
                    <a:pt x="7896415" y="778778"/>
                  </a:lnTo>
                  <a:lnTo>
                    <a:pt x="7897697" y="778778"/>
                  </a:lnTo>
                  <a:lnTo>
                    <a:pt x="7898979" y="817717"/>
                  </a:lnTo>
                  <a:lnTo>
                    <a:pt x="7900261" y="834405"/>
                  </a:lnTo>
                  <a:lnTo>
                    <a:pt x="7901543" y="834405"/>
                  </a:lnTo>
                  <a:lnTo>
                    <a:pt x="7902825" y="814935"/>
                  </a:lnTo>
                  <a:lnTo>
                    <a:pt x="7904106" y="728713"/>
                  </a:lnTo>
                  <a:lnTo>
                    <a:pt x="7905388" y="742620"/>
                  </a:lnTo>
                  <a:lnTo>
                    <a:pt x="7906670" y="756527"/>
                  </a:lnTo>
                  <a:lnTo>
                    <a:pt x="7907952" y="723151"/>
                  </a:lnTo>
                  <a:lnTo>
                    <a:pt x="7909234" y="723151"/>
                  </a:lnTo>
                  <a:lnTo>
                    <a:pt x="7910516" y="742620"/>
                  </a:lnTo>
                  <a:lnTo>
                    <a:pt x="7911797" y="778778"/>
                  </a:lnTo>
                  <a:lnTo>
                    <a:pt x="7913079" y="739839"/>
                  </a:lnTo>
                  <a:lnTo>
                    <a:pt x="7914361" y="723151"/>
                  </a:lnTo>
                  <a:lnTo>
                    <a:pt x="7915643" y="723151"/>
                  </a:lnTo>
                  <a:lnTo>
                    <a:pt x="7916925" y="648054"/>
                  </a:lnTo>
                  <a:lnTo>
                    <a:pt x="7918207" y="611897"/>
                  </a:lnTo>
                  <a:lnTo>
                    <a:pt x="7919488" y="611897"/>
                  </a:lnTo>
                  <a:lnTo>
                    <a:pt x="7920770" y="620241"/>
                  </a:lnTo>
                  <a:lnTo>
                    <a:pt x="7922052" y="620241"/>
                  </a:lnTo>
                  <a:lnTo>
                    <a:pt x="7923334" y="611897"/>
                  </a:lnTo>
                  <a:lnTo>
                    <a:pt x="7924616" y="611897"/>
                  </a:lnTo>
                  <a:lnTo>
                    <a:pt x="7925898" y="611897"/>
                  </a:lnTo>
                  <a:lnTo>
                    <a:pt x="7927180" y="611897"/>
                  </a:lnTo>
                  <a:lnTo>
                    <a:pt x="7928461" y="611897"/>
                  </a:lnTo>
                  <a:lnTo>
                    <a:pt x="7929743" y="611897"/>
                  </a:lnTo>
                  <a:lnTo>
                    <a:pt x="7931025" y="611897"/>
                  </a:lnTo>
                  <a:lnTo>
                    <a:pt x="7932307" y="611897"/>
                  </a:lnTo>
                  <a:lnTo>
                    <a:pt x="7933589" y="611897"/>
                  </a:lnTo>
                  <a:lnTo>
                    <a:pt x="7934871" y="628585"/>
                  </a:lnTo>
                  <a:lnTo>
                    <a:pt x="7936152" y="714807"/>
                  </a:lnTo>
                  <a:lnTo>
                    <a:pt x="7937434" y="723151"/>
                  </a:lnTo>
                  <a:lnTo>
                    <a:pt x="7938716" y="742620"/>
                  </a:lnTo>
                  <a:lnTo>
                    <a:pt x="7939998" y="778778"/>
                  </a:lnTo>
                  <a:lnTo>
                    <a:pt x="7941280" y="778778"/>
                  </a:lnTo>
                  <a:lnTo>
                    <a:pt x="7942562" y="778778"/>
                  </a:lnTo>
                  <a:lnTo>
                    <a:pt x="7943844" y="778778"/>
                  </a:lnTo>
                  <a:lnTo>
                    <a:pt x="7945125" y="814935"/>
                  </a:lnTo>
                  <a:lnTo>
                    <a:pt x="7946407" y="828842"/>
                  </a:lnTo>
                  <a:lnTo>
                    <a:pt x="7947689" y="600771"/>
                  </a:lnTo>
                  <a:lnTo>
                    <a:pt x="7948971" y="625804"/>
                  </a:lnTo>
                  <a:lnTo>
                    <a:pt x="7950253" y="667524"/>
                  </a:lnTo>
                  <a:lnTo>
                    <a:pt x="7951535" y="667524"/>
                  </a:lnTo>
                  <a:lnTo>
                    <a:pt x="7952816" y="667524"/>
                  </a:lnTo>
                  <a:lnTo>
                    <a:pt x="7954098" y="712025"/>
                  </a:lnTo>
                  <a:lnTo>
                    <a:pt x="7955380" y="723151"/>
                  </a:lnTo>
                  <a:lnTo>
                    <a:pt x="7956662" y="723151"/>
                  </a:lnTo>
                  <a:lnTo>
                    <a:pt x="7957944" y="723151"/>
                  </a:lnTo>
                  <a:lnTo>
                    <a:pt x="7959226" y="723151"/>
                  </a:lnTo>
                  <a:lnTo>
                    <a:pt x="7960507" y="723151"/>
                  </a:lnTo>
                  <a:lnTo>
                    <a:pt x="7961789" y="714807"/>
                  </a:lnTo>
                  <a:lnTo>
                    <a:pt x="7963071" y="667524"/>
                  </a:lnTo>
                  <a:lnTo>
                    <a:pt x="7964353" y="667524"/>
                  </a:lnTo>
                  <a:lnTo>
                    <a:pt x="7965635" y="628585"/>
                  </a:lnTo>
                  <a:lnTo>
                    <a:pt x="7966917" y="611897"/>
                  </a:lnTo>
                  <a:lnTo>
                    <a:pt x="7968199" y="611897"/>
                  </a:lnTo>
                  <a:lnTo>
                    <a:pt x="7969480" y="611897"/>
                  </a:lnTo>
                  <a:lnTo>
                    <a:pt x="7970762" y="611897"/>
                  </a:lnTo>
                  <a:lnTo>
                    <a:pt x="7972044" y="611897"/>
                  </a:lnTo>
                  <a:lnTo>
                    <a:pt x="7973326" y="611897"/>
                  </a:lnTo>
                  <a:lnTo>
                    <a:pt x="7974608" y="559051"/>
                  </a:lnTo>
                  <a:lnTo>
                    <a:pt x="7975890" y="556270"/>
                  </a:lnTo>
                  <a:lnTo>
                    <a:pt x="7977171" y="556270"/>
                  </a:lnTo>
                  <a:lnTo>
                    <a:pt x="7978453" y="559051"/>
                  </a:lnTo>
                  <a:lnTo>
                    <a:pt x="7979735" y="778778"/>
                  </a:lnTo>
                  <a:lnTo>
                    <a:pt x="7981017" y="834405"/>
                  </a:lnTo>
                  <a:lnTo>
                    <a:pt x="7982299" y="812154"/>
                  </a:lnTo>
                  <a:lnTo>
                    <a:pt x="7983581" y="753745"/>
                  </a:lnTo>
                  <a:lnTo>
                    <a:pt x="7984863" y="703681"/>
                  </a:lnTo>
                  <a:lnTo>
                    <a:pt x="7986144" y="639710"/>
                  </a:lnTo>
                  <a:lnTo>
                    <a:pt x="7987426" y="589646"/>
                  </a:lnTo>
                  <a:lnTo>
                    <a:pt x="7988708" y="556270"/>
                  </a:lnTo>
                  <a:lnTo>
                    <a:pt x="7989990" y="556270"/>
                  </a:lnTo>
                  <a:lnTo>
                    <a:pt x="7991272" y="500643"/>
                  </a:lnTo>
                  <a:lnTo>
                    <a:pt x="7992554" y="500643"/>
                  </a:lnTo>
                  <a:lnTo>
                    <a:pt x="7993835" y="456141"/>
                  </a:lnTo>
                  <a:lnTo>
                    <a:pt x="7995117" y="500643"/>
                  </a:lnTo>
                  <a:lnTo>
                    <a:pt x="7996399" y="500643"/>
                  </a:lnTo>
                  <a:lnTo>
                    <a:pt x="7997681" y="481173"/>
                  </a:lnTo>
                  <a:lnTo>
                    <a:pt x="7998963" y="500643"/>
                  </a:lnTo>
                  <a:lnTo>
                    <a:pt x="8000245" y="500643"/>
                  </a:lnTo>
                  <a:lnTo>
                    <a:pt x="8001526" y="500643"/>
                  </a:lnTo>
                  <a:lnTo>
                    <a:pt x="8002808" y="500643"/>
                  </a:lnTo>
                  <a:lnTo>
                    <a:pt x="8004090" y="500643"/>
                  </a:lnTo>
                  <a:lnTo>
                    <a:pt x="8005372" y="467266"/>
                  </a:lnTo>
                  <a:lnTo>
                    <a:pt x="8006654" y="439453"/>
                  </a:lnTo>
                  <a:lnTo>
                    <a:pt x="8007936" y="445016"/>
                  </a:lnTo>
                  <a:lnTo>
                    <a:pt x="8009218" y="425546"/>
                  </a:lnTo>
                  <a:lnTo>
                    <a:pt x="8010499" y="347669"/>
                  </a:lnTo>
                  <a:lnTo>
                    <a:pt x="8011781" y="269791"/>
                  </a:lnTo>
                  <a:lnTo>
                    <a:pt x="8013063" y="219726"/>
                  </a:lnTo>
                  <a:lnTo>
                    <a:pt x="8014345" y="186350"/>
                  </a:lnTo>
                  <a:lnTo>
                    <a:pt x="8015627" y="230852"/>
                  </a:lnTo>
                  <a:lnTo>
                    <a:pt x="8016909" y="239196"/>
                  </a:lnTo>
                  <a:lnTo>
                    <a:pt x="8018190" y="303167"/>
                  </a:lnTo>
                  <a:lnTo>
                    <a:pt x="8019472" y="353231"/>
                  </a:lnTo>
                  <a:lnTo>
                    <a:pt x="8020754" y="378263"/>
                  </a:lnTo>
                  <a:lnTo>
                    <a:pt x="8022036" y="333762"/>
                  </a:lnTo>
                  <a:lnTo>
                    <a:pt x="8023318" y="386607"/>
                  </a:lnTo>
                  <a:lnTo>
                    <a:pt x="8024600" y="311511"/>
                  </a:lnTo>
                  <a:lnTo>
                    <a:pt x="8025882" y="261447"/>
                  </a:lnTo>
                  <a:lnTo>
                    <a:pt x="8027163" y="172443"/>
                  </a:lnTo>
                  <a:lnTo>
                    <a:pt x="8028445" y="111254"/>
                  </a:lnTo>
                  <a:lnTo>
                    <a:pt x="8029727" y="164099"/>
                  </a:lnTo>
                  <a:lnTo>
                    <a:pt x="8031009" y="166881"/>
                  </a:lnTo>
                  <a:lnTo>
                    <a:pt x="8032291" y="122379"/>
                  </a:lnTo>
                  <a:lnTo>
                    <a:pt x="8033573" y="111254"/>
                  </a:lnTo>
                  <a:lnTo>
                    <a:pt x="8034854" y="111254"/>
                  </a:lnTo>
                  <a:lnTo>
                    <a:pt x="8036136" y="111254"/>
                  </a:lnTo>
                  <a:lnTo>
                    <a:pt x="8037418" y="139067"/>
                  </a:lnTo>
                  <a:lnTo>
                    <a:pt x="8038700" y="222508"/>
                  </a:lnTo>
                  <a:lnTo>
                    <a:pt x="8039982" y="186350"/>
                  </a:lnTo>
                  <a:lnTo>
                    <a:pt x="8041264" y="183569"/>
                  </a:lnTo>
                  <a:lnTo>
                    <a:pt x="8042546" y="258665"/>
                  </a:lnTo>
                  <a:lnTo>
                    <a:pt x="8043827" y="319855"/>
                  </a:lnTo>
                  <a:lnTo>
                    <a:pt x="8045109" y="314292"/>
                  </a:lnTo>
                  <a:lnTo>
                    <a:pt x="8046391" y="286479"/>
                  </a:lnTo>
                  <a:lnTo>
                    <a:pt x="8047673" y="289260"/>
                  </a:lnTo>
                  <a:lnTo>
                    <a:pt x="8048955" y="333762"/>
                  </a:lnTo>
                  <a:lnTo>
                    <a:pt x="8050237" y="297604"/>
                  </a:lnTo>
                  <a:lnTo>
                    <a:pt x="8051518" y="278135"/>
                  </a:lnTo>
                  <a:lnTo>
                    <a:pt x="8052800" y="286479"/>
                  </a:lnTo>
                  <a:lnTo>
                    <a:pt x="8054082" y="333762"/>
                  </a:lnTo>
                  <a:lnTo>
                    <a:pt x="8055364" y="333762"/>
                  </a:lnTo>
                  <a:lnTo>
                    <a:pt x="8056646" y="406077"/>
                  </a:lnTo>
                  <a:lnTo>
                    <a:pt x="8057928" y="503424"/>
                  </a:lnTo>
                  <a:lnTo>
                    <a:pt x="8059209" y="600771"/>
                  </a:lnTo>
                  <a:lnTo>
                    <a:pt x="8060491" y="667524"/>
                  </a:lnTo>
                  <a:lnTo>
                    <a:pt x="8061773" y="636929"/>
                  </a:lnTo>
                  <a:lnTo>
                    <a:pt x="8063055" y="611897"/>
                  </a:lnTo>
                  <a:lnTo>
                    <a:pt x="8064337" y="653617"/>
                  </a:lnTo>
                  <a:lnTo>
                    <a:pt x="8065619" y="625803"/>
                  </a:lnTo>
                  <a:lnTo>
                    <a:pt x="8066901" y="584083"/>
                  </a:lnTo>
                  <a:lnTo>
                    <a:pt x="8068182" y="556270"/>
                  </a:lnTo>
                  <a:lnTo>
                    <a:pt x="8069464" y="470048"/>
                  </a:lnTo>
                  <a:lnTo>
                    <a:pt x="8070746" y="445016"/>
                  </a:lnTo>
                  <a:lnTo>
                    <a:pt x="8072028" y="478392"/>
                  </a:lnTo>
                  <a:lnTo>
                    <a:pt x="8073310" y="436672"/>
                  </a:lnTo>
                  <a:lnTo>
                    <a:pt x="8074592" y="330980"/>
                  </a:lnTo>
                  <a:lnTo>
                    <a:pt x="8075873" y="239196"/>
                  </a:lnTo>
                  <a:lnTo>
                    <a:pt x="8077155" y="294823"/>
                  </a:lnTo>
                  <a:lnTo>
                    <a:pt x="8078437" y="378263"/>
                  </a:lnTo>
                  <a:lnTo>
                    <a:pt x="8079719" y="381045"/>
                  </a:lnTo>
                  <a:lnTo>
                    <a:pt x="8081001" y="317074"/>
                  </a:lnTo>
                  <a:lnTo>
                    <a:pt x="8082283" y="311511"/>
                  </a:lnTo>
                  <a:lnTo>
                    <a:pt x="8083565" y="333762"/>
                  </a:lnTo>
                  <a:lnTo>
                    <a:pt x="8084846" y="333762"/>
                  </a:lnTo>
                  <a:lnTo>
                    <a:pt x="8086128" y="333762"/>
                  </a:lnTo>
                  <a:lnTo>
                    <a:pt x="8087410" y="289260"/>
                  </a:lnTo>
                  <a:lnTo>
                    <a:pt x="8088692" y="278135"/>
                  </a:lnTo>
                  <a:lnTo>
                    <a:pt x="8089974" y="278135"/>
                  </a:lnTo>
                  <a:lnTo>
                    <a:pt x="8091256" y="278135"/>
                  </a:lnTo>
                  <a:lnTo>
                    <a:pt x="8092537" y="278135"/>
                  </a:lnTo>
                  <a:lnTo>
                    <a:pt x="8093819" y="305948"/>
                  </a:lnTo>
                  <a:lnTo>
                    <a:pt x="8095101" y="319855"/>
                  </a:lnTo>
                  <a:lnTo>
                    <a:pt x="8096383" y="228070"/>
                  </a:lnTo>
                  <a:lnTo>
                    <a:pt x="8097665" y="261447"/>
                  </a:lnTo>
                  <a:lnTo>
                    <a:pt x="8098947" y="278135"/>
                  </a:lnTo>
                  <a:lnTo>
                    <a:pt x="8100228" y="278135"/>
                  </a:lnTo>
                  <a:lnTo>
                    <a:pt x="8101510" y="358794"/>
                  </a:lnTo>
                  <a:lnTo>
                    <a:pt x="8102792" y="389389"/>
                  </a:lnTo>
                  <a:lnTo>
                    <a:pt x="8104074" y="369919"/>
                  </a:lnTo>
                  <a:lnTo>
                    <a:pt x="8105356" y="392170"/>
                  </a:lnTo>
                  <a:lnTo>
                    <a:pt x="8106638" y="495080"/>
                  </a:lnTo>
                  <a:lnTo>
                    <a:pt x="8107920" y="611897"/>
                  </a:lnTo>
                  <a:lnTo>
                    <a:pt x="8109201" y="611897"/>
                  </a:lnTo>
                  <a:lnTo>
                    <a:pt x="8110483" y="611897"/>
                  </a:lnTo>
                  <a:lnTo>
                    <a:pt x="8111765" y="617459"/>
                  </a:lnTo>
                  <a:lnTo>
                    <a:pt x="8113047" y="681430"/>
                  </a:lnTo>
                  <a:lnTo>
                    <a:pt x="8114329" y="723151"/>
                  </a:lnTo>
                  <a:lnTo>
                    <a:pt x="8115611" y="723151"/>
                  </a:lnTo>
                  <a:lnTo>
                    <a:pt x="8116892" y="698119"/>
                  </a:lnTo>
                  <a:lnTo>
                    <a:pt x="8118174" y="667524"/>
                  </a:lnTo>
                  <a:lnTo>
                    <a:pt x="8119456" y="709244"/>
                  </a:lnTo>
                  <a:lnTo>
                    <a:pt x="8120738" y="723151"/>
                  </a:lnTo>
                  <a:lnTo>
                    <a:pt x="8122020" y="673086"/>
                  </a:lnTo>
                  <a:lnTo>
                    <a:pt x="8123302" y="659180"/>
                  </a:lnTo>
                  <a:lnTo>
                    <a:pt x="8124584" y="572958"/>
                  </a:lnTo>
                  <a:lnTo>
                    <a:pt x="8125865" y="556270"/>
                  </a:lnTo>
                  <a:lnTo>
                    <a:pt x="8127147" y="567395"/>
                  </a:lnTo>
                  <a:lnTo>
                    <a:pt x="8128429" y="631366"/>
                  </a:lnTo>
                  <a:lnTo>
                    <a:pt x="8129711" y="581302"/>
                  </a:lnTo>
                  <a:lnTo>
                    <a:pt x="8130993" y="553488"/>
                  </a:lnTo>
                  <a:lnTo>
                    <a:pt x="8132275" y="556270"/>
                  </a:lnTo>
                  <a:lnTo>
                    <a:pt x="8133556" y="556270"/>
                  </a:lnTo>
                  <a:lnTo>
                    <a:pt x="8134838" y="556270"/>
                  </a:lnTo>
                  <a:lnTo>
                    <a:pt x="8136120" y="572958"/>
                  </a:lnTo>
                  <a:lnTo>
                    <a:pt x="8137402" y="611897"/>
                  </a:lnTo>
                  <a:lnTo>
                    <a:pt x="8138684" y="611897"/>
                  </a:lnTo>
                  <a:lnTo>
                    <a:pt x="8139966" y="572958"/>
                  </a:lnTo>
                  <a:lnTo>
                    <a:pt x="8141247" y="556270"/>
                  </a:lnTo>
                  <a:lnTo>
                    <a:pt x="8142529" y="556270"/>
                  </a:lnTo>
                  <a:lnTo>
                    <a:pt x="8143811" y="547926"/>
                  </a:lnTo>
                  <a:lnTo>
                    <a:pt x="8145093" y="500643"/>
                  </a:lnTo>
                  <a:lnTo>
                    <a:pt x="8146375" y="456141"/>
                  </a:lnTo>
                  <a:lnTo>
                    <a:pt x="8147657" y="445016"/>
                  </a:lnTo>
                  <a:lnTo>
                    <a:pt x="8148939" y="445016"/>
                  </a:lnTo>
                  <a:lnTo>
                    <a:pt x="8150220" y="403295"/>
                  </a:lnTo>
                  <a:lnTo>
                    <a:pt x="8151502" y="389389"/>
                  </a:lnTo>
                  <a:lnTo>
                    <a:pt x="8152784" y="389389"/>
                  </a:lnTo>
                  <a:lnTo>
                    <a:pt x="8154066" y="436672"/>
                  </a:lnTo>
                  <a:lnTo>
                    <a:pt x="8155348" y="450578"/>
                  </a:lnTo>
                  <a:lnTo>
                    <a:pt x="8156630" y="481173"/>
                  </a:lnTo>
                  <a:lnTo>
                    <a:pt x="8157911" y="397733"/>
                  </a:lnTo>
                  <a:lnTo>
                    <a:pt x="8159193" y="389389"/>
                  </a:lnTo>
                  <a:lnTo>
                    <a:pt x="8160475" y="414421"/>
                  </a:lnTo>
                  <a:lnTo>
                    <a:pt x="8161757" y="472829"/>
                  </a:lnTo>
                  <a:lnTo>
                    <a:pt x="8163039" y="522893"/>
                  </a:lnTo>
                  <a:lnTo>
                    <a:pt x="8164321" y="556270"/>
                  </a:lnTo>
                  <a:lnTo>
                    <a:pt x="8165603" y="556270"/>
                  </a:lnTo>
                  <a:lnTo>
                    <a:pt x="8166884" y="547926"/>
                  </a:lnTo>
                  <a:lnTo>
                    <a:pt x="8168166" y="500643"/>
                  </a:lnTo>
                  <a:lnTo>
                    <a:pt x="8169448" y="500643"/>
                  </a:lnTo>
                  <a:lnTo>
                    <a:pt x="8170730" y="500643"/>
                  </a:lnTo>
                  <a:lnTo>
                    <a:pt x="8172012" y="536800"/>
                  </a:lnTo>
                  <a:lnTo>
                    <a:pt x="8173294" y="556270"/>
                  </a:lnTo>
                  <a:lnTo>
                    <a:pt x="8174575" y="556270"/>
                  </a:lnTo>
                  <a:lnTo>
                    <a:pt x="8175857" y="561832"/>
                  </a:lnTo>
                  <a:lnTo>
                    <a:pt x="8177139" y="611897"/>
                  </a:lnTo>
                  <a:lnTo>
                    <a:pt x="8178421" y="653617"/>
                  </a:lnTo>
                  <a:lnTo>
                    <a:pt x="8179703" y="667524"/>
                  </a:lnTo>
                  <a:lnTo>
                    <a:pt x="8180985" y="667524"/>
                  </a:lnTo>
                  <a:lnTo>
                    <a:pt x="8182267" y="706463"/>
                  </a:lnTo>
                  <a:lnTo>
                    <a:pt x="8183548" y="723151"/>
                  </a:lnTo>
                  <a:lnTo>
                    <a:pt x="8184830" y="723151"/>
                  </a:lnTo>
                  <a:lnTo>
                    <a:pt x="8186112" y="723151"/>
                  </a:lnTo>
                  <a:lnTo>
                    <a:pt x="8187394" y="717588"/>
                  </a:lnTo>
                  <a:lnTo>
                    <a:pt x="8188676" y="717588"/>
                  </a:lnTo>
                  <a:lnTo>
                    <a:pt x="8189958" y="792684"/>
                  </a:lnTo>
                  <a:lnTo>
                    <a:pt x="8191239" y="778778"/>
                  </a:lnTo>
                  <a:lnTo>
                    <a:pt x="8192521" y="778778"/>
                  </a:lnTo>
                  <a:lnTo>
                    <a:pt x="8193803" y="778778"/>
                  </a:lnTo>
                  <a:lnTo>
                    <a:pt x="8195085" y="775996"/>
                  </a:lnTo>
                  <a:lnTo>
                    <a:pt x="8196367" y="723151"/>
                  </a:lnTo>
                  <a:lnTo>
                    <a:pt x="8197649" y="700900"/>
                  </a:lnTo>
                  <a:lnTo>
                    <a:pt x="8198930" y="673086"/>
                  </a:lnTo>
                  <a:lnTo>
                    <a:pt x="8200212" y="723151"/>
                  </a:lnTo>
                  <a:lnTo>
                    <a:pt x="8201494" y="723151"/>
                  </a:lnTo>
                  <a:lnTo>
                    <a:pt x="8202776" y="695337"/>
                  </a:lnTo>
                  <a:lnTo>
                    <a:pt x="8204058" y="667524"/>
                  </a:lnTo>
                  <a:lnTo>
                    <a:pt x="8205340" y="667524"/>
                  </a:lnTo>
                  <a:lnTo>
                    <a:pt x="8206622" y="667524"/>
                  </a:lnTo>
                  <a:lnTo>
                    <a:pt x="8207903" y="656398"/>
                  </a:lnTo>
                  <a:lnTo>
                    <a:pt x="8209185" y="611897"/>
                  </a:lnTo>
                  <a:lnTo>
                    <a:pt x="8210467" y="611897"/>
                  </a:lnTo>
                  <a:lnTo>
                    <a:pt x="8211749" y="611897"/>
                  </a:lnTo>
                  <a:lnTo>
                    <a:pt x="8213031" y="628585"/>
                  </a:lnTo>
                  <a:lnTo>
                    <a:pt x="8214313" y="667524"/>
                  </a:lnTo>
                  <a:lnTo>
                    <a:pt x="8215594" y="667524"/>
                  </a:lnTo>
                  <a:lnTo>
                    <a:pt x="8216876" y="667524"/>
                  </a:lnTo>
                  <a:lnTo>
                    <a:pt x="8218158" y="667524"/>
                  </a:lnTo>
                  <a:lnTo>
                    <a:pt x="8219440" y="670305"/>
                  </a:lnTo>
                  <a:lnTo>
                    <a:pt x="8220722" y="723151"/>
                  </a:lnTo>
                  <a:lnTo>
                    <a:pt x="8222004" y="742620"/>
                  </a:lnTo>
                  <a:lnTo>
                    <a:pt x="8223286" y="723151"/>
                  </a:lnTo>
                  <a:lnTo>
                    <a:pt x="8224567" y="723151"/>
                  </a:lnTo>
                  <a:lnTo>
                    <a:pt x="8225849" y="723151"/>
                  </a:lnTo>
                  <a:lnTo>
                    <a:pt x="8227131" y="723151"/>
                  </a:lnTo>
                  <a:lnTo>
                    <a:pt x="8228413" y="778778"/>
                  </a:lnTo>
                  <a:lnTo>
                    <a:pt x="8229695" y="798247"/>
                  </a:lnTo>
                  <a:lnTo>
                    <a:pt x="8230977" y="834405"/>
                  </a:lnTo>
                  <a:lnTo>
                    <a:pt x="8232258" y="834405"/>
                  </a:lnTo>
                  <a:lnTo>
                    <a:pt x="8233540" y="834405"/>
                  </a:lnTo>
                  <a:lnTo>
                    <a:pt x="8234822" y="859437"/>
                  </a:lnTo>
                  <a:lnTo>
                    <a:pt x="8236104" y="890032"/>
                  </a:lnTo>
                  <a:lnTo>
                    <a:pt x="8237386" y="890032"/>
                  </a:lnTo>
                  <a:lnTo>
                    <a:pt x="8238668" y="890032"/>
                  </a:lnTo>
                  <a:lnTo>
                    <a:pt x="8239949" y="898376"/>
                  </a:lnTo>
                  <a:lnTo>
                    <a:pt x="8241231" y="945659"/>
                  </a:lnTo>
                  <a:lnTo>
                    <a:pt x="8242513" y="945659"/>
                  </a:lnTo>
                  <a:lnTo>
                    <a:pt x="8243795" y="945659"/>
                  </a:lnTo>
                  <a:lnTo>
                    <a:pt x="8245077" y="945659"/>
                  </a:lnTo>
                  <a:lnTo>
                    <a:pt x="8246359" y="945659"/>
                  </a:lnTo>
                  <a:lnTo>
                    <a:pt x="8247641" y="945659"/>
                  </a:lnTo>
                  <a:lnTo>
                    <a:pt x="8248922" y="945659"/>
                  </a:lnTo>
                  <a:lnTo>
                    <a:pt x="8250204" y="945659"/>
                  </a:lnTo>
                  <a:lnTo>
                    <a:pt x="8251486" y="890032"/>
                  </a:lnTo>
                  <a:lnTo>
                    <a:pt x="8252768" y="867781"/>
                  </a:lnTo>
                  <a:lnTo>
                    <a:pt x="8254050" y="839967"/>
                  </a:lnTo>
                  <a:lnTo>
                    <a:pt x="8255332" y="823279"/>
                  </a:lnTo>
                  <a:lnTo>
                    <a:pt x="8256613" y="728713"/>
                  </a:lnTo>
                  <a:lnTo>
                    <a:pt x="8257895" y="661961"/>
                  </a:lnTo>
                  <a:lnTo>
                    <a:pt x="8259177" y="584083"/>
                  </a:lnTo>
                  <a:lnTo>
                    <a:pt x="8260459" y="520112"/>
                  </a:lnTo>
                  <a:lnTo>
                    <a:pt x="8261741" y="495080"/>
                  </a:lnTo>
                  <a:lnTo>
                    <a:pt x="8263023" y="445016"/>
                  </a:lnTo>
                  <a:lnTo>
                    <a:pt x="8264305" y="445016"/>
                  </a:lnTo>
                  <a:lnTo>
                    <a:pt x="8265586" y="389389"/>
                  </a:lnTo>
                  <a:lnTo>
                    <a:pt x="8266868" y="317074"/>
                  </a:lnTo>
                  <a:lnTo>
                    <a:pt x="8268150" y="222508"/>
                  </a:lnTo>
                  <a:lnTo>
                    <a:pt x="8269432" y="222508"/>
                  </a:lnTo>
                  <a:lnTo>
                    <a:pt x="8270714" y="222508"/>
                  </a:lnTo>
                  <a:lnTo>
                    <a:pt x="8271996" y="166881"/>
                  </a:lnTo>
                  <a:lnTo>
                    <a:pt x="8273277" y="166881"/>
                  </a:lnTo>
                  <a:lnTo>
                    <a:pt x="8274559" y="133504"/>
                  </a:lnTo>
                  <a:lnTo>
                    <a:pt x="8275841" y="102910"/>
                  </a:lnTo>
                  <a:lnTo>
                    <a:pt x="8277123" y="55627"/>
                  </a:lnTo>
                  <a:lnTo>
                    <a:pt x="8278405" y="55627"/>
                  </a:lnTo>
                  <a:lnTo>
                    <a:pt x="8279687" y="55627"/>
                  </a:lnTo>
                  <a:lnTo>
                    <a:pt x="8280969" y="55627"/>
                  </a:lnTo>
                  <a:lnTo>
                    <a:pt x="8282250" y="30594"/>
                  </a:lnTo>
                  <a:lnTo>
                    <a:pt x="8283532" y="52845"/>
                  </a:lnTo>
                  <a:lnTo>
                    <a:pt x="8284814" y="75096"/>
                  </a:lnTo>
                  <a:lnTo>
                    <a:pt x="8286096" y="111254"/>
                  </a:lnTo>
                  <a:lnTo>
                    <a:pt x="8287378" y="172443"/>
                  </a:lnTo>
                  <a:lnTo>
                    <a:pt x="8288660" y="258665"/>
                  </a:lnTo>
                  <a:lnTo>
                    <a:pt x="8289941" y="278135"/>
                  </a:lnTo>
                  <a:lnTo>
                    <a:pt x="8291223" y="358794"/>
                  </a:lnTo>
                  <a:lnTo>
                    <a:pt x="8292505" y="422765"/>
                  </a:lnTo>
                  <a:lnTo>
                    <a:pt x="8293787" y="447797"/>
                  </a:lnTo>
                  <a:lnTo>
                    <a:pt x="8295069" y="489517"/>
                  </a:lnTo>
                  <a:lnTo>
                    <a:pt x="8296351" y="428328"/>
                  </a:lnTo>
                  <a:lnTo>
                    <a:pt x="8297632" y="389389"/>
                  </a:lnTo>
                  <a:lnTo>
                    <a:pt x="8298914" y="397733"/>
                  </a:lnTo>
                  <a:lnTo>
                    <a:pt x="8300196" y="489517"/>
                  </a:lnTo>
                  <a:lnTo>
                    <a:pt x="8301478" y="445016"/>
                  </a:lnTo>
                  <a:lnTo>
                    <a:pt x="8302760" y="431109"/>
                  </a:lnTo>
                  <a:lnTo>
                    <a:pt x="8304042" y="442234"/>
                  </a:lnTo>
                  <a:lnTo>
                    <a:pt x="8305324" y="406077"/>
                  </a:lnTo>
                  <a:lnTo>
                    <a:pt x="8306605" y="419983"/>
                  </a:lnTo>
                  <a:lnTo>
                    <a:pt x="8307887" y="403295"/>
                  </a:lnTo>
                  <a:lnTo>
                    <a:pt x="8309169" y="394951"/>
                  </a:lnTo>
                  <a:lnTo>
                    <a:pt x="8310451" y="389389"/>
                  </a:lnTo>
                  <a:lnTo>
                    <a:pt x="8311733" y="389389"/>
                  </a:lnTo>
                  <a:lnTo>
                    <a:pt x="8313015" y="389389"/>
                  </a:lnTo>
                  <a:lnTo>
                    <a:pt x="8314296" y="411639"/>
                  </a:lnTo>
                  <a:lnTo>
                    <a:pt x="8315578" y="445016"/>
                  </a:lnTo>
                  <a:lnTo>
                    <a:pt x="8316860" y="445016"/>
                  </a:lnTo>
                  <a:lnTo>
                    <a:pt x="8318142" y="445016"/>
                  </a:lnTo>
                  <a:lnTo>
                    <a:pt x="8319424" y="445016"/>
                  </a:lnTo>
                  <a:lnTo>
                    <a:pt x="8320706" y="453360"/>
                  </a:lnTo>
                  <a:lnTo>
                    <a:pt x="8321988" y="500643"/>
                  </a:lnTo>
                  <a:lnTo>
                    <a:pt x="8323269" y="500643"/>
                  </a:lnTo>
                  <a:lnTo>
                    <a:pt x="8324551" y="447797"/>
                  </a:lnTo>
                  <a:lnTo>
                    <a:pt x="8325833" y="445016"/>
                  </a:lnTo>
                  <a:lnTo>
                    <a:pt x="8327115" y="453360"/>
                  </a:lnTo>
                  <a:lnTo>
                    <a:pt x="8328397" y="514549"/>
                  </a:lnTo>
                  <a:lnTo>
                    <a:pt x="8329679" y="603553"/>
                  </a:lnTo>
                  <a:lnTo>
                    <a:pt x="8330960" y="667524"/>
                  </a:lnTo>
                  <a:lnTo>
                    <a:pt x="8332242" y="675868"/>
                  </a:lnTo>
                  <a:lnTo>
                    <a:pt x="8333524" y="723151"/>
                  </a:lnTo>
                  <a:lnTo>
                    <a:pt x="8334806" y="734276"/>
                  </a:lnTo>
                  <a:lnTo>
                    <a:pt x="8336088" y="778778"/>
                  </a:lnTo>
                  <a:lnTo>
                    <a:pt x="8337370" y="814935"/>
                  </a:lnTo>
                  <a:lnTo>
                    <a:pt x="8338651" y="834405"/>
                  </a:lnTo>
                  <a:lnTo>
                    <a:pt x="8339933" y="878906"/>
                  </a:lnTo>
                  <a:lnTo>
                    <a:pt x="8341215" y="937315"/>
                  </a:lnTo>
                  <a:lnTo>
                    <a:pt x="8342497" y="945659"/>
                  </a:lnTo>
                  <a:lnTo>
                    <a:pt x="8343779" y="945659"/>
                  </a:lnTo>
                  <a:lnTo>
                    <a:pt x="8345061" y="945659"/>
                  </a:lnTo>
                  <a:lnTo>
                    <a:pt x="8346343" y="945659"/>
                  </a:lnTo>
                  <a:lnTo>
                    <a:pt x="8347624" y="945659"/>
                  </a:lnTo>
                  <a:lnTo>
                    <a:pt x="8348906" y="945659"/>
                  </a:lnTo>
                  <a:lnTo>
                    <a:pt x="8350188" y="945659"/>
                  </a:lnTo>
                  <a:lnTo>
                    <a:pt x="8351470" y="945659"/>
                  </a:lnTo>
                  <a:lnTo>
                    <a:pt x="8352752" y="945659"/>
                  </a:lnTo>
                  <a:lnTo>
                    <a:pt x="8354034" y="945659"/>
                  </a:lnTo>
                  <a:lnTo>
                    <a:pt x="8355315" y="945659"/>
                  </a:lnTo>
                  <a:lnTo>
                    <a:pt x="8356597" y="995723"/>
                  </a:lnTo>
                  <a:lnTo>
                    <a:pt x="8357879" y="1001286"/>
                  </a:lnTo>
                  <a:lnTo>
                    <a:pt x="8357879" y="1001286"/>
                  </a:lnTo>
                  <a:lnTo>
                    <a:pt x="8359161" y="1001286"/>
                  </a:lnTo>
                  <a:lnTo>
                    <a:pt x="8360443" y="1001286"/>
                  </a:lnTo>
                  <a:lnTo>
                    <a:pt x="8361725" y="1001286"/>
                  </a:lnTo>
                  <a:lnTo>
                    <a:pt x="8363007" y="998504"/>
                  </a:lnTo>
                  <a:lnTo>
                    <a:pt x="8364288" y="945659"/>
                  </a:lnTo>
                  <a:lnTo>
                    <a:pt x="8365570" y="945659"/>
                  </a:lnTo>
                  <a:lnTo>
                    <a:pt x="8366852" y="945659"/>
                  </a:lnTo>
                  <a:lnTo>
                    <a:pt x="8368134" y="945659"/>
                  </a:lnTo>
                  <a:lnTo>
                    <a:pt x="8369416" y="945659"/>
                  </a:lnTo>
                  <a:lnTo>
                    <a:pt x="8370698" y="945659"/>
                  </a:lnTo>
                  <a:lnTo>
                    <a:pt x="8371979" y="945659"/>
                  </a:lnTo>
                  <a:lnTo>
                    <a:pt x="8373261" y="945659"/>
                  </a:lnTo>
                  <a:lnTo>
                    <a:pt x="8374543" y="945659"/>
                  </a:lnTo>
                  <a:lnTo>
                    <a:pt x="8375825" y="945659"/>
                  </a:lnTo>
                  <a:lnTo>
                    <a:pt x="8375825" y="945659"/>
                  </a:lnTo>
                </a:path>
              </a:pathLst>
            </a:custGeom>
            <a:ln w="27101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382728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3871311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622670" y="4685334"/>
              <a:ext cx="0" cy="1668810"/>
            </a:xfrm>
            <a:custGeom>
              <a:avLst/>
              <a:pathLst>
                <a:path w="0" h="1668810">
                  <a:moveTo>
                    <a:pt x="0" y="1668810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tx186"/>
            <p:cNvSpPr/>
            <p:nvPr/>
          </p:nvSpPr>
          <p:spPr>
            <a:xfrm>
              <a:off x="311199" y="631035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0.00</a:t>
              </a:r>
            </a:p>
          </p:txBody>
        </p:sp>
        <p:sp>
          <p:nvSpPr>
            <p:cNvPr id="187" name="tx187"/>
            <p:cNvSpPr/>
            <p:nvPr/>
          </p:nvSpPr>
          <p:spPr>
            <a:xfrm>
              <a:off x="311199" y="603221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0.01</a:t>
              </a:r>
            </a:p>
          </p:txBody>
        </p:sp>
        <p:sp>
          <p:nvSpPr>
            <p:cNvPr id="188" name="tx188"/>
            <p:cNvSpPr/>
            <p:nvPr/>
          </p:nvSpPr>
          <p:spPr>
            <a:xfrm>
              <a:off x="311199" y="575408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0.02</a:t>
              </a:r>
            </a:p>
          </p:txBody>
        </p:sp>
        <p:sp>
          <p:nvSpPr>
            <p:cNvPr id="189" name="tx189"/>
            <p:cNvSpPr/>
            <p:nvPr/>
          </p:nvSpPr>
          <p:spPr>
            <a:xfrm>
              <a:off x="311199" y="547594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0.03</a:t>
              </a:r>
            </a:p>
          </p:txBody>
        </p:sp>
        <p:sp>
          <p:nvSpPr>
            <p:cNvPr id="190" name="tx190"/>
            <p:cNvSpPr/>
            <p:nvPr/>
          </p:nvSpPr>
          <p:spPr>
            <a:xfrm>
              <a:off x="311199" y="519781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0.04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311199" y="4919677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0.05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311199" y="4641542"/>
              <a:ext cx="24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0.06</a:t>
              </a:r>
            </a:p>
          </p:txBody>
        </p:sp>
        <p:sp>
          <p:nvSpPr>
            <p:cNvPr id="193" name="pl193"/>
            <p:cNvSpPr/>
            <p:nvPr/>
          </p:nvSpPr>
          <p:spPr>
            <a:xfrm>
              <a:off x="587875" y="635414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l194"/>
            <p:cNvSpPr/>
            <p:nvPr/>
          </p:nvSpPr>
          <p:spPr>
            <a:xfrm>
              <a:off x="587875" y="607600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l195"/>
            <p:cNvSpPr/>
            <p:nvPr/>
          </p:nvSpPr>
          <p:spPr>
            <a:xfrm>
              <a:off x="587875" y="579787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l196"/>
            <p:cNvSpPr/>
            <p:nvPr/>
          </p:nvSpPr>
          <p:spPr>
            <a:xfrm>
              <a:off x="587875" y="551973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l197"/>
            <p:cNvSpPr/>
            <p:nvPr/>
          </p:nvSpPr>
          <p:spPr>
            <a:xfrm>
              <a:off x="587875" y="524160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l198"/>
            <p:cNvSpPr/>
            <p:nvPr/>
          </p:nvSpPr>
          <p:spPr>
            <a:xfrm>
              <a:off x="587875" y="4963469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l199"/>
            <p:cNvSpPr/>
            <p:nvPr/>
          </p:nvSpPr>
          <p:spPr>
            <a:xfrm>
              <a:off x="587875" y="4685334"/>
              <a:ext cx="34794" cy="0"/>
            </a:xfrm>
            <a:custGeom>
              <a:avLst/>
              <a:pathLst>
                <a:path w="34794" h="0">
                  <a:moveTo>
                    <a:pt x="0" y="0"/>
                  </a:moveTo>
                  <a:lnTo>
                    <a:pt x="34794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l200"/>
            <p:cNvSpPr/>
            <p:nvPr/>
          </p:nvSpPr>
          <p:spPr>
            <a:xfrm>
              <a:off x="622670" y="6354144"/>
              <a:ext cx="8375825" cy="0"/>
            </a:xfrm>
            <a:custGeom>
              <a:avLst/>
              <a:pathLst>
                <a:path w="8375825" h="0">
                  <a:moveTo>
                    <a:pt x="0" y="0"/>
                  </a:moveTo>
                  <a:lnTo>
                    <a:pt x="8375825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l201"/>
            <p:cNvSpPr/>
            <p:nvPr/>
          </p:nvSpPr>
          <p:spPr>
            <a:xfrm>
              <a:off x="302638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l202"/>
            <p:cNvSpPr/>
            <p:nvPr/>
          </p:nvSpPr>
          <p:spPr>
            <a:xfrm>
              <a:off x="6230994" y="6354144"/>
              <a:ext cx="0" cy="34794"/>
            </a:xfrm>
            <a:custGeom>
              <a:avLst/>
              <a:pathLst>
                <a:path w="0" h="34794">
                  <a:moveTo>
                    <a:pt x="0" y="34794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tx203"/>
            <p:cNvSpPr/>
            <p:nvPr/>
          </p:nvSpPr>
          <p:spPr>
            <a:xfrm>
              <a:off x="2741963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35300000</a:t>
              </a:r>
            </a:p>
          </p:txBody>
        </p:sp>
        <p:sp>
          <p:nvSpPr>
            <p:cNvPr id="204" name="tx204"/>
            <p:cNvSpPr/>
            <p:nvPr/>
          </p:nvSpPr>
          <p:spPr>
            <a:xfrm>
              <a:off x="5946573" y="6413719"/>
              <a:ext cx="568840" cy="8452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35350000</a:t>
              </a:r>
            </a:p>
          </p:txBody>
        </p:sp>
        <p:sp>
          <p:nvSpPr>
            <p:cNvPr id="205" name="tx205"/>
            <p:cNvSpPr/>
            <p:nvPr/>
          </p:nvSpPr>
          <p:spPr>
            <a:xfrm>
              <a:off x="4533911" y="6522933"/>
              <a:ext cx="553342" cy="13519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position</a:t>
              </a:r>
            </a:p>
          </p:txBody>
        </p:sp>
        <p:sp>
          <p:nvSpPr>
            <p:cNvPr id="206" name="tx206"/>
            <p:cNvSpPr/>
            <p:nvPr/>
          </p:nvSpPr>
          <p:spPr>
            <a:xfrm rot="-5400000">
              <a:off x="96391" y="5468818"/>
              <a:ext cx="200068" cy="10184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NA</a:t>
              </a:r>
            </a:p>
          </p:txBody>
        </p:sp>
        <p:sp>
          <p:nvSpPr>
            <p:cNvPr id="207" name="tx207"/>
            <p:cNvSpPr/>
            <p:nvPr/>
          </p:nvSpPr>
          <p:spPr>
            <a:xfrm>
              <a:off x="622670" y="4416918"/>
              <a:ext cx="1990479" cy="1639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DejaVu Sans"/>
                  <a:cs typeface="DejaVu Sans"/>
                </a:rPr>
                <a:t>seq.CG_500_mean_new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evghenic</cp:lastModifiedBy>
  <cp:revision>3</cp:revision>
  <dcterms:created xsi:type="dcterms:W3CDTF">2017-02-13T16:18:36Z</dcterms:created>
  <dcterms:modified xsi:type="dcterms:W3CDTF">2026-03-09T14:32:45Z</dcterms:modified>
  <cp:category/>
</cp:coreProperties>
</file>