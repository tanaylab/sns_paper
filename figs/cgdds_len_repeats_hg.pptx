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My R Plot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393371" y="4352773"/>
              <a:ext cx="6909380" cy="734627"/>
            </a:xfrm>
            <a:custGeom>
              <a:avLst/>
              <a:pathLst>
                <a:path w="6909380" h="734627">
                  <a:moveTo>
                    <a:pt x="0" y="734627"/>
                  </a:moveTo>
                  <a:lnTo>
                    <a:pt x="21142" y="734198"/>
                  </a:lnTo>
                  <a:lnTo>
                    <a:pt x="42285" y="733560"/>
                  </a:lnTo>
                  <a:lnTo>
                    <a:pt x="63427" y="732634"/>
                  </a:lnTo>
                  <a:lnTo>
                    <a:pt x="84570" y="731321"/>
                  </a:lnTo>
                  <a:lnTo>
                    <a:pt x="105712" y="729495"/>
                  </a:lnTo>
                  <a:lnTo>
                    <a:pt x="126855" y="727007"/>
                  </a:lnTo>
                  <a:lnTo>
                    <a:pt x="147997" y="723682"/>
                  </a:lnTo>
                  <a:lnTo>
                    <a:pt x="169140" y="719320"/>
                  </a:lnTo>
                  <a:lnTo>
                    <a:pt x="190282" y="713706"/>
                  </a:lnTo>
                  <a:lnTo>
                    <a:pt x="211425" y="706596"/>
                  </a:lnTo>
                  <a:lnTo>
                    <a:pt x="232567" y="697520"/>
                  </a:lnTo>
                  <a:lnTo>
                    <a:pt x="253710" y="686444"/>
                  </a:lnTo>
                  <a:lnTo>
                    <a:pt x="274853" y="673189"/>
                  </a:lnTo>
                  <a:lnTo>
                    <a:pt x="295995" y="657624"/>
                  </a:lnTo>
                  <a:lnTo>
                    <a:pt x="317138" y="639685"/>
                  </a:lnTo>
                  <a:lnTo>
                    <a:pt x="338280" y="619387"/>
                  </a:lnTo>
                  <a:lnTo>
                    <a:pt x="359423" y="596829"/>
                  </a:lnTo>
                  <a:lnTo>
                    <a:pt x="380565" y="572205"/>
                  </a:lnTo>
                  <a:lnTo>
                    <a:pt x="401708" y="545800"/>
                  </a:lnTo>
                  <a:lnTo>
                    <a:pt x="422850" y="517958"/>
                  </a:lnTo>
                  <a:lnTo>
                    <a:pt x="443993" y="489152"/>
                  </a:lnTo>
                  <a:lnTo>
                    <a:pt x="465135" y="460030"/>
                  </a:lnTo>
                  <a:lnTo>
                    <a:pt x="486278" y="431114"/>
                  </a:lnTo>
                  <a:lnTo>
                    <a:pt x="507421" y="402911"/>
                  </a:lnTo>
                  <a:lnTo>
                    <a:pt x="528563" y="375893"/>
                  </a:lnTo>
                  <a:lnTo>
                    <a:pt x="549706" y="350474"/>
                  </a:lnTo>
                  <a:lnTo>
                    <a:pt x="570848" y="326991"/>
                  </a:lnTo>
                  <a:lnTo>
                    <a:pt x="591991" y="305699"/>
                  </a:lnTo>
                  <a:lnTo>
                    <a:pt x="613133" y="286759"/>
                  </a:lnTo>
                  <a:lnTo>
                    <a:pt x="634276" y="270361"/>
                  </a:lnTo>
                  <a:lnTo>
                    <a:pt x="655418" y="256517"/>
                  </a:lnTo>
                  <a:lnTo>
                    <a:pt x="676561" y="244914"/>
                  </a:lnTo>
                  <a:lnTo>
                    <a:pt x="697703" y="235367"/>
                  </a:lnTo>
                  <a:lnTo>
                    <a:pt x="718846" y="227650"/>
                  </a:lnTo>
                  <a:lnTo>
                    <a:pt x="739989" y="221510"/>
                  </a:lnTo>
                  <a:lnTo>
                    <a:pt x="761131" y="216682"/>
                  </a:lnTo>
                  <a:lnTo>
                    <a:pt x="782274" y="212893"/>
                  </a:lnTo>
                  <a:lnTo>
                    <a:pt x="803416" y="209877"/>
                  </a:lnTo>
                  <a:lnTo>
                    <a:pt x="824559" y="207379"/>
                  </a:lnTo>
                  <a:lnTo>
                    <a:pt x="845701" y="205156"/>
                  </a:lnTo>
                  <a:lnTo>
                    <a:pt x="866844" y="202933"/>
                  </a:lnTo>
                  <a:lnTo>
                    <a:pt x="887986" y="200492"/>
                  </a:lnTo>
                  <a:lnTo>
                    <a:pt x="909129" y="197639"/>
                  </a:lnTo>
                  <a:lnTo>
                    <a:pt x="930271" y="194193"/>
                  </a:lnTo>
                  <a:lnTo>
                    <a:pt x="951414" y="189981"/>
                  </a:lnTo>
                  <a:lnTo>
                    <a:pt x="972557" y="184843"/>
                  </a:lnTo>
                  <a:lnTo>
                    <a:pt x="993699" y="178637"/>
                  </a:lnTo>
                  <a:lnTo>
                    <a:pt x="1014842" y="171241"/>
                  </a:lnTo>
                  <a:lnTo>
                    <a:pt x="1035984" y="162560"/>
                  </a:lnTo>
                  <a:lnTo>
                    <a:pt x="1057127" y="152414"/>
                  </a:lnTo>
                  <a:lnTo>
                    <a:pt x="1078269" y="140913"/>
                  </a:lnTo>
                  <a:lnTo>
                    <a:pt x="1099412" y="128194"/>
                  </a:lnTo>
                  <a:lnTo>
                    <a:pt x="1120554" y="114429"/>
                  </a:lnTo>
                  <a:lnTo>
                    <a:pt x="1141697" y="99869"/>
                  </a:lnTo>
                  <a:lnTo>
                    <a:pt x="1162839" y="84836"/>
                  </a:lnTo>
                  <a:lnTo>
                    <a:pt x="1183982" y="69718"/>
                  </a:lnTo>
                  <a:lnTo>
                    <a:pt x="1205125" y="54954"/>
                  </a:lnTo>
                  <a:lnTo>
                    <a:pt x="1226267" y="41013"/>
                  </a:lnTo>
                  <a:lnTo>
                    <a:pt x="1247410" y="28371"/>
                  </a:lnTo>
                  <a:lnTo>
                    <a:pt x="1268552" y="17753"/>
                  </a:lnTo>
                  <a:lnTo>
                    <a:pt x="1289695" y="9390"/>
                  </a:lnTo>
                  <a:lnTo>
                    <a:pt x="1310837" y="3548"/>
                  </a:lnTo>
                  <a:lnTo>
                    <a:pt x="1331980" y="397"/>
                  </a:lnTo>
                  <a:lnTo>
                    <a:pt x="1353122" y="0"/>
                  </a:lnTo>
                  <a:lnTo>
                    <a:pt x="1374265" y="2302"/>
                  </a:lnTo>
                  <a:lnTo>
                    <a:pt x="1395407" y="7149"/>
                  </a:lnTo>
                  <a:lnTo>
                    <a:pt x="1416550" y="14295"/>
                  </a:lnTo>
                  <a:lnTo>
                    <a:pt x="1437693" y="23421"/>
                  </a:lnTo>
                  <a:lnTo>
                    <a:pt x="1458835" y="34178"/>
                  </a:lnTo>
                  <a:lnTo>
                    <a:pt x="1479978" y="46222"/>
                  </a:lnTo>
                  <a:lnTo>
                    <a:pt x="1501120" y="58987"/>
                  </a:lnTo>
                  <a:lnTo>
                    <a:pt x="1522263" y="72116"/>
                  </a:lnTo>
                  <a:lnTo>
                    <a:pt x="1543405" y="85293"/>
                  </a:lnTo>
                  <a:lnTo>
                    <a:pt x="1564548" y="98252"/>
                  </a:lnTo>
                  <a:lnTo>
                    <a:pt x="1585690" y="110772"/>
                  </a:lnTo>
                  <a:lnTo>
                    <a:pt x="1606833" y="122686"/>
                  </a:lnTo>
                  <a:lnTo>
                    <a:pt x="1627975" y="133872"/>
                  </a:lnTo>
                  <a:lnTo>
                    <a:pt x="1649118" y="144249"/>
                  </a:lnTo>
                  <a:lnTo>
                    <a:pt x="1670261" y="153741"/>
                  </a:lnTo>
                  <a:lnTo>
                    <a:pt x="1691403" y="162291"/>
                  </a:lnTo>
                  <a:lnTo>
                    <a:pt x="1712546" y="169993"/>
                  </a:lnTo>
                  <a:lnTo>
                    <a:pt x="1733688" y="176881"/>
                  </a:lnTo>
                  <a:lnTo>
                    <a:pt x="1754831" y="182997"/>
                  </a:lnTo>
                  <a:lnTo>
                    <a:pt x="1775973" y="188393"/>
                  </a:lnTo>
                  <a:lnTo>
                    <a:pt x="1797116" y="193123"/>
                  </a:lnTo>
                  <a:lnTo>
                    <a:pt x="1818258" y="197245"/>
                  </a:lnTo>
                  <a:lnTo>
                    <a:pt x="1839401" y="200816"/>
                  </a:lnTo>
                  <a:lnTo>
                    <a:pt x="1860543" y="203889"/>
                  </a:lnTo>
                  <a:lnTo>
                    <a:pt x="1881686" y="206492"/>
                  </a:lnTo>
                  <a:lnTo>
                    <a:pt x="1902829" y="208675"/>
                  </a:lnTo>
                  <a:lnTo>
                    <a:pt x="1923971" y="210507"/>
                  </a:lnTo>
                  <a:lnTo>
                    <a:pt x="1945114" y="212021"/>
                  </a:lnTo>
                  <a:lnTo>
                    <a:pt x="1966256" y="213247"/>
                  </a:lnTo>
                  <a:lnTo>
                    <a:pt x="1987399" y="214212"/>
                  </a:lnTo>
                  <a:lnTo>
                    <a:pt x="2008541" y="214944"/>
                  </a:lnTo>
                  <a:lnTo>
                    <a:pt x="2029684" y="215471"/>
                  </a:lnTo>
                  <a:lnTo>
                    <a:pt x="2050826" y="215822"/>
                  </a:lnTo>
                  <a:lnTo>
                    <a:pt x="2071969" y="216029"/>
                  </a:lnTo>
                  <a:lnTo>
                    <a:pt x="2093111" y="216124"/>
                  </a:lnTo>
                  <a:lnTo>
                    <a:pt x="2114254" y="216156"/>
                  </a:lnTo>
                  <a:lnTo>
                    <a:pt x="2135397" y="216169"/>
                  </a:lnTo>
                  <a:lnTo>
                    <a:pt x="2156539" y="216201"/>
                  </a:lnTo>
                  <a:lnTo>
                    <a:pt x="2177682" y="216286"/>
                  </a:lnTo>
                  <a:lnTo>
                    <a:pt x="2198824" y="216453"/>
                  </a:lnTo>
                  <a:lnTo>
                    <a:pt x="2219967" y="216723"/>
                  </a:lnTo>
                  <a:lnTo>
                    <a:pt x="2241109" y="217110"/>
                  </a:lnTo>
                  <a:lnTo>
                    <a:pt x="2262252" y="217616"/>
                  </a:lnTo>
                  <a:lnTo>
                    <a:pt x="2283394" y="218235"/>
                  </a:lnTo>
                  <a:lnTo>
                    <a:pt x="2304537" y="218962"/>
                  </a:lnTo>
                  <a:lnTo>
                    <a:pt x="2325679" y="219761"/>
                  </a:lnTo>
                  <a:lnTo>
                    <a:pt x="2346822" y="220603"/>
                  </a:lnTo>
                  <a:lnTo>
                    <a:pt x="2367965" y="221461"/>
                  </a:lnTo>
                  <a:lnTo>
                    <a:pt x="2389107" y="222307"/>
                  </a:lnTo>
                  <a:lnTo>
                    <a:pt x="2410250" y="223120"/>
                  </a:lnTo>
                  <a:lnTo>
                    <a:pt x="2431392" y="223881"/>
                  </a:lnTo>
                  <a:lnTo>
                    <a:pt x="2452535" y="224580"/>
                  </a:lnTo>
                  <a:lnTo>
                    <a:pt x="2473677" y="225209"/>
                  </a:lnTo>
                  <a:lnTo>
                    <a:pt x="2494820" y="225769"/>
                  </a:lnTo>
                  <a:lnTo>
                    <a:pt x="2515962" y="226258"/>
                  </a:lnTo>
                  <a:lnTo>
                    <a:pt x="2537105" y="226692"/>
                  </a:lnTo>
                  <a:lnTo>
                    <a:pt x="2558247" y="227083"/>
                  </a:lnTo>
                  <a:lnTo>
                    <a:pt x="2579390" y="227440"/>
                  </a:lnTo>
                  <a:lnTo>
                    <a:pt x="2600533" y="227773"/>
                  </a:lnTo>
                  <a:lnTo>
                    <a:pt x="2621675" y="228087"/>
                  </a:lnTo>
                  <a:lnTo>
                    <a:pt x="2642818" y="228388"/>
                  </a:lnTo>
                  <a:lnTo>
                    <a:pt x="2663960" y="228680"/>
                  </a:lnTo>
                  <a:lnTo>
                    <a:pt x="2685103" y="228964"/>
                  </a:lnTo>
                  <a:lnTo>
                    <a:pt x="2706245" y="229241"/>
                  </a:lnTo>
                  <a:lnTo>
                    <a:pt x="2727388" y="229511"/>
                  </a:lnTo>
                  <a:lnTo>
                    <a:pt x="2748530" y="229775"/>
                  </a:lnTo>
                  <a:lnTo>
                    <a:pt x="2769673" y="230035"/>
                  </a:lnTo>
                  <a:lnTo>
                    <a:pt x="2790815" y="230296"/>
                  </a:lnTo>
                  <a:lnTo>
                    <a:pt x="2811958" y="230562"/>
                  </a:lnTo>
                  <a:lnTo>
                    <a:pt x="2833101" y="230843"/>
                  </a:lnTo>
                  <a:lnTo>
                    <a:pt x="2854243" y="231150"/>
                  </a:lnTo>
                  <a:lnTo>
                    <a:pt x="2875386" y="231498"/>
                  </a:lnTo>
                  <a:lnTo>
                    <a:pt x="2896528" y="231904"/>
                  </a:lnTo>
                  <a:lnTo>
                    <a:pt x="2917671" y="232396"/>
                  </a:lnTo>
                  <a:lnTo>
                    <a:pt x="2938813" y="233010"/>
                  </a:lnTo>
                  <a:lnTo>
                    <a:pt x="2959956" y="233771"/>
                  </a:lnTo>
                  <a:lnTo>
                    <a:pt x="2981098" y="234713"/>
                  </a:lnTo>
                  <a:lnTo>
                    <a:pt x="3002241" y="235871"/>
                  </a:lnTo>
                  <a:lnTo>
                    <a:pt x="3023383" y="237278"/>
                  </a:lnTo>
                  <a:lnTo>
                    <a:pt x="3044526" y="238965"/>
                  </a:lnTo>
                  <a:lnTo>
                    <a:pt x="3065669" y="240959"/>
                  </a:lnTo>
                  <a:lnTo>
                    <a:pt x="3086811" y="243279"/>
                  </a:lnTo>
                  <a:lnTo>
                    <a:pt x="3107954" y="245936"/>
                  </a:lnTo>
                  <a:lnTo>
                    <a:pt x="3129096" y="248953"/>
                  </a:lnTo>
                  <a:lnTo>
                    <a:pt x="3150239" y="252310"/>
                  </a:lnTo>
                  <a:lnTo>
                    <a:pt x="3171381" y="255962"/>
                  </a:lnTo>
                  <a:lnTo>
                    <a:pt x="3192524" y="259874"/>
                  </a:lnTo>
                  <a:lnTo>
                    <a:pt x="3213666" y="264007"/>
                  </a:lnTo>
                  <a:lnTo>
                    <a:pt x="3234809" y="268316"/>
                  </a:lnTo>
                  <a:lnTo>
                    <a:pt x="3255951" y="272755"/>
                  </a:lnTo>
                  <a:lnTo>
                    <a:pt x="3277094" y="277282"/>
                  </a:lnTo>
                  <a:lnTo>
                    <a:pt x="3298237" y="281857"/>
                  </a:lnTo>
                  <a:lnTo>
                    <a:pt x="3319379" y="286445"/>
                  </a:lnTo>
                  <a:lnTo>
                    <a:pt x="3340522" y="291017"/>
                  </a:lnTo>
                  <a:lnTo>
                    <a:pt x="3361664" y="295550"/>
                  </a:lnTo>
                  <a:lnTo>
                    <a:pt x="3382807" y="300036"/>
                  </a:lnTo>
                  <a:lnTo>
                    <a:pt x="3403949" y="304467"/>
                  </a:lnTo>
                  <a:lnTo>
                    <a:pt x="3425092" y="308841"/>
                  </a:lnTo>
                  <a:lnTo>
                    <a:pt x="3446234" y="313155"/>
                  </a:lnTo>
                  <a:lnTo>
                    <a:pt x="3467377" y="317408"/>
                  </a:lnTo>
                  <a:lnTo>
                    <a:pt x="3488519" y="321597"/>
                  </a:lnTo>
                  <a:lnTo>
                    <a:pt x="3509662" y="325718"/>
                  </a:lnTo>
                  <a:lnTo>
                    <a:pt x="3530805" y="329766"/>
                  </a:lnTo>
                  <a:lnTo>
                    <a:pt x="3551947" y="333725"/>
                  </a:lnTo>
                  <a:lnTo>
                    <a:pt x="3573090" y="337597"/>
                  </a:lnTo>
                  <a:lnTo>
                    <a:pt x="3594232" y="341382"/>
                  </a:lnTo>
                  <a:lnTo>
                    <a:pt x="3615375" y="345081"/>
                  </a:lnTo>
                  <a:lnTo>
                    <a:pt x="3636517" y="348699"/>
                  </a:lnTo>
                  <a:lnTo>
                    <a:pt x="3657660" y="352248"/>
                  </a:lnTo>
                  <a:lnTo>
                    <a:pt x="3678802" y="355744"/>
                  </a:lnTo>
                  <a:lnTo>
                    <a:pt x="3699945" y="359205"/>
                  </a:lnTo>
                  <a:lnTo>
                    <a:pt x="3721087" y="362654"/>
                  </a:lnTo>
                  <a:lnTo>
                    <a:pt x="3742230" y="366116"/>
                  </a:lnTo>
                  <a:lnTo>
                    <a:pt x="3763373" y="369619"/>
                  </a:lnTo>
                  <a:lnTo>
                    <a:pt x="3784515" y="373180"/>
                  </a:lnTo>
                  <a:lnTo>
                    <a:pt x="3805658" y="376811"/>
                  </a:lnTo>
                  <a:lnTo>
                    <a:pt x="3826800" y="380518"/>
                  </a:lnTo>
                  <a:lnTo>
                    <a:pt x="3847943" y="384300"/>
                  </a:lnTo>
                  <a:lnTo>
                    <a:pt x="3869085" y="388148"/>
                  </a:lnTo>
                  <a:lnTo>
                    <a:pt x="3890228" y="392051"/>
                  </a:lnTo>
                  <a:lnTo>
                    <a:pt x="3911370" y="395991"/>
                  </a:lnTo>
                  <a:lnTo>
                    <a:pt x="3932513" y="399950"/>
                  </a:lnTo>
                  <a:lnTo>
                    <a:pt x="3953655" y="403909"/>
                  </a:lnTo>
                  <a:lnTo>
                    <a:pt x="3974798" y="407850"/>
                  </a:lnTo>
                  <a:lnTo>
                    <a:pt x="3995941" y="411765"/>
                  </a:lnTo>
                  <a:lnTo>
                    <a:pt x="4017083" y="415651"/>
                  </a:lnTo>
                  <a:lnTo>
                    <a:pt x="4038226" y="419515"/>
                  </a:lnTo>
                  <a:lnTo>
                    <a:pt x="4059368" y="423368"/>
                  </a:lnTo>
                  <a:lnTo>
                    <a:pt x="4080511" y="427229"/>
                  </a:lnTo>
                  <a:lnTo>
                    <a:pt x="4101653" y="431120"/>
                  </a:lnTo>
                  <a:lnTo>
                    <a:pt x="4122796" y="435067"/>
                  </a:lnTo>
                  <a:lnTo>
                    <a:pt x="4143938" y="439095"/>
                  </a:lnTo>
                  <a:lnTo>
                    <a:pt x="4165081" y="443236"/>
                  </a:lnTo>
                  <a:lnTo>
                    <a:pt x="4186223" y="447516"/>
                  </a:lnTo>
                  <a:lnTo>
                    <a:pt x="4207366" y="451938"/>
                  </a:lnTo>
                  <a:lnTo>
                    <a:pt x="4228509" y="456506"/>
                  </a:lnTo>
                  <a:lnTo>
                    <a:pt x="4249651" y="461215"/>
                  </a:lnTo>
                  <a:lnTo>
                    <a:pt x="4270794" y="466056"/>
                  </a:lnTo>
                  <a:lnTo>
                    <a:pt x="4291936" y="471008"/>
                  </a:lnTo>
                  <a:lnTo>
                    <a:pt x="4313079" y="476047"/>
                  </a:lnTo>
                  <a:lnTo>
                    <a:pt x="4334221" y="481146"/>
                  </a:lnTo>
                  <a:lnTo>
                    <a:pt x="4355364" y="486271"/>
                  </a:lnTo>
                  <a:lnTo>
                    <a:pt x="4376506" y="491390"/>
                  </a:lnTo>
                  <a:lnTo>
                    <a:pt x="4397649" y="496464"/>
                  </a:lnTo>
                  <a:lnTo>
                    <a:pt x="4418791" y="501470"/>
                  </a:lnTo>
                  <a:lnTo>
                    <a:pt x="4439934" y="506385"/>
                  </a:lnTo>
                  <a:lnTo>
                    <a:pt x="4461077" y="511195"/>
                  </a:lnTo>
                  <a:lnTo>
                    <a:pt x="4482219" y="515890"/>
                  </a:lnTo>
                  <a:lnTo>
                    <a:pt x="4503362" y="520464"/>
                  </a:lnTo>
                  <a:lnTo>
                    <a:pt x="4524504" y="524919"/>
                  </a:lnTo>
                  <a:lnTo>
                    <a:pt x="4545647" y="529259"/>
                  </a:lnTo>
                  <a:lnTo>
                    <a:pt x="4566789" y="533493"/>
                  </a:lnTo>
                  <a:lnTo>
                    <a:pt x="4587932" y="537620"/>
                  </a:lnTo>
                  <a:lnTo>
                    <a:pt x="4609074" y="541661"/>
                  </a:lnTo>
                  <a:lnTo>
                    <a:pt x="4630217" y="545628"/>
                  </a:lnTo>
                  <a:lnTo>
                    <a:pt x="4651359" y="549529"/>
                  </a:lnTo>
                  <a:lnTo>
                    <a:pt x="4672502" y="553372"/>
                  </a:lnTo>
                  <a:lnTo>
                    <a:pt x="4693645" y="557161"/>
                  </a:lnTo>
                  <a:lnTo>
                    <a:pt x="4714787" y="560899"/>
                  </a:lnTo>
                  <a:lnTo>
                    <a:pt x="4735930" y="564588"/>
                  </a:lnTo>
                  <a:lnTo>
                    <a:pt x="4757072" y="568228"/>
                  </a:lnTo>
                  <a:lnTo>
                    <a:pt x="4778215" y="571818"/>
                  </a:lnTo>
                  <a:lnTo>
                    <a:pt x="4799357" y="575350"/>
                  </a:lnTo>
                  <a:lnTo>
                    <a:pt x="4820500" y="578829"/>
                  </a:lnTo>
                  <a:lnTo>
                    <a:pt x="4841642" y="582253"/>
                  </a:lnTo>
                  <a:lnTo>
                    <a:pt x="4862785" y="585622"/>
                  </a:lnTo>
                  <a:lnTo>
                    <a:pt x="4883927" y="588934"/>
                  </a:lnTo>
                  <a:lnTo>
                    <a:pt x="4905070" y="592189"/>
                  </a:lnTo>
                  <a:lnTo>
                    <a:pt x="4926213" y="595387"/>
                  </a:lnTo>
                  <a:lnTo>
                    <a:pt x="4947355" y="598530"/>
                  </a:lnTo>
                  <a:lnTo>
                    <a:pt x="4968498" y="601617"/>
                  </a:lnTo>
                  <a:lnTo>
                    <a:pt x="4989640" y="604651"/>
                  </a:lnTo>
                  <a:lnTo>
                    <a:pt x="5010783" y="607629"/>
                  </a:lnTo>
                  <a:lnTo>
                    <a:pt x="5031925" y="610558"/>
                  </a:lnTo>
                  <a:lnTo>
                    <a:pt x="5053068" y="613440"/>
                  </a:lnTo>
                  <a:lnTo>
                    <a:pt x="5074210" y="616277"/>
                  </a:lnTo>
                  <a:lnTo>
                    <a:pt x="5095353" y="619068"/>
                  </a:lnTo>
                  <a:lnTo>
                    <a:pt x="5116495" y="621814"/>
                  </a:lnTo>
                  <a:lnTo>
                    <a:pt x="5137638" y="624513"/>
                  </a:lnTo>
                  <a:lnTo>
                    <a:pt x="5158781" y="627163"/>
                  </a:lnTo>
                  <a:lnTo>
                    <a:pt x="5179923" y="629760"/>
                  </a:lnTo>
                  <a:lnTo>
                    <a:pt x="5201066" y="632298"/>
                  </a:lnTo>
                  <a:lnTo>
                    <a:pt x="5222208" y="634771"/>
                  </a:lnTo>
                  <a:lnTo>
                    <a:pt x="5243351" y="637182"/>
                  </a:lnTo>
                  <a:lnTo>
                    <a:pt x="5264493" y="639530"/>
                  </a:lnTo>
                  <a:lnTo>
                    <a:pt x="5285636" y="641816"/>
                  </a:lnTo>
                  <a:lnTo>
                    <a:pt x="5306778" y="644043"/>
                  </a:lnTo>
                  <a:lnTo>
                    <a:pt x="5327921" y="646213"/>
                  </a:lnTo>
                  <a:lnTo>
                    <a:pt x="5349063" y="648332"/>
                  </a:lnTo>
                  <a:lnTo>
                    <a:pt x="5370206" y="650406"/>
                  </a:lnTo>
                  <a:lnTo>
                    <a:pt x="5391349" y="652441"/>
                  </a:lnTo>
                  <a:lnTo>
                    <a:pt x="5412491" y="654439"/>
                  </a:lnTo>
                  <a:lnTo>
                    <a:pt x="5433634" y="656406"/>
                  </a:lnTo>
                  <a:lnTo>
                    <a:pt x="5454776" y="658346"/>
                  </a:lnTo>
                  <a:lnTo>
                    <a:pt x="5475919" y="660260"/>
                  </a:lnTo>
                  <a:lnTo>
                    <a:pt x="5497061" y="662148"/>
                  </a:lnTo>
                  <a:lnTo>
                    <a:pt x="5518204" y="664006"/>
                  </a:lnTo>
                  <a:lnTo>
                    <a:pt x="5539346" y="665833"/>
                  </a:lnTo>
                  <a:lnTo>
                    <a:pt x="5560489" y="667625"/>
                  </a:lnTo>
                  <a:lnTo>
                    <a:pt x="5581631" y="669377"/>
                  </a:lnTo>
                  <a:lnTo>
                    <a:pt x="5602774" y="671088"/>
                  </a:lnTo>
                  <a:lnTo>
                    <a:pt x="5623917" y="672748"/>
                  </a:lnTo>
                  <a:lnTo>
                    <a:pt x="5645059" y="674360"/>
                  </a:lnTo>
                  <a:lnTo>
                    <a:pt x="5666202" y="675923"/>
                  </a:lnTo>
                  <a:lnTo>
                    <a:pt x="5687344" y="677437"/>
                  </a:lnTo>
                  <a:lnTo>
                    <a:pt x="5708487" y="678904"/>
                  </a:lnTo>
                  <a:lnTo>
                    <a:pt x="5729629" y="680324"/>
                  </a:lnTo>
                  <a:lnTo>
                    <a:pt x="5750772" y="681699"/>
                  </a:lnTo>
                  <a:lnTo>
                    <a:pt x="5771914" y="683030"/>
                  </a:lnTo>
                  <a:lnTo>
                    <a:pt x="5793057" y="684317"/>
                  </a:lnTo>
                  <a:lnTo>
                    <a:pt x="5814199" y="685562"/>
                  </a:lnTo>
                  <a:lnTo>
                    <a:pt x="5835342" y="686761"/>
                  </a:lnTo>
                  <a:lnTo>
                    <a:pt x="5856485" y="687918"/>
                  </a:lnTo>
                  <a:lnTo>
                    <a:pt x="5877627" y="689033"/>
                  </a:lnTo>
                  <a:lnTo>
                    <a:pt x="5898770" y="690107"/>
                  </a:lnTo>
                  <a:lnTo>
                    <a:pt x="5919912" y="691141"/>
                  </a:lnTo>
                  <a:lnTo>
                    <a:pt x="5941055" y="692137"/>
                  </a:lnTo>
                  <a:lnTo>
                    <a:pt x="5962197" y="693097"/>
                  </a:lnTo>
                  <a:lnTo>
                    <a:pt x="5983340" y="694026"/>
                  </a:lnTo>
                  <a:lnTo>
                    <a:pt x="6004482" y="694928"/>
                  </a:lnTo>
                  <a:lnTo>
                    <a:pt x="6025625" y="695811"/>
                  </a:lnTo>
                  <a:lnTo>
                    <a:pt x="6046767" y="696681"/>
                  </a:lnTo>
                  <a:lnTo>
                    <a:pt x="6067910" y="697548"/>
                  </a:lnTo>
                  <a:lnTo>
                    <a:pt x="6089053" y="698421"/>
                  </a:lnTo>
                  <a:lnTo>
                    <a:pt x="6110195" y="699306"/>
                  </a:lnTo>
                  <a:lnTo>
                    <a:pt x="6131338" y="700211"/>
                  </a:lnTo>
                  <a:lnTo>
                    <a:pt x="6152480" y="701138"/>
                  </a:lnTo>
                  <a:lnTo>
                    <a:pt x="6173623" y="702089"/>
                  </a:lnTo>
                  <a:lnTo>
                    <a:pt x="6194765" y="703064"/>
                  </a:lnTo>
                  <a:lnTo>
                    <a:pt x="6215908" y="704059"/>
                  </a:lnTo>
                  <a:lnTo>
                    <a:pt x="6237050" y="705067"/>
                  </a:lnTo>
                  <a:lnTo>
                    <a:pt x="6258193" y="706080"/>
                  </a:lnTo>
                  <a:lnTo>
                    <a:pt x="6279335" y="707083"/>
                  </a:lnTo>
                  <a:lnTo>
                    <a:pt x="6300478" y="708067"/>
                  </a:lnTo>
                  <a:lnTo>
                    <a:pt x="6321621" y="709018"/>
                  </a:lnTo>
                  <a:lnTo>
                    <a:pt x="6342763" y="709928"/>
                  </a:lnTo>
                  <a:lnTo>
                    <a:pt x="6363906" y="710787"/>
                  </a:lnTo>
                  <a:lnTo>
                    <a:pt x="6385048" y="711588"/>
                  </a:lnTo>
                  <a:lnTo>
                    <a:pt x="6406191" y="712329"/>
                  </a:lnTo>
                  <a:lnTo>
                    <a:pt x="6427333" y="713008"/>
                  </a:lnTo>
                  <a:lnTo>
                    <a:pt x="6448476" y="713623"/>
                  </a:lnTo>
                  <a:lnTo>
                    <a:pt x="6469618" y="714178"/>
                  </a:lnTo>
                  <a:lnTo>
                    <a:pt x="6490761" y="714683"/>
                  </a:lnTo>
                  <a:lnTo>
                    <a:pt x="6511903" y="715146"/>
                  </a:lnTo>
                  <a:lnTo>
                    <a:pt x="6533046" y="715575"/>
                  </a:lnTo>
                  <a:lnTo>
                    <a:pt x="6554189" y="715975"/>
                  </a:lnTo>
                  <a:lnTo>
                    <a:pt x="6575331" y="716353"/>
                  </a:lnTo>
                  <a:lnTo>
                    <a:pt x="6596474" y="716714"/>
                  </a:lnTo>
                  <a:lnTo>
                    <a:pt x="6617616" y="717063"/>
                  </a:lnTo>
                  <a:lnTo>
                    <a:pt x="6638759" y="717402"/>
                  </a:lnTo>
                  <a:lnTo>
                    <a:pt x="6659901" y="717733"/>
                  </a:lnTo>
                  <a:lnTo>
                    <a:pt x="6681044" y="718059"/>
                  </a:lnTo>
                  <a:lnTo>
                    <a:pt x="6702186" y="718382"/>
                  </a:lnTo>
                  <a:lnTo>
                    <a:pt x="6723329" y="718702"/>
                  </a:lnTo>
                  <a:lnTo>
                    <a:pt x="6744471" y="719024"/>
                  </a:lnTo>
                  <a:lnTo>
                    <a:pt x="6765614" y="719349"/>
                  </a:lnTo>
                  <a:lnTo>
                    <a:pt x="6786757" y="719682"/>
                  </a:lnTo>
                  <a:lnTo>
                    <a:pt x="6807899" y="720026"/>
                  </a:lnTo>
                  <a:lnTo>
                    <a:pt x="6829042" y="720385"/>
                  </a:lnTo>
                  <a:lnTo>
                    <a:pt x="6850184" y="720763"/>
                  </a:lnTo>
                  <a:lnTo>
                    <a:pt x="6871327" y="721165"/>
                  </a:lnTo>
                  <a:lnTo>
                    <a:pt x="6892469" y="721591"/>
                  </a:lnTo>
                  <a:lnTo>
                    <a:pt x="6909380" y="721950"/>
                  </a:lnTo>
                </a:path>
              </a:pathLst>
            </a:custGeom>
            <a:ln w="9525" cap="rnd">
              <a:solidFill>
                <a:srgbClr val="0064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469813" y="5193474"/>
              <a:ext cx="6570133" cy="0"/>
            </a:xfrm>
            <a:custGeom>
              <a:avLst/>
              <a:pathLst>
                <a:path w="6570133" h="0">
                  <a:moveTo>
                    <a:pt x="0" y="0"/>
                  </a:moveTo>
                  <a:lnTo>
                    <a:pt x="657013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469813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783839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4097866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5411893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6725920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8039946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tx12"/>
            <p:cNvSpPr/>
            <p:nvPr/>
          </p:nvSpPr>
          <p:spPr>
            <a:xfrm>
              <a:off x="1348630" y="5407391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9.5</a:t>
              </a:r>
            </a:p>
          </p:txBody>
        </p:sp>
        <p:sp>
          <p:nvSpPr>
            <p:cNvPr id="14" name="tx13"/>
            <p:cNvSpPr/>
            <p:nvPr/>
          </p:nvSpPr>
          <p:spPr>
            <a:xfrm>
              <a:off x="2614175" y="5407391"/>
              <a:ext cx="339328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10.0</a:t>
              </a:r>
            </a:p>
          </p:txBody>
        </p:sp>
        <p:sp>
          <p:nvSpPr>
            <p:cNvPr id="15" name="tx14"/>
            <p:cNvSpPr/>
            <p:nvPr/>
          </p:nvSpPr>
          <p:spPr>
            <a:xfrm>
              <a:off x="3928202" y="5407391"/>
              <a:ext cx="339328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10.5</a:t>
              </a:r>
            </a:p>
          </p:txBody>
        </p:sp>
        <p:sp>
          <p:nvSpPr>
            <p:cNvPr id="16" name="tx15"/>
            <p:cNvSpPr/>
            <p:nvPr/>
          </p:nvSpPr>
          <p:spPr>
            <a:xfrm>
              <a:off x="5242229" y="5407391"/>
              <a:ext cx="339328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11.0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6556255" y="5409400"/>
              <a:ext cx="339328" cy="1132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11.5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7870282" y="5407391"/>
              <a:ext cx="339328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12.0</a:t>
              </a:r>
            </a:p>
          </p:txBody>
        </p:sp>
        <p:sp>
          <p:nvSpPr>
            <p:cNvPr id="19" name="pl18"/>
            <p:cNvSpPr/>
            <p:nvPr/>
          </p:nvSpPr>
          <p:spPr>
            <a:xfrm>
              <a:off x="1207008" y="2619874"/>
              <a:ext cx="0" cy="2468287"/>
            </a:xfrm>
            <a:custGeom>
              <a:avLst/>
              <a:pathLst>
                <a:path w="0" h="2468287">
                  <a:moveTo>
                    <a:pt x="0" y="246828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1115567" y="508816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1115567" y="4676780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1115567" y="4265398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1115567" y="3854017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1115567" y="3442636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1115567" y="3031255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1115567" y="2619874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tx26"/>
            <p:cNvSpPr/>
            <p:nvPr/>
          </p:nvSpPr>
          <p:spPr>
            <a:xfrm rot="-5400000">
              <a:off x="808735" y="5030527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</a:t>
              </a:r>
            </a:p>
          </p:txBody>
        </p:sp>
        <p:sp>
          <p:nvSpPr>
            <p:cNvPr id="28" name="tx27"/>
            <p:cNvSpPr/>
            <p:nvPr/>
          </p:nvSpPr>
          <p:spPr>
            <a:xfrm rot="-5400000">
              <a:off x="808735" y="4619146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0.5</a:t>
              </a:r>
            </a:p>
          </p:txBody>
        </p:sp>
        <p:sp>
          <p:nvSpPr>
            <p:cNvPr id="29" name="tx28"/>
            <p:cNvSpPr/>
            <p:nvPr/>
          </p:nvSpPr>
          <p:spPr>
            <a:xfrm rot="-5400000">
              <a:off x="808735" y="4207765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1.0</a:t>
              </a:r>
            </a:p>
          </p:txBody>
        </p:sp>
        <p:sp>
          <p:nvSpPr>
            <p:cNvPr id="30" name="tx29"/>
            <p:cNvSpPr/>
            <p:nvPr/>
          </p:nvSpPr>
          <p:spPr>
            <a:xfrm rot="-5400000">
              <a:off x="809739" y="3797388"/>
              <a:ext cx="242366" cy="1132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1.5</a:t>
              </a:r>
            </a:p>
          </p:txBody>
        </p:sp>
        <p:sp>
          <p:nvSpPr>
            <p:cNvPr id="31" name="tx30"/>
            <p:cNvSpPr/>
            <p:nvPr/>
          </p:nvSpPr>
          <p:spPr>
            <a:xfrm rot="-5400000">
              <a:off x="808735" y="3385002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2.0</a:t>
              </a:r>
            </a:p>
          </p:txBody>
        </p:sp>
        <p:sp>
          <p:nvSpPr>
            <p:cNvPr id="32" name="tx31"/>
            <p:cNvSpPr/>
            <p:nvPr/>
          </p:nvSpPr>
          <p:spPr>
            <a:xfrm rot="-5400000">
              <a:off x="808735" y="2973621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2.5</a:t>
              </a:r>
            </a:p>
          </p:txBody>
        </p:sp>
        <p:sp>
          <p:nvSpPr>
            <p:cNvPr id="33" name="tx32"/>
            <p:cNvSpPr/>
            <p:nvPr/>
          </p:nvSpPr>
          <p:spPr>
            <a:xfrm rot="-5400000">
              <a:off x="808735" y="2562240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3.0</a:t>
              </a:r>
            </a:p>
          </p:txBody>
        </p:sp>
        <p:sp>
          <p:nvSpPr>
            <p:cNvPr id="34" name="pg33"/>
            <p:cNvSpPr/>
            <p:nvPr/>
          </p:nvSpPr>
          <p:spPr>
            <a:xfrm>
              <a:off x="1207008" y="2350008"/>
              <a:ext cx="7095744" cy="2843466"/>
            </a:xfrm>
            <a:custGeom>
              <a:avLst/>
              <a:pathLst>
                <a:path w="7095744" h="2843466">
                  <a:moveTo>
                    <a:pt x="0" y="2843466"/>
                  </a:moveTo>
                  <a:lnTo>
                    <a:pt x="7095744" y="2843466"/>
                  </a:lnTo>
                  <a:lnTo>
                    <a:pt x="7095744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tx34"/>
            <p:cNvSpPr/>
            <p:nvPr/>
          </p:nvSpPr>
          <p:spPr>
            <a:xfrm>
              <a:off x="3640544" y="1864777"/>
              <a:ext cx="2228671" cy="1769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density(x = log2(cgd$l))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3437453" y="5770472"/>
              <a:ext cx="2634853" cy="1179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 = 34153   Bandwidth = 0.05825</a:t>
              </a:r>
            </a:p>
          </p:txBody>
        </p:sp>
        <p:sp>
          <p:nvSpPr>
            <p:cNvPr id="37" name="tx36"/>
            <p:cNvSpPr/>
            <p:nvPr/>
          </p:nvSpPr>
          <p:spPr>
            <a:xfrm rot="-5400000">
              <a:off x="258353" y="3697997"/>
              <a:ext cx="579387" cy="1474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Density</a:t>
              </a:r>
            </a:p>
          </p:txBody>
        </p:sp>
        <p:sp>
          <p:nvSpPr>
            <p:cNvPr id="38" name="pl37"/>
            <p:cNvSpPr/>
            <p:nvPr/>
          </p:nvSpPr>
          <p:spPr>
            <a:xfrm>
              <a:off x="1207008" y="5088161"/>
              <a:ext cx="7095744" cy="0"/>
            </a:xfrm>
            <a:custGeom>
              <a:avLst/>
              <a:pathLst>
                <a:path w="7095744" h="0">
                  <a:moveTo>
                    <a:pt x="0" y="0"/>
                  </a:moveTo>
                  <a:lnTo>
                    <a:pt x="7095744" y="0"/>
                  </a:lnTo>
                </a:path>
              </a:pathLst>
            </a:custGeom>
            <a:ln w="2381" cap="rnd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8"/>
            <p:cNvSpPr/>
            <p:nvPr/>
          </p:nvSpPr>
          <p:spPr>
            <a:xfrm>
              <a:off x="1652534" y="2350008"/>
              <a:ext cx="346993" cy="2734703"/>
            </a:xfrm>
            <a:custGeom>
              <a:avLst/>
              <a:pathLst>
                <a:path w="346993" h="2734703">
                  <a:moveTo>
                    <a:pt x="0" y="2734703"/>
                  </a:moveTo>
                  <a:lnTo>
                    <a:pt x="14616" y="2731367"/>
                  </a:lnTo>
                  <a:lnTo>
                    <a:pt x="29232" y="2725198"/>
                  </a:lnTo>
                  <a:lnTo>
                    <a:pt x="43848" y="2714552"/>
                  </a:lnTo>
                  <a:lnTo>
                    <a:pt x="58465" y="2697080"/>
                  </a:lnTo>
                  <a:lnTo>
                    <a:pt x="73081" y="2669786"/>
                  </a:lnTo>
                  <a:lnTo>
                    <a:pt x="87697" y="2629173"/>
                  </a:lnTo>
                  <a:lnTo>
                    <a:pt x="102313" y="2571563"/>
                  </a:lnTo>
                  <a:lnTo>
                    <a:pt x="116930" y="2493600"/>
                  </a:lnTo>
                  <a:lnTo>
                    <a:pt x="131546" y="2392879"/>
                  </a:lnTo>
                  <a:lnTo>
                    <a:pt x="146162" y="2268578"/>
                  </a:lnTo>
                  <a:lnTo>
                    <a:pt x="160778" y="2121946"/>
                  </a:lnTo>
                  <a:lnTo>
                    <a:pt x="175395" y="1956482"/>
                  </a:lnTo>
                  <a:lnTo>
                    <a:pt x="190011" y="1777677"/>
                  </a:lnTo>
                  <a:lnTo>
                    <a:pt x="204627" y="1592279"/>
                  </a:lnTo>
                  <a:lnTo>
                    <a:pt x="219244" y="1407170"/>
                  </a:lnTo>
                  <a:lnTo>
                    <a:pt x="233860" y="1228421"/>
                  </a:lnTo>
                  <a:lnTo>
                    <a:pt x="248476" y="1059436"/>
                  </a:lnTo>
                  <a:lnTo>
                    <a:pt x="263092" y="899654"/>
                  </a:lnTo>
                  <a:lnTo>
                    <a:pt x="277709" y="746212"/>
                  </a:lnTo>
                  <a:lnTo>
                    <a:pt x="292325" y="594837"/>
                  </a:lnTo>
                  <a:lnTo>
                    <a:pt x="306941" y="441375"/>
                  </a:lnTo>
                  <a:lnTo>
                    <a:pt x="321557" y="283315"/>
                  </a:lnTo>
                  <a:lnTo>
                    <a:pt x="336174" y="120905"/>
                  </a:lnTo>
                  <a:lnTo>
                    <a:pt x="346993" y="0"/>
                  </a:lnTo>
                </a:path>
              </a:pathLst>
            </a:custGeom>
            <a:ln w="6667" cap="rnd">
              <a:solidFill>
                <a:srgbClr val="A9A9A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39"/>
            <p:cNvSpPr/>
            <p:nvPr/>
          </p:nvSpPr>
          <p:spPr>
            <a:xfrm>
              <a:off x="2229547" y="2350008"/>
              <a:ext cx="6073204" cy="2738153"/>
            </a:xfrm>
            <a:custGeom>
              <a:avLst/>
              <a:pathLst>
                <a:path w="6073204" h="2738153">
                  <a:moveTo>
                    <a:pt x="0" y="0"/>
                  </a:moveTo>
                  <a:lnTo>
                    <a:pt x="7637" y="49669"/>
                  </a:lnTo>
                  <a:lnTo>
                    <a:pt x="22253" y="144215"/>
                  </a:lnTo>
                  <a:lnTo>
                    <a:pt x="36869" y="238367"/>
                  </a:lnTo>
                  <a:lnTo>
                    <a:pt x="51486" y="332404"/>
                  </a:lnTo>
                  <a:lnTo>
                    <a:pt x="66102" y="426498"/>
                  </a:lnTo>
                  <a:lnTo>
                    <a:pt x="80718" y="520407"/>
                  </a:lnTo>
                  <a:lnTo>
                    <a:pt x="95335" y="613044"/>
                  </a:lnTo>
                  <a:lnTo>
                    <a:pt x="109951" y="702181"/>
                  </a:lnTo>
                  <a:lnTo>
                    <a:pt x="124567" y="784971"/>
                  </a:lnTo>
                  <a:lnTo>
                    <a:pt x="139183" y="858115"/>
                  </a:lnTo>
                  <a:lnTo>
                    <a:pt x="153800" y="918456"/>
                  </a:lnTo>
                  <a:lnTo>
                    <a:pt x="168416" y="963560"/>
                  </a:lnTo>
                  <a:lnTo>
                    <a:pt x="183032" y="992181"/>
                  </a:lnTo>
                  <a:lnTo>
                    <a:pt x="197648" y="1004523"/>
                  </a:lnTo>
                  <a:lnTo>
                    <a:pt x="212265" y="1002264"/>
                  </a:lnTo>
                  <a:lnTo>
                    <a:pt x="226881" y="988383"/>
                  </a:lnTo>
                  <a:lnTo>
                    <a:pt x="241497" y="966848"/>
                  </a:lnTo>
                  <a:lnTo>
                    <a:pt x="256114" y="942253"/>
                  </a:lnTo>
                  <a:lnTo>
                    <a:pt x="270730" y="919438"/>
                  </a:lnTo>
                  <a:lnTo>
                    <a:pt x="285346" y="903104"/>
                  </a:lnTo>
                  <a:lnTo>
                    <a:pt x="299962" y="897435"/>
                  </a:lnTo>
                  <a:lnTo>
                    <a:pt x="314579" y="906300"/>
                  </a:lnTo>
                  <a:lnTo>
                    <a:pt x="329195" y="931757"/>
                  </a:lnTo>
                  <a:lnTo>
                    <a:pt x="343811" y="973334"/>
                  </a:lnTo>
                  <a:lnTo>
                    <a:pt x="358427" y="1029678"/>
                  </a:lnTo>
                  <a:lnTo>
                    <a:pt x="373044" y="1098345"/>
                  </a:lnTo>
                  <a:lnTo>
                    <a:pt x="387660" y="1176330"/>
                  </a:lnTo>
                  <a:lnTo>
                    <a:pt x="402276" y="1260643"/>
                  </a:lnTo>
                  <a:lnTo>
                    <a:pt x="416892" y="1348767"/>
                  </a:lnTo>
                  <a:lnTo>
                    <a:pt x="431509" y="1438912"/>
                  </a:lnTo>
                  <a:lnTo>
                    <a:pt x="446125" y="1530008"/>
                  </a:lnTo>
                  <a:lnTo>
                    <a:pt x="460741" y="1621475"/>
                  </a:lnTo>
                  <a:lnTo>
                    <a:pt x="475358" y="1712898"/>
                  </a:lnTo>
                  <a:lnTo>
                    <a:pt x="489974" y="1803705"/>
                  </a:lnTo>
                  <a:lnTo>
                    <a:pt x="504590" y="1892989"/>
                  </a:lnTo>
                  <a:lnTo>
                    <a:pt x="519206" y="1979498"/>
                  </a:lnTo>
                  <a:lnTo>
                    <a:pt x="533823" y="2061575"/>
                  </a:lnTo>
                  <a:lnTo>
                    <a:pt x="548439" y="2137689"/>
                  </a:lnTo>
                  <a:lnTo>
                    <a:pt x="563055" y="2206992"/>
                  </a:lnTo>
                  <a:lnTo>
                    <a:pt x="577671" y="2268869"/>
                  </a:lnTo>
                  <a:lnTo>
                    <a:pt x="592288" y="2323081"/>
                  </a:lnTo>
                  <a:lnTo>
                    <a:pt x="606904" y="2369671"/>
                  </a:lnTo>
                  <a:lnTo>
                    <a:pt x="621520" y="2408866"/>
                  </a:lnTo>
                  <a:lnTo>
                    <a:pt x="636137" y="2440993"/>
                  </a:lnTo>
                  <a:lnTo>
                    <a:pt x="650753" y="2466440"/>
                  </a:lnTo>
                  <a:lnTo>
                    <a:pt x="665369" y="2485669"/>
                  </a:lnTo>
                  <a:lnTo>
                    <a:pt x="679985" y="2499241"/>
                  </a:lnTo>
                  <a:lnTo>
                    <a:pt x="694602" y="2507863"/>
                  </a:lnTo>
                  <a:lnTo>
                    <a:pt x="709218" y="2512408"/>
                  </a:lnTo>
                  <a:lnTo>
                    <a:pt x="723834" y="2513917"/>
                  </a:lnTo>
                  <a:lnTo>
                    <a:pt x="738450" y="2513557"/>
                  </a:lnTo>
                  <a:lnTo>
                    <a:pt x="753067" y="2512561"/>
                  </a:lnTo>
                  <a:lnTo>
                    <a:pt x="767683" y="2512194"/>
                  </a:lnTo>
                  <a:lnTo>
                    <a:pt x="782299" y="2513374"/>
                  </a:lnTo>
                  <a:lnTo>
                    <a:pt x="796915" y="2516690"/>
                  </a:lnTo>
                  <a:lnTo>
                    <a:pt x="811532" y="2522386"/>
                  </a:lnTo>
                  <a:lnTo>
                    <a:pt x="826148" y="2530369"/>
                  </a:lnTo>
                  <a:lnTo>
                    <a:pt x="840764" y="2540276"/>
                  </a:lnTo>
                  <a:lnTo>
                    <a:pt x="855381" y="2551570"/>
                  </a:lnTo>
                  <a:lnTo>
                    <a:pt x="869997" y="2563642"/>
                  </a:lnTo>
                  <a:lnTo>
                    <a:pt x="884613" y="2575916"/>
                  </a:lnTo>
                  <a:lnTo>
                    <a:pt x="899229" y="2587912"/>
                  </a:lnTo>
                  <a:lnTo>
                    <a:pt x="913846" y="2599280"/>
                  </a:lnTo>
                  <a:lnTo>
                    <a:pt x="928462" y="2609798"/>
                  </a:lnTo>
                  <a:lnTo>
                    <a:pt x="943078" y="2619345"/>
                  </a:lnTo>
                  <a:lnTo>
                    <a:pt x="957694" y="2627860"/>
                  </a:lnTo>
                  <a:lnTo>
                    <a:pt x="972311" y="2635256"/>
                  </a:lnTo>
                  <a:lnTo>
                    <a:pt x="986927" y="2641465"/>
                  </a:lnTo>
                  <a:lnTo>
                    <a:pt x="1001543" y="2646445"/>
                  </a:lnTo>
                  <a:lnTo>
                    <a:pt x="1016159" y="2650095"/>
                  </a:lnTo>
                  <a:lnTo>
                    <a:pt x="1030776" y="2652326"/>
                  </a:lnTo>
                  <a:lnTo>
                    <a:pt x="1045392" y="2653085"/>
                  </a:lnTo>
                  <a:lnTo>
                    <a:pt x="1060008" y="2652396"/>
                  </a:lnTo>
                  <a:lnTo>
                    <a:pt x="1074625" y="2650385"/>
                  </a:lnTo>
                  <a:lnTo>
                    <a:pt x="1089241" y="2647303"/>
                  </a:lnTo>
                  <a:lnTo>
                    <a:pt x="1103857" y="2643526"/>
                  </a:lnTo>
                  <a:lnTo>
                    <a:pt x="1118473" y="2639542"/>
                  </a:lnTo>
                  <a:lnTo>
                    <a:pt x="1133090" y="2635903"/>
                  </a:lnTo>
                  <a:lnTo>
                    <a:pt x="1147706" y="2633165"/>
                  </a:lnTo>
                  <a:lnTo>
                    <a:pt x="1162322" y="2631805"/>
                  </a:lnTo>
                  <a:lnTo>
                    <a:pt x="1176938" y="2632139"/>
                  </a:lnTo>
                  <a:lnTo>
                    <a:pt x="1191555" y="2634326"/>
                  </a:lnTo>
                  <a:lnTo>
                    <a:pt x="1206171" y="2638180"/>
                  </a:lnTo>
                  <a:lnTo>
                    <a:pt x="1220787" y="2643247"/>
                  </a:lnTo>
                  <a:lnTo>
                    <a:pt x="1235404" y="2649051"/>
                  </a:lnTo>
                  <a:lnTo>
                    <a:pt x="1250020" y="2655121"/>
                  </a:lnTo>
                  <a:lnTo>
                    <a:pt x="1264636" y="2661074"/>
                  </a:lnTo>
                  <a:lnTo>
                    <a:pt x="1279252" y="2666663"/>
                  </a:lnTo>
                  <a:lnTo>
                    <a:pt x="1293869" y="2671778"/>
                  </a:lnTo>
                  <a:lnTo>
                    <a:pt x="1308485" y="2676426"/>
                  </a:lnTo>
                  <a:lnTo>
                    <a:pt x="1323101" y="2680676"/>
                  </a:lnTo>
                  <a:lnTo>
                    <a:pt x="1337717" y="2684615"/>
                  </a:lnTo>
                  <a:lnTo>
                    <a:pt x="1352334" y="2688313"/>
                  </a:lnTo>
                  <a:lnTo>
                    <a:pt x="1366950" y="2691808"/>
                  </a:lnTo>
                  <a:lnTo>
                    <a:pt x="1381566" y="2695101"/>
                  </a:lnTo>
                  <a:lnTo>
                    <a:pt x="1396182" y="2698167"/>
                  </a:lnTo>
                  <a:lnTo>
                    <a:pt x="1410799" y="2700952"/>
                  </a:lnTo>
                  <a:lnTo>
                    <a:pt x="1425415" y="2703397"/>
                  </a:lnTo>
                  <a:lnTo>
                    <a:pt x="1440031" y="2705449"/>
                  </a:lnTo>
                  <a:lnTo>
                    <a:pt x="1454648" y="2707043"/>
                  </a:lnTo>
                  <a:lnTo>
                    <a:pt x="1469264" y="2708122"/>
                  </a:lnTo>
                  <a:lnTo>
                    <a:pt x="1483880" y="2708658"/>
                  </a:lnTo>
                  <a:lnTo>
                    <a:pt x="1498496" y="2708669"/>
                  </a:lnTo>
                  <a:lnTo>
                    <a:pt x="1513113" y="2708233"/>
                  </a:lnTo>
                  <a:lnTo>
                    <a:pt x="1527729" y="2707490"/>
                  </a:lnTo>
                  <a:lnTo>
                    <a:pt x="1542345" y="2706626"/>
                  </a:lnTo>
                  <a:lnTo>
                    <a:pt x="1556961" y="2705847"/>
                  </a:lnTo>
                  <a:lnTo>
                    <a:pt x="1571578" y="2705342"/>
                  </a:lnTo>
                  <a:lnTo>
                    <a:pt x="1586194" y="2705253"/>
                  </a:lnTo>
                  <a:lnTo>
                    <a:pt x="1600810" y="2705648"/>
                  </a:lnTo>
                  <a:lnTo>
                    <a:pt x="1615427" y="2706512"/>
                  </a:lnTo>
                  <a:lnTo>
                    <a:pt x="1630043" y="2707757"/>
                  </a:lnTo>
                  <a:lnTo>
                    <a:pt x="1644659" y="2709203"/>
                  </a:lnTo>
                  <a:lnTo>
                    <a:pt x="1659275" y="2710637"/>
                  </a:lnTo>
                  <a:lnTo>
                    <a:pt x="1673892" y="2711854"/>
                  </a:lnTo>
                  <a:lnTo>
                    <a:pt x="1688508" y="2712675"/>
                  </a:lnTo>
                  <a:lnTo>
                    <a:pt x="1703124" y="2712969"/>
                  </a:lnTo>
                  <a:lnTo>
                    <a:pt x="1717740" y="2712681"/>
                  </a:lnTo>
                  <a:lnTo>
                    <a:pt x="1732357" y="2711845"/>
                  </a:lnTo>
                  <a:lnTo>
                    <a:pt x="1746973" y="2710590"/>
                  </a:lnTo>
                  <a:lnTo>
                    <a:pt x="1761589" y="2709124"/>
                  </a:lnTo>
                  <a:lnTo>
                    <a:pt x="1776205" y="2707700"/>
                  </a:lnTo>
                  <a:lnTo>
                    <a:pt x="1790822" y="2706571"/>
                  </a:lnTo>
                  <a:lnTo>
                    <a:pt x="1805438" y="2705943"/>
                  </a:lnTo>
                  <a:lnTo>
                    <a:pt x="1820054" y="2705931"/>
                  </a:lnTo>
                  <a:lnTo>
                    <a:pt x="1834671" y="2706543"/>
                  </a:lnTo>
                  <a:lnTo>
                    <a:pt x="1849287" y="2707703"/>
                  </a:lnTo>
                  <a:lnTo>
                    <a:pt x="1863903" y="2709229"/>
                  </a:lnTo>
                  <a:lnTo>
                    <a:pt x="1878519" y="2710934"/>
                  </a:lnTo>
                  <a:lnTo>
                    <a:pt x="1893136" y="2712687"/>
                  </a:lnTo>
                  <a:lnTo>
                    <a:pt x="1907752" y="2714423"/>
                  </a:lnTo>
                  <a:lnTo>
                    <a:pt x="1922368" y="2716136"/>
                  </a:lnTo>
                  <a:lnTo>
                    <a:pt x="1936984" y="2717862"/>
                  </a:lnTo>
                  <a:lnTo>
                    <a:pt x="1951601" y="2719644"/>
                  </a:lnTo>
                  <a:lnTo>
                    <a:pt x="1966217" y="2721501"/>
                  </a:lnTo>
                  <a:lnTo>
                    <a:pt x="1980833" y="2723410"/>
                  </a:lnTo>
                  <a:lnTo>
                    <a:pt x="1995450" y="2725298"/>
                  </a:lnTo>
                  <a:lnTo>
                    <a:pt x="2010066" y="2727057"/>
                  </a:lnTo>
                  <a:lnTo>
                    <a:pt x="2024682" y="2728564"/>
                  </a:lnTo>
                  <a:lnTo>
                    <a:pt x="2039298" y="2729714"/>
                  </a:lnTo>
                  <a:lnTo>
                    <a:pt x="2053915" y="2730441"/>
                  </a:lnTo>
                  <a:lnTo>
                    <a:pt x="2068531" y="2730725"/>
                  </a:lnTo>
                  <a:lnTo>
                    <a:pt x="2083147" y="2730633"/>
                  </a:lnTo>
                  <a:lnTo>
                    <a:pt x="2097763" y="2730289"/>
                  </a:lnTo>
                  <a:lnTo>
                    <a:pt x="2112380" y="2729816"/>
                  </a:lnTo>
                  <a:lnTo>
                    <a:pt x="2126996" y="2729327"/>
                  </a:lnTo>
                  <a:lnTo>
                    <a:pt x="2141612" y="2728904"/>
                  </a:lnTo>
                  <a:lnTo>
                    <a:pt x="2156228" y="2728588"/>
                  </a:lnTo>
                  <a:lnTo>
                    <a:pt x="2170845" y="2728382"/>
                  </a:lnTo>
                  <a:lnTo>
                    <a:pt x="2185461" y="2728265"/>
                  </a:lnTo>
                  <a:lnTo>
                    <a:pt x="2200077" y="2728207"/>
                  </a:lnTo>
                  <a:lnTo>
                    <a:pt x="2214694" y="2728186"/>
                  </a:lnTo>
                  <a:lnTo>
                    <a:pt x="2229310" y="2728197"/>
                  </a:lnTo>
                  <a:lnTo>
                    <a:pt x="2243926" y="2728244"/>
                  </a:lnTo>
                  <a:lnTo>
                    <a:pt x="2258542" y="2728333"/>
                  </a:lnTo>
                  <a:lnTo>
                    <a:pt x="2273159" y="2728453"/>
                  </a:lnTo>
                  <a:lnTo>
                    <a:pt x="2287775" y="2728557"/>
                  </a:lnTo>
                  <a:lnTo>
                    <a:pt x="2302391" y="2728556"/>
                  </a:lnTo>
                  <a:lnTo>
                    <a:pt x="2317007" y="2728358"/>
                  </a:lnTo>
                  <a:lnTo>
                    <a:pt x="2331624" y="2727888"/>
                  </a:lnTo>
                  <a:lnTo>
                    <a:pt x="2346240" y="2727121"/>
                  </a:lnTo>
                  <a:lnTo>
                    <a:pt x="2360856" y="2726104"/>
                  </a:lnTo>
                  <a:lnTo>
                    <a:pt x="2375472" y="2724956"/>
                  </a:lnTo>
                  <a:lnTo>
                    <a:pt x="2390089" y="2723855"/>
                  </a:lnTo>
                  <a:lnTo>
                    <a:pt x="2404705" y="2723004"/>
                  </a:lnTo>
                  <a:lnTo>
                    <a:pt x="2419321" y="2722588"/>
                  </a:lnTo>
                  <a:lnTo>
                    <a:pt x="2433938" y="2722731"/>
                  </a:lnTo>
                  <a:lnTo>
                    <a:pt x="2448554" y="2723469"/>
                  </a:lnTo>
                  <a:lnTo>
                    <a:pt x="2463170" y="2724742"/>
                  </a:lnTo>
                  <a:lnTo>
                    <a:pt x="2477786" y="2726402"/>
                  </a:lnTo>
                  <a:lnTo>
                    <a:pt x="2492403" y="2728245"/>
                  </a:lnTo>
                  <a:lnTo>
                    <a:pt x="2507019" y="2730037"/>
                  </a:lnTo>
                  <a:lnTo>
                    <a:pt x="2521635" y="2731551"/>
                  </a:lnTo>
                  <a:lnTo>
                    <a:pt x="2536251" y="2732636"/>
                  </a:lnTo>
                  <a:lnTo>
                    <a:pt x="2550868" y="2733202"/>
                  </a:lnTo>
                  <a:lnTo>
                    <a:pt x="2565484" y="2733213"/>
                  </a:lnTo>
                  <a:lnTo>
                    <a:pt x="2580100" y="2732688"/>
                  </a:lnTo>
                  <a:lnTo>
                    <a:pt x="2594717" y="2731697"/>
                  </a:lnTo>
                  <a:lnTo>
                    <a:pt x="2609333" y="2730352"/>
                  </a:lnTo>
                  <a:lnTo>
                    <a:pt x="2623949" y="2728803"/>
                  </a:lnTo>
                  <a:lnTo>
                    <a:pt x="2638565" y="2727222"/>
                  </a:lnTo>
                  <a:lnTo>
                    <a:pt x="2653182" y="2725794"/>
                  </a:lnTo>
                  <a:lnTo>
                    <a:pt x="2667798" y="2724690"/>
                  </a:lnTo>
                  <a:lnTo>
                    <a:pt x="2682414" y="2724050"/>
                  </a:lnTo>
                  <a:lnTo>
                    <a:pt x="2697030" y="2723959"/>
                  </a:lnTo>
                  <a:lnTo>
                    <a:pt x="2711647" y="2724439"/>
                  </a:lnTo>
                  <a:lnTo>
                    <a:pt x="2726263" y="2725454"/>
                  </a:lnTo>
                  <a:lnTo>
                    <a:pt x="2740879" y="2726879"/>
                  </a:lnTo>
                  <a:lnTo>
                    <a:pt x="2755495" y="2728541"/>
                  </a:lnTo>
                  <a:lnTo>
                    <a:pt x="2770112" y="2730285"/>
                  </a:lnTo>
                  <a:lnTo>
                    <a:pt x="2784728" y="2731971"/>
                  </a:lnTo>
                  <a:lnTo>
                    <a:pt x="2799344" y="2733493"/>
                  </a:lnTo>
                  <a:lnTo>
                    <a:pt x="2813961" y="2734785"/>
                  </a:lnTo>
                  <a:lnTo>
                    <a:pt x="2828577" y="2735821"/>
                  </a:lnTo>
                  <a:lnTo>
                    <a:pt x="2843193" y="2736607"/>
                  </a:lnTo>
                  <a:lnTo>
                    <a:pt x="2857809" y="2737173"/>
                  </a:lnTo>
                  <a:lnTo>
                    <a:pt x="2872426" y="2737560"/>
                  </a:lnTo>
                  <a:lnTo>
                    <a:pt x="2887042" y="2737810"/>
                  </a:lnTo>
                  <a:lnTo>
                    <a:pt x="2901658" y="2737964"/>
                  </a:lnTo>
                  <a:lnTo>
                    <a:pt x="2916274" y="2738054"/>
                  </a:lnTo>
                  <a:lnTo>
                    <a:pt x="2930891" y="2738103"/>
                  </a:lnTo>
                  <a:lnTo>
                    <a:pt x="2945507" y="2738129"/>
                  </a:lnTo>
                  <a:lnTo>
                    <a:pt x="2960123" y="2738142"/>
                  </a:lnTo>
                  <a:lnTo>
                    <a:pt x="2974740" y="2738148"/>
                  </a:lnTo>
                  <a:lnTo>
                    <a:pt x="2989356" y="2738151"/>
                  </a:lnTo>
                  <a:lnTo>
                    <a:pt x="3003972" y="2738152"/>
                  </a:lnTo>
                  <a:lnTo>
                    <a:pt x="3018588" y="2738153"/>
                  </a:lnTo>
                  <a:lnTo>
                    <a:pt x="3033205" y="2738153"/>
                  </a:lnTo>
                  <a:lnTo>
                    <a:pt x="3047821" y="2738153"/>
                  </a:lnTo>
                  <a:lnTo>
                    <a:pt x="3062437" y="2738153"/>
                  </a:lnTo>
                  <a:lnTo>
                    <a:pt x="3077053" y="2738153"/>
                  </a:lnTo>
                  <a:lnTo>
                    <a:pt x="3091670" y="2738153"/>
                  </a:lnTo>
                  <a:lnTo>
                    <a:pt x="3106286" y="2738153"/>
                  </a:lnTo>
                  <a:lnTo>
                    <a:pt x="3120902" y="2738153"/>
                  </a:lnTo>
                  <a:lnTo>
                    <a:pt x="3135518" y="2738153"/>
                  </a:lnTo>
                  <a:lnTo>
                    <a:pt x="3150135" y="2738153"/>
                  </a:lnTo>
                  <a:lnTo>
                    <a:pt x="3164751" y="2738153"/>
                  </a:lnTo>
                  <a:lnTo>
                    <a:pt x="3179367" y="2738153"/>
                  </a:lnTo>
                  <a:lnTo>
                    <a:pt x="3193984" y="2738153"/>
                  </a:lnTo>
                  <a:lnTo>
                    <a:pt x="3208600" y="2738153"/>
                  </a:lnTo>
                  <a:lnTo>
                    <a:pt x="3223216" y="2738153"/>
                  </a:lnTo>
                  <a:lnTo>
                    <a:pt x="3237832" y="2738153"/>
                  </a:lnTo>
                  <a:lnTo>
                    <a:pt x="3252449" y="2738153"/>
                  </a:lnTo>
                  <a:lnTo>
                    <a:pt x="3267065" y="2738153"/>
                  </a:lnTo>
                  <a:lnTo>
                    <a:pt x="3281681" y="2738153"/>
                  </a:lnTo>
                  <a:lnTo>
                    <a:pt x="3296297" y="2738153"/>
                  </a:lnTo>
                  <a:lnTo>
                    <a:pt x="3310914" y="2738153"/>
                  </a:lnTo>
                  <a:lnTo>
                    <a:pt x="3325530" y="2738153"/>
                  </a:lnTo>
                  <a:lnTo>
                    <a:pt x="3340146" y="2738153"/>
                  </a:lnTo>
                  <a:lnTo>
                    <a:pt x="3354763" y="2738153"/>
                  </a:lnTo>
                  <a:lnTo>
                    <a:pt x="3369379" y="2738153"/>
                  </a:lnTo>
                  <a:lnTo>
                    <a:pt x="3383995" y="2738153"/>
                  </a:lnTo>
                  <a:lnTo>
                    <a:pt x="3398611" y="2738153"/>
                  </a:lnTo>
                  <a:lnTo>
                    <a:pt x="3413228" y="2738153"/>
                  </a:lnTo>
                  <a:lnTo>
                    <a:pt x="3427844" y="2738153"/>
                  </a:lnTo>
                  <a:lnTo>
                    <a:pt x="3442460" y="2738153"/>
                  </a:lnTo>
                  <a:lnTo>
                    <a:pt x="3457076" y="2738153"/>
                  </a:lnTo>
                  <a:lnTo>
                    <a:pt x="3471693" y="2738153"/>
                  </a:lnTo>
                  <a:lnTo>
                    <a:pt x="3486309" y="2738153"/>
                  </a:lnTo>
                  <a:lnTo>
                    <a:pt x="3500925" y="2738153"/>
                  </a:lnTo>
                  <a:lnTo>
                    <a:pt x="3515541" y="2738153"/>
                  </a:lnTo>
                  <a:lnTo>
                    <a:pt x="3530158" y="2738153"/>
                  </a:lnTo>
                  <a:lnTo>
                    <a:pt x="3544774" y="2738153"/>
                  </a:lnTo>
                  <a:lnTo>
                    <a:pt x="3559390" y="2738153"/>
                  </a:lnTo>
                  <a:lnTo>
                    <a:pt x="3574007" y="2738153"/>
                  </a:lnTo>
                  <a:lnTo>
                    <a:pt x="3588623" y="2738153"/>
                  </a:lnTo>
                  <a:lnTo>
                    <a:pt x="3603239" y="2738153"/>
                  </a:lnTo>
                  <a:lnTo>
                    <a:pt x="3617855" y="2738153"/>
                  </a:lnTo>
                  <a:lnTo>
                    <a:pt x="3632472" y="2738153"/>
                  </a:lnTo>
                  <a:lnTo>
                    <a:pt x="3647088" y="2738153"/>
                  </a:lnTo>
                  <a:lnTo>
                    <a:pt x="3661704" y="2738153"/>
                  </a:lnTo>
                  <a:lnTo>
                    <a:pt x="3676320" y="2738153"/>
                  </a:lnTo>
                  <a:lnTo>
                    <a:pt x="3690937" y="2738153"/>
                  </a:lnTo>
                  <a:lnTo>
                    <a:pt x="3705553" y="2738153"/>
                  </a:lnTo>
                  <a:lnTo>
                    <a:pt x="3720169" y="2738153"/>
                  </a:lnTo>
                  <a:lnTo>
                    <a:pt x="3734786" y="2738153"/>
                  </a:lnTo>
                  <a:lnTo>
                    <a:pt x="3749402" y="2738153"/>
                  </a:lnTo>
                  <a:lnTo>
                    <a:pt x="3764018" y="2738153"/>
                  </a:lnTo>
                  <a:lnTo>
                    <a:pt x="3778634" y="2738153"/>
                  </a:lnTo>
                  <a:lnTo>
                    <a:pt x="3793251" y="2738153"/>
                  </a:lnTo>
                  <a:lnTo>
                    <a:pt x="3807867" y="2738153"/>
                  </a:lnTo>
                  <a:lnTo>
                    <a:pt x="3822483" y="2738153"/>
                  </a:lnTo>
                  <a:lnTo>
                    <a:pt x="3837099" y="2738153"/>
                  </a:lnTo>
                  <a:lnTo>
                    <a:pt x="3851716" y="2738153"/>
                  </a:lnTo>
                  <a:lnTo>
                    <a:pt x="3866332" y="2738153"/>
                  </a:lnTo>
                  <a:lnTo>
                    <a:pt x="3880948" y="2738153"/>
                  </a:lnTo>
                  <a:lnTo>
                    <a:pt x="3895564" y="2738153"/>
                  </a:lnTo>
                  <a:lnTo>
                    <a:pt x="3910181" y="2738153"/>
                  </a:lnTo>
                  <a:lnTo>
                    <a:pt x="3924797" y="2738153"/>
                  </a:lnTo>
                  <a:lnTo>
                    <a:pt x="3939413" y="2738153"/>
                  </a:lnTo>
                  <a:lnTo>
                    <a:pt x="3954030" y="2738153"/>
                  </a:lnTo>
                  <a:lnTo>
                    <a:pt x="3968646" y="2738153"/>
                  </a:lnTo>
                  <a:lnTo>
                    <a:pt x="3983262" y="2738153"/>
                  </a:lnTo>
                  <a:lnTo>
                    <a:pt x="3997878" y="2738153"/>
                  </a:lnTo>
                  <a:lnTo>
                    <a:pt x="4012495" y="2738153"/>
                  </a:lnTo>
                  <a:lnTo>
                    <a:pt x="4027111" y="2738153"/>
                  </a:lnTo>
                  <a:lnTo>
                    <a:pt x="4041727" y="2738153"/>
                  </a:lnTo>
                  <a:lnTo>
                    <a:pt x="4056343" y="2738153"/>
                  </a:lnTo>
                  <a:lnTo>
                    <a:pt x="4070960" y="2738153"/>
                  </a:lnTo>
                  <a:lnTo>
                    <a:pt x="4085576" y="2738153"/>
                  </a:lnTo>
                  <a:lnTo>
                    <a:pt x="4100192" y="2738153"/>
                  </a:lnTo>
                  <a:lnTo>
                    <a:pt x="4114808" y="2738153"/>
                  </a:lnTo>
                  <a:lnTo>
                    <a:pt x="4129425" y="2738153"/>
                  </a:lnTo>
                  <a:lnTo>
                    <a:pt x="4144041" y="2738153"/>
                  </a:lnTo>
                  <a:lnTo>
                    <a:pt x="4158657" y="2738153"/>
                  </a:lnTo>
                  <a:lnTo>
                    <a:pt x="4173274" y="2738153"/>
                  </a:lnTo>
                  <a:lnTo>
                    <a:pt x="4187890" y="2738153"/>
                  </a:lnTo>
                  <a:lnTo>
                    <a:pt x="4202506" y="2738153"/>
                  </a:lnTo>
                  <a:lnTo>
                    <a:pt x="4217122" y="2738153"/>
                  </a:lnTo>
                  <a:lnTo>
                    <a:pt x="4231739" y="2738153"/>
                  </a:lnTo>
                  <a:lnTo>
                    <a:pt x="4246355" y="2738153"/>
                  </a:lnTo>
                  <a:lnTo>
                    <a:pt x="4260971" y="2738153"/>
                  </a:lnTo>
                  <a:lnTo>
                    <a:pt x="4275587" y="2738153"/>
                  </a:lnTo>
                  <a:lnTo>
                    <a:pt x="4290204" y="2738153"/>
                  </a:lnTo>
                  <a:lnTo>
                    <a:pt x="4304820" y="2738153"/>
                  </a:lnTo>
                  <a:lnTo>
                    <a:pt x="4319436" y="2738153"/>
                  </a:lnTo>
                  <a:lnTo>
                    <a:pt x="4334053" y="2738153"/>
                  </a:lnTo>
                  <a:lnTo>
                    <a:pt x="4348669" y="2738153"/>
                  </a:lnTo>
                  <a:lnTo>
                    <a:pt x="4363285" y="2738153"/>
                  </a:lnTo>
                  <a:lnTo>
                    <a:pt x="4377901" y="2738153"/>
                  </a:lnTo>
                  <a:lnTo>
                    <a:pt x="4392518" y="2738153"/>
                  </a:lnTo>
                  <a:lnTo>
                    <a:pt x="4407134" y="2738153"/>
                  </a:lnTo>
                  <a:lnTo>
                    <a:pt x="4421750" y="2738153"/>
                  </a:lnTo>
                  <a:lnTo>
                    <a:pt x="4436366" y="2738153"/>
                  </a:lnTo>
                  <a:lnTo>
                    <a:pt x="4450983" y="2738153"/>
                  </a:lnTo>
                  <a:lnTo>
                    <a:pt x="4465599" y="2738153"/>
                  </a:lnTo>
                  <a:lnTo>
                    <a:pt x="4480215" y="2738153"/>
                  </a:lnTo>
                  <a:lnTo>
                    <a:pt x="4494831" y="2738153"/>
                  </a:lnTo>
                  <a:lnTo>
                    <a:pt x="4509448" y="2738153"/>
                  </a:lnTo>
                  <a:lnTo>
                    <a:pt x="4524064" y="2738153"/>
                  </a:lnTo>
                  <a:lnTo>
                    <a:pt x="4538680" y="2738153"/>
                  </a:lnTo>
                  <a:lnTo>
                    <a:pt x="4553297" y="2738153"/>
                  </a:lnTo>
                  <a:lnTo>
                    <a:pt x="4567913" y="2738153"/>
                  </a:lnTo>
                  <a:lnTo>
                    <a:pt x="4582529" y="2738153"/>
                  </a:lnTo>
                  <a:lnTo>
                    <a:pt x="4597145" y="2738153"/>
                  </a:lnTo>
                  <a:lnTo>
                    <a:pt x="4611762" y="2738153"/>
                  </a:lnTo>
                  <a:lnTo>
                    <a:pt x="4626378" y="2738153"/>
                  </a:lnTo>
                  <a:lnTo>
                    <a:pt x="4640994" y="2738153"/>
                  </a:lnTo>
                  <a:lnTo>
                    <a:pt x="4655610" y="2738153"/>
                  </a:lnTo>
                  <a:lnTo>
                    <a:pt x="4670227" y="2738153"/>
                  </a:lnTo>
                  <a:lnTo>
                    <a:pt x="4684843" y="2738153"/>
                  </a:lnTo>
                  <a:lnTo>
                    <a:pt x="4699459" y="2738153"/>
                  </a:lnTo>
                  <a:lnTo>
                    <a:pt x="4714076" y="2738153"/>
                  </a:lnTo>
                  <a:lnTo>
                    <a:pt x="4728692" y="2738153"/>
                  </a:lnTo>
                  <a:lnTo>
                    <a:pt x="4743308" y="2738153"/>
                  </a:lnTo>
                  <a:lnTo>
                    <a:pt x="4757924" y="2738153"/>
                  </a:lnTo>
                  <a:lnTo>
                    <a:pt x="4772541" y="2738153"/>
                  </a:lnTo>
                  <a:lnTo>
                    <a:pt x="4787157" y="2738153"/>
                  </a:lnTo>
                  <a:lnTo>
                    <a:pt x="4801773" y="2738153"/>
                  </a:lnTo>
                  <a:lnTo>
                    <a:pt x="4816389" y="2738153"/>
                  </a:lnTo>
                  <a:lnTo>
                    <a:pt x="4831006" y="2738153"/>
                  </a:lnTo>
                  <a:lnTo>
                    <a:pt x="4845622" y="2738153"/>
                  </a:lnTo>
                  <a:lnTo>
                    <a:pt x="4860238" y="2738153"/>
                  </a:lnTo>
                  <a:lnTo>
                    <a:pt x="4874854" y="2738153"/>
                  </a:lnTo>
                  <a:lnTo>
                    <a:pt x="4889471" y="2738153"/>
                  </a:lnTo>
                  <a:lnTo>
                    <a:pt x="4904087" y="2738153"/>
                  </a:lnTo>
                  <a:lnTo>
                    <a:pt x="4918703" y="2738153"/>
                  </a:lnTo>
                  <a:lnTo>
                    <a:pt x="4933320" y="2738153"/>
                  </a:lnTo>
                  <a:lnTo>
                    <a:pt x="4947936" y="2738153"/>
                  </a:lnTo>
                  <a:lnTo>
                    <a:pt x="4962552" y="2738153"/>
                  </a:lnTo>
                  <a:lnTo>
                    <a:pt x="4977168" y="2738153"/>
                  </a:lnTo>
                  <a:lnTo>
                    <a:pt x="4991785" y="2738153"/>
                  </a:lnTo>
                  <a:lnTo>
                    <a:pt x="5006401" y="2738153"/>
                  </a:lnTo>
                  <a:lnTo>
                    <a:pt x="5021017" y="2738153"/>
                  </a:lnTo>
                  <a:lnTo>
                    <a:pt x="5035633" y="2738153"/>
                  </a:lnTo>
                  <a:lnTo>
                    <a:pt x="5050250" y="2738153"/>
                  </a:lnTo>
                  <a:lnTo>
                    <a:pt x="5064866" y="2738153"/>
                  </a:lnTo>
                  <a:lnTo>
                    <a:pt x="5079482" y="2738153"/>
                  </a:lnTo>
                  <a:lnTo>
                    <a:pt x="5094099" y="2738153"/>
                  </a:lnTo>
                  <a:lnTo>
                    <a:pt x="5108715" y="2738153"/>
                  </a:lnTo>
                  <a:lnTo>
                    <a:pt x="5123331" y="2738153"/>
                  </a:lnTo>
                  <a:lnTo>
                    <a:pt x="5137947" y="2738153"/>
                  </a:lnTo>
                  <a:lnTo>
                    <a:pt x="5152564" y="2738153"/>
                  </a:lnTo>
                  <a:lnTo>
                    <a:pt x="5167180" y="2738153"/>
                  </a:lnTo>
                  <a:lnTo>
                    <a:pt x="5181796" y="2738153"/>
                  </a:lnTo>
                  <a:lnTo>
                    <a:pt x="5196412" y="2738153"/>
                  </a:lnTo>
                  <a:lnTo>
                    <a:pt x="5211029" y="2738153"/>
                  </a:lnTo>
                  <a:lnTo>
                    <a:pt x="5225645" y="2738153"/>
                  </a:lnTo>
                  <a:lnTo>
                    <a:pt x="5240261" y="2738153"/>
                  </a:lnTo>
                  <a:lnTo>
                    <a:pt x="5254877" y="2738153"/>
                  </a:lnTo>
                  <a:lnTo>
                    <a:pt x="5269494" y="2738153"/>
                  </a:lnTo>
                  <a:lnTo>
                    <a:pt x="5284110" y="2738153"/>
                  </a:lnTo>
                  <a:lnTo>
                    <a:pt x="5298726" y="2738153"/>
                  </a:lnTo>
                  <a:lnTo>
                    <a:pt x="5313343" y="2738153"/>
                  </a:lnTo>
                  <a:lnTo>
                    <a:pt x="5327959" y="2738153"/>
                  </a:lnTo>
                  <a:lnTo>
                    <a:pt x="5342575" y="2738153"/>
                  </a:lnTo>
                  <a:lnTo>
                    <a:pt x="5357191" y="2738153"/>
                  </a:lnTo>
                  <a:lnTo>
                    <a:pt x="5371808" y="2738153"/>
                  </a:lnTo>
                  <a:lnTo>
                    <a:pt x="5386424" y="2738153"/>
                  </a:lnTo>
                  <a:lnTo>
                    <a:pt x="5401040" y="2738153"/>
                  </a:lnTo>
                  <a:lnTo>
                    <a:pt x="5415656" y="2738153"/>
                  </a:lnTo>
                  <a:lnTo>
                    <a:pt x="5430273" y="2738153"/>
                  </a:lnTo>
                  <a:lnTo>
                    <a:pt x="5444889" y="2738153"/>
                  </a:lnTo>
                  <a:lnTo>
                    <a:pt x="5459505" y="2738153"/>
                  </a:lnTo>
                  <a:lnTo>
                    <a:pt x="5474121" y="2738153"/>
                  </a:lnTo>
                  <a:lnTo>
                    <a:pt x="5488738" y="2738153"/>
                  </a:lnTo>
                  <a:lnTo>
                    <a:pt x="5503354" y="2738153"/>
                  </a:lnTo>
                  <a:lnTo>
                    <a:pt x="5517970" y="2738153"/>
                  </a:lnTo>
                  <a:lnTo>
                    <a:pt x="5532587" y="2738153"/>
                  </a:lnTo>
                  <a:lnTo>
                    <a:pt x="5547203" y="2738153"/>
                  </a:lnTo>
                  <a:lnTo>
                    <a:pt x="5561819" y="2738153"/>
                  </a:lnTo>
                  <a:lnTo>
                    <a:pt x="5576435" y="2738153"/>
                  </a:lnTo>
                  <a:lnTo>
                    <a:pt x="5591052" y="2738153"/>
                  </a:lnTo>
                  <a:lnTo>
                    <a:pt x="5605668" y="2738153"/>
                  </a:lnTo>
                  <a:lnTo>
                    <a:pt x="5620284" y="2738153"/>
                  </a:lnTo>
                  <a:lnTo>
                    <a:pt x="5634900" y="2738153"/>
                  </a:lnTo>
                  <a:lnTo>
                    <a:pt x="5649517" y="2738153"/>
                  </a:lnTo>
                  <a:lnTo>
                    <a:pt x="5664133" y="2738153"/>
                  </a:lnTo>
                  <a:lnTo>
                    <a:pt x="5678749" y="2738153"/>
                  </a:lnTo>
                  <a:lnTo>
                    <a:pt x="5693366" y="2738153"/>
                  </a:lnTo>
                  <a:lnTo>
                    <a:pt x="5707982" y="2738153"/>
                  </a:lnTo>
                  <a:lnTo>
                    <a:pt x="5722598" y="2738153"/>
                  </a:lnTo>
                  <a:lnTo>
                    <a:pt x="5737214" y="2738153"/>
                  </a:lnTo>
                  <a:lnTo>
                    <a:pt x="5751831" y="2738153"/>
                  </a:lnTo>
                  <a:lnTo>
                    <a:pt x="5766447" y="2738153"/>
                  </a:lnTo>
                  <a:lnTo>
                    <a:pt x="5781063" y="2738153"/>
                  </a:lnTo>
                  <a:lnTo>
                    <a:pt x="5795679" y="2738153"/>
                  </a:lnTo>
                  <a:lnTo>
                    <a:pt x="5810296" y="2738153"/>
                  </a:lnTo>
                  <a:lnTo>
                    <a:pt x="5824912" y="2738153"/>
                  </a:lnTo>
                  <a:lnTo>
                    <a:pt x="5839528" y="2738153"/>
                  </a:lnTo>
                  <a:lnTo>
                    <a:pt x="5854144" y="2738153"/>
                  </a:lnTo>
                  <a:lnTo>
                    <a:pt x="5868761" y="2738153"/>
                  </a:lnTo>
                  <a:lnTo>
                    <a:pt x="5883377" y="2738153"/>
                  </a:lnTo>
                  <a:lnTo>
                    <a:pt x="5897993" y="2738153"/>
                  </a:lnTo>
                  <a:lnTo>
                    <a:pt x="5912610" y="2738153"/>
                  </a:lnTo>
                  <a:lnTo>
                    <a:pt x="5927226" y="2738153"/>
                  </a:lnTo>
                  <a:lnTo>
                    <a:pt x="5941842" y="2738153"/>
                  </a:lnTo>
                  <a:lnTo>
                    <a:pt x="5956458" y="2738153"/>
                  </a:lnTo>
                  <a:lnTo>
                    <a:pt x="5971075" y="2738153"/>
                  </a:lnTo>
                  <a:lnTo>
                    <a:pt x="5985691" y="2738153"/>
                  </a:lnTo>
                  <a:lnTo>
                    <a:pt x="6000307" y="2738153"/>
                  </a:lnTo>
                  <a:lnTo>
                    <a:pt x="6014923" y="2738153"/>
                  </a:lnTo>
                  <a:lnTo>
                    <a:pt x="6029540" y="2738153"/>
                  </a:lnTo>
                  <a:lnTo>
                    <a:pt x="6044156" y="2738153"/>
                  </a:lnTo>
                  <a:lnTo>
                    <a:pt x="6058772" y="2738153"/>
                  </a:lnTo>
                  <a:lnTo>
                    <a:pt x="6073204" y="2738153"/>
                  </a:lnTo>
                </a:path>
              </a:pathLst>
            </a:custGeom>
            <a:ln w="6667" cap="rnd">
              <a:solidFill>
                <a:srgbClr val="A9A9A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0"/>
            <p:cNvSpPr/>
            <p:nvPr/>
          </p:nvSpPr>
          <p:spPr>
            <a:xfrm>
              <a:off x="1556865" y="3320532"/>
              <a:ext cx="5013073" cy="1767587"/>
            </a:xfrm>
            <a:custGeom>
              <a:avLst/>
              <a:pathLst>
                <a:path w="5013073" h="1767587">
                  <a:moveTo>
                    <a:pt x="0" y="1765772"/>
                  </a:moveTo>
                  <a:lnTo>
                    <a:pt x="9810" y="1765086"/>
                  </a:lnTo>
                  <a:lnTo>
                    <a:pt x="19620" y="1764185"/>
                  </a:lnTo>
                  <a:lnTo>
                    <a:pt x="29430" y="1763017"/>
                  </a:lnTo>
                  <a:lnTo>
                    <a:pt x="39241" y="1761518"/>
                  </a:lnTo>
                  <a:lnTo>
                    <a:pt x="49051" y="1759618"/>
                  </a:lnTo>
                  <a:lnTo>
                    <a:pt x="58861" y="1757160"/>
                  </a:lnTo>
                  <a:lnTo>
                    <a:pt x="68672" y="1754035"/>
                  </a:lnTo>
                  <a:lnTo>
                    <a:pt x="78482" y="1750164"/>
                  </a:lnTo>
                  <a:lnTo>
                    <a:pt x="88292" y="1745420"/>
                  </a:lnTo>
                  <a:lnTo>
                    <a:pt x="98103" y="1739668"/>
                  </a:lnTo>
                  <a:lnTo>
                    <a:pt x="107913" y="1732764"/>
                  </a:lnTo>
                  <a:lnTo>
                    <a:pt x="117723" y="1724559"/>
                  </a:lnTo>
                  <a:lnTo>
                    <a:pt x="127534" y="1714817"/>
                  </a:lnTo>
                  <a:lnTo>
                    <a:pt x="137344" y="1703197"/>
                  </a:lnTo>
                  <a:lnTo>
                    <a:pt x="147154" y="1689754"/>
                  </a:lnTo>
                  <a:lnTo>
                    <a:pt x="156965" y="1674358"/>
                  </a:lnTo>
                  <a:lnTo>
                    <a:pt x="166775" y="1656892"/>
                  </a:lnTo>
                  <a:lnTo>
                    <a:pt x="176585" y="1637261"/>
                  </a:lnTo>
                  <a:lnTo>
                    <a:pt x="186396" y="1615393"/>
                  </a:lnTo>
                  <a:lnTo>
                    <a:pt x="196206" y="1591246"/>
                  </a:lnTo>
                  <a:lnTo>
                    <a:pt x="206016" y="1564427"/>
                  </a:lnTo>
                  <a:lnTo>
                    <a:pt x="215827" y="1535338"/>
                  </a:lnTo>
                  <a:lnTo>
                    <a:pt x="225637" y="1504108"/>
                  </a:lnTo>
                  <a:lnTo>
                    <a:pt x="235447" y="1470864"/>
                  </a:lnTo>
                  <a:lnTo>
                    <a:pt x="245258" y="1435766"/>
                  </a:lnTo>
                  <a:lnTo>
                    <a:pt x="255068" y="1399007"/>
                  </a:lnTo>
                  <a:lnTo>
                    <a:pt x="264878" y="1360809"/>
                  </a:lnTo>
                  <a:lnTo>
                    <a:pt x="274688" y="1321337"/>
                  </a:lnTo>
                  <a:lnTo>
                    <a:pt x="284499" y="1280980"/>
                  </a:lnTo>
                  <a:lnTo>
                    <a:pt x="294309" y="1240125"/>
                  </a:lnTo>
                  <a:lnTo>
                    <a:pt x="304119" y="1199068"/>
                  </a:lnTo>
                  <a:lnTo>
                    <a:pt x="313930" y="1158101"/>
                  </a:lnTo>
                  <a:lnTo>
                    <a:pt x="323740" y="1117510"/>
                  </a:lnTo>
                  <a:lnTo>
                    <a:pt x="333550" y="1077570"/>
                  </a:lnTo>
                  <a:lnTo>
                    <a:pt x="343361" y="1038585"/>
                  </a:lnTo>
                  <a:lnTo>
                    <a:pt x="353171" y="1000989"/>
                  </a:lnTo>
                  <a:lnTo>
                    <a:pt x="362981" y="964837"/>
                  </a:lnTo>
                  <a:lnTo>
                    <a:pt x="372792" y="930297"/>
                  </a:lnTo>
                  <a:lnTo>
                    <a:pt x="382602" y="897506"/>
                  </a:lnTo>
                  <a:lnTo>
                    <a:pt x="392412" y="866573"/>
                  </a:lnTo>
                  <a:lnTo>
                    <a:pt x="402223" y="837574"/>
                  </a:lnTo>
                  <a:lnTo>
                    <a:pt x="412033" y="810557"/>
                  </a:lnTo>
                  <a:lnTo>
                    <a:pt x="421843" y="785843"/>
                  </a:lnTo>
                  <a:lnTo>
                    <a:pt x="431654" y="763143"/>
                  </a:lnTo>
                  <a:lnTo>
                    <a:pt x="441464" y="742331"/>
                  </a:lnTo>
                  <a:lnTo>
                    <a:pt x="451274" y="723316"/>
                  </a:lnTo>
                  <a:lnTo>
                    <a:pt x="461085" y="705985"/>
                  </a:lnTo>
                  <a:lnTo>
                    <a:pt x="470895" y="690209"/>
                  </a:lnTo>
                  <a:lnTo>
                    <a:pt x="480705" y="675840"/>
                  </a:lnTo>
                  <a:lnTo>
                    <a:pt x="490516" y="662817"/>
                  </a:lnTo>
                  <a:lnTo>
                    <a:pt x="500326" y="650927"/>
                  </a:lnTo>
                  <a:lnTo>
                    <a:pt x="510136" y="639894"/>
                  </a:lnTo>
                  <a:lnTo>
                    <a:pt x="519946" y="629566"/>
                  </a:lnTo>
                  <a:lnTo>
                    <a:pt x="529757" y="619810"/>
                  </a:lnTo>
                  <a:lnTo>
                    <a:pt x="539567" y="610508"/>
                  </a:lnTo>
                  <a:lnTo>
                    <a:pt x="549377" y="601561"/>
                  </a:lnTo>
                  <a:lnTo>
                    <a:pt x="559188" y="592902"/>
                  </a:lnTo>
                  <a:lnTo>
                    <a:pt x="568998" y="584508"/>
                  </a:lnTo>
                  <a:lnTo>
                    <a:pt x="578808" y="576332"/>
                  </a:lnTo>
                  <a:lnTo>
                    <a:pt x="588619" y="568392"/>
                  </a:lnTo>
                  <a:lnTo>
                    <a:pt x="598429" y="560729"/>
                  </a:lnTo>
                  <a:lnTo>
                    <a:pt x="608239" y="553397"/>
                  </a:lnTo>
                  <a:lnTo>
                    <a:pt x="618050" y="546465"/>
                  </a:lnTo>
                  <a:lnTo>
                    <a:pt x="627860" y="540010"/>
                  </a:lnTo>
                  <a:lnTo>
                    <a:pt x="637670" y="534209"/>
                  </a:lnTo>
                  <a:lnTo>
                    <a:pt x="647481" y="529105"/>
                  </a:lnTo>
                  <a:lnTo>
                    <a:pt x="657291" y="524739"/>
                  </a:lnTo>
                  <a:lnTo>
                    <a:pt x="667101" y="521163"/>
                  </a:lnTo>
                  <a:lnTo>
                    <a:pt x="676912" y="518414"/>
                  </a:lnTo>
                  <a:lnTo>
                    <a:pt x="686722" y="516510"/>
                  </a:lnTo>
                  <a:lnTo>
                    <a:pt x="696532" y="515452"/>
                  </a:lnTo>
                  <a:lnTo>
                    <a:pt x="706343" y="515278"/>
                  </a:lnTo>
                  <a:lnTo>
                    <a:pt x="716153" y="515948"/>
                  </a:lnTo>
                  <a:lnTo>
                    <a:pt x="725963" y="517298"/>
                  </a:lnTo>
                  <a:lnTo>
                    <a:pt x="735774" y="519234"/>
                  </a:lnTo>
                  <a:lnTo>
                    <a:pt x="745584" y="521652"/>
                  </a:lnTo>
                  <a:lnTo>
                    <a:pt x="755394" y="524434"/>
                  </a:lnTo>
                  <a:lnTo>
                    <a:pt x="765205" y="527454"/>
                  </a:lnTo>
                  <a:lnTo>
                    <a:pt x="775015" y="530575"/>
                  </a:lnTo>
                  <a:lnTo>
                    <a:pt x="784825" y="533611"/>
                  </a:lnTo>
                  <a:lnTo>
                    <a:pt x="794635" y="536400"/>
                  </a:lnTo>
                  <a:lnTo>
                    <a:pt x="804446" y="538797"/>
                  </a:lnTo>
                  <a:lnTo>
                    <a:pt x="814256" y="540661"/>
                  </a:lnTo>
                  <a:lnTo>
                    <a:pt x="824066" y="541851"/>
                  </a:lnTo>
                  <a:lnTo>
                    <a:pt x="833877" y="542229"/>
                  </a:lnTo>
                  <a:lnTo>
                    <a:pt x="843687" y="541659"/>
                  </a:lnTo>
                  <a:lnTo>
                    <a:pt x="853497" y="539847"/>
                  </a:lnTo>
                  <a:lnTo>
                    <a:pt x="863308" y="536711"/>
                  </a:lnTo>
                  <a:lnTo>
                    <a:pt x="873118" y="532193"/>
                  </a:lnTo>
                  <a:lnTo>
                    <a:pt x="882928" y="526179"/>
                  </a:lnTo>
                  <a:lnTo>
                    <a:pt x="892739" y="518563"/>
                  </a:lnTo>
                  <a:lnTo>
                    <a:pt x="902549" y="509245"/>
                  </a:lnTo>
                  <a:lnTo>
                    <a:pt x="912359" y="498139"/>
                  </a:lnTo>
                  <a:lnTo>
                    <a:pt x="922170" y="485045"/>
                  </a:lnTo>
                  <a:lnTo>
                    <a:pt x="931980" y="469784"/>
                  </a:lnTo>
                  <a:lnTo>
                    <a:pt x="941790" y="452566"/>
                  </a:lnTo>
                  <a:lnTo>
                    <a:pt x="951601" y="433403"/>
                  </a:lnTo>
                  <a:lnTo>
                    <a:pt x="961411" y="412335"/>
                  </a:lnTo>
                  <a:lnTo>
                    <a:pt x="971221" y="389439"/>
                  </a:lnTo>
                  <a:lnTo>
                    <a:pt x="981032" y="364831"/>
                  </a:lnTo>
                  <a:lnTo>
                    <a:pt x="990842" y="338666"/>
                  </a:lnTo>
                  <a:lnTo>
                    <a:pt x="1000652" y="310965"/>
                  </a:lnTo>
                  <a:lnTo>
                    <a:pt x="1010463" y="282294"/>
                  </a:lnTo>
                  <a:lnTo>
                    <a:pt x="1020273" y="252978"/>
                  </a:lnTo>
                  <a:lnTo>
                    <a:pt x="1030083" y="223374"/>
                  </a:lnTo>
                  <a:lnTo>
                    <a:pt x="1039893" y="193872"/>
                  </a:lnTo>
                  <a:lnTo>
                    <a:pt x="1049704" y="164887"/>
                  </a:lnTo>
                  <a:lnTo>
                    <a:pt x="1059514" y="136848"/>
                  </a:lnTo>
                  <a:lnTo>
                    <a:pt x="1069324" y="110429"/>
                  </a:lnTo>
                  <a:lnTo>
                    <a:pt x="1079135" y="86121"/>
                  </a:lnTo>
                  <a:lnTo>
                    <a:pt x="1088945" y="64218"/>
                  </a:lnTo>
                  <a:lnTo>
                    <a:pt x="1098755" y="45074"/>
                  </a:lnTo>
                  <a:lnTo>
                    <a:pt x="1108566" y="28993"/>
                  </a:lnTo>
                  <a:lnTo>
                    <a:pt x="1118376" y="16219"/>
                  </a:lnTo>
                  <a:lnTo>
                    <a:pt x="1128186" y="6933"/>
                  </a:lnTo>
                  <a:lnTo>
                    <a:pt x="1137997" y="1425"/>
                  </a:lnTo>
                  <a:lnTo>
                    <a:pt x="1147807" y="0"/>
                  </a:lnTo>
                  <a:lnTo>
                    <a:pt x="1157617" y="2055"/>
                  </a:lnTo>
                  <a:lnTo>
                    <a:pt x="1167428" y="7406"/>
                  </a:lnTo>
                  <a:lnTo>
                    <a:pt x="1177238" y="15805"/>
                  </a:lnTo>
                  <a:lnTo>
                    <a:pt x="1187048" y="26947"/>
                  </a:lnTo>
                  <a:lnTo>
                    <a:pt x="1196859" y="40486"/>
                  </a:lnTo>
                  <a:lnTo>
                    <a:pt x="1206669" y="56042"/>
                  </a:lnTo>
                  <a:lnTo>
                    <a:pt x="1216479" y="73390"/>
                  </a:lnTo>
                  <a:lnTo>
                    <a:pt x="1226290" y="91791"/>
                  </a:lnTo>
                  <a:lnTo>
                    <a:pt x="1236100" y="110845"/>
                  </a:lnTo>
                  <a:lnTo>
                    <a:pt x="1245910" y="130205"/>
                  </a:lnTo>
                  <a:lnTo>
                    <a:pt x="1255721" y="149563"/>
                  </a:lnTo>
                  <a:lnTo>
                    <a:pt x="1265531" y="168657"/>
                  </a:lnTo>
                  <a:lnTo>
                    <a:pt x="1275341" y="187274"/>
                  </a:lnTo>
                  <a:lnTo>
                    <a:pt x="1285151" y="205173"/>
                  </a:lnTo>
                  <a:lnTo>
                    <a:pt x="1294962" y="222256"/>
                  </a:lnTo>
                  <a:lnTo>
                    <a:pt x="1304772" y="238558"/>
                  </a:lnTo>
                  <a:lnTo>
                    <a:pt x="1314582" y="254098"/>
                  </a:lnTo>
                  <a:lnTo>
                    <a:pt x="1324393" y="268932"/>
                  </a:lnTo>
                  <a:lnTo>
                    <a:pt x="1334203" y="283139"/>
                  </a:lnTo>
                  <a:lnTo>
                    <a:pt x="1344013" y="296819"/>
                  </a:lnTo>
                  <a:lnTo>
                    <a:pt x="1353824" y="310074"/>
                  </a:lnTo>
                  <a:lnTo>
                    <a:pt x="1363634" y="323023"/>
                  </a:lnTo>
                  <a:lnTo>
                    <a:pt x="1373444" y="335837"/>
                  </a:lnTo>
                  <a:lnTo>
                    <a:pt x="1383255" y="348612"/>
                  </a:lnTo>
                  <a:lnTo>
                    <a:pt x="1393065" y="361430"/>
                  </a:lnTo>
                  <a:lnTo>
                    <a:pt x="1402875" y="374359"/>
                  </a:lnTo>
                  <a:lnTo>
                    <a:pt x="1412686" y="387446"/>
                  </a:lnTo>
                  <a:lnTo>
                    <a:pt x="1422496" y="400723"/>
                  </a:lnTo>
                  <a:lnTo>
                    <a:pt x="1432306" y="414234"/>
                  </a:lnTo>
                  <a:lnTo>
                    <a:pt x="1442117" y="427943"/>
                  </a:lnTo>
                  <a:lnTo>
                    <a:pt x="1451927" y="441820"/>
                  </a:lnTo>
                  <a:lnTo>
                    <a:pt x="1461737" y="455832"/>
                  </a:lnTo>
                  <a:lnTo>
                    <a:pt x="1471548" y="469941"/>
                  </a:lnTo>
                  <a:lnTo>
                    <a:pt x="1481358" y="484105"/>
                  </a:lnTo>
                  <a:lnTo>
                    <a:pt x="1491168" y="498280"/>
                  </a:lnTo>
                  <a:lnTo>
                    <a:pt x="1500979" y="512416"/>
                  </a:lnTo>
                  <a:lnTo>
                    <a:pt x="1510789" y="526460"/>
                  </a:lnTo>
                  <a:lnTo>
                    <a:pt x="1520599" y="540385"/>
                  </a:lnTo>
                  <a:lnTo>
                    <a:pt x="1530410" y="554167"/>
                  </a:lnTo>
                  <a:lnTo>
                    <a:pt x="1540220" y="567789"/>
                  </a:lnTo>
                  <a:lnTo>
                    <a:pt x="1550030" y="581240"/>
                  </a:lnTo>
                  <a:lnTo>
                    <a:pt x="1559840" y="594519"/>
                  </a:lnTo>
                  <a:lnTo>
                    <a:pt x="1569651" y="607629"/>
                  </a:lnTo>
                  <a:lnTo>
                    <a:pt x="1579461" y="620571"/>
                  </a:lnTo>
                  <a:lnTo>
                    <a:pt x="1589271" y="633402"/>
                  </a:lnTo>
                  <a:lnTo>
                    <a:pt x="1599082" y="646159"/>
                  </a:lnTo>
                  <a:lnTo>
                    <a:pt x="1608892" y="658885"/>
                  </a:lnTo>
                  <a:lnTo>
                    <a:pt x="1618702" y="671632"/>
                  </a:lnTo>
                  <a:lnTo>
                    <a:pt x="1628513" y="684456"/>
                  </a:lnTo>
                  <a:lnTo>
                    <a:pt x="1638323" y="697419"/>
                  </a:lnTo>
                  <a:lnTo>
                    <a:pt x="1648133" y="710631"/>
                  </a:lnTo>
                  <a:lnTo>
                    <a:pt x="1657944" y="724161"/>
                  </a:lnTo>
                  <a:lnTo>
                    <a:pt x="1667754" y="738070"/>
                  </a:lnTo>
                  <a:lnTo>
                    <a:pt x="1677564" y="752426"/>
                  </a:lnTo>
                  <a:lnTo>
                    <a:pt x="1687375" y="767297"/>
                  </a:lnTo>
                  <a:lnTo>
                    <a:pt x="1697185" y="782741"/>
                  </a:lnTo>
                  <a:lnTo>
                    <a:pt x="1706995" y="798813"/>
                  </a:lnTo>
                  <a:lnTo>
                    <a:pt x="1716806" y="815612"/>
                  </a:lnTo>
                  <a:lnTo>
                    <a:pt x="1726616" y="833198"/>
                  </a:lnTo>
                  <a:lnTo>
                    <a:pt x="1736426" y="851509"/>
                  </a:lnTo>
                  <a:lnTo>
                    <a:pt x="1746237" y="870542"/>
                  </a:lnTo>
                  <a:lnTo>
                    <a:pt x="1756047" y="890281"/>
                  </a:lnTo>
                  <a:lnTo>
                    <a:pt x="1765857" y="910695"/>
                  </a:lnTo>
                  <a:lnTo>
                    <a:pt x="1775668" y="931745"/>
                  </a:lnTo>
                  <a:lnTo>
                    <a:pt x="1785478" y="953381"/>
                  </a:lnTo>
                  <a:lnTo>
                    <a:pt x="1795288" y="975605"/>
                  </a:lnTo>
                  <a:lnTo>
                    <a:pt x="1805098" y="998237"/>
                  </a:lnTo>
                  <a:lnTo>
                    <a:pt x="1814909" y="1021197"/>
                  </a:lnTo>
                  <a:lnTo>
                    <a:pt x="1824719" y="1044402"/>
                  </a:lnTo>
                  <a:lnTo>
                    <a:pt x="1834529" y="1067768"/>
                  </a:lnTo>
                  <a:lnTo>
                    <a:pt x="1844340" y="1091211"/>
                  </a:lnTo>
                  <a:lnTo>
                    <a:pt x="1854150" y="1114651"/>
                  </a:lnTo>
                  <a:lnTo>
                    <a:pt x="1863960" y="1137984"/>
                  </a:lnTo>
                  <a:lnTo>
                    <a:pt x="1873771" y="1161124"/>
                  </a:lnTo>
                  <a:lnTo>
                    <a:pt x="1883581" y="1184007"/>
                  </a:lnTo>
                  <a:lnTo>
                    <a:pt x="1893391" y="1206571"/>
                  </a:lnTo>
                  <a:lnTo>
                    <a:pt x="1903202" y="1228756"/>
                  </a:lnTo>
                  <a:lnTo>
                    <a:pt x="1913012" y="1250503"/>
                  </a:lnTo>
                  <a:lnTo>
                    <a:pt x="1922822" y="1271760"/>
                  </a:lnTo>
                  <a:lnTo>
                    <a:pt x="1932633" y="1292436"/>
                  </a:lnTo>
                  <a:lnTo>
                    <a:pt x="1942443" y="1312433"/>
                  </a:lnTo>
                  <a:lnTo>
                    <a:pt x="1952253" y="1331775"/>
                  </a:lnTo>
                  <a:lnTo>
                    <a:pt x="1962064" y="1350419"/>
                  </a:lnTo>
                  <a:lnTo>
                    <a:pt x="1971874" y="1368328"/>
                  </a:lnTo>
                  <a:lnTo>
                    <a:pt x="1981684" y="1385468"/>
                  </a:lnTo>
                  <a:lnTo>
                    <a:pt x="1991495" y="1401810"/>
                  </a:lnTo>
                  <a:lnTo>
                    <a:pt x="2001305" y="1417328"/>
                  </a:lnTo>
                  <a:lnTo>
                    <a:pt x="2011115" y="1431848"/>
                  </a:lnTo>
                  <a:lnTo>
                    <a:pt x="2020926" y="1445516"/>
                  </a:lnTo>
                  <a:lnTo>
                    <a:pt x="2030736" y="1458335"/>
                  </a:lnTo>
                  <a:lnTo>
                    <a:pt x="2040546" y="1470315"/>
                  </a:lnTo>
                  <a:lnTo>
                    <a:pt x="2050356" y="1481475"/>
                  </a:lnTo>
                  <a:lnTo>
                    <a:pt x="2060167" y="1491839"/>
                  </a:lnTo>
                  <a:lnTo>
                    <a:pt x="2069977" y="1501440"/>
                  </a:lnTo>
                  <a:lnTo>
                    <a:pt x="2079787" y="1510237"/>
                  </a:lnTo>
                  <a:lnTo>
                    <a:pt x="2089598" y="1518327"/>
                  </a:lnTo>
                  <a:lnTo>
                    <a:pt x="2099408" y="1525809"/>
                  </a:lnTo>
                  <a:lnTo>
                    <a:pt x="2109218" y="1532736"/>
                  </a:lnTo>
                  <a:lnTo>
                    <a:pt x="2119029" y="1539161"/>
                  </a:lnTo>
                  <a:lnTo>
                    <a:pt x="2128839" y="1545137"/>
                  </a:lnTo>
                  <a:lnTo>
                    <a:pt x="2138649" y="1550717"/>
                  </a:lnTo>
                  <a:lnTo>
                    <a:pt x="2148460" y="1555935"/>
                  </a:lnTo>
                  <a:lnTo>
                    <a:pt x="2158270" y="1560828"/>
                  </a:lnTo>
                  <a:lnTo>
                    <a:pt x="2168080" y="1565482"/>
                  </a:lnTo>
                  <a:lnTo>
                    <a:pt x="2177891" y="1569933"/>
                  </a:lnTo>
                  <a:lnTo>
                    <a:pt x="2187701" y="1574214"/>
                  </a:lnTo>
                  <a:lnTo>
                    <a:pt x="2197511" y="1578353"/>
                  </a:lnTo>
                  <a:lnTo>
                    <a:pt x="2207322" y="1582373"/>
                  </a:lnTo>
                  <a:lnTo>
                    <a:pt x="2217132" y="1586297"/>
                  </a:lnTo>
                  <a:lnTo>
                    <a:pt x="2226942" y="1590130"/>
                  </a:lnTo>
                  <a:lnTo>
                    <a:pt x="2236753" y="1593900"/>
                  </a:lnTo>
                  <a:lnTo>
                    <a:pt x="2246563" y="1597620"/>
                  </a:lnTo>
                  <a:lnTo>
                    <a:pt x="2256373" y="1601295"/>
                  </a:lnTo>
                  <a:lnTo>
                    <a:pt x="2266184" y="1604934"/>
                  </a:lnTo>
                  <a:lnTo>
                    <a:pt x="2275994" y="1608540"/>
                  </a:lnTo>
                  <a:lnTo>
                    <a:pt x="2285804" y="1612117"/>
                  </a:lnTo>
                  <a:lnTo>
                    <a:pt x="2295615" y="1615665"/>
                  </a:lnTo>
                  <a:lnTo>
                    <a:pt x="2305425" y="1619187"/>
                  </a:lnTo>
                  <a:lnTo>
                    <a:pt x="2315235" y="1622684"/>
                  </a:lnTo>
                  <a:lnTo>
                    <a:pt x="2325045" y="1626158"/>
                  </a:lnTo>
                  <a:lnTo>
                    <a:pt x="2334856" y="1629606"/>
                  </a:lnTo>
                  <a:lnTo>
                    <a:pt x="2344666" y="1633029"/>
                  </a:lnTo>
                  <a:lnTo>
                    <a:pt x="2354476" y="1636426"/>
                  </a:lnTo>
                  <a:lnTo>
                    <a:pt x="2364287" y="1639795"/>
                  </a:lnTo>
                  <a:lnTo>
                    <a:pt x="2374097" y="1643133"/>
                  </a:lnTo>
                  <a:lnTo>
                    <a:pt x="2383907" y="1646445"/>
                  </a:lnTo>
                  <a:lnTo>
                    <a:pt x="2393718" y="1649733"/>
                  </a:lnTo>
                  <a:lnTo>
                    <a:pt x="2403528" y="1652999"/>
                  </a:lnTo>
                  <a:lnTo>
                    <a:pt x="2413338" y="1656247"/>
                  </a:lnTo>
                  <a:lnTo>
                    <a:pt x="2423149" y="1659482"/>
                  </a:lnTo>
                  <a:lnTo>
                    <a:pt x="2432959" y="1662708"/>
                  </a:lnTo>
                  <a:lnTo>
                    <a:pt x="2442769" y="1665934"/>
                  </a:lnTo>
                  <a:lnTo>
                    <a:pt x="2452580" y="1669168"/>
                  </a:lnTo>
                  <a:lnTo>
                    <a:pt x="2462390" y="1672416"/>
                  </a:lnTo>
                  <a:lnTo>
                    <a:pt x="2472200" y="1675684"/>
                  </a:lnTo>
                  <a:lnTo>
                    <a:pt x="2482011" y="1678977"/>
                  </a:lnTo>
                  <a:lnTo>
                    <a:pt x="2491821" y="1682298"/>
                  </a:lnTo>
                  <a:lnTo>
                    <a:pt x="2501631" y="1685649"/>
                  </a:lnTo>
                  <a:lnTo>
                    <a:pt x="2511442" y="1689031"/>
                  </a:lnTo>
                  <a:lnTo>
                    <a:pt x="2521252" y="1692438"/>
                  </a:lnTo>
                  <a:lnTo>
                    <a:pt x="2531062" y="1695860"/>
                  </a:lnTo>
                  <a:lnTo>
                    <a:pt x="2540873" y="1699285"/>
                  </a:lnTo>
                  <a:lnTo>
                    <a:pt x="2550683" y="1702699"/>
                  </a:lnTo>
                  <a:lnTo>
                    <a:pt x="2560493" y="1706088"/>
                  </a:lnTo>
                  <a:lnTo>
                    <a:pt x="2570303" y="1709434"/>
                  </a:lnTo>
                  <a:lnTo>
                    <a:pt x="2580114" y="1712715"/>
                  </a:lnTo>
                  <a:lnTo>
                    <a:pt x="2589924" y="1715893"/>
                  </a:lnTo>
                  <a:lnTo>
                    <a:pt x="2599734" y="1718959"/>
                  </a:lnTo>
                  <a:lnTo>
                    <a:pt x="2609545" y="1721894"/>
                  </a:lnTo>
                  <a:lnTo>
                    <a:pt x="2619355" y="1724677"/>
                  </a:lnTo>
                  <a:lnTo>
                    <a:pt x="2629165" y="1727294"/>
                  </a:lnTo>
                  <a:lnTo>
                    <a:pt x="2638976" y="1729729"/>
                  </a:lnTo>
                  <a:lnTo>
                    <a:pt x="2648786" y="1731969"/>
                  </a:lnTo>
                  <a:lnTo>
                    <a:pt x="2658596" y="1733973"/>
                  </a:lnTo>
                  <a:lnTo>
                    <a:pt x="2668407" y="1735756"/>
                  </a:lnTo>
                  <a:lnTo>
                    <a:pt x="2678217" y="1737322"/>
                  </a:lnTo>
                  <a:lnTo>
                    <a:pt x="2688027" y="1738674"/>
                  </a:lnTo>
                  <a:lnTo>
                    <a:pt x="2697838" y="1739812"/>
                  </a:lnTo>
                  <a:lnTo>
                    <a:pt x="2707648" y="1740743"/>
                  </a:lnTo>
                  <a:lnTo>
                    <a:pt x="2717458" y="1741474"/>
                  </a:lnTo>
                  <a:lnTo>
                    <a:pt x="2727269" y="1742001"/>
                  </a:lnTo>
                  <a:lnTo>
                    <a:pt x="2737079" y="1742337"/>
                  </a:lnTo>
                  <a:lnTo>
                    <a:pt x="2746889" y="1742516"/>
                  </a:lnTo>
                  <a:lnTo>
                    <a:pt x="2756700" y="1742556"/>
                  </a:lnTo>
                  <a:lnTo>
                    <a:pt x="2766510" y="1742476"/>
                  </a:lnTo>
                  <a:lnTo>
                    <a:pt x="2776320" y="1742294"/>
                  </a:lnTo>
                  <a:lnTo>
                    <a:pt x="2786131" y="1742033"/>
                  </a:lnTo>
                  <a:lnTo>
                    <a:pt x="2795941" y="1741711"/>
                  </a:lnTo>
                  <a:lnTo>
                    <a:pt x="2805751" y="1741352"/>
                  </a:lnTo>
                  <a:lnTo>
                    <a:pt x="2815561" y="1740987"/>
                  </a:lnTo>
                  <a:lnTo>
                    <a:pt x="2825372" y="1740635"/>
                  </a:lnTo>
                  <a:lnTo>
                    <a:pt x="2835182" y="1740317"/>
                  </a:lnTo>
                  <a:lnTo>
                    <a:pt x="2844992" y="1740048"/>
                  </a:lnTo>
                  <a:lnTo>
                    <a:pt x="2854803" y="1739845"/>
                  </a:lnTo>
                  <a:lnTo>
                    <a:pt x="2864613" y="1739721"/>
                  </a:lnTo>
                  <a:lnTo>
                    <a:pt x="2874423" y="1739698"/>
                  </a:lnTo>
                  <a:lnTo>
                    <a:pt x="2884234" y="1739778"/>
                  </a:lnTo>
                  <a:lnTo>
                    <a:pt x="2894044" y="1739959"/>
                  </a:lnTo>
                  <a:lnTo>
                    <a:pt x="2903854" y="1740241"/>
                  </a:lnTo>
                  <a:lnTo>
                    <a:pt x="2913665" y="1740620"/>
                  </a:lnTo>
                  <a:lnTo>
                    <a:pt x="2923475" y="1741093"/>
                  </a:lnTo>
                  <a:lnTo>
                    <a:pt x="2933285" y="1741652"/>
                  </a:lnTo>
                  <a:lnTo>
                    <a:pt x="2943096" y="1742295"/>
                  </a:lnTo>
                  <a:lnTo>
                    <a:pt x="2952906" y="1743010"/>
                  </a:lnTo>
                  <a:lnTo>
                    <a:pt x="2962716" y="1743779"/>
                  </a:lnTo>
                  <a:lnTo>
                    <a:pt x="2972527" y="1744589"/>
                  </a:lnTo>
                  <a:lnTo>
                    <a:pt x="2982337" y="1745431"/>
                  </a:lnTo>
                  <a:lnTo>
                    <a:pt x="2992147" y="1746294"/>
                  </a:lnTo>
                  <a:lnTo>
                    <a:pt x="3001958" y="1747168"/>
                  </a:lnTo>
                  <a:lnTo>
                    <a:pt x="3011768" y="1748042"/>
                  </a:lnTo>
                  <a:lnTo>
                    <a:pt x="3021578" y="1748905"/>
                  </a:lnTo>
                  <a:lnTo>
                    <a:pt x="3031389" y="1749750"/>
                  </a:lnTo>
                  <a:lnTo>
                    <a:pt x="3041199" y="1750570"/>
                  </a:lnTo>
                  <a:lnTo>
                    <a:pt x="3051009" y="1751359"/>
                  </a:lnTo>
                  <a:lnTo>
                    <a:pt x="3060820" y="1752113"/>
                  </a:lnTo>
                  <a:lnTo>
                    <a:pt x="3070630" y="1752827"/>
                  </a:lnTo>
                  <a:lnTo>
                    <a:pt x="3080440" y="1753498"/>
                  </a:lnTo>
                  <a:lnTo>
                    <a:pt x="3090250" y="1754117"/>
                  </a:lnTo>
                  <a:lnTo>
                    <a:pt x="3100061" y="1754684"/>
                  </a:lnTo>
                  <a:lnTo>
                    <a:pt x="3109871" y="1755202"/>
                  </a:lnTo>
                  <a:lnTo>
                    <a:pt x="3119681" y="1755668"/>
                  </a:lnTo>
                  <a:lnTo>
                    <a:pt x="3129492" y="1756084"/>
                  </a:lnTo>
                  <a:lnTo>
                    <a:pt x="3139302" y="1756450"/>
                  </a:lnTo>
                  <a:lnTo>
                    <a:pt x="3149112" y="1756767"/>
                  </a:lnTo>
                  <a:lnTo>
                    <a:pt x="3158923" y="1757033"/>
                  </a:lnTo>
                  <a:lnTo>
                    <a:pt x="3168733" y="1757250"/>
                  </a:lnTo>
                  <a:lnTo>
                    <a:pt x="3178543" y="1757425"/>
                  </a:lnTo>
                  <a:lnTo>
                    <a:pt x="3188354" y="1757563"/>
                  </a:lnTo>
                  <a:lnTo>
                    <a:pt x="3198164" y="1757668"/>
                  </a:lnTo>
                  <a:lnTo>
                    <a:pt x="3207974" y="1757744"/>
                  </a:lnTo>
                  <a:lnTo>
                    <a:pt x="3217785" y="1757797"/>
                  </a:lnTo>
                  <a:lnTo>
                    <a:pt x="3227595" y="1757830"/>
                  </a:lnTo>
                  <a:lnTo>
                    <a:pt x="3237405" y="1757849"/>
                  </a:lnTo>
                  <a:lnTo>
                    <a:pt x="3247216" y="1757862"/>
                  </a:lnTo>
                  <a:lnTo>
                    <a:pt x="3257026" y="1757875"/>
                  </a:lnTo>
                  <a:lnTo>
                    <a:pt x="3266836" y="1757893"/>
                  </a:lnTo>
                  <a:lnTo>
                    <a:pt x="3276647" y="1757921"/>
                  </a:lnTo>
                  <a:lnTo>
                    <a:pt x="3286457" y="1757963"/>
                  </a:lnTo>
                  <a:lnTo>
                    <a:pt x="3296267" y="1758024"/>
                  </a:lnTo>
                  <a:lnTo>
                    <a:pt x="3306078" y="1758111"/>
                  </a:lnTo>
                  <a:lnTo>
                    <a:pt x="3315888" y="1758226"/>
                  </a:lnTo>
                  <a:lnTo>
                    <a:pt x="3325698" y="1758370"/>
                  </a:lnTo>
                  <a:lnTo>
                    <a:pt x="3335508" y="1758545"/>
                  </a:lnTo>
                  <a:lnTo>
                    <a:pt x="3345319" y="1758752"/>
                  </a:lnTo>
                  <a:lnTo>
                    <a:pt x="3355129" y="1758990"/>
                  </a:lnTo>
                  <a:lnTo>
                    <a:pt x="3364939" y="1759260"/>
                  </a:lnTo>
                  <a:lnTo>
                    <a:pt x="3374750" y="1759562"/>
                  </a:lnTo>
                  <a:lnTo>
                    <a:pt x="3384560" y="1759895"/>
                  </a:lnTo>
                  <a:lnTo>
                    <a:pt x="3394370" y="1760254"/>
                  </a:lnTo>
                  <a:lnTo>
                    <a:pt x="3404181" y="1760635"/>
                  </a:lnTo>
                  <a:lnTo>
                    <a:pt x="3413991" y="1761034"/>
                  </a:lnTo>
                  <a:lnTo>
                    <a:pt x="3423801" y="1761447"/>
                  </a:lnTo>
                  <a:lnTo>
                    <a:pt x="3433612" y="1761871"/>
                  </a:lnTo>
                  <a:lnTo>
                    <a:pt x="3443422" y="1762301"/>
                  </a:lnTo>
                  <a:lnTo>
                    <a:pt x="3453232" y="1762732"/>
                  </a:lnTo>
                  <a:lnTo>
                    <a:pt x="3463043" y="1763158"/>
                  </a:lnTo>
                  <a:lnTo>
                    <a:pt x="3472853" y="1763576"/>
                  </a:lnTo>
                  <a:lnTo>
                    <a:pt x="3482663" y="1763981"/>
                  </a:lnTo>
                  <a:lnTo>
                    <a:pt x="3492474" y="1764370"/>
                  </a:lnTo>
                  <a:lnTo>
                    <a:pt x="3502284" y="1764741"/>
                  </a:lnTo>
                  <a:lnTo>
                    <a:pt x="3512094" y="1765090"/>
                  </a:lnTo>
                  <a:lnTo>
                    <a:pt x="3521905" y="1765413"/>
                  </a:lnTo>
                  <a:lnTo>
                    <a:pt x="3531715" y="1765708"/>
                  </a:lnTo>
                  <a:lnTo>
                    <a:pt x="3541525" y="1765977"/>
                  </a:lnTo>
                  <a:lnTo>
                    <a:pt x="3551336" y="1766220"/>
                  </a:lnTo>
                  <a:lnTo>
                    <a:pt x="3561146" y="1766436"/>
                  </a:lnTo>
                  <a:lnTo>
                    <a:pt x="3570956" y="1766628"/>
                  </a:lnTo>
                  <a:lnTo>
                    <a:pt x="3580766" y="1766794"/>
                  </a:lnTo>
                  <a:lnTo>
                    <a:pt x="3590577" y="1766936"/>
                  </a:lnTo>
                  <a:lnTo>
                    <a:pt x="3600387" y="1767052"/>
                  </a:lnTo>
                  <a:lnTo>
                    <a:pt x="3610197" y="1767147"/>
                  </a:lnTo>
                  <a:lnTo>
                    <a:pt x="3620008" y="1767223"/>
                  </a:lnTo>
                  <a:lnTo>
                    <a:pt x="3629818" y="1767279"/>
                  </a:lnTo>
                  <a:lnTo>
                    <a:pt x="3639628" y="1767317"/>
                  </a:lnTo>
                  <a:lnTo>
                    <a:pt x="3649439" y="1767336"/>
                  </a:lnTo>
                  <a:lnTo>
                    <a:pt x="3659249" y="1767337"/>
                  </a:lnTo>
                  <a:lnTo>
                    <a:pt x="3669059" y="1767317"/>
                  </a:lnTo>
                  <a:lnTo>
                    <a:pt x="3678870" y="1767275"/>
                  </a:lnTo>
                  <a:lnTo>
                    <a:pt x="3688680" y="1767211"/>
                  </a:lnTo>
                  <a:lnTo>
                    <a:pt x="3698490" y="1767123"/>
                  </a:lnTo>
                  <a:lnTo>
                    <a:pt x="3708301" y="1767008"/>
                  </a:lnTo>
                  <a:lnTo>
                    <a:pt x="3718111" y="1766863"/>
                  </a:lnTo>
                  <a:lnTo>
                    <a:pt x="3727921" y="1766686"/>
                  </a:lnTo>
                  <a:lnTo>
                    <a:pt x="3737732" y="1766469"/>
                  </a:lnTo>
                  <a:lnTo>
                    <a:pt x="3747542" y="1766209"/>
                  </a:lnTo>
                  <a:lnTo>
                    <a:pt x="3757352" y="1765906"/>
                  </a:lnTo>
                  <a:lnTo>
                    <a:pt x="3767163" y="1765558"/>
                  </a:lnTo>
                  <a:lnTo>
                    <a:pt x="3776973" y="1765163"/>
                  </a:lnTo>
                  <a:lnTo>
                    <a:pt x="3786783" y="1764721"/>
                  </a:lnTo>
                  <a:lnTo>
                    <a:pt x="3796594" y="1764233"/>
                  </a:lnTo>
                  <a:lnTo>
                    <a:pt x="3806404" y="1763698"/>
                  </a:lnTo>
                  <a:lnTo>
                    <a:pt x="3816214" y="1763115"/>
                  </a:lnTo>
                  <a:lnTo>
                    <a:pt x="3826025" y="1762498"/>
                  </a:lnTo>
                  <a:lnTo>
                    <a:pt x="3835835" y="1761852"/>
                  </a:lnTo>
                  <a:lnTo>
                    <a:pt x="3845645" y="1761187"/>
                  </a:lnTo>
                  <a:lnTo>
                    <a:pt x="3855455" y="1760511"/>
                  </a:lnTo>
                  <a:lnTo>
                    <a:pt x="3865266" y="1759835"/>
                  </a:lnTo>
                  <a:lnTo>
                    <a:pt x="3875076" y="1759171"/>
                  </a:lnTo>
                  <a:lnTo>
                    <a:pt x="3884886" y="1758536"/>
                  </a:lnTo>
                  <a:lnTo>
                    <a:pt x="3894697" y="1757942"/>
                  </a:lnTo>
                  <a:lnTo>
                    <a:pt x="3904507" y="1757399"/>
                  </a:lnTo>
                  <a:lnTo>
                    <a:pt x="3914317" y="1756919"/>
                  </a:lnTo>
                  <a:lnTo>
                    <a:pt x="3924128" y="1756508"/>
                  </a:lnTo>
                  <a:lnTo>
                    <a:pt x="3933938" y="1756175"/>
                  </a:lnTo>
                  <a:lnTo>
                    <a:pt x="3943748" y="1755926"/>
                  </a:lnTo>
                  <a:lnTo>
                    <a:pt x="3953559" y="1755769"/>
                  </a:lnTo>
                  <a:lnTo>
                    <a:pt x="3963369" y="1755710"/>
                  </a:lnTo>
                  <a:lnTo>
                    <a:pt x="3973179" y="1755737"/>
                  </a:lnTo>
                  <a:lnTo>
                    <a:pt x="3982990" y="1755846"/>
                  </a:lnTo>
                  <a:lnTo>
                    <a:pt x="3992800" y="1756031"/>
                  </a:lnTo>
                  <a:lnTo>
                    <a:pt x="4002610" y="1756286"/>
                  </a:lnTo>
                  <a:lnTo>
                    <a:pt x="4012421" y="1756604"/>
                  </a:lnTo>
                  <a:lnTo>
                    <a:pt x="4022231" y="1756975"/>
                  </a:lnTo>
                  <a:lnTo>
                    <a:pt x="4032041" y="1757398"/>
                  </a:lnTo>
                  <a:lnTo>
                    <a:pt x="4041852" y="1757854"/>
                  </a:lnTo>
                  <a:lnTo>
                    <a:pt x="4051662" y="1758335"/>
                  </a:lnTo>
                  <a:lnTo>
                    <a:pt x="4061472" y="1758833"/>
                  </a:lnTo>
                  <a:lnTo>
                    <a:pt x="4071283" y="1759342"/>
                  </a:lnTo>
                  <a:lnTo>
                    <a:pt x="4081093" y="1759856"/>
                  </a:lnTo>
                  <a:lnTo>
                    <a:pt x="4090903" y="1760370"/>
                  </a:lnTo>
                  <a:lnTo>
                    <a:pt x="4100713" y="1760878"/>
                  </a:lnTo>
                  <a:lnTo>
                    <a:pt x="4110524" y="1761377"/>
                  </a:lnTo>
                  <a:lnTo>
                    <a:pt x="4120334" y="1761863"/>
                  </a:lnTo>
                  <a:lnTo>
                    <a:pt x="4130144" y="1762335"/>
                  </a:lnTo>
                  <a:lnTo>
                    <a:pt x="4139955" y="1762791"/>
                  </a:lnTo>
                  <a:lnTo>
                    <a:pt x="4149765" y="1763230"/>
                  </a:lnTo>
                  <a:lnTo>
                    <a:pt x="4159575" y="1763651"/>
                  </a:lnTo>
                  <a:lnTo>
                    <a:pt x="4169386" y="1764050"/>
                  </a:lnTo>
                  <a:lnTo>
                    <a:pt x="4179196" y="1764426"/>
                  </a:lnTo>
                  <a:lnTo>
                    <a:pt x="4189006" y="1764779"/>
                  </a:lnTo>
                  <a:lnTo>
                    <a:pt x="4198817" y="1765111"/>
                  </a:lnTo>
                  <a:lnTo>
                    <a:pt x="4208627" y="1765418"/>
                  </a:lnTo>
                  <a:lnTo>
                    <a:pt x="4218437" y="1765703"/>
                  </a:lnTo>
                  <a:lnTo>
                    <a:pt x="4228248" y="1765963"/>
                  </a:lnTo>
                  <a:lnTo>
                    <a:pt x="4238058" y="1766201"/>
                  </a:lnTo>
                  <a:lnTo>
                    <a:pt x="4247868" y="1766411"/>
                  </a:lnTo>
                  <a:lnTo>
                    <a:pt x="4257679" y="1766598"/>
                  </a:lnTo>
                  <a:lnTo>
                    <a:pt x="4267489" y="1766764"/>
                  </a:lnTo>
                  <a:lnTo>
                    <a:pt x="4277299" y="1766909"/>
                  </a:lnTo>
                  <a:lnTo>
                    <a:pt x="4287110" y="1767036"/>
                  </a:lnTo>
                  <a:lnTo>
                    <a:pt x="4296920" y="1767145"/>
                  </a:lnTo>
                  <a:lnTo>
                    <a:pt x="4306730" y="1767238"/>
                  </a:lnTo>
                  <a:lnTo>
                    <a:pt x="4316541" y="1767314"/>
                  </a:lnTo>
                  <a:lnTo>
                    <a:pt x="4326351" y="1767377"/>
                  </a:lnTo>
                  <a:lnTo>
                    <a:pt x="4336161" y="1767429"/>
                  </a:lnTo>
                  <a:lnTo>
                    <a:pt x="4345971" y="1767471"/>
                  </a:lnTo>
                  <a:lnTo>
                    <a:pt x="4355782" y="1767505"/>
                  </a:lnTo>
                  <a:lnTo>
                    <a:pt x="4365592" y="1767531"/>
                  </a:lnTo>
                  <a:lnTo>
                    <a:pt x="4375402" y="1767550"/>
                  </a:lnTo>
                  <a:lnTo>
                    <a:pt x="4385213" y="1767564"/>
                  </a:lnTo>
                  <a:lnTo>
                    <a:pt x="4395023" y="1767572"/>
                  </a:lnTo>
                  <a:lnTo>
                    <a:pt x="4404833" y="1767575"/>
                  </a:lnTo>
                  <a:lnTo>
                    <a:pt x="4414644" y="1767574"/>
                  </a:lnTo>
                  <a:lnTo>
                    <a:pt x="4424454" y="1767568"/>
                  </a:lnTo>
                  <a:lnTo>
                    <a:pt x="4434264" y="1767558"/>
                  </a:lnTo>
                  <a:lnTo>
                    <a:pt x="4444075" y="1767542"/>
                  </a:lnTo>
                  <a:lnTo>
                    <a:pt x="4453885" y="1767521"/>
                  </a:lnTo>
                  <a:lnTo>
                    <a:pt x="4463695" y="1767492"/>
                  </a:lnTo>
                  <a:lnTo>
                    <a:pt x="4473506" y="1767455"/>
                  </a:lnTo>
                  <a:lnTo>
                    <a:pt x="4483316" y="1767410"/>
                  </a:lnTo>
                  <a:lnTo>
                    <a:pt x="4493126" y="1767354"/>
                  </a:lnTo>
                  <a:lnTo>
                    <a:pt x="4502937" y="1767288"/>
                  </a:lnTo>
                  <a:lnTo>
                    <a:pt x="4512747" y="1767209"/>
                  </a:lnTo>
                  <a:lnTo>
                    <a:pt x="4522557" y="1767118"/>
                  </a:lnTo>
                  <a:lnTo>
                    <a:pt x="4532368" y="1767011"/>
                  </a:lnTo>
                  <a:lnTo>
                    <a:pt x="4542178" y="1766887"/>
                  </a:lnTo>
                  <a:lnTo>
                    <a:pt x="4551988" y="1766749"/>
                  </a:lnTo>
                  <a:lnTo>
                    <a:pt x="4561799" y="1766595"/>
                  </a:lnTo>
                  <a:lnTo>
                    <a:pt x="4571609" y="1766427"/>
                  </a:lnTo>
                  <a:lnTo>
                    <a:pt x="4581419" y="1766246"/>
                  </a:lnTo>
                  <a:lnTo>
                    <a:pt x="4591230" y="1766052"/>
                  </a:lnTo>
                  <a:lnTo>
                    <a:pt x="4601040" y="1765849"/>
                  </a:lnTo>
                  <a:lnTo>
                    <a:pt x="4610850" y="1765637"/>
                  </a:lnTo>
                  <a:lnTo>
                    <a:pt x="4620660" y="1765424"/>
                  </a:lnTo>
                  <a:lnTo>
                    <a:pt x="4630471" y="1765212"/>
                  </a:lnTo>
                  <a:lnTo>
                    <a:pt x="4640281" y="1765005"/>
                  </a:lnTo>
                  <a:lnTo>
                    <a:pt x="4650091" y="1764808"/>
                  </a:lnTo>
                  <a:lnTo>
                    <a:pt x="4659902" y="1764625"/>
                  </a:lnTo>
                  <a:lnTo>
                    <a:pt x="4669712" y="1764461"/>
                  </a:lnTo>
                  <a:lnTo>
                    <a:pt x="4679522" y="1764324"/>
                  </a:lnTo>
                  <a:lnTo>
                    <a:pt x="4689333" y="1764214"/>
                  </a:lnTo>
                  <a:lnTo>
                    <a:pt x="4699143" y="1764136"/>
                  </a:lnTo>
                  <a:lnTo>
                    <a:pt x="4708953" y="1764089"/>
                  </a:lnTo>
                  <a:lnTo>
                    <a:pt x="4718764" y="1764076"/>
                  </a:lnTo>
                  <a:lnTo>
                    <a:pt x="4728574" y="1764097"/>
                  </a:lnTo>
                  <a:lnTo>
                    <a:pt x="4738384" y="1764152"/>
                  </a:lnTo>
                  <a:lnTo>
                    <a:pt x="4748195" y="1764241"/>
                  </a:lnTo>
                  <a:lnTo>
                    <a:pt x="4758005" y="1764363"/>
                  </a:lnTo>
                  <a:lnTo>
                    <a:pt x="4767815" y="1764510"/>
                  </a:lnTo>
                  <a:lnTo>
                    <a:pt x="4777626" y="1764678"/>
                  </a:lnTo>
                  <a:lnTo>
                    <a:pt x="4787436" y="1764865"/>
                  </a:lnTo>
                  <a:lnTo>
                    <a:pt x="4797246" y="1765065"/>
                  </a:lnTo>
                  <a:lnTo>
                    <a:pt x="4807057" y="1765273"/>
                  </a:lnTo>
                  <a:lnTo>
                    <a:pt x="4816867" y="1765487"/>
                  </a:lnTo>
                  <a:lnTo>
                    <a:pt x="4826677" y="1765700"/>
                  </a:lnTo>
                  <a:lnTo>
                    <a:pt x="4836488" y="1765908"/>
                  </a:lnTo>
                  <a:lnTo>
                    <a:pt x="4846298" y="1766109"/>
                  </a:lnTo>
                  <a:lnTo>
                    <a:pt x="4856108" y="1766300"/>
                  </a:lnTo>
                  <a:lnTo>
                    <a:pt x="4865918" y="1766478"/>
                  </a:lnTo>
                  <a:lnTo>
                    <a:pt x="4875729" y="1766643"/>
                  </a:lnTo>
                  <a:lnTo>
                    <a:pt x="4885539" y="1766793"/>
                  </a:lnTo>
                  <a:lnTo>
                    <a:pt x="4895349" y="1766926"/>
                  </a:lnTo>
                  <a:lnTo>
                    <a:pt x="4905160" y="1767043"/>
                  </a:lnTo>
                  <a:lnTo>
                    <a:pt x="4914970" y="1767145"/>
                  </a:lnTo>
                  <a:lnTo>
                    <a:pt x="4924780" y="1767234"/>
                  </a:lnTo>
                  <a:lnTo>
                    <a:pt x="4934591" y="1767309"/>
                  </a:lnTo>
                  <a:lnTo>
                    <a:pt x="4944401" y="1767373"/>
                  </a:lnTo>
                  <a:lnTo>
                    <a:pt x="4954211" y="1767427"/>
                  </a:lnTo>
                  <a:lnTo>
                    <a:pt x="4964022" y="1767470"/>
                  </a:lnTo>
                  <a:lnTo>
                    <a:pt x="4973832" y="1767505"/>
                  </a:lnTo>
                  <a:lnTo>
                    <a:pt x="4983642" y="1767533"/>
                  </a:lnTo>
                  <a:lnTo>
                    <a:pt x="4993453" y="1767556"/>
                  </a:lnTo>
                  <a:lnTo>
                    <a:pt x="5003263" y="1767573"/>
                  </a:lnTo>
                  <a:lnTo>
                    <a:pt x="5013073" y="1767587"/>
                  </a:lnTo>
                </a:path>
              </a:pathLst>
            </a:custGeom>
            <a:ln w="6667" cap="rnd">
              <a:solidFill>
                <a:srgbClr val="A9A9A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2026-03-08T12:12:52Z</dcterms:modified>
  <cp:category/>
</cp:coreProperties>
</file>