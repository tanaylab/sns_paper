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3662679" y="2419866"/>
              <a:ext cx="4451578" cy="2668279"/>
            </a:xfrm>
            <a:custGeom>
              <a:avLst/>
              <a:pathLst>
                <a:path w="4451578" h="2668279">
                  <a:moveTo>
                    <a:pt x="0" y="2668279"/>
                  </a:moveTo>
                  <a:lnTo>
                    <a:pt x="8711" y="2668271"/>
                  </a:lnTo>
                  <a:lnTo>
                    <a:pt x="17423" y="2668260"/>
                  </a:lnTo>
                  <a:lnTo>
                    <a:pt x="26134" y="2668244"/>
                  </a:lnTo>
                  <a:lnTo>
                    <a:pt x="34846" y="2668222"/>
                  </a:lnTo>
                  <a:lnTo>
                    <a:pt x="43557" y="2668191"/>
                  </a:lnTo>
                  <a:lnTo>
                    <a:pt x="52269" y="2668151"/>
                  </a:lnTo>
                  <a:lnTo>
                    <a:pt x="60980" y="2668099"/>
                  </a:lnTo>
                  <a:lnTo>
                    <a:pt x="69692" y="2668033"/>
                  </a:lnTo>
                  <a:lnTo>
                    <a:pt x="78403" y="2667951"/>
                  </a:lnTo>
                  <a:lnTo>
                    <a:pt x="87115" y="2667850"/>
                  </a:lnTo>
                  <a:lnTo>
                    <a:pt x="95826" y="2667730"/>
                  </a:lnTo>
                  <a:lnTo>
                    <a:pt x="104538" y="2667588"/>
                  </a:lnTo>
                  <a:lnTo>
                    <a:pt x="113249" y="2667424"/>
                  </a:lnTo>
                  <a:lnTo>
                    <a:pt x="121961" y="2667236"/>
                  </a:lnTo>
                  <a:lnTo>
                    <a:pt x="130672" y="2667028"/>
                  </a:lnTo>
                  <a:lnTo>
                    <a:pt x="139384" y="2666801"/>
                  </a:lnTo>
                  <a:lnTo>
                    <a:pt x="148095" y="2666559"/>
                  </a:lnTo>
                  <a:lnTo>
                    <a:pt x="156807" y="2666306"/>
                  </a:lnTo>
                  <a:lnTo>
                    <a:pt x="165518" y="2666046"/>
                  </a:lnTo>
                  <a:lnTo>
                    <a:pt x="174230" y="2665782"/>
                  </a:lnTo>
                  <a:lnTo>
                    <a:pt x="182941" y="2665519"/>
                  </a:lnTo>
                  <a:lnTo>
                    <a:pt x="191653" y="2665262"/>
                  </a:lnTo>
                  <a:lnTo>
                    <a:pt x="200364" y="2665014"/>
                  </a:lnTo>
                  <a:lnTo>
                    <a:pt x="209076" y="2664778"/>
                  </a:lnTo>
                  <a:lnTo>
                    <a:pt x="217787" y="2664555"/>
                  </a:lnTo>
                  <a:lnTo>
                    <a:pt x="226499" y="2664345"/>
                  </a:lnTo>
                  <a:lnTo>
                    <a:pt x="235210" y="2664148"/>
                  </a:lnTo>
                  <a:lnTo>
                    <a:pt x="243922" y="2663961"/>
                  </a:lnTo>
                  <a:lnTo>
                    <a:pt x="252633" y="2663782"/>
                  </a:lnTo>
                  <a:lnTo>
                    <a:pt x="261345" y="2663609"/>
                  </a:lnTo>
                  <a:lnTo>
                    <a:pt x="270056" y="2663436"/>
                  </a:lnTo>
                  <a:lnTo>
                    <a:pt x="278768" y="2663260"/>
                  </a:lnTo>
                  <a:lnTo>
                    <a:pt x="287479" y="2663076"/>
                  </a:lnTo>
                  <a:lnTo>
                    <a:pt x="296191" y="2662877"/>
                  </a:lnTo>
                  <a:lnTo>
                    <a:pt x="304902" y="2662660"/>
                  </a:lnTo>
                  <a:lnTo>
                    <a:pt x="313614" y="2662418"/>
                  </a:lnTo>
                  <a:lnTo>
                    <a:pt x="322325" y="2662147"/>
                  </a:lnTo>
                  <a:lnTo>
                    <a:pt x="331037" y="2661841"/>
                  </a:lnTo>
                  <a:lnTo>
                    <a:pt x="339748" y="2661495"/>
                  </a:lnTo>
                  <a:lnTo>
                    <a:pt x="348460" y="2661102"/>
                  </a:lnTo>
                  <a:lnTo>
                    <a:pt x="357171" y="2660659"/>
                  </a:lnTo>
                  <a:lnTo>
                    <a:pt x="365883" y="2660161"/>
                  </a:lnTo>
                  <a:lnTo>
                    <a:pt x="374594" y="2659597"/>
                  </a:lnTo>
                  <a:lnTo>
                    <a:pt x="383306" y="2658974"/>
                  </a:lnTo>
                  <a:lnTo>
                    <a:pt x="392017" y="2658290"/>
                  </a:lnTo>
                  <a:lnTo>
                    <a:pt x="400729" y="2657546"/>
                  </a:lnTo>
                  <a:lnTo>
                    <a:pt x="409440" y="2656745"/>
                  </a:lnTo>
                  <a:lnTo>
                    <a:pt x="418152" y="2655889"/>
                  </a:lnTo>
                  <a:lnTo>
                    <a:pt x="426863" y="2654982"/>
                  </a:lnTo>
                  <a:lnTo>
                    <a:pt x="435575" y="2654028"/>
                  </a:lnTo>
                  <a:lnTo>
                    <a:pt x="444286" y="2653029"/>
                  </a:lnTo>
                  <a:lnTo>
                    <a:pt x="452998" y="2651988"/>
                  </a:lnTo>
                  <a:lnTo>
                    <a:pt x="461709" y="2650905"/>
                  </a:lnTo>
                  <a:lnTo>
                    <a:pt x="470421" y="2649786"/>
                  </a:lnTo>
                  <a:lnTo>
                    <a:pt x="479132" y="2648629"/>
                  </a:lnTo>
                  <a:lnTo>
                    <a:pt x="487844" y="2647435"/>
                  </a:lnTo>
                  <a:lnTo>
                    <a:pt x="496555" y="2646200"/>
                  </a:lnTo>
                  <a:lnTo>
                    <a:pt x="505267" y="2644924"/>
                  </a:lnTo>
                  <a:lnTo>
                    <a:pt x="513978" y="2643601"/>
                  </a:lnTo>
                  <a:lnTo>
                    <a:pt x="522690" y="2642228"/>
                  </a:lnTo>
                  <a:lnTo>
                    <a:pt x="531401" y="2640800"/>
                  </a:lnTo>
                  <a:lnTo>
                    <a:pt x="540113" y="2639305"/>
                  </a:lnTo>
                  <a:lnTo>
                    <a:pt x="548824" y="2637740"/>
                  </a:lnTo>
                  <a:lnTo>
                    <a:pt x="557536" y="2636103"/>
                  </a:lnTo>
                  <a:lnTo>
                    <a:pt x="566247" y="2634388"/>
                  </a:lnTo>
                  <a:lnTo>
                    <a:pt x="574959" y="2632591"/>
                  </a:lnTo>
                  <a:lnTo>
                    <a:pt x="583670" y="2630713"/>
                  </a:lnTo>
                  <a:lnTo>
                    <a:pt x="592382" y="2628752"/>
                  </a:lnTo>
                  <a:lnTo>
                    <a:pt x="601093" y="2626712"/>
                  </a:lnTo>
                  <a:lnTo>
                    <a:pt x="609805" y="2624597"/>
                  </a:lnTo>
                  <a:lnTo>
                    <a:pt x="618516" y="2622415"/>
                  </a:lnTo>
                  <a:lnTo>
                    <a:pt x="627228" y="2620170"/>
                  </a:lnTo>
                  <a:lnTo>
                    <a:pt x="635939" y="2617879"/>
                  </a:lnTo>
                  <a:lnTo>
                    <a:pt x="644651" y="2615552"/>
                  </a:lnTo>
                  <a:lnTo>
                    <a:pt x="653362" y="2613195"/>
                  </a:lnTo>
                  <a:lnTo>
                    <a:pt x="662074" y="2610814"/>
                  </a:lnTo>
                  <a:lnTo>
                    <a:pt x="670785" y="2608410"/>
                  </a:lnTo>
                  <a:lnTo>
                    <a:pt x="679497" y="2605979"/>
                  </a:lnTo>
                  <a:lnTo>
                    <a:pt x="688208" y="2603516"/>
                  </a:lnTo>
                  <a:lnTo>
                    <a:pt x="696920" y="2601011"/>
                  </a:lnTo>
                  <a:lnTo>
                    <a:pt x="705631" y="2598448"/>
                  </a:lnTo>
                  <a:lnTo>
                    <a:pt x="714343" y="2595804"/>
                  </a:lnTo>
                  <a:lnTo>
                    <a:pt x="723054" y="2593065"/>
                  </a:lnTo>
                  <a:lnTo>
                    <a:pt x="731766" y="2590212"/>
                  </a:lnTo>
                  <a:lnTo>
                    <a:pt x="740477" y="2587227"/>
                  </a:lnTo>
                  <a:lnTo>
                    <a:pt x="749189" y="2584088"/>
                  </a:lnTo>
                  <a:lnTo>
                    <a:pt x="757900" y="2580774"/>
                  </a:lnTo>
                  <a:lnTo>
                    <a:pt x="766612" y="2577262"/>
                  </a:lnTo>
                  <a:lnTo>
                    <a:pt x="775323" y="2573528"/>
                  </a:lnTo>
                  <a:lnTo>
                    <a:pt x="784035" y="2569546"/>
                  </a:lnTo>
                  <a:lnTo>
                    <a:pt x="792746" y="2565265"/>
                  </a:lnTo>
                  <a:lnTo>
                    <a:pt x="801458" y="2560653"/>
                  </a:lnTo>
                  <a:lnTo>
                    <a:pt x="810169" y="2555695"/>
                  </a:lnTo>
                  <a:lnTo>
                    <a:pt x="818881" y="2550359"/>
                  </a:lnTo>
                  <a:lnTo>
                    <a:pt x="827592" y="2544619"/>
                  </a:lnTo>
                  <a:lnTo>
                    <a:pt x="836304" y="2538450"/>
                  </a:lnTo>
                  <a:lnTo>
                    <a:pt x="845015" y="2531834"/>
                  </a:lnTo>
                  <a:lnTo>
                    <a:pt x="853727" y="2524762"/>
                  </a:lnTo>
                  <a:lnTo>
                    <a:pt x="862438" y="2517235"/>
                  </a:lnTo>
                  <a:lnTo>
                    <a:pt x="871150" y="2509266"/>
                  </a:lnTo>
                  <a:lnTo>
                    <a:pt x="879861" y="2500842"/>
                  </a:lnTo>
                  <a:lnTo>
                    <a:pt x="888573" y="2492052"/>
                  </a:lnTo>
                  <a:lnTo>
                    <a:pt x="897284" y="2482965"/>
                  </a:lnTo>
                  <a:lnTo>
                    <a:pt x="905996" y="2473656"/>
                  </a:lnTo>
                  <a:lnTo>
                    <a:pt x="914707" y="2464207"/>
                  </a:lnTo>
                  <a:lnTo>
                    <a:pt x="923419" y="2454706"/>
                  </a:lnTo>
                  <a:lnTo>
                    <a:pt x="932130" y="2445247"/>
                  </a:lnTo>
                  <a:lnTo>
                    <a:pt x="940842" y="2435917"/>
                  </a:lnTo>
                  <a:lnTo>
                    <a:pt x="949553" y="2426799"/>
                  </a:lnTo>
                  <a:lnTo>
                    <a:pt x="958265" y="2417970"/>
                  </a:lnTo>
                  <a:lnTo>
                    <a:pt x="966976" y="2409516"/>
                  </a:lnTo>
                  <a:lnTo>
                    <a:pt x="975688" y="2401423"/>
                  </a:lnTo>
                  <a:lnTo>
                    <a:pt x="984399" y="2393676"/>
                  </a:lnTo>
                  <a:lnTo>
                    <a:pt x="993111" y="2386236"/>
                  </a:lnTo>
                  <a:lnTo>
                    <a:pt x="1001822" y="2379032"/>
                  </a:lnTo>
                  <a:lnTo>
                    <a:pt x="1010534" y="2371970"/>
                  </a:lnTo>
                  <a:lnTo>
                    <a:pt x="1019246" y="2364932"/>
                  </a:lnTo>
                  <a:lnTo>
                    <a:pt x="1027957" y="2357787"/>
                  </a:lnTo>
                  <a:lnTo>
                    <a:pt x="1036669" y="2350393"/>
                  </a:lnTo>
                  <a:lnTo>
                    <a:pt x="1045380" y="2342578"/>
                  </a:lnTo>
                  <a:lnTo>
                    <a:pt x="1054092" y="2334174"/>
                  </a:lnTo>
                  <a:lnTo>
                    <a:pt x="1062803" y="2325105"/>
                  </a:lnTo>
                  <a:lnTo>
                    <a:pt x="1071515" y="2315287"/>
                  </a:lnTo>
                  <a:lnTo>
                    <a:pt x="1080226" y="2304662"/>
                  </a:lnTo>
                  <a:lnTo>
                    <a:pt x="1088938" y="2293204"/>
                  </a:lnTo>
                  <a:lnTo>
                    <a:pt x="1097649" y="2280908"/>
                  </a:lnTo>
                  <a:lnTo>
                    <a:pt x="1106361" y="2267795"/>
                  </a:lnTo>
                  <a:lnTo>
                    <a:pt x="1115072" y="2253904"/>
                  </a:lnTo>
                  <a:lnTo>
                    <a:pt x="1123784" y="2239289"/>
                  </a:lnTo>
                  <a:lnTo>
                    <a:pt x="1132495" y="2223959"/>
                  </a:lnTo>
                  <a:lnTo>
                    <a:pt x="1141207" y="2208031"/>
                  </a:lnTo>
                  <a:lnTo>
                    <a:pt x="1149918" y="2191594"/>
                  </a:lnTo>
                  <a:lnTo>
                    <a:pt x="1158630" y="2174713"/>
                  </a:lnTo>
                  <a:lnTo>
                    <a:pt x="1167341" y="2157447"/>
                  </a:lnTo>
                  <a:lnTo>
                    <a:pt x="1176053" y="2139858"/>
                  </a:lnTo>
                  <a:lnTo>
                    <a:pt x="1184764" y="2122001"/>
                  </a:lnTo>
                  <a:lnTo>
                    <a:pt x="1193476" y="2103938"/>
                  </a:lnTo>
                  <a:lnTo>
                    <a:pt x="1202187" y="2085727"/>
                  </a:lnTo>
                  <a:lnTo>
                    <a:pt x="1210899" y="2067431"/>
                  </a:lnTo>
                  <a:lnTo>
                    <a:pt x="1219610" y="2049120"/>
                  </a:lnTo>
                  <a:lnTo>
                    <a:pt x="1228322" y="2030865"/>
                  </a:lnTo>
                  <a:lnTo>
                    <a:pt x="1237033" y="2012715"/>
                  </a:lnTo>
                  <a:lnTo>
                    <a:pt x="1245745" y="1994708"/>
                  </a:lnTo>
                  <a:lnTo>
                    <a:pt x="1254456" y="1976863"/>
                  </a:lnTo>
                  <a:lnTo>
                    <a:pt x="1263168" y="1959176"/>
                  </a:lnTo>
                  <a:lnTo>
                    <a:pt x="1271879" y="1941619"/>
                  </a:lnTo>
                  <a:lnTo>
                    <a:pt x="1280591" y="1924136"/>
                  </a:lnTo>
                  <a:lnTo>
                    <a:pt x="1289302" y="1906645"/>
                  </a:lnTo>
                  <a:lnTo>
                    <a:pt x="1298014" y="1889030"/>
                  </a:lnTo>
                  <a:lnTo>
                    <a:pt x="1306725" y="1871121"/>
                  </a:lnTo>
                  <a:lnTo>
                    <a:pt x="1315437" y="1852786"/>
                  </a:lnTo>
                  <a:lnTo>
                    <a:pt x="1324148" y="1833877"/>
                  </a:lnTo>
                  <a:lnTo>
                    <a:pt x="1332860" y="1814255"/>
                  </a:lnTo>
                  <a:lnTo>
                    <a:pt x="1341571" y="1793792"/>
                  </a:lnTo>
                  <a:lnTo>
                    <a:pt x="1350283" y="1772377"/>
                  </a:lnTo>
                  <a:lnTo>
                    <a:pt x="1358994" y="1749922"/>
                  </a:lnTo>
                  <a:lnTo>
                    <a:pt x="1367706" y="1726364"/>
                  </a:lnTo>
                  <a:lnTo>
                    <a:pt x="1376417" y="1701668"/>
                  </a:lnTo>
                  <a:lnTo>
                    <a:pt x="1385129" y="1675741"/>
                  </a:lnTo>
                  <a:lnTo>
                    <a:pt x="1393840" y="1648643"/>
                  </a:lnTo>
                  <a:lnTo>
                    <a:pt x="1402552" y="1620495"/>
                  </a:lnTo>
                  <a:lnTo>
                    <a:pt x="1411263" y="1591377"/>
                  </a:lnTo>
                  <a:lnTo>
                    <a:pt x="1419975" y="1561391"/>
                  </a:lnTo>
                  <a:lnTo>
                    <a:pt x="1428686" y="1530656"/>
                  </a:lnTo>
                  <a:lnTo>
                    <a:pt x="1437398" y="1499302"/>
                  </a:lnTo>
                  <a:lnTo>
                    <a:pt x="1446109" y="1467469"/>
                  </a:lnTo>
                  <a:lnTo>
                    <a:pt x="1454821" y="1435303"/>
                  </a:lnTo>
                  <a:lnTo>
                    <a:pt x="1463532" y="1402945"/>
                  </a:lnTo>
                  <a:lnTo>
                    <a:pt x="1472244" y="1370547"/>
                  </a:lnTo>
                  <a:lnTo>
                    <a:pt x="1480955" y="1338252"/>
                  </a:lnTo>
                  <a:lnTo>
                    <a:pt x="1489667" y="1306159"/>
                  </a:lnTo>
                  <a:lnTo>
                    <a:pt x="1498378" y="1274341"/>
                  </a:lnTo>
                  <a:lnTo>
                    <a:pt x="1507090" y="1242843"/>
                  </a:lnTo>
                  <a:lnTo>
                    <a:pt x="1515801" y="1211683"/>
                  </a:lnTo>
                  <a:lnTo>
                    <a:pt x="1524513" y="1180849"/>
                  </a:lnTo>
                  <a:lnTo>
                    <a:pt x="1533224" y="1150304"/>
                  </a:lnTo>
                  <a:lnTo>
                    <a:pt x="1541936" y="1119983"/>
                  </a:lnTo>
                  <a:lnTo>
                    <a:pt x="1550647" y="1089807"/>
                  </a:lnTo>
                  <a:lnTo>
                    <a:pt x="1559359" y="1059669"/>
                  </a:lnTo>
                  <a:lnTo>
                    <a:pt x="1568070" y="1029459"/>
                  </a:lnTo>
                  <a:lnTo>
                    <a:pt x="1576782" y="999098"/>
                  </a:lnTo>
                  <a:lnTo>
                    <a:pt x="1585493" y="968522"/>
                  </a:lnTo>
                  <a:lnTo>
                    <a:pt x="1594205" y="937697"/>
                  </a:lnTo>
                  <a:lnTo>
                    <a:pt x="1602916" y="906614"/>
                  </a:lnTo>
                  <a:lnTo>
                    <a:pt x="1611628" y="875298"/>
                  </a:lnTo>
                  <a:lnTo>
                    <a:pt x="1620339" y="843801"/>
                  </a:lnTo>
                  <a:lnTo>
                    <a:pt x="1629051" y="812200"/>
                  </a:lnTo>
                  <a:lnTo>
                    <a:pt x="1637762" y="780592"/>
                  </a:lnTo>
                  <a:lnTo>
                    <a:pt x="1646474" y="749095"/>
                  </a:lnTo>
                  <a:lnTo>
                    <a:pt x="1655185" y="717790"/>
                  </a:lnTo>
                  <a:lnTo>
                    <a:pt x="1663897" y="686735"/>
                  </a:lnTo>
                  <a:lnTo>
                    <a:pt x="1672608" y="655954"/>
                  </a:lnTo>
                  <a:lnTo>
                    <a:pt x="1681320" y="625437"/>
                  </a:lnTo>
                  <a:lnTo>
                    <a:pt x="1690031" y="595138"/>
                  </a:lnTo>
                  <a:lnTo>
                    <a:pt x="1698743" y="564980"/>
                  </a:lnTo>
                  <a:lnTo>
                    <a:pt x="1707454" y="534864"/>
                  </a:lnTo>
                  <a:lnTo>
                    <a:pt x="1716166" y="504680"/>
                  </a:lnTo>
                  <a:lnTo>
                    <a:pt x="1724877" y="474295"/>
                  </a:lnTo>
                  <a:lnTo>
                    <a:pt x="1733589" y="443635"/>
                  </a:lnTo>
                  <a:lnTo>
                    <a:pt x="1742300" y="412684"/>
                  </a:lnTo>
                  <a:lnTo>
                    <a:pt x="1751012" y="381476"/>
                  </a:lnTo>
                  <a:lnTo>
                    <a:pt x="1759723" y="350108"/>
                  </a:lnTo>
                  <a:lnTo>
                    <a:pt x="1768435" y="318740"/>
                  </a:lnTo>
                  <a:lnTo>
                    <a:pt x="1777146" y="287587"/>
                  </a:lnTo>
                  <a:lnTo>
                    <a:pt x="1785858" y="256916"/>
                  </a:lnTo>
                  <a:lnTo>
                    <a:pt x="1794569" y="227029"/>
                  </a:lnTo>
                  <a:lnTo>
                    <a:pt x="1803281" y="198256"/>
                  </a:lnTo>
                  <a:lnTo>
                    <a:pt x="1811992" y="171136"/>
                  </a:lnTo>
                  <a:lnTo>
                    <a:pt x="1820704" y="145818"/>
                  </a:lnTo>
                  <a:lnTo>
                    <a:pt x="1829415" y="122540"/>
                  </a:lnTo>
                  <a:lnTo>
                    <a:pt x="1838127" y="101482"/>
                  </a:lnTo>
                  <a:lnTo>
                    <a:pt x="1846838" y="82760"/>
                  </a:lnTo>
                  <a:lnTo>
                    <a:pt x="1855550" y="66424"/>
                  </a:lnTo>
                  <a:lnTo>
                    <a:pt x="1864261" y="52460"/>
                  </a:lnTo>
                  <a:lnTo>
                    <a:pt x="1872973" y="40793"/>
                  </a:lnTo>
                  <a:lnTo>
                    <a:pt x="1881684" y="31296"/>
                  </a:lnTo>
                  <a:lnTo>
                    <a:pt x="1890396" y="23875"/>
                  </a:lnTo>
                  <a:lnTo>
                    <a:pt x="1899107" y="18354"/>
                  </a:lnTo>
                  <a:lnTo>
                    <a:pt x="1907819" y="14331"/>
                  </a:lnTo>
                  <a:lnTo>
                    <a:pt x="1916530" y="11565"/>
                  </a:lnTo>
                  <a:lnTo>
                    <a:pt x="1925242" y="9817"/>
                  </a:lnTo>
                  <a:lnTo>
                    <a:pt x="1933953" y="8854"/>
                  </a:lnTo>
                  <a:lnTo>
                    <a:pt x="1942665" y="8452"/>
                  </a:lnTo>
                  <a:lnTo>
                    <a:pt x="1951376" y="8403"/>
                  </a:lnTo>
                  <a:lnTo>
                    <a:pt x="1960088" y="8518"/>
                  </a:lnTo>
                  <a:lnTo>
                    <a:pt x="1968799" y="8631"/>
                  </a:lnTo>
                  <a:lnTo>
                    <a:pt x="1977511" y="8582"/>
                  </a:lnTo>
                  <a:lnTo>
                    <a:pt x="1986222" y="8260"/>
                  </a:lnTo>
                  <a:lnTo>
                    <a:pt x="1994934" y="7624"/>
                  </a:lnTo>
                  <a:lnTo>
                    <a:pt x="2003645" y="6669"/>
                  </a:lnTo>
                  <a:lnTo>
                    <a:pt x="2012357" y="5437"/>
                  </a:lnTo>
                  <a:lnTo>
                    <a:pt x="2021068" y="4021"/>
                  </a:lnTo>
                  <a:lnTo>
                    <a:pt x="2029780" y="2560"/>
                  </a:lnTo>
                  <a:lnTo>
                    <a:pt x="2038492" y="1244"/>
                  </a:lnTo>
                  <a:lnTo>
                    <a:pt x="2047203" y="302"/>
                  </a:lnTo>
                  <a:lnTo>
                    <a:pt x="2055915" y="0"/>
                  </a:lnTo>
                  <a:lnTo>
                    <a:pt x="2064626" y="777"/>
                  </a:lnTo>
                  <a:lnTo>
                    <a:pt x="2073338" y="2865"/>
                  </a:lnTo>
                  <a:lnTo>
                    <a:pt x="2082049" y="6512"/>
                  </a:lnTo>
                  <a:lnTo>
                    <a:pt x="2090761" y="11936"/>
                  </a:lnTo>
                  <a:lnTo>
                    <a:pt x="2099472" y="19289"/>
                  </a:lnTo>
                  <a:lnTo>
                    <a:pt x="2108184" y="28649"/>
                  </a:lnTo>
                  <a:lnTo>
                    <a:pt x="2116895" y="40006"/>
                  </a:lnTo>
                  <a:lnTo>
                    <a:pt x="2125607" y="53261"/>
                  </a:lnTo>
                  <a:lnTo>
                    <a:pt x="2134318" y="68227"/>
                  </a:lnTo>
                  <a:lnTo>
                    <a:pt x="2143030" y="84670"/>
                  </a:lnTo>
                  <a:lnTo>
                    <a:pt x="2151741" y="102274"/>
                  </a:lnTo>
                  <a:lnTo>
                    <a:pt x="2160453" y="120521"/>
                  </a:lnTo>
                  <a:lnTo>
                    <a:pt x="2169164" y="139046"/>
                  </a:lnTo>
                  <a:lnTo>
                    <a:pt x="2177876" y="157515"/>
                  </a:lnTo>
                  <a:lnTo>
                    <a:pt x="2186587" y="175651"/>
                  </a:lnTo>
                  <a:lnTo>
                    <a:pt x="2195299" y="193251"/>
                  </a:lnTo>
                  <a:lnTo>
                    <a:pt x="2204010" y="210200"/>
                  </a:lnTo>
                  <a:lnTo>
                    <a:pt x="2212722" y="226475"/>
                  </a:lnTo>
                  <a:lnTo>
                    <a:pt x="2221433" y="242149"/>
                  </a:lnTo>
                  <a:lnTo>
                    <a:pt x="2230145" y="257372"/>
                  </a:lnTo>
                  <a:lnTo>
                    <a:pt x="2238856" y="272447"/>
                  </a:lnTo>
                  <a:lnTo>
                    <a:pt x="2247568" y="287709"/>
                  </a:lnTo>
                  <a:lnTo>
                    <a:pt x="2256279" y="303481"/>
                  </a:lnTo>
                  <a:lnTo>
                    <a:pt x="2264991" y="320082"/>
                  </a:lnTo>
                  <a:lnTo>
                    <a:pt x="2273702" y="337804"/>
                  </a:lnTo>
                  <a:lnTo>
                    <a:pt x="2282414" y="356897"/>
                  </a:lnTo>
                  <a:lnTo>
                    <a:pt x="2291125" y="377554"/>
                  </a:lnTo>
                  <a:lnTo>
                    <a:pt x="2299837" y="399897"/>
                  </a:lnTo>
                  <a:lnTo>
                    <a:pt x="2308548" y="423978"/>
                  </a:lnTo>
                  <a:lnTo>
                    <a:pt x="2317260" y="449932"/>
                  </a:lnTo>
                  <a:lnTo>
                    <a:pt x="2325971" y="477499"/>
                  </a:lnTo>
                  <a:lnTo>
                    <a:pt x="2334683" y="506455"/>
                  </a:lnTo>
                  <a:lnTo>
                    <a:pt x="2343394" y="536584"/>
                  </a:lnTo>
                  <a:lnTo>
                    <a:pt x="2352106" y="567648"/>
                  </a:lnTo>
                  <a:lnTo>
                    <a:pt x="2360817" y="599400"/>
                  </a:lnTo>
                  <a:lnTo>
                    <a:pt x="2369529" y="631601"/>
                  </a:lnTo>
                  <a:lnTo>
                    <a:pt x="2378240" y="664028"/>
                  </a:lnTo>
                  <a:lnTo>
                    <a:pt x="2386952" y="696490"/>
                  </a:lnTo>
                  <a:lnTo>
                    <a:pt x="2395663" y="728827"/>
                  </a:lnTo>
                  <a:lnTo>
                    <a:pt x="2404375" y="760884"/>
                  </a:lnTo>
                  <a:lnTo>
                    <a:pt x="2413086" y="792617"/>
                  </a:lnTo>
                  <a:lnTo>
                    <a:pt x="2421798" y="823999"/>
                  </a:lnTo>
                  <a:lnTo>
                    <a:pt x="2430509" y="855027"/>
                  </a:lnTo>
                  <a:lnTo>
                    <a:pt x="2439221" y="885717"/>
                  </a:lnTo>
                  <a:lnTo>
                    <a:pt x="2447932" y="916090"/>
                  </a:lnTo>
                  <a:lnTo>
                    <a:pt x="2456644" y="946170"/>
                  </a:lnTo>
                  <a:lnTo>
                    <a:pt x="2465355" y="975974"/>
                  </a:lnTo>
                  <a:lnTo>
                    <a:pt x="2474067" y="1005509"/>
                  </a:lnTo>
                  <a:lnTo>
                    <a:pt x="2482778" y="1034753"/>
                  </a:lnTo>
                  <a:lnTo>
                    <a:pt x="2491490" y="1063672"/>
                  </a:lnTo>
                  <a:lnTo>
                    <a:pt x="2500201" y="1092256"/>
                  </a:lnTo>
                  <a:lnTo>
                    <a:pt x="2508913" y="1120470"/>
                  </a:lnTo>
                  <a:lnTo>
                    <a:pt x="2517624" y="1148287"/>
                  </a:lnTo>
                  <a:lnTo>
                    <a:pt x="2526336" y="1175682"/>
                  </a:lnTo>
                  <a:lnTo>
                    <a:pt x="2535047" y="1202647"/>
                  </a:lnTo>
                  <a:lnTo>
                    <a:pt x="2543759" y="1229184"/>
                  </a:lnTo>
                  <a:lnTo>
                    <a:pt x="2552470" y="1255305"/>
                  </a:lnTo>
                  <a:lnTo>
                    <a:pt x="2561182" y="1281033"/>
                  </a:lnTo>
                  <a:lnTo>
                    <a:pt x="2569893" y="1306364"/>
                  </a:lnTo>
                  <a:lnTo>
                    <a:pt x="2578605" y="1331333"/>
                  </a:lnTo>
                  <a:lnTo>
                    <a:pt x="2587316" y="1355955"/>
                  </a:lnTo>
                  <a:lnTo>
                    <a:pt x="2596028" y="1380207"/>
                  </a:lnTo>
                  <a:lnTo>
                    <a:pt x="2604739" y="1404042"/>
                  </a:lnTo>
                  <a:lnTo>
                    <a:pt x="2613451" y="1427386"/>
                  </a:lnTo>
                  <a:lnTo>
                    <a:pt x="2622162" y="1450140"/>
                  </a:lnTo>
                  <a:lnTo>
                    <a:pt x="2630874" y="1472189"/>
                  </a:lnTo>
                  <a:lnTo>
                    <a:pt x="2639585" y="1493400"/>
                  </a:lnTo>
                  <a:lnTo>
                    <a:pt x="2648297" y="1513639"/>
                  </a:lnTo>
                  <a:lnTo>
                    <a:pt x="2657008" y="1532614"/>
                  </a:lnTo>
                  <a:lnTo>
                    <a:pt x="2665720" y="1550325"/>
                  </a:lnTo>
                  <a:lnTo>
                    <a:pt x="2674431" y="1566692"/>
                  </a:lnTo>
                  <a:lnTo>
                    <a:pt x="2683143" y="1581660"/>
                  </a:lnTo>
                  <a:lnTo>
                    <a:pt x="2691854" y="1595208"/>
                  </a:lnTo>
                  <a:lnTo>
                    <a:pt x="2700566" y="1607358"/>
                  </a:lnTo>
                  <a:lnTo>
                    <a:pt x="2709277" y="1618171"/>
                  </a:lnTo>
                  <a:lnTo>
                    <a:pt x="2717989" y="1627756"/>
                  </a:lnTo>
                  <a:lnTo>
                    <a:pt x="2726700" y="1636263"/>
                  </a:lnTo>
                  <a:lnTo>
                    <a:pt x="2735412" y="1643871"/>
                  </a:lnTo>
                  <a:lnTo>
                    <a:pt x="2744123" y="1650828"/>
                  </a:lnTo>
                  <a:lnTo>
                    <a:pt x="2752835" y="1657507"/>
                  </a:lnTo>
                  <a:lnTo>
                    <a:pt x="2761546" y="1664215"/>
                  </a:lnTo>
                  <a:lnTo>
                    <a:pt x="2770258" y="1671269"/>
                  </a:lnTo>
                  <a:lnTo>
                    <a:pt x="2778969" y="1678979"/>
                  </a:lnTo>
                  <a:lnTo>
                    <a:pt x="2787681" y="1687635"/>
                  </a:lnTo>
                  <a:lnTo>
                    <a:pt x="2796392" y="1697493"/>
                  </a:lnTo>
                  <a:lnTo>
                    <a:pt x="2805104" y="1708756"/>
                  </a:lnTo>
                  <a:lnTo>
                    <a:pt x="2813815" y="1721562"/>
                  </a:lnTo>
                  <a:lnTo>
                    <a:pt x="2822527" y="1736085"/>
                  </a:lnTo>
                  <a:lnTo>
                    <a:pt x="2831238" y="1752260"/>
                  </a:lnTo>
                  <a:lnTo>
                    <a:pt x="2839950" y="1769847"/>
                  </a:lnTo>
                  <a:lnTo>
                    <a:pt x="2848661" y="1788626"/>
                  </a:lnTo>
                  <a:lnTo>
                    <a:pt x="2857373" y="1808319"/>
                  </a:lnTo>
                  <a:lnTo>
                    <a:pt x="2866084" y="1828597"/>
                  </a:lnTo>
                  <a:lnTo>
                    <a:pt x="2874796" y="1849104"/>
                  </a:lnTo>
                  <a:lnTo>
                    <a:pt x="2883507" y="1869475"/>
                  </a:lnTo>
                  <a:lnTo>
                    <a:pt x="2892219" y="1889350"/>
                  </a:lnTo>
                  <a:lnTo>
                    <a:pt x="2900930" y="1908398"/>
                  </a:lnTo>
                  <a:lnTo>
                    <a:pt x="2909642" y="1926181"/>
                  </a:lnTo>
                  <a:lnTo>
                    <a:pt x="2918353" y="1942546"/>
                  </a:lnTo>
                  <a:lnTo>
                    <a:pt x="2927065" y="1957388"/>
                  </a:lnTo>
                  <a:lnTo>
                    <a:pt x="2935776" y="1970645"/>
                  </a:lnTo>
                  <a:lnTo>
                    <a:pt x="2944488" y="1982323"/>
                  </a:lnTo>
                  <a:lnTo>
                    <a:pt x="2953199" y="1992491"/>
                  </a:lnTo>
                  <a:lnTo>
                    <a:pt x="2961911" y="2001272"/>
                  </a:lnTo>
                  <a:lnTo>
                    <a:pt x="2970622" y="2008832"/>
                  </a:lnTo>
                  <a:lnTo>
                    <a:pt x="2979334" y="2015370"/>
                  </a:lnTo>
                  <a:lnTo>
                    <a:pt x="2988045" y="2021095"/>
                  </a:lnTo>
                  <a:lnTo>
                    <a:pt x="2996757" y="2026213"/>
                  </a:lnTo>
                  <a:lnTo>
                    <a:pt x="3005468" y="2031029"/>
                  </a:lnTo>
                  <a:lnTo>
                    <a:pt x="3014180" y="2035733"/>
                  </a:lnTo>
                  <a:lnTo>
                    <a:pt x="3022891" y="2040489"/>
                  </a:lnTo>
                  <a:lnTo>
                    <a:pt x="3031603" y="2045433"/>
                  </a:lnTo>
                  <a:lnTo>
                    <a:pt x="3040314" y="2050669"/>
                  </a:lnTo>
                  <a:lnTo>
                    <a:pt x="3049026" y="2056273"/>
                  </a:lnTo>
                  <a:lnTo>
                    <a:pt x="3057738" y="2062293"/>
                  </a:lnTo>
                  <a:lnTo>
                    <a:pt x="3066449" y="2068754"/>
                  </a:lnTo>
                  <a:lnTo>
                    <a:pt x="3075161" y="2075684"/>
                  </a:lnTo>
                  <a:lnTo>
                    <a:pt x="3083872" y="2083084"/>
                  </a:lnTo>
                  <a:lnTo>
                    <a:pt x="3092584" y="2090901"/>
                  </a:lnTo>
                  <a:lnTo>
                    <a:pt x="3101295" y="2099116"/>
                  </a:lnTo>
                  <a:lnTo>
                    <a:pt x="3110007" y="2107707"/>
                  </a:lnTo>
                  <a:lnTo>
                    <a:pt x="3118718" y="2116659"/>
                  </a:lnTo>
                  <a:lnTo>
                    <a:pt x="3127430" y="2125955"/>
                  </a:lnTo>
                  <a:lnTo>
                    <a:pt x="3136141" y="2135583"/>
                  </a:lnTo>
                  <a:lnTo>
                    <a:pt x="3144853" y="2145532"/>
                  </a:lnTo>
                  <a:lnTo>
                    <a:pt x="3153564" y="2155788"/>
                  </a:lnTo>
                  <a:lnTo>
                    <a:pt x="3162276" y="2166360"/>
                  </a:lnTo>
                  <a:lnTo>
                    <a:pt x="3170987" y="2177202"/>
                  </a:lnTo>
                  <a:lnTo>
                    <a:pt x="3179699" y="2188264"/>
                  </a:lnTo>
                  <a:lnTo>
                    <a:pt x="3188410" y="2199495"/>
                  </a:lnTo>
                  <a:lnTo>
                    <a:pt x="3197122" y="2210830"/>
                  </a:lnTo>
                  <a:lnTo>
                    <a:pt x="3205833" y="2222189"/>
                  </a:lnTo>
                  <a:lnTo>
                    <a:pt x="3214545" y="2233480"/>
                  </a:lnTo>
                  <a:lnTo>
                    <a:pt x="3223256" y="2244604"/>
                  </a:lnTo>
                  <a:lnTo>
                    <a:pt x="3231968" y="2255453"/>
                  </a:lnTo>
                  <a:lnTo>
                    <a:pt x="3240679" y="2265918"/>
                  </a:lnTo>
                  <a:lnTo>
                    <a:pt x="3249391" y="2275817"/>
                  </a:lnTo>
                  <a:lnTo>
                    <a:pt x="3258102" y="2285110"/>
                  </a:lnTo>
                  <a:lnTo>
                    <a:pt x="3266814" y="2293730"/>
                  </a:lnTo>
                  <a:lnTo>
                    <a:pt x="3275525" y="2301630"/>
                  </a:lnTo>
                  <a:lnTo>
                    <a:pt x="3284237" y="2308790"/>
                  </a:lnTo>
                  <a:lnTo>
                    <a:pt x="3292948" y="2315214"/>
                  </a:lnTo>
                  <a:lnTo>
                    <a:pt x="3301660" y="2320935"/>
                  </a:lnTo>
                  <a:lnTo>
                    <a:pt x="3310371" y="2326010"/>
                  </a:lnTo>
                  <a:lnTo>
                    <a:pt x="3319083" y="2330517"/>
                  </a:lnTo>
                  <a:lnTo>
                    <a:pt x="3327794" y="2334540"/>
                  </a:lnTo>
                  <a:lnTo>
                    <a:pt x="3336506" y="2338194"/>
                  </a:lnTo>
                  <a:lnTo>
                    <a:pt x="3345217" y="2341642"/>
                  </a:lnTo>
                  <a:lnTo>
                    <a:pt x="3353929" y="2345001"/>
                  </a:lnTo>
                  <a:lnTo>
                    <a:pt x="3362640" y="2348383"/>
                  </a:lnTo>
                  <a:lnTo>
                    <a:pt x="3371352" y="2351888"/>
                  </a:lnTo>
                  <a:lnTo>
                    <a:pt x="3380063" y="2355603"/>
                  </a:lnTo>
                  <a:lnTo>
                    <a:pt x="3388775" y="2359597"/>
                  </a:lnTo>
                  <a:lnTo>
                    <a:pt x="3397486" y="2363920"/>
                  </a:lnTo>
                  <a:lnTo>
                    <a:pt x="3406198" y="2368599"/>
                  </a:lnTo>
                  <a:lnTo>
                    <a:pt x="3414909" y="2373666"/>
                  </a:lnTo>
                  <a:lnTo>
                    <a:pt x="3423621" y="2379091"/>
                  </a:lnTo>
                  <a:lnTo>
                    <a:pt x="3432332" y="2384808"/>
                  </a:lnTo>
                  <a:lnTo>
                    <a:pt x="3441044" y="2390759"/>
                  </a:lnTo>
                  <a:lnTo>
                    <a:pt x="3449755" y="2396873"/>
                  </a:lnTo>
                  <a:lnTo>
                    <a:pt x="3458467" y="2403070"/>
                  </a:lnTo>
                  <a:lnTo>
                    <a:pt x="3467178" y="2409272"/>
                  </a:lnTo>
                  <a:lnTo>
                    <a:pt x="3475890" y="2415399"/>
                  </a:lnTo>
                  <a:lnTo>
                    <a:pt x="3484601" y="2421382"/>
                  </a:lnTo>
                  <a:lnTo>
                    <a:pt x="3493313" y="2427161"/>
                  </a:lnTo>
                  <a:lnTo>
                    <a:pt x="3502024" y="2432662"/>
                  </a:lnTo>
                  <a:lnTo>
                    <a:pt x="3510736" y="2437883"/>
                  </a:lnTo>
                  <a:lnTo>
                    <a:pt x="3519447" y="2442829"/>
                  </a:lnTo>
                  <a:lnTo>
                    <a:pt x="3528159" y="2447515"/>
                  </a:lnTo>
                  <a:lnTo>
                    <a:pt x="3536870" y="2451967"/>
                  </a:lnTo>
                  <a:lnTo>
                    <a:pt x="3545582" y="2456223"/>
                  </a:lnTo>
                  <a:lnTo>
                    <a:pt x="3554293" y="2460325"/>
                  </a:lnTo>
                  <a:lnTo>
                    <a:pt x="3563005" y="2464316"/>
                  </a:lnTo>
                  <a:lnTo>
                    <a:pt x="3571716" y="2468239"/>
                  </a:lnTo>
                  <a:lnTo>
                    <a:pt x="3580428" y="2472133"/>
                  </a:lnTo>
                  <a:lnTo>
                    <a:pt x="3589139" y="2476035"/>
                  </a:lnTo>
                  <a:lnTo>
                    <a:pt x="3597851" y="2479968"/>
                  </a:lnTo>
                  <a:lnTo>
                    <a:pt x="3606562" y="2483947"/>
                  </a:lnTo>
                  <a:lnTo>
                    <a:pt x="3615274" y="2487978"/>
                  </a:lnTo>
                  <a:lnTo>
                    <a:pt x="3623985" y="2492064"/>
                  </a:lnTo>
                  <a:lnTo>
                    <a:pt x="3632697" y="2496203"/>
                  </a:lnTo>
                  <a:lnTo>
                    <a:pt x="3641408" y="2500391"/>
                  </a:lnTo>
                  <a:lnTo>
                    <a:pt x="3650120" y="2504622"/>
                  </a:lnTo>
                  <a:lnTo>
                    <a:pt x="3658831" y="2508892"/>
                  </a:lnTo>
                  <a:lnTo>
                    <a:pt x="3667543" y="2513196"/>
                  </a:lnTo>
                  <a:lnTo>
                    <a:pt x="3676254" y="2517531"/>
                  </a:lnTo>
                  <a:lnTo>
                    <a:pt x="3684966" y="2521892"/>
                  </a:lnTo>
                  <a:lnTo>
                    <a:pt x="3693677" y="2526278"/>
                  </a:lnTo>
                  <a:lnTo>
                    <a:pt x="3702389" y="2530687"/>
                  </a:lnTo>
                  <a:lnTo>
                    <a:pt x="3711100" y="2535117"/>
                  </a:lnTo>
                  <a:lnTo>
                    <a:pt x="3719812" y="2539568"/>
                  </a:lnTo>
                  <a:lnTo>
                    <a:pt x="3728523" y="2544034"/>
                  </a:lnTo>
                  <a:lnTo>
                    <a:pt x="3737235" y="2548510"/>
                  </a:lnTo>
                  <a:lnTo>
                    <a:pt x="3745946" y="2552990"/>
                  </a:lnTo>
                  <a:lnTo>
                    <a:pt x="3754658" y="2557460"/>
                  </a:lnTo>
                  <a:lnTo>
                    <a:pt x="3763369" y="2561905"/>
                  </a:lnTo>
                  <a:lnTo>
                    <a:pt x="3772081" y="2566310"/>
                  </a:lnTo>
                  <a:lnTo>
                    <a:pt x="3780792" y="2570657"/>
                  </a:lnTo>
                  <a:lnTo>
                    <a:pt x="3789504" y="2574927"/>
                  </a:lnTo>
                  <a:lnTo>
                    <a:pt x="3798215" y="2579101"/>
                  </a:lnTo>
                  <a:lnTo>
                    <a:pt x="3806927" y="2583159"/>
                  </a:lnTo>
                  <a:lnTo>
                    <a:pt x="3815638" y="2587082"/>
                  </a:lnTo>
                  <a:lnTo>
                    <a:pt x="3824350" y="2590849"/>
                  </a:lnTo>
                  <a:lnTo>
                    <a:pt x="3833061" y="2594443"/>
                  </a:lnTo>
                  <a:lnTo>
                    <a:pt x="3841773" y="2597820"/>
                  </a:lnTo>
                  <a:lnTo>
                    <a:pt x="3850484" y="2600987"/>
                  </a:lnTo>
                  <a:lnTo>
                    <a:pt x="3859196" y="2603929"/>
                  </a:lnTo>
                  <a:lnTo>
                    <a:pt x="3867907" y="2606637"/>
                  </a:lnTo>
                  <a:lnTo>
                    <a:pt x="3876619" y="2609100"/>
                  </a:lnTo>
                  <a:lnTo>
                    <a:pt x="3885330" y="2611312"/>
                  </a:lnTo>
                  <a:lnTo>
                    <a:pt x="3894042" y="2613269"/>
                  </a:lnTo>
                  <a:lnTo>
                    <a:pt x="3902753" y="2614972"/>
                  </a:lnTo>
                  <a:lnTo>
                    <a:pt x="3911465" y="2616427"/>
                  </a:lnTo>
                  <a:lnTo>
                    <a:pt x="3920176" y="2617632"/>
                  </a:lnTo>
                  <a:lnTo>
                    <a:pt x="3928888" y="2618599"/>
                  </a:lnTo>
                  <a:lnTo>
                    <a:pt x="3937599" y="2619370"/>
                  </a:lnTo>
                  <a:lnTo>
                    <a:pt x="3946311" y="2619974"/>
                  </a:lnTo>
                  <a:lnTo>
                    <a:pt x="3955022" y="2620443"/>
                  </a:lnTo>
                  <a:lnTo>
                    <a:pt x="3963734" y="2620814"/>
                  </a:lnTo>
                  <a:lnTo>
                    <a:pt x="3972445" y="2621123"/>
                  </a:lnTo>
                  <a:lnTo>
                    <a:pt x="3981157" y="2621409"/>
                  </a:lnTo>
                  <a:lnTo>
                    <a:pt x="3989868" y="2621711"/>
                  </a:lnTo>
                  <a:lnTo>
                    <a:pt x="3998580" y="2622062"/>
                  </a:lnTo>
                  <a:lnTo>
                    <a:pt x="4007291" y="2622503"/>
                  </a:lnTo>
                  <a:lnTo>
                    <a:pt x="4016003" y="2623062"/>
                  </a:lnTo>
                  <a:lnTo>
                    <a:pt x="4024714" y="2623749"/>
                  </a:lnTo>
                  <a:lnTo>
                    <a:pt x="4033426" y="2624573"/>
                  </a:lnTo>
                  <a:lnTo>
                    <a:pt x="4042137" y="2625536"/>
                  </a:lnTo>
                  <a:lnTo>
                    <a:pt x="4050849" y="2626634"/>
                  </a:lnTo>
                  <a:lnTo>
                    <a:pt x="4059560" y="2627855"/>
                  </a:lnTo>
                  <a:lnTo>
                    <a:pt x="4068272" y="2629184"/>
                  </a:lnTo>
                  <a:lnTo>
                    <a:pt x="4076984" y="2630602"/>
                  </a:lnTo>
                  <a:lnTo>
                    <a:pt x="4085695" y="2632087"/>
                  </a:lnTo>
                  <a:lnTo>
                    <a:pt x="4094407" y="2633619"/>
                  </a:lnTo>
                  <a:lnTo>
                    <a:pt x="4103118" y="2635170"/>
                  </a:lnTo>
                  <a:lnTo>
                    <a:pt x="4111830" y="2636720"/>
                  </a:lnTo>
                  <a:lnTo>
                    <a:pt x="4120541" y="2638253"/>
                  </a:lnTo>
                  <a:lnTo>
                    <a:pt x="4129253" y="2639757"/>
                  </a:lnTo>
                  <a:lnTo>
                    <a:pt x="4137964" y="2641224"/>
                  </a:lnTo>
                  <a:lnTo>
                    <a:pt x="4146676" y="2642647"/>
                  </a:lnTo>
                  <a:lnTo>
                    <a:pt x="4155387" y="2644026"/>
                  </a:lnTo>
                  <a:lnTo>
                    <a:pt x="4164099" y="2645360"/>
                  </a:lnTo>
                  <a:lnTo>
                    <a:pt x="4172810" y="2646652"/>
                  </a:lnTo>
                  <a:lnTo>
                    <a:pt x="4181522" y="2647907"/>
                  </a:lnTo>
                  <a:lnTo>
                    <a:pt x="4190233" y="2649133"/>
                  </a:lnTo>
                  <a:lnTo>
                    <a:pt x="4198945" y="2650338"/>
                  </a:lnTo>
                  <a:lnTo>
                    <a:pt x="4207656" y="2651527"/>
                  </a:lnTo>
                  <a:lnTo>
                    <a:pt x="4216368" y="2652703"/>
                  </a:lnTo>
                  <a:lnTo>
                    <a:pt x="4225079" y="2653871"/>
                  </a:lnTo>
                  <a:lnTo>
                    <a:pt x="4233791" y="2655028"/>
                  </a:lnTo>
                  <a:lnTo>
                    <a:pt x="4242502" y="2656175"/>
                  </a:lnTo>
                  <a:lnTo>
                    <a:pt x="4251214" y="2657307"/>
                  </a:lnTo>
                  <a:lnTo>
                    <a:pt x="4259925" y="2658416"/>
                  </a:lnTo>
                  <a:lnTo>
                    <a:pt x="4268637" y="2659492"/>
                  </a:lnTo>
                  <a:lnTo>
                    <a:pt x="4277348" y="2660528"/>
                  </a:lnTo>
                  <a:lnTo>
                    <a:pt x="4286060" y="2661513"/>
                  </a:lnTo>
                  <a:lnTo>
                    <a:pt x="4294771" y="2662441"/>
                  </a:lnTo>
                  <a:lnTo>
                    <a:pt x="4303483" y="2663302"/>
                  </a:lnTo>
                  <a:lnTo>
                    <a:pt x="4312194" y="2664090"/>
                  </a:lnTo>
                  <a:lnTo>
                    <a:pt x="4320906" y="2664801"/>
                  </a:lnTo>
                  <a:lnTo>
                    <a:pt x="4329617" y="2665433"/>
                  </a:lnTo>
                  <a:lnTo>
                    <a:pt x="4338329" y="2665985"/>
                  </a:lnTo>
                  <a:lnTo>
                    <a:pt x="4347040" y="2666452"/>
                  </a:lnTo>
                  <a:lnTo>
                    <a:pt x="4355752" y="2666845"/>
                  </a:lnTo>
                  <a:lnTo>
                    <a:pt x="4364463" y="2667171"/>
                  </a:lnTo>
                  <a:lnTo>
                    <a:pt x="4373175" y="2667437"/>
                  </a:lnTo>
                  <a:lnTo>
                    <a:pt x="4381886" y="2667651"/>
                  </a:lnTo>
                  <a:lnTo>
                    <a:pt x="4390598" y="2667820"/>
                  </a:lnTo>
                  <a:lnTo>
                    <a:pt x="4399309" y="2667950"/>
                  </a:lnTo>
                  <a:lnTo>
                    <a:pt x="4408021" y="2668049"/>
                  </a:lnTo>
                  <a:lnTo>
                    <a:pt x="4416732" y="2668123"/>
                  </a:lnTo>
                  <a:lnTo>
                    <a:pt x="4425444" y="2668177"/>
                  </a:lnTo>
                  <a:lnTo>
                    <a:pt x="4434155" y="2668214"/>
                  </a:lnTo>
                  <a:lnTo>
                    <a:pt x="4442867" y="2668240"/>
                  </a:lnTo>
                  <a:lnTo>
                    <a:pt x="4451578" y="2668259"/>
                  </a:lnTo>
                </a:path>
              </a:pathLst>
            </a:custGeom>
            <a:ln w="285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126826" y="5193474"/>
              <a:ext cx="5256106" cy="0"/>
            </a:xfrm>
            <a:custGeom>
              <a:avLst/>
              <a:pathLst>
                <a:path w="5256106" h="0">
                  <a:moveTo>
                    <a:pt x="0" y="0"/>
                  </a:moveTo>
                  <a:lnTo>
                    <a:pt x="5256106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12682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44085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06890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738293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2078345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3392372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706399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5971945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285971" y="5409549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115567" y="456159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403502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350845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298188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808735" y="450395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808735" y="397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08735" y="3450823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808735" y="292425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08735" y="239768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207008" y="5088161"/>
              <a:ext cx="7095743" cy="0"/>
            </a:xfrm>
            <a:custGeom>
              <a:avLst/>
              <a:pathLst>
                <a:path w="7095743" h="0">
                  <a:moveTo>
                    <a:pt x="0" y="0"/>
                  </a:moveTo>
                  <a:lnTo>
                    <a:pt x="7095743" y="0"/>
                  </a:lnTo>
                </a:path>
              </a:pathLst>
            </a:custGeom>
            <a:ln w="2381" cap="rnd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207008" y="2365466"/>
              <a:ext cx="6617123" cy="2722687"/>
            </a:xfrm>
            <a:custGeom>
              <a:avLst/>
              <a:pathLst>
                <a:path w="6617123" h="2722687">
                  <a:moveTo>
                    <a:pt x="0" y="2719624"/>
                  </a:moveTo>
                  <a:lnTo>
                    <a:pt x="654" y="2719627"/>
                  </a:lnTo>
                  <a:lnTo>
                    <a:pt x="14240" y="2719851"/>
                  </a:lnTo>
                  <a:lnTo>
                    <a:pt x="27826" y="2720172"/>
                  </a:lnTo>
                  <a:lnTo>
                    <a:pt x="41412" y="2720467"/>
                  </a:lnTo>
                  <a:lnTo>
                    <a:pt x="54999" y="2720633"/>
                  </a:lnTo>
                  <a:lnTo>
                    <a:pt x="68585" y="2720607"/>
                  </a:lnTo>
                  <a:lnTo>
                    <a:pt x="82171" y="2720390"/>
                  </a:lnTo>
                  <a:lnTo>
                    <a:pt x="95757" y="2720043"/>
                  </a:lnTo>
                  <a:lnTo>
                    <a:pt x="109343" y="2719670"/>
                  </a:lnTo>
                  <a:lnTo>
                    <a:pt x="122929" y="2719386"/>
                  </a:lnTo>
                  <a:lnTo>
                    <a:pt x="136516" y="2719277"/>
                  </a:lnTo>
                  <a:lnTo>
                    <a:pt x="150102" y="2719377"/>
                  </a:lnTo>
                  <a:lnTo>
                    <a:pt x="163688" y="2719655"/>
                  </a:lnTo>
                  <a:lnTo>
                    <a:pt x="177274" y="2720031"/>
                  </a:lnTo>
                  <a:lnTo>
                    <a:pt x="190860" y="2720409"/>
                  </a:lnTo>
                  <a:lnTo>
                    <a:pt x="204447" y="2720708"/>
                  </a:lnTo>
                  <a:lnTo>
                    <a:pt x="218033" y="2720889"/>
                  </a:lnTo>
                  <a:lnTo>
                    <a:pt x="231619" y="2720963"/>
                  </a:lnTo>
                  <a:lnTo>
                    <a:pt x="245205" y="2720976"/>
                  </a:lnTo>
                  <a:lnTo>
                    <a:pt x="258791" y="2720985"/>
                  </a:lnTo>
                  <a:lnTo>
                    <a:pt x="272377" y="2721034"/>
                  </a:lnTo>
                  <a:lnTo>
                    <a:pt x="285964" y="2721136"/>
                  </a:lnTo>
                  <a:lnTo>
                    <a:pt x="299550" y="2721265"/>
                  </a:lnTo>
                  <a:lnTo>
                    <a:pt x="313136" y="2721387"/>
                  </a:lnTo>
                  <a:lnTo>
                    <a:pt x="326722" y="2721473"/>
                  </a:lnTo>
                  <a:lnTo>
                    <a:pt x="340308" y="2721510"/>
                  </a:lnTo>
                  <a:lnTo>
                    <a:pt x="353894" y="2721500"/>
                  </a:lnTo>
                  <a:lnTo>
                    <a:pt x="367481" y="2721454"/>
                  </a:lnTo>
                  <a:lnTo>
                    <a:pt x="381067" y="2721376"/>
                  </a:lnTo>
                  <a:lnTo>
                    <a:pt x="394653" y="2721263"/>
                  </a:lnTo>
                  <a:lnTo>
                    <a:pt x="408239" y="2721107"/>
                  </a:lnTo>
                  <a:lnTo>
                    <a:pt x="421825" y="2720904"/>
                  </a:lnTo>
                  <a:lnTo>
                    <a:pt x="435412" y="2720661"/>
                  </a:lnTo>
                  <a:lnTo>
                    <a:pt x="448998" y="2720406"/>
                  </a:lnTo>
                  <a:lnTo>
                    <a:pt x="462584" y="2720173"/>
                  </a:lnTo>
                  <a:lnTo>
                    <a:pt x="476170" y="2719987"/>
                  </a:lnTo>
                  <a:lnTo>
                    <a:pt x="489756" y="2719854"/>
                  </a:lnTo>
                  <a:lnTo>
                    <a:pt x="503342" y="2719760"/>
                  </a:lnTo>
                  <a:lnTo>
                    <a:pt x="516929" y="2719678"/>
                  </a:lnTo>
                  <a:lnTo>
                    <a:pt x="530515" y="2719589"/>
                  </a:lnTo>
                  <a:lnTo>
                    <a:pt x="544101" y="2719495"/>
                  </a:lnTo>
                  <a:lnTo>
                    <a:pt x="557687" y="2719415"/>
                  </a:lnTo>
                  <a:lnTo>
                    <a:pt x="571273" y="2719364"/>
                  </a:lnTo>
                  <a:lnTo>
                    <a:pt x="584859" y="2719346"/>
                  </a:lnTo>
                  <a:lnTo>
                    <a:pt x="598446" y="2719353"/>
                  </a:lnTo>
                  <a:lnTo>
                    <a:pt x="612032" y="2719369"/>
                  </a:lnTo>
                  <a:lnTo>
                    <a:pt x="625618" y="2719385"/>
                  </a:lnTo>
                  <a:lnTo>
                    <a:pt x="639204" y="2719399"/>
                  </a:lnTo>
                  <a:lnTo>
                    <a:pt x="652790" y="2719413"/>
                  </a:lnTo>
                  <a:lnTo>
                    <a:pt x="666377" y="2719424"/>
                  </a:lnTo>
                  <a:lnTo>
                    <a:pt x="679963" y="2719420"/>
                  </a:lnTo>
                  <a:lnTo>
                    <a:pt x="693549" y="2719385"/>
                  </a:lnTo>
                  <a:lnTo>
                    <a:pt x="707135" y="2719302"/>
                  </a:lnTo>
                  <a:lnTo>
                    <a:pt x="720721" y="2719163"/>
                  </a:lnTo>
                  <a:lnTo>
                    <a:pt x="734307" y="2718973"/>
                  </a:lnTo>
                  <a:lnTo>
                    <a:pt x="747894" y="2718749"/>
                  </a:lnTo>
                  <a:lnTo>
                    <a:pt x="761480" y="2718520"/>
                  </a:lnTo>
                  <a:lnTo>
                    <a:pt x="775066" y="2718320"/>
                  </a:lnTo>
                  <a:lnTo>
                    <a:pt x="788652" y="2718180"/>
                  </a:lnTo>
                  <a:lnTo>
                    <a:pt x="802238" y="2718117"/>
                  </a:lnTo>
                  <a:lnTo>
                    <a:pt x="815825" y="2718114"/>
                  </a:lnTo>
                  <a:lnTo>
                    <a:pt x="829411" y="2718132"/>
                  </a:lnTo>
                  <a:lnTo>
                    <a:pt x="842997" y="2718124"/>
                  </a:lnTo>
                  <a:lnTo>
                    <a:pt x="856583" y="2718046"/>
                  </a:lnTo>
                  <a:lnTo>
                    <a:pt x="870169" y="2717872"/>
                  </a:lnTo>
                  <a:lnTo>
                    <a:pt x="883755" y="2717599"/>
                  </a:lnTo>
                  <a:lnTo>
                    <a:pt x="897342" y="2717244"/>
                  </a:lnTo>
                  <a:lnTo>
                    <a:pt x="910928" y="2716840"/>
                  </a:lnTo>
                  <a:lnTo>
                    <a:pt x="924514" y="2716431"/>
                  </a:lnTo>
                  <a:lnTo>
                    <a:pt x="938100" y="2716061"/>
                  </a:lnTo>
                  <a:lnTo>
                    <a:pt x="951686" y="2715775"/>
                  </a:lnTo>
                  <a:lnTo>
                    <a:pt x="965272" y="2715611"/>
                  </a:lnTo>
                  <a:lnTo>
                    <a:pt x="978859" y="2715597"/>
                  </a:lnTo>
                  <a:lnTo>
                    <a:pt x="992445" y="2715742"/>
                  </a:lnTo>
                  <a:lnTo>
                    <a:pt x="1006031" y="2716036"/>
                  </a:lnTo>
                  <a:lnTo>
                    <a:pt x="1019617" y="2716442"/>
                  </a:lnTo>
                  <a:lnTo>
                    <a:pt x="1033203" y="2716901"/>
                  </a:lnTo>
                  <a:lnTo>
                    <a:pt x="1046790" y="2717335"/>
                  </a:lnTo>
                  <a:lnTo>
                    <a:pt x="1060376" y="2717662"/>
                  </a:lnTo>
                  <a:lnTo>
                    <a:pt x="1073962" y="2717813"/>
                  </a:lnTo>
                  <a:lnTo>
                    <a:pt x="1087548" y="2717774"/>
                  </a:lnTo>
                  <a:lnTo>
                    <a:pt x="1101134" y="2717569"/>
                  </a:lnTo>
                  <a:lnTo>
                    <a:pt x="1114720" y="2717258"/>
                  </a:lnTo>
                  <a:lnTo>
                    <a:pt x="1128307" y="2716907"/>
                  </a:lnTo>
                  <a:lnTo>
                    <a:pt x="1141893" y="2716568"/>
                  </a:lnTo>
                  <a:lnTo>
                    <a:pt x="1155479" y="2716260"/>
                  </a:lnTo>
                  <a:lnTo>
                    <a:pt x="1169065" y="2715974"/>
                  </a:lnTo>
                  <a:lnTo>
                    <a:pt x="1182651" y="2715691"/>
                  </a:lnTo>
                  <a:lnTo>
                    <a:pt x="1196237" y="2715399"/>
                  </a:lnTo>
                  <a:lnTo>
                    <a:pt x="1209824" y="2715112"/>
                  </a:lnTo>
                  <a:lnTo>
                    <a:pt x="1223410" y="2714876"/>
                  </a:lnTo>
                  <a:lnTo>
                    <a:pt x="1236996" y="2714750"/>
                  </a:lnTo>
                  <a:lnTo>
                    <a:pt x="1250582" y="2714794"/>
                  </a:lnTo>
                  <a:lnTo>
                    <a:pt x="1264168" y="2715045"/>
                  </a:lnTo>
                  <a:lnTo>
                    <a:pt x="1277755" y="2715502"/>
                  </a:lnTo>
                  <a:lnTo>
                    <a:pt x="1291341" y="2716123"/>
                  </a:lnTo>
                  <a:lnTo>
                    <a:pt x="1304927" y="2716827"/>
                  </a:lnTo>
                  <a:lnTo>
                    <a:pt x="1318513" y="2717515"/>
                  </a:lnTo>
                  <a:lnTo>
                    <a:pt x="1332099" y="2718084"/>
                  </a:lnTo>
                  <a:lnTo>
                    <a:pt x="1345685" y="2718470"/>
                  </a:lnTo>
                  <a:lnTo>
                    <a:pt x="1359272" y="2718645"/>
                  </a:lnTo>
                  <a:lnTo>
                    <a:pt x="1372858" y="2718620"/>
                  </a:lnTo>
                  <a:lnTo>
                    <a:pt x="1386444" y="2718429"/>
                  </a:lnTo>
                  <a:lnTo>
                    <a:pt x="1400030" y="2718118"/>
                  </a:lnTo>
                  <a:lnTo>
                    <a:pt x="1413616" y="2717730"/>
                  </a:lnTo>
                  <a:lnTo>
                    <a:pt x="1427203" y="2717300"/>
                  </a:lnTo>
                  <a:lnTo>
                    <a:pt x="1440789" y="2716854"/>
                  </a:lnTo>
                  <a:lnTo>
                    <a:pt x="1454375" y="2716408"/>
                  </a:lnTo>
                  <a:lnTo>
                    <a:pt x="1467961" y="2715974"/>
                  </a:lnTo>
                  <a:lnTo>
                    <a:pt x="1481547" y="2715559"/>
                  </a:lnTo>
                  <a:lnTo>
                    <a:pt x="1495133" y="2715163"/>
                  </a:lnTo>
                  <a:lnTo>
                    <a:pt x="1508720" y="2714774"/>
                  </a:lnTo>
                  <a:lnTo>
                    <a:pt x="1522306" y="2714371"/>
                  </a:lnTo>
                  <a:lnTo>
                    <a:pt x="1535892" y="2713924"/>
                  </a:lnTo>
                  <a:lnTo>
                    <a:pt x="1549478" y="2713407"/>
                  </a:lnTo>
                  <a:lnTo>
                    <a:pt x="1563064" y="2712807"/>
                  </a:lnTo>
                  <a:lnTo>
                    <a:pt x="1576650" y="2712128"/>
                  </a:lnTo>
                  <a:lnTo>
                    <a:pt x="1590237" y="2711396"/>
                  </a:lnTo>
                  <a:lnTo>
                    <a:pt x="1603823" y="2710656"/>
                  </a:lnTo>
                  <a:lnTo>
                    <a:pt x="1617409" y="2709946"/>
                  </a:lnTo>
                  <a:lnTo>
                    <a:pt x="1630995" y="2709295"/>
                  </a:lnTo>
                  <a:lnTo>
                    <a:pt x="1644581" y="2708709"/>
                  </a:lnTo>
                  <a:lnTo>
                    <a:pt x="1658168" y="2708167"/>
                  </a:lnTo>
                  <a:lnTo>
                    <a:pt x="1671754" y="2707618"/>
                  </a:lnTo>
                  <a:lnTo>
                    <a:pt x="1685340" y="2706988"/>
                  </a:lnTo>
                  <a:lnTo>
                    <a:pt x="1698926" y="2706190"/>
                  </a:lnTo>
                  <a:lnTo>
                    <a:pt x="1712512" y="2705142"/>
                  </a:lnTo>
                  <a:lnTo>
                    <a:pt x="1726098" y="2703786"/>
                  </a:lnTo>
                  <a:lnTo>
                    <a:pt x="1739685" y="2702113"/>
                  </a:lnTo>
                  <a:lnTo>
                    <a:pt x="1753271" y="2700166"/>
                  </a:lnTo>
                  <a:lnTo>
                    <a:pt x="1766857" y="2698045"/>
                  </a:lnTo>
                  <a:lnTo>
                    <a:pt x="1780443" y="2695887"/>
                  </a:lnTo>
                  <a:lnTo>
                    <a:pt x="1794029" y="2693838"/>
                  </a:lnTo>
                  <a:lnTo>
                    <a:pt x="1807616" y="2692024"/>
                  </a:lnTo>
                  <a:lnTo>
                    <a:pt x="1821202" y="2690524"/>
                  </a:lnTo>
                  <a:lnTo>
                    <a:pt x="1834788" y="2689353"/>
                  </a:lnTo>
                  <a:lnTo>
                    <a:pt x="1848374" y="2688468"/>
                  </a:lnTo>
                  <a:lnTo>
                    <a:pt x="1861960" y="2687756"/>
                  </a:lnTo>
                  <a:lnTo>
                    <a:pt x="1875546" y="2687091"/>
                  </a:lnTo>
                  <a:lnTo>
                    <a:pt x="1889133" y="2686369"/>
                  </a:lnTo>
                  <a:lnTo>
                    <a:pt x="1902719" y="2685525"/>
                  </a:lnTo>
                  <a:lnTo>
                    <a:pt x="1916305" y="2684548"/>
                  </a:lnTo>
                  <a:lnTo>
                    <a:pt x="1929891" y="2683478"/>
                  </a:lnTo>
                  <a:lnTo>
                    <a:pt x="1943477" y="2682393"/>
                  </a:lnTo>
                  <a:lnTo>
                    <a:pt x="1957063" y="2681374"/>
                  </a:lnTo>
                  <a:lnTo>
                    <a:pt x="1970650" y="2680488"/>
                  </a:lnTo>
                  <a:lnTo>
                    <a:pt x="1984236" y="2679765"/>
                  </a:lnTo>
                  <a:lnTo>
                    <a:pt x="1997822" y="2679203"/>
                  </a:lnTo>
                  <a:lnTo>
                    <a:pt x="2011408" y="2678779"/>
                  </a:lnTo>
                  <a:lnTo>
                    <a:pt x="2024994" y="2678465"/>
                  </a:lnTo>
                  <a:lnTo>
                    <a:pt x="2038581" y="2678248"/>
                  </a:lnTo>
                  <a:lnTo>
                    <a:pt x="2052167" y="2678131"/>
                  </a:lnTo>
                  <a:lnTo>
                    <a:pt x="2065753" y="2678133"/>
                  </a:lnTo>
                  <a:lnTo>
                    <a:pt x="2079339" y="2678280"/>
                  </a:lnTo>
                  <a:lnTo>
                    <a:pt x="2092925" y="2678597"/>
                  </a:lnTo>
                  <a:lnTo>
                    <a:pt x="2106511" y="2679094"/>
                  </a:lnTo>
                  <a:lnTo>
                    <a:pt x="2120098" y="2679741"/>
                  </a:lnTo>
                  <a:lnTo>
                    <a:pt x="2133684" y="2680460"/>
                  </a:lnTo>
                  <a:lnTo>
                    <a:pt x="2147270" y="2681155"/>
                  </a:lnTo>
                  <a:lnTo>
                    <a:pt x="2160856" y="2681733"/>
                  </a:lnTo>
                  <a:lnTo>
                    <a:pt x="2174442" y="2682128"/>
                  </a:lnTo>
                  <a:lnTo>
                    <a:pt x="2188028" y="2682318"/>
                  </a:lnTo>
                  <a:lnTo>
                    <a:pt x="2201615" y="2682312"/>
                  </a:lnTo>
                  <a:lnTo>
                    <a:pt x="2215201" y="2682135"/>
                  </a:lnTo>
                  <a:lnTo>
                    <a:pt x="2228787" y="2681803"/>
                  </a:lnTo>
                  <a:lnTo>
                    <a:pt x="2242373" y="2681309"/>
                  </a:lnTo>
                  <a:lnTo>
                    <a:pt x="2255959" y="2680624"/>
                  </a:lnTo>
                  <a:lnTo>
                    <a:pt x="2269546" y="2679706"/>
                  </a:lnTo>
                  <a:lnTo>
                    <a:pt x="2283132" y="2678522"/>
                  </a:lnTo>
                  <a:lnTo>
                    <a:pt x="2296718" y="2677074"/>
                  </a:lnTo>
                  <a:lnTo>
                    <a:pt x="2310304" y="2675408"/>
                  </a:lnTo>
                  <a:lnTo>
                    <a:pt x="2323890" y="2673613"/>
                  </a:lnTo>
                  <a:lnTo>
                    <a:pt x="2337476" y="2671802"/>
                  </a:lnTo>
                  <a:lnTo>
                    <a:pt x="2351063" y="2670066"/>
                  </a:lnTo>
                  <a:lnTo>
                    <a:pt x="2364649" y="2668434"/>
                  </a:lnTo>
                  <a:lnTo>
                    <a:pt x="2378235" y="2666836"/>
                  </a:lnTo>
                  <a:lnTo>
                    <a:pt x="2391821" y="2665127"/>
                  </a:lnTo>
                  <a:lnTo>
                    <a:pt x="2405407" y="2663157"/>
                  </a:lnTo>
                  <a:lnTo>
                    <a:pt x="2418994" y="2660829"/>
                  </a:lnTo>
                  <a:lnTo>
                    <a:pt x="2432580" y="2658137"/>
                  </a:lnTo>
                  <a:lnTo>
                    <a:pt x="2446166" y="2655172"/>
                  </a:lnTo>
                  <a:lnTo>
                    <a:pt x="2459752" y="2652081"/>
                  </a:lnTo>
                  <a:lnTo>
                    <a:pt x="2473338" y="2649005"/>
                  </a:lnTo>
                  <a:lnTo>
                    <a:pt x="2486924" y="2646019"/>
                  </a:lnTo>
                  <a:lnTo>
                    <a:pt x="2500511" y="2643103"/>
                  </a:lnTo>
                  <a:lnTo>
                    <a:pt x="2514097" y="2640145"/>
                  </a:lnTo>
                  <a:lnTo>
                    <a:pt x="2527683" y="2636994"/>
                  </a:lnTo>
                  <a:lnTo>
                    <a:pt x="2541269" y="2633522"/>
                  </a:lnTo>
                  <a:lnTo>
                    <a:pt x="2554855" y="2629676"/>
                  </a:lnTo>
                  <a:lnTo>
                    <a:pt x="2568441" y="2625486"/>
                  </a:lnTo>
                  <a:lnTo>
                    <a:pt x="2582028" y="2621034"/>
                  </a:lnTo>
                  <a:lnTo>
                    <a:pt x="2595614" y="2616395"/>
                  </a:lnTo>
                  <a:lnTo>
                    <a:pt x="2609200" y="2611595"/>
                  </a:lnTo>
                  <a:lnTo>
                    <a:pt x="2622786" y="2606614"/>
                  </a:lnTo>
                  <a:lnTo>
                    <a:pt x="2636372" y="2601417"/>
                  </a:lnTo>
                  <a:lnTo>
                    <a:pt x="2649959" y="2596050"/>
                  </a:lnTo>
                  <a:lnTo>
                    <a:pt x="2663545" y="2590634"/>
                  </a:lnTo>
                  <a:lnTo>
                    <a:pt x="2677131" y="2585354"/>
                  </a:lnTo>
                  <a:lnTo>
                    <a:pt x="2690717" y="2580402"/>
                  </a:lnTo>
                  <a:lnTo>
                    <a:pt x="2704303" y="2575931"/>
                  </a:lnTo>
                  <a:lnTo>
                    <a:pt x="2717889" y="2572022"/>
                  </a:lnTo>
                  <a:lnTo>
                    <a:pt x="2731476" y="2568673"/>
                  </a:lnTo>
                  <a:lnTo>
                    <a:pt x="2745062" y="2565817"/>
                  </a:lnTo>
                  <a:lnTo>
                    <a:pt x="2758648" y="2563337"/>
                  </a:lnTo>
                  <a:lnTo>
                    <a:pt x="2772234" y="2561086"/>
                  </a:lnTo>
                  <a:lnTo>
                    <a:pt x="2785820" y="2558895"/>
                  </a:lnTo>
                  <a:lnTo>
                    <a:pt x="2799406" y="2556580"/>
                  </a:lnTo>
                  <a:lnTo>
                    <a:pt x="2812993" y="2553943"/>
                  </a:lnTo>
                  <a:lnTo>
                    <a:pt x="2826579" y="2550783"/>
                  </a:lnTo>
                  <a:lnTo>
                    <a:pt x="2840165" y="2546897"/>
                  </a:lnTo>
                  <a:lnTo>
                    <a:pt x="2853751" y="2542102"/>
                  </a:lnTo>
                  <a:lnTo>
                    <a:pt x="2867337" y="2536249"/>
                  </a:lnTo>
                  <a:lnTo>
                    <a:pt x="2880924" y="2529251"/>
                  </a:lnTo>
                  <a:lnTo>
                    <a:pt x="2894510" y="2521067"/>
                  </a:lnTo>
                  <a:lnTo>
                    <a:pt x="2908096" y="2511860"/>
                  </a:lnTo>
                  <a:lnTo>
                    <a:pt x="2921682" y="2501878"/>
                  </a:lnTo>
                  <a:lnTo>
                    <a:pt x="2935268" y="2491417"/>
                  </a:lnTo>
                  <a:lnTo>
                    <a:pt x="2948854" y="2480803"/>
                  </a:lnTo>
                  <a:lnTo>
                    <a:pt x="2962441" y="2470343"/>
                  </a:lnTo>
                  <a:lnTo>
                    <a:pt x="2976027" y="2460295"/>
                  </a:lnTo>
                  <a:lnTo>
                    <a:pt x="2989613" y="2450829"/>
                  </a:lnTo>
                  <a:lnTo>
                    <a:pt x="3003199" y="2441994"/>
                  </a:lnTo>
                  <a:lnTo>
                    <a:pt x="3016785" y="2433693"/>
                  </a:lnTo>
                  <a:lnTo>
                    <a:pt x="3030372" y="2425682"/>
                  </a:lnTo>
                  <a:lnTo>
                    <a:pt x="3043958" y="2417609"/>
                  </a:lnTo>
                  <a:lnTo>
                    <a:pt x="3057544" y="2409090"/>
                  </a:lnTo>
                  <a:lnTo>
                    <a:pt x="3071130" y="2399798"/>
                  </a:lnTo>
                  <a:lnTo>
                    <a:pt x="3084716" y="2389530"/>
                  </a:lnTo>
                  <a:lnTo>
                    <a:pt x="3098302" y="2378233"/>
                  </a:lnTo>
                  <a:lnTo>
                    <a:pt x="3111889" y="2365987"/>
                  </a:lnTo>
                  <a:lnTo>
                    <a:pt x="3125475" y="2352965"/>
                  </a:lnTo>
                  <a:lnTo>
                    <a:pt x="3139061" y="2339390"/>
                  </a:lnTo>
                  <a:lnTo>
                    <a:pt x="3152647" y="2325497"/>
                  </a:lnTo>
                  <a:lnTo>
                    <a:pt x="3166233" y="2311510"/>
                  </a:lnTo>
                  <a:lnTo>
                    <a:pt x="3179819" y="2297564"/>
                  </a:lnTo>
                  <a:lnTo>
                    <a:pt x="3193406" y="2283666"/>
                  </a:lnTo>
                  <a:lnTo>
                    <a:pt x="3206992" y="2269680"/>
                  </a:lnTo>
                  <a:lnTo>
                    <a:pt x="3220578" y="2255346"/>
                  </a:lnTo>
                  <a:lnTo>
                    <a:pt x="3234164" y="2240328"/>
                  </a:lnTo>
                  <a:lnTo>
                    <a:pt x="3247750" y="2224275"/>
                  </a:lnTo>
                  <a:lnTo>
                    <a:pt x="3261337" y="2206886"/>
                  </a:lnTo>
                  <a:lnTo>
                    <a:pt x="3274923" y="2187942"/>
                  </a:lnTo>
                  <a:lnTo>
                    <a:pt x="3288509" y="2167329"/>
                  </a:lnTo>
                  <a:lnTo>
                    <a:pt x="3302095" y="2145044"/>
                  </a:lnTo>
                  <a:lnTo>
                    <a:pt x="3315681" y="2121175"/>
                  </a:lnTo>
                  <a:lnTo>
                    <a:pt x="3329267" y="2095874"/>
                  </a:lnTo>
                  <a:lnTo>
                    <a:pt x="3342854" y="2069313"/>
                  </a:lnTo>
                  <a:lnTo>
                    <a:pt x="3356440" y="2041644"/>
                  </a:lnTo>
                  <a:lnTo>
                    <a:pt x="3370026" y="2012968"/>
                  </a:lnTo>
                  <a:lnTo>
                    <a:pt x="3383612" y="1983350"/>
                  </a:lnTo>
                  <a:lnTo>
                    <a:pt x="3397198" y="1952845"/>
                  </a:lnTo>
                  <a:lnTo>
                    <a:pt x="3410785" y="1921534"/>
                  </a:lnTo>
                  <a:lnTo>
                    <a:pt x="3424371" y="1889569"/>
                  </a:lnTo>
                  <a:lnTo>
                    <a:pt x="3437957" y="1857214"/>
                  </a:lnTo>
                  <a:lnTo>
                    <a:pt x="3451543" y="1824762"/>
                  </a:lnTo>
                  <a:lnTo>
                    <a:pt x="3465129" y="1792539"/>
                  </a:lnTo>
                  <a:lnTo>
                    <a:pt x="3478715" y="1760848"/>
                  </a:lnTo>
                  <a:lnTo>
                    <a:pt x="3492302" y="1729869"/>
                  </a:lnTo>
                  <a:lnTo>
                    <a:pt x="3505888" y="1699548"/>
                  </a:lnTo>
                  <a:lnTo>
                    <a:pt x="3519474" y="1669543"/>
                  </a:lnTo>
                  <a:lnTo>
                    <a:pt x="3533060" y="1639284"/>
                  </a:lnTo>
                  <a:lnTo>
                    <a:pt x="3546646" y="1608166"/>
                  </a:lnTo>
                  <a:lnTo>
                    <a:pt x="3560232" y="1575788"/>
                  </a:lnTo>
                  <a:lnTo>
                    <a:pt x="3573819" y="1542145"/>
                  </a:lnTo>
                  <a:lnTo>
                    <a:pt x="3587405" y="1507627"/>
                  </a:lnTo>
                  <a:lnTo>
                    <a:pt x="3600991" y="1472818"/>
                  </a:lnTo>
                  <a:lnTo>
                    <a:pt x="3614577" y="1438164"/>
                  </a:lnTo>
                  <a:lnTo>
                    <a:pt x="3628163" y="1403642"/>
                  </a:lnTo>
                  <a:lnTo>
                    <a:pt x="3641750" y="1368625"/>
                  </a:lnTo>
                  <a:lnTo>
                    <a:pt x="3655336" y="1332012"/>
                  </a:lnTo>
                  <a:lnTo>
                    <a:pt x="3668922" y="1292598"/>
                  </a:lnTo>
                  <a:lnTo>
                    <a:pt x="3682508" y="1249349"/>
                  </a:lnTo>
                  <a:lnTo>
                    <a:pt x="3696094" y="1202483"/>
                  </a:lnTo>
                  <a:lnTo>
                    <a:pt x="3709680" y="1152845"/>
                  </a:lnTo>
                  <a:lnTo>
                    <a:pt x="3723267" y="1101812"/>
                  </a:lnTo>
                  <a:lnTo>
                    <a:pt x="3736853" y="1050894"/>
                  </a:lnTo>
                  <a:lnTo>
                    <a:pt x="3750439" y="1001379"/>
                  </a:lnTo>
                  <a:lnTo>
                    <a:pt x="3764025" y="954111"/>
                  </a:lnTo>
                  <a:lnTo>
                    <a:pt x="3777611" y="909437"/>
                  </a:lnTo>
                  <a:lnTo>
                    <a:pt x="3791197" y="867275"/>
                  </a:lnTo>
                  <a:lnTo>
                    <a:pt x="3804784" y="827249"/>
                  </a:lnTo>
                  <a:lnTo>
                    <a:pt x="3818370" y="788819"/>
                  </a:lnTo>
                  <a:lnTo>
                    <a:pt x="3831956" y="751408"/>
                  </a:lnTo>
                  <a:lnTo>
                    <a:pt x="3845542" y="714506"/>
                  </a:lnTo>
                  <a:lnTo>
                    <a:pt x="3859128" y="677759"/>
                  </a:lnTo>
                  <a:lnTo>
                    <a:pt x="3872715" y="641049"/>
                  </a:lnTo>
                  <a:lnTo>
                    <a:pt x="3886301" y="604534"/>
                  </a:lnTo>
                  <a:lnTo>
                    <a:pt x="3899887" y="568617"/>
                  </a:lnTo>
                  <a:lnTo>
                    <a:pt x="3913473" y="533815"/>
                  </a:lnTo>
                  <a:lnTo>
                    <a:pt x="3927059" y="500550"/>
                  </a:lnTo>
                  <a:lnTo>
                    <a:pt x="3940645" y="468958"/>
                  </a:lnTo>
                  <a:lnTo>
                    <a:pt x="3954232" y="438502"/>
                  </a:lnTo>
                  <a:lnTo>
                    <a:pt x="3967818" y="408287"/>
                  </a:lnTo>
                  <a:lnTo>
                    <a:pt x="3981404" y="377361"/>
                  </a:lnTo>
                  <a:lnTo>
                    <a:pt x="3994990" y="345069"/>
                  </a:lnTo>
                  <a:lnTo>
                    <a:pt x="4008576" y="311332"/>
                  </a:lnTo>
                  <a:lnTo>
                    <a:pt x="4022163" y="276696"/>
                  </a:lnTo>
                  <a:lnTo>
                    <a:pt x="4035749" y="242121"/>
                  </a:lnTo>
                  <a:lnTo>
                    <a:pt x="4049335" y="208622"/>
                  </a:lnTo>
                  <a:lnTo>
                    <a:pt x="4062921" y="176928"/>
                  </a:lnTo>
                  <a:lnTo>
                    <a:pt x="4076507" y="147325"/>
                  </a:lnTo>
                  <a:lnTo>
                    <a:pt x="4090093" y="119738"/>
                  </a:lnTo>
                  <a:lnTo>
                    <a:pt x="4103680" y="94004"/>
                  </a:lnTo>
                  <a:lnTo>
                    <a:pt x="4117266" y="70158"/>
                  </a:lnTo>
                  <a:lnTo>
                    <a:pt x="4130852" y="48595"/>
                  </a:lnTo>
                  <a:lnTo>
                    <a:pt x="4144438" y="30035"/>
                  </a:lnTo>
                  <a:lnTo>
                    <a:pt x="4158024" y="15320"/>
                  </a:lnTo>
                  <a:lnTo>
                    <a:pt x="4171610" y="5171"/>
                  </a:lnTo>
                  <a:lnTo>
                    <a:pt x="4185197" y="5"/>
                  </a:lnTo>
                  <a:lnTo>
                    <a:pt x="4198783" y="0"/>
                  </a:lnTo>
                  <a:lnTo>
                    <a:pt x="4212369" y="4732"/>
                  </a:lnTo>
                  <a:lnTo>
                    <a:pt x="4225955" y="13355"/>
                  </a:lnTo>
                  <a:lnTo>
                    <a:pt x="4239541" y="24935"/>
                  </a:lnTo>
                  <a:lnTo>
                    <a:pt x="4253128" y="38417"/>
                  </a:lnTo>
                  <a:lnTo>
                    <a:pt x="4266714" y="52740"/>
                  </a:lnTo>
                  <a:lnTo>
                    <a:pt x="4280300" y="66923"/>
                  </a:lnTo>
                  <a:lnTo>
                    <a:pt x="4293886" y="80139"/>
                  </a:lnTo>
                  <a:lnTo>
                    <a:pt x="4307472" y="91764"/>
                  </a:lnTo>
                  <a:lnTo>
                    <a:pt x="4321058" y="101472"/>
                  </a:lnTo>
                  <a:lnTo>
                    <a:pt x="4334645" y="109364"/>
                  </a:lnTo>
                  <a:lnTo>
                    <a:pt x="4348231" y="116112"/>
                  </a:lnTo>
                  <a:lnTo>
                    <a:pt x="4361817" y="123006"/>
                  </a:lnTo>
                  <a:lnTo>
                    <a:pt x="4375403" y="131840"/>
                  </a:lnTo>
                  <a:lnTo>
                    <a:pt x="4388989" y="144587"/>
                  </a:lnTo>
                  <a:lnTo>
                    <a:pt x="4402576" y="162966"/>
                  </a:lnTo>
                  <a:lnTo>
                    <a:pt x="4416162" y="188023"/>
                  </a:lnTo>
                  <a:lnTo>
                    <a:pt x="4429748" y="219897"/>
                  </a:lnTo>
                  <a:lnTo>
                    <a:pt x="4443334" y="257823"/>
                  </a:lnTo>
                  <a:lnTo>
                    <a:pt x="4456920" y="300392"/>
                  </a:lnTo>
                  <a:lnTo>
                    <a:pt x="4470506" y="345754"/>
                  </a:lnTo>
                  <a:lnTo>
                    <a:pt x="4484093" y="392054"/>
                  </a:lnTo>
                  <a:lnTo>
                    <a:pt x="4497679" y="438076"/>
                  </a:lnTo>
                  <a:lnTo>
                    <a:pt x="4511265" y="483223"/>
                  </a:lnTo>
                  <a:lnTo>
                    <a:pt x="4524851" y="527521"/>
                  </a:lnTo>
                  <a:lnTo>
                    <a:pt x="4538437" y="571470"/>
                  </a:lnTo>
                  <a:lnTo>
                    <a:pt x="4552023" y="615801"/>
                  </a:lnTo>
                  <a:lnTo>
                    <a:pt x="4565610" y="661227"/>
                  </a:lnTo>
                  <a:lnTo>
                    <a:pt x="4579196" y="708268"/>
                  </a:lnTo>
                  <a:lnTo>
                    <a:pt x="4592782" y="757195"/>
                  </a:lnTo>
                  <a:lnTo>
                    <a:pt x="4606368" y="808040"/>
                  </a:lnTo>
                  <a:lnTo>
                    <a:pt x="4619954" y="860650"/>
                  </a:lnTo>
                  <a:lnTo>
                    <a:pt x="4633541" y="914730"/>
                  </a:lnTo>
                  <a:lnTo>
                    <a:pt x="4647127" y="969856"/>
                  </a:lnTo>
                  <a:lnTo>
                    <a:pt x="4660713" y="1025485"/>
                  </a:lnTo>
                  <a:lnTo>
                    <a:pt x="4674299" y="1080990"/>
                  </a:lnTo>
                  <a:lnTo>
                    <a:pt x="4687885" y="1135742"/>
                  </a:lnTo>
                  <a:lnTo>
                    <a:pt x="4701471" y="1189246"/>
                  </a:lnTo>
                  <a:lnTo>
                    <a:pt x="4715058" y="1241275"/>
                  </a:lnTo>
                  <a:lnTo>
                    <a:pt x="4728644" y="1291917"/>
                  </a:lnTo>
                  <a:lnTo>
                    <a:pt x="4742230" y="1341713"/>
                  </a:lnTo>
                  <a:lnTo>
                    <a:pt x="4755816" y="1391165"/>
                  </a:lnTo>
                  <a:lnTo>
                    <a:pt x="4769402" y="1440547"/>
                  </a:lnTo>
                  <a:lnTo>
                    <a:pt x="4782988" y="1489693"/>
                  </a:lnTo>
                  <a:lnTo>
                    <a:pt x="4796575" y="1537953"/>
                  </a:lnTo>
                  <a:lnTo>
                    <a:pt x="4810161" y="1584338"/>
                  </a:lnTo>
                  <a:lnTo>
                    <a:pt x="4823747" y="1627799"/>
                  </a:lnTo>
                  <a:lnTo>
                    <a:pt x="4837333" y="1667546"/>
                  </a:lnTo>
                  <a:lnTo>
                    <a:pt x="4850919" y="1703278"/>
                  </a:lnTo>
                  <a:lnTo>
                    <a:pt x="4864506" y="1735266"/>
                  </a:lnTo>
                  <a:lnTo>
                    <a:pt x="4878092" y="1764294"/>
                  </a:lnTo>
                  <a:lnTo>
                    <a:pt x="4891678" y="1791488"/>
                  </a:lnTo>
                  <a:lnTo>
                    <a:pt x="4905264" y="1818131"/>
                  </a:lnTo>
                  <a:lnTo>
                    <a:pt x="4918850" y="1845476"/>
                  </a:lnTo>
                  <a:lnTo>
                    <a:pt x="4932436" y="1874593"/>
                  </a:lnTo>
                  <a:lnTo>
                    <a:pt x="4946023" y="1906222"/>
                  </a:lnTo>
                  <a:lnTo>
                    <a:pt x="4959609" y="1940665"/>
                  </a:lnTo>
                  <a:lnTo>
                    <a:pt x="4973195" y="1977738"/>
                  </a:lnTo>
                  <a:lnTo>
                    <a:pt x="4986781" y="2016870"/>
                  </a:lnTo>
                  <a:lnTo>
                    <a:pt x="5000367" y="2056984"/>
                  </a:lnTo>
                  <a:lnTo>
                    <a:pt x="5013954" y="2096955"/>
                  </a:lnTo>
                  <a:lnTo>
                    <a:pt x="5027540" y="2135618"/>
                  </a:lnTo>
                  <a:lnTo>
                    <a:pt x="5041126" y="2171777"/>
                  </a:lnTo>
                  <a:lnTo>
                    <a:pt x="5054712" y="2204297"/>
                  </a:lnTo>
                  <a:lnTo>
                    <a:pt x="5068298" y="2232259"/>
                  </a:lnTo>
                  <a:lnTo>
                    <a:pt x="5081884" y="2255180"/>
                  </a:lnTo>
                  <a:lnTo>
                    <a:pt x="5095471" y="2273184"/>
                  </a:lnTo>
                  <a:lnTo>
                    <a:pt x="5109057" y="2287036"/>
                  </a:lnTo>
                  <a:lnTo>
                    <a:pt x="5122643" y="2297994"/>
                  </a:lnTo>
                  <a:lnTo>
                    <a:pt x="5136229" y="2307517"/>
                  </a:lnTo>
                  <a:lnTo>
                    <a:pt x="5149815" y="2316923"/>
                  </a:lnTo>
                  <a:lnTo>
                    <a:pt x="5163401" y="2327119"/>
                  </a:lnTo>
                  <a:lnTo>
                    <a:pt x="5176988" y="2338467"/>
                  </a:lnTo>
                  <a:lnTo>
                    <a:pt x="5190574" y="2350807"/>
                  </a:lnTo>
                  <a:lnTo>
                    <a:pt x="5204160" y="2363600"/>
                  </a:lnTo>
                  <a:lnTo>
                    <a:pt x="5217746" y="2376134"/>
                  </a:lnTo>
                  <a:lnTo>
                    <a:pt x="5231332" y="2387748"/>
                  </a:lnTo>
                  <a:lnTo>
                    <a:pt x="5244919" y="2397975"/>
                  </a:lnTo>
                  <a:lnTo>
                    <a:pt x="5258505" y="2406794"/>
                  </a:lnTo>
                  <a:lnTo>
                    <a:pt x="5272091" y="2414595"/>
                  </a:lnTo>
                  <a:lnTo>
                    <a:pt x="5285677" y="2421949"/>
                  </a:lnTo>
                  <a:lnTo>
                    <a:pt x="5299263" y="2429460"/>
                  </a:lnTo>
                  <a:lnTo>
                    <a:pt x="5312849" y="2437592"/>
                  </a:lnTo>
                  <a:lnTo>
                    <a:pt x="5326436" y="2446565"/>
                  </a:lnTo>
                  <a:lnTo>
                    <a:pt x="5340022" y="2456337"/>
                  </a:lnTo>
                  <a:lnTo>
                    <a:pt x="5353608" y="2466666"/>
                  </a:lnTo>
                  <a:lnTo>
                    <a:pt x="5367194" y="2477220"/>
                  </a:lnTo>
                  <a:lnTo>
                    <a:pt x="5380780" y="2487684"/>
                  </a:lnTo>
                  <a:lnTo>
                    <a:pt x="5394366" y="2497846"/>
                  </a:lnTo>
                  <a:lnTo>
                    <a:pt x="5407953" y="2507638"/>
                  </a:lnTo>
                  <a:lnTo>
                    <a:pt x="5421539" y="2517126"/>
                  </a:lnTo>
                  <a:lnTo>
                    <a:pt x="5435125" y="2526450"/>
                  </a:lnTo>
                  <a:lnTo>
                    <a:pt x="5448711" y="2535751"/>
                  </a:lnTo>
                  <a:lnTo>
                    <a:pt x="5462297" y="2545091"/>
                  </a:lnTo>
                  <a:lnTo>
                    <a:pt x="5475884" y="2554424"/>
                  </a:lnTo>
                  <a:lnTo>
                    <a:pt x="5489470" y="2563597"/>
                  </a:lnTo>
                  <a:lnTo>
                    <a:pt x="5503056" y="2572393"/>
                  </a:lnTo>
                  <a:lnTo>
                    <a:pt x="5516642" y="2580589"/>
                  </a:lnTo>
                  <a:lnTo>
                    <a:pt x="5530228" y="2588073"/>
                  </a:lnTo>
                  <a:lnTo>
                    <a:pt x="5543814" y="2594795"/>
                  </a:lnTo>
                  <a:lnTo>
                    <a:pt x="5557401" y="2600768"/>
                  </a:lnTo>
                  <a:lnTo>
                    <a:pt x="5570987" y="2606047"/>
                  </a:lnTo>
                  <a:lnTo>
                    <a:pt x="5584573" y="2610697"/>
                  </a:lnTo>
                  <a:lnTo>
                    <a:pt x="5598159" y="2614783"/>
                  </a:lnTo>
                  <a:lnTo>
                    <a:pt x="5611745" y="2618368"/>
                  </a:lnTo>
                  <a:lnTo>
                    <a:pt x="5625332" y="2621524"/>
                  </a:lnTo>
                  <a:lnTo>
                    <a:pt x="5638918" y="2624345"/>
                  </a:lnTo>
                  <a:lnTo>
                    <a:pt x="5652504" y="2626944"/>
                  </a:lnTo>
                  <a:lnTo>
                    <a:pt x="5666090" y="2629447"/>
                  </a:lnTo>
                  <a:lnTo>
                    <a:pt x="5679676" y="2631988"/>
                  </a:lnTo>
                  <a:lnTo>
                    <a:pt x="5693262" y="2634688"/>
                  </a:lnTo>
                  <a:lnTo>
                    <a:pt x="5706849" y="2637648"/>
                  </a:lnTo>
                  <a:lnTo>
                    <a:pt x="5720435" y="2640937"/>
                  </a:lnTo>
                  <a:lnTo>
                    <a:pt x="5734021" y="2644578"/>
                  </a:lnTo>
                  <a:lnTo>
                    <a:pt x="5747607" y="2648536"/>
                  </a:lnTo>
                  <a:lnTo>
                    <a:pt x="5761193" y="2652721"/>
                  </a:lnTo>
                  <a:lnTo>
                    <a:pt x="5774779" y="2656996"/>
                  </a:lnTo>
                  <a:lnTo>
                    <a:pt x="5788366" y="2661203"/>
                  </a:lnTo>
                  <a:lnTo>
                    <a:pt x="5801952" y="2665209"/>
                  </a:lnTo>
                  <a:lnTo>
                    <a:pt x="5815538" y="2668918"/>
                  </a:lnTo>
                  <a:lnTo>
                    <a:pt x="5829124" y="2672270"/>
                  </a:lnTo>
                  <a:lnTo>
                    <a:pt x="5842710" y="2675245"/>
                  </a:lnTo>
                  <a:lnTo>
                    <a:pt x="5856297" y="2677871"/>
                  </a:lnTo>
                  <a:lnTo>
                    <a:pt x="5869883" y="2680213"/>
                  </a:lnTo>
                  <a:lnTo>
                    <a:pt x="5883469" y="2682371"/>
                  </a:lnTo>
                  <a:lnTo>
                    <a:pt x="5897055" y="2684450"/>
                  </a:lnTo>
                  <a:lnTo>
                    <a:pt x="5910641" y="2686537"/>
                  </a:lnTo>
                  <a:lnTo>
                    <a:pt x="5924227" y="2688683"/>
                  </a:lnTo>
                  <a:lnTo>
                    <a:pt x="5937814" y="2690890"/>
                  </a:lnTo>
                  <a:lnTo>
                    <a:pt x="5951400" y="2693127"/>
                  </a:lnTo>
                  <a:lnTo>
                    <a:pt x="5964986" y="2695348"/>
                  </a:lnTo>
                  <a:lnTo>
                    <a:pt x="5978572" y="2697518"/>
                  </a:lnTo>
                  <a:lnTo>
                    <a:pt x="5992158" y="2699623"/>
                  </a:lnTo>
                  <a:lnTo>
                    <a:pt x="6005745" y="2701668"/>
                  </a:lnTo>
                  <a:lnTo>
                    <a:pt x="6019331" y="2703666"/>
                  </a:lnTo>
                  <a:lnTo>
                    <a:pt x="6032917" y="2705612"/>
                  </a:lnTo>
                  <a:lnTo>
                    <a:pt x="6046503" y="2707474"/>
                  </a:lnTo>
                  <a:lnTo>
                    <a:pt x="6060089" y="2709187"/>
                  </a:lnTo>
                  <a:lnTo>
                    <a:pt x="6073675" y="2710668"/>
                  </a:lnTo>
                  <a:lnTo>
                    <a:pt x="6087262" y="2711840"/>
                  </a:lnTo>
                  <a:lnTo>
                    <a:pt x="6100848" y="2712652"/>
                  </a:lnTo>
                  <a:lnTo>
                    <a:pt x="6114434" y="2713095"/>
                  </a:lnTo>
                  <a:lnTo>
                    <a:pt x="6128020" y="2713204"/>
                  </a:lnTo>
                  <a:lnTo>
                    <a:pt x="6141606" y="2713048"/>
                  </a:lnTo>
                  <a:lnTo>
                    <a:pt x="6155192" y="2712718"/>
                  </a:lnTo>
                  <a:lnTo>
                    <a:pt x="6168779" y="2712310"/>
                  </a:lnTo>
                  <a:lnTo>
                    <a:pt x="6182365" y="2711918"/>
                  </a:lnTo>
                  <a:lnTo>
                    <a:pt x="6195951" y="2711628"/>
                  </a:lnTo>
                  <a:lnTo>
                    <a:pt x="6209537" y="2711509"/>
                  </a:lnTo>
                  <a:lnTo>
                    <a:pt x="6223123" y="2711609"/>
                  </a:lnTo>
                  <a:lnTo>
                    <a:pt x="6236710" y="2711947"/>
                  </a:lnTo>
                  <a:lnTo>
                    <a:pt x="6250296" y="2712510"/>
                  </a:lnTo>
                  <a:lnTo>
                    <a:pt x="6263882" y="2713257"/>
                  </a:lnTo>
                  <a:lnTo>
                    <a:pt x="6277468" y="2714123"/>
                  </a:lnTo>
                  <a:lnTo>
                    <a:pt x="6291054" y="2715035"/>
                  </a:lnTo>
                  <a:lnTo>
                    <a:pt x="6304640" y="2715915"/>
                  </a:lnTo>
                  <a:lnTo>
                    <a:pt x="6318227" y="2716707"/>
                  </a:lnTo>
                  <a:lnTo>
                    <a:pt x="6331813" y="2717382"/>
                  </a:lnTo>
                  <a:lnTo>
                    <a:pt x="6345399" y="2717936"/>
                  </a:lnTo>
                  <a:lnTo>
                    <a:pt x="6358985" y="2718389"/>
                  </a:lnTo>
                  <a:lnTo>
                    <a:pt x="6372571" y="2718773"/>
                  </a:lnTo>
                  <a:lnTo>
                    <a:pt x="6386157" y="2719122"/>
                  </a:lnTo>
                  <a:lnTo>
                    <a:pt x="6399744" y="2719457"/>
                  </a:lnTo>
                  <a:lnTo>
                    <a:pt x="6413330" y="2719788"/>
                  </a:lnTo>
                  <a:lnTo>
                    <a:pt x="6426916" y="2720118"/>
                  </a:lnTo>
                  <a:lnTo>
                    <a:pt x="6440502" y="2720443"/>
                  </a:lnTo>
                  <a:lnTo>
                    <a:pt x="6454088" y="2720760"/>
                  </a:lnTo>
                  <a:lnTo>
                    <a:pt x="6467675" y="2721071"/>
                  </a:lnTo>
                  <a:lnTo>
                    <a:pt x="6481261" y="2721372"/>
                  </a:lnTo>
                  <a:lnTo>
                    <a:pt x="6494847" y="2721660"/>
                  </a:lnTo>
                  <a:lnTo>
                    <a:pt x="6508433" y="2721923"/>
                  </a:lnTo>
                  <a:lnTo>
                    <a:pt x="6522019" y="2722151"/>
                  </a:lnTo>
                  <a:lnTo>
                    <a:pt x="6535605" y="2722335"/>
                  </a:lnTo>
                  <a:lnTo>
                    <a:pt x="6549192" y="2722472"/>
                  </a:lnTo>
                  <a:lnTo>
                    <a:pt x="6562778" y="2722565"/>
                  </a:lnTo>
                  <a:lnTo>
                    <a:pt x="6576364" y="2722624"/>
                  </a:lnTo>
                  <a:lnTo>
                    <a:pt x="6589950" y="2722659"/>
                  </a:lnTo>
                  <a:lnTo>
                    <a:pt x="6603536" y="2722678"/>
                  </a:lnTo>
                  <a:lnTo>
                    <a:pt x="6617123" y="2722687"/>
                  </a:lnTo>
                </a:path>
              </a:pathLst>
            </a:custGeom>
            <a:ln w="2857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519361" y="3595890"/>
              <a:ext cx="6783390" cy="1492269"/>
            </a:xfrm>
            <a:custGeom>
              <a:avLst/>
              <a:pathLst>
                <a:path w="6783390" h="1492269">
                  <a:moveTo>
                    <a:pt x="0" y="1492269"/>
                  </a:moveTo>
                  <a:lnTo>
                    <a:pt x="17147" y="1492268"/>
                  </a:lnTo>
                  <a:lnTo>
                    <a:pt x="34294" y="1492266"/>
                  </a:lnTo>
                  <a:lnTo>
                    <a:pt x="51441" y="1492262"/>
                  </a:lnTo>
                  <a:lnTo>
                    <a:pt x="68588" y="1492255"/>
                  </a:lnTo>
                  <a:lnTo>
                    <a:pt x="85735" y="1492245"/>
                  </a:lnTo>
                  <a:lnTo>
                    <a:pt x="102883" y="1492232"/>
                  </a:lnTo>
                  <a:lnTo>
                    <a:pt x="120030" y="1492216"/>
                  </a:lnTo>
                  <a:lnTo>
                    <a:pt x="137177" y="1492199"/>
                  </a:lnTo>
                  <a:lnTo>
                    <a:pt x="154324" y="1492182"/>
                  </a:lnTo>
                  <a:lnTo>
                    <a:pt x="171471" y="1492166"/>
                  </a:lnTo>
                  <a:lnTo>
                    <a:pt x="188619" y="1492150"/>
                  </a:lnTo>
                  <a:lnTo>
                    <a:pt x="205766" y="1492137"/>
                  </a:lnTo>
                  <a:lnTo>
                    <a:pt x="222913" y="1492127"/>
                  </a:lnTo>
                  <a:lnTo>
                    <a:pt x="240060" y="1492125"/>
                  </a:lnTo>
                  <a:lnTo>
                    <a:pt x="257207" y="1492131"/>
                  </a:lnTo>
                  <a:lnTo>
                    <a:pt x="274355" y="1492146"/>
                  </a:lnTo>
                  <a:lnTo>
                    <a:pt x="291502" y="1492169"/>
                  </a:lnTo>
                  <a:lnTo>
                    <a:pt x="308649" y="1492194"/>
                  </a:lnTo>
                  <a:lnTo>
                    <a:pt x="325796" y="1492218"/>
                  </a:lnTo>
                  <a:lnTo>
                    <a:pt x="342943" y="1492238"/>
                  </a:lnTo>
                  <a:lnTo>
                    <a:pt x="360091" y="1492252"/>
                  </a:lnTo>
                  <a:lnTo>
                    <a:pt x="377238" y="1492260"/>
                  </a:lnTo>
                  <a:lnTo>
                    <a:pt x="394385" y="1492264"/>
                  </a:lnTo>
                  <a:lnTo>
                    <a:pt x="411532" y="1492265"/>
                  </a:lnTo>
                  <a:lnTo>
                    <a:pt x="428679" y="1492262"/>
                  </a:lnTo>
                  <a:lnTo>
                    <a:pt x="445827" y="1492256"/>
                  </a:lnTo>
                  <a:lnTo>
                    <a:pt x="462974" y="1492246"/>
                  </a:lnTo>
                  <a:lnTo>
                    <a:pt x="480121" y="1492230"/>
                  </a:lnTo>
                  <a:lnTo>
                    <a:pt x="497268" y="1492209"/>
                  </a:lnTo>
                  <a:lnTo>
                    <a:pt x="514415" y="1492183"/>
                  </a:lnTo>
                  <a:lnTo>
                    <a:pt x="531563" y="1492152"/>
                  </a:lnTo>
                  <a:lnTo>
                    <a:pt x="548710" y="1492117"/>
                  </a:lnTo>
                  <a:lnTo>
                    <a:pt x="565857" y="1492081"/>
                  </a:lnTo>
                  <a:lnTo>
                    <a:pt x="583004" y="1492045"/>
                  </a:lnTo>
                  <a:lnTo>
                    <a:pt x="600151" y="1492013"/>
                  </a:lnTo>
                  <a:lnTo>
                    <a:pt x="617299" y="1491989"/>
                  </a:lnTo>
                  <a:lnTo>
                    <a:pt x="634446" y="1491977"/>
                  </a:lnTo>
                  <a:lnTo>
                    <a:pt x="651593" y="1491979"/>
                  </a:lnTo>
                  <a:lnTo>
                    <a:pt x="668740" y="1491997"/>
                  </a:lnTo>
                  <a:lnTo>
                    <a:pt x="685887" y="1492026"/>
                  </a:lnTo>
                  <a:lnTo>
                    <a:pt x="703035" y="1492062"/>
                  </a:lnTo>
                  <a:lnTo>
                    <a:pt x="720182" y="1492096"/>
                  </a:lnTo>
                  <a:lnTo>
                    <a:pt x="737329" y="1492123"/>
                  </a:lnTo>
                  <a:lnTo>
                    <a:pt x="754476" y="1492140"/>
                  </a:lnTo>
                  <a:lnTo>
                    <a:pt x="771623" y="1492146"/>
                  </a:lnTo>
                  <a:lnTo>
                    <a:pt x="788770" y="1492142"/>
                  </a:lnTo>
                  <a:lnTo>
                    <a:pt x="805918" y="1492131"/>
                  </a:lnTo>
                  <a:lnTo>
                    <a:pt x="823065" y="1492115"/>
                  </a:lnTo>
                  <a:lnTo>
                    <a:pt x="840212" y="1492099"/>
                  </a:lnTo>
                  <a:lnTo>
                    <a:pt x="857359" y="1492087"/>
                  </a:lnTo>
                  <a:lnTo>
                    <a:pt x="874506" y="1492085"/>
                  </a:lnTo>
                  <a:lnTo>
                    <a:pt x="891654" y="1492094"/>
                  </a:lnTo>
                  <a:lnTo>
                    <a:pt x="908801" y="1492114"/>
                  </a:lnTo>
                  <a:lnTo>
                    <a:pt x="925948" y="1492141"/>
                  </a:lnTo>
                  <a:lnTo>
                    <a:pt x="943095" y="1492171"/>
                  </a:lnTo>
                  <a:lnTo>
                    <a:pt x="960242" y="1492198"/>
                  </a:lnTo>
                  <a:lnTo>
                    <a:pt x="977390" y="1492220"/>
                  </a:lnTo>
                  <a:lnTo>
                    <a:pt x="994537" y="1492232"/>
                  </a:lnTo>
                  <a:lnTo>
                    <a:pt x="1011684" y="1492235"/>
                  </a:lnTo>
                  <a:lnTo>
                    <a:pt x="1028831" y="1492229"/>
                  </a:lnTo>
                  <a:lnTo>
                    <a:pt x="1045978" y="1492215"/>
                  </a:lnTo>
                  <a:lnTo>
                    <a:pt x="1063126" y="1492196"/>
                  </a:lnTo>
                  <a:lnTo>
                    <a:pt x="1080273" y="1492175"/>
                  </a:lnTo>
                  <a:lnTo>
                    <a:pt x="1097420" y="1492158"/>
                  </a:lnTo>
                  <a:lnTo>
                    <a:pt x="1114567" y="1492148"/>
                  </a:lnTo>
                  <a:lnTo>
                    <a:pt x="1131714" y="1492145"/>
                  </a:lnTo>
                  <a:lnTo>
                    <a:pt x="1148862" y="1492148"/>
                  </a:lnTo>
                  <a:lnTo>
                    <a:pt x="1166009" y="1492153"/>
                  </a:lnTo>
                  <a:lnTo>
                    <a:pt x="1183156" y="1492152"/>
                  </a:lnTo>
                  <a:lnTo>
                    <a:pt x="1200303" y="1492143"/>
                  </a:lnTo>
                  <a:lnTo>
                    <a:pt x="1217450" y="1492125"/>
                  </a:lnTo>
                  <a:lnTo>
                    <a:pt x="1234598" y="1492100"/>
                  </a:lnTo>
                  <a:lnTo>
                    <a:pt x="1251745" y="1492075"/>
                  </a:lnTo>
                  <a:lnTo>
                    <a:pt x="1268892" y="1492053"/>
                  </a:lnTo>
                  <a:lnTo>
                    <a:pt x="1286039" y="1492040"/>
                  </a:lnTo>
                  <a:lnTo>
                    <a:pt x="1303186" y="1492035"/>
                  </a:lnTo>
                  <a:lnTo>
                    <a:pt x="1320334" y="1492037"/>
                  </a:lnTo>
                  <a:lnTo>
                    <a:pt x="1337481" y="1492040"/>
                  </a:lnTo>
                  <a:lnTo>
                    <a:pt x="1354628" y="1492041"/>
                  </a:lnTo>
                  <a:lnTo>
                    <a:pt x="1371775" y="1492034"/>
                  </a:lnTo>
                  <a:lnTo>
                    <a:pt x="1388922" y="1492014"/>
                  </a:lnTo>
                  <a:lnTo>
                    <a:pt x="1406070" y="1491979"/>
                  </a:lnTo>
                  <a:lnTo>
                    <a:pt x="1423217" y="1491929"/>
                  </a:lnTo>
                  <a:lnTo>
                    <a:pt x="1440364" y="1491867"/>
                  </a:lnTo>
                  <a:lnTo>
                    <a:pt x="1457511" y="1491799"/>
                  </a:lnTo>
                  <a:lnTo>
                    <a:pt x="1474658" y="1491735"/>
                  </a:lnTo>
                  <a:lnTo>
                    <a:pt x="1491806" y="1491680"/>
                  </a:lnTo>
                  <a:lnTo>
                    <a:pt x="1508953" y="1491637"/>
                  </a:lnTo>
                  <a:lnTo>
                    <a:pt x="1526100" y="1491599"/>
                  </a:lnTo>
                  <a:lnTo>
                    <a:pt x="1543247" y="1491560"/>
                  </a:lnTo>
                  <a:lnTo>
                    <a:pt x="1560394" y="1491512"/>
                  </a:lnTo>
                  <a:lnTo>
                    <a:pt x="1577541" y="1491449"/>
                  </a:lnTo>
                  <a:lnTo>
                    <a:pt x="1594689" y="1491372"/>
                  </a:lnTo>
                  <a:lnTo>
                    <a:pt x="1611836" y="1491289"/>
                  </a:lnTo>
                  <a:lnTo>
                    <a:pt x="1628983" y="1491211"/>
                  </a:lnTo>
                  <a:lnTo>
                    <a:pt x="1646130" y="1491148"/>
                  </a:lnTo>
                  <a:lnTo>
                    <a:pt x="1663277" y="1491108"/>
                  </a:lnTo>
                  <a:lnTo>
                    <a:pt x="1680425" y="1491088"/>
                  </a:lnTo>
                  <a:lnTo>
                    <a:pt x="1697572" y="1491081"/>
                  </a:lnTo>
                  <a:lnTo>
                    <a:pt x="1714719" y="1491071"/>
                  </a:lnTo>
                  <a:lnTo>
                    <a:pt x="1731866" y="1491045"/>
                  </a:lnTo>
                  <a:lnTo>
                    <a:pt x="1749013" y="1490991"/>
                  </a:lnTo>
                  <a:lnTo>
                    <a:pt x="1766161" y="1490903"/>
                  </a:lnTo>
                  <a:lnTo>
                    <a:pt x="1783308" y="1490779"/>
                  </a:lnTo>
                  <a:lnTo>
                    <a:pt x="1800455" y="1490624"/>
                  </a:lnTo>
                  <a:lnTo>
                    <a:pt x="1817602" y="1490445"/>
                  </a:lnTo>
                  <a:lnTo>
                    <a:pt x="1834749" y="1490249"/>
                  </a:lnTo>
                  <a:lnTo>
                    <a:pt x="1851897" y="1490043"/>
                  </a:lnTo>
                  <a:lnTo>
                    <a:pt x="1869044" y="1489831"/>
                  </a:lnTo>
                  <a:lnTo>
                    <a:pt x="1886191" y="1489610"/>
                  </a:lnTo>
                  <a:lnTo>
                    <a:pt x="1903338" y="1489372"/>
                  </a:lnTo>
                  <a:lnTo>
                    <a:pt x="1920485" y="1489104"/>
                  </a:lnTo>
                  <a:lnTo>
                    <a:pt x="1937633" y="1488793"/>
                  </a:lnTo>
                  <a:lnTo>
                    <a:pt x="1954780" y="1488426"/>
                  </a:lnTo>
                  <a:lnTo>
                    <a:pt x="1971927" y="1488001"/>
                  </a:lnTo>
                  <a:lnTo>
                    <a:pt x="1989074" y="1487522"/>
                  </a:lnTo>
                  <a:lnTo>
                    <a:pt x="2006221" y="1487007"/>
                  </a:lnTo>
                  <a:lnTo>
                    <a:pt x="2023369" y="1486482"/>
                  </a:lnTo>
                  <a:lnTo>
                    <a:pt x="2040516" y="1485979"/>
                  </a:lnTo>
                  <a:lnTo>
                    <a:pt x="2057663" y="1485524"/>
                  </a:lnTo>
                  <a:lnTo>
                    <a:pt x="2074810" y="1485130"/>
                  </a:lnTo>
                  <a:lnTo>
                    <a:pt x="2091957" y="1484787"/>
                  </a:lnTo>
                  <a:lnTo>
                    <a:pt x="2109105" y="1484464"/>
                  </a:lnTo>
                  <a:lnTo>
                    <a:pt x="2126252" y="1484111"/>
                  </a:lnTo>
                  <a:lnTo>
                    <a:pt x="2143399" y="1483680"/>
                  </a:lnTo>
                  <a:lnTo>
                    <a:pt x="2160546" y="1483135"/>
                  </a:lnTo>
                  <a:lnTo>
                    <a:pt x="2177693" y="1482468"/>
                  </a:lnTo>
                  <a:lnTo>
                    <a:pt x="2194841" y="1481694"/>
                  </a:lnTo>
                  <a:lnTo>
                    <a:pt x="2211988" y="1480849"/>
                  </a:lnTo>
                  <a:lnTo>
                    <a:pt x="2229135" y="1479973"/>
                  </a:lnTo>
                  <a:lnTo>
                    <a:pt x="2246282" y="1479089"/>
                  </a:lnTo>
                  <a:lnTo>
                    <a:pt x="2263429" y="1478209"/>
                  </a:lnTo>
                  <a:lnTo>
                    <a:pt x="2280577" y="1477327"/>
                  </a:lnTo>
                  <a:lnTo>
                    <a:pt x="2297724" y="1476435"/>
                  </a:lnTo>
                  <a:lnTo>
                    <a:pt x="2314871" y="1475517"/>
                  </a:lnTo>
                  <a:lnTo>
                    <a:pt x="2332018" y="1474561"/>
                  </a:lnTo>
                  <a:lnTo>
                    <a:pt x="2349165" y="1473552"/>
                  </a:lnTo>
                  <a:lnTo>
                    <a:pt x="2366312" y="1472470"/>
                  </a:lnTo>
                  <a:lnTo>
                    <a:pt x="2383460" y="1471290"/>
                  </a:lnTo>
                  <a:lnTo>
                    <a:pt x="2400607" y="1469988"/>
                  </a:lnTo>
                  <a:lnTo>
                    <a:pt x="2417754" y="1468546"/>
                  </a:lnTo>
                  <a:lnTo>
                    <a:pt x="2434901" y="1466960"/>
                  </a:lnTo>
                  <a:lnTo>
                    <a:pt x="2452048" y="1465237"/>
                  </a:lnTo>
                  <a:lnTo>
                    <a:pt x="2469196" y="1463382"/>
                  </a:lnTo>
                  <a:lnTo>
                    <a:pt x="2486343" y="1461383"/>
                  </a:lnTo>
                  <a:lnTo>
                    <a:pt x="2503490" y="1459210"/>
                  </a:lnTo>
                  <a:lnTo>
                    <a:pt x="2520637" y="1456814"/>
                  </a:lnTo>
                  <a:lnTo>
                    <a:pt x="2537784" y="1454149"/>
                  </a:lnTo>
                  <a:lnTo>
                    <a:pt x="2554932" y="1451187"/>
                  </a:lnTo>
                  <a:lnTo>
                    <a:pt x="2572079" y="1447918"/>
                  </a:lnTo>
                  <a:lnTo>
                    <a:pt x="2589226" y="1444405"/>
                  </a:lnTo>
                  <a:lnTo>
                    <a:pt x="2606373" y="1440733"/>
                  </a:lnTo>
                  <a:lnTo>
                    <a:pt x="2623520" y="1437005"/>
                  </a:lnTo>
                  <a:lnTo>
                    <a:pt x="2640668" y="1433312"/>
                  </a:lnTo>
                  <a:lnTo>
                    <a:pt x="2657815" y="1429698"/>
                  </a:lnTo>
                  <a:lnTo>
                    <a:pt x="2674962" y="1426152"/>
                  </a:lnTo>
                  <a:lnTo>
                    <a:pt x="2692109" y="1422610"/>
                  </a:lnTo>
                  <a:lnTo>
                    <a:pt x="2709256" y="1418981"/>
                  </a:lnTo>
                  <a:lnTo>
                    <a:pt x="2726404" y="1415178"/>
                  </a:lnTo>
                  <a:lnTo>
                    <a:pt x="2743551" y="1411145"/>
                  </a:lnTo>
                  <a:lnTo>
                    <a:pt x="2760698" y="1406870"/>
                  </a:lnTo>
                  <a:lnTo>
                    <a:pt x="2777845" y="1402372"/>
                  </a:lnTo>
                  <a:lnTo>
                    <a:pt x="2794992" y="1397689"/>
                  </a:lnTo>
                  <a:lnTo>
                    <a:pt x="2812140" y="1392841"/>
                  </a:lnTo>
                  <a:lnTo>
                    <a:pt x="2829287" y="1387815"/>
                  </a:lnTo>
                  <a:lnTo>
                    <a:pt x="2846434" y="1382545"/>
                  </a:lnTo>
                  <a:lnTo>
                    <a:pt x="2863581" y="1376924"/>
                  </a:lnTo>
                  <a:lnTo>
                    <a:pt x="2880728" y="1370823"/>
                  </a:lnTo>
                  <a:lnTo>
                    <a:pt x="2897876" y="1364133"/>
                  </a:lnTo>
                  <a:lnTo>
                    <a:pt x="2915023" y="1356804"/>
                  </a:lnTo>
                  <a:lnTo>
                    <a:pt x="2932170" y="1348858"/>
                  </a:lnTo>
                  <a:lnTo>
                    <a:pt x="2949317" y="1340446"/>
                  </a:lnTo>
                  <a:lnTo>
                    <a:pt x="2966464" y="1331749"/>
                  </a:lnTo>
                  <a:lnTo>
                    <a:pt x="2983612" y="1322900"/>
                  </a:lnTo>
                  <a:lnTo>
                    <a:pt x="3000759" y="1313944"/>
                  </a:lnTo>
                  <a:lnTo>
                    <a:pt x="3017906" y="1304821"/>
                  </a:lnTo>
                  <a:lnTo>
                    <a:pt x="3035053" y="1295409"/>
                  </a:lnTo>
                  <a:lnTo>
                    <a:pt x="3052200" y="1285585"/>
                  </a:lnTo>
                  <a:lnTo>
                    <a:pt x="3069348" y="1275284"/>
                  </a:lnTo>
                  <a:lnTo>
                    <a:pt x="3086495" y="1264521"/>
                  </a:lnTo>
                  <a:lnTo>
                    <a:pt x="3103642" y="1253368"/>
                  </a:lnTo>
                  <a:lnTo>
                    <a:pt x="3120789" y="1241896"/>
                  </a:lnTo>
                  <a:lnTo>
                    <a:pt x="3137936" y="1230116"/>
                  </a:lnTo>
                  <a:lnTo>
                    <a:pt x="3155083" y="1217962"/>
                  </a:lnTo>
                  <a:lnTo>
                    <a:pt x="3172231" y="1205316"/>
                  </a:lnTo>
                  <a:lnTo>
                    <a:pt x="3189378" y="1192080"/>
                  </a:lnTo>
                  <a:lnTo>
                    <a:pt x="3206525" y="1178246"/>
                  </a:lnTo>
                  <a:lnTo>
                    <a:pt x="3223672" y="1163935"/>
                  </a:lnTo>
                  <a:lnTo>
                    <a:pt x="3240819" y="1149367"/>
                  </a:lnTo>
                  <a:lnTo>
                    <a:pt x="3257967" y="1134783"/>
                  </a:lnTo>
                  <a:lnTo>
                    <a:pt x="3275114" y="1120350"/>
                  </a:lnTo>
                  <a:lnTo>
                    <a:pt x="3292261" y="1106107"/>
                  </a:lnTo>
                  <a:lnTo>
                    <a:pt x="3309408" y="1091943"/>
                  </a:lnTo>
                  <a:lnTo>
                    <a:pt x="3326555" y="1077683"/>
                  </a:lnTo>
                  <a:lnTo>
                    <a:pt x="3343703" y="1063173"/>
                  </a:lnTo>
                  <a:lnTo>
                    <a:pt x="3360850" y="1048318"/>
                  </a:lnTo>
                  <a:lnTo>
                    <a:pt x="3377997" y="1033061"/>
                  </a:lnTo>
                  <a:lnTo>
                    <a:pt x="3395144" y="1017344"/>
                  </a:lnTo>
                  <a:lnTo>
                    <a:pt x="3412291" y="1001066"/>
                  </a:lnTo>
                  <a:lnTo>
                    <a:pt x="3429439" y="984084"/>
                  </a:lnTo>
                  <a:lnTo>
                    <a:pt x="3446586" y="966247"/>
                  </a:lnTo>
                  <a:lnTo>
                    <a:pt x="3463733" y="947447"/>
                  </a:lnTo>
                  <a:lnTo>
                    <a:pt x="3480880" y="927667"/>
                  </a:lnTo>
                  <a:lnTo>
                    <a:pt x="3498027" y="906991"/>
                  </a:lnTo>
                  <a:lnTo>
                    <a:pt x="3515175" y="885592"/>
                  </a:lnTo>
                  <a:lnTo>
                    <a:pt x="3532322" y="863686"/>
                  </a:lnTo>
                  <a:lnTo>
                    <a:pt x="3549469" y="841479"/>
                  </a:lnTo>
                  <a:lnTo>
                    <a:pt x="3566616" y="819120"/>
                  </a:lnTo>
                  <a:lnTo>
                    <a:pt x="3583763" y="796671"/>
                  </a:lnTo>
                  <a:lnTo>
                    <a:pt x="3600911" y="774123"/>
                  </a:lnTo>
                  <a:lnTo>
                    <a:pt x="3618058" y="751427"/>
                  </a:lnTo>
                  <a:lnTo>
                    <a:pt x="3635205" y="728538"/>
                  </a:lnTo>
                  <a:lnTo>
                    <a:pt x="3652352" y="705431"/>
                  </a:lnTo>
                  <a:lnTo>
                    <a:pt x="3669499" y="682090"/>
                  </a:lnTo>
                  <a:lnTo>
                    <a:pt x="3686647" y="658510"/>
                  </a:lnTo>
                  <a:lnTo>
                    <a:pt x="3703794" y="634681"/>
                  </a:lnTo>
                  <a:lnTo>
                    <a:pt x="3720941" y="610636"/>
                  </a:lnTo>
                  <a:lnTo>
                    <a:pt x="3738088" y="586507"/>
                  </a:lnTo>
                  <a:lnTo>
                    <a:pt x="3755235" y="562533"/>
                  </a:lnTo>
                  <a:lnTo>
                    <a:pt x="3772383" y="538994"/>
                  </a:lnTo>
                  <a:lnTo>
                    <a:pt x="3789530" y="516120"/>
                  </a:lnTo>
                  <a:lnTo>
                    <a:pt x="3806677" y="494016"/>
                  </a:lnTo>
                  <a:lnTo>
                    <a:pt x="3823824" y="472654"/>
                  </a:lnTo>
                  <a:lnTo>
                    <a:pt x="3840971" y="451913"/>
                  </a:lnTo>
                  <a:lnTo>
                    <a:pt x="3858119" y="431635"/>
                  </a:lnTo>
                  <a:lnTo>
                    <a:pt x="3875266" y="411636"/>
                  </a:lnTo>
                  <a:lnTo>
                    <a:pt x="3892413" y="391713"/>
                  </a:lnTo>
                  <a:lnTo>
                    <a:pt x="3909560" y="371658"/>
                  </a:lnTo>
                  <a:lnTo>
                    <a:pt x="3926707" y="351319"/>
                  </a:lnTo>
                  <a:lnTo>
                    <a:pt x="3943854" y="330690"/>
                  </a:lnTo>
                  <a:lnTo>
                    <a:pt x="3961002" y="309942"/>
                  </a:lnTo>
                  <a:lnTo>
                    <a:pt x="3978149" y="289365"/>
                  </a:lnTo>
                  <a:lnTo>
                    <a:pt x="3995296" y="269200"/>
                  </a:lnTo>
                  <a:lnTo>
                    <a:pt x="4012443" y="249472"/>
                  </a:lnTo>
                  <a:lnTo>
                    <a:pt x="4029590" y="229926"/>
                  </a:lnTo>
                  <a:lnTo>
                    <a:pt x="4046738" y="210120"/>
                  </a:lnTo>
                  <a:lnTo>
                    <a:pt x="4063885" y="189699"/>
                  </a:lnTo>
                  <a:lnTo>
                    <a:pt x="4081032" y="168526"/>
                  </a:lnTo>
                  <a:lnTo>
                    <a:pt x="4098179" y="146727"/>
                  </a:lnTo>
                  <a:lnTo>
                    <a:pt x="4115326" y="124648"/>
                  </a:lnTo>
                  <a:lnTo>
                    <a:pt x="4132474" y="102805"/>
                  </a:lnTo>
                  <a:lnTo>
                    <a:pt x="4149621" y="81844"/>
                  </a:lnTo>
                  <a:lnTo>
                    <a:pt x="4166768" y="62486"/>
                  </a:lnTo>
                  <a:lnTo>
                    <a:pt x="4183915" y="45446"/>
                  </a:lnTo>
                  <a:lnTo>
                    <a:pt x="4201062" y="31301"/>
                  </a:lnTo>
                  <a:lnTo>
                    <a:pt x="4218210" y="20335"/>
                  </a:lnTo>
                  <a:lnTo>
                    <a:pt x="4235357" y="12455"/>
                  </a:lnTo>
                  <a:lnTo>
                    <a:pt x="4252504" y="7199"/>
                  </a:lnTo>
                  <a:lnTo>
                    <a:pt x="4269651" y="3880"/>
                  </a:lnTo>
                  <a:lnTo>
                    <a:pt x="4286798" y="1818"/>
                  </a:lnTo>
                  <a:lnTo>
                    <a:pt x="4303946" y="558"/>
                  </a:lnTo>
                  <a:lnTo>
                    <a:pt x="4321093" y="0"/>
                  </a:lnTo>
                  <a:lnTo>
                    <a:pt x="4338240" y="374"/>
                  </a:lnTo>
                  <a:lnTo>
                    <a:pt x="4355387" y="2093"/>
                  </a:lnTo>
                  <a:lnTo>
                    <a:pt x="4372534" y="5519"/>
                  </a:lnTo>
                  <a:lnTo>
                    <a:pt x="4389682" y="10796"/>
                  </a:lnTo>
                  <a:lnTo>
                    <a:pt x="4406829" y="17578"/>
                  </a:lnTo>
                  <a:lnTo>
                    <a:pt x="4423976" y="25095"/>
                  </a:lnTo>
                  <a:lnTo>
                    <a:pt x="4441123" y="32404"/>
                  </a:lnTo>
                  <a:lnTo>
                    <a:pt x="4458270" y="38589"/>
                  </a:lnTo>
                  <a:lnTo>
                    <a:pt x="4475418" y="43010"/>
                  </a:lnTo>
                  <a:lnTo>
                    <a:pt x="4492565" y="45492"/>
                  </a:lnTo>
                  <a:lnTo>
                    <a:pt x="4509712" y="46381"/>
                  </a:lnTo>
                  <a:lnTo>
                    <a:pt x="4526859" y="46478"/>
                  </a:lnTo>
                  <a:lnTo>
                    <a:pt x="4544006" y="46836"/>
                  </a:lnTo>
                  <a:lnTo>
                    <a:pt x="4561154" y="48517"/>
                  </a:lnTo>
                  <a:lnTo>
                    <a:pt x="4578301" y="52338"/>
                  </a:lnTo>
                  <a:lnTo>
                    <a:pt x="4595448" y="58689"/>
                  </a:lnTo>
                  <a:lnTo>
                    <a:pt x="4612595" y="67468"/>
                  </a:lnTo>
                  <a:lnTo>
                    <a:pt x="4629742" y="78127"/>
                  </a:lnTo>
                  <a:lnTo>
                    <a:pt x="4646890" y="89830"/>
                  </a:lnTo>
                  <a:lnTo>
                    <a:pt x="4664037" y="101661"/>
                  </a:lnTo>
                  <a:lnTo>
                    <a:pt x="4681184" y="112813"/>
                  </a:lnTo>
                  <a:lnTo>
                    <a:pt x="4698331" y="122715"/>
                  </a:lnTo>
                  <a:lnTo>
                    <a:pt x="4715478" y="131049"/>
                  </a:lnTo>
                  <a:lnTo>
                    <a:pt x="4732625" y="137696"/>
                  </a:lnTo>
                  <a:lnTo>
                    <a:pt x="4749773" y="142610"/>
                  </a:lnTo>
                  <a:lnTo>
                    <a:pt x="4766920" y="145725"/>
                  </a:lnTo>
                  <a:lnTo>
                    <a:pt x="4784067" y="147091"/>
                  </a:lnTo>
                  <a:lnTo>
                    <a:pt x="4801214" y="146709"/>
                  </a:lnTo>
                  <a:lnTo>
                    <a:pt x="4818361" y="144659"/>
                  </a:lnTo>
                  <a:lnTo>
                    <a:pt x="4835509" y="141149"/>
                  </a:lnTo>
                  <a:lnTo>
                    <a:pt x="4852656" y="136523"/>
                  </a:lnTo>
                  <a:lnTo>
                    <a:pt x="4869803" y="131214"/>
                  </a:lnTo>
                  <a:lnTo>
                    <a:pt x="4886950" y="125660"/>
                  </a:lnTo>
                  <a:lnTo>
                    <a:pt x="4904097" y="120225"/>
                  </a:lnTo>
                  <a:lnTo>
                    <a:pt x="4921245" y="115162"/>
                  </a:lnTo>
                  <a:lnTo>
                    <a:pt x="4938392" y="110621"/>
                  </a:lnTo>
                  <a:lnTo>
                    <a:pt x="4955539" y="106645"/>
                  </a:lnTo>
                  <a:lnTo>
                    <a:pt x="4972686" y="103146"/>
                  </a:lnTo>
                  <a:lnTo>
                    <a:pt x="4989833" y="99864"/>
                  </a:lnTo>
                  <a:lnTo>
                    <a:pt x="5006981" y="96383"/>
                  </a:lnTo>
                  <a:lnTo>
                    <a:pt x="5024128" y="92222"/>
                  </a:lnTo>
                  <a:lnTo>
                    <a:pt x="5041275" y="86983"/>
                  </a:lnTo>
                  <a:lnTo>
                    <a:pt x="5058422" y="80467"/>
                  </a:lnTo>
                  <a:lnTo>
                    <a:pt x="5075569" y="72716"/>
                  </a:lnTo>
                  <a:lnTo>
                    <a:pt x="5092717" y="63980"/>
                  </a:lnTo>
                  <a:lnTo>
                    <a:pt x="5109864" y="54660"/>
                  </a:lnTo>
                  <a:lnTo>
                    <a:pt x="5127011" y="45301"/>
                  </a:lnTo>
                  <a:lnTo>
                    <a:pt x="5144158" y="36518"/>
                  </a:lnTo>
                  <a:lnTo>
                    <a:pt x="5161305" y="28856"/>
                  </a:lnTo>
                  <a:lnTo>
                    <a:pt x="5178453" y="22691"/>
                  </a:lnTo>
                  <a:lnTo>
                    <a:pt x="5195600" y="18146"/>
                  </a:lnTo>
                  <a:lnTo>
                    <a:pt x="5212747" y="15084"/>
                  </a:lnTo>
                  <a:lnTo>
                    <a:pt x="5229894" y="13198"/>
                  </a:lnTo>
                  <a:lnTo>
                    <a:pt x="5247041" y="12123"/>
                  </a:lnTo>
                  <a:lnTo>
                    <a:pt x="5264189" y="11541"/>
                  </a:lnTo>
                  <a:lnTo>
                    <a:pt x="5281336" y="11232"/>
                  </a:lnTo>
                  <a:lnTo>
                    <a:pt x="5298483" y="11093"/>
                  </a:lnTo>
                  <a:lnTo>
                    <a:pt x="5315630" y="11151"/>
                  </a:lnTo>
                  <a:lnTo>
                    <a:pt x="5332777" y="11588"/>
                  </a:lnTo>
                  <a:lnTo>
                    <a:pt x="5349925" y="12735"/>
                  </a:lnTo>
                  <a:lnTo>
                    <a:pt x="5367072" y="15031"/>
                  </a:lnTo>
                  <a:lnTo>
                    <a:pt x="5384219" y="18933"/>
                  </a:lnTo>
                  <a:lnTo>
                    <a:pt x="5401366" y="24836"/>
                  </a:lnTo>
                  <a:lnTo>
                    <a:pt x="5418513" y="33027"/>
                  </a:lnTo>
                  <a:lnTo>
                    <a:pt x="5435660" y="43691"/>
                  </a:lnTo>
                  <a:lnTo>
                    <a:pt x="5452808" y="56925"/>
                  </a:lnTo>
                  <a:lnTo>
                    <a:pt x="5469955" y="72707"/>
                  </a:lnTo>
                  <a:lnTo>
                    <a:pt x="5487102" y="90913"/>
                  </a:lnTo>
                  <a:lnTo>
                    <a:pt x="5504249" y="111113"/>
                  </a:lnTo>
                  <a:lnTo>
                    <a:pt x="5521396" y="132809"/>
                  </a:lnTo>
                  <a:lnTo>
                    <a:pt x="5538544" y="155629"/>
                  </a:lnTo>
                  <a:lnTo>
                    <a:pt x="5555691" y="179369"/>
                  </a:lnTo>
                  <a:lnTo>
                    <a:pt x="5572838" y="203971"/>
                  </a:lnTo>
                  <a:lnTo>
                    <a:pt x="5589985" y="229412"/>
                  </a:lnTo>
                  <a:lnTo>
                    <a:pt x="5607132" y="255589"/>
                  </a:lnTo>
                  <a:lnTo>
                    <a:pt x="5624280" y="282271"/>
                  </a:lnTo>
                  <a:lnTo>
                    <a:pt x="5641427" y="309146"/>
                  </a:lnTo>
                  <a:lnTo>
                    <a:pt x="5658574" y="335901"/>
                  </a:lnTo>
                  <a:lnTo>
                    <a:pt x="5675721" y="362293"/>
                  </a:lnTo>
                  <a:lnTo>
                    <a:pt x="5692868" y="388181"/>
                  </a:lnTo>
                  <a:lnTo>
                    <a:pt x="5710016" y="413527"/>
                  </a:lnTo>
                  <a:lnTo>
                    <a:pt x="5727163" y="438391"/>
                  </a:lnTo>
                  <a:lnTo>
                    <a:pt x="5744310" y="462910"/>
                  </a:lnTo>
                  <a:lnTo>
                    <a:pt x="5761457" y="487248"/>
                  </a:lnTo>
                  <a:lnTo>
                    <a:pt x="5778604" y="511511"/>
                  </a:lnTo>
                  <a:lnTo>
                    <a:pt x="5795752" y="535679"/>
                  </a:lnTo>
                  <a:lnTo>
                    <a:pt x="5812899" y="559612"/>
                  </a:lnTo>
                  <a:lnTo>
                    <a:pt x="5830046" y="583170"/>
                  </a:lnTo>
                  <a:lnTo>
                    <a:pt x="5847193" y="606345"/>
                  </a:lnTo>
                  <a:lnTo>
                    <a:pt x="5864340" y="629357"/>
                  </a:lnTo>
                  <a:lnTo>
                    <a:pt x="5881488" y="652528"/>
                  </a:lnTo>
                  <a:lnTo>
                    <a:pt x="5898635" y="676067"/>
                  </a:lnTo>
                  <a:lnTo>
                    <a:pt x="5915782" y="699987"/>
                  </a:lnTo>
                  <a:lnTo>
                    <a:pt x="5932929" y="724150"/>
                  </a:lnTo>
                  <a:lnTo>
                    <a:pt x="5950076" y="748410"/>
                  </a:lnTo>
                  <a:lnTo>
                    <a:pt x="5967224" y="772765"/>
                  </a:lnTo>
                  <a:lnTo>
                    <a:pt x="5984371" y="797421"/>
                  </a:lnTo>
                  <a:lnTo>
                    <a:pt x="6001518" y="822759"/>
                  </a:lnTo>
                  <a:lnTo>
                    <a:pt x="6018665" y="849225"/>
                  </a:lnTo>
                  <a:lnTo>
                    <a:pt x="6035812" y="877226"/>
                  </a:lnTo>
                  <a:lnTo>
                    <a:pt x="6052960" y="907039"/>
                  </a:lnTo>
                  <a:lnTo>
                    <a:pt x="6070107" y="938769"/>
                  </a:lnTo>
                  <a:lnTo>
                    <a:pt x="6087254" y="972335"/>
                  </a:lnTo>
                  <a:lnTo>
                    <a:pt x="6104401" y="1007459"/>
                  </a:lnTo>
                  <a:lnTo>
                    <a:pt x="6121548" y="1043678"/>
                  </a:lnTo>
                  <a:lnTo>
                    <a:pt x="6138696" y="1080389"/>
                  </a:lnTo>
                  <a:lnTo>
                    <a:pt x="6155843" y="1116934"/>
                  </a:lnTo>
                  <a:lnTo>
                    <a:pt x="6172990" y="1152718"/>
                  </a:lnTo>
                  <a:lnTo>
                    <a:pt x="6190137" y="1187297"/>
                  </a:lnTo>
                  <a:lnTo>
                    <a:pt x="6207284" y="1220404"/>
                  </a:lnTo>
                  <a:lnTo>
                    <a:pt x="6224431" y="1251836"/>
                  </a:lnTo>
                  <a:lnTo>
                    <a:pt x="6241579" y="1281585"/>
                  </a:lnTo>
                  <a:lnTo>
                    <a:pt x="6258726" y="1309558"/>
                  </a:lnTo>
                  <a:lnTo>
                    <a:pt x="6275873" y="1335632"/>
                  </a:lnTo>
                  <a:lnTo>
                    <a:pt x="6293020" y="1359685"/>
                  </a:lnTo>
                  <a:lnTo>
                    <a:pt x="6310167" y="1381606"/>
                  </a:lnTo>
                  <a:lnTo>
                    <a:pt x="6327315" y="1401311"/>
                  </a:lnTo>
                  <a:lnTo>
                    <a:pt x="6344462" y="1418742"/>
                  </a:lnTo>
                  <a:lnTo>
                    <a:pt x="6361609" y="1433880"/>
                  </a:lnTo>
                  <a:lnTo>
                    <a:pt x="6378756" y="1446757"/>
                  </a:lnTo>
                  <a:lnTo>
                    <a:pt x="6395903" y="1457461"/>
                  </a:lnTo>
                  <a:lnTo>
                    <a:pt x="6413051" y="1466145"/>
                  </a:lnTo>
                  <a:lnTo>
                    <a:pt x="6430198" y="1473010"/>
                  </a:lnTo>
                  <a:lnTo>
                    <a:pt x="6447345" y="1478289"/>
                  </a:lnTo>
                  <a:lnTo>
                    <a:pt x="6464492" y="1482234"/>
                  </a:lnTo>
                  <a:lnTo>
                    <a:pt x="6481639" y="1485095"/>
                  </a:lnTo>
                  <a:lnTo>
                    <a:pt x="6498787" y="1487109"/>
                  </a:lnTo>
                  <a:lnTo>
                    <a:pt x="6515934" y="1488487"/>
                  </a:lnTo>
                  <a:lnTo>
                    <a:pt x="6533081" y="1489410"/>
                  </a:lnTo>
                  <a:lnTo>
                    <a:pt x="6550228" y="1490018"/>
                  </a:lnTo>
                  <a:lnTo>
                    <a:pt x="6567375" y="1490422"/>
                  </a:lnTo>
                  <a:lnTo>
                    <a:pt x="6584523" y="1490696"/>
                  </a:lnTo>
                  <a:lnTo>
                    <a:pt x="6601670" y="1490904"/>
                  </a:lnTo>
                  <a:lnTo>
                    <a:pt x="6618817" y="1491080"/>
                  </a:lnTo>
                  <a:lnTo>
                    <a:pt x="6635964" y="1491247"/>
                  </a:lnTo>
                  <a:lnTo>
                    <a:pt x="6653111" y="1491411"/>
                  </a:lnTo>
                  <a:lnTo>
                    <a:pt x="6670259" y="1491573"/>
                  </a:lnTo>
                  <a:lnTo>
                    <a:pt x="6687406" y="1491729"/>
                  </a:lnTo>
                  <a:lnTo>
                    <a:pt x="6704553" y="1491870"/>
                  </a:lnTo>
                  <a:lnTo>
                    <a:pt x="6721700" y="1491991"/>
                  </a:lnTo>
                  <a:lnTo>
                    <a:pt x="6738847" y="1492087"/>
                  </a:lnTo>
                  <a:lnTo>
                    <a:pt x="6755995" y="1492158"/>
                  </a:lnTo>
                  <a:lnTo>
                    <a:pt x="6773142" y="1492206"/>
                  </a:lnTo>
                  <a:lnTo>
                    <a:pt x="6783390" y="1492224"/>
                  </a:lnTo>
                </a:path>
              </a:pathLst>
            </a:custGeom>
            <a:ln w="28575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207008" y="3764627"/>
              <a:ext cx="7095744" cy="1323509"/>
            </a:xfrm>
            <a:custGeom>
              <a:avLst/>
              <a:pathLst>
                <a:path w="7095744" h="1323509">
                  <a:moveTo>
                    <a:pt x="0" y="1278690"/>
                  </a:moveTo>
                  <a:lnTo>
                    <a:pt x="301" y="1278685"/>
                  </a:lnTo>
                  <a:lnTo>
                    <a:pt x="15349" y="1280504"/>
                  </a:lnTo>
                  <a:lnTo>
                    <a:pt x="30397" y="1283442"/>
                  </a:lnTo>
                  <a:lnTo>
                    <a:pt x="45445" y="1286193"/>
                  </a:lnTo>
                  <a:lnTo>
                    <a:pt x="60493" y="1287574"/>
                  </a:lnTo>
                  <a:lnTo>
                    <a:pt x="75541" y="1286945"/>
                  </a:lnTo>
                  <a:lnTo>
                    <a:pt x="90589" y="1284444"/>
                  </a:lnTo>
                  <a:lnTo>
                    <a:pt x="105637" y="1280898"/>
                  </a:lnTo>
                  <a:lnTo>
                    <a:pt x="120685" y="1277463"/>
                  </a:lnTo>
                  <a:lnTo>
                    <a:pt x="135733" y="1275167"/>
                  </a:lnTo>
                  <a:lnTo>
                    <a:pt x="150781" y="1274269"/>
                  </a:lnTo>
                  <a:lnTo>
                    <a:pt x="165829" y="1274189"/>
                  </a:lnTo>
                  <a:lnTo>
                    <a:pt x="180877" y="1273929"/>
                  </a:lnTo>
                  <a:lnTo>
                    <a:pt x="195925" y="1272559"/>
                  </a:lnTo>
                  <a:lnTo>
                    <a:pt x="210973" y="1269692"/>
                  </a:lnTo>
                  <a:lnTo>
                    <a:pt x="226021" y="1265655"/>
                  </a:lnTo>
                  <a:lnTo>
                    <a:pt x="241069" y="1261315"/>
                  </a:lnTo>
                  <a:lnTo>
                    <a:pt x="256117" y="1257617"/>
                  </a:lnTo>
                  <a:lnTo>
                    <a:pt x="271165" y="1255106"/>
                  </a:lnTo>
                  <a:lnTo>
                    <a:pt x="286213" y="1253675"/>
                  </a:lnTo>
                  <a:lnTo>
                    <a:pt x="301261" y="1252661"/>
                  </a:lnTo>
                  <a:lnTo>
                    <a:pt x="316309" y="1251239"/>
                  </a:lnTo>
                  <a:lnTo>
                    <a:pt x="331357" y="1248878"/>
                  </a:lnTo>
                  <a:lnTo>
                    <a:pt x="346405" y="1245586"/>
                  </a:lnTo>
                  <a:lnTo>
                    <a:pt x="361453" y="1241828"/>
                  </a:lnTo>
                  <a:lnTo>
                    <a:pt x="376501" y="1238159"/>
                  </a:lnTo>
                  <a:lnTo>
                    <a:pt x="391549" y="1234843"/>
                  </a:lnTo>
                  <a:lnTo>
                    <a:pt x="406597" y="1231700"/>
                  </a:lnTo>
                  <a:lnTo>
                    <a:pt x="421645" y="1228261"/>
                  </a:lnTo>
                  <a:lnTo>
                    <a:pt x="436693" y="1224233"/>
                  </a:lnTo>
                  <a:lnTo>
                    <a:pt x="451741" y="1219696"/>
                  </a:lnTo>
                  <a:lnTo>
                    <a:pt x="466789" y="1214966"/>
                  </a:lnTo>
                  <a:lnTo>
                    <a:pt x="481837" y="1210320"/>
                  </a:lnTo>
                  <a:lnTo>
                    <a:pt x="496885" y="1205799"/>
                  </a:lnTo>
                  <a:lnTo>
                    <a:pt x="511933" y="1201228"/>
                  </a:lnTo>
                  <a:lnTo>
                    <a:pt x="526981" y="1196386"/>
                  </a:lnTo>
                  <a:lnTo>
                    <a:pt x="542029" y="1191182"/>
                  </a:lnTo>
                  <a:lnTo>
                    <a:pt x="557077" y="1185690"/>
                  </a:lnTo>
                  <a:lnTo>
                    <a:pt x="572125" y="1180044"/>
                  </a:lnTo>
                  <a:lnTo>
                    <a:pt x="587173" y="1174312"/>
                  </a:lnTo>
                  <a:lnTo>
                    <a:pt x="602221" y="1168450"/>
                  </a:lnTo>
                  <a:lnTo>
                    <a:pt x="617269" y="1162367"/>
                  </a:lnTo>
                  <a:lnTo>
                    <a:pt x="632317" y="1156010"/>
                  </a:lnTo>
                  <a:lnTo>
                    <a:pt x="647365" y="1149398"/>
                  </a:lnTo>
                  <a:lnTo>
                    <a:pt x="662413" y="1142570"/>
                  </a:lnTo>
                  <a:lnTo>
                    <a:pt x="677461" y="1135525"/>
                  </a:lnTo>
                  <a:lnTo>
                    <a:pt x="692509" y="1128211"/>
                  </a:lnTo>
                  <a:lnTo>
                    <a:pt x="707557" y="1120586"/>
                  </a:lnTo>
                  <a:lnTo>
                    <a:pt x="722605" y="1112679"/>
                  </a:lnTo>
                  <a:lnTo>
                    <a:pt x="737653" y="1104531"/>
                  </a:lnTo>
                  <a:lnTo>
                    <a:pt x="752701" y="1096167"/>
                  </a:lnTo>
                  <a:lnTo>
                    <a:pt x="767749" y="1087580"/>
                  </a:lnTo>
                  <a:lnTo>
                    <a:pt x="782797" y="1078744"/>
                  </a:lnTo>
                  <a:lnTo>
                    <a:pt x="797845" y="1069637"/>
                  </a:lnTo>
                  <a:lnTo>
                    <a:pt x="812893" y="1060248"/>
                  </a:lnTo>
                  <a:lnTo>
                    <a:pt x="827941" y="1050574"/>
                  </a:lnTo>
                  <a:lnTo>
                    <a:pt x="842989" y="1040621"/>
                  </a:lnTo>
                  <a:lnTo>
                    <a:pt x="858037" y="1030406"/>
                  </a:lnTo>
                  <a:lnTo>
                    <a:pt x="873085" y="1019956"/>
                  </a:lnTo>
                  <a:lnTo>
                    <a:pt x="888133" y="1009304"/>
                  </a:lnTo>
                  <a:lnTo>
                    <a:pt x="903181" y="998480"/>
                  </a:lnTo>
                  <a:lnTo>
                    <a:pt x="918229" y="987505"/>
                  </a:lnTo>
                  <a:lnTo>
                    <a:pt x="933277" y="976391"/>
                  </a:lnTo>
                  <a:lnTo>
                    <a:pt x="948325" y="965147"/>
                  </a:lnTo>
                  <a:lnTo>
                    <a:pt x="963373" y="953776"/>
                  </a:lnTo>
                  <a:lnTo>
                    <a:pt x="978421" y="942263"/>
                  </a:lnTo>
                  <a:lnTo>
                    <a:pt x="993469" y="930569"/>
                  </a:lnTo>
                  <a:lnTo>
                    <a:pt x="1008517" y="918632"/>
                  </a:lnTo>
                  <a:lnTo>
                    <a:pt x="1023565" y="906386"/>
                  </a:lnTo>
                  <a:lnTo>
                    <a:pt x="1038613" y="893798"/>
                  </a:lnTo>
                  <a:lnTo>
                    <a:pt x="1053661" y="880896"/>
                  </a:lnTo>
                  <a:lnTo>
                    <a:pt x="1068709" y="867756"/>
                  </a:lnTo>
                  <a:lnTo>
                    <a:pt x="1083757" y="854474"/>
                  </a:lnTo>
                  <a:lnTo>
                    <a:pt x="1098805" y="841118"/>
                  </a:lnTo>
                  <a:lnTo>
                    <a:pt x="1113853" y="827682"/>
                  </a:lnTo>
                  <a:lnTo>
                    <a:pt x="1128901" y="814080"/>
                  </a:lnTo>
                  <a:lnTo>
                    <a:pt x="1143949" y="800157"/>
                  </a:lnTo>
                  <a:lnTo>
                    <a:pt x="1158997" y="785733"/>
                  </a:lnTo>
                  <a:lnTo>
                    <a:pt x="1174045" y="770653"/>
                  </a:lnTo>
                  <a:lnTo>
                    <a:pt x="1189093" y="754838"/>
                  </a:lnTo>
                  <a:lnTo>
                    <a:pt x="1204141" y="738311"/>
                  </a:lnTo>
                  <a:lnTo>
                    <a:pt x="1219189" y="721201"/>
                  </a:lnTo>
                  <a:lnTo>
                    <a:pt x="1234237" y="703709"/>
                  </a:lnTo>
                  <a:lnTo>
                    <a:pt x="1249285" y="686037"/>
                  </a:lnTo>
                  <a:lnTo>
                    <a:pt x="1264333" y="668315"/>
                  </a:lnTo>
                  <a:lnTo>
                    <a:pt x="1279381" y="650562"/>
                  </a:lnTo>
                  <a:lnTo>
                    <a:pt x="1294429" y="632717"/>
                  </a:lnTo>
                  <a:lnTo>
                    <a:pt x="1309477" y="614753"/>
                  </a:lnTo>
                  <a:lnTo>
                    <a:pt x="1324525" y="596738"/>
                  </a:lnTo>
                  <a:lnTo>
                    <a:pt x="1339573" y="578845"/>
                  </a:lnTo>
                  <a:lnTo>
                    <a:pt x="1354621" y="561273"/>
                  </a:lnTo>
                  <a:lnTo>
                    <a:pt x="1369669" y="544134"/>
                  </a:lnTo>
                  <a:lnTo>
                    <a:pt x="1384717" y="527383"/>
                  </a:lnTo>
                  <a:lnTo>
                    <a:pt x="1399765" y="510822"/>
                  </a:lnTo>
                  <a:lnTo>
                    <a:pt x="1414813" y="494187"/>
                  </a:lnTo>
                  <a:lnTo>
                    <a:pt x="1429861" y="477276"/>
                  </a:lnTo>
                  <a:lnTo>
                    <a:pt x="1444909" y="460045"/>
                  </a:lnTo>
                  <a:lnTo>
                    <a:pt x="1459957" y="442641"/>
                  </a:lnTo>
                  <a:lnTo>
                    <a:pt x="1475005" y="425353"/>
                  </a:lnTo>
                  <a:lnTo>
                    <a:pt x="1490053" y="408514"/>
                  </a:lnTo>
                  <a:lnTo>
                    <a:pt x="1505101" y="392381"/>
                  </a:lnTo>
                  <a:lnTo>
                    <a:pt x="1520149" y="377052"/>
                  </a:lnTo>
                  <a:lnTo>
                    <a:pt x="1535197" y="362431"/>
                  </a:lnTo>
                  <a:lnTo>
                    <a:pt x="1550245" y="348226"/>
                  </a:lnTo>
                  <a:lnTo>
                    <a:pt x="1565293" y="334042"/>
                  </a:lnTo>
                  <a:lnTo>
                    <a:pt x="1580341" y="319566"/>
                  </a:lnTo>
                  <a:lnTo>
                    <a:pt x="1595389" y="304644"/>
                  </a:lnTo>
                  <a:lnTo>
                    <a:pt x="1610437" y="289332"/>
                  </a:lnTo>
                  <a:lnTo>
                    <a:pt x="1625485" y="273868"/>
                  </a:lnTo>
                  <a:lnTo>
                    <a:pt x="1640533" y="258577"/>
                  </a:lnTo>
                  <a:lnTo>
                    <a:pt x="1655581" y="243743"/>
                  </a:lnTo>
                  <a:lnTo>
                    <a:pt x="1670629" y="229502"/>
                  </a:lnTo>
                  <a:lnTo>
                    <a:pt x="1685677" y="215798"/>
                  </a:lnTo>
                  <a:lnTo>
                    <a:pt x="1700725" y="202435"/>
                  </a:lnTo>
                  <a:lnTo>
                    <a:pt x="1715773" y="189173"/>
                  </a:lnTo>
                  <a:lnTo>
                    <a:pt x="1730821" y="175846"/>
                  </a:lnTo>
                  <a:lnTo>
                    <a:pt x="1745869" y="162435"/>
                  </a:lnTo>
                  <a:lnTo>
                    <a:pt x="1760917" y="149082"/>
                  </a:lnTo>
                  <a:lnTo>
                    <a:pt x="1775965" y="136042"/>
                  </a:lnTo>
                  <a:lnTo>
                    <a:pt x="1791013" y="123600"/>
                  </a:lnTo>
                  <a:lnTo>
                    <a:pt x="1806061" y="111983"/>
                  </a:lnTo>
                  <a:lnTo>
                    <a:pt x="1821109" y="101337"/>
                  </a:lnTo>
                  <a:lnTo>
                    <a:pt x="1836157" y="91620"/>
                  </a:lnTo>
                  <a:lnTo>
                    <a:pt x="1851205" y="82684"/>
                  </a:lnTo>
                  <a:lnTo>
                    <a:pt x="1866253" y="74371"/>
                  </a:lnTo>
                  <a:lnTo>
                    <a:pt x="1881301" y="66543"/>
                  </a:lnTo>
                  <a:lnTo>
                    <a:pt x="1896349" y="59110"/>
                  </a:lnTo>
                  <a:lnTo>
                    <a:pt x="1911397" y="52043"/>
                  </a:lnTo>
                  <a:lnTo>
                    <a:pt x="1926445" y="45386"/>
                  </a:lnTo>
                  <a:lnTo>
                    <a:pt x="1941493" y="39261"/>
                  </a:lnTo>
                  <a:lnTo>
                    <a:pt x="1956541" y="33834"/>
                  </a:lnTo>
                  <a:lnTo>
                    <a:pt x="1971589" y="29244"/>
                  </a:lnTo>
                  <a:lnTo>
                    <a:pt x="1986637" y="25507"/>
                  </a:lnTo>
                  <a:lnTo>
                    <a:pt x="2001685" y="22447"/>
                  </a:lnTo>
                  <a:lnTo>
                    <a:pt x="2016733" y="19713"/>
                  </a:lnTo>
                  <a:lnTo>
                    <a:pt x="2031781" y="16900"/>
                  </a:lnTo>
                  <a:lnTo>
                    <a:pt x="2046829" y="13733"/>
                  </a:lnTo>
                  <a:lnTo>
                    <a:pt x="2061877" y="10203"/>
                  </a:lnTo>
                  <a:lnTo>
                    <a:pt x="2076925" y="6604"/>
                  </a:lnTo>
                  <a:lnTo>
                    <a:pt x="2091973" y="3417"/>
                  </a:lnTo>
                  <a:lnTo>
                    <a:pt x="2107021" y="1170"/>
                  </a:lnTo>
                  <a:lnTo>
                    <a:pt x="2122069" y="59"/>
                  </a:lnTo>
                  <a:lnTo>
                    <a:pt x="2137117" y="0"/>
                  </a:lnTo>
                  <a:lnTo>
                    <a:pt x="2152165" y="700"/>
                  </a:lnTo>
                  <a:lnTo>
                    <a:pt x="2167213" y="1806"/>
                  </a:lnTo>
                  <a:lnTo>
                    <a:pt x="2182261" y="3044"/>
                  </a:lnTo>
                  <a:lnTo>
                    <a:pt x="2197309" y="4291"/>
                  </a:lnTo>
                  <a:lnTo>
                    <a:pt x="2212357" y="5567"/>
                  </a:lnTo>
                  <a:lnTo>
                    <a:pt x="2227405" y="6952"/>
                  </a:lnTo>
                  <a:lnTo>
                    <a:pt x="2242453" y="8489"/>
                  </a:lnTo>
                  <a:lnTo>
                    <a:pt x="2257501" y="10126"/>
                  </a:lnTo>
                  <a:lnTo>
                    <a:pt x="2272549" y="11719"/>
                  </a:lnTo>
                  <a:lnTo>
                    <a:pt x="2287597" y="13091"/>
                  </a:lnTo>
                  <a:lnTo>
                    <a:pt x="2302645" y="14120"/>
                  </a:lnTo>
                  <a:lnTo>
                    <a:pt x="2317693" y="14801"/>
                  </a:lnTo>
                  <a:lnTo>
                    <a:pt x="2332741" y="15262"/>
                  </a:lnTo>
                  <a:lnTo>
                    <a:pt x="2347789" y="15725"/>
                  </a:lnTo>
                  <a:lnTo>
                    <a:pt x="2362837" y="16453"/>
                  </a:lnTo>
                  <a:lnTo>
                    <a:pt x="2377885" y="17697"/>
                  </a:lnTo>
                  <a:lnTo>
                    <a:pt x="2392933" y="19690"/>
                  </a:lnTo>
                  <a:lnTo>
                    <a:pt x="2407981" y="22535"/>
                  </a:lnTo>
                  <a:lnTo>
                    <a:pt x="2423029" y="26285"/>
                  </a:lnTo>
                  <a:lnTo>
                    <a:pt x="2438077" y="30915"/>
                  </a:lnTo>
                  <a:lnTo>
                    <a:pt x="2453125" y="36312"/>
                  </a:lnTo>
                  <a:lnTo>
                    <a:pt x="2468173" y="42295"/>
                  </a:lnTo>
                  <a:lnTo>
                    <a:pt x="2483221" y="48648"/>
                  </a:lnTo>
                  <a:lnTo>
                    <a:pt x="2498269" y="55150"/>
                  </a:lnTo>
                  <a:lnTo>
                    <a:pt x="2513317" y="61602"/>
                  </a:lnTo>
                  <a:lnTo>
                    <a:pt x="2528365" y="67833"/>
                  </a:lnTo>
                  <a:lnTo>
                    <a:pt x="2543413" y="73707"/>
                  </a:lnTo>
                  <a:lnTo>
                    <a:pt x="2558461" y="79125"/>
                  </a:lnTo>
                  <a:lnTo>
                    <a:pt x="2573509" y="84048"/>
                  </a:lnTo>
                  <a:lnTo>
                    <a:pt x="2588557" y="88515"/>
                  </a:lnTo>
                  <a:lnTo>
                    <a:pt x="2603605" y="92663"/>
                  </a:lnTo>
                  <a:lnTo>
                    <a:pt x="2618653" y="96710"/>
                  </a:lnTo>
                  <a:lnTo>
                    <a:pt x="2633701" y="100914"/>
                  </a:lnTo>
                  <a:lnTo>
                    <a:pt x="2648749" y="105503"/>
                  </a:lnTo>
                  <a:lnTo>
                    <a:pt x="2663798" y="110623"/>
                  </a:lnTo>
                  <a:lnTo>
                    <a:pt x="2678846" y="116249"/>
                  </a:lnTo>
                  <a:lnTo>
                    <a:pt x="2693894" y="122217"/>
                  </a:lnTo>
                  <a:lnTo>
                    <a:pt x="2708942" y="128317"/>
                  </a:lnTo>
                  <a:lnTo>
                    <a:pt x="2723990" y="134355"/>
                  </a:lnTo>
                  <a:lnTo>
                    <a:pt x="2739038" y="140215"/>
                  </a:lnTo>
                  <a:lnTo>
                    <a:pt x="2754086" y="145886"/>
                  </a:lnTo>
                  <a:lnTo>
                    <a:pt x="2769134" y="151456"/>
                  </a:lnTo>
                  <a:lnTo>
                    <a:pt x="2784182" y="157072"/>
                  </a:lnTo>
                  <a:lnTo>
                    <a:pt x="2799230" y="162883"/>
                  </a:lnTo>
                  <a:lnTo>
                    <a:pt x="2814278" y="168990"/>
                  </a:lnTo>
                  <a:lnTo>
                    <a:pt x="2829326" y="175410"/>
                  </a:lnTo>
                  <a:lnTo>
                    <a:pt x="2844374" y="182080"/>
                  </a:lnTo>
                  <a:lnTo>
                    <a:pt x="2859422" y="188890"/>
                  </a:lnTo>
                  <a:lnTo>
                    <a:pt x="2874470" y="195727"/>
                  </a:lnTo>
                  <a:lnTo>
                    <a:pt x="2889518" y="202513"/>
                  </a:lnTo>
                  <a:lnTo>
                    <a:pt x="2904566" y="209219"/>
                  </a:lnTo>
                  <a:lnTo>
                    <a:pt x="2919614" y="215837"/>
                  </a:lnTo>
                  <a:lnTo>
                    <a:pt x="2934662" y="222341"/>
                  </a:lnTo>
                  <a:lnTo>
                    <a:pt x="2949710" y="228628"/>
                  </a:lnTo>
                  <a:lnTo>
                    <a:pt x="2964758" y="234550"/>
                  </a:lnTo>
                  <a:lnTo>
                    <a:pt x="2979806" y="239962"/>
                  </a:lnTo>
                  <a:lnTo>
                    <a:pt x="2994854" y="244786"/>
                  </a:lnTo>
                  <a:lnTo>
                    <a:pt x="3009902" y="249068"/>
                  </a:lnTo>
                  <a:lnTo>
                    <a:pt x="3024950" y="252988"/>
                  </a:lnTo>
                  <a:lnTo>
                    <a:pt x="3039998" y="256826"/>
                  </a:lnTo>
                  <a:lnTo>
                    <a:pt x="3055046" y="260888"/>
                  </a:lnTo>
                  <a:lnTo>
                    <a:pt x="3070094" y="265430"/>
                  </a:lnTo>
                  <a:lnTo>
                    <a:pt x="3085142" y="270595"/>
                  </a:lnTo>
                  <a:lnTo>
                    <a:pt x="3100190" y="276388"/>
                  </a:lnTo>
                  <a:lnTo>
                    <a:pt x="3115238" y="282700"/>
                  </a:lnTo>
                  <a:lnTo>
                    <a:pt x="3130286" y="289351"/>
                  </a:lnTo>
                  <a:lnTo>
                    <a:pt x="3145334" y="296159"/>
                  </a:lnTo>
                  <a:lnTo>
                    <a:pt x="3160382" y="302982"/>
                  </a:lnTo>
                  <a:lnTo>
                    <a:pt x="3175430" y="309740"/>
                  </a:lnTo>
                  <a:lnTo>
                    <a:pt x="3190478" y="316415"/>
                  </a:lnTo>
                  <a:lnTo>
                    <a:pt x="3205526" y="323038"/>
                  </a:lnTo>
                  <a:lnTo>
                    <a:pt x="3220574" y="329675"/>
                  </a:lnTo>
                  <a:lnTo>
                    <a:pt x="3235622" y="336432"/>
                  </a:lnTo>
                  <a:lnTo>
                    <a:pt x="3250670" y="343413"/>
                  </a:lnTo>
                  <a:lnTo>
                    <a:pt x="3265718" y="350700"/>
                  </a:lnTo>
                  <a:lnTo>
                    <a:pt x="3280766" y="358314"/>
                  </a:lnTo>
                  <a:lnTo>
                    <a:pt x="3295814" y="366192"/>
                  </a:lnTo>
                  <a:lnTo>
                    <a:pt x="3310862" y="374193"/>
                  </a:lnTo>
                  <a:lnTo>
                    <a:pt x="3325910" y="382141"/>
                  </a:lnTo>
                  <a:lnTo>
                    <a:pt x="3340958" y="389881"/>
                  </a:lnTo>
                  <a:lnTo>
                    <a:pt x="3356006" y="397345"/>
                  </a:lnTo>
                  <a:lnTo>
                    <a:pt x="3371054" y="404578"/>
                  </a:lnTo>
                  <a:lnTo>
                    <a:pt x="3386102" y="411729"/>
                  </a:lnTo>
                  <a:lnTo>
                    <a:pt x="3401150" y="419001"/>
                  </a:lnTo>
                  <a:lnTo>
                    <a:pt x="3416198" y="426582"/>
                  </a:lnTo>
                  <a:lnTo>
                    <a:pt x="3431246" y="434585"/>
                  </a:lnTo>
                  <a:lnTo>
                    <a:pt x="3446294" y="443019"/>
                  </a:lnTo>
                  <a:lnTo>
                    <a:pt x="3461342" y="451799"/>
                  </a:lnTo>
                  <a:lnTo>
                    <a:pt x="3476390" y="460796"/>
                  </a:lnTo>
                  <a:lnTo>
                    <a:pt x="3491438" y="469897"/>
                  </a:lnTo>
                  <a:lnTo>
                    <a:pt x="3506486" y="479050"/>
                  </a:lnTo>
                  <a:lnTo>
                    <a:pt x="3521534" y="488289"/>
                  </a:lnTo>
                  <a:lnTo>
                    <a:pt x="3536582" y="497699"/>
                  </a:lnTo>
                  <a:lnTo>
                    <a:pt x="3551630" y="507376"/>
                  </a:lnTo>
                  <a:lnTo>
                    <a:pt x="3566678" y="517381"/>
                  </a:lnTo>
                  <a:lnTo>
                    <a:pt x="3581726" y="527712"/>
                  </a:lnTo>
                  <a:lnTo>
                    <a:pt x="3596774" y="538295"/>
                  </a:lnTo>
                  <a:lnTo>
                    <a:pt x="3611822" y="548997"/>
                  </a:lnTo>
                  <a:lnTo>
                    <a:pt x="3626870" y="559648"/>
                  </a:lnTo>
                  <a:lnTo>
                    <a:pt x="3641918" y="570075"/>
                  </a:lnTo>
                  <a:lnTo>
                    <a:pt x="3656966" y="580139"/>
                  </a:lnTo>
                  <a:lnTo>
                    <a:pt x="3672014" y="589756"/>
                  </a:lnTo>
                  <a:lnTo>
                    <a:pt x="3687062" y="598916"/>
                  </a:lnTo>
                  <a:lnTo>
                    <a:pt x="3702110" y="607678"/>
                  </a:lnTo>
                  <a:lnTo>
                    <a:pt x="3717158" y="616155"/>
                  </a:lnTo>
                  <a:lnTo>
                    <a:pt x="3732206" y="624488"/>
                  </a:lnTo>
                  <a:lnTo>
                    <a:pt x="3747254" y="632816"/>
                  </a:lnTo>
                  <a:lnTo>
                    <a:pt x="3762302" y="641258"/>
                  </a:lnTo>
                  <a:lnTo>
                    <a:pt x="3777350" y="649904"/>
                  </a:lnTo>
                  <a:lnTo>
                    <a:pt x="3792398" y="658834"/>
                  </a:lnTo>
                  <a:lnTo>
                    <a:pt x="3807446" y="668087"/>
                  </a:lnTo>
                  <a:lnTo>
                    <a:pt x="3822494" y="677693"/>
                  </a:lnTo>
                  <a:lnTo>
                    <a:pt x="3837542" y="687664"/>
                  </a:lnTo>
                  <a:lnTo>
                    <a:pt x="3852590" y="697980"/>
                  </a:lnTo>
                  <a:lnTo>
                    <a:pt x="3867638" y="708572"/>
                  </a:lnTo>
                  <a:lnTo>
                    <a:pt x="3882686" y="719325"/>
                  </a:lnTo>
                  <a:lnTo>
                    <a:pt x="3897734" y="730094"/>
                  </a:lnTo>
                  <a:lnTo>
                    <a:pt x="3912782" y="740745"/>
                  </a:lnTo>
                  <a:lnTo>
                    <a:pt x="3927830" y="751195"/>
                  </a:lnTo>
                  <a:lnTo>
                    <a:pt x="3942878" y="761440"/>
                  </a:lnTo>
                  <a:lnTo>
                    <a:pt x="3957926" y="771564"/>
                  </a:lnTo>
                  <a:lnTo>
                    <a:pt x="3972974" y="781706"/>
                  </a:lnTo>
                  <a:lnTo>
                    <a:pt x="3988022" y="792008"/>
                  </a:lnTo>
                  <a:lnTo>
                    <a:pt x="4003070" y="802560"/>
                  </a:lnTo>
                  <a:lnTo>
                    <a:pt x="4018118" y="813358"/>
                  </a:lnTo>
                  <a:lnTo>
                    <a:pt x="4033166" y="824303"/>
                  </a:lnTo>
                  <a:lnTo>
                    <a:pt x="4048214" y="835229"/>
                  </a:lnTo>
                  <a:lnTo>
                    <a:pt x="4063262" y="845952"/>
                  </a:lnTo>
                  <a:lnTo>
                    <a:pt x="4078310" y="856309"/>
                  </a:lnTo>
                  <a:lnTo>
                    <a:pt x="4093358" y="866247"/>
                  </a:lnTo>
                  <a:lnTo>
                    <a:pt x="4108406" y="875768"/>
                  </a:lnTo>
                  <a:lnTo>
                    <a:pt x="4123454" y="884919"/>
                  </a:lnTo>
                  <a:lnTo>
                    <a:pt x="4138502" y="893774"/>
                  </a:lnTo>
                  <a:lnTo>
                    <a:pt x="4153550" y="902412"/>
                  </a:lnTo>
                  <a:lnTo>
                    <a:pt x="4168598" y="910911"/>
                  </a:lnTo>
                  <a:lnTo>
                    <a:pt x="4183646" y="919339"/>
                  </a:lnTo>
                  <a:lnTo>
                    <a:pt x="4198694" y="927753"/>
                  </a:lnTo>
                  <a:lnTo>
                    <a:pt x="4213742" y="936192"/>
                  </a:lnTo>
                  <a:lnTo>
                    <a:pt x="4228790" y="944671"/>
                  </a:lnTo>
                  <a:lnTo>
                    <a:pt x="4243838" y="953180"/>
                  </a:lnTo>
                  <a:lnTo>
                    <a:pt x="4258886" y="961688"/>
                  </a:lnTo>
                  <a:lnTo>
                    <a:pt x="4273934" y="970145"/>
                  </a:lnTo>
                  <a:lnTo>
                    <a:pt x="4288982" y="978501"/>
                  </a:lnTo>
                  <a:lnTo>
                    <a:pt x="4304030" y="986713"/>
                  </a:lnTo>
                  <a:lnTo>
                    <a:pt x="4319078" y="994752"/>
                  </a:lnTo>
                  <a:lnTo>
                    <a:pt x="4334126" y="1002607"/>
                  </a:lnTo>
                  <a:lnTo>
                    <a:pt x="4349174" y="1010273"/>
                  </a:lnTo>
                  <a:lnTo>
                    <a:pt x="4364222" y="1017751"/>
                  </a:lnTo>
                  <a:lnTo>
                    <a:pt x="4379270" y="1025049"/>
                  </a:lnTo>
                  <a:lnTo>
                    <a:pt x="4394318" y="1032164"/>
                  </a:lnTo>
                  <a:lnTo>
                    <a:pt x="4409366" y="1039091"/>
                  </a:lnTo>
                  <a:lnTo>
                    <a:pt x="4424414" y="1045828"/>
                  </a:lnTo>
                  <a:lnTo>
                    <a:pt x="4439462" y="1052373"/>
                  </a:lnTo>
                  <a:lnTo>
                    <a:pt x="4454510" y="1058719"/>
                  </a:lnTo>
                  <a:lnTo>
                    <a:pt x="4469558" y="1064857"/>
                  </a:lnTo>
                  <a:lnTo>
                    <a:pt x="4484606" y="1070774"/>
                  </a:lnTo>
                  <a:lnTo>
                    <a:pt x="4499654" y="1076462"/>
                  </a:lnTo>
                  <a:lnTo>
                    <a:pt x="4514702" y="1081922"/>
                  </a:lnTo>
                  <a:lnTo>
                    <a:pt x="4529750" y="1087174"/>
                  </a:lnTo>
                  <a:lnTo>
                    <a:pt x="4544798" y="1092248"/>
                  </a:lnTo>
                  <a:lnTo>
                    <a:pt x="4559846" y="1097183"/>
                  </a:lnTo>
                  <a:lnTo>
                    <a:pt x="4574894" y="1102007"/>
                  </a:lnTo>
                  <a:lnTo>
                    <a:pt x="4589942" y="1106733"/>
                  </a:lnTo>
                  <a:lnTo>
                    <a:pt x="4604990" y="1111357"/>
                  </a:lnTo>
                  <a:lnTo>
                    <a:pt x="4620038" y="1115869"/>
                  </a:lnTo>
                  <a:lnTo>
                    <a:pt x="4635086" y="1120253"/>
                  </a:lnTo>
                  <a:lnTo>
                    <a:pt x="4650134" y="1124519"/>
                  </a:lnTo>
                  <a:lnTo>
                    <a:pt x="4665182" y="1128689"/>
                  </a:lnTo>
                  <a:lnTo>
                    <a:pt x="4680230" y="1132795"/>
                  </a:lnTo>
                  <a:lnTo>
                    <a:pt x="4695278" y="1136868"/>
                  </a:lnTo>
                  <a:lnTo>
                    <a:pt x="4710326" y="1140934"/>
                  </a:lnTo>
                  <a:lnTo>
                    <a:pt x="4725374" y="1145004"/>
                  </a:lnTo>
                  <a:lnTo>
                    <a:pt x="4740422" y="1149064"/>
                  </a:lnTo>
                  <a:lnTo>
                    <a:pt x="4755470" y="1153083"/>
                  </a:lnTo>
                  <a:lnTo>
                    <a:pt x="4770518" y="1157020"/>
                  </a:lnTo>
                  <a:lnTo>
                    <a:pt x="4785566" y="1160835"/>
                  </a:lnTo>
                  <a:lnTo>
                    <a:pt x="4800614" y="1164507"/>
                  </a:lnTo>
                  <a:lnTo>
                    <a:pt x="4815662" y="1168038"/>
                  </a:lnTo>
                  <a:lnTo>
                    <a:pt x="4830710" y="1171448"/>
                  </a:lnTo>
                  <a:lnTo>
                    <a:pt x="4845758" y="1174765"/>
                  </a:lnTo>
                  <a:lnTo>
                    <a:pt x="4860806" y="1178012"/>
                  </a:lnTo>
                  <a:lnTo>
                    <a:pt x="4875854" y="1181201"/>
                  </a:lnTo>
                  <a:lnTo>
                    <a:pt x="4890902" y="1184338"/>
                  </a:lnTo>
                  <a:lnTo>
                    <a:pt x="4905950" y="1187433"/>
                  </a:lnTo>
                  <a:lnTo>
                    <a:pt x="4920998" y="1190506"/>
                  </a:lnTo>
                  <a:lnTo>
                    <a:pt x="4936046" y="1193584"/>
                  </a:lnTo>
                  <a:lnTo>
                    <a:pt x="4951094" y="1196677"/>
                  </a:lnTo>
                  <a:lnTo>
                    <a:pt x="4966142" y="1199768"/>
                  </a:lnTo>
                  <a:lnTo>
                    <a:pt x="4981190" y="1202805"/>
                  </a:lnTo>
                  <a:lnTo>
                    <a:pt x="4996238" y="1205718"/>
                  </a:lnTo>
                  <a:lnTo>
                    <a:pt x="5011286" y="1208433"/>
                  </a:lnTo>
                  <a:lnTo>
                    <a:pt x="5026334" y="1210905"/>
                  </a:lnTo>
                  <a:lnTo>
                    <a:pt x="5041382" y="1213127"/>
                  </a:lnTo>
                  <a:lnTo>
                    <a:pt x="5056430" y="1215130"/>
                  </a:lnTo>
                  <a:lnTo>
                    <a:pt x="5071478" y="1216977"/>
                  </a:lnTo>
                  <a:lnTo>
                    <a:pt x="5086526" y="1218737"/>
                  </a:lnTo>
                  <a:lnTo>
                    <a:pt x="5101574" y="1220469"/>
                  </a:lnTo>
                  <a:lnTo>
                    <a:pt x="5116622" y="1222211"/>
                  </a:lnTo>
                  <a:lnTo>
                    <a:pt x="5131670" y="1223977"/>
                  </a:lnTo>
                  <a:lnTo>
                    <a:pt x="5146718" y="1225774"/>
                  </a:lnTo>
                  <a:lnTo>
                    <a:pt x="5161766" y="1227608"/>
                  </a:lnTo>
                  <a:lnTo>
                    <a:pt x="5176814" y="1229493"/>
                  </a:lnTo>
                  <a:lnTo>
                    <a:pt x="5191862" y="1231457"/>
                  </a:lnTo>
                  <a:lnTo>
                    <a:pt x="5206910" y="1233524"/>
                  </a:lnTo>
                  <a:lnTo>
                    <a:pt x="5221958" y="1235700"/>
                  </a:lnTo>
                  <a:lnTo>
                    <a:pt x="5237006" y="1237972"/>
                  </a:lnTo>
                  <a:lnTo>
                    <a:pt x="5252054" y="1240311"/>
                  </a:lnTo>
                  <a:lnTo>
                    <a:pt x="5267102" y="1242685"/>
                  </a:lnTo>
                  <a:lnTo>
                    <a:pt x="5282150" y="1245066"/>
                  </a:lnTo>
                  <a:lnTo>
                    <a:pt x="5297198" y="1247439"/>
                  </a:lnTo>
                  <a:lnTo>
                    <a:pt x="5312246" y="1249799"/>
                  </a:lnTo>
                  <a:lnTo>
                    <a:pt x="5327294" y="1252154"/>
                  </a:lnTo>
                  <a:lnTo>
                    <a:pt x="5342342" y="1254511"/>
                  </a:lnTo>
                  <a:lnTo>
                    <a:pt x="5357390" y="1256872"/>
                  </a:lnTo>
                  <a:lnTo>
                    <a:pt x="5372438" y="1259228"/>
                  </a:lnTo>
                  <a:lnTo>
                    <a:pt x="5387486" y="1261559"/>
                  </a:lnTo>
                  <a:lnTo>
                    <a:pt x="5402534" y="1263836"/>
                  </a:lnTo>
                  <a:lnTo>
                    <a:pt x="5417582" y="1266030"/>
                  </a:lnTo>
                  <a:lnTo>
                    <a:pt x="5432630" y="1268117"/>
                  </a:lnTo>
                  <a:lnTo>
                    <a:pt x="5447678" y="1270084"/>
                  </a:lnTo>
                  <a:lnTo>
                    <a:pt x="5462726" y="1271930"/>
                  </a:lnTo>
                  <a:lnTo>
                    <a:pt x="5477774" y="1273664"/>
                  </a:lnTo>
                  <a:lnTo>
                    <a:pt x="5492822" y="1275307"/>
                  </a:lnTo>
                  <a:lnTo>
                    <a:pt x="5507870" y="1276882"/>
                  </a:lnTo>
                  <a:lnTo>
                    <a:pt x="5522918" y="1278406"/>
                  </a:lnTo>
                  <a:lnTo>
                    <a:pt x="5537966" y="1279895"/>
                  </a:lnTo>
                  <a:lnTo>
                    <a:pt x="5553014" y="1281358"/>
                  </a:lnTo>
                  <a:lnTo>
                    <a:pt x="5568062" y="1282801"/>
                  </a:lnTo>
                  <a:lnTo>
                    <a:pt x="5583110" y="1284221"/>
                  </a:lnTo>
                  <a:lnTo>
                    <a:pt x="5598158" y="1285614"/>
                  </a:lnTo>
                  <a:lnTo>
                    <a:pt x="5613206" y="1286971"/>
                  </a:lnTo>
                  <a:lnTo>
                    <a:pt x="5628254" y="1288280"/>
                  </a:lnTo>
                  <a:lnTo>
                    <a:pt x="5643302" y="1289534"/>
                  </a:lnTo>
                  <a:lnTo>
                    <a:pt x="5658350" y="1290727"/>
                  </a:lnTo>
                  <a:lnTo>
                    <a:pt x="5673398" y="1291867"/>
                  </a:lnTo>
                  <a:lnTo>
                    <a:pt x="5688446" y="1292966"/>
                  </a:lnTo>
                  <a:lnTo>
                    <a:pt x="5703494" y="1294045"/>
                  </a:lnTo>
                  <a:lnTo>
                    <a:pt x="5718542" y="1295125"/>
                  </a:lnTo>
                  <a:lnTo>
                    <a:pt x="5733590" y="1296221"/>
                  </a:lnTo>
                  <a:lnTo>
                    <a:pt x="5748638" y="1297334"/>
                  </a:lnTo>
                  <a:lnTo>
                    <a:pt x="5763686" y="1298456"/>
                  </a:lnTo>
                  <a:lnTo>
                    <a:pt x="5778734" y="1299566"/>
                  </a:lnTo>
                  <a:lnTo>
                    <a:pt x="5793782" y="1300644"/>
                  </a:lnTo>
                  <a:lnTo>
                    <a:pt x="5808830" y="1301676"/>
                  </a:lnTo>
                  <a:lnTo>
                    <a:pt x="5823878" y="1302657"/>
                  </a:lnTo>
                  <a:lnTo>
                    <a:pt x="5838926" y="1303585"/>
                  </a:lnTo>
                  <a:lnTo>
                    <a:pt x="5853974" y="1304467"/>
                  </a:lnTo>
                  <a:lnTo>
                    <a:pt x="5869022" y="1305308"/>
                  </a:lnTo>
                  <a:lnTo>
                    <a:pt x="5884070" y="1306115"/>
                  </a:lnTo>
                  <a:lnTo>
                    <a:pt x="5899118" y="1306894"/>
                  </a:lnTo>
                  <a:lnTo>
                    <a:pt x="5914166" y="1307648"/>
                  </a:lnTo>
                  <a:lnTo>
                    <a:pt x="5929214" y="1308382"/>
                  </a:lnTo>
                  <a:lnTo>
                    <a:pt x="5944262" y="1309101"/>
                  </a:lnTo>
                  <a:lnTo>
                    <a:pt x="5959310" y="1309808"/>
                  </a:lnTo>
                  <a:lnTo>
                    <a:pt x="5974358" y="1310504"/>
                  </a:lnTo>
                  <a:lnTo>
                    <a:pt x="5989406" y="1311188"/>
                  </a:lnTo>
                  <a:lnTo>
                    <a:pt x="6004454" y="1311855"/>
                  </a:lnTo>
                  <a:lnTo>
                    <a:pt x="6019502" y="1312498"/>
                  </a:lnTo>
                  <a:lnTo>
                    <a:pt x="6034550" y="1313107"/>
                  </a:lnTo>
                  <a:lnTo>
                    <a:pt x="6049598" y="1313674"/>
                  </a:lnTo>
                  <a:lnTo>
                    <a:pt x="6064646" y="1314196"/>
                  </a:lnTo>
                  <a:lnTo>
                    <a:pt x="6079694" y="1314672"/>
                  </a:lnTo>
                  <a:lnTo>
                    <a:pt x="6094742" y="1315102"/>
                  </a:lnTo>
                  <a:lnTo>
                    <a:pt x="6109790" y="1315492"/>
                  </a:lnTo>
                  <a:lnTo>
                    <a:pt x="6124838" y="1315846"/>
                  </a:lnTo>
                  <a:lnTo>
                    <a:pt x="6139886" y="1316172"/>
                  </a:lnTo>
                  <a:lnTo>
                    <a:pt x="6154934" y="1316480"/>
                  </a:lnTo>
                  <a:lnTo>
                    <a:pt x="6169982" y="1316776"/>
                  </a:lnTo>
                  <a:lnTo>
                    <a:pt x="6185030" y="1317069"/>
                  </a:lnTo>
                  <a:lnTo>
                    <a:pt x="6200078" y="1317361"/>
                  </a:lnTo>
                  <a:lnTo>
                    <a:pt x="6215126" y="1317654"/>
                  </a:lnTo>
                  <a:lnTo>
                    <a:pt x="6230174" y="1317945"/>
                  </a:lnTo>
                  <a:lnTo>
                    <a:pt x="6245222" y="1318232"/>
                  </a:lnTo>
                  <a:lnTo>
                    <a:pt x="6260270" y="1318511"/>
                  </a:lnTo>
                  <a:lnTo>
                    <a:pt x="6275318" y="1318781"/>
                  </a:lnTo>
                  <a:lnTo>
                    <a:pt x="6290366" y="1319043"/>
                  </a:lnTo>
                  <a:lnTo>
                    <a:pt x="6305414" y="1319298"/>
                  </a:lnTo>
                  <a:lnTo>
                    <a:pt x="6320462" y="1319548"/>
                  </a:lnTo>
                  <a:lnTo>
                    <a:pt x="6335510" y="1319794"/>
                  </a:lnTo>
                  <a:lnTo>
                    <a:pt x="6350558" y="1320037"/>
                  </a:lnTo>
                  <a:lnTo>
                    <a:pt x="6365606" y="1320276"/>
                  </a:lnTo>
                  <a:lnTo>
                    <a:pt x="6380654" y="1320511"/>
                  </a:lnTo>
                  <a:lnTo>
                    <a:pt x="6395702" y="1320745"/>
                  </a:lnTo>
                  <a:lnTo>
                    <a:pt x="6410750" y="1320981"/>
                  </a:lnTo>
                  <a:lnTo>
                    <a:pt x="6425798" y="1321219"/>
                  </a:lnTo>
                  <a:lnTo>
                    <a:pt x="6440846" y="1321464"/>
                  </a:lnTo>
                  <a:lnTo>
                    <a:pt x="6455894" y="1321713"/>
                  </a:lnTo>
                  <a:lnTo>
                    <a:pt x="6470942" y="1321965"/>
                  </a:lnTo>
                  <a:lnTo>
                    <a:pt x="6485990" y="1322214"/>
                  </a:lnTo>
                  <a:lnTo>
                    <a:pt x="6501038" y="1322453"/>
                  </a:lnTo>
                  <a:lnTo>
                    <a:pt x="6516086" y="1322675"/>
                  </a:lnTo>
                  <a:lnTo>
                    <a:pt x="6531134" y="1322872"/>
                  </a:lnTo>
                  <a:lnTo>
                    <a:pt x="6546182" y="1323039"/>
                  </a:lnTo>
                  <a:lnTo>
                    <a:pt x="6561230" y="1323174"/>
                  </a:lnTo>
                  <a:lnTo>
                    <a:pt x="6576278" y="1323277"/>
                  </a:lnTo>
                  <a:lnTo>
                    <a:pt x="6591326" y="1323351"/>
                  </a:lnTo>
                  <a:lnTo>
                    <a:pt x="6606374" y="1323401"/>
                  </a:lnTo>
                  <a:lnTo>
                    <a:pt x="6621422" y="1323434"/>
                  </a:lnTo>
                  <a:lnTo>
                    <a:pt x="6636470" y="1323456"/>
                  </a:lnTo>
                  <a:lnTo>
                    <a:pt x="6651518" y="1323470"/>
                  </a:lnTo>
                  <a:lnTo>
                    <a:pt x="6666566" y="1323481"/>
                  </a:lnTo>
                  <a:lnTo>
                    <a:pt x="6681614" y="1323490"/>
                  </a:lnTo>
                  <a:lnTo>
                    <a:pt x="6696662" y="1323498"/>
                  </a:lnTo>
                  <a:lnTo>
                    <a:pt x="6711710" y="1323503"/>
                  </a:lnTo>
                  <a:lnTo>
                    <a:pt x="6726758" y="1323507"/>
                  </a:lnTo>
                  <a:lnTo>
                    <a:pt x="6741806" y="1323509"/>
                  </a:lnTo>
                  <a:lnTo>
                    <a:pt x="6756854" y="1323509"/>
                  </a:lnTo>
                  <a:lnTo>
                    <a:pt x="6771902" y="1323507"/>
                  </a:lnTo>
                  <a:lnTo>
                    <a:pt x="6786950" y="1323505"/>
                  </a:lnTo>
                  <a:lnTo>
                    <a:pt x="6801998" y="1323502"/>
                  </a:lnTo>
                  <a:lnTo>
                    <a:pt x="6817046" y="1323499"/>
                  </a:lnTo>
                  <a:lnTo>
                    <a:pt x="6832094" y="1323497"/>
                  </a:lnTo>
                  <a:lnTo>
                    <a:pt x="6847142" y="1323495"/>
                  </a:lnTo>
                  <a:lnTo>
                    <a:pt x="6862190" y="1323494"/>
                  </a:lnTo>
                  <a:lnTo>
                    <a:pt x="6877238" y="1323493"/>
                  </a:lnTo>
                  <a:lnTo>
                    <a:pt x="6892286" y="1323492"/>
                  </a:lnTo>
                  <a:lnTo>
                    <a:pt x="6907334" y="1323492"/>
                  </a:lnTo>
                  <a:lnTo>
                    <a:pt x="6922382" y="1323492"/>
                  </a:lnTo>
                  <a:lnTo>
                    <a:pt x="6937430" y="1323493"/>
                  </a:lnTo>
                  <a:lnTo>
                    <a:pt x="6952478" y="1323495"/>
                  </a:lnTo>
                  <a:lnTo>
                    <a:pt x="6967526" y="1323497"/>
                  </a:lnTo>
                  <a:lnTo>
                    <a:pt x="6982574" y="1323499"/>
                  </a:lnTo>
                  <a:lnTo>
                    <a:pt x="6997622" y="1323500"/>
                  </a:lnTo>
                  <a:lnTo>
                    <a:pt x="7012670" y="1323500"/>
                  </a:lnTo>
                  <a:lnTo>
                    <a:pt x="7027718" y="1323498"/>
                  </a:lnTo>
                  <a:lnTo>
                    <a:pt x="7042766" y="1323495"/>
                  </a:lnTo>
                  <a:lnTo>
                    <a:pt x="7057814" y="1323491"/>
                  </a:lnTo>
                  <a:lnTo>
                    <a:pt x="7072862" y="1323487"/>
                  </a:lnTo>
                  <a:lnTo>
                    <a:pt x="7087910" y="1323483"/>
                  </a:lnTo>
                  <a:lnTo>
                    <a:pt x="7095744" y="1323482"/>
                  </a:lnTo>
                </a:path>
              </a:pathLst>
            </a:custGeom>
            <a:ln w="28575" cap="rnd">
              <a:solidFill>
                <a:srgbClr val="BEBEB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2026-03-09T09:55:21Z</dcterms:modified>
  <cp:category/>
</cp:coreProperties>
</file>