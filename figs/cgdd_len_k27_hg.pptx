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529541" y="4922117"/>
              <a:ext cx="477827" cy="166043"/>
            </a:xfrm>
            <a:custGeom>
              <a:avLst/>
              <a:pathLst>
                <a:path w="477827" h="166043">
                  <a:moveTo>
                    <a:pt x="0" y="166043"/>
                  </a:moveTo>
                  <a:lnTo>
                    <a:pt x="477827" y="166043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29541" y="5029156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68455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68455" y="4673241"/>
              <a:ext cx="0" cy="248876"/>
            </a:xfrm>
            <a:custGeom>
              <a:avLst/>
              <a:pathLst>
                <a:path w="0" h="248876">
                  <a:moveTo>
                    <a:pt x="0" y="0"/>
                  </a:moveTo>
                  <a:lnTo>
                    <a:pt x="0" y="24887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648998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648998" y="467324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529541" y="4922117"/>
              <a:ext cx="477827" cy="166043"/>
            </a:xfrm>
            <a:custGeom>
              <a:avLst/>
              <a:pathLst>
                <a:path w="477827" h="166043">
                  <a:moveTo>
                    <a:pt x="0" y="166043"/>
                  </a:moveTo>
                  <a:lnTo>
                    <a:pt x="477827" y="166043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2126826" y="4873902"/>
              <a:ext cx="477827" cy="214258"/>
            </a:xfrm>
            <a:custGeom>
              <a:avLst/>
              <a:pathLst>
                <a:path w="477827" h="214258">
                  <a:moveTo>
                    <a:pt x="0" y="214258"/>
                  </a:moveTo>
                  <a:lnTo>
                    <a:pt x="477827" y="21425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126826" y="5010988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365740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365740" y="4553338"/>
              <a:ext cx="0" cy="320564"/>
            </a:xfrm>
            <a:custGeom>
              <a:avLst/>
              <a:pathLst>
                <a:path w="0" h="320564">
                  <a:moveTo>
                    <a:pt x="0" y="0"/>
                  </a:moveTo>
                  <a:lnTo>
                    <a:pt x="0" y="3205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246283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246283" y="4553338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2126826" y="4873902"/>
              <a:ext cx="477827" cy="214258"/>
            </a:xfrm>
            <a:custGeom>
              <a:avLst/>
              <a:pathLst>
                <a:path w="477827" h="214258">
                  <a:moveTo>
                    <a:pt x="0" y="214258"/>
                  </a:moveTo>
                  <a:lnTo>
                    <a:pt x="477827" y="21425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724111" y="4797903"/>
              <a:ext cx="477827" cy="258509"/>
            </a:xfrm>
            <a:custGeom>
              <a:avLst/>
              <a:pathLst>
                <a:path w="477827" h="258509">
                  <a:moveTo>
                    <a:pt x="0" y="258509"/>
                  </a:moveTo>
                  <a:lnTo>
                    <a:pt x="477827" y="25850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724111" y="4976900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963025" y="5056413"/>
              <a:ext cx="0" cy="31747"/>
            </a:xfrm>
            <a:custGeom>
              <a:avLst/>
              <a:pathLst>
                <a:path w="0" h="31747">
                  <a:moveTo>
                    <a:pt x="0" y="3174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963025" y="4410372"/>
              <a:ext cx="0" cy="387531"/>
            </a:xfrm>
            <a:custGeom>
              <a:avLst/>
              <a:pathLst>
                <a:path w="0" h="387531">
                  <a:moveTo>
                    <a:pt x="0" y="0"/>
                  </a:moveTo>
                  <a:lnTo>
                    <a:pt x="0" y="3875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843568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843568" y="4410372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724111" y="4797903"/>
              <a:ext cx="477827" cy="258509"/>
            </a:xfrm>
            <a:custGeom>
              <a:avLst/>
              <a:pathLst>
                <a:path w="477827" h="258509">
                  <a:moveTo>
                    <a:pt x="0" y="258509"/>
                  </a:moveTo>
                  <a:lnTo>
                    <a:pt x="477827" y="25850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321396" y="4755261"/>
              <a:ext cx="477827" cy="285582"/>
            </a:xfrm>
            <a:custGeom>
              <a:avLst/>
              <a:pathLst>
                <a:path w="477827" h="285582">
                  <a:moveTo>
                    <a:pt x="0" y="285582"/>
                  </a:moveTo>
                  <a:lnTo>
                    <a:pt x="477827" y="28558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321396" y="495473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560310" y="5040843"/>
              <a:ext cx="0" cy="47317"/>
            </a:xfrm>
            <a:custGeom>
              <a:avLst/>
              <a:pathLst>
                <a:path w="0" h="47317">
                  <a:moveTo>
                    <a:pt x="0" y="473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560310" y="4330616"/>
              <a:ext cx="0" cy="424645"/>
            </a:xfrm>
            <a:custGeom>
              <a:avLst/>
              <a:pathLst>
                <a:path w="0" h="424645">
                  <a:moveTo>
                    <a:pt x="0" y="0"/>
                  </a:moveTo>
                  <a:lnTo>
                    <a:pt x="0" y="4246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440853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440853" y="4330616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3321396" y="4755261"/>
              <a:ext cx="477827" cy="285582"/>
            </a:xfrm>
            <a:custGeom>
              <a:avLst/>
              <a:pathLst>
                <a:path w="477827" h="285582">
                  <a:moveTo>
                    <a:pt x="0" y="285582"/>
                  </a:moveTo>
                  <a:lnTo>
                    <a:pt x="477827" y="28558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3918681" y="4689972"/>
              <a:ext cx="477827" cy="329706"/>
            </a:xfrm>
            <a:custGeom>
              <a:avLst/>
              <a:pathLst>
                <a:path w="477827" h="329706">
                  <a:moveTo>
                    <a:pt x="0" y="329706"/>
                  </a:moveTo>
                  <a:lnTo>
                    <a:pt x="477827" y="32970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918681" y="4936511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4157595" y="5019679"/>
              <a:ext cx="0" cy="68482"/>
            </a:xfrm>
            <a:custGeom>
              <a:avLst/>
              <a:pathLst>
                <a:path w="0" h="68482">
                  <a:moveTo>
                    <a:pt x="0" y="6848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157595" y="4199133"/>
              <a:ext cx="0" cy="490838"/>
            </a:xfrm>
            <a:custGeom>
              <a:avLst/>
              <a:pathLst>
                <a:path w="0" h="490838">
                  <a:moveTo>
                    <a:pt x="0" y="0"/>
                  </a:moveTo>
                  <a:lnTo>
                    <a:pt x="0" y="4908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4038138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038138" y="4199133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3918681" y="4689972"/>
              <a:ext cx="477827" cy="329706"/>
            </a:xfrm>
            <a:custGeom>
              <a:avLst/>
              <a:pathLst>
                <a:path w="477827" h="329706">
                  <a:moveTo>
                    <a:pt x="0" y="329706"/>
                  </a:moveTo>
                  <a:lnTo>
                    <a:pt x="477827" y="32970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4515966" y="4659899"/>
              <a:ext cx="477827" cy="363337"/>
            </a:xfrm>
            <a:custGeom>
              <a:avLst/>
              <a:pathLst>
                <a:path w="477827" h="363337">
                  <a:moveTo>
                    <a:pt x="0" y="363337"/>
                  </a:moveTo>
                  <a:lnTo>
                    <a:pt x="477827" y="36333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515966" y="4935443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4754880" y="5023236"/>
              <a:ext cx="0" cy="64924"/>
            </a:xfrm>
            <a:custGeom>
              <a:avLst/>
              <a:pathLst>
                <a:path w="0" h="64924">
                  <a:moveTo>
                    <a:pt x="0" y="6492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754880" y="4115987"/>
              <a:ext cx="0" cy="543911"/>
            </a:xfrm>
            <a:custGeom>
              <a:avLst/>
              <a:pathLst>
                <a:path w="0" h="543911">
                  <a:moveTo>
                    <a:pt x="0" y="0"/>
                  </a:moveTo>
                  <a:lnTo>
                    <a:pt x="0" y="54391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4635423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4635423" y="4115987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4515966" y="4659899"/>
              <a:ext cx="477827" cy="363337"/>
            </a:xfrm>
            <a:custGeom>
              <a:avLst/>
              <a:pathLst>
                <a:path w="477827" h="363337">
                  <a:moveTo>
                    <a:pt x="0" y="363337"/>
                  </a:moveTo>
                  <a:lnTo>
                    <a:pt x="477827" y="36333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5113250" y="4573714"/>
              <a:ext cx="477827" cy="437361"/>
            </a:xfrm>
            <a:custGeom>
              <a:avLst/>
              <a:pathLst>
                <a:path w="477827" h="437361">
                  <a:moveTo>
                    <a:pt x="0" y="437361"/>
                  </a:moveTo>
                  <a:lnTo>
                    <a:pt x="477827" y="43736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5113250" y="4929918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352164" y="5011075"/>
              <a:ext cx="0" cy="77085"/>
            </a:xfrm>
            <a:custGeom>
              <a:avLst/>
              <a:pathLst>
                <a:path w="0" h="77085">
                  <a:moveTo>
                    <a:pt x="0" y="7708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352164" y="3928284"/>
              <a:ext cx="0" cy="645430"/>
            </a:xfrm>
            <a:custGeom>
              <a:avLst/>
              <a:pathLst>
                <a:path w="0" h="645430">
                  <a:moveTo>
                    <a:pt x="0" y="0"/>
                  </a:moveTo>
                  <a:lnTo>
                    <a:pt x="0" y="6454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232707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232707" y="3928284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5113250" y="4573714"/>
              <a:ext cx="477827" cy="437361"/>
            </a:xfrm>
            <a:custGeom>
              <a:avLst/>
              <a:pathLst>
                <a:path w="477827" h="437361">
                  <a:moveTo>
                    <a:pt x="0" y="437361"/>
                  </a:moveTo>
                  <a:lnTo>
                    <a:pt x="477827" y="43736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5710535" y="4340413"/>
              <a:ext cx="477827" cy="673667"/>
            </a:xfrm>
            <a:custGeom>
              <a:avLst/>
              <a:pathLst>
                <a:path w="477827" h="673667">
                  <a:moveTo>
                    <a:pt x="0" y="673667"/>
                  </a:moveTo>
                  <a:lnTo>
                    <a:pt x="477827" y="67366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710535" y="4912831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5949449" y="5014080"/>
              <a:ext cx="0" cy="74080"/>
            </a:xfrm>
            <a:custGeom>
              <a:avLst/>
              <a:pathLst>
                <a:path w="0" h="74080">
                  <a:moveTo>
                    <a:pt x="0" y="7408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5949449" y="3336759"/>
              <a:ext cx="0" cy="1003653"/>
            </a:xfrm>
            <a:custGeom>
              <a:avLst/>
              <a:pathLst>
                <a:path w="0" h="1003653">
                  <a:moveTo>
                    <a:pt x="0" y="0"/>
                  </a:moveTo>
                  <a:lnTo>
                    <a:pt x="0" y="10036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5829992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5829992" y="333675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5710535" y="4340413"/>
              <a:ext cx="477827" cy="673667"/>
            </a:xfrm>
            <a:custGeom>
              <a:avLst/>
              <a:pathLst>
                <a:path w="477827" h="673667">
                  <a:moveTo>
                    <a:pt x="0" y="673667"/>
                  </a:moveTo>
                  <a:lnTo>
                    <a:pt x="477827" y="67366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6307820" y="4213869"/>
              <a:ext cx="477827" cy="790834"/>
            </a:xfrm>
            <a:custGeom>
              <a:avLst/>
              <a:pathLst>
                <a:path w="477827" h="790834">
                  <a:moveTo>
                    <a:pt x="0" y="790834"/>
                  </a:moveTo>
                  <a:lnTo>
                    <a:pt x="477827" y="79083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6307820" y="4894563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6546734" y="5004704"/>
              <a:ext cx="0" cy="83457"/>
            </a:xfrm>
            <a:custGeom>
              <a:avLst/>
              <a:pathLst>
                <a:path w="0" h="83457">
                  <a:moveTo>
                    <a:pt x="0" y="8345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6546734" y="3034181"/>
              <a:ext cx="0" cy="1179688"/>
            </a:xfrm>
            <a:custGeom>
              <a:avLst/>
              <a:pathLst>
                <a:path w="0" h="1179688">
                  <a:moveTo>
                    <a:pt x="0" y="0"/>
                  </a:moveTo>
                  <a:lnTo>
                    <a:pt x="0" y="117968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6427277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6427277" y="303418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6307820" y="4213869"/>
              <a:ext cx="477827" cy="790834"/>
            </a:xfrm>
            <a:custGeom>
              <a:avLst/>
              <a:pathLst>
                <a:path w="477827" h="790834">
                  <a:moveTo>
                    <a:pt x="0" y="790834"/>
                  </a:moveTo>
                  <a:lnTo>
                    <a:pt x="477827" y="79083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6905105" y="3817121"/>
              <a:ext cx="477827" cy="1174137"/>
            </a:xfrm>
            <a:custGeom>
              <a:avLst/>
              <a:pathLst>
                <a:path w="477827" h="1174137">
                  <a:moveTo>
                    <a:pt x="0" y="1174137"/>
                  </a:moveTo>
                  <a:lnTo>
                    <a:pt x="477827" y="117413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6905105" y="4798144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7144019" y="4991259"/>
              <a:ext cx="0" cy="96901"/>
            </a:xfrm>
            <a:custGeom>
              <a:avLst/>
              <a:pathLst>
                <a:path w="0" h="96901">
                  <a:moveTo>
                    <a:pt x="0" y="9690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7144019" y="2455321"/>
              <a:ext cx="0" cy="1361800"/>
            </a:xfrm>
            <a:custGeom>
              <a:avLst/>
              <a:pathLst>
                <a:path w="0" h="1361800">
                  <a:moveTo>
                    <a:pt x="0" y="0"/>
                  </a:moveTo>
                  <a:lnTo>
                    <a:pt x="0" y="13618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024562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7024562" y="245532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6905105" y="3817121"/>
              <a:ext cx="477827" cy="1174137"/>
            </a:xfrm>
            <a:custGeom>
              <a:avLst/>
              <a:pathLst>
                <a:path w="477827" h="1174137">
                  <a:moveTo>
                    <a:pt x="0" y="1174137"/>
                  </a:moveTo>
                  <a:lnTo>
                    <a:pt x="477827" y="117413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7502390" y="3832203"/>
              <a:ext cx="477827" cy="1148549"/>
            </a:xfrm>
            <a:custGeom>
              <a:avLst/>
              <a:pathLst>
                <a:path w="477827" h="1148549">
                  <a:moveTo>
                    <a:pt x="0" y="1148549"/>
                  </a:moveTo>
                  <a:lnTo>
                    <a:pt x="477827" y="114854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7502390" y="4813607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7741304" y="4980752"/>
              <a:ext cx="0" cy="107408"/>
            </a:xfrm>
            <a:custGeom>
              <a:avLst/>
              <a:pathLst>
                <a:path w="0" h="107408">
                  <a:moveTo>
                    <a:pt x="0" y="10740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7741304" y="2510373"/>
              <a:ext cx="0" cy="1321829"/>
            </a:xfrm>
            <a:custGeom>
              <a:avLst/>
              <a:pathLst>
                <a:path w="0" h="1321829">
                  <a:moveTo>
                    <a:pt x="0" y="0"/>
                  </a:moveTo>
                  <a:lnTo>
                    <a:pt x="0" y="13218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7621847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7621847" y="2510373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7502390" y="3832203"/>
              <a:ext cx="477827" cy="1148549"/>
            </a:xfrm>
            <a:custGeom>
              <a:avLst/>
              <a:pathLst>
                <a:path w="477827" h="1148549">
                  <a:moveTo>
                    <a:pt x="0" y="1148549"/>
                  </a:moveTo>
                  <a:lnTo>
                    <a:pt x="477827" y="114854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1768455" y="5193474"/>
              <a:ext cx="5972848" cy="0"/>
            </a:xfrm>
            <a:custGeom>
              <a:avLst/>
              <a:pathLst>
                <a:path w="5972848" h="0">
                  <a:moveTo>
                    <a:pt x="0" y="0"/>
                  </a:moveTo>
                  <a:lnTo>
                    <a:pt x="5972848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176845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236574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296302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356031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415759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535216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594944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654673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71440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774130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3"/>
            <p:cNvSpPr/>
            <p:nvPr/>
          </p:nvSpPr>
          <p:spPr>
            <a:xfrm>
              <a:off x="1719974" y="540954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2317259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2914544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3511829" y="5409400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410911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4706399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530368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5900968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6449773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7047057" y="5411558"/>
              <a:ext cx="193923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7644342" y="5409549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105" name="pl104"/>
            <p:cNvSpPr/>
            <p:nvPr/>
          </p:nvSpPr>
          <p:spPr>
            <a:xfrm>
              <a:off x="1207008" y="2621254"/>
              <a:ext cx="0" cy="2109336"/>
            </a:xfrm>
            <a:custGeom>
              <a:avLst/>
              <a:pathLst>
                <a:path w="0" h="2109336">
                  <a:moveTo>
                    <a:pt x="0" y="210933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115567" y="473059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115567" y="420325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115567" y="367592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115567" y="314858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115567" y="262125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0"/>
            <p:cNvSpPr/>
            <p:nvPr/>
          </p:nvSpPr>
          <p:spPr>
            <a:xfrm rot="-5400000">
              <a:off x="883521" y="4675040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12" name="tx111"/>
            <p:cNvSpPr/>
            <p:nvPr/>
          </p:nvSpPr>
          <p:spPr>
            <a:xfrm rot="-5400000">
              <a:off x="882442" y="4146627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13" name="tx112"/>
            <p:cNvSpPr/>
            <p:nvPr/>
          </p:nvSpPr>
          <p:spPr>
            <a:xfrm rot="-5400000">
              <a:off x="881437" y="3618288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14" name="tx113"/>
            <p:cNvSpPr/>
            <p:nvPr/>
          </p:nvSpPr>
          <p:spPr>
            <a:xfrm rot="-5400000">
              <a:off x="883521" y="309303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15" name="tx114"/>
            <p:cNvSpPr/>
            <p:nvPr/>
          </p:nvSpPr>
          <p:spPr>
            <a:xfrm rot="-5400000">
              <a:off x="881437" y="2563620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16" name="pg115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2026-03-08T12:12:52Z</dcterms:modified>
  <cp:category/>
</cp:coreProperties>
</file>