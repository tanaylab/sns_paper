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39333" y="3586214"/>
              <a:ext cx="592030" cy="276967"/>
            </a:xfrm>
            <a:custGeom>
              <a:avLst/>
              <a:pathLst>
                <a:path w="592030" h="276967">
                  <a:moveTo>
                    <a:pt x="0" y="78589"/>
                  </a:moveTo>
                  <a:lnTo>
                    <a:pt x="455" y="81130"/>
                  </a:lnTo>
                  <a:lnTo>
                    <a:pt x="2734" y="83672"/>
                  </a:lnTo>
                  <a:lnTo>
                    <a:pt x="5013" y="86879"/>
                  </a:lnTo>
                  <a:lnTo>
                    <a:pt x="7292" y="90087"/>
                  </a:lnTo>
                  <a:lnTo>
                    <a:pt x="9571" y="92628"/>
                  </a:lnTo>
                  <a:lnTo>
                    <a:pt x="11850" y="92882"/>
                  </a:lnTo>
                  <a:lnTo>
                    <a:pt x="14129" y="93880"/>
                  </a:lnTo>
                  <a:lnTo>
                    <a:pt x="16408" y="92633"/>
                  </a:lnTo>
                  <a:lnTo>
                    <a:pt x="18687" y="91777"/>
                  </a:lnTo>
                  <a:lnTo>
                    <a:pt x="20966" y="90587"/>
                  </a:lnTo>
                  <a:lnTo>
                    <a:pt x="23245" y="89398"/>
                  </a:lnTo>
                  <a:lnTo>
                    <a:pt x="25524" y="89065"/>
                  </a:lnTo>
                  <a:lnTo>
                    <a:pt x="27803" y="88777"/>
                  </a:lnTo>
                  <a:lnTo>
                    <a:pt x="30082" y="88156"/>
                  </a:lnTo>
                  <a:lnTo>
                    <a:pt x="32361" y="88076"/>
                  </a:lnTo>
                  <a:lnTo>
                    <a:pt x="34640" y="91198"/>
                  </a:lnTo>
                  <a:lnTo>
                    <a:pt x="36919" y="89816"/>
                  </a:lnTo>
                  <a:lnTo>
                    <a:pt x="39198" y="86187"/>
                  </a:lnTo>
                  <a:lnTo>
                    <a:pt x="41477" y="82893"/>
                  </a:lnTo>
                  <a:lnTo>
                    <a:pt x="43756" y="80173"/>
                  </a:lnTo>
                  <a:lnTo>
                    <a:pt x="46035" y="78740"/>
                  </a:lnTo>
                  <a:lnTo>
                    <a:pt x="48314" y="75330"/>
                  </a:lnTo>
                  <a:lnTo>
                    <a:pt x="50593" y="70647"/>
                  </a:lnTo>
                  <a:lnTo>
                    <a:pt x="52872" y="64568"/>
                  </a:lnTo>
                  <a:lnTo>
                    <a:pt x="55150" y="58150"/>
                  </a:lnTo>
                  <a:lnTo>
                    <a:pt x="57429" y="51733"/>
                  </a:lnTo>
                  <a:lnTo>
                    <a:pt x="59708" y="45316"/>
                  </a:lnTo>
                  <a:lnTo>
                    <a:pt x="61987" y="38898"/>
                  </a:lnTo>
                  <a:lnTo>
                    <a:pt x="64266" y="32818"/>
                  </a:lnTo>
                  <a:lnTo>
                    <a:pt x="66545" y="26519"/>
                  </a:lnTo>
                  <a:lnTo>
                    <a:pt x="68824" y="16836"/>
                  </a:lnTo>
                  <a:lnTo>
                    <a:pt x="71103" y="11822"/>
                  </a:lnTo>
                  <a:lnTo>
                    <a:pt x="73382" y="9363"/>
                  </a:lnTo>
                  <a:lnTo>
                    <a:pt x="75661" y="7634"/>
                  </a:lnTo>
                  <a:lnTo>
                    <a:pt x="77940" y="5174"/>
                  </a:lnTo>
                  <a:lnTo>
                    <a:pt x="80219" y="2999"/>
                  </a:lnTo>
                  <a:lnTo>
                    <a:pt x="82498" y="824"/>
                  </a:lnTo>
                  <a:lnTo>
                    <a:pt x="84777" y="0"/>
                  </a:lnTo>
                  <a:lnTo>
                    <a:pt x="87056" y="1137"/>
                  </a:lnTo>
                  <a:lnTo>
                    <a:pt x="89335" y="2612"/>
                  </a:lnTo>
                  <a:lnTo>
                    <a:pt x="91614" y="5080"/>
                  </a:lnTo>
                  <a:lnTo>
                    <a:pt x="93893" y="7548"/>
                  </a:lnTo>
                  <a:lnTo>
                    <a:pt x="96172" y="9026"/>
                  </a:lnTo>
                  <a:lnTo>
                    <a:pt x="98451" y="10503"/>
                  </a:lnTo>
                  <a:lnTo>
                    <a:pt x="100730" y="12421"/>
                  </a:lnTo>
                  <a:lnTo>
                    <a:pt x="103009" y="13669"/>
                  </a:lnTo>
                  <a:lnTo>
                    <a:pt x="105288" y="14187"/>
                  </a:lnTo>
                  <a:lnTo>
                    <a:pt x="107567" y="14705"/>
                  </a:lnTo>
                  <a:lnTo>
                    <a:pt x="109846" y="14705"/>
                  </a:lnTo>
                  <a:lnTo>
                    <a:pt x="112125" y="14705"/>
                  </a:lnTo>
                  <a:lnTo>
                    <a:pt x="114404" y="14705"/>
                  </a:lnTo>
                  <a:lnTo>
                    <a:pt x="116683" y="14705"/>
                  </a:lnTo>
                  <a:lnTo>
                    <a:pt x="118962" y="14187"/>
                  </a:lnTo>
                  <a:lnTo>
                    <a:pt x="121240" y="13669"/>
                  </a:lnTo>
                  <a:lnTo>
                    <a:pt x="123519" y="12812"/>
                  </a:lnTo>
                  <a:lnTo>
                    <a:pt x="125798" y="11335"/>
                  </a:lnTo>
                  <a:lnTo>
                    <a:pt x="128077" y="12866"/>
                  </a:lnTo>
                  <a:lnTo>
                    <a:pt x="130356" y="16180"/>
                  </a:lnTo>
                  <a:lnTo>
                    <a:pt x="132635" y="19159"/>
                  </a:lnTo>
                  <a:lnTo>
                    <a:pt x="134914" y="21958"/>
                  </a:lnTo>
                  <a:lnTo>
                    <a:pt x="137193" y="24616"/>
                  </a:lnTo>
                  <a:lnTo>
                    <a:pt x="139472" y="27273"/>
                  </a:lnTo>
                  <a:lnTo>
                    <a:pt x="141751" y="29931"/>
                  </a:lnTo>
                  <a:lnTo>
                    <a:pt x="144030" y="32877"/>
                  </a:lnTo>
                  <a:lnTo>
                    <a:pt x="146309" y="35823"/>
                  </a:lnTo>
                  <a:lnTo>
                    <a:pt x="148588" y="38769"/>
                  </a:lnTo>
                  <a:lnTo>
                    <a:pt x="150867" y="41715"/>
                  </a:lnTo>
                  <a:lnTo>
                    <a:pt x="153146" y="49164"/>
                  </a:lnTo>
                  <a:lnTo>
                    <a:pt x="155425" y="58527"/>
                  </a:lnTo>
                  <a:lnTo>
                    <a:pt x="157704" y="67890"/>
                  </a:lnTo>
                  <a:lnTo>
                    <a:pt x="159983" y="76966"/>
                  </a:lnTo>
                  <a:lnTo>
                    <a:pt x="162262" y="83819"/>
                  </a:lnTo>
                  <a:lnTo>
                    <a:pt x="164541" y="89887"/>
                  </a:lnTo>
                  <a:lnTo>
                    <a:pt x="166820" y="96895"/>
                  </a:lnTo>
                  <a:lnTo>
                    <a:pt x="169099" y="105299"/>
                  </a:lnTo>
                  <a:lnTo>
                    <a:pt x="171378" y="114041"/>
                  </a:lnTo>
                  <a:lnTo>
                    <a:pt x="173657" y="122445"/>
                  </a:lnTo>
                  <a:lnTo>
                    <a:pt x="175936" y="130850"/>
                  </a:lnTo>
                  <a:lnTo>
                    <a:pt x="178215" y="139254"/>
                  </a:lnTo>
                  <a:lnTo>
                    <a:pt x="180494" y="147659"/>
                  </a:lnTo>
                  <a:lnTo>
                    <a:pt x="182773" y="156063"/>
                  </a:lnTo>
                  <a:lnTo>
                    <a:pt x="185052" y="164468"/>
                  </a:lnTo>
                  <a:lnTo>
                    <a:pt x="187331" y="168204"/>
                  </a:lnTo>
                  <a:lnTo>
                    <a:pt x="189609" y="169672"/>
                  </a:lnTo>
                  <a:lnTo>
                    <a:pt x="191888" y="170412"/>
                  </a:lnTo>
                  <a:lnTo>
                    <a:pt x="194167" y="171880"/>
                  </a:lnTo>
                  <a:lnTo>
                    <a:pt x="196446" y="173349"/>
                  </a:lnTo>
                  <a:lnTo>
                    <a:pt x="198725" y="174818"/>
                  </a:lnTo>
                  <a:lnTo>
                    <a:pt x="201004" y="175168"/>
                  </a:lnTo>
                  <a:lnTo>
                    <a:pt x="203283" y="173556"/>
                  </a:lnTo>
                  <a:lnTo>
                    <a:pt x="205562" y="171607"/>
                  </a:lnTo>
                  <a:lnTo>
                    <a:pt x="207841" y="169139"/>
                  </a:lnTo>
                  <a:lnTo>
                    <a:pt x="210120" y="166672"/>
                  </a:lnTo>
                  <a:lnTo>
                    <a:pt x="212399" y="164204"/>
                  </a:lnTo>
                  <a:lnTo>
                    <a:pt x="214678" y="161737"/>
                  </a:lnTo>
                  <a:lnTo>
                    <a:pt x="216957" y="158540"/>
                  </a:lnTo>
                  <a:lnTo>
                    <a:pt x="219236" y="155343"/>
                  </a:lnTo>
                  <a:lnTo>
                    <a:pt x="221515" y="152875"/>
                  </a:lnTo>
                  <a:lnTo>
                    <a:pt x="223794" y="150408"/>
                  </a:lnTo>
                  <a:lnTo>
                    <a:pt x="226073" y="147940"/>
                  </a:lnTo>
                  <a:lnTo>
                    <a:pt x="228352" y="145472"/>
                  </a:lnTo>
                  <a:lnTo>
                    <a:pt x="230631" y="143004"/>
                  </a:lnTo>
                  <a:lnTo>
                    <a:pt x="232910" y="140537"/>
                  </a:lnTo>
                  <a:lnTo>
                    <a:pt x="235189" y="138588"/>
                  </a:lnTo>
                  <a:lnTo>
                    <a:pt x="237468" y="136639"/>
                  </a:lnTo>
                  <a:lnTo>
                    <a:pt x="239747" y="135027"/>
                  </a:lnTo>
                  <a:lnTo>
                    <a:pt x="242026" y="134037"/>
                  </a:lnTo>
                  <a:lnTo>
                    <a:pt x="244305" y="133047"/>
                  </a:lnTo>
                  <a:lnTo>
                    <a:pt x="246584" y="132057"/>
                  </a:lnTo>
                  <a:lnTo>
                    <a:pt x="248863" y="131066"/>
                  </a:lnTo>
                  <a:lnTo>
                    <a:pt x="251142" y="130592"/>
                  </a:lnTo>
                  <a:lnTo>
                    <a:pt x="253421" y="130592"/>
                  </a:lnTo>
                  <a:lnTo>
                    <a:pt x="255699" y="130592"/>
                  </a:lnTo>
                  <a:lnTo>
                    <a:pt x="257978" y="130592"/>
                  </a:lnTo>
                  <a:lnTo>
                    <a:pt x="260257" y="130592"/>
                  </a:lnTo>
                  <a:lnTo>
                    <a:pt x="262536" y="131066"/>
                  </a:lnTo>
                  <a:lnTo>
                    <a:pt x="264815" y="131773"/>
                  </a:lnTo>
                  <a:lnTo>
                    <a:pt x="267094" y="132480"/>
                  </a:lnTo>
                  <a:lnTo>
                    <a:pt x="269373" y="133187"/>
                  </a:lnTo>
                  <a:lnTo>
                    <a:pt x="271652" y="133894"/>
                  </a:lnTo>
                  <a:lnTo>
                    <a:pt x="273931" y="134600"/>
                  </a:lnTo>
                  <a:lnTo>
                    <a:pt x="276210" y="135307"/>
                  </a:lnTo>
                  <a:lnTo>
                    <a:pt x="278489" y="136014"/>
                  </a:lnTo>
                  <a:lnTo>
                    <a:pt x="280768" y="136721"/>
                  </a:lnTo>
                  <a:lnTo>
                    <a:pt x="283047" y="137711"/>
                  </a:lnTo>
                  <a:lnTo>
                    <a:pt x="285326" y="138989"/>
                  </a:lnTo>
                  <a:lnTo>
                    <a:pt x="287605" y="140267"/>
                  </a:lnTo>
                  <a:lnTo>
                    <a:pt x="289884" y="141545"/>
                  </a:lnTo>
                  <a:lnTo>
                    <a:pt x="292163" y="142823"/>
                  </a:lnTo>
                  <a:lnTo>
                    <a:pt x="294442" y="144101"/>
                  </a:lnTo>
                  <a:lnTo>
                    <a:pt x="296721" y="145091"/>
                  </a:lnTo>
                  <a:lnTo>
                    <a:pt x="299000" y="145798"/>
                  </a:lnTo>
                  <a:lnTo>
                    <a:pt x="301279" y="146505"/>
                  </a:lnTo>
                  <a:lnTo>
                    <a:pt x="303558" y="147211"/>
                  </a:lnTo>
                  <a:lnTo>
                    <a:pt x="305837" y="147918"/>
                  </a:lnTo>
                  <a:lnTo>
                    <a:pt x="308116" y="148625"/>
                  </a:lnTo>
                  <a:lnTo>
                    <a:pt x="310395" y="149332"/>
                  </a:lnTo>
                  <a:lnTo>
                    <a:pt x="312674" y="150038"/>
                  </a:lnTo>
                  <a:lnTo>
                    <a:pt x="314953" y="150745"/>
                  </a:lnTo>
                  <a:lnTo>
                    <a:pt x="317232" y="151220"/>
                  </a:lnTo>
                  <a:lnTo>
                    <a:pt x="319511" y="151220"/>
                  </a:lnTo>
                  <a:lnTo>
                    <a:pt x="321789" y="151220"/>
                  </a:lnTo>
                  <a:lnTo>
                    <a:pt x="324068" y="151220"/>
                  </a:lnTo>
                  <a:lnTo>
                    <a:pt x="326347" y="151220"/>
                  </a:lnTo>
                  <a:lnTo>
                    <a:pt x="328626" y="151220"/>
                  </a:lnTo>
                  <a:lnTo>
                    <a:pt x="330905" y="151220"/>
                  </a:lnTo>
                  <a:lnTo>
                    <a:pt x="333184" y="151220"/>
                  </a:lnTo>
                  <a:lnTo>
                    <a:pt x="335463" y="151220"/>
                  </a:lnTo>
                  <a:lnTo>
                    <a:pt x="337742" y="151221"/>
                  </a:lnTo>
                  <a:lnTo>
                    <a:pt x="340021" y="151221"/>
                  </a:lnTo>
                  <a:lnTo>
                    <a:pt x="342300" y="151221"/>
                  </a:lnTo>
                  <a:lnTo>
                    <a:pt x="344579" y="151221"/>
                  </a:lnTo>
                  <a:lnTo>
                    <a:pt x="346858" y="151221"/>
                  </a:lnTo>
                  <a:lnTo>
                    <a:pt x="349137" y="151221"/>
                  </a:lnTo>
                  <a:lnTo>
                    <a:pt x="351416" y="151221"/>
                  </a:lnTo>
                  <a:lnTo>
                    <a:pt x="353695" y="151221"/>
                  </a:lnTo>
                  <a:lnTo>
                    <a:pt x="355974" y="151221"/>
                  </a:lnTo>
                  <a:lnTo>
                    <a:pt x="358253" y="151221"/>
                  </a:lnTo>
                  <a:lnTo>
                    <a:pt x="360532" y="151221"/>
                  </a:lnTo>
                  <a:lnTo>
                    <a:pt x="362811" y="151221"/>
                  </a:lnTo>
                  <a:lnTo>
                    <a:pt x="365090" y="151221"/>
                  </a:lnTo>
                  <a:lnTo>
                    <a:pt x="367369" y="151221"/>
                  </a:lnTo>
                  <a:lnTo>
                    <a:pt x="369648" y="151221"/>
                  </a:lnTo>
                  <a:lnTo>
                    <a:pt x="371927" y="151222"/>
                  </a:lnTo>
                  <a:lnTo>
                    <a:pt x="374206" y="151222"/>
                  </a:lnTo>
                  <a:lnTo>
                    <a:pt x="376485" y="151222"/>
                  </a:lnTo>
                  <a:lnTo>
                    <a:pt x="378764" y="150747"/>
                  </a:lnTo>
                  <a:lnTo>
                    <a:pt x="381043" y="150041"/>
                  </a:lnTo>
                  <a:lnTo>
                    <a:pt x="383322" y="149334"/>
                  </a:lnTo>
                  <a:lnTo>
                    <a:pt x="385601" y="148627"/>
                  </a:lnTo>
                  <a:lnTo>
                    <a:pt x="387880" y="147920"/>
                  </a:lnTo>
                  <a:lnTo>
                    <a:pt x="390158" y="147213"/>
                  </a:lnTo>
                  <a:lnTo>
                    <a:pt x="392437" y="146506"/>
                  </a:lnTo>
                  <a:lnTo>
                    <a:pt x="394716" y="145799"/>
                  </a:lnTo>
                  <a:lnTo>
                    <a:pt x="396995" y="145092"/>
                  </a:lnTo>
                  <a:lnTo>
                    <a:pt x="399274" y="144102"/>
                  </a:lnTo>
                  <a:lnTo>
                    <a:pt x="401553" y="142824"/>
                  </a:lnTo>
                  <a:lnTo>
                    <a:pt x="403832" y="141546"/>
                  </a:lnTo>
                  <a:lnTo>
                    <a:pt x="406111" y="140267"/>
                  </a:lnTo>
                  <a:lnTo>
                    <a:pt x="408390" y="138989"/>
                  </a:lnTo>
                  <a:lnTo>
                    <a:pt x="410669" y="137711"/>
                  </a:lnTo>
                  <a:lnTo>
                    <a:pt x="412948" y="136721"/>
                  </a:lnTo>
                  <a:lnTo>
                    <a:pt x="415227" y="136014"/>
                  </a:lnTo>
                  <a:lnTo>
                    <a:pt x="417506" y="135307"/>
                  </a:lnTo>
                  <a:lnTo>
                    <a:pt x="419785" y="133970"/>
                  </a:lnTo>
                  <a:lnTo>
                    <a:pt x="422064" y="129327"/>
                  </a:lnTo>
                  <a:lnTo>
                    <a:pt x="424343" y="124684"/>
                  </a:lnTo>
                  <a:lnTo>
                    <a:pt x="426622" y="120040"/>
                  </a:lnTo>
                  <a:lnTo>
                    <a:pt x="428901" y="115398"/>
                  </a:lnTo>
                  <a:lnTo>
                    <a:pt x="431180" y="110754"/>
                  </a:lnTo>
                  <a:lnTo>
                    <a:pt x="433459" y="106344"/>
                  </a:lnTo>
                  <a:lnTo>
                    <a:pt x="435738" y="102408"/>
                  </a:lnTo>
                  <a:lnTo>
                    <a:pt x="438017" y="98471"/>
                  </a:lnTo>
                  <a:lnTo>
                    <a:pt x="440296" y="94535"/>
                  </a:lnTo>
                  <a:lnTo>
                    <a:pt x="442575" y="90599"/>
                  </a:lnTo>
                  <a:lnTo>
                    <a:pt x="444854" y="86300"/>
                  </a:lnTo>
                  <a:lnTo>
                    <a:pt x="447133" y="78954"/>
                  </a:lnTo>
                  <a:lnTo>
                    <a:pt x="449412" y="71609"/>
                  </a:lnTo>
                  <a:lnTo>
                    <a:pt x="451691" y="64262"/>
                  </a:lnTo>
                  <a:lnTo>
                    <a:pt x="453970" y="57400"/>
                  </a:lnTo>
                  <a:lnTo>
                    <a:pt x="456248" y="53464"/>
                  </a:lnTo>
                  <a:lnTo>
                    <a:pt x="458527" y="49527"/>
                  </a:lnTo>
                  <a:lnTo>
                    <a:pt x="460806" y="45591"/>
                  </a:lnTo>
                  <a:lnTo>
                    <a:pt x="463085" y="41655"/>
                  </a:lnTo>
                  <a:lnTo>
                    <a:pt x="465364" y="37719"/>
                  </a:lnTo>
                  <a:lnTo>
                    <a:pt x="467643" y="33782"/>
                  </a:lnTo>
                  <a:lnTo>
                    <a:pt x="469922" y="29846"/>
                  </a:lnTo>
                  <a:lnTo>
                    <a:pt x="472201" y="25910"/>
                  </a:lnTo>
                  <a:lnTo>
                    <a:pt x="474480" y="21974"/>
                  </a:lnTo>
                  <a:lnTo>
                    <a:pt x="476759" y="18037"/>
                  </a:lnTo>
                  <a:lnTo>
                    <a:pt x="479038" y="14468"/>
                  </a:lnTo>
                  <a:lnTo>
                    <a:pt x="481317" y="14469"/>
                  </a:lnTo>
                  <a:lnTo>
                    <a:pt x="483596" y="14943"/>
                  </a:lnTo>
                  <a:lnTo>
                    <a:pt x="485875" y="15650"/>
                  </a:lnTo>
                  <a:lnTo>
                    <a:pt x="488154" y="16357"/>
                  </a:lnTo>
                  <a:lnTo>
                    <a:pt x="490433" y="17064"/>
                  </a:lnTo>
                  <a:lnTo>
                    <a:pt x="492712" y="17771"/>
                  </a:lnTo>
                  <a:lnTo>
                    <a:pt x="494991" y="18478"/>
                  </a:lnTo>
                  <a:lnTo>
                    <a:pt x="497270" y="19468"/>
                  </a:lnTo>
                  <a:lnTo>
                    <a:pt x="499549" y="20458"/>
                  </a:lnTo>
                  <a:lnTo>
                    <a:pt x="501828" y="21737"/>
                  </a:lnTo>
                  <a:lnTo>
                    <a:pt x="504107" y="23348"/>
                  </a:lnTo>
                  <a:lnTo>
                    <a:pt x="506386" y="24959"/>
                  </a:lnTo>
                  <a:lnTo>
                    <a:pt x="508665" y="27427"/>
                  </a:lnTo>
                  <a:lnTo>
                    <a:pt x="510944" y="29896"/>
                  </a:lnTo>
                  <a:lnTo>
                    <a:pt x="513223" y="33757"/>
                  </a:lnTo>
                  <a:lnTo>
                    <a:pt x="515502" y="38266"/>
                  </a:lnTo>
                  <a:lnTo>
                    <a:pt x="517781" y="42128"/>
                  </a:lnTo>
                  <a:lnTo>
                    <a:pt x="520060" y="45990"/>
                  </a:lnTo>
                  <a:lnTo>
                    <a:pt x="522339" y="50499"/>
                  </a:lnTo>
                  <a:lnTo>
                    <a:pt x="524617" y="55008"/>
                  </a:lnTo>
                  <a:lnTo>
                    <a:pt x="526896" y="60342"/>
                  </a:lnTo>
                  <a:lnTo>
                    <a:pt x="529175" y="67277"/>
                  </a:lnTo>
                  <a:lnTo>
                    <a:pt x="531454" y="74213"/>
                  </a:lnTo>
                  <a:lnTo>
                    <a:pt x="533733" y="82024"/>
                  </a:lnTo>
                  <a:lnTo>
                    <a:pt x="536012" y="90466"/>
                  </a:lnTo>
                  <a:lnTo>
                    <a:pt x="538291" y="99522"/>
                  </a:lnTo>
                  <a:lnTo>
                    <a:pt x="540570" y="109650"/>
                  </a:lnTo>
                  <a:lnTo>
                    <a:pt x="542849" y="119778"/>
                  </a:lnTo>
                  <a:lnTo>
                    <a:pt x="545128" y="129906"/>
                  </a:lnTo>
                  <a:lnTo>
                    <a:pt x="547407" y="140034"/>
                  </a:lnTo>
                  <a:lnTo>
                    <a:pt x="549686" y="148231"/>
                  </a:lnTo>
                  <a:lnTo>
                    <a:pt x="551965" y="156112"/>
                  </a:lnTo>
                  <a:lnTo>
                    <a:pt x="554244" y="163994"/>
                  </a:lnTo>
                  <a:lnTo>
                    <a:pt x="556523" y="171876"/>
                  </a:lnTo>
                  <a:lnTo>
                    <a:pt x="558802" y="179757"/>
                  </a:lnTo>
                  <a:lnTo>
                    <a:pt x="561081" y="186838"/>
                  </a:lnTo>
                  <a:lnTo>
                    <a:pt x="563360" y="196966"/>
                  </a:lnTo>
                  <a:lnTo>
                    <a:pt x="565639" y="207094"/>
                  </a:lnTo>
                  <a:lnTo>
                    <a:pt x="567918" y="215967"/>
                  </a:lnTo>
                  <a:lnTo>
                    <a:pt x="570197" y="224357"/>
                  </a:lnTo>
                  <a:lnTo>
                    <a:pt x="572476" y="231987"/>
                  </a:lnTo>
                  <a:lnTo>
                    <a:pt x="574755" y="238922"/>
                  </a:lnTo>
                  <a:lnTo>
                    <a:pt x="577034" y="244256"/>
                  </a:lnTo>
                  <a:lnTo>
                    <a:pt x="579313" y="248765"/>
                  </a:lnTo>
                  <a:lnTo>
                    <a:pt x="581592" y="252627"/>
                  </a:lnTo>
                  <a:lnTo>
                    <a:pt x="583871" y="257913"/>
                  </a:lnTo>
                  <a:lnTo>
                    <a:pt x="586150" y="263798"/>
                  </a:lnTo>
                  <a:lnTo>
                    <a:pt x="588429" y="269346"/>
                  </a:lnTo>
                  <a:lnTo>
                    <a:pt x="590707" y="274272"/>
                  </a:lnTo>
                  <a:lnTo>
                    <a:pt x="592030" y="27696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058925" y="2940228"/>
              <a:ext cx="1094247" cy="922953"/>
            </a:xfrm>
            <a:custGeom>
              <a:avLst/>
              <a:pathLst>
                <a:path w="1094247" h="922953">
                  <a:moveTo>
                    <a:pt x="0" y="922953"/>
                  </a:moveTo>
                  <a:lnTo>
                    <a:pt x="742" y="922428"/>
                  </a:lnTo>
                  <a:lnTo>
                    <a:pt x="3021" y="920817"/>
                  </a:lnTo>
                  <a:lnTo>
                    <a:pt x="5300" y="918349"/>
                  </a:lnTo>
                  <a:lnTo>
                    <a:pt x="7579" y="915881"/>
                  </a:lnTo>
                  <a:lnTo>
                    <a:pt x="9858" y="912019"/>
                  </a:lnTo>
                  <a:lnTo>
                    <a:pt x="12137" y="907511"/>
                  </a:lnTo>
                  <a:lnTo>
                    <a:pt x="14416" y="904123"/>
                  </a:lnTo>
                  <a:lnTo>
                    <a:pt x="16695" y="900735"/>
                  </a:lnTo>
                  <a:lnTo>
                    <a:pt x="18973" y="896701"/>
                  </a:lnTo>
                  <a:lnTo>
                    <a:pt x="21252" y="892666"/>
                  </a:lnTo>
                  <a:lnTo>
                    <a:pt x="23531" y="887806"/>
                  </a:lnTo>
                  <a:lnTo>
                    <a:pt x="25810" y="881345"/>
                  </a:lnTo>
                  <a:lnTo>
                    <a:pt x="28089" y="874885"/>
                  </a:lnTo>
                  <a:lnTo>
                    <a:pt x="30368" y="867548"/>
                  </a:lnTo>
                  <a:lnTo>
                    <a:pt x="32647" y="860443"/>
                  </a:lnTo>
                  <a:lnTo>
                    <a:pt x="34926" y="856029"/>
                  </a:lnTo>
                  <a:lnTo>
                    <a:pt x="37205" y="850828"/>
                  </a:lnTo>
                  <a:lnTo>
                    <a:pt x="39484" y="845914"/>
                  </a:lnTo>
                  <a:lnTo>
                    <a:pt x="41763" y="841334"/>
                  </a:lnTo>
                  <a:lnTo>
                    <a:pt x="44042" y="836754"/>
                  </a:lnTo>
                  <a:lnTo>
                    <a:pt x="46321" y="834105"/>
                  </a:lnTo>
                  <a:lnTo>
                    <a:pt x="48600" y="831771"/>
                  </a:lnTo>
                  <a:lnTo>
                    <a:pt x="50879" y="829437"/>
                  </a:lnTo>
                  <a:lnTo>
                    <a:pt x="53158" y="827103"/>
                  </a:lnTo>
                  <a:lnTo>
                    <a:pt x="55437" y="824769"/>
                  </a:lnTo>
                  <a:lnTo>
                    <a:pt x="57716" y="823598"/>
                  </a:lnTo>
                  <a:lnTo>
                    <a:pt x="59995" y="822427"/>
                  </a:lnTo>
                  <a:lnTo>
                    <a:pt x="62274" y="821257"/>
                  </a:lnTo>
                  <a:lnTo>
                    <a:pt x="64553" y="821341"/>
                  </a:lnTo>
                  <a:lnTo>
                    <a:pt x="66832" y="821425"/>
                  </a:lnTo>
                  <a:lnTo>
                    <a:pt x="69111" y="819343"/>
                  </a:lnTo>
                  <a:lnTo>
                    <a:pt x="71390" y="817622"/>
                  </a:lnTo>
                  <a:lnTo>
                    <a:pt x="73669" y="817214"/>
                  </a:lnTo>
                  <a:lnTo>
                    <a:pt x="75948" y="817348"/>
                  </a:lnTo>
                  <a:lnTo>
                    <a:pt x="78227" y="818129"/>
                  </a:lnTo>
                  <a:lnTo>
                    <a:pt x="80506" y="817486"/>
                  </a:lnTo>
                  <a:lnTo>
                    <a:pt x="82785" y="816011"/>
                  </a:lnTo>
                  <a:lnTo>
                    <a:pt x="85063" y="814874"/>
                  </a:lnTo>
                  <a:lnTo>
                    <a:pt x="87342" y="814358"/>
                  </a:lnTo>
                  <a:lnTo>
                    <a:pt x="89621" y="814125"/>
                  </a:lnTo>
                  <a:lnTo>
                    <a:pt x="91900" y="813893"/>
                  </a:lnTo>
                  <a:lnTo>
                    <a:pt x="94179" y="813661"/>
                  </a:lnTo>
                  <a:lnTo>
                    <a:pt x="96458" y="811849"/>
                  </a:lnTo>
                  <a:lnTo>
                    <a:pt x="98737" y="808146"/>
                  </a:lnTo>
                  <a:lnTo>
                    <a:pt x="101016" y="804442"/>
                  </a:lnTo>
                  <a:lnTo>
                    <a:pt x="103295" y="801213"/>
                  </a:lnTo>
                  <a:lnTo>
                    <a:pt x="105574" y="797984"/>
                  </a:lnTo>
                  <a:lnTo>
                    <a:pt x="107853" y="794755"/>
                  </a:lnTo>
                  <a:lnTo>
                    <a:pt x="110132" y="791809"/>
                  </a:lnTo>
                  <a:lnTo>
                    <a:pt x="112411" y="788862"/>
                  </a:lnTo>
                  <a:lnTo>
                    <a:pt x="114690" y="785917"/>
                  </a:lnTo>
                  <a:lnTo>
                    <a:pt x="116969" y="782971"/>
                  </a:lnTo>
                  <a:lnTo>
                    <a:pt x="119248" y="777895"/>
                  </a:lnTo>
                  <a:lnTo>
                    <a:pt x="121527" y="772498"/>
                  </a:lnTo>
                  <a:lnTo>
                    <a:pt x="123806" y="767620"/>
                  </a:lnTo>
                  <a:lnTo>
                    <a:pt x="126085" y="762742"/>
                  </a:lnTo>
                  <a:lnTo>
                    <a:pt x="128364" y="757863"/>
                  </a:lnTo>
                  <a:lnTo>
                    <a:pt x="130643" y="753641"/>
                  </a:lnTo>
                  <a:lnTo>
                    <a:pt x="132922" y="751179"/>
                  </a:lnTo>
                  <a:lnTo>
                    <a:pt x="135201" y="748380"/>
                  </a:lnTo>
                  <a:lnTo>
                    <a:pt x="137480" y="745581"/>
                  </a:lnTo>
                  <a:lnTo>
                    <a:pt x="139759" y="742782"/>
                  </a:lnTo>
                  <a:lnTo>
                    <a:pt x="142038" y="739983"/>
                  </a:lnTo>
                  <a:lnTo>
                    <a:pt x="144317" y="737522"/>
                  </a:lnTo>
                  <a:lnTo>
                    <a:pt x="146596" y="735060"/>
                  </a:lnTo>
                  <a:lnTo>
                    <a:pt x="148875" y="732366"/>
                  </a:lnTo>
                  <a:lnTo>
                    <a:pt x="151154" y="729672"/>
                  </a:lnTo>
                  <a:lnTo>
                    <a:pt x="153432" y="728630"/>
                  </a:lnTo>
                  <a:lnTo>
                    <a:pt x="155711" y="724405"/>
                  </a:lnTo>
                  <a:lnTo>
                    <a:pt x="157990" y="719848"/>
                  </a:lnTo>
                  <a:lnTo>
                    <a:pt x="160269" y="715291"/>
                  </a:lnTo>
                  <a:lnTo>
                    <a:pt x="162548" y="711020"/>
                  </a:lnTo>
                  <a:lnTo>
                    <a:pt x="164827" y="707940"/>
                  </a:lnTo>
                  <a:lnTo>
                    <a:pt x="167106" y="706255"/>
                  </a:lnTo>
                  <a:lnTo>
                    <a:pt x="169385" y="705216"/>
                  </a:lnTo>
                  <a:lnTo>
                    <a:pt x="171664" y="704177"/>
                  </a:lnTo>
                  <a:lnTo>
                    <a:pt x="173943" y="700049"/>
                  </a:lnTo>
                  <a:lnTo>
                    <a:pt x="176222" y="696426"/>
                  </a:lnTo>
                  <a:lnTo>
                    <a:pt x="178501" y="692804"/>
                  </a:lnTo>
                  <a:lnTo>
                    <a:pt x="180780" y="689182"/>
                  </a:lnTo>
                  <a:lnTo>
                    <a:pt x="183059" y="686469"/>
                  </a:lnTo>
                  <a:lnTo>
                    <a:pt x="185338" y="683756"/>
                  </a:lnTo>
                  <a:lnTo>
                    <a:pt x="187617" y="681860"/>
                  </a:lnTo>
                  <a:lnTo>
                    <a:pt x="189896" y="683178"/>
                  </a:lnTo>
                  <a:lnTo>
                    <a:pt x="192175" y="684780"/>
                  </a:lnTo>
                  <a:lnTo>
                    <a:pt x="194454" y="686381"/>
                  </a:lnTo>
                  <a:lnTo>
                    <a:pt x="196733" y="687982"/>
                  </a:lnTo>
                  <a:lnTo>
                    <a:pt x="199012" y="688907"/>
                  </a:lnTo>
                  <a:lnTo>
                    <a:pt x="201291" y="689831"/>
                  </a:lnTo>
                  <a:lnTo>
                    <a:pt x="203570" y="689930"/>
                  </a:lnTo>
                  <a:lnTo>
                    <a:pt x="205849" y="690028"/>
                  </a:lnTo>
                  <a:lnTo>
                    <a:pt x="208128" y="693640"/>
                  </a:lnTo>
                  <a:lnTo>
                    <a:pt x="210407" y="697028"/>
                  </a:lnTo>
                  <a:lnTo>
                    <a:pt x="212686" y="702226"/>
                  </a:lnTo>
                  <a:lnTo>
                    <a:pt x="214965" y="708652"/>
                  </a:lnTo>
                  <a:lnTo>
                    <a:pt x="217244" y="714350"/>
                  </a:lnTo>
                  <a:lnTo>
                    <a:pt x="219522" y="720046"/>
                  </a:lnTo>
                  <a:lnTo>
                    <a:pt x="221801" y="725743"/>
                  </a:lnTo>
                  <a:lnTo>
                    <a:pt x="224080" y="731440"/>
                  </a:lnTo>
                  <a:lnTo>
                    <a:pt x="226359" y="736335"/>
                  </a:lnTo>
                  <a:lnTo>
                    <a:pt x="228638" y="740559"/>
                  </a:lnTo>
                  <a:lnTo>
                    <a:pt x="230917" y="744783"/>
                  </a:lnTo>
                  <a:lnTo>
                    <a:pt x="233196" y="749007"/>
                  </a:lnTo>
                  <a:lnTo>
                    <a:pt x="235475" y="754556"/>
                  </a:lnTo>
                  <a:lnTo>
                    <a:pt x="237754" y="760427"/>
                  </a:lnTo>
                  <a:lnTo>
                    <a:pt x="240033" y="765780"/>
                  </a:lnTo>
                  <a:lnTo>
                    <a:pt x="242312" y="771132"/>
                  </a:lnTo>
                  <a:lnTo>
                    <a:pt x="244591" y="776485"/>
                  </a:lnTo>
                  <a:lnTo>
                    <a:pt x="246870" y="780708"/>
                  </a:lnTo>
                  <a:lnTo>
                    <a:pt x="249149" y="783170"/>
                  </a:lnTo>
                  <a:lnTo>
                    <a:pt x="251428" y="785969"/>
                  </a:lnTo>
                  <a:lnTo>
                    <a:pt x="253707" y="788768"/>
                  </a:lnTo>
                  <a:lnTo>
                    <a:pt x="255986" y="791567"/>
                  </a:lnTo>
                  <a:lnTo>
                    <a:pt x="258265" y="794365"/>
                  </a:lnTo>
                  <a:lnTo>
                    <a:pt x="260544" y="797964"/>
                  </a:lnTo>
                  <a:lnTo>
                    <a:pt x="262823" y="801563"/>
                  </a:lnTo>
                  <a:lnTo>
                    <a:pt x="265102" y="805500"/>
                  </a:lnTo>
                  <a:lnTo>
                    <a:pt x="267381" y="809955"/>
                  </a:lnTo>
                  <a:lnTo>
                    <a:pt x="269660" y="812474"/>
                  </a:lnTo>
                  <a:lnTo>
                    <a:pt x="271939" y="817888"/>
                  </a:lnTo>
                  <a:lnTo>
                    <a:pt x="274218" y="822783"/>
                  </a:lnTo>
                  <a:lnTo>
                    <a:pt x="276497" y="827678"/>
                  </a:lnTo>
                  <a:lnTo>
                    <a:pt x="278776" y="832285"/>
                  </a:lnTo>
                  <a:lnTo>
                    <a:pt x="281055" y="836221"/>
                  </a:lnTo>
                  <a:lnTo>
                    <a:pt x="283334" y="839492"/>
                  </a:lnTo>
                  <a:lnTo>
                    <a:pt x="285613" y="842116"/>
                  </a:lnTo>
                  <a:lnTo>
                    <a:pt x="287891" y="846053"/>
                  </a:lnTo>
                  <a:lnTo>
                    <a:pt x="290170" y="853077"/>
                  </a:lnTo>
                  <a:lnTo>
                    <a:pt x="292449" y="859597"/>
                  </a:lnTo>
                  <a:lnTo>
                    <a:pt x="294728" y="864804"/>
                  </a:lnTo>
                  <a:lnTo>
                    <a:pt x="297007" y="870012"/>
                  </a:lnTo>
                  <a:lnTo>
                    <a:pt x="299286" y="874310"/>
                  </a:lnTo>
                  <a:lnTo>
                    <a:pt x="301565" y="878608"/>
                  </a:lnTo>
                  <a:lnTo>
                    <a:pt x="303844" y="882423"/>
                  </a:lnTo>
                  <a:lnTo>
                    <a:pt x="306123" y="883311"/>
                  </a:lnTo>
                  <a:lnTo>
                    <a:pt x="308402" y="880263"/>
                  </a:lnTo>
                  <a:lnTo>
                    <a:pt x="310681" y="877215"/>
                  </a:lnTo>
                  <a:lnTo>
                    <a:pt x="312960" y="874167"/>
                  </a:lnTo>
                  <a:lnTo>
                    <a:pt x="315239" y="872028"/>
                  </a:lnTo>
                  <a:lnTo>
                    <a:pt x="317518" y="869161"/>
                  </a:lnTo>
                  <a:lnTo>
                    <a:pt x="319797" y="867121"/>
                  </a:lnTo>
                  <a:lnTo>
                    <a:pt x="322076" y="863890"/>
                  </a:lnTo>
                  <a:lnTo>
                    <a:pt x="324355" y="857146"/>
                  </a:lnTo>
                  <a:lnTo>
                    <a:pt x="326634" y="849713"/>
                  </a:lnTo>
                  <a:lnTo>
                    <a:pt x="328913" y="837495"/>
                  </a:lnTo>
                  <a:lnTo>
                    <a:pt x="331192" y="825223"/>
                  </a:lnTo>
                  <a:lnTo>
                    <a:pt x="333471" y="813680"/>
                  </a:lnTo>
                  <a:lnTo>
                    <a:pt x="335750" y="802470"/>
                  </a:lnTo>
                  <a:lnTo>
                    <a:pt x="338029" y="791260"/>
                  </a:lnTo>
                  <a:lnTo>
                    <a:pt x="340308" y="779717"/>
                  </a:lnTo>
                  <a:lnTo>
                    <a:pt x="342587" y="771701"/>
                  </a:lnTo>
                  <a:lnTo>
                    <a:pt x="344866" y="764354"/>
                  </a:lnTo>
                  <a:lnTo>
                    <a:pt x="347145" y="757009"/>
                  </a:lnTo>
                  <a:lnTo>
                    <a:pt x="349424" y="749663"/>
                  </a:lnTo>
                  <a:lnTo>
                    <a:pt x="351703" y="742834"/>
                  </a:lnTo>
                  <a:lnTo>
                    <a:pt x="353981" y="736003"/>
                  </a:lnTo>
                  <a:lnTo>
                    <a:pt x="356260" y="729462"/>
                  </a:lnTo>
                  <a:lnTo>
                    <a:pt x="358539" y="722920"/>
                  </a:lnTo>
                  <a:lnTo>
                    <a:pt x="360818" y="717066"/>
                  </a:lnTo>
                  <a:lnTo>
                    <a:pt x="363097" y="713037"/>
                  </a:lnTo>
                  <a:lnTo>
                    <a:pt x="365376" y="709905"/>
                  </a:lnTo>
                  <a:lnTo>
                    <a:pt x="367655" y="706486"/>
                  </a:lnTo>
                  <a:lnTo>
                    <a:pt x="369934" y="702782"/>
                  </a:lnTo>
                  <a:lnTo>
                    <a:pt x="372213" y="699078"/>
                  </a:lnTo>
                  <a:lnTo>
                    <a:pt x="374492" y="695375"/>
                  </a:lnTo>
                  <a:lnTo>
                    <a:pt x="376771" y="690534"/>
                  </a:lnTo>
                  <a:lnTo>
                    <a:pt x="379050" y="685693"/>
                  </a:lnTo>
                  <a:lnTo>
                    <a:pt x="381329" y="680799"/>
                  </a:lnTo>
                  <a:lnTo>
                    <a:pt x="383608" y="675386"/>
                  </a:lnTo>
                  <a:lnTo>
                    <a:pt x="385887" y="669972"/>
                  </a:lnTo>
                  <a:lnTo>
                    <a:pt x="388166" y="664558"/>
                  </a:lnTo>
                  <a:lnTo>
                    <a:pt x="390445" y="659380"/>
                  </a:lnTo>
                  <a:lnTo>
                    <a:pt x="392724" y="654202"/>
                  </a:lnTo>
                  <a:lnTo>
                    <a:pt x="395003" y="649206"/>
                  </a:lnTo>
                  <a:lnTo>
                    <a:pt x="397282" y="647446"/>
                  </a:lnTo>
                  <a:lnTo>
                    <a:pt x="399561" y="644956"/>
                  </a:lnTo>
                  <a:lnTo>
                    <a:pt x="401840" y="642749"/>
                  </a:lnTo>
                  <a:lnTo>
                    <a:pt x="404119" y="639231"/>
                  </a:lnTo>
                  <a:lnTo>
                    <a:pt x="406398" y="636000"/>
                  </a:lnTo>
                  <a:lnTo>
                    <a:pt x="408677" y="633103"/>
                  </a:lnTo>
                  <a:lnTo>
                    <a:pt x="410956" y="631517"/>
                  </a:lnTo>
                  <a:lnTo>
                    <a:pt x="413235" y="630270"/>
                  </a:lnTo>
                  <a:lnTo>
                    <a:pt x="415514" y="628685"/>
                  </a:lnTo>
                  <a:lnTo>
                    <a:pt x="417793" y="627100"/>
                  </a:lnTo>
                  <a:lnTo>
                    <a:pt x="420071" y="625514"/>
                  </a:lnTo>
                  <a:lnTo>
                    <a:pt x="422350" y="623929"/>
                  </a:lnTo>
                  <a:lnTo>
                    <a:pt x="424629" y="626280"/>
                  </a:lnTo>
                  <a:lnTo>
                    <a:pt x="426908" y="628631"/>
                  </a:lnTo>
                  <a:lnTo>
                    <a:pt x="429187" y="631319"/>
                  </a:lnTo>
                  <a:lnTo>
                    <a:pt x="431466" y="633671"/>
                  </a:lnTo>
                  <a:lnTo>
                    <a:pt x="433745" y="636751"/>
                  </a:lnTo>
                  <a:lnTo>
                    <a:pt x="436024" y="639497"/>
                  </a:lnTo>
                  <a:lnTo>
                    <a:pt x="438303" y="643433"/>
                  </a:lnTo>
                  <a:lnTo>
                    <a:pt x="440582" y="647082"/>
                  </a:lnTo>
                  <a:lnTo>
                    <a:pt x="442861" y="651359"/>
                  </a:lnTo>
                  <a:lnTo>
                    <a:pt x="445140" y="660422"/>
                  </a:lnTo>
                  <a:lnTo>
                    <a:pt x="447419" y="669972"/>
                  </a:lnTo>
                  <a:lnTo>
                    <a:pt x="449698" y="679521"/>
                  </a:lnTo>
                  <a:lnTo>
                    <a:pt x="451977" y="688737"/>
                  </a:lnTo>
                  <a:lnTo>
                    <a:pt x="454256" y="697954"/>
                  </a:lnTo>
                  <a:lnTo>
                    <a:pt x="456535" y="707503"/>
                  </a:lnTo>
                  <a:lnTo>
                    <a:pt x="458814" y="714046"/>
                  </a:lnTo>
                  <a:lnTo>
                    <a:pt x="461093" y="717437"/>
                  </a:lnTo>
                  <a:lnTo>
                    <a:pt x="463372" y="720043"/>
                  </a:lnTo>
                  <a:lnTo>
                    <a:pt x="465651" y="722649"/>
                  </a:lnTo>
                  <a:lnTo>
                    <a:pt x="467930" y="725543"/>
                  </a:lnTo>
                  <a:lnTo>
                    <a:pt x="470209" y="728436"/>
                  </a:lnTo>
                  <a:lnTo>
                    <a:pt x="472488" y="731042"/>
                  </a:lnTo>
                  <a:lnTo>
                    <a:pt x="474767" y="733647"/>
                  </a:lnTo>
                  <a:lnTo>
                    <a:pt x="477046" y="735565"/>
                  </a:lnTo>
                  <a:lnTo>
                    <a:pt x="479325" y="732480"/>
                  </a:lnTo>
                  <a:lnTo>
                    <a:pt x="481604" y="728499"/>
                  </a:lnTo>
                  <a:lnTo>
                    <a:pt x="483883" y="724806"/>
                  </a:lnTo>
                  <a:lnTo>
                    <a:pt x="486162" y="721680"/>
                  </a:lnTo>
                  <a:lnTo>
                    <a:pt x="488440" y="718840"/>
                  </a:lnTo>
                  <a:lnTo>
                    <a:pt x="490719" y="716003"/>
                  </a:lnTo>
                  <a:lnTo>
                    <a:pt x="492998" y="713164"/>
                  </a:lnTo>
                  <a:lnTo>
                    <a:pt x="495277" y="712906"/>
                  </a:lnTo>
                  <a:lnTo>
                    <a:pt x="497556" y="712907"/>
                  </a:lnTo>
                  <a:lnTo>
                    <a:pt x="499835" y="713528"/>
                  </a:lnTo>
                  <a:lnTo>
                    <a:pt x="502114" y="714149"/>
                  </a:lnTo>
                  <a:lnTo>
                    <a:pt x="504393" y="714770"/>
                  </a:lnTo>
                  <a:lnTo>
                    <a:pt x="506672" y="716012"/>
                  </a:lnTo>
                  <a:lnTo>
                    <a:pt x="508951" y="717254"/>
                  </a:lnTo>
                  <a:lnTo>
                    <a:pt x="511230" y="718832"/>
                  </a:lnTo>
                  <a:lnTo>
                    <a:pt x="513509" y="720074"/>
                  </a:lnTo>
                  <a:lnTo>
                    <a:pt x="515788" y="721835"/>
                  </a:lnTo>
                  <a:lnTo>
                    <a:pt x="518067" y="723313"/>
                  </a:lnTo>
                  <a:lnTo>
                    <a:pt x="520346" y="724790"/>
                  </a:lnTo>
                  <a:lnTo>
                    <a:pt x="522625" y="725461"/>
                  </a:lnTo>
                  <a:lnTo>
                    <a:pt x="524904" y="725798"/>
                  </a:lnTo>
                  <a:lnTo>
                    <a:pt x="527183" y="726655"/>
                  </a:lnTo>
                  <a:lnTo>
                    <a:pt x="529462" y="727173"/>
                  </a:lnTo>
                  <a:lnTo>
                    <a:pt x="531741" y="728030"/>
                  </a:lnTo>
                  <a:lnTo>
                    <a:pt x="534020" y="728367"/>
                  </a:lnTo>
                  <a:lnTo>
                    <a:pt x="536299" y="729224"/>
                  </a:lnTo>
                  <a:lnTo>
                    <a:pt x="538578" y="730080"/>
                  </a:lnTo>
                  <a:lnTo>
                    <a:pt x="540857" y="730418"/>
                  </a:lnTo>
                  <a:lnTo>
                    <a:pt x="543136" y="730755"/>
                  </a:lnTo>
                  <a:lnTo>
                    <a:pt x="545415" y="726849"/>
                  </a:lnTo>
                  <a:lnTo>
                    <a:pt x="547694" y="722017"/>
                  </a:lnTo>
                  <a:lnTo>
                    <a:pt x="549973" y="714671"/>
                  </a:lnTo>
                  <a:lnTo>
                    <a:pt x="552252" y="707659"/>
                  </a:lnTo>
                  <a:lnTo>
                    <a:pt x="554530" y="697924"/>
                  </a:lnTo>
                  <a:lnTo>
                    <a:pt x="556809" y="688191"/>
                  </a:lnTo>
                  <a:lnTo>
                    <a:pt x="559088" y="678742"/>
                  </a:lnTo>
                  <a:lnTo>
                    <a:pt x="561367" y="668961"/>
                  </a:lnTo>
                  <a:lnTo>
                    <a:pt x="563646" y="659411"/>
                  </a:lnTo>
                  <a:lnTo>
                    <a:pt x="565925" y="648347"/>
                  </a:lnTo>
                  <a:lnTo>
                    <a:pt x="568204" y="634006"/>
                  </a:lnTo>
                  <a:lnTo>
                    <a:pt x="570483" y="619332"/>
                  </a:lnTo>
                  <a:lnTo>
                    <a:pt x="572762" y="604992"/>
                  </a:lnTo>
                  <a:lnTo>
                    <a:pt x="575041" y="589516"/>
                  </a:lnTo>
                  <a:lnTo>
                    <a:pt x="577320" y="574496"/>
                  </a:lnTo>
                  <a:lnTo>
                    <a:pt x="579599" y="561996"/>
                  </a:lnTo>
                  <a:lnTo>
                    <a:pt x="581878" y="550029"/>
                  </a:lnTo>
                  <a:lnTo>
                    <a:pt x="584157" y="537069"/>
                  </a:lnTo>
                  <a:lnTo>
                    <a:pt x="586436" y="524443"/>
                  </a:lnTo>
                  <a:lnTo>
                    <a:pt x="588715" y="513693"/>
                  </a:lnTo>
                  <a:lnTo>
                    <a:pt x="590994" y="497836"/>
                  </a:lnTo>
                  <a:lnTo>
                    <a:pt x="593273" y="480453"/>
                  </a:lnTo>
                  <a:lnTo>
                    <a:pt x="595552" y="465643"/>
                  </a:lnTo>
                  <a:lnTo>
                    <a:pt x="597831" y="451353"/>
                  </a:lnTo>
                  <a:lnTo>
                    <a:pt x="600110" y="437234"/>
                  </a:lnTo>
                  <a:lnTo>
                    <a:pt x="602389" y="423565"/>
                  </a:lnTo>
                  <a:lnTo>
                    <a:pt x="604668" y="409946"/>
                  </a:lnTo>
                  <a:lnTo>
                    <a:pt x="606947" y="395006"/>
                  </a:lnTo>
                  <a:lnTo>
                    <a:pt x="609226" y="381010"/>
                  </a:lnTo>
                  <a:lnTo>
                    <a:pt x="611505" y="365178"/>
                  </a:lnTo>
                  <a:lnTo>
                    <a:pt x="613784" y="348437"/>
                  </a:lnTo>
                  <a:lnTo>
                    <a:pt x="616063" y="331258"/>
                  </a:lnTo>
                  <a:lnTo>
                    <a:pt x="618342" y="315789"/>
                  </a:lnTo>
                  <a:lnTo>
                    <a:pt x="620621" y="299983"/>
                  </a:lnTo>
                  <a:lnTo>
                    <a:pt x="622899" y="284273"/>
                  </a:lnTo>
                  <a:lnTo>
                    <a:pt x="625178" y="274323"/>
                  </a:lnTo>
                  <a:lnTo>
                    <a:pt x="627457" y="266075"/>
                  </a:lnTo>
                  <a:lnTo>
                    <a:pt x="629736" y="254547"/>
                  </a:lnTo>
                  <a:lnTo>
                    <a:pt x="632015" y="240313"/>
                  </a:lnTo>
                  <a:lnTo>
                    <a:pt x="634294" y="226466"/>
                  </a:lnTo>
                  <a:lnTo>
                    <a:pt x="636573" y="215594"/>
                  </a:lnTo>
                  <a:lnTo>
                    <a:pt x="638852" y="204903"/>
                  </a:lnTo>
                  <a:lnTo>
                    <a:pt x="641131" y="192831"/>
                  </a:lnTo>
                  <a:lnTo>
                    <a:pt x="643410" y="178598"/>
                  </a:lnTo>
                  <a:lnTo>
                    <a:pt x="645689" y="165608"/>
                  </a:lnTo>
                  <a:lnTo>
                    <a:pt x="647968" y="151708"/>
                  </a:lnTo>
                  <a:lnTo>
                    <a:pt x="650247" y="138664"/>
                  </a:lnTo>
                  <a:lnTo>
                    <a:pt x="652526" y="125101"/>
                  </a:lnTo>
                  <a:lnTo>
                    <a:pt x="654805" y="111539"/>
                  </a:lnTo>
                  <a:lnTo>
                    <a:pt x="657084" y="98158"/>
                  </a:lnTo>
                  <a:lnTo>
                    <a:pt x="659363" y="83168"/>
                  </a:lnTo>
                  <a:lnTo>
                    <a:pt x="661642" y="71260"/>
                  </a:lnTo>
                  <a:lnTo>
                    <a:pt x="663921" y="60615"/>
                  </a:lnTo>
                  <a:lnTo>
                    <a:pt x="666200" y="52483"/>
                  </a:lnTo>
                  <a:lnTo>
                    <a:pt x="668479" y="43093"/>
                  </a:lnTo>
                  <a:lnTo>
                    <a:pt x="670758" y="35588"/>
                  </a:lnTo>
                  <a:lnTo>
                    <a:pt x="673037" y="27054"/>
                  </a:lnTo>
                  <a:lnTo>
                    <a:pt x="675316" y="20671"/>
                  </a:lnTo>
                  <a:lnTo>
                    <a:pt x="677595" y="16737"/>
                  </a:lnTo>
                  <a:lnTo>
                    <a:pt x="679874" y="12634"/>
                  </a:lnTo>
                  <a:lnTo>
                    <a:pt x="682153" y="10214"/>
                  </a:lnTo>
                  <a:lnTo>
                    <a:pt x="684432" y="7501"/>
                  </a:lnTo>
                  <a:lnTo>
                    <a:pt x="686711" y="5154"/>
                  </a:lnTo>
                  <a:lnTo>
                    <a:pt x="688989" y="2473"/>
                  </a:lnTo>
                  <a:lnTo>
                    <a:pt x="691268" y="635"/>
                  </a:lnTo>
                  <a:lnTo>
                    <a:pt x="693547" y="1106"/>
                  </a:lnTo>
                  <a:lnTo>
                    <a:pt x="695826" y="521"/>
                  </a:lnTo>
                  <a:lnTo>
                    <a:pt x="698105" y="0"/>
                  </a:lnTo>
                  <a:lnTo>
                    <a:pt x="700384" y="2371"/>
                  </a:lnTo>
                  <a:lnTo>
                    <a:pt x="702663" y="3122"/>
                  </a:lnTo>
                  <a:lnTo>
                    <a:pt x="704942" y="2316"/>
                  </a:lnTo>
                  <a:lnTo>
                    <a:pt x="707221" y="8624"/>
                  </a:lnTo>
                  <a:lnTo>
                    <a:pt x="709500" y="17189"/>
                  </a:lnTo>
                  <a:lnTo>
                    <a:pt x="711779" y="25627"/>
                  </a:lnTo>
                  <a:lnTo>
                    <a:pt x="714058" y="34134"/>
                  </a:lnTo>
                  <a:lnTo>
                    <a:pt x="716337" y="44316"/>
                  </a:lnTo>
                  <a:lnTo>
                    <a:pt x="718616" y="57513"/>
                  </a:lnTo>
                  <a:lnTo>
                    <a:pt x="720895" y="71131"/>
                  </a:lnTo>
                  <a:lnTo>
                    <a:pt x="723174" y="85783"/>
                  </a:lnTo>
                  <a:lnTo>
                    <a:pt x="725453" y="99975"/>
                  </a:lnTo>
                  <a:lnTo>
                    <a:pt x="727732" y="116348"/>
                  </a:lnTo>
                  <a:lnTo>
                    <a:pt x="730011" y="133089"/>
                  </a:lnTo>
                  <a:lnTo>
                    <a:pt x="732290" y="149934"/>
                  </a:lnTo>
                  <a:lnTo>
                    <a:pt x="734569" y="163536"/>
                  </a:lnTo>
                  <a:lnTo>
                    <a:pt x="736848" y="178723"/>
                  </a:lnTo>
                  <a:lnTo>
                    <a:pt x="739127" y="193473"/>
                  </a:lnTo>
                  <a:lnTo>
                    <a:pt x="741406" y="201286"/>
                  </a:lnTo>
                  <a:lnTo>
                    <a:pt x="743685" y="204130"/>
                  </a:lnTo>
                  <a:lnTo>
                    <a:pt x="745964" y="206837"/>
                  </a:lnTo>
                  <a:lnTo>
                    <a:pt x="748243" y="211732"/>
                  </a:lnTo>
                  <a:lnTo>
                    <a:pt x="750522" y="216755"/>
                  </a:lnTo>
                  <a:lnTo>
                    <a:pt x="752801" y="219092"/>
                  </a:lnTo>
                  <a:lnTo>
                    <a:pt x="755079" y="219378"/>
                  </a:lnTo>
                  <a:lnTo>
                    <a:pt x="757358" y="214835"/>
                  </a:lnTo>
                  <a:lnTo>
                    <a:pt x="759637" y="210850"/>
                  </a:lnTo>
                  <a:lnTo>
                    <a:pt x="761916" y="205622"/>
                  </a:lnTo>
                  <a:lnTo>
                    <a:pt x="764195" y="202551"/>
                  </a:lnTo>
                  <a:lnTo>
                    <a:pt x="766474" y="199144"/>
                  </a:lnTo>
                  <a:lnTo>
                    <a:pt x="768753" y="195667"/>
                  </a:lnTo>
                  <a:lnTo>
                    <a:pt x="771032" y="192428"/>
                  </a:lnTo>
                  <a:lnTo>
                    <a:pt x="773311" y="189451"/>
                  </a:lnTo>
                  <a:lnTo>
                    <a:pt x="775590" y="188580"/>
                  </a:lnTo>
                  <a:lnTo>
                    <a:pt x="777869" y="190081"/>
                  </a:lnTo>
                  <a:lnTo>
                    <a:pt x="780148" y="191583"/>
                  </a:lnTo>
                  <a:lnTo>
                    <a:pt x="782427" y="191337"/>
                  </a:lnTo>
                  <a:lnTo>
                    <a:pt x="784706" y="191227"/>
                  </a:lnTo>
                  <a:lnTo>
                    <a:pt x="786985" y="191955"/>
                  </a:lnTo>
                  <a:lnTo>
                    <a:pt x="789264" y="195181"/>
                  </a:lnTo>
                  <a:lnTo>
                    <a:pt x="791543" y="203507"/>
                  </a:lnTo>
                  <a:lnTo>
                    <a:pt x="793822" y="210672"/>
                  </a:lnTo>
                  <a:lnTo>
                    <a:pt x="796101" y="215701"/>
                  </a:lnTo>
                  <a:lnTo>
                    <a:pt x="798380" y="218863"/>
                  </a:lnTo>
                  <a:lnTo>
                    <a:pt x="800659" y="225594"/>
                  </a:lnTo>
                  <a:lnTo>
                    <a:pt x="802938" y="233694"/>
                  </a:lnTo>
                  <a:lnTo>
                    <a:pt x="805217" y="243446"/>
                  </a:lnTo>
                  <a:lnTo>
                    <a:pt x="807496" y="254889"/>
                  </a:lnTo>
                  <a:lnTo>
                    <a:pt x="809775" y="266717"/>
                  </a:lnTo>
                  <a:lnTo>
                    <a:pt x="812054" y="277866"/>
                  </a:lnTo>
                  <a:lnTo>
                    <a:pt x="814333" y="288420"/>
                  </a:lnTo>
                  <a:lnTo>
                    <a:pt x="816612" y="299941"/>
                  </a:lnTo>
                  <a:lnTo>
                    <a:pt x="818891" y="313291"/>
                  </a:lnTo>
                  <a:lnTo>
                    <a:pt x="821170" y="325985"/>
                  </a:lnTo>
                  <a:lnTo>
                    <a:pt x="823448" y="336670"/>
                  </a:lnTo>
                  <a:lnTo>
                    <a:pt x="825727" y="345721"/>
                  </a:lnTo>
                  <a:lnTo>
                    <a:pt x="828006" y="355502"/>
                  </a:lnTo>
                  <a:lnTo>
                    <a:pt x="830285" y="366392"/>
                  </a:lnTo>
                  <a:lnTo>
                    <a:pt x="832564" y="374022"/>
                  </a:lnTo>
                  <a:lnTo>
                    <a:pt x="834843" y="377904"/>
                  </a:lnTo>
                  <a:lnTo>
                    <a:pt x="837122" y="380743"/>
                  </a:lnTo>
                  <a:lnTo>
                    <a:pt x="839401" y="384152"/>
                  </a:lnTo>
                  <a:lnTo>
                    <a:pt x="841680" y="386795"/>
                  </a:lnTo>
                  <a:lnTo>
                    <a:pt x="843959" y="383102"/>
                  </a:lnTo>
                  <a:lnTo>
                    <a:pt x="846238" y="372416"/>
                  </a:lnTo>
                  <a:lnTo>
                    <a:pt x="848517" y="359645"/>
                  </a:lnTo>
                  <a:lnTo>
                    <a:pt x="850796" y="346561"/>
                  </a:lnTo>
                  <a:lnTo>
                    <a:pt x="853075" y="332232"/>
                  </a:lnTo>
                  <a:lnTo>
                    <a:pt x="855354" y="317902"/>
                  </a:lnTo>
                  <a:lnTo>
                    <a:pt x="857633" y="304752"/>
                  </a:lnTo>
                  <a:lnTo>
                    <a:pt x="859912" y="294348"/>
                  </a:lnTo>
                  <a:lnTo>
                    <a:pt x="862191" y="282419"/>
                  </a:lnTo>
                  <a:lnTo>
                    <a:pt x="864470" y="271592"/>
                  </a:lnTo>
                  <a:lnTo>
                    <a:pt x="866749" y="262066"/>
                  </a:lnTo>
                  <a:lnTo>
                    <a:pt x="869028" y="252252"/>
                  </a:lnTo>
                  <a:lnTo>
                    <a:pt x="871307" y="244827"/>
                  </a:lnTo>
                  <a:lnTo>
                    <a:pt x="873586" y="243613"/>
                  </a:lnTo>
                  <a:lnTo>
                    <a:pt x="875865" y="243481"/>
                  </a:lnTo>
                  <a:lnTo>
                    <a:pt x="878144" y="245394"/>
                  </a:lnTo>
                  <a:lnTo>
                    <a:pt x="880423" y="252459"/>
                  </a:lnTo>
                  <a:lnTo>
                    <a:pt x="882702" y="261609"/>
                  </a:lnTo>
                  <a:lnTo>
                    <a:pt x="884981" y="274712"/>
                  </a:lnTo>
                  <a:lnTo>
                    <a:pt x="887260" y="287579"/>
                  </a:lnTo>
                  <a:lnTo>
                    <a:pt x="889538" y="300518"/>
                  </a:lnTo>
                  <a:lnTo>
                    <a:pt x="891817" y="312961"/>
                  </a:lnTo>
                  <a:lnTo>
                    <a:pt x="894096" y="323858"/>
                  </a:lnTo>
                  <a:lnTo>
                    <a:pt x="896375" y="338582"/>
                  </a:lnTo>
                  <a:lnTo>
                    <a:pt x="898654" y="355162"/>
                  </a:lnTo>
                  <a:lnTo>
                    <a:pt x="900933" y="372008"/>
                  </a:lnTo>
                  <a:lnTo>
                    <a:pt x="903212" y="389191"/>
                  </a:lnTo>
                  <a:lnTo>
                    <a:pt x="905491" y="405708"/>
                  </a:lnTo>
                  <a:lnTo>
                    <a:pt x="907770" y="415704"/>
                  </a:lnTo>
                  <a:lnTo>
                    <a:pt x="910049" y="424746"/>
                  </a:lnTo>
                  <a:lnTo>
                    <a:pt x="912328" y="438230"/>
                  </a:lnTo>
                  <a:lnTo>
                    <a:pt x="914607" y="452782"/>
                  </a:lnTo>
                  <a:lnTo>
                    <a:pt x="916886" y="464029"/>
                  </a:lnTo>
                  <a:lnTo>
                    <a:pt x="919165" y="473875"/>
                  </a:lnTo>
                  <a:lnTo>
                    <a:pt x="921444" y="482068"/>
                  </a:lnTo>
                  <a:lnTo>
                    <a:pt x="923723" y="489231"/>
                  </a:lnTo>
                  <a:lnTo>
                    <a:pt x="926002" y="495094"/>
                  </a:lnTo>
                  <a:lnTo>
                    <a:pt x="928281" y="502018"/>
                  </a:lnTo>
                  <a:lnTo>
                    <a:pt x="930560" y="511361"/>
                  </a:lnTo>
                  <a:lnTo>
                    <a:pt x="932839" y="517829"/>
                  </a:lnTo>
                  <a:lnTo>
                    <a:pt x="935118" y="528191"/>
                  </a:lnTo>
                  <a:lnTo>
                    <a:pt x="937397" y="533702"/>
                  </a:lnTo>
                  <a:lnTo>
                    <a:pt x="939676" y="538147"/>
                  </a:lnTo>
                  <a:lnTo>
                    <a:pt x="941955" y="543151"/>
                  </a:lnTo>
                  <a:lnTo>
                    <a:pt x="944234" y="547422"/>
                  </a:lnTo>
                  <a:lnTo>
                    <a:pt x="946513" y="549752"/>
                  </a:lnTo>
                  <a:lnTo>
                    <a:pt x="948792" y="552307"/>
                  </a:lnTo>
                  <a:lnTo>
                    <a:pt x="951071" y="554861"/>
                  </a:lnTo>
                  <a:lnTo>
                    <a:pt x="953350" y="557700"/>
                  </a:lnTo>
                  <a:lnTo>
                    <a:pt x="955629" y="560255"/>
                  </a:lnTo>
                  <a:lnTo>
                    <a:pt x="957907" y="563268"/>
                  </a:lnTo>
                  <a:lnTo>
                    <a:pt x="960186" y="570705"/>
                  </a:lnTo>
                  <a:lnTo>
                    <a:pt x="962465" y="585135"/>
                  </a:lnTo>
                  <a:lnTo>
                    <a:pt x="964744" y="598402"/>
                  </a:lnTo>
                  <a:lnTo>
                    <a:pt x="967023" y="614698"/>
                  </a:lnTo>
                  <a:lnTo>
                    <a:pt x="969302" y="626456"/>
                  </a:lnTo>
                  <a:lnTo>
                    <a:pt x="971581" y="639249"/>
                  </a:lnTo>
                  <a:lnTo>
                    <a:pt x="973860" y="656395"/>
                  </a:lnTo>
                  <a:lnTo>
                    <a:pt x="976139" y="674294"/>
                  </a:lnTo>
                  <a:lnTo>
                    <a:pt x="978418" y="693992"/>
                  </a:lnTo>
                  <a:lnTo>
                    <a:pt x="980697" y="710589"/>
                  </a:lnTo>
                  <a:lnTo>
                    <a:pt x="982976" y="727596"/>
                  </a:lnTo>
                  <a:lnTo>
                    <a:pt x="985255" y="747339"/>
                  </a:lnTo>
                  <a:lnTo>
                    <a:pt x="987534" y="767729"/>
                  </a:lnTo>
                  <a:lnTo>
                    <a:pt x="989813" y="788119"/>
                  </a:lnTo>
                  <a:lnTo>
                    <a:pt x="992092" y="808508"/>
                  </a:lnTo>
                  <a:lnTo>
                    <a:pt x="994371" y="826854"/>
                  </a:lnTo>
                  <a:lnTo>
                    <a:pt x="996650" y="838155"/>
                  </a:lnTo>
                  <a:lnTo>
                    <a:pt x="998929" y="846704"/>
                  </a:lnTo>
                  <a:lnTo>
                    <a:pt x="1001208" y="850641"/>
                  </a:lnTo>
                  <a:lnTo>
                    <a:pt x="1003487" y="853720"/>
                  </a:lnTo>
                  <a:lnTo>
                    <a:pt x="1005766" y="856179"/>
                  </a:lnTo>
                  <a:lnTo>
                    <a:pt x="1008045" y="858354"/>
                  </a:lnTo>
                  <a:lnTo>
                    <a:pt x="1010324" y="860530"/>
                  </a:lnTo>
                  <a:lnTo>
                    <a:pt x="1012603" y="856727"/>
                  </a:lnTo>
                  <a:lnTo>
                    <a:pt x="1014882" y="851313"/>
                  </a:lnTo>
                  <a:lnTo>
                    <a:pt x="1017161" y="847044"/>
                  </a:lnTo>
                  <a:lnTo>
                    <a:pt x="1019440" y="840377"/>
                  </a:lnTo>
                  <a:lnTo>
                    <a:pt x="1021719" y="832512"/>
                  </a:lnTo>
                  <a:lnTo>
                    <a:pt x="1023997" y="825166"/>
                  </a:lnTo>
                  <a:lnTo>
                    <a:pt x="1026276" y="817821"/>
                  </a:lnTo>
                  <a:lnTo>
                    <a:pt x="1028555" y="809002"/>
                  </a:lnTo>
                  <a:lnTo>
                    <a:pt x="1030834" y="800814"/>
                  </a:lnTo>
                  <a:lnTo>
                    <a:pt x="1033113" y="795931"/>
                  </a:lnTo>
                  <a:lnTo>
                    <a:pt x="1035392" y="791049"/>
                  </a:lnTo>
                  <a:lnTo>
                    <a:pt x="1037671" y="786167"/>
                  </a:lnTo>
                  <a:lnTo>
                    <a:pt x="1039950" y="780916"/>
                  </a:lnTo>
                  <a:lnTo>
                    <a:pt x="1042229" y="775766"/>
                  </a:lnTo>
                  <a:lnTo>
                    <a:pt x="1044508" y="769220"/>
                  </a:lnTo>
                  <a:lnTo>
                    <a:pt x="1046787" y="762018"/>
                  </a:lnTo>
                  <a:lnTo>
                    <a:pt x="1049066" y="756067"/>
                  </a:lnTo>
                  <a:lnTo>
                    <a:pt x="1051345" y="745681"/>
                  </a:lnTo>
                  <a:lnTo>
                    <a:pt x="1053624" y="742239"/>
                  </a:lnTo>
                  <a:lnTo>
                    <a:pt x="1055903" y="740044"/>
                  </a:lnTo>
                  <a:lnTo>
                    <a:pt x="1058182" y="737530"/>
                  </a:lnTo>
                  <a:lnTo>
                    <a:pt x="1060461" y="734147"/>
                  </a:lnTo>
                  <a:lnTo>
                    <a:pt x="1062740" y="732248"/>
                  </a:lnTo>
                  <a:lnTo>
                    <a:pt x="1065019" y="735421"/>
                  </a:lnTo>
                  <a:lnTo>
                    <a:pt x="1067298" y="742618"/>
                  </a:lnTo>
                  <a:lnTo>
                    <a:pt x="1069577" y="749814"/>
                  </a:lnTo>
                  <a:lnTo>
                    <a:pt x="1071856" y="757010"/>
                  </a:lnTo>
                  <a:lnTo>
                    <a:pt x="1074135" y="765982"/>
                  </a:lnTo>
                  <a:lnTo>
                    <a:pt x="1076414" y="780313"/>
                  </a:lnTo>
                  <a:lnTo>
                    <a:pt x="1078693" y="796061"/>
                  </a:lnTo>
                  <a:lnTo>
                    <a:pt x="1080972" y="814769"/>
                  </a:lnTo>
                  <a:lnTo>
                    <a:pt x="1083251" y="832295"/>
                  </a:lnTo>
                  <a:lnTo>
                    <a:pt x="1085530" y="854359"/>
                  </a:lnTo>
                  <a:lnTo>
                    <a:pt x="1087809" y="875387"/>
                  </a:lnTo>
                  <a:lnTo>
                    <a:pt x="1090088" y="892063"/>
                  </a:lnTo>
                  <a:lnTo>
                    <a:pt x="1092366" y="907985"/>
                  </a:lnTo>
                  <a:lnTo>
                    <a:pt x="1094247" y="922953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256261" y="3406521"/>
              <a:ext cx="347997" cy="456659"/>
            </a:xfrm>
            <a:custGeom>
              <a:avLst/>
              <a:pathLst>
                <a:path w="347997" h="456659">
                  <a:moveTo>
                    <a:pt x="0" y="456659"/>
                  </a:moveTo>
                  <a:lnTo>
                    <a:pt x="2142" y="435205"/>
                  </a:lnTo>
                  <a:lnTo>
                    <a:pt x="4421" y="411502"/>
                  </a:lnTo>
                  <a:lnTo>
                    <a:pt x="6700" y="387071"/>
                  </a:lnTo>
                  <a:lnTo>
                    <a:pt x="8979" y="362638"/>
                  </a:lnTo>
                  <a:lnTo>
                    <a:pt x="11258" y="338207"/>
                  </a:lnTo>
                  <a:lnTo>
                    <a:pt x="13537" y="312896"/>
                  </a:lnTo>
                  <a:lnTo>
                    <a:pt x="15816" y="287536"/>
                  </a:lnTo>
                  <a:lnTo>
                    <a:pt x="18095" y="267549"/>
                  </a:lnTo>
                  <a:lnTo>
                    <a:pt x="20374" y="250609"/>
                  </a:lnTo>
                  <a:lnTo>
                    <a:pt x="22653" y="236138"/>
                  </a:lnTo>
                  <a:lnTo>
                    <a:pt x="24932" y="220526"/>
                  </a:lnTo>
                  <a:lnTo>
                    <a:pt x="27211" y="205761"/>
                  </a:lnTo>
                  <a:lnTo>
                    <a:pt x="29490" y="193095"/>
                  </a:lnTo>
                  <a:lnTo>
                    <a:pt x="31768" y="181022"/>
                  </a:lnTo>
                  <a:lnTo>
                    <a:pt x="34047" y="170548"/>
                  </a:lnTo>
                  <a:lnTo>
                    <a:pt x="36326" y="160216"/>
                  </a:lnTo>
                  <a:lnTo>
                    <a:pt x="38605" y="151841"/>
                  </a:lnTo>
                  <a:lnTo>
                    <a:pt x="40884" y="144777"/>
                  </a:lnTo>
                  <a:lnTo>
                    <a:pt x="43163" y="135483"/>
                  </a:lnTo>
                  <a:lnTo>
                    <a:pt x="45442" y="125430"/>
                  </a:lnTo>
                  <a:lnTo>
                    <a:pt x="47721" y="113044"/>
                  </a:lnTo>
                  <a:lnTo>
                    <a:pt x="50000" y="103356"/>
                  </a:lnTo>
                  <a:lnTo>
                    <a:pt x="52279" y="93669"/>
                  </a:lnTo>
                  <a:lnTo>
                    <a:pt x="54558" y="84226"/>
                  </a:lnTo>
                  <a:lnTo>
                    <a:pt x="56837" y="73056"/>
                  </a:lnTo>
                  <a:lnTo>
                    <a:pt x="59116" y="62909"/>
                  </a:lnTo>
                  <a:lnTo>
                    <a:pt x="61395" y="52762"/>
                  </a:lnTo>
                  <a:lnTo>
                    <a:pt x="63674" y="44795"/>
                  </a:lnTo>
                  <a:lnTo>
                    <a:pt x="65953" y="36352"/>
                  </a:lnTo>
                  <a:lnTo>
                    <a:pt x="68232" y="27890"/>
                  </a:lnTo>
                  <a:lnTo>
                    <a:pt x="70511" y="20472"/>
                  </a:lnTo>
                  <a:lnTo>
                    <a:pt x="72790" y="11766"/>
                  </a:lnTo>
                  <a:lnTo>
                    <a:pt x="75069" y="5813"/>
                  </a:lnTo>
                  <a:lnTo>
                    <a:pt x="77348" y="2891"/>
                  </a:lnTo>
                  <a:lnTo>
                    <a:pt x="79627" y="0"/>
                  </a:lnTo>
                  <a:lnTo>
                    <a:pt x="81906" y="856"/>
                  </a:lnTo>
                  <a:lnTo>
                    <a:pt x="84185" y="1016"/>
                  </a:lnTo>
                  <a:lnTo>
                    <a:pt x="86464" y="656"/>
                  </a:lnTo>
                  <a:lnTo>
                    <a:pt x="88743" y="297"/>
                  </a:lnTo>
                  <a:lnTo>
                    <a:pt x="91022" y="847"/>
                  </a:lnTo>
                  <a:lnTo>
                    <a:pt x="93301" y="726"/>
                  </a:lnTo>
                  <a:lnTo>
                    <a:pt x="95580" y="2537"/>
                  </a:lnTo>
                  <a:lnTo>
                    <a:pt x="97859" y="6160"/>
                  </a:lnTo>
                  <a:lnTo>
                    <a:pt x="100137" y="12843"/>
                  </a:lnTo>
                  <a:lnTo>
                    <a:pt x="102416" y="19139"/>
                  </a:lnTo>
                  <a:lnTo>
                    <a:pt x="104695" y="25769"/>
                  </a:lnTo>
                  <a:lnTo>
                    <a:pt x="106974" y="32399"/>
                  </a:lnTo>
                  <a:lnTo>
                    <a:pt x="109253" y="35847"/>
                  </a:lnTo>
                  <a:lnTo>
                    <a:pt x="111532" y="39136"/>
                  </a:lnTo>
                  <a:lnTo>
                    <a:pt x="113811" y="43252"/>
                  </a:lnTo>
                  <a:lnTo>
                    <a:pt x="116090" y="45111"/>
                  </a:lnTo>
                  <a:lnTo>
                    <a:pt x="118369" y="49399"/>
                  </a:lnTo>
                  <a:lnTo>
                    <a:pt x="120648" y="54569"/>
                  </a:lnTo>
                  <a:lnTo>
                    <a:pt x="122927" y="60986"/>
                  </a:lnTo>
                  <a:lnTo>
                    <a:pt x="125206" y="67403"/>
                  </a:lnTo>
                  <a:lnTo>
                    <a:pt x="127485" y="73820"/>
                  </a:lnTo>
                  <a:lnTo>
                    <a:pt x="129764" y="79356"/>
                  </a:lnTo>
                  <a:lnTo>
                    <a:pt x="132043" y="83495"/>
                  </a:lnTo>
                  <a:lnTo>
                    <a:pt x="134322" y="81498"/>
                  </a:lnTo>
                  <a:lnTo>
                    <a:pt x="136601" y="78817"/>
                  </a:lnTo>
                  <a:lnTo>
                    <a:pt x="138880" y="78195"/>
                  </a:lnTo>
                  <a:lnTo>
                    <a:pt x="141159" y="79443"/>
                  </a:lnTo>
                  <a:lnTo>
                    <a:pt x="143438" y="81361"/>
                  </a:lnTo>
                  <a:lnTo>
                    <a:pt x="145717" y="86002"/>
                  </a:lnTo>
                  <a:lnTo>
                    <a:pt x="147996" y="91593"/>
                  </a:lnTo>
                  <a:lnTo>
                    <a:pt x="150275" y="97184"/>
                  </a:lnTo>
                  <a:lnTo>
                    <a:pt x="152554" y="99103"/>
                  </a:lnTo>
                  <a:lnTo>
                    <a:pt x="154833" y="102334"/>
                  </a:lnTo>
                  <a:lnTo>
                    <a:pt x="157112" y="105564"/>
                  </a:lnTo>
                  <a:lnTo>
                    <a:pt x="159391" y="110378"/>
                  </a:lnTo>
                  <a:lnTo>
                    <a:pt x="161670" y="116596"/>
                  </a:lnTo>
                  <a:lnTo>
                    <a:pt x="163949" y="125148"/>
                  </a:lnTo>
                  <a:lnTo>
                    <a:pt x="166227" y="133966"/>
                  </a:lnTo>
                  <a:lnTo>
                    <a:pt x="168506" y="145476"/>
                  </a:lnTo>
                  <a:lnTo>
                    <a:pt x="170785" y="157302"/>
                  </a:lnTo>
                  <a:lnTo>
                    <a:pt x="173064" y="168840"/>
                  </a:lnTo>
                  <a:lnTo>
                    <a:pt x="175343" y="179354"/>
                  </a:lnTo>
                  <a:lnTo>
                    <a:pt x="177622" y="189868"/>
                  </a:lnTo>
                  <a:lnTo>
                    <a:pt x="179901" y="198203"/>
                  </a:lnTo>
                  <a:lnTo>
                    <a:pt x="182180" y="206283"/>
                  </a:lnTo>
                  <a:lnTo>
                    <a:pt x="184459" y="217454"/>
                  </a:lnTo>
                  <a:lnTo>
                    <a:pt x="186738" y="232547"/>
                  </a:lnTo>
                  <a:lnTo>
                    <a:pt x="189017" y="246850"/>
                  </a:lnTo>
                  <a:lnTo>
                    <a:pt x="191296" y="261568"/>
                  </a:lnTo>
                  <a:lnTo>
                    <a:pt x="193575" y="272473"/>
                  </a:lnTo>
                  <a:lnTo>
                    <a:pt x="195854" y="280249"/>
                  </a:lnTo>
                  <a:lnTo>
                    <a:pt x="198133" y="283281"/>
                  </a:lnTo>
                  <a:lnTo>
                    <a:pt x="200412" y="287619"/>
                  </a:lnTo>
                  <a:lnTo>
                    <a:pt x="202691" y="290187"/>
                  </a:lnTo>
                  <a:lnTo>
                    <a:pt x="204970" y="292036"/>
                  </a:lnTo>
                  <a:lnTo>
                    <a:pt x="207249" y="293884"/>
                  </a:lnTo>
                  <a:lnTo>
                    <a:pt x="209528" y="296404"/>
                  </a:lnTo>
                  <a:lnTo>
                    <a:pt x="211807" y="297949"/>
                  </a:lnTo>
                  <a:lnTo>
                    <a:pt x="214086" y="297445"/>
                  </a:lnTo>
                  <a:lnTo>
                    <a:pt x="216365" y="296604"/>
                  </a:lnTo>
                  <a:lnTo>
                    <a:pt x="218644" y="296433"/>
                  </a:lnTo>
                  <a:lnTo>
                    <a:pt x="220923" y="294412"/>
                  </a:lnTo>
                  <a:lnTo>
                    <a:pt x="223202" y="292390"/>
                  </a:lnTo>
                  <a:lnTo>
                    <a:pt x="225481" y="289359"/>
                  </a:lnTo>
                  <a:lnTo>
                    <a:pt x="227760" y="287434"/>
                  </a:lnTo>
                  <a:lnTo>
                    <a:pt x="230039" y="285541"/>
                  </a:lnTo>
                  <a:lnTo>
                    <a:pt x="232317" y="287421"/>
                  </a:lnTo>
                  <a:lnTo>
                    <a:pt x="234596" y="286571"/>
                  </a:lnTo>
                  <a:lnTo>
                    <a:pt x="236875" y="288234"/>
                  </a:lnTo>
                  <a:lnTo>
                    <a:pt x="239154" y="289628"/>
                  </a:lnTo>
                  <a:lnTo>
                    <a:pt x="241433" y="290358"/>
                  </a:lnTo>
                  <a:lnTo>
                    <a:pt x="243712" y="291086"/>
                  </a:lnTo>
                  <a:lnTo>
                    <a:pt x="245991" y="292396"/>
                  </a:lnTo>
                  <a:lnTo>
                    <a:pt x="248270" y="296332"/>
                  </a:lnTo>
                  <a:lnTo>
                    <a:pt x="250549" y="303356"/>
                  </a:lnTo>
                  <a:lnTo>
                    <a:pt x="252828" y="311368"/>
                  </a:lnTo>
                  <a:lnTo>
                    <a:pt x="255107" y="319443"/>
                  </a:lnTo>
                  <a:lnTo>
                    <a:pt x="257386" y="326789"/>
                  </a:lnTo>
                  <a:lnTo>
                    <a:pt x="259665" y="332887"/>
                  </a:lnTo>
                  <a:lnTo>
                    <a:pt x="261944" y="338648"/>
                  </a:lnTo>
                  <a:lnTo>
                    <a:pt x="264223" y="343743"/>
                  </a:lnTo>
                  <a:lnTo>
                    <a:pt x="266502" y="349176"/>
                  </a:lnTo>
                  <a:lnTo>
                    <a:pt x="268781" y="358658"/>
                  </a:lnTo>
                  <a:lnTo>
                    <a:pt x="271060" y="366970"/>
                  </a:lnTo>
                  <a:lnTo>
                    <a:pt x="273339" y="375283"/>
                  </a:lnTo>
                  <a:lnTo>
                    <a:pt x="275618" y="384971"/>
                  </a:lnTo>
                  <a:lnTo>
                    <a:pt x="277897" y="394012"/>
                  </a:lnTo>
                  <a:lnTo>
                    <a:pt x="280176" y="403053"/>
                  </a:lnTo>
                  <a:lnTo>
                    <a:pt x="282455" y="411269"/>
                  </a:lnTo>
                  <a:lnTo>
                    <a:pt x="284734" y="416793"/>
                  </a:lnTo>
                  <a:lnTo>
                    <a:pt x="287013" y="422001"/>
                  </a:lnTo>
                  <a:lnTo>
                    <a:pt x="289292" y="426964"/>
                  </a:lnTo>
                  <a:lnTo>
                    <a:pt x="291571" y="431262"/>
                  </a:lnTo>
                  <a:lnTo>
                    <a:pt x="293850" y="435560"/>
                  </a:lnTo>
                  <a:lnTo>
                    <a:pt x="296129" y="440524"/>
                  </a:lnTo>
                  <a:lnTo>
                    <a:pt x="298408" y="445488"/>
                  </a:lnTo>
                  <a:lnTo>
                    <a:pt x="300686" y="448186"/>
                  </a:lnTo>
                  <a:lnTo>
                    <a:pt x="302965" y="445921"/>
                  </a:lnTo>
                  <a:lnTo>
                    <a:pt x="305244" y="442619"/>
                  </a:lnTo>
                  <a:lnTo>
                    <a:pt x="307523" y="438254"/>
                  </a:lnTo>
                  <a:lnTo>
                    <a:pt x="309802" y="434207"/>
                  </a:lnTo>
                  <a:lnTo>
                    <a:pt x="312081" y="431786"/>
                  </a:lnTo>
                  <a:lnTo>
                    <a:pt x="314360" y="429695"/>
                  </a:lnTo>
                  <a:lnTo>
                    <a:pt x="316639" y="426086"/>
                  </a:lnTo>
                  <a:lnTo>
                    <a:pt x="318918" y="424765"/>
                  </a:lnTo>
                  <a:lnTo>
                    <a:pt x="321197" y="424829"/>
                  </a:lnTo>
                  <a:lnTo>
                    <a:pt x="323476" y="424893"/>
                  </a:lnTo>
                  <a:lnTo>
                    <a:pt x="325755" y="424958"/>
                  </a:lnTo>
                  <a:lnTo>
                    <a:pt x="328034" y="425996"/>
                  </a:lnTo>
                  <a:lnTo>
                    <a:pt x="330313" y="428751"/>
                  </a:lnTo>
                  <a:lnTo>
                    <a:pt x="332592" y="431506"/>
                  </a:lnTo>
                  <a:lnTo>
                    <a:pt x="334871" y="433595"/>
                  </a:lnTo>
                  <a:lnTo>
                    <a:pt x="337150" y="437201"/>
                  </a:lnTo>
                  <a:lnTo>
                    <a:pt x="339429" y="440808"/>
                  </a:lnTo>
                  <a:lnTo>
                    <a:pt x="341708" y="445757"/>
                  </a:lnTo>
                  <a:lnTo>
                    <a:pt x="343987" y="449602"/>
                  </a:lnTo>
                  <a:lnTo>
                    <a:pt x="346266" y="453413"/>
                  </a:lnTo>
                  <a:lnTo>
                    <a:pt x="347997" y="45665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704197" y="3575581"/>
              <a:ext cx="346346" cy="287599"/>
            </a:xfrm>
            <a:custGeom>
              <a:avLst/>
              <a:pathLst>
                <a:path w="346346" h="287599">
                  <a:moveTo>
                    <a:pt x="0" y="287599"/>
                  </a:moveTo>
                  <a:lnTo>
                    <a:pt x="883" y="284209"/>
                  </a:lnTo>
                  <a:lnTo>
                    <a:pt x="3162" y="276134"/>
                  </a:lnTo>
                  <a:lnTo>
                    <a:pt x="5441" y="267541"/>
                  </a:lnTo>
                  <a:lnTo>
                    <a:pt x="7720" y="256031"/>
                  </a:lnTo>
                  <a:lnTo>
                    <a:pt x="9999" y="241402"/>
                  </a:lnTo>
                  <a:lnTo>
                    <a:pt x="12278" y="226773"/>
                  </a:lnTo>
                  <a:lnTo>
                    <a:pt x="14557" y="212145"/>
                  </a:lnTo>
                  <a:lnTo>
                    <a:pt x="16836" y="196850"/>
                  </a:lnTo>
                  <a:lnTo>
                    <a:pt x="19115" y="180909"/>
                  </a:lnTo>
                  <a:lnTo>
                    <a:pt x="21394" y="164968"/>
                  </a:lnTo>
                  <a:lnTo>
                    <a:pt x="23673" y="149027"/>
                  </a:lnTo>
                  <a:lnTo>
                    <a:pt x="25952" y="131223"/>
                  </a:lnTo>
                  <a:lnTo>
                    <a:pt x="28231" y="113186"/>
                  </a:lnTo>
                  <a:lnTo>
                    <a:pt x="30510" y="95148"/>
                  </a:lnTo>
                  <a:lnTo>
                    <a:pt x="32789" y="80065"/>
                  </a:lnTo>
                  <a:lnTo>
                    <a:pt x="35068" y="67798"/>
                  </a:lnTo>
                  <a:lnTo>
                    <a:pt x="37347" y="55859"/>
                  </a:lnTo>
                  <a:lnTo>
                    <a:pt x="39626" y="43921"/>
                  </a:lnTo>
                  <a:lnTo>
                    <a:pt x="41905" y="34515"/>
                  </a:lnTo>
                  <a:lnTo>
                    <a:pt x="44184" y="28994"/>
                  </a:lnTo>
                  <a:lnTo>
                    <a:pt x="46463" y="23810"/>
                  </a:lnTo>
                  <a:lnTo>
                    <a:pt x="48742" y="17623"/>
                  </a:lnTo>
                  <a:lnTo>
                    <a:pt x="51021" y="12439"/>
                  </a:lnTo>
                  <a:lnTo>
                    <a:pt x="53300" y="7774"/>
                  </a:lnTo>
                  <a:lnTo>
                    <a:pt x="55579" y="3838"/>
                  </a:lnTo>
                  <a:lnTo>
                    <a:pt x="57858" y="758"/>
                  </a:lnTo>
                  <a:lnTo>
                    <a:pt x="60137" y="0"/>
                  </a:lnTo>
                  <a:lnTo>
                    <a:pt x="62416" y="0"/>
                  </a:lnTo>
                  <a:lnTo>
                    <a:pt x="64694" y="0"/>
                  </a:lnTo>
                  <a:lnTo>
                    <a:pt x="66973" y="856"/>
                  </a:lnTo>
                  <a:lnTo>
                    <a:pt x="69252" y="1193"/>
                  </a:lnTo>
                  <a:lnTo>
                    <a:pt x="71531" y="1712"/>
                  </a:lnTo>
                  <a:lnTo>
                    <a:pt x="73810" y="2960"/>
                  </a:lnTo>
                  <a:lnTo>
                    <a:pt x="76089" y="2960"/>
                  </a:lnTo>
                  <a:lnTo>
                    <a:pt x="78368" y="2960"/>
                  </a:lnTo>
                  <a:lnTo>
                    <a:pt x="80647" y="3689"/>
                  </a:lnTo>
                  <a:lnTo>
                    <a:pt x="82926" y="4936"/>
                  </a:lnTo>
                  <a:lnTo>
                    <a:pt x="85205" y="6330"/>
                  </a:lnTo>
                  <a:lnTo>
                    <a:pt x="87484" y="7725"/>
                  </a:lnTo>
                  <a:lnTo>
                    <a:pt x="89763" y="8390"/>
                  </a:lnTo>
                  <a:lnTo>
                    <a:pt x="92042" y="9056"/>
                  </a:lnTo>
                  <a:lnTo>
                    <a:pt x="94321" y="10450"/>
                  </a:lnTo>
                  <a:lnTo>
                    <a:pt x="96600" y="11115"/>
                  </a:lnTo>
                  <a:lnTo>
                    <a:pt x="98879" y="11781"/>
                  </a:lnTo>
                  <a:lnTo>
                    <a:pt x="101158" y="11781"/>
                  </a:lnTo>
                  <a:lnTo>
                    <a:pt x="103437" y="11782"/>
                  </a:lnTo>
                  <a:lnTo>
                    <a:pt x="105716" y="11053"/>
                  </a:lnTo>
                  <a:lnTo>
                    <a:pt x="107995" y="9805"/>
                  </a:lnTo>
                  <a:lnTo>
                    <a:pt x="110274" y="9285"/>
                  </a:lnTo>
                  <a:lnTo>
                    <a:pt x="112553" y="8429"/>
                  </a:lnTo>
                  <a:lnTo>
                    <a:pt x="114832" y="10993"/>
                  </a:lnTo>
                  <a:lnTo>
                    <a:pt x="117111" y="17149"/>
                  </a:lnTo>
                  <a:lnTo>
                    <a:pt x="119390" y="22502"/>
                  </a:lnTo>
                  <a:lnTo>
                    <a:pt x="121669" y="28372"/>
                  </a:lnTo>
                  <a:lnTo>
                    <a:pt x="123948" y="36685"/>
                  </a:lnTo>
                  <a:lnTo>
                    <a:pt x="126227" y="48118"/>
                  </a:lnTo>
                  <a:lnTo>
                    <a:pt x="128506" y="59550"/>
                  </a:lnTo>
                  <a:lnTo>
                    <a:pt x="130784" y="70983"/>
                  </a:lnTo>
                  <a:lnTo>
                    <a:pt x="133063" y="82415"/>
                  </a:lnTo>
                  <a:lnTo>
                    <a:pt x="135342" y="93847"/>
                  </a:lnTo>
                  <a:lnTo>
                    <a:pt x="137621" y="105279"/>
                  </a:lnTo>
                  <a:lnTo>
                    <a:pt x="139900" y="116711"/>
                  </a:lnTo>
                  <a:lnTo>
                    <a:pt x="142179" y="130007"/>
                  </a:lnTo>
                  <a:lnTo>
                    <a:pt x="144458" y="143536"/>
                  </a:lnTo>
                  <a:lnTo>
                    <a:pt x="146737" y="157064"/>
                  </a:lnTo>
                  <a:lnTo>
                    <a:pt x="149016" y="168287"/>
                  </a:lnTo>
                  <a:lnTo>
                    <a:pt x="151295" y="176691"/>
                  </a:lnTo>
                  <a:lnTo>
                    <a:pt x="153574" y="185434"/>
                  </a:lnTo>
                  <a:lnTo>
                    <a:pt x="155853" y="194176"/>
                  </a:lnTo>
                  <a:lnTo>
                    <a:pt x="158132" y="200384"/>
                  </a:lnTo>
                  <a:lnTo>
                    <a:pt x="160411" y="202709"/>
                  </a:lnTo>
                  <a:lnTo>
                    <a:pt x="162690" y="204696"/>
                  </a:lnTo>
                  <a:lnTo>
                    <a:pt x="164969" y="208011"/>
                  </a:lnTo>
                  <a:lnTo>
                    <a:pt x="167248" y="211276"/>
                  </a:lnTo>
                  <a:lnTo>
                    <a:pt x="169527" y="215213"/>
                  </a:lnTo>
                  <a:lnTo>
                    <a:pt x="171806" y="219149"/>
                  </a:lnTo>
                  <a:lnTo>
                    <a:pt x="174085" y="223086"/>
                  </a:lnTo>
                  <a:lnTo>
                    <a:pt x="176364" y="224363"/>
                  </a:lnTo>
                  <a:lnTo>
                    <a:pt x="178643" y="225220"/>
                  </a:lnTo>
                  <a:lnTo>
                    <a:pt x="180922" y="226076"/>
                  </a:lnTo>
                  <a:lnTo>
                    <a:pt x="183201" y="226076"/>
                  </a:lnTo>
                  <a:lnTo>
                    <a:pt x="185480" y="227323"/>
                  </a:lnTo>
                  <a:lnTo>
                    <a:pt x="187759" y="228718"/>
                  </a:lnTo>
                  <a:lnTo>
                    <a:pt x="190038" y="229383"/>
                  </a:lnTo>
                  <a:lnTo>
                    <a:pt x="192317" y="230049"/>
                  </a:lnTo>
                  <a:lnTo>
                    <a:pt x="194596" y="230714"/>
                  </a:lnTo>
                  <a:lnTo>
                    <a:pt x="196875" y="231379"/>
                  </a:lnTo>
                  <a:lnTo>
                    <a:pt x="199153" y="231379"/>
                  </a:lnTo>
                  <a:lnTo>
                    <a:pt x="201432" y="230714"/>
                  </a:lnTo>
                  <a:lnTo>
                    <a:pt x="203711" y="230714"/>
                  </a:lnTo>
                  <a:lnTo>
                    <a:pt x="205990" y="228250"/>
                  </a:lnTo>
                  <a:lnTo>
                    <a:pt x="208269" y="223977"/>
                  </a:lnTo>
                  <a:lnTo>
                    <a:pt x="210548" y="216696"/>
                  </a:lnTo>
                  <a:lnTo>
                    <a:pt x="212827" y="209415"/>
                  </a:lnTo>
                  <a:lnTo>
                    <a:pt x="215106" y="202134"/>
                  </a:lnTo>
                  <a:lnTo>
                    <a:pt x="217385" y="196396"/>
                  </a:lnTo>
                  <a:lnTo>
                    <a:pt x="219664" y="190657"/>
                  </a:lnTo>
                  <a:lnTo>
                    <a:pt x="221943" y="185648"/>
                  </a:lnTo>
                  <a:lnTo>
                    <a:pt x="224222" y="181157"/>
                  </a:lnTo>
                  <a:lnTo>
                    <a:pt x="226501" y="177728"/>
                  </a:lnTo>
                  <a:lnTo>
                    <a:pt x="228780" y="172074"/>
                  </a:lnTo>
                  <a:lnTo>
                    <a:pt x="231059" y="167880"/>
                  </a:lnTo>
                  <a:lnTo>
                    <a:pt x="233338" y="163686"/>
                  </a:lnTo>
                  <a:lnTo>
                    <a:pt x="235617" y="160296"/>
                  </a:lnTo>
                  <a:lnTo>
                    <a:pt x="237896" y="156905"/>
                  </a:lnTo>
                  <a:lnTo>
                    <a:pt x="240175" y="155426"/>
                  </a:lnTo>
                  <a:lnTo>
                    <a:pt x="242454" y="155891"/>
                  </a:lnTo>
                  <a:lnTo>
                    <a:pt x="244733" y="159767"/>
                  </a:lnTo>
                  <a:lnTo>
                    <a:pt x="247012" y="163642"/>
                  </a:lnTo>
                  <a:lnTo>
                    <a:pt x="249291" y="167518"/>
                  </a:lnTo>
                  <a:lnTo>
                    <a:pt x="251570" y="171393"/>
                  </a:lnTo>
                  <a:lnTo>
                    <a:pt x="253849" y="175268"/>
                  </a:lnTo>
                  <a:lnTo>
                    <a:pt x="256128" y="179143"/>
                  </a:lnTo>
                  <a:lnTo>
                    <a:pt x="258407" y="183019"/>
                  </a:lnTo>
                  <a:lnTo>
                    <a:pt x="260686" y="183644"/>
                  </a:lnTo>
                  <a:lnTo>
                    <a:pt x="262965" y="187338"/>
                  </a:lnTo>
                  <a:lnTo>
                    <a:pt x="265243" y="191032"/>
                  </a:lnTo>
                  <a:lnTo>
                    <a:pt x="267522" y="191497"/>
                  </a:lnTo>
                  <a:lnTo>
                    <a:pt x="269801" y="191963"/>
                  </a:lnTo>
                  <a:lnTo>
                    <a:pt x="272080" y="191552"/>
                  </a:lnTo>
                  <a:lnTo>
                    <a:pt x="274359" y="191141"/>
                  </a:lnTo>
                  <a:lnTo>
                    <a:pt x="276638" y="190730"/>
                  </a:lnTo>
                  <a:lnTo>
                    <a:pt x="278917" y="190319"/>
                  </a:lnTo>
                  <a:lnTo>
                    <a:pt x="281196" y="188228"/>
                  </a:lnTo>
                  <a:lnTo>
                    <a:pt x="283475" y="185848"/>
                  </a:lnTo>
                  <a:lnTo>
                    <a:pt x="285754" y="182969"/>
                  </a:lnTo>
                  <a:lnTo>
                    <a:pt x="288033" y="180090"/>
                  </a:lnTo>
                  <a:lnTo>
                    <a:pt x="290312" y="177212"/>
                  </a:lnTo>
                  <a:lnTo>
                    <a:pt x="292591" y="174333"/>
                  </a:lnTo>
                  <a:lnTo>
                    <a:pt x="294870" y="173992"/>
                  </a:lnTo>
                  <a:lnTo>
                    <a:pt x="297149" y="172923"/>
                  </a:lnTo>
                  <a:lnTo>
                    <a:pt x="299428" y="172037"/>
                  </a:lnTo>
                  <a:lnTo>
                    <a:pt x="301707" y="174175"/>
                  </a:lnTo>
                  <a:lnTo>
                    <a:pt x="303986" y="174175"/>
                  </a:lnTo>
                  <a:lnTo>
                    <a:pt x="306265" y="174822"/>
                  </a:lnTo>
                  <a:lnTo>
                    <a:pt x="308544" y="175468"/>
                  </a:lnTo>
                  <a:lnTo>
                    <a:pt x="310823" y="176941"/>
                  </a:lnTo>
                  <a:lnTo>
                    <a:pt x="313102" y="178414"/>
                  </a:lnTo>
                  <a:lnTo>
                    <a:pt x="315381" y="181463"/>
                  </a:lnTo>
                  <a:lnTo>
                    <a:pt x="317660" y="184510"/>
                  </a:lnTo>
                  <a:lnTo>
                    <a:pt x="319939" y="185984"/>
                  </a:lnTo>
                  <a:lnTo>
                    <a:pt x="322218" y="189094"/>
                  </a:lnTo>
                  <a:lnTo>
                    <a:pt x="324497" y="194013"/>
                  </a:lnTo>
                  <a:lnTo>
                    <a:pt x="326776" y="201941"/>
                  </a:lnTo>
                  <a:lnTo>
                    <a:pt x="329055" y="209868"/>
                  </a:lnTo>
                  <a:lnTo>
                    <a:pt x="331334" y="218622"/>
                  </a:lnTo>
                  <a:lnTo>
                    <a:pt x="333612" y="228098"/>
                  </a:lnTo>
                  <a:lnTo>
                    <a:pt x="335891" y="237575"/>
                  </a:lnTo>
                  <a:lnTo>
                    <a:pt x="338170" y="247052"/>
                  </a:lnTo>
                  <a:lnTo>
                    <a:pt x="340449" y="257404"/>
                  </a:lnTo>
                  <a:lnTo>
                    <a:pt x="342728" y="267758"/>
                  </a:lnTo>
                  <a:lnTo>
                    <a:pt x="345007" y="280674"/>
                  </a:lnTo>
                  <a:lnTo>
                    <a:pt x="346346" y="287599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569089" y="3621392"/>
              <a:ext cx="208082" cy="241788"/>
            </a:xfrm>
            <a:custGeom>
              <a:avLst/>
              <a:pathLst>
                <a:path w="208082" h="241788">
                  <a:moveTo>
                    <a:pt x="0" y="241788"/>
                  </a:moveTo>
                  <a:lnTo>
                    <a:pt x="1998" y="233971"/>
                  </a:lnTo>
                  <a:lnTo>
                    <a:pt x="4277" y="225059"/>
                  </a:lnTo>
                  <a:lnTo>
                    <a:pt x="6556" y="216146"/>
                  </a:lnTo>
                  <a:lnTo>
                    <a:pt x="8835" y="208110"/>
                  </a:lnTo>
                  <a:lnTo>
                    <a:pt x="11114" y="202755"/>
                  </a:lnTo>
                  <a:lnTo>
                    <a:pt x="13393" y="198819"/>
                  </a:lnTo>
                  <a:lnTo>
                    <a:pt x="15672" y="196618"/>
                  </a:lnTo>
                  <a:lnTo>
                    <a:pt x="17951" y="193508"/>
                  </a:lnTo>
                  <a:lnTo>
                    <a:pt x="20230" y="191045"/>
                  </a:lnTo>
                  <a:lnTo>
                    <a:pt x="22509" y="187755"/>
                  </a:lnTo>
                  <a:lnTo>
                    <a:pt x="24788" y="184485"/>
                  </a:lnTo>
                  <a:lnTo>
                    <a:pt x="27067" y="181972"/>
                  </a:lnTo>
                  <a:lnTo>
                    <a:pt x="29346" y="180578"/>
                  </a:lnTo>
                  <a:lnTo>
                    <a:pt x="31625" y="178327"/>
                  </a:lnTo>
                  <a:lnTo>
                    <a:pt x="33904" y="175430"/>
                  </a:lnTo>
                  <a:lnTo>
                    <a:pt x="36183" y="174182"/>
                  </a:lnTo>
                  <a:lnTo>
                    <a:pt x="38462" y="172935"/>
                  </a:lnTo>
                  <a:lnTo>
                    <a:pt x="40741" y="171350"/>
                  </a:lnTo>
                  <a:lnTo>
                    <a:pt x="43020" y="170621"/>
                  </a:lnTo>
                  <a:lnTo>
                    <a:pt x="45299" y="169892"/>
                  </a:lnTo>
                  <a:lnTo>
                    <a:pt x="47578" y="169163"/>
                  </a:lnTo>
                  <a:lnTo>
                    <a:pt x="49856" y="167916"/>
                  </a:lnTo>
                  <a:lnTo>
                    <a:pt x="52135" y="167398"/>
                  </a:lnTo>
                  <a:lnTo>
                    <a:pt x="54414" y="166149"/>
                  </a:lnTo>
                  <a:lnTo>
                    <a:pt x="56693" y="164902"/>
                  </a:lnTo>
                  <a:lnTo>
                    <a:pt x="58972" y="163507"/>
                  </a:lnTo>
                  <a:lnTo>
                    <a:pt x="61251" y="162778"/>
                  </a:lnTo>
                  <a:lnTo>
                    <a:pt x="63530" y="162049"/>
                  </a:lnTo>
                  <a:lnTo>
                    <a:pt x="65809" y="158757"/>
                  </a:lnTo>
                  <a:lnTo>
                    <a:pt x="68088" y="154639"/>
                  </a:lnTo>
                  <a:lnTo>
                    <a:pt x="70367" y="147293"/>
                  </a:lnTo>
                  <a:lnTo>
                    <a:pt x="72646" y="137513"/>
                  </a:lnTo>
                  <a:lnTo>
                    <a:pt x="74925" y="127160"/>
                  </a:lnTo>
                  <a:lnTo>
                    <a:pt x="77204" y="116077"/>
                  </a:lnTo>
                  <a:lnTo>
                    <a:pt x="79483" y="105724"/>
                  </a:lnTo>
                  <a:lnTo>
                    <a:pt x="81762" y="95371"/>
                  </a:lnTo>
                  <a:lnTo>
                    <a:pt x="84041" y="85018"/>
                  </a:lnTo>
                  <a:lnTo>
                    <a:pt x="86320" y="74664"/>
                  </a:lnTo>
                  <a:lnTo>
                    <a:pt x="88599" y="63793"/>
                  </a:lnTo>
                  <a:lnTo>
                    <a:pt x="90878" y="52662"/>
                  </a:lnTo>
                  <a:lnTo>
                    <a:pt x="93157" y="43301"/>
                  </a:lnTo>
                  <a:lnTo>
                    <a:pt x="95436" y="34922"/>
                  </a:lnTo>
                  <a:lnTo>
                    <a:pt x="97715" y="26543"/>
                  </a:lnTo>
                  <a:lnTo>
                    <a:pt x="99994" y="19150"/>
                  </a:lnTo>
                  <a:lnTo>
                    <a:pt x="102273" y="12147"/>
                  </a:lnTo>
                  <a:lnTo>
                    <a:pt x="104552" y="6696"/>
                  </a:lnTo>
                  <a:lnTo>
                    <a:pt x="106831" y="3418"/>
                  </a:lnTo>
                  <a:lnTo>
                    <a:pt x="109110" y="2481"/>
                  </a:lnTo>
                  <a:lnTo>
                    <a:pt x="111389" y="3024"/>
                  </a:lnTo>
                  <a:lnTo>
                    <a:pt x="113668" y="2138"/>
                  </a:lnTo>
                  <a:lnTo>
                    <a:pt x="115946" y="1252"/>
                  </a:lnTo>
                  <a:lnTo>
                    <a:pt x="118225" y="885"/>
                  </a:lnTo>
                  <a:lnTo>
                    <a:pt x="120504" y="0"/>
                  </a:lnTo>
                  <a:lnTo>
                    <a:pt x="122783" y="810"/>
                  </a:lnTo>
                  <a:lnTo>
                    <a:pt x="125062" y="3861"/>
                  </a:lnTo>
                  <a:lnTo>
                    <a:pt x="127341" y="5440"/>
                  </a:lnTo>
                  <a:lnTo>
                    <a:pt x="129620" y="6993"/>
                  </a:lnTo>
                  <a:lnTo>
                    <a:pt x="131899" y="10020"/>
                  </a:lnTo>
                  <a:lnTo>
                    <a:pt x="134178" y="14866"/>
                  </a:lnTo>
                  <a:lnTo>
                    <a:pt x="136457" y="17395"/>
                  </a:lnTo>
                  <a:lnTo>
                    <a:pt x="138736" y="19820"/>
                  </a:lnTo>
                  <a:lnTo>
                    <a:pt x="141015" y="22893"/>
                  </a:lnTo>
                  <a:lnTo>
                    <a:pt x="143294" y="24542"/>
                  </a:lnTo>
                  <a:lnTo>
                    <a:pt x="145573" y="25073"/>
                  </a:lnTo>
                  <a:lnTo>
                    <a:pt x="147852" y="27337"/>
                  </a:lnTo>
                  <a:lnTo>
                    <a:pt x="150131" y="30498"/>
                  </a:lnTo>
                  <a:lnTo>
                    <a:pt x="152410" y="39359"/>
                  </a:lnTo>
                  <a:lnTo>
                    <a:pt x="154689" y="50547"/>
                  </a:lnTo>
                  <a:lnTo>
                    <a:pt x="156968" y="62072"/>
                  </a:lnTo>
                  <a:lnTo>
                    <a:pt x="159247" y="72563"/>
                  </a:lnTo>
                  <a:lnTo>
                    <a:pt x="161526" y="86180"/>
                  </a:lnTo>
                  <a:lnTo>
                    <a:pt x="163805" y="105501"/>
                  </a:lnTo>
                  <a:lnTo>
                    <a:pt x="166084" y="122187"/>
                  </a:lnTo>
                  <a:lnTo>
                    <a:pt x="168363" y="135428"/>
                  </a:lnTo>
                  <a:lnTo>
                    <a:pt x="170642" y="144066"/>
                  </a:lnTo>
                  <a:lnTo>
                    <a:pt x="172921" y="148548"/>
                  </a:lnTo>
                  <a:lnTo>
                    <a:pt x="175200" y="148858"/>
                  </a:lnTo>
                  <a:lnTo>
                    <a:pt x="177479" y="149228"/>
                  </a:lnTo>
                  <a:lnTo>
                    <a:pt x="179758" y="147405"/>
                  </a:lnTo>
                  <a:lnTo>
                    <a:pt x="182037" y="147025"/>
                  </a:lnTo>
                  <a:lnTo>
                    <a:pt x="184315" y="147949"/>
                  </a:lnTo>
                  <a:lnTo>
                    <a:pt x="186594" y="151548"/>
                  </a:lnTo>
                  <a:lnTo>
                    <a:pt x="188873" y="157580"/>
                  </a:lnTo>
                  <a:lnTo>
                    <a:pt x="191152" y="164187"/>
                  </a:lnTo>
                  <a:lnTo>
                    <a:pt x="193431" y="171559"/>
                  </a:lnTo>
                  <a:lnTo>
                    <a:pt x="195710" y="178894"/>
                  </a:lnTo>
                  <a:lnTo>
                    <a:pt x="197989" y="185288"/>
                  </a:lnTo>
                  <a:lnTo>
                    <a:pt x="200268" y="194256"/>
                  </a:lnTo>
                  <a:lnTo>
                    <a:pt x="202547" y="204514"/>
                  </a:lnTo>
                  <a:lnTo>
                    <a:pt x="204826" y="217668"/>
                  </a:lnTo>
                  <a:lnTo>
                    <a:pt x="207105" y="233725"/>
                  </a:lnTo>
                  <a:lnTo>
                    <a:pt x="208082" y="24178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844865" y="3221010"/>
              <a:ext cx="435195" cy="642171"/>
            </a:xfrm>
            <a:custGeom>
              <a:avLst/>
              <a:pathLst>
                <a:path w="435195" h="642171">
                  <a:moveTo>
                    <a:pt x="0" y="642171"/>
                  </a:moveTo>
                  <a:lnTo>
                    <a:pt x="1977" y="629029"/>
                  </a:lnTo>
                  <a:lnTo>
                    <a:pt x="4256" y="608178"/>
                  </a:lnTo>
                  <a:lnTo>
                    <a:pt x="6535" y="589390"/>
                  </a:lnTo>
                  <a:lnTo>
                    <a:pt x="8814" y="573790"/>
                  </a:lnTo>
                  <a:lnTo>
                    <a:pt x="11093" y="563178"/>
                  </a:lnTo>
                  <a:lnTo>
                    <a:pt x="13372" y="557684"/>
                  </a:lnTo>
                  <a:lnTo>
                    <a:pt x="15651" y="554682"/>
                  </a:lnTo>
                  <a:lnTo>
                    <a:pt x="17930" y="550363"/>
                  </a:lnTo>
                  <a:lnTo>
                    <a:pt x="20209" y="547177"/>
                  </a:lnTo>
                  <a:lnTo>
                    <a:pt x="22488" y="542737"/>
                  </a:lnTo>
                  <a:lnTo>
                    <a:pt x="24766" y="541002"/>
                  </a:lnTo>
                  <a:lnTo>
                    <a:pt x="27045" y="540452"/>
                  </a:lnTo>
                  <a:lnTo>
                    <a:pt x="29324" y="539901"/>
                  </a:lnTo>
                  <a:lnTo>
                    <a:pt x="31603" y="539350"/>
                  </a:lnTo>
                  <a:lnTo>
                    <a:pt x="33882" y="539453"/>
                  </a:lnTo>
                  <a:lnTo>
                    <a:pt x="36161" y="538902"/>
                  </a:lnTo>
                  <a:lnTo>
                    <a:pt x="38440" y="538564"/>
                  </a:lnTo>
                  <a:lnTo>
                    <a:pt x="40719" y="537788"/>
                  </a:lnTo>
                  <a:lnTo>
                    <a:pt x="42998" y="533487"/>
                  </a:lnTo>
                  <a:lnTo>
                    <a:pt x="45277" y="525899"/>
                  </a:lnTo>
                  <a:lnTo>
                    <a:pt x="47556" y="515541"/>
                  </a:lnTo>
                  <a:lnTo>
                    <a:pt x="49835" y="503090"/>
                  </a:lnTo>
                  <a:lnTo>
                    <a:pt x="52114" y="492691"/>
                  </a:lnTo>
                  <a:lnTo>
                    <a:pt x="54393" y="484420"/>
                  </a:lnTo>
                  <a:lnTo>
                    <a:pt x="56672" y="480843"/>
                  </a:lnTo>
                  <a:lnTo>
                    <a:pt x="58951" y="477010"/>
                  </a:lnTo>
                  <a:lnTo>
                    <a:pt x="61230" y="471932"/>
                  </a:lnTo>
                  <a:lnTo>
                    <a:pt x="63509" y="467227"/>
                  </a:lnTo>
                  <a:lnTo>
                    <a:pt x="65788" y="459716"/>
                  </a:lnTo>
                  <a:lnTo>
                    <a:pt x="68067" y="450546"/>
                  </a:lnTo>
                  <a:lnTo>
                    <a:pt x="70346" y="442947"/>
                  </a:lnTo>
                  <a:lnTo>
                    <a:pt x="72625" y="434683"/>
                  </a:lnTo>
                  <a:lnTo>
                    <a:pt x="74904" y="425690"/>
                  </a:lnTo>
                  <a:lnTo>
                    <a:pt x="77183" y="420308"/>
                  </a:lnTo>
                  <a:lnTo>
                    <a:pt x="79462" y="414412"/>
                  </a:lnTo>
                  <a:lnTo>
                    <a:pt x="81741" y="407760"/>
                  </a:lnTo>
                  <a:lnTo>
                    <a:pt x="84020" y="401884"/>
                  </a:lnTo>
                  <a:lnTo>
                    <a:pt x="86299" y="391047"/>
                  </a:lnTo>
                  <a:lnTo>
                    <a:pt x="88578" y="378220"/>
                  </a:lnTo>
                  <a:lnTo>
                    <a:pt x="90857" y="363572"/>
                  </a:lnTo>
                  <a:lnTo>
                    <a:pt x="93135" y="348591"/>
                  </a:lnTo>
                  <a:lnTo>
                    <a:pt x="95414" y="332894"/>
                  </a:lnTo>
                  <a:lnTo>
                    <a:pt x="97693" y="316591"/>
                  </a:lnTo>
                  <a:lnTo>
                    <a:pt x="99972" y="300000"/>
                  </a:lnTo>
                  <a:lnTo>
                    <a:pt x="102251" y="282526"/>
                  </a:lnTo>
                  <a:lnTo>
                    <a:pt x="104530" y="265998"/>
                  </a:lnTo>
                  <a:lnTo>
                    <a:pt x="106809" y="252882"/>
                  </a:lnTo>
                  <a:lnTo>
                    <a:pt x="109088" y="240346"/>
                  </a:lnTo>
                  <a:lnTo>
                    <a:pt x="111367" y="227596"/>
                  </a:lnTo>
                  <a:lnTo>
                    <a:pt x="113646" y="213859"/>
                  </a:lnTo>
                  <a:lnTo>
                    <a:pt x="115925" y="201305"/>
                  </a:lnTo>
                  <a:lnTo>
                    <a:pt x="118204" y="189765"/>
                  </a:lnTo>
                  <a:lnTo>
                    <a:pt x="120483" y="183281"/>
                  </a:lnTo>
                  <a:lnTo>
                    <a:pt x="122762" y="179285"/>
                  </a:lnTo>
                  <a:lnTo>
                    <a:pt x="125041" y="175546"/>
                  </a:lnTo>
                  <a:lnTo>
                    <a:pt x="127320" y="171421"/>
                  </a:lnTo>
                  <a:lnTo>
                    <a:pt x="129599" y="165548"/>
                  </a:lnTo>
                  <a:lnTo>
                    <a:pt x="131878" y="158753"/>
                  </a:lnTo>
                  <a:lnTo>
                    <a:pt x="134157" y="155355"/>
                  </a:lnTo>
                  <a:lnTo>
                    <a:pt x="136436" y="153019"/>
                  </a:lnTo>
                  <a:lnTo>
                    <a:pt x="138715" y="152392"/>
                  </a:lnTo>
                  <a:lnTo>
                    <a:pt x="140994" y="149974"/>
                  </a:lnTo>
                  <a:lnTo>
                    <a:pt x="143273" y="149245"/>
                  </a:lnTo>
                  <a:lnTo>
                    <a:pt x="145552" y="148359"/>
                  </a:lnTo>
                  <a:lnTo>
                    <a:pt x="147831" y="147992"/>
                  </a:lnTo>
                  <a:lnTo>
                    <a:pt x="150110" y="146416"/>
                  </a:lnTo>
                  <a:lnTo>
                    <a:pt x="152389" y="145529"/>
                  </a:lnTo>
                  <a:lnTo>
                    <a:pt x="154668" y="145162"/>
                  </a:lnTo>
                  <a:lnTo>
                    <a:pt x="156947" y="142657"/>
                  </a:lnTo>
                  <a:lnTo>
                    <a:pt x="159225" y="142389"/>
                  </a:lnTo>
                  <a:lnTo>
                    <a:pt x="161504" y="143239"/>
                  </a:lnTo>
                  <a:lnTo>
                    <a:pt x="163783" y="145327"/>
                  </a:lnTo>
                  <a:lnTo>
                    <a:pt x="166062" y="150423"/>
                  </a:lnTo>
                  <a:lnTo>
                    <a:pt x="168341" y="154871"/>
                  </a:lnTo>
                  <a:lnTo>
                    <a:pt x="170620" y="158987"/>
                  </a:lnTo>
                  <a:lnTo>
                    <a:pt x="172899" y="161059"/>
                  </a:lnTo>
                  <a:lnTo>
                    <a:pt x="175178" y="161840"/>
                  </a:lnTo>
                  <a:lnTo>
                    <a:pt x="177457" y="162905"/>
                  </a:lnTo>
                  <a:lnTo>
                    <a:pt x="179736" y="165922"/>
                  </a:lnTo>
                  <a:lnTo>
                    <a:pt x="182015" y="169699"/>
                  </a:lnTo>
                  <a:lnTo>
                    <a:pt x="184294" y="168437"/>
                  </a:lnTo>
                  <a:lnTo>
                    <a:pt x="186573" y="165566"/>
                  </a:lnTo>
                  <a:lnTo>
                    <a:pt x="188852" y="163076"/>
                  </a:lnTo>
                  <a:lnTo>
                    <a:pt x="191131" y="161316"/>
                  </a:lnTo>
                  <a:lnTo>
                    <a:pt x="193410" y="157333"/>
                  </a:lnTo>
                  <a:lnTo>
                    <a:pt x="195689" y="155079"/>
                  </a:lnTo>
                  <a:lnTo>
                    <a:pt x="197968" y="154120"/>
                  </a:lnTo>
                  <a:lnTo>
                    <a:pt x="200247" y="152774"/>
                  </a:lnTo>
                  <a:lnTo>
                    <a:pt x="202526" y="155330"/>
                  </a:lnTo>
                  <a:lnTo>
                    <a:pt x="204805" y="157552"/>
                  </a:lnTo>
                  <a:lnTo>
                    <a:pt x="207084" y="160292"/>
                  </a:lnTo>
                  <a:lnTo>
                    <a:pt x="209363" y="162514"/>
                  </a:lnTo>
                  <a:lnTo>
                    <a:pt x="211642" y="164218"/>
                  </a:lnTo>
                  <a:lnTo>
                    <a:pt x="213921" y="165464"/>
                  </a:lnTo>
                  <a:lnTo>
                    <a:pt x="216200" y="166595"/>
                  </a:lnTo>
                  <a:lnTo>
                    <a:pt x="218479" y="171666"/>
                  </a:lnTo>
                  <a:lnTo>
                    <a:pt x="220758" y="176453"/>
                  </a:lnTo>
                  <a:lnTo>
                    <a:pt x="223037" y="180603"/>
                  </a:lnTo>
                  <a:lnTo>
                    <a:pt x="225316" y="184315"/>
                  </a:lnTo>
                  <a:lnTo>
                    <a:pt x="227594" y="188242"/>
                  </a:lnTo>
                  <a:lnTo>
                    <a:pt x="229873" y="190747"/>
                  </a:lnTo>
                  <a:lnTo>
                    <a:pt x="232152" y="191786"/>
                  </a:lnTo>
                  <a:lnTo>
                    <a:pt x="234431" y="193528"/>
                  </a:lnTo>
                  <a:lnTo>
                    <a:pt x="236710" y="189854"/>
                  </a:lnTo>
                  <a:lnTo>
                    <a:pt x="238989" y="181950"/>
                  </a:lnTo>
                  <a:lnTo>
                    <a:pt x="241268" y="172606"/>
                  </a:lnTo>
                  <a:lnTo>
                    <a:pt x="243547" y="162555"/>
                  </a:lnTo>
                  <a:lnTo>
                    <a:pt x="245826" y="153962"/>
                  </a:lnTo>
                  <a:lnTo>
                    <a:pt x="248105" y="148701"/>
                  </a:lnTo>
                  <a:lnTo>
                    <a:pt x="250384" y="141297"/>
                  </a:lnTo>
                  <a:lnTo>
                    <a:pt x="252663" y="135385"/>
                  </a:lnTo>
                  <a:lnTo>
                    <a:pt x="254942" y="131729"/>
                  </a:lnTo>
                  <a:lnTo>
                    <a:pt x="257221" y="126837"/>
                  </a:lnTo>
                  <a:lnTo>
                    <a:pt x="259500" y="121869"/>
                  </a:lnTo>
                  <a:lnTo>
                    <a:pt x="261779" y="117057"/>
                  </a:lnTo>
                  <a:lnTo>
                    <a:pt x="264058" y="111786"/>
                  </a:lnTo>
                  <a:lnTo>
                    <a:pt x="266337" y="104770"/>
                  </a:lnTo>
                  <a:lnTo>
                    <a:pt x="268616" y="95993"/>
                  </a:lnTo>
                  <a:lnTo>
                    <a:pt x="270895" y="88439"/>
                  </a:lnTo>
                  <a:lnTo>
                    <a:pt x="273174" y="84675"/>
                  </a:lnTo>
                  <a:lnTo>
                    <a:pt x="275453" y="82765"/>
                  </a:lnTo>
                  <a:lnTo>
                    <a:pt x="277732" y="82210"/>
                  </a:lnTo>
                  <a:lnTo>
                    <a:pt x="280011" y="81065"/>
                  </a:lnTo>
                  <a:lnTo>
                    <a:pt x="282290" y="74999"/>
                  </a:lnTo>
                  <a:lnTo>
                    <a:pt x="284569" y="65983"/>
                  </a:lnTo>
                  <a:lnTo>
                    <a:pt x="286848" y="54231"/>
                  </a:lnTo>
                  <a:lnTo>
                    <a:pt x="289127" y="42084"/>
                  </a:lnTo>
                  <a:lnTo>
                    <a:pt x="291406" y="31611"/>
                  </a:lnTo>
                  <a:lnTo>
                    <a:pt x="293684" y="20733"/>
                  </a:lnTo>
                  <a:lnTo>
                    <a:pt x="295963" y="9855"/>
                  </a:lnTo>
                  <a:lnTo>
                    <a:pt x="298242" y="681"/>
                  </a:lnTo>
                  <a:lnTo>
                    <a:pt x="300521" y="360"/>
                  </a:lnTo>
                  <a:lnTo>
                    <a:pt x="302800" y="1649"/>
                  </a:lnTo>
                  <a:lnTo>
                    <a:pt x="305079" y="2752"/>
                  </a:lnTo>
                  <a:lnTo>
                    <a:pt x="307358" y="3166"/>
                  </a:lnTo>
                  <a:lnTo>
                    <a:pt x="309637" y="3579"/>
                  </a:lnTo>
                  <a:lnTo>
                    <a:pt x="311916" y="2092"/>
                  </a:lnTo>
                  <a:lnTo>
                    <a:pt x="314195" y="0"/>
                  </a:lnTo>
                  <a:lnTo>
                    <a:pt x="316474" y="314"/>
                  </a:lnTo>
                  <a:lnTo>
                    <a:pt x="318753" y="4389"/>
                  </a:lnTo>
                  <a:lnTo>
                    <a:pt x="321032" y="13284"/>
                  </a:lnTo>
                  <a:lnTo>
                    <a:pt x="323311" y="22144"/>
                  </a:lnTo>
                  <a:lnTo>
                    <a:pt x="325590" y="30277"/>
                  </a:lnTo>
                  <a:lnTo>
                    <a:pt x="327869" y="38927"/>
                  </a:lnTo>
                  <a:lnTo>
                    <a:pt x="330148" y="48307"/>
                  </a:lnTo>
                  <a:lnTo>
                    <a:pt x="332427" y="56108"/>
                  </a:lnTo>
                  <a:lnTo>
                    <a:pt x="334706" y="59685"/>
                  </a:lnTo>
                  <a:lnTo>
                    <a:pt x="336985" y="64925"/>
                  </a:lnTo>
                  <a:lnTo>
                    <a:pt x="339264" y="67060"/>
                  </a:lnTo>
                  <a:lnTo>
                    <a:pt x="341543" y="69750"/>
                  </a:lnTo>
                  <a:lnTo>
                    <a:pt x="343822" y="72440"/>
                  </a:lnTo>
                  <a:lnTo>
                    <a:pt x="346101" y="77665"/>
                  </a:lnTo>
                  <a:lnTo>
                    <a:pt x="348380" y="82842"/>
                  </a:lnTo>
                  <a:lnTo>
                    <a:pt x="350659" y="85969"/>
                  </a:lnTo>
                  <a:lnTo>
                    <a:pt x="352938" y="89792"/>
                  </a:lnTo>
                  <a:lnTo>
                    <a:pt x="355217" y="96448"/>
                  </a:lnTo>
                  <a:lnTo>
                    <a:pt x="357496" y="104545"/>
                  </a:lnTo>
                  <a:lnTo>
                    <a:pt x="359774" y="113347"/>
                  </a:lnTo>
                  <a:lnTo>
                    <a:pt x="362053" y="121141"/>
                  </a:lnTo>
                  <a:lnTo>
                    <a:pt x="364332" y="127355"/>
                  </a:lnTo>
                  <a:lnTo>
                    <a:pt x="366611" y="133568"/>
                  </a:lnTo>
                  <a:lnTo>
                    <a:pt x="368890" y="138290"/>
                  </a:lnTo>
                  <a:lnTo>
                    <a:pt x="371169" y="142177"/>
                  </a:lnTo>
                  <a:lnTo>
                    <a:pt x="373448" y="150277"/>
                  </a:lnTo>
                  <a:lnTo>
                    <a:pt x="375727" y="158355"/>
                  </a:lnTo>
                  <a:lnTo>
                    <a:pt x="378006" y="166433"/>
                  </a:lnTo>
                  <a:lnTo>
                    <a:pt x="380285" y="174450"/>
                  </a:lnTo>
                  <a:lnTo>
                    <a:pt x="382564" y="184731"/>
                  </a:lnTo>
                  <a:lnTo>
                    <a:pt x="384843" y="196485"/>
                  </a:lnTo>
                  <a:lnTo>
                    <a:pt x="387122" y="206215"/>
                  </a:lnTo>
                  <a:lnTo>
                    <a:pt x="389401" y="212154"/>
                  </a:lnTo>
                  <a:lnTo>
                    <a:pt x="391680" y="216240"/>
                  </a:lnTo>
                  <a:lnTo>
                    <a:pt x="393959" y="219773"/>
                  </a:lnTo>
                  <a:lnTo>
                    <a:pt x="396238" y="226176"/>
                  </a:lnTo>
                  <a:lnTo>
                    <a:pt x="398517" y="237565"/>
                  </a:lnTo>
                  <a:lnTo>
                    <a:pt x="400796" y="252781"/>
                  </a:lnTo>
                  <a:lnTo>
                    <a:pt x="403075" y="271066"/>
                  </a:lnTo>
                  <a:lnTo>
                    <a:pt x="405354" y="289747"/>
                  </a:lnTo>
                  <a:lnTo>
                    <a:pt x="407633" y="307325"/>
                  </a:lnTo>
                  <a:lnTo>
                    <a:pt x="409912" y="325024"/>
                  </a:lnTo>
                  <a:lnTo>
                    <a:pt x="412191" y="342724"/>
                  </a:lnTo>
                  <a:lnTo>
                    <a:pt x="414470" y="361824"/>
                  </a:lnTo>
                  <a:lnTo>
                    <a:pt x="416749" y="378771"/>
                  </a:lnTo>
                  <a:lnTo>
                    <a:pt x="419028" y="399479"/>
                  </a:lnTo>
                  <a:lnTo>
                    <a:pt x="421307" y="424124"/>
                  </a:lnTo>
                  <a:lnTo>
                    <a:pt x="423586" y="453839"/>
                  </a:lnTo>
                  <a:lnTo>
                    <a:pt x="425865" y="489510"/>
                  </a:lnTo>
                  <a:lnTo>
                    <a:pt x="428143" y="527081"/>
                  </a:lnTo>
                  <a:lnTo>
                    <a:pt x="430422" y="568364"/>
                  </a:lnTo>
                  <a:lnTo>
                    <a:pt x="432701" y="605825"/>
                  </a:lnTo>
                  <a:lnTo>
                    <a:pt x="434980" y="639343"/>
                  </a:lnTo>
                  <a:lnTo>
                    <a:pt x="435195" y="64217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408195" y="3172632"/>
              <a:ext cx="562234" cy="690548"/>
            </a:xfrm>
            <a:custGeom>
              <a:avLst/>
              <a:pathLst>
                <a:path w="562234" h="690548">
                  <a:moveTo>
                    <a:pt x="0" y="690548"/>
                  </a:moveTo>
                  <a:lnTo>
                    <a:pt x="1552" y="669587"/>
                  </a:lnTo>
                  <a:lnTo>
                    <a:pt x="3831" y="642975"/>
                  </a:lnTo>
                  <a:lnTo>
                    <a:pt x="6110" y="621490"/>
                  </a:lnTo>
                  <a:lnTo>
                    <a:pt x="8389" y="600005"/>
                  </a:lnTo>
                  <a:lnTo>
                    <a:pt x="10668" y="584957"/>
                  </a:lnTo>
                  <a:lnTo>
                    <a:pt x="12947" y="576227"/>
                  </a:lnTo>
                  <a:lnTo>
                    <a:pt x="15226" y="570732"/>
                  </a:lnTo>
                  <a:lnTo>
                    <a:pt x="17505" y="567039"/>
                  </a:lnTo>
                  <a:lnTo>
                    <a:pt x="19784" y="564850"/>
                  </a:lnTo>
                  <a:lnTo>
                    <a:pt x="22063" y="563210"/>
                  </a:lnTo>
                  <a:lnTo>
                    <a:pt x="24342" y="563150"/>
                  </a:lnTo>
                  <a:lnTo>
                    <a:pt x="26621" y="561037"/>
                  </a:lnTo>
                  <a:lnTo>
                    <a:pt x="28900" y="560111"/>
                  </a:lnTo>
                  <a:lnTo>
                    <a:pt x="31179" y="559842"/>
                  </a:lnTo>
                  <a:lnTo>
                    <a:pt x="33458" y="560759"/>
                  </a:lnTo>
                  <a:lnTo>
                    <a:pt x="35736" y="561910"/>
                  </a:lnTo>
                  <a:lnTo>
                    <a:pt x="38015" y="565196"/>
                  </a:lnTo>
                  <a:lnTo>
                    <a:pt x="40294" y="566275"/>
                  </a:lnTo>
                  <a:lnTo>
                    <a:pt x="42573" y="569680"/>
                  </a:lnTo>
                  <a:lnTo>
                    <a:pt x="44852" y="573085"/>
                  </a:lnTo>
                  <a:lnTo>
                    <a:pt x="47131" y="576491"/>
                  </a:lnTo>
                  <a:lnTo>
                    <a:pt x="49410" y="579896"/>
                  </a:lnTo>
                  <a:lnTo>
                    <a:pt x="51689" y="583095"/>
                  </a:lnTo>
                  <a:lnTo>
                    <a:pt x="53968" y="584938"/>
                  </a:lnTo>
                  <a:lnTo>
                    <a:pt x="56247" y="587268"/>
                  </a:lnTo>
                  <a:lnTo>
                    <a:pt x="58526" y="589290"/>
                  </a:lnTo>
                  <a:lnTo>
                    <a:pt x="60805" y="593817"/>
                  </a:lnTo>
                  <a:lnTo>
                    <a:pt x="63084" y="599598"/>
                  </a:lnTo>
                  <a:lnTo>
                    <a:pt x="65363" y="604890"/>
                  </a:lnTo>
                  <a:lnTo>
                    <a:pt x="67642" y="608850"/>
                  </a:lnTo>
                  <a:lnTo>
                    <a:pt x="69921" y="611818"/>
                  </a:lnTo>
                  <a:lnTo>
                    <a:pt x="72200" y="613288"/>
                  </a:lnTo>
                  <a:lnTo>
                    <a:pt x="74479" y="611703"/>
                  </a:lnTo>
                  <a:lnTo>
                    <a:pt x="76758" y="609784"/>
                  </a:lnTo>
                  <a:lnTo>
                    <a:pt x="79037" y="608541"/>
                  </a:lnTo>
                  <a:lnTo>
                    <a:pt x="81316" y="606781"/>
                  </a:lnTo>
                  <a:lnTo>
                    <a:pt x="83595" y="605303"/>
                  </a:lnTo>
                  <a:lnTo>
                    <a:pt x="85874" y="603826"/>
                  </a:lnTo>
                  <a:lnTo>
                    <a:pt x="88153" y="602867"/>
                  </a:lnTo>
                  <a:lnTo>
                    <a:pt x="90432" y="601909"/>
                  </a:lnTo>
                  <a:lnTo>
                    <a:pt x="92711" y="604000"/>
                  </a:lnTo>
                  <a:lnTo>
                    <a:pt x="94990" y="606459"/>
                  </a:lnTo>
                  <a:lnTo>
                    <a:pt x="97269" y="608918"/>
                  </a:lnTo>
                  <a:lnTo>
                    <a:pt x="99548" y="612183"/>
                  </a:lnTo>
                  <a:lnTo>
                    <a:pt x="101826" y="615161"/>
                  </a:lnTo>
                  <a:lnTo>
                    <a:pt x="104105" y="617907"/>
                  </a:lnTo>
                  <a:lnTo>
                    <a:pt x="106384" y="620654"/>
                  </a:lnTo>
                  <a:lnTo>
                    <a:pt x="108663" y="623401"/>
                  </a:lnTo>
                  <a:lnTo>
                    <a:pt x="110942" y="628947"/>
                  </a:lnTo>
                  <a:lnTo>
                    <a:pt x="113221" y="634816"/>
                  </a:lnTo>
                  <a:lnTo>
                    <a:pt x="115500" y="640685"/>
                  </a:lnTo>
                  <a:lnTo>
                    <a:pt x="117779" y="646269"/>
                  </a:lnTo>
                  <a:lnTo>
                    <a:pt x="120058" y="650460"/>
                  </a:lnTo>
                  <a:lnTo>
                    <a:pt x="122337" y="653178"/>
                  </a:lnTo>
                  <a:lnTo>
                    <a:pt x="124616" y="656467"/>
                  </a:lnTo>
                  <a:lnTo>
                    <a:pt x="126895" y="656708"/>
                  </a:lnTo>
                  <a:lnTo>
                    <a:pt x="129174" y="656920"/>
                  </a:lnTo>
                  <a:lnTo>
                    <a:pt x="131453" y="656224"/>
                  </a:lnTo>
                  <a:lnTo>
                    <a:pt x="133732" y="655175"/>
                  </a:lnTo>
                  <a:lnTo>
                    <a:pt x="136011" y="654125"/>
                  </a:lnTo>
                  <a:lnTo>
                    <a:pt x="138290" y="652738"/>
                  </a:lnTo>
                  <a:lnTo>
                    <a:pt x="140569" y="651689"/>
                  </a:lnTo>
                  <a:lnTo>
                    <a:pt x="142848" y="650640"/>
                  </a:lnTo>
                  <a:lnTo>
                    <a:pt x="145127" y="646076"/>
                  </a:lnTo>
                  <a:lnTo>
                    <a:pt x="147406" y="641090"/>
                  </a:lnTo>
                  <a:lnTo>
                    <a:pt x="149685" y="637314"/>
                  </a:lnTo>
                  <a:lnTo>
                    <a:pt x="151964" y="634446"/>
                  </a:lnTo>
                  <a:lnTo>
                    <a:pt x="154243" y="631579"/>
                  </a:lnTo>
                  <a:lnTo>
                    <a:pt x="156522" y="630184"/>
                  </a:lnTo>
                  <a:lnTo>
                    <a:pt x="158801" y="628272"/>
                  </a:lnTo>
                  <a:lnTo>
                    <a:pt x="161080" y="626877"/>
                  </a:lnTo>
                  <a:lnTo>
                    <a:pt x="163359" y="624964"/>
                  </a:lnTo>
                  <a:lnTo>
                    <a:pt x="165638" y="623570"/>
                  </a:lnTo>
                  <a:lnTo>
                    <a:pt x="167916" y="622713"/>
                  </a:lnTo>
                  <a:lnTo>
                    <a:pt x="170195" y="621857"/>
                  </a:lnTo>
                  <a:lnTo>
                    <a:pt x="172474" y="621857"/>
                  </a:lnTo>
                  <a:lnTo>
                    <a:pt x="174753" y="621858"/>
                  </a:lnTo>
                  <a:lnTo>
                    <a:pt x="177032" y="621858"/>
                  </a:lnTo>
                  <a:lnTo>
                    <a:pt x="179311" y="620547"/>
                  </a:lnTo>
                  <a:lnTo>
                    <a:pt x="181590" y="616949"/>
                  </a:lnTo>
                  <a:lnTo>
                    <a:pt x="183869" y="613013"/>
                  </a:lnTo>
                  <a:lnTo>
                    <a:pt x="186148" y="609595"/>
                  </a:lnTo>
                  <a:lnTo>
                    <a:pt x="188427" y="606178"/>
                  </a:lnTo>
                  <a:lnTo>
                    <a:pt x="190706" y="602579"/>
                  </a:lnTo>
                  <a:lnTo>
                    <a:pt x="192985" y="599314"/>
                  </a:lnTo>
                  <a:lnTo>
                    <a:pt x="195264" y="596282"/>
                  </a:lnTo>
                  <a:lnTo>
                    <a:pt x="197543" y="593250"/>
                  </a:lnTo>
                  <a:lnTo>
                    <a:pt x="199822" y="588005"/>
                  </a:lnTo>
                  <a:lnTo>
                    <a:pt x="202101" y="582136"/>
                  </a:lnTo>
                  <a:lnTo>
                    <a:pt x="204380" y="576996"/>
                  </a:lnTo>
                  <a:lnTo>
                    <a:pt x="206659" y="571857"/>
                  </a:lnTo>
                  <a:lnTo>
                    <a:pt x="208938" y="568029"/>
                  </a:lnTo>
                  <a:lnTo>
                    <a:pt x="211217" y="565028"/>
                  </a:lnTo>
                  <a:lnTo>
                    <a:pt x="213496" y="562510"/>
                  </a:lnTo>
                  <a:lnTo>
                    <a:pt x="215775" y="561804"/>
                  </a:lnTo>
                  <a:lnTo>
                    <a:pt x="218054" y="561386"/>
                  </a:lnTo>
                  <a:lnTo>
                    <a:pt x="220333" y="560680"/>
                  </a:lnTo>
                  <a:lnTo>
                    <a:pt x="222612" y="560801"/>
                  </a:lnTo>
                  <a:lnTo>
                    <a:pt x="224891" y="560922"/>
                  </a:lnTo>
                  <a:lnTo>
                    <a:pt x="227170" y="561330"/>
                  </a:lnTo>
                  <a:lnTo>
                    <a:pt x="229449" y="561738"/>
                  </a:lnTo>
                  <a:lnTo>
                    <a:pt x="231728" y="562146"/>
                  </a:lnTo>
                  <a:lnTo>
                    <a:pt x="234007" y="562297"/>
                  </a:lnTo>
                  <a:lnTo>
                    <a:pt x="236285" y="562989"/>
                  </a:lnTo>
                  <a:lnTo>
                    <a:pt x="238564" y="562854"/>
                  </a:lnTo>
                  <a:lnTo>
                    <a:pt x="240843" y="561502"/>
                  </a:lnTo>
                  <a:lnTo>
                    <a:pt x="243122" y="558755"/>
                  </a:lnTo>
                  <a:lnTo>
                    <a:pt x="245401" y="555676"/>
                  </a:lnTo>
                  <a:lnTo>
                    <a:pt x="247680" y="552596"/>
                  </a:lnTo>
                  <a:lnTo>
                    <a:pt x="249959" y="548816"/>
                  </a:lnTo>
                  <a:lnTo>
                    <a:pt x="252238" y="542717"/>
                  </a:lnTo>
                  <a:lnTo>
                    <a:pt x="254517" y="536228"/>
                  </a:lnTo>
                  <a:lnTo>
                    <a:pt x="256796" y="528882"/>
                  </a:lnTo>
                  <a:lnTo>
                    <a:pt x="259075" y="521199"/>
                  </a:lnTo>
                  <a:lnTo>
                    <a:pt x="261354" y="513515"/>
                  </a:lnTo>
                  <a:lnTo>
                    <a:pt x="263633" y="505832"/>
                  </a:lnTo>
                  <a:lnTo>
                    <a:pt x="265912" y="497967"/>
                  </a:lnTo>
                  <a:lnTo>
                    <a:pt x="268191" y="492122"/>
                  </a:lnTo>
                  <a:lnTo>
                    <a:pt x="270470" y="486708"/>
                  </a:lnTo>
                  <a:lnTo>
                    <a:pt x="272749" y="481583"/>
                  </a:lnTo>
                  <a:lnTo>
                    <a:pt x="275028" y="476976"/>
                  </a:lnTo>
                  <a:lnTo>
                    <a:pt x="277307" y="472184"/>
                  </a:lnTo>
                  <a:lnTo>
                    <a:pt x="279586" y="467910"/>
                  </a:lnTo>
                  <a:lnTo>
                    <a:pt x="281865" y="463117"/>
                  </a:lnTo>
                  <a:lnTo>
                    <a:pt x="284144" y="460404"/>
                  </a:lnTo>
                  <a:lnTo>
                    <a:pt x="286423" y="460948"/>
                  </a:lnTo>
                  <a:lnTo>
                    <a:pt x="288702" y="458259"/>
                  </a:lnTo>
                  <a:lnTo>
                    <a:pt x="290981" y="455188"/>
                  </a:lnTo>
                  <a:lnTo>
                    <a:pt x="293260" y="448696"/>
                  </a:lnTo>
                  <a:lnTo>
                    <a:pt x="295539" y="442550"/>
                  </a:lnTo>
                  <a:lnTo>
                    <a:pt x="297818" y="439518"/>
                  </a:lnTo>
                  <a:lnTo>
                    <a:pt x="300097" y="436487"/>
                  </a:lnTo>
                  <a:lnTo>
                    <a:pt x="302375" y="432937"/>
                  </a:lnTo>
                  <a:lnTo>
                    <a:pt x="304654" y="429388"/>
                  </a:lnTo>
                  <a:lnTo>
                    <a:pt x="306933" y="424975"/>
                  </a:lnTo>
                  <a:lnTo>
                    <a:pt x="309212" y="418555"/>
                  </a:lnTo>
                  <a:lnTo>
                    <a:pt x="311491" y="409963"/>
                  </a:lnTo>
                  <a:lnTo>
                    <a:pt x="313770" y="400277"/>
                  </a:lnTo>
                  <a:lnTo>
                    <a:pt x="316049" y="391333"/>
                  </a:lnTo>
                  <a:lnTo>
                    <a:pt x="318328" y="381511"/>
                  </a:lnTo>
                  <a:lnTo>
                    <a:pt x="320607" y="371419"/>
                  </a:lnTo>
                  <a:lnTo>
                    <a:pt x="322886" y="363637"/>
                  </a:lnTo>
                  <a:lnTo>
                    <a:pt x="325165" y="355214"/>
                  </a:lnTo>
                  <a:lnTo>
                    <a:pt x="327444" y="346552"/>
                  </a:lnTo>
                  <a:lnTo>
                    <a:pt x="329723" y="338465"/>
                  </a:lnTo>
                  <a:lnTo>
                    <a:pt x="332002" y="328572"/>
                  </a:lnTo>
                  <a:lnTo>
                    <a:pt x="334281" y="316319"/>
                  </a:lnTo>
                  <a:lnTo>
                    <a:pt x="336560" y="303096"/>
                  </a:lnTo>
                  <a:lnTo>
                    <a:pt x="338839" y="288543"/>
                  </a:lnTo>
                  <a:lnTo>
                    <a:pt x="341118" y="275970"/>
                  </a:lnTo>
                  <a:lnTo>
                    <a:pt x="343397" y="262094"/>
                  </a:lnTo>
                  <a:lnTo>
                    <a:pt x="345676" y="250488"/>
                  </a:lnTo>
                  <a:lnTo>
                    <a:pt x="347955" y="238283"/>
                  </a:lnTo>
                  <a:lnTo>
                    <a:pt x="350234" y="226618"/>
                  </a:lnTo>
                  <a:lnTo>
                    <a:pt x="352513" y="215216"/>
                  </a:lnTo>
                  <a:lnTo>
                    <a:pt x="354792" y="200774"/>
                  </a:lnTo>
                  <a:lnTo>
                    <a:pt x="357071" y="189844"/>
                  </a:lnTo>
                  <a:lnTo>
                    <a:pt x="359350" y="177293"/>
                  </a:lnTo>
                  <a:lnTo>
                    <a:pt x="361629" y="166389"/>
                  </a:lnTo>
                  <a:lnTo>
                    <a:pt x="363908" y="154700"/>
                  </a:lnTo>
                  <a:lnTo>
                    <a:pt x="366187" y="142562"/>
                  </a:lnTo>
                  <a:lnTo>
                    <a:pt x="368466" y="131795"/>
                  </a:lnTo>
                  <a:lnTo>
                    <a:pt x="370744" y="121078"/>
                  </a:lnTo>
                  <a:lnTo>
                    <a:pt x="373023" y="109190"/>
                  </a:lnTo>
                  <a:lnTo>
                    <a:pt x="375302" y="98737"/>
                  </a:lnTo>
                  <a:lnTo>
                    <a:pt x="377581" y="90780"/>
                  </a:lnTo>
                  <a:lnTo>
                    <a:pt x="379860" y="82008"/>
                  </a:lnTo>
                  <a:lnTo>
                    <a:pt x="382139" y="75907"/>
                  </a:lnTo>
                  <a:lnTo>
                    <a:pt x="384418" y="66919"/>
                  </a:lnTo>
                  <a:lnTo>
                    <a:pt x="386697" y="57501"/>
                  </a:lnTo>
                  <a:lnTo>
                    <a:pt x="388976" y="48771"/>
                  </a:lnTo>
                  <a:lnTo>
                    <a:pt x="391255" y="39815"/>
                  </a:lnTo>
                  <a:lnTo>
                    <a:pt x="393534" y="30524"/>
                  </a:lnTo>
                  <a:lnTo>
                    <a:pt x="395813" y="21233"/>
                  </a:lnTo>
                  <a:lnTo>
                    <a:pt x="398092" y="13745"/>
                  </a:lnTo>
                  <a:lnTo>
                    <a:pt x="400371" y="7548"/>
                  </a:lnTo>
                  <a:lnTo>
                    <a:pt x="402650" y="362"/>
                  </a:lnTo>
                  <a:lnTo>
                    <a:pt x="404929" y="0"/>
                  </a:lnTo>
                  <a:lnTo>
                    <a:pt x="407208" y="395"/>
                  </a:lnTo>
                  <a:lnTo>
                    <a:pt x="409487" y="4486"/>
                  </a:lnTo>
                  <a:lnTo>
                    <a:pt x="411766" y="7869"/>
                  </a:lnTo>
                  <a:lnTo>
                    <a:pt x="414045" y="8400"/>
                  </a:lnTo>
                  <a:lnTo>
                    <a:pt x="416324" y="9777"/>
                  </a:lnTo>
                  <a:lnTo>
                    <a:pt x="418603" y="13198"/>
                  </a:lnTo>
                  <a:lnTo>
                    <a:pt x="420882" y="16198"/>
                  </a:lnTo>
                  <a:lnTo>
                    <a:pt x="423161" y="18956"/>
                  </a:lnTo>
                  <a:lnTo>
                    <a:pt x="425440" y="22758"/>
                  </a:lnTo>
                  <a:lnTo>
                    <a:pt x="427719" y="28265"/>
                  </a:lnTo>
                  <a:lnTo>
                    <a:pt x="429998" y="31914"/>
                  </a:lnTo>
                  <a:lnTo>
                    <a:pt x="432277" y="37471"/>
                  </a:lnTo>
                  <a:lnTo>
                    <a:pt x="434556" y="42557"/>
                  </a:lnTo>
                  <a:lnTo>
                    <a:pt x="436834" y="49082"/>
                  </a:lnTo>
                  <a:lnTo>
                    <a:pt x="439113" y="53297"/>
                  </a:lnTo>
                  <a:lnTo>
                    <a:pt x="441392" y="57422"/>
                  </a:lnTo>
                  <a:lnTo>
                    <a:pt x="443671" y="61891"/>
                  </a:lnTo>
                  <a:lnTo>
                    <a:pt x="445950" y="68512"/>
                  </a:lnTo>
                  <a:lnTo>
                    <a:pt x="448229" y="73084"/>
                  </a:lnTo>
                  <a:lnTo>
                    <a:pt x="450508" y="83183"/>
                  </a:lnTo>
                  <a:lnTo>
                    <a:pt x="452787" y="93642"/>
                  </a:lnTo>
                  <a:lnTo>
                    <a:pt x="455066" y="101876"/>
                  </a:lnTo>
                  <a:lnTo>
                    <a:pt x="457345" y="109241"/>
                  </a:lnTo>
                  <a:lnTo>
                    <a:pt x="459624" y="118131"/>
                  </a:lnTo>
                  <a:lnTo>
                    <a:pt x="461903" y="123735"/>
                  </a:lnTo>
                  <a:lnTo>
                    <a:pt x="464182" y="131290"/>
                  </a:lnTo>
                  <a:lnTo>
                    <a:pt x="466461" y="139684"/>
                  </a:lnTo>
                  <a:lnTo>
                    <a:pt x="468740" y="148463"/>
                  </a:lnTo>
                  <a:lnTo>
                    <a:pt x="471019" y="162314"/>
                  </a:lnTo>
                  <a:lnTo>
                    <a:pt x="473298" y="173300"/>
                  </a:lnTo>
                  <a:lnTo>
                    <a:pt x="475577" y="187006"/>
                  </a:lnTo>
                  <a:lnTo>
                    <a:pt x="477856" y="199155"/>
                  </a:lnTo>
                  <a:lnTo>
                    <a:pt x="480135" y="209803"/>
                  </a:lnTo>
                  <a:lnTo>
                    <a:pt x="482414" y="221482"/>
                  </a:lnTo>
                  <a:lnTo>
                    <a:pt x="484693" y="234969"/>
                  </a:lnTo>
                  <a:lnTo>
                    <a:pt x="486972" y="250206"/>
                  </a:lnTo>
                  <a:lnTo>
                    <a:pt x="489251" y="269975"/>
                  </a:lnTo>
                  <a:lnTo>
                    <a:pt x="491530" y="289605"/>
                  </a:lnTo>
                  <a:lnTo>
                    <a:pt x="493809" y="307142"/>
                  </a:lnTo>
                  <a:lnTo>
                    <a:pt x="496088" y="329430"/>
                  </a:lnTo>
                  <a:lnTo>
                    <a:pt x="498367" y="348710"/>
                  </a:lnTo>
                  <a:lnTo>
                    <a:pt x="500646" y="368855"/>
                  </a:lnTo>
                  <a:lnTo>
                    <a:pt x="502924" y="391238"/>
                  </a:lnTo>
                  <a:lnTo>
                    <a:pt x="505203" y="412857"/>
                  </a:lnTo>
                  <a:lnTo>
                    <a:pt x="507482" y="431259"/>
                  </a:lnTo>
                  <a:lnTo>
                    <a:pt x="509761" y="449866"/>
                  </a:lnTo>
                  <a:lnTo>
                    <a:pt x="512040" y="470353"/>
                  </a:lnTo>
                  <a:lnTo>
                    <a:pt x="514319" y="489319"/>
                  </a:lnTo>
                  <a:lnTo>
                    <a:pt x="516598" y="505569"/>
                  </a:lnTo>
                  <a:lnTo>
                    <a:pt x="518877" y="521346"/>
                  </a:lnTo>
                  <a:lnTo>
                    <a:pt x="521156" y="527900"/>
                  </a:lnTo>
                  <a:lnTo>
                    <a:pt x="523435" y="532112"/>
                  </a:lnTo>
                  <a:lnTo>
                    <a:pt x="525714" y="538345"/>
                  </a:lnTo>
                  <a:lnTo>
                    <a:pt x="527993" y="545710"/>
                  </a:lnTo>
                  <a:lnTo>
                    <a:pt x="530272" y="554095"/>
                  </a:lnTo>
                  <a:lnTo>
                    <a:pt x="532551" y="561260"/>
                  </a:lnTo>
                  <a:lnTo>
                    <a:pt x="534830" y="566081"/>
                  </a:lnTo>
                  <a:lnTo>
                    <a:pt x="537109" y="569414"/>
                  </a:lnTo>
                  <a:lnTo>
                    <a:pt x="539388" y="575072"/>
                  </a:lnTo>
                  <a:lnTo>
                    <a:pt x="541667" y="582781"/>
                  </a:lnTo>
                  <a:lnTo>
                    <a:pt x="543946" y="590453"/>
                  </a:lnTo>
                  <a:lnTo>
                    <a:pt x="546225" y="599660"/>
                  </a:lnTo>
                  <a:lnTo>
                    <a:pt x="548504" y="612576"/>
                  </a:lnTo>
                  <a:lnTo>
                    <a:pt x="550783" y="628170"/>
                  </a:lnTo>
                  <a:lnTo>
                    <a:pt x="553062" y="641196"/>
                  </a:lnTo>
                  <a:lnTo>
                    <a:pt x="555341" y="656937"/>
                  </a:lnTo>
                  <a:lnTo>
                    <a:pt x="557620" y="670338"/>
                  </a:lnTo>
                  <a:lnTo>
                    <a:pt x="559899" y="683281"/>
                  </a:lnTo>
                  <a:lnTo>
                    <a:pt x="562178" y="690310"/>
                  </a:lnTo>
                  <a:lnTo>
                    <a:pt x="562234" y="69054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026074" y="3438212"/>
              <a:ext cx="149169" cy="424968"/>
            </a:xfrm>
            <a:custGeom>
              <a:avLst/>
              <a:pathLst>
                <a:path w="149169" h="424968">
                  <a:moveTo>
                    <a:pt x="0" y="424968"/>
                  </a:moveTo>
                  <a:lnTo>
                    <a:pt x="1273" y="416328"/>
                  </a:lnTo>
                  <a:lnTo>
                    <a:pt x="3552" y="397895"/>
                  </a:lnTo>
                  <a:lnTo>
                    <a:pt x="5831" y="380156"/>
                  </a:lnTo>
                  <a:lnTo>
                    <a:pt x="8110" y="362087"/>
                  </a:lnTo>
                  <a:lnTo>
                    <a:pt x="10389" y="341892"/>
                  </a:lnTo>
                  <a:lnTo>
                    <a:pt x="12668" y="319645"/>
                  </a:lnTo>
                  <a:lnTo>
                    <a:pt x="14947" y="298115"/>
                  </a:lnTo>
                  <a:lnTo>
                    <a:pt x="17225" y="272996"/>
                  </a:lnTo>
                  <a:lnTo>
                    <a:pt x="19504" y="254201"/>
                  </a:lnTo>
                  <a:lnTo>
                    <a:pt x="21783" y="236678"/>
                  </a:lnTo>
                  <a:lnTo>
                    <a:pt x="24062" y="215741"/>
                  </a:lnTo>
                  <a:lnTo>
                    <a:pt x="26341" y="194877"/>
                  </a:lnTo>
                  <a:lnTo>
                    <a:pt x="28620" y="176224"/>
                  </a:lnTo>
                  <a:lnTo>
                    <a:pt x="30899" y="157798"/>
                  </a:lnTo>
                  <a:lnTo>
                    <a:pt x="33178" y="142607"/>
                  </a:lnTo>
                  <a:lnTo>
                    <a:pt x="35457" y="128397"/>
                  </a:lnTo>
                  <a:lnTo>
                    <a:pt x="37736" y="114601"/>
                  </a:lnTo>
                  <a:lnTo>
                    <a:pt x="40015" y="104731"/>
                  </a:lnTo>
                  <a:lnTo>
                    <a:pt x="42294" y="94416"/>
                  </a:lnTo>
                  <a:lnTo>
                    <a:pt x="44573" y="87370"/>
                  </a:lnTo>
                  <a:lnTo>
                    <a:pt x="46852" y="77116"/>
                  </a:lnTo>
                  <a:lnTo>
                    <a:pt x="49131" y="64282"/>
                  </a:lnTo>
                  <a:lnTo>
                    <a:pt x="51410" y="53058"/>
                  </a:lnTo>
                  <a:lnTo>
                    <a:pt x="53689" y="38295"/>
                  </a:lnTo>
                  <a:lnTo>
                    <a:pt x="55968" y="25817"/>
                  </a:lnTo>
                  <a:lnTo>
                    <a:pt x="58247" y="16833"/>
                  </a:lnTo>
                  <a:lnTo>
                    <a:pt x="60526" y="11185"/>
                  </a:lnTo>
                  <a:lnTo>
                    <a:pt x="62805" y="8845"/>
                  </a:lnTo>
                  <a:lnTo>
                    <a:pt x="65084" y="9049"/>
                  </a:lnTo>
                  <a:lnTo>
                    <a:pt x="67363" y="5793"/>
                  </a:lnTo>
                  <a:lnTo>
                    <a:pt x="69642" y="1731"/>
                  </a:lnTo>
                  <a:lnTo>
                    <a:pt x="71921" y="0"/>
                  </a:lnTo>
                  <a:lnTo>
                    <a:pt x="74200" y="121"/>
                  </a:lnTo>
                  <a:lnTo>
                    <a:pt x="76479" y="2813"/>
                  </a:lnTo>
                  <a:lnTo>
                    <a:pt x="78758" y="8568"/>
                  </a:lnTo>
                  <a:lnTo>
                    <a:pt x="81037" y="14856"/>
                  </a:lnTo>
                  <a:lnTo>
                    <a:pt x="83315" y="21822"/>
                  </a:lnTo>
                  <a:lnTo>
                    <a:pt x="85594" y="28844"/>
                  </a:lnTo>
                  <a:lnTo>
                    <a:pt x="87873" y="38061"/>
                  </a:lnTo>
                  <a:lnTo>
                    <a:pt x="90152" y="45885"/>
                  </a:lnTo>
                  <a:lnTo>
                    <a:pt x="92431" y="51573"/>
                  </a:lnTo>
                  <a:lnTo>
                    <a:pt x="94710" y="56967"/>
                  </a:lnTo>
                  <a:lnTo>
                    <a:pt x="96989" y="60473"/>
                  </a:lnTo>
                  <a:lnTo>
                    <a:pt x="99268" y="66834"/>
                  </a:lnTo>
                  <a:lnTo>
                    <a:pt x="101547" y="75075"/>
                  </a:lnTo>
                  <a:lnTo>
                    <a:pt x="103826" y="80723"/>
                  </a:lnTo>
                  <a:lnTo>
                    <a:pt x="106105" y="85503"/>
                  </a:lnTo>
                  <a:lnTo>
                    <a:pt x="108384" y="93910"/>
                  </a:lnTo>
                  <a:lnTo>
                    <a:pt x="110663" y="103435"/>
                  </a:lnTo>
                  <a:lnTo>
                    <a:pt x="112942" y="113194"/>
                  </a:lnTo>
                  <a:lnTo>
                    <a:pt x="115221" y="121644"/>
                  </a:lnTo>
                  <a:lnTo>
                    <a:pt x="117500" y="128256"/>
                  </a:lnTo>
                  <a:lnTo>
                    <a:pt x="119779" y="140363"/>
                  </a:lnTo>
                  <a:lnTo>
                    <a:pt x="122058" y="156407"/>
                  </a:lnTo>
                  <a:lnTo>
                    <a:pt x="124337" y="173287"/>
                  </a:lnTo>
                  <a:lnTo>
                    <a:pt x="126616" y="191012"/>
                  </a:lnTo>
                  <a:lnTo>
                    <a:pt x="128895" y="212243"/>
                  </a:lnTo>
                  <a:lnTo>
                    <a:pt x="131174" y="234061"/>
                  </a:lnTo>
                  <a:lnTo>
                    <a:pt x="133453" y="253815"/>
                  </a:lnTo>
                  <a:lnTo>
                    <a:pt x="135732" y="276123"/>
                  </a:lnTo>
                  <a:lnTo>
                    <a:pt x="138011" y="299450"/>
                  </a:lnTo>
                  <a:lnTo>
                    <a:pt x="140290" y="326731"/>
                  </a:lnTo>
                  <a:lnTo>
                    <a:pt x="142569" y="352119"/>
                  </a:lnTo>
                  <a:lnTo>
                    <a:pt x="144848" y="377005"/>
                  </a:lnTo>
                  <a:lnTo>
                    <a:pt x="147127" y="402465"/>
                  </a:lnTo>
                  <a:lnTo>
                    <a:pt x="149169" y="42496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336216" y="3856807"/>
              <a:ext cx="16925" cy="6374"/>
            </a:xfrm>
            <a:custGeom>
              <a:avLst/>
              <a:pathLst>
                <a:path w="16925" h="6374">
                  <a:moveTo>
                    <a:pt x="0" y="6374"/>
                  </a:moveTo>
                  <a:lnTo>
                    <a:pt x="1070" y="4276"/>
                  </a:lnTo>
                  <a:lnTo>
                    <a:pt x="3349" y="2803"/>
                  </a:lnTo>
                  <a:lnTo>
                    <a:pt x="5628" y="665"/>
                  </a:lnTo>
                  <a:lnTo>
                    <a:pt x="7907" y="0"/>
                  </a:lnTo>
                  <a:lnTo>
                    <a:pt x="10186" y="728"/>
                  </a:lnTo>
                  <a:lnTo>
                    <a:pt x="12465" y="1976"/>
                  </a:lnTo>
                  <a:lnTo>
                    <a:pt x="14743" y="4466"/>
                  </a:lnTo>
                  <a:lnTo>
                    <a:pt x="16925" y="637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6555942" y="3420915"/>
              <a:ext cx="443263" cy="442265"/>
            </a:xfrm>
            <a:custGeom>
              <a:avLst/>
              <a:pathLst>
                <a:path w="443263" h="442265">
                  <a:moveTo>
                    <a:pt x="0" y="442265"/>
                  </a:moveTo>
                  <a:lnTo>
                    <a:pt x="125" y="441874"/>
                  </a:lnTo>
                  <a:lnTo>
                    <a:pt x="2404" y="434783"/>
                  </a:lnTo>
                  <a:lnTo>
                    <a:pt x="4683" y="427328"/>
                  </a:lnTo>
                  <a:lnTo>
                    <a:pt x="6962" y="419590"/>
                  </a:lnTo>
                  <a:lnTo>
                    <a:pt x="9241" y="412135"/>
                  </a:lnTo>
                  <a:lnTo>
                    <a:pt x="11520" y="401592"/>
                  </a:lnTo>
                  <a:lnTo>
                    <a:pt x="13799" y="389901"/>
                  </a:lnTo>
                  <a:lnTo>
                    <a:pt x="16078" y="378850"/>
                  </a:lnTo>
                  <a:lnTo>
                    <a:pt x="18357" y="365600"/>
                  </a:lnTo>
                  <a:lnTo>
                    <a:pt x="20636" y="352687"/>
                  </a:lnTo>
                  <a:lnTo>
                    <a:pt x="22915" y="340293"/>
                  </a:lnTo>
                  <a:lnTo>
                    <a:pt x="25194" y="328627"/>
                  </a:lnTo>
                  <a:lnTo>
                    <a:pt x="27473" y="318056"/>
                  </a:lnTo>
                  <a:lnTo>
                    <a:pt x="29752" y="309238"/>
                  </a:lnTo>
                  <a:lnTo>
                    <a:pt x="32031" y="298424"/>
                  </a:lnTo>
                  <a:lnTo>
                    <a:pt x="34310" y="284554"/>
                  </a:lnTo>
                  <a:lnTo>
                    <a:pt x="36589" y="271510"/>
                  </a:lnTo>
                  <a:lnTo>
                    <a:pt x="38868" y="258466"/>
                  </a:lnTo>
                  <a:lnTo>
                    <a:pt x="41147" y="245295"/>
                  </a:lnTo>
                  <a:lnTo>
                    <a:pt x="43426" y="229817"/>
                  </a:lnTo>
                  <a:lnTo>
                    <a:pt x="45704" y="217245"/>
                  </a:lnTo>
                  <a:lnTo>
                    <a:pt x="47983" y="204816"/>
                  </a:lnTo>
                  <a:lnTo>
                    <a:pt x="50262" y="191827"/>
                  </a:lnTo>
                  <a:lnTo>
                    <a:pt x="52541" y="181651"/>
                  </a:lnTo>
                  <a:lnTo>
                    <a:pt x="54820" y="171474"/>
                  </a:lnTo>
                  <a:lnTo>
                    <a:pt x="57099" y="161816"/>
                  </a:lnTo>
                  <a:lnTo>
                    <a:pt x="59378" y="151640"/>
                  </a:lnTo>
                  <a:lnTo>
                    <a:pt x="61657" y="140636"/>
                  </a:lnTo>
                  <a:lnTo>
                    <a:pt x="63936" y="130978"/>
                  </a:lnTo>
                  <a:lnTo>
                    <a:pt x="66215" y="123037"/>
                  </a:lnTo>
                  <a:lnTo>
                    <a:pt x="68494" y="119077"/>
                  </a:lnTo>
                  <a:lnTo>
                    <a:pt x="70773" y="113772"/>
                  </a:lnTo>
                  <a:lnTo>
                    <a:pt x="73052" y="107738"/>
                  </a:lnTo>
                  <a:lnTo>
                    <a:pt x="75331" y="102593"/>
                  </a:lnTo>
                  <a:lnTo>
                    <a:pt x="77610" y="100698"/>
                  </a:lnTo>
                  <a:lnTo>
                    <a:pt x="79889" y="96394"/>
                  </a:lnTo>
                  <a:lnTo>
                    <a:pt x="82168" y="93187"/>
                  </a:lnTo>
                  <a:lnTo>
                    <a:pt x="84447" y="88388"/>
                  </a:lnTo>
                  <a:lnTo>
                    <a:pt x="86726" y="81772"/>
                  </a:lnTo>
                  <a:lnTo>
                    <a:pt x="89005" y="75154"/>
                  </a:lnTo>
                  <a:lnTo>
                    <a:pt x="91284" y="68537"/>
                  </a:lnTo>
                  <a:lnTo>
                    <a:pt x="93563" y="61711"/>
                  </a:lnTo>
                  <a:lnTo>
                    <a:pt x="95842" y="54884"/>
                  </a:lnTo>
                  <a:lnTo>
                    <a:pt x="98121" y="47537"/>
                  </a:lnTo>
                  <a:lnTo>
                    <a:pt x="100400" y="40191"/>
                  </a:lnTo>
                  <a:lnTo>
                    <a:pt x="102679" y="33183"/>
                  </a:lnTo>
                  <a:lnTo>
                    <a:pt x="104958" y="26796"/>
                  </a:lnTo>
                  <a:lnTo>
                    <a:pt x="107237" y="18845"/>
                  </a:lnTo>
                  <a:lnTo>
                    <a:pt x="109516" y="10597"/>
                  </a:lnTo>
                  <a:lnTo>
                    <a:pt x="111794" y="5654"/>
                  </a:lnTo>
                  <a:lnTo>
                    <a:pt x="114073" y="2857"/>
                  </a:lnTo>
                  <a:lnTo>
                    <a:pt x="116352" y="689"/>
                  </a:lnTo>
                  <a:lnTo>
                    <a:pt x="118631" y="0"/>
                  </a:lnTo>
                  <a:lnTo>
                    <a:pt x="120910" y="1477"/>
                  </a:lnTo>
                  <a:lnTo>
                    <a:pt x="123189" y="3238"/>
                  </a:lnTo>
                  <a:lnTo>
                    <a:pt x="125468" y="4715"/>
                  </a:lnTo>
                  <a:lnTo>
                    <a:pt x="127747" y="10494"/>
                  </a:lnTo>
                  <a:lnTo>
                    <a:pt x="130026" y="12700"/>
                  </a:lnTo>
                  <a:lnTo>
                    <a:pt x="132305" y="17232"/>
                  </a:lnTo>
                  <a:lnTo>
                    <a:pt x="134584" y="23137"/>
                  </a:lnTo>
                  <a:lnTo>
                    <a:pt x="136863" y="29530"/>
                  </a:lnTo>
                  <a:lnTo>
                    <a:pt x="139142" y="34579"/>
                  </a:lnTo>
                  <a:lnTo>
                    <a:pt x="141421" y="40889"/>
                  </a:lnTo>
                  <a:lnTo>
                    <a:pt x="143700" y="47524"/>
                  </a:lnTo>
                  <a:lnTo>
                    <a:pt x="145979" y="50933"/>
                  </a:lnTo>
                  <a:lnTo>
                    <a:pt x="148258" y="56337"/>
                  </a:lnTo>
                  <a:lnTo>
                    <a:pt x="150537" y="65445"/>
                  </a:lnTo>
                  <a:lnTo>
                    <a:pt x="152816" y="73726"/>
                  </a:lnTo>
                  <a:lnTo>
                    <a:pt x="155095" y="82008"/>
                  </a:lnTo>
                  <a:lnTo>
                    <a:pt x="157374" y="91243"/>
                  </a:lnTo>
                  <a:lnTo>
                    <a:pt x="159653" y="102784"/>
                  </a:lnTo>
                  <a:lnTo>
                    <a:pt x="161932" y="111603"/>
                  </a:lnTo>
                  <a:lnTo>
                    <a:pt x="164211" y="124697"/>
                  </a:lnTo>
                  <a:lnTo>
                    <a:pt x="166490" y="136438"/>
                  </a:lnTo>
                  <a:lnTo>
                    <a:pt x="168769" y="146096"/>
                  </a:lnTo>
                  <a:lnTo>
                    <a:pt x="171048" y="155417"/>
                  </a:lnTo>
                  <a:lnTo>
                    <a:pt x="173327" y="164737"/>
                  </a:lnTo>
                  <a:lnTo>
                    <a:pt x="175606" y="174396"/>
                  </a:lnTo>
                  <a:lnTo>
                    <a:pt x="177885" y="185399"/>
                  </a:lnTo>
                  <a:lnTo>
                    <a:pt x="180163" y="195576"/>
                  </a:lnTo>
                  <a:lnTo>
                    <a:pt x="182442" y="204764"/>
                  </a:lnTo>
                  <a:lnTo>
                    <a:pt x="184721" y="209243"/>
                  </a:lnTo>
                  <a:lnTo>
                    <a:pt x="187000" y="214548"/>
                  </a:lnTo>
                  <a:lnTo>
                    <a:pt x="189279" y="219852"/>
                  </a:lnTo>
                  <a:lnTo>
                    <a:pt x="191558" y="224479"/>
                  </a:lnTo>
                  <a:lnTo>
                    <a:pt x="193837" y="226374"/>
                  </a:lnTo>
                  <a:lnTo>
                    <a:pt x="196116" y="231407"/>
                  </a:lnTo>
                  <a:lnTo>
                    <a:pt x="198395" y="235343"/>
                  </a:lnTo>
                  <a:lnTo>
                    <a:pt x="200674" y="240870"/>
                  </a:lnTo>
                  <a:lnTo>
                    <a:pt x="202953" y="248216"/>
                  </a:lnTo>
                  <a:lnTo>
                    <a:pt x="205232" y="255562"/>
                  </a:lnTo>
                  <a:lnTo>
                    <a:pt x="207511" y="262908"/>
                  </a:lnTo>
                  <a:lnTo>
                    <a:pt x="209790" y="270983"/>
                  </a:lnTo>
                  <a:lnTo>
                    <a:pt x="212069" y="278329"/>
                  </a:lnTo>
                  <a:lnTo>
                    <a:pt x="214348" y="286194"/>
                  </a:lnTo>
                  <a:lnTo>
                    <a:pt x="216627" y="293539"/>
                  </a:lnTo>
                  <a:lnTo>
                    <a:pt x="218906" y="300885"/>
                  </a:lnTo>
                  <a:lnTo>
                    <a:pt x="221185" y="308231"/>
                  </a:lnTo>
                  <a:lnTo>
                    <a:pt x="223464" y="317424"/>
                  </a:lnTo>
                  <a:lnTo>
                    <a:pt x="225743" y="328296"/>
                  </a:lnTo>
                  <a:lnTo>
                    <a:pt x="228022" y="337979"/>
                  </a:lnTo>
                  <a:lnTo>
                    <a:pt x="230301" y="344996"/>
                  </a:lnTo>
                  <a:lnTo>
                    <a:pt x="232580" y="351383"/>
                  </a:lnTo>
                  <a:lnTo>
                    <a:pt x="234859" y="356292"/>
                  </a:lnTo>
                  <a:lnTo>
                    <a:pt x="237138" y="358751"/>
                  </a:lnTo>
                  <a:lnTo>
                    <a:pt x="239417" y="360927"/>
                  </a:lnTo>
                  <a:lnTo>
                    <a:pt x="241696" y="363102"/>
                  </a:lnTo>
                  <a:lnTo>
                    <a:pt x="243975" y="364064"/>
                  </a:lnTo>
                  <a:lnTo>
                    <a:pt x="246253" y="368921"/>
                  </a:lnTo>
                  <a:lnTo>
                    <a:pt x="248532" y="371922"/>
                  </a:lnTo>
                  <a:lnTo>
                    <a:pt x="250811" y="375466"/>
                  </a:lnTo>
                  <a:lnTo>
                    <a:pt x="253090" y="378184"/>
                  </a:lnTo>
                  <a:lnTo>
                    <a:pt x="255369" y="381728"/>
                  </a:lnTo>
                  <a:lnTo>
                    <a:pt x="257648" y="383281"/>
                  </a:lnTo>
                  <a:lnTo>
                    <a:pt x="259927" y="383416"/>
                  </a:lnTo>
                  <a:lnTo>
                    <a:pt x="262206" y="384196"/>
                  </a:lnTo>
                  <a:lnTo>
                    <a:pt x="264485" y="384977"/>
                  </a:lnTo>
                  <a:lnTo>
                    <a:pt x="266764" y="385111"/>
                  </a:lnTo>
                  <a:lnTo>
                    <a:pt x="269043" y="385246"/>
                  </a:lnTo>
                  <a:lnTo>
                    <a:pt x="271322" y="385664"/>
                  </a:lnTo>
                  <a:lnTo>
                    <a:pt x="273601" y="385255"/>
                  </a:lnTo>
                  <a:lnTo>
                    <a:pt x="275880" y="384847"/>
                  </a:lnTo>
                  <a:lnTo>
                    <a:pt x="278159" y="386349"/>
                  </a:lnTo>
                  <a:lnTo>
                    <a:pt x="280438" y="384099"/>
                  </a:lnTo>
                  <a:lnTo>
                    <a:pt x="282717" y="383761"/>
                  </a:lnTo>
                  <a:lnTo>
                    <a:pt x="284996" y="383761"/>
                  </a:lnTo>
                  <a:lnTo>
                    <a:pt x="287275" y="384099"/>
                  </a:lnTo>
                  <a:lnTo>
                    <a:pt x="289554" y="384437"/>
                  </a:lnTo>
                  <a:lnTo>
                    <a:pt x="291833" y="384437"/>
                  </a:lnTo>
                  <a:lnTo>
                    <a:pt x="294112" y="383581"/>
                  </a:lnTo>
                  <a:lnTo>
                    <a:pt x="296391" y="383063"/>
                  </a:lnTo>
                  <a:lnTo>
                    <a:pt x="298670" y="381816"/>
                  </a:lnTo>
                  <a:lnTo>
                    <a:pt x="300949" y="381297"/>
                  </a:lnTo>
                  <a:lnTo>
                    <a:pt x="303228" y="380778"/>
                  </a:lnTo>
                  <a:lnTo>
                    <a:pt x="305507" y="380260"/>
                  </a:lnTo>
                  <a:lnTo>
                    <a:pt x="307786" y="380260"/>
                  </a:lnTo>
                  <a:lnTo>
                    <a:pt x="310065" y="380260"/>
                  </a:lnTo>
                  <a:lnTo>
                    <a:pt x="312344" y="378675"/>
                  </a:lnTo>
                  <a:lnTo>
                    <a:pt x="314622" y="377090"/>
                  </a:lnTo>
                  <a:lnTo>
                    <a:pt x="316901" y="375172"/>
                  </a:lnTo>
                  <a:lnTo>
                    <a:pt x="319180" y="373253"/>
                  </a:lnTo>
                  <a:lnTo>
                    <a:pt x="321459" y="371334"/>
                  </a:lnTo>
                  <a:lnTo>
                    <a:pt x="323738" y="369416"/>
                  </a:lnTo>
                  <a:lnTo>
                    <a:pt x="326017" y="368169"/>
                  </a:lnTo>
                  <a:lnTo>
                    <a:pt x="328296" y="368169"/>
                  </a:lnTo>
                  <a:lnTo>
                    <a:pt x="330575" y="367649"/>
                  </a:lnTo>
                  <a:lnTo>
                    <a:pt x="332854" y="367649"/>
                  </a:lnTo>
                  <a:lnTo>
                    <a:pt x="335133" y="367650"/>
                  </a:lnTo>
                  <a:lnTo>
                    <a:pt x="337412" y="367649"/>
                  </a:lnTo>
                  <a:lnTo>
                    <a:pt x="339691" y="367312"/>
                  </a:lnTo>
                  <a:lnTo>
                    <a:pt x="341970" y="366456"/>
                  </a:lnTo>
                  <a:lnTo>
                    <a:pt x="344249" y="366456"/>
                  </a:lnTo>
                  <a:lnTo>
                    <a:pt x="346528" y="366743"/>
                  </a:lnTo>
                  <a:lnTo>
                    <a:pt x="348807" y="367031"/>
                  </a:lnTo>
                  <a:lnTo>
                    <a:pt x="351086" y="367652"/>
                  </a:lnTo>
                  <a:lnTo>
                    <a:pt x="353365" y="368273"/>
                  </a:lnTo>
                  <a:lnTo>
                    <a:pt x="355644" y="369177"/>
                  </a:lnTo>
                  <a:lnTo>
                    <a:pt x="357923" y="370419"/>
                  </a:lnTo>
                  <a:lnTo>
                    <a:pt x="360202" y="370990"/>
                  </a:lnTo>
                  <a:lnTo>
                    <a:pt x="362481" y="371274"/>
                  </a:lnTo>
                  <a:lnTo>
                    <a:pt x="364760" y="371274"/>
                  </a:lnTo>
                  <a:lnTo>
                    <a:pt x="367039" y="371557"/>
                  </a:lnTo>
                  <a:lnTo>
                    <a:pt x="369318" y="372800"/>
                  </a:lnTo>
                  <a:lnTo>
                    <a:pt x="371597" y="374560"/>
                  </a:lnTo>
                  <a:lnTo>
                    <a:pt x="373876" y="376321"/>
                  </a:lnTo>
                  <a:lnTo>
                    <a:pt x="376155" y="378082"/>
                  </a:lnTo>
                  <a:lnTo>
                    <a:pt x="378434" y="379843"/>
                  </a:lnTo>
                  <a:lnTo>
                    <a:pt x="380712" y="381604"/>
                  </a:lnTo>
                  <a:lnTo>
                    <a:pt x="382991" y="383365"/>
                  </a:lnTo>
                  <a:lnTo>
                    <a:pt x="385270" y="385126"/>
                  </a:lnTo>
                  <a:lnTo>
                    <a:pt x="387549" y="386602"/>
                  </a:lnTo>
                  <a:lnTo>
                    <a:pt x="389828" y="388080"/>
                  </a:lnTo>
                  <a:lnTo>
                    <a:pt x="392107" y="389557"/>
                  </a:lnTo>
                  <a:lnTo>
                    <a:pt x="394386" y="390413"/>
                  </a:lnTo>
                  <a:lnTo>
                    <a:pt x="396665" y="391998"/>
                  </a:lnTo>
                  <a:lnTo>
                    <a:pt x="398944" y="394248"/>
                  </a:lnTo>
                  <a:lnTo>
                    <a:pt x="401223" y="396162"/>
                  </a:lnTo>
                  <a:lnTo>
                    <a:pt x="403502" y="397410"/>
                  </a:lnTo>
                  <a:lnTo>
                    <a:pt x="405781" y="397928"/>
                  </a:lnTo>
                  <a:lnTo>
                    <a:pt x="408060" y="398447"/>
                  </a:lnTo>
                  <a:lnTo>
                    <a:pt x="410339" y="399303"/>
                  </a:lnTo>
                  <a:lnTo>
                    <a:pt x="412618" y="399822"/>
                  </a:lnTo>
                  <a:lnTo>
                    <a:pt x="414897" y="401069"/>
                  </a:lnTo>
                  <a:lnTo>
                    <a:pt x="417176" y="402317"/>
                  </a:lnTo>
                  <a:lnTo>
                    <a:pt x="419455" y="403564"/>
                  </a:lnTo>
                  <a:lnTo>
                    <a:pt x="421734" y="404812"/>
                  </a:lnTo>
                  <a:lnTo>
                    <a:pt x="424013" y="406059"/>
                  </a:lnTo>
                  <a:lnTo>
                    <a:pt x="426292" y="408100"/>
                  </a:lnTo>
                  <a:lnTo>
                    <a:pt x="428571" y="411824"/>
                  </a:lnTo>
                  <a:lnTo>
                    <a:pt x="430850" y="414721"/>
                  </a:lnTo>
                  <a:lnTo>
                    <a:pt x="433129" y="417951"/>
                  </a:lnTo>
                  <a:lnTo>
                    <a:pt x="435408" y="422918"/>
                  </a:lnTo>
                  <a:lnTo>
                    <a:pt x="437687" y="427884"/>
                  </a:lnTo>
                  <a:lnTo>
                    <a:pt x="439966" y="433541"/>
                  </a:lnTo>
                  <a:lnTo>
                    <a:pt x="442245" y="439403"/>
                  </a:lnTo>
                  <a:lnTo>
                    <a:pt x="443263" y="44226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7142869" y="3856711"/>
              <a:ext cx="23679" cy="6470"/>
            </a:xfrm>
            <a:custGeom>
              <a:avLst/>
              <a:pathLst>
                <a:path w="23679" h="6470">
                  <a:moveTo>
                    <a:pt x="0" y="6470"/>
                  </a:moveTo>
                  <a:lnTo>
                    <a:pt x="1171" y="5097"/>
                  </a:lnTo>
                  <a:lnTo>
                    <a:pt x="3450" y="3356"/>
                  </a:lnTo>
                  <a:lnTo>
                    <a:pt x="5729" y="2678"/>
                  </a:lnTo>
                  <a:lnTo>
                    <a:pt x="8008" y="751"/>
                  </a:lnTo>
                  <a:lnTo>
                    <a:pt x="10287" y="249"/>
                  </a:lnTo>
                  <a:lnTo>
                    <a:pt x="12566" y="0"/>
                  </a:lnTo>
                  <a:lnTo>
                    <a:pt x="14845" y="930"/>
                  </a:lnTo>
                  <a:lnTo>
                    <a:pt x="17124" y="2433"/>
                  </a:lnTo>
                  <a:lnTo>
                    <a:pt x="19403" y="3649"/>
                  </a:lnTo>
                  <a:lnTo>
                    <a:pt x="21682" y="5153"/>
                  </a:lnTo>
                  <a:lnTo>
                    <a:pt x="23679" y="647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168666" y="3863136"/>
              <a:ext cx="476" cy="44"/>
            </a:xfrm>
            <a:custGeom>
              <a:avLst/>
              <a:pathLst>
                <a:path w="476" h="44">
                  <a:moveTo>
                    <a:pt x="0" y="44"/>
                  </a:moveTo>
                  <a:lnTo>
                    <a:pt x="443" y="0"/>
                  </a:lnTo>
                  <a:lnTo>
                    <a:pt x="476" y="4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7344338" y="3743938"/>
              <a:ext cx="158517" cy="119242"/>
            </a:xfrm>
            <a:custGeom>
              <a:avLst/>
              <a:pathLst>
                <a:path w="158517" h="119242">
                  <a:moveTo>
                    <a:pt x="0" y="119242"/>
                  </a:moveTo>
                  <a:lnTo>
                    <a:pt x="251" y="118831"/>
                  </a:lnTo>
                  <a:lnTo>
                    <a:pt x="2530" y="115934"/>
                  </a:lnTo>
                  <a:lnTo>
                    <a:pt x="4809" y="113374"/>
                  </a:lnTo>
                  <a:lnTo>
                    <a:pt x="7088" y="111333"/>
                  </a:lnTo>
                  <a:lnTo>
                    <a:pt x="9367" y="109292"/>
                  </a:lnTo>
                  <a:lnTo>
                    <a:pt x="11646" y="107251"/>
                  </a:lnTo>
                  <a:lnTo>
                    <a:pt x="13925" y="106605"/>
                  </a:lnTo>
                  <a:lnTo>
                    <a:pt x="16204" y="105292"/>
                  </a:lnTo>
                  <a:lnTo>
                    <a:pt x="18483" y="105292"/>
                  </a:lnTo>
                  <a:lnTo>
                    <a:pt x="20762" y="104626"/>
                  </a:lnTo>
                  <a:lnTo>
                    <a:pt x="23041" y="105292"/>
                  </a:lnTo>
                  <a:lnTo>
                    <a:pt x="25320" y="105292"/>
                  </a:lnTo>
                  <a:lnTo>
                    <a:pt x="27599" y="104645"/>
                  </a:lnTo>
                  <a:lnTo>
                    <a:pt x="29878" y="103999"/>
                  </a:lnTo>
                  <a:lnTo>
                    <a:pt x="32157" y="103352"/>
                  </a:lnTo>
                  <a:lnTo>
                    <a:pt x="34436" y="101361"/>
                  </a:lnTo>
                  <a:lnTo>
                    <a:pt x="36715" y="98251"/>
                  </a:lnTo>
                  <a:lnTo>
                    <a:pt x="38994" y="94196"/>
                  </a:lnTo>
                  <a:lnTo>
                    <a:pt x="41273" y="86851"/>
                  </a:lnTo>
                  <a:lnTo>
                    <a:pt x="43552" y="79505"/>
                  </a:lnTo>
                  <a:lnTo>
                    <a:pt x="45831" y="72825"/>
                  </a:lnTo>
                  <a:lnTo>
                    <a:pt x="48109" y="66208"/>
                  </a:lnTo>
                  <a:lnTo>
                    <a:pt x="50388" y="59591"/>
                  </a:lnTo>
                  <a:lnTo>
                    <a:pt x="52667" y="52245"/>
                  </a:lnTo>
                  <a:lnTo>
                    <a:pt x="54946" y="44898"/>
                  </a:lnTo>
                  <a:lnTo>
                    <a:pt x="57225" y="36824"/>
                  </a:lnTo>
                  <a:lnTo>
                    <a:pt x="59504" y="29478"/>
                  </a:lnTo>
                  <a:lnTo>
                    <a:pt x="61783" y="22861"/>
                  </a:lnTo>
                  <a:lnTo>
                    <a:pt x="64062" y="16244"/>
                  </a:lnTo>
                  <a:lnTo>
                    <a:pt x="66341" y="10145"/>
                  </a:lnTo>
                  <a:lnTo>
                    <a:pt x="68620" y="5657"/>
                  </a:lnTo>
                  <a:lnTo>
                    <a:pt x="70899" y="1720"/>
                  </a:lnTo>
                  <a:lnTo>
                    <a:pt x="73178" y="0"/>
                  </a:lnTo>
                  <a:lnTo>
                    <a:pt x="75457" y="519"/>
                  </a:lnTo>
                  <a:lnTo>
                    <a:pt x="77736" y="1766"/>
                  </a:lnTo>
                  <a:lnTo>
                    <a:pt x="80015" y="3014"/>
                  </a:lnTo>
                  <a:lnTo>
                    <a:pt x="82294" y="4927"/>
                  </a:lnTo>
                  <a:lnTo>
                    <a:pt x="84573" y="6840"/>
                  </a:lnTo>
                  <a:lnTo>
                    <a:pt x="86852" y="8881"/>
                  </a:lnTo>
                  <a:lnTo>
                    <a:pt x="89131" y="10922"/>
                  </a:lnTo>
                  <a:lnTo>
                    <a:pt x="91410" y="12963"/>
                  </a:lnTo>
                  <a:lnTo>
                    <a:pt x="93689" y="15860"/>
                  </a:lnTo>
                  <a:lnTo>
                    <a:pt x="95968" y="18757"/>
                  </a:lnTo>
                  <a:lnTo>
                    <a:pt x="98247" y="22275"/>
                  </a:lnTo>
                  <a:lnTo>
                    <a:pt x="100526" y="26620"/>
                  </a:lnTo>
                  <a:lnTo>
                    <a:pt x="102805" y="30676"/>
                  </a:lnTo>
                  <a:lnTo>
                    <a:pt x="105084" y="34400"/>
                  </a:lnTo>
                  <a:lnTo>
                    <a:pt x="107363" y="38123"/>
                  </a:lnTo>
                  <a:lnTo>
                    <a:pt x="109642" y="42757"/>
                  </a:lnTo>
                  <a:lnTo>
                    <a:pt x="111921" y="46480"/>
                  </a:lnTo>
                  <a:lnTo>
                    <a:pt x="114199" y="50204"/>
                  </a:lnTo>
                  <a:lnTo>
                    <a:pt x="116478" y="54837"/>
                  </a:lnTo>
                  <a:lnTo>
                    <a:pt x="118757" y="59470"/>
                  </a:lnTo>
                  <a:lnTo>
                    <a:pt x="121036" y="63766"/>
                  </a:lnTo>
                  <a:lnTo>
                    <a:pt x="123315" y="66633"/>
                  </a:lnTo>
                  <a:lnTo>
                    <a:pt x="125594" y="69500"/>
                  </a:lnTo>
                  <a:lnTo>
                    <a:pt x="127873" y="73277"/>
                  </a:lnTo>
                  <a:lnTo>
                    <a:pt x="130152" y="75660"/>
                  </a:lnTo>
                  <a:lnTo>
                    <a:pt x="132431" y="77798"/>
                  </a:lnTo>
                  <a:lnTo>
                    <a:pt x="134710" y="80180"/>
                  </a:lnTo>
                  <a:lnTo>
                    <a:pt x="136989" y="82319"/>
                  </a:lnTo>
                  <a:lnTo>
                    <a:pt x="139268" y="83792"/>
                  </a:lnTo>
                  <a:lnTo>
                    <a:pt x="141547" y="85265"/>
                  </a:lnTo>
                  <a:lnTo>
                    <a:pt x="143826" y="86738"/>
                  </a:lnTo>
                  <a:lnTo>
                    <a:pt x="146105" y="88210"/>
                  </a:lnTo>
                  <a:lnTo>
                    <a:pt x="148384" y="89683"/>
                  </a:lnTo>
                  <a:lnTo>
                    <a:pt x="150663" y="92501"/>
                  </a:lnTo>
                  <a:lnTo>
                    <a:pt x="152942" y="97347"/>
                  </a:lnTo>
                  <a:lnTo>
                    <a:pt x="155221" y="103784"/>
                  </a:lnTo>
                  <a:lnTo>
                    <a:pt x="157500" y="114202"/>
                  </a:lnTo>
                  <a:lnTo>
                    <a:pt x="158517" y="11924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658253" y="3794055"/>
              <a:ext cx="46412" cy="69126"/>
            </a:xfrm>
            <a:custGeom>
              <a:avLst/>
              <a:pathLst>
                <a:path w="46412" h="69126">
                  <a:moveTo>
                    <a:pt x="0" y="69126"/>
                  </a:moveTo>
                  <a:lnTo>
                    <a:pt x="833" y="67348"/>
                  </a:lnTo>
                  <a:lnTo>
                    <a:pt x="3112" y="62720"/>
                  </a:lnTo>
                  <a:lnTo>
                    <a:pt x="5391" y="58091"/>
                  </a:lnTo>
                  <a:lnTo>
                    <a:pt x="7670" y="52554"/>
                  </a:lnTo>
                  <a:lnTo>
                    <a:pt x="9949" y="46326"/>
                  </a:lnTo>
                  <a:lnTo>
                    <a:pt x="12228" y="41072"/>
                  </a:lnTo>
                  <a:lnTo>
                    <a:pt x="14507" y="35817"/>
                  </a:lnTo>
                  <a:lnTo>
                    <a:pt x="16786" y="28996"/>
                  </a:lnTo>
                  <a:lnTo>
                    <a:pt x="19065" y="22175"/>
                  </a:lnTo>
                  <a:lnTo>
                    <a:pt x="21344" y="15641"/>
                  </a:lnTo>
                  <a:lnTo>
                    <a:pt x="23623" y="9441"/>
                  </a:lnTo>
                  <a:lnTo>
                    <a:pt x="25902" y="4098"/>
                  </a:lnTo>
                  <a:lnTo>
                    <a:pt x="28181" y="0"/>
                  </a:lnTo>
                  <a:lnTo>
                    <a:pt x="30460" y="198"/>
                  </a:lnTo>
                  <a:lnTo>
                    <a:pt x="32739" y="396"/>
                  </a:lnTo>
                  <a:lnTo>
                    <a:pt x="35018" y="1259"/>
                  </a:lnTo>
                  <a:lnTo>
                    <a:pt x="37296" y="1457"/>
                  </a:lnTo>
                  <a:lnTo>
                    <a:pt x="39575" y="2320"/>
                  </a:lnTo>
                  <a:lnTo>
                    <a:pt x="41854" y="3184"/>
                  </a:lnTo>
                  <a:lnTo>
                    <a:pt x="44133" y="4738"/>
                  </a:lnTo>
                  <a:lnTo>
                    <a:pt x="46412" y="629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88720" y="2348646"/>
              <a:ext cx="0" cy="1354001"/>
            </a:xfrm>
            <a:custGeom>
              <a:avLst/>
              <a:pathLst>
                <a:path w="0" h="1354001">
                  <a:moveTo>
                    <a:pt x="0" y="135400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97280" y="370264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97280" y="325131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097280" y="279997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097280" y="234864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 rot="-5400000">
              <a:off x="790447" y="364501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791451" y="3194684"/>
              <a:ext cx="242366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790447" y="274234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790447" y="229101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31" name="pg30"/>
            <p:cNvSpPr/>
            <p:nvPr/>
          </p:nvSpPr>
          <p:spPr>
            <a:xfrm>
              <a:off x="1439333" y="2940228"/>
              <a:ext cx="6265333" cy="922953"/>
            </a:xfrm>
            <a:custGeom>
              <a:avLst/>
              <a:pathLst>
                <a:path w="6265333" h="922953">
                  <a:moveTo>
                    <a:pt x="0" y="724575"/>
                  </a:moveTo>
                  <a:lnTo>
                    <a:pt x="455" y="727116"/>
                  </a:lnTo>
                  <a:lnTo>
                    <a:pt x="2734" y="729658"/>
                  </a:lnTo>
                  <a:lnTo>
                    <a:pt x="5013" y="732865"/>
                  </a:lnTo>
                  <a:lnTo>
                    <a:pt x="7292" y="736073"/>
                  </a:lnTo>
                  <a:lnTo>
                    <a:pt x="9571" y="738614"/>
                  </a:lnTo>
                  <a:lnTo>
                    <a:pt x="11850" y="738868"/>
                  </a:lnTo>
                  <a:lnTo>
                    <a:pt x="14129" y="739866"/>
                  </a:lnTo>
                  <a:lnTo>
                    <a:pt x="16408" y="738619"/>
                  </a:lnTo>
                  <a:lnTo>
                    <a:pt x="18687" y="737762"/>
                  </a:lnTo>
                  <a:lnTo>
                    <a:pt x="20966" y="736573"/>
                  </a:lnTo>
                  <a:lnTo>
                    <a:pt x="23245" y="735384"/>
                  </a:lnTo>
                  <a:lnTo>
                    <a:pt x="25524" y="735051"/>
                  </a:lnTo>
                  <a:lnTo>
                    <a:pt x="27803" y="734763"/>
                  </a:lnTo>
                  <a:lnTo>
                    <a:pt x="30082" y="734142"/>
                  </a:lnTo>
                  <a:lnTo>
                    <a:pt x="32361" y="734062"/>
                  </a:lnTo>
                  <a:lnTo>
                    <a:pt x="34640" y="737184"/>
                  </a:lnTo>
                  <a:lnTo>
                    <a:pt x="36919" y="735802"/>
                  </a:lnTo>
                  <a:lnTo>
                    <a:pt x="39198" y="732173"/>
                  </a:lnTo>
                  <a:lnTo>
                    <a:pt x="41477" y="728878"/>
                  </a:lnTo>
                  <a:lnTo>
                    <a:pt x="43756" y="726159"/>
                  </a:lnTo>
                  <a:lnTo>
                    <a:pt x="46035" y="724726"/>
                  </a:lnTo>
                  <a:lnTo>
                    <a:pt x="48314" y="721316"/>
                  </a:lnTo>
                  <a:lnTo>
                    <a:pt x="50593" y="716633"/>
                  </a:lnTo>
                  <a:lnTo>
                    <a:pt x="52872" y="710553"/>
                  </a:lnTo>
                  <a:lnTo>
                    <a:pt x="55150" y="704136"/>
                  </a:lnTo>
                  <a:lnTo>
                    <a:pt x="57429" y="697719"/>
                  </a:lnTo>
                  <a:lnTo>
                    <a:pt x="59708" y="691301"/>
                  </a:lnTo>
                  <a:lnTo>
                    <a:pt x="61987" y="684884"/>
                  </a:lnTo>
                  <a:lnTo>
                    <a:pt x="64266" y="678804"/>
                  </a:lnTo>
                  <a:lnTo>
                    <a:pt x="66545" y="672505"/>
                  </a:lnTo>
                  <a:lnTo>
                    <a:pt x="68824" y="662822"/>
                  </a:lnTo>
                  <a:lnTo>
                    <a:pt x="71103" y="657808"/>
                  </a:lnTo>
                  <a:lnTo>
                    <a:pt x="73382" y="655349"/>
                  </a:lnTo>
                  <a:lnTo>
                    <a:pt x="75661" y="653619"/>
                  </a:lnTo>
                  <a:lnTo>
                    <a:pt x="77940" y="651160"/>
                  </a:lnTo>
                  <a:lnTo>
                    <a:pt x="80219" y="648985"/>
                  </a:lnTo>
                  <a:lnTo>
                    <a:pt x="82498" y="646810"/>
                  </a:lnTo>
                  <a:lnTo>
                    <a:pt x="84777" y="645985"/>
                  </a:lnTo>
                  <a:lnTo>
                    <a:pt x="87056" y="647123"/>
                  </a:lnTo>
                  <a:lnTo>
                    <a:pt x="89335" y="648598"/>
                  </a:lnTo>
                  <a:lnTo>
                    <a:pt x="91614" y="651066"/>
                  </a:lnTo>
                  <a:lnTo>
                    <a:pt x="93893" y="653534"/>
                  </a:lnTo>
                  <a:lnTo>
                    <a:pt x="96172" y="655011"/>
                  </a:lnTo>
                  <a:lnTo>
                    <a:pt x="98451" y="656489"/>
                  </a:lnTo>
                  <a:lnTo>
                    <a:pt x="100730" y="658407"/>
                  </a:lnTo>
                  <a:lnTo>
                    <a:pt x="103009" y="659654"/>
                  </a:lnTo>
                  <a:lnTo>
                    <a:pt x="105288" y="660173"/>
                  </a:lnTo>
                  <a:lnTo>
                    <a:pt x="107567" y="660691"/>
                  </a:lnTo>
                  <a:lnTo>
                    <a:pt x="109846" y="660691"/>
                  </a:lnTo>
                  <a:lnTo>
                    <a:pt x="112125" y="660691"/>
                  </a:lnTo>
                  <a:lnTo>
                    <a:pt x="114404" y="660691"/>
                  </a:lnTo>
                  <a:lnTo>
                    <a:pt x="116683" y="660691"/>
                  </a:lnTo>
                  <a:lnTo>
                    <a:pt x="118962" y="660173"/>
                  </a:lnTo>
                  <a:lnTo>
                    <a:pt x="121240" y="659654"/>
                  </a:lnTo>
                  <a:lnTo>
                    <a:pt x="123519" y="658798"/>
                  </a:lnTo>
                  <a:lnTo>
                    <a:pt x="125798" y="657321"/>
                  </a:lnTo>
                  <a:lnTo>
                    <a:pt x="128077" y="658852"/>
                  </a:lnTo>
                  <a:lnTo>
                    <a:pt x="130356" y="662166"/>
                  </a:lnTo>
                  <a:lnTo>
                    <a:pt x="132635" y="665144"/>
                  </a:lnTo>
                  <a:lnTo>
                    <a:pt x="134914" y="667944"/>
                  </a:lnTo>
                  <a:lnTo>
                    <a:pt x="137193" y="670601"/>
                  </a:lnTo>
                  <a:lnTo>
                    <a:pt x="139472" y="673259"/>
                  </a:lnTo>
                  <a:lnTo>
                    <a:pt x="141751" y="675917"/>
                  </a:lnTo>
                  <a:lnTo>
                    <a:pt x="144030" y="678863"/>
                  </a:lnTo>
                  <a:lnTo>
                    <a:pt x="146309" y="681809"/>
                  </a:lnTo>
                  <a:lnTo>
                    <a:pt x="148588" y="684755"/>
                  </a:lnTo>
                  <a:lnTo>
                    <a:pt x="150867" y="687700"/>
                  </a:lnTo>
                  <a:lnTo>
                    <a:pt x="153146" y="695150"/>
                  </a:lnTo>
                  <a:lnTo>
                    <a:pt x="155425" y="704512"/>
                  </a:lnTo>
                  <a:lnTo>
                    <a:pt x="157704" y="713876"/>
                  </a:lnTo>
                  <a:lnTo>
                    <a:pt x="159983" y="722951"/>
                  </a:lnTo>
                  <a:lnTo>
                    <a:pt x="162262" y="729805"/>
                  </a:lnTo>
                  <a:lnTo>
                    <a:pt x="164541" y="735873"/>
                  </a:lnTo>
                  <a:lnTo>
                    <a:pt x="166820" y="742881"/>
                  </a:lnTo>
                  <a:lnTo>
                    <a:pt x="169099" y="751285"/>
                  </a:lnTo>
                  <a:lnTo>
                    <a:pt x="171378" y="760027"/>
                  </a:lnTo>
                  <a:lnTo>
                    <a:pt x="173657" y="768431"/>
                  </a:lnTo>
                  <a:lnTo>
                    <a:pt x="175936" y="776836"/>
                  </a:lnTo>
                  <a:lnTo>
                    <a:pt x="178215" y="785240"/>
                  </a:lnTo>
                  <a:lnTo>
                    <a:pt x="180494" y="793644"/>
                  </a:lnTo>
                  <a:lnTo>
                    <a:pt x="182773" y="802049"/>
                  </a:lnTo>
                  <a:lnTo>
                    <a:pt x="185052" y="810453"/>
                  </a:lnTo>
                  <a:lnTo>
                    <a:pt x="187331" y="814190"/>
                  </a:lnTo>
                  <a:lnTo>
                    <a:pt x="189609" y="815658"/>
                  </a:lnTo>
                  <a:lnTo>
                    <a:pt x="191888" y="816398"/>
                  </a:lnTo>
                  <a:lnTo>
                    <a:pt x="194167" y="817866"/>
                  </a:lnTo>
                  <a:lnTo>
                    <a:pt x="196446" y="819335"/>
                  </a:lnTo>
                  <a:lnTo>
                    <a:pt x="198725" y="820803"/>
                  </a:lnTo>
                  <a:lnTo>
                    <a:pt x="201004" y="821154"/>
                  </a:lnTo>
                  <a:lnTo>
                    <a:pt x="203283" y="819542"/>
                  </a:lnTo>
                  <a:lnTo>
                    <a:pt x="205562" y="817593"/>
                  </a:lnTo>
                  <a:lnTo>
                    <a:pt x="207841" y="815125"/>
                  </a:lnTo>
                  <a:lnTo>
                    <a:pt x="210120" y="812658"/>
                  </a:lnTo>
                  <a:lnTo>
                    <a:pt x="212399" y="810190"/>
                  </a:lnTo>
                  <a:lnTo>
                    <a:pt x="214678" y="807722"/>
                  </a:lnTo>
                  <a:lnTo>
                    <a:pt x="216957" y="804526"/>
                  </a:lnTo>
                  <a:lnTo>
                    <a:pt x="219236" y="801329"/>
                  </a:lnTo>
                  <a:lnTo>
                    <a:pt x="221515" y="798861"/>
                  </a:lnTo>
                  <a:lnTo>
                    <a:pt x="223794" y="796394"/>
                  </a:lnTo>
                  <a:lnTo>
                    <a:pt x="226073" y="793926"/>
                  </a:lnTo>
                  <a:lnTo>
                    <a:pt x="228352" y="791458"/>
                  </a:lnTo>
                  <a:lnTo>
                    <a:pt x="230631" y="788990"/>
                  </a:lnTo>
                  <a:lnTo>
                    <a:pt x="232910" y="786523"/>
                  </a:lnTo>
                  <a:lnTo>
                    <a:pt x="235189" y="784574"/>
                  </a:lnTo>
                  <a:lnTo>
                    <a:pt x="237468" y="782625"/>
                  </a:lnTo>
                  <a:lnTo>
                    <a:pt x="239747" y="781013"/>
                  </a:lnTo>
                  <a:lnTo>
                    <a:pt x="242026" y="780023"/>
                  </a:lnTo>
                  <a:lnTo>
                    <a:pt x="244305" y="779033"/>
                  </a:lnTo>
                  <a:lnTo>
                    <a:pt x="246584" y="778042"/>
                  </a:lnTo>
                  <a:lnTo>
                    <a:pt x="248863" y="777052"/>
                  </a:lnTo>
                  <a:lnTo>
                    <a:pt x="251142" y="776578"/>
                  </a:lnTo>
                  <a:lnTo>
                    <a:pt x="253421" y="776578"/>
                  </a:lnTo>
                  <a:lnTo>
                    <a:pt x="255699" y="776578"/>
                  </a:lnTo>
                  <a:lnTo>
                    <a:pt x="257978" y="776578"/>
                  </a:lnTo>
                  <a:lnTo>
                    <a:pt x="260257" y="776578"/>
                  </a:lnTo>
                  <a:lnTo>
                    <a:pt x="262536" y="777052"/>
                  </a:lnTo>
                  <a:lnTo>
                    <a:pt x="264815" y="777759"/>
                  </a:lnTo>
                  <a:lnTo>
                    <a:pt x="267094" y="778466"/>
                  </a:lnTo>
                  <a:lnTo>
                    <a:pt x="269373" y="779173"/>
                  </a:lnTo>
                  <a:lnTo>
                    <a:pt x="271652" y="779879"/>
                  </a:lnTo>
                  <a:lnTo>
                    <a:pt x="273931" y="780586"/>
                  </a:lnTo>
                  <a:lnTo>
                    <a:pt x="276210" y="781293"/>
                  </a:lnTo>
                  <a:lnTo>
                    <a:pt x="278489" y="782000"/>
                  </a:lnTo>
                  <a:lnTo>
                    <a:pt x="280768" y="782707"/>
                  </a:lnTo>
                  <a:lnTo>
                    <a:pt x="283047" y="783697"/>
                  </a:lnTo>
                  <a:lnTo>
                    <a:pt x="285326" y="784975"/>
                  </a:lnTo>
                  <a:lnTo>
                    <a:pt x="287605" y="786253"/>
                  </a:lnTo>
                  <a:lnTo>
                    <a:pt x="289884" y="787531"/>
                  </a:lnTo>
                  <a:lnTo>
                    <a:pt x="292163" y="788809"/>
                  </a:lnTo>
                  <a:lnTo>
                    <a:pt x="294442" y="790087"/>
                  </a:lnTo>
                  <a:lnTo>
                    <a:pt x="296721" y="791077"/>
                  </a:lnTo>
                  <a:lnTo>
                    <a:pt x="299000" y="791784"/>
                  </a:lnTo>
                  <a:lnTo>
                    <a:pt x="301279" y="792491"/>
                  </a:lnTo>
                  <a:lnTo>
                    <a:pt x="303558" y="793197"/>
                  </a:lnTo>
                  <a:lnTo>
                    <a:pt x="305837" y="793904"/>
                  </a:lnTo>
                  <a:lnTo>
                    <a:pt x="308116" y="794611"/>
                  </a:lnTo>
                  <a:lnTo>
                    <a:pt x="310395" y="795318"/>
                  </a:lnTo>
                  <a:lnTo>
                    <a:pt x="312674" y="796024"/>
                  </a:lnTo>
                  <a:lnTo>
                    <a:pt x="314953" y="796731"/>
                  </a:lnTo>
                  <a:lnTo>
                    <a:pt x="317232" y="797205"/>
                  </a:lnTo>
                  <a:lnTo>
                    <a:pt x="319511" y="797205"/>
                  </a:lnTo>
                  <a:lnTo>
                    <a:pt x="321789" y="797205"/>
                  </a:lnTo>
                  <a:lnTo>
                    <a:pt x="324068" y="797206"/>
                  </a:lnTo>
                  <a:lnTo>
                    <a:pt x="326347" y="797206"/>
                  </a:lnTo>
                  <a:lnTo>
                    <a:pt x="328626" y="797206"/>
                  </a:lnTo>
                  <a:lnTo>
                    <a:pt x="330905" y="797206"/>
                  </a:lnTo>
                  <a:lnTo>
                    <a:pt x="333184" y="797206"/>
                  </a:lnTo>
                  <a:lnTo>
                    <a:pt x="335463" y="797206"/>
                  </a:lnTo>
                  <a:lnTo>
                    <a:pt x="337742" y="797207"/>
                  </a:lnTo>
                  <a:lnTo>
                    <a:pt x="340021" y="797207"/>
                  </a:lnTo>
                  <a:lnTo>
                    <a:pt x="342300" y="797207"/>
                  </a:lnTo>
                  <a:lnTo>
                    <a:pt x="344579" y="797207"/>
                  </a:lnTo>
                  <a:lnTo>
                    <a:pt x="346858" y="797207"/>
                  </a:lnTo>
                  <a:lnTo>
                    <a:pt x="349137" y="797207"/>
                  </a:lnTo>
                  <a:lnTo>
                    <a:pt x="351416" y="797207"/>
                  </a:lnTo>
                  <a:lnTo>
                    <a:pt x="353695" y="797207"/>
                  </a:lnTo>
                  <a:lnTo>
                    <a:pt x="355974" y="797207"/>
                  </a:lnTo>
                  <a:lnTo>
                    <a:pt x="358253" y="797207"/>
                  </a:lnTo>
                  <a:lnTo>
                    <a:pt x="360532" y="797207"/>
                  </a:lnTo>
                  <a:lnTo>
                    <a:pt x="362811" y="797207"/>
                  </a:lnTo>
                  <a:lnTo>
                    <a:pt x="365090" y="797207"/>
                  </a:lnTo>
                  <a:lnTo>
                    <a:pt x="367369" y="797207"/>
                  </a:lnTo>
                  <a:lnTo>
                    <a:pt x="369648" y="797207"/>
                  </a:lnTo>
                  <a:lnTo>
                    <a:pt x="371927" y="797208"/>
                  </a:lnTo>
                  <a:lnTo>
                    <a:pt x="374206" y="797208"/>
                  </a:lnTo>
                  <a:lnTo>
                    <a:pt x="376485" y="797208"/>
                  </a:lnTo>
                  <a:lnTo>
                    <a:pt x="378764" y="796733"/>
                  </a:lnTo>
                  <a:lnTo>
                    <a:pt x="381043" y="796026"/>
                  </a:lnTo>
                  <a:lnTo>
                    <a:pt x="383322" y="795320"/>
                  </a:lnTo>
                  <a:lnTo>
                    <a:pt x="385601" y="794613"/>
                  </a:lnTo>
                  <a:lnTo>
                    <a:pt x="387880" y="793906"/>
                  </a:lnTo>
                  <a:lnTo>
                    <a:pt x="390158" y="793199"/>
                  </a:lnTo>
                  <a:lnTo>
                    <a:pt x="392437" y="792492"/>
                  </a:lnTo>
                  <a:lnTo>
                    <a:pt x="394716" y="791785"/>
                  </a:lnTo>
                  <a:lnTo>
                    <a:pt x="396995" y="791078"/>
                  </a:lnTo>
                  <a:lnTo>
                    <a:pt x="399274" y="790088"/>
                  </a:lnTo>
                  <a:lnTo>
                    <a:pt x="401553" y="788810"/>
                  </a:lnTo>
                  <a:lnTo>
                    <a:pt x="403832" y="787532"/>
                  </a:lnTo>
                  <a:lnTo>
                    <a:pt x="406111" y="786253"/>
                  </a:lnTo>
                  <a:lnTo>
                    <a:pt x="408390" y="784975"/>
                  </a:lnTo>
                  <a:lnTo>
                    <a:pt x="410669" y="783697"/>
                  </a:lnTo>
                  <a:lnTo>
                    <a:pt x="412948" y="782707"/>
                  </a:lnTo>
                  <a:lnTo>
                    <a:pt x="415227" y="782000"/>
                  </a:lnTo>
                  <a:lnTo>
                    <a:pt x="417506" y="781293"/>
                  </a:lnTo>
                  <a:lnTo>
                    <a:pt x="419785" y="779956"/>
                  </a:lnTo>
                  <a:lnTo>
                    <a:pt x="422064" y="775313"/>
                  </a:lnTo>
                  <a:lnTo>
                    <a:pt x="424343" y="770670"/>
                  </a:lnTo>
                  <a:lnTo>
                    <a:pt x="426622" y="766026"/>
                  </a:lnTo>
                  <a:lnTo>
                    <a:pt x="428901" y="761384"/>
                  </a:lnTo>
                  <a:lnTo>
                    <a:pt x="431180" y="756740"/>
                  </a:lnTo>
                  <a:lnTo>
                    <a:pt x="433459" y="752330"/>
                  </a:lnTo>
                  <a:lnTo>
                    <a:pt x="435738" y="748393"/>
                  </a:lnTo>
                  <a:lnTo>
                    <a:pt x="438017" y="744457"/>
                  </a:lnTo>
                  <a:lnTo>
                    <a:pt x="440296" y="740521"/>
                  </a:lnTo>
                  <a:lnTo>
                    <a:pt x="442575" y="736585"/>
                  </a:lnTo>
                  <a:lnTo>
                    <a:pt x="444854" y="732286"/>
                  </a:lnTo>
                  <a:lnTo>
                    <a:pt x="447133" y="724940"/>
                  </a:lnTo>
                  <a:lnTo>
                    <a:pt x="449412" y="717594"/>
                  </a:lnTo>
                  <a:lnTo>
                    <a:pt x="451691" y="710248"/>
                  </a:lnTo>
                  <a:lnTo>
                    <a:pt x="453970" y="703386"/>
                  </a:lnTo>
                  <a:lnTo>
                    <a:pt x="456248" y="699450"/>
                  </a:lnTo>
                  <a:lnTo>
                    <a:pt x="458527" y="695513"/>
                  </a:lnTo>
                  <a:lnTo>
                    <a:pt x="460806" y="691577"/>
                  </a:lnTo>
                  <a:lnTo>
                    <a:pt x="463085" y="687641"/>
                  </a:lnTo>
                  <a:lnTo>
                    <a:pt x="465364" y="683705"/>
                  </a:lnTo>
                  <a:lnTo>
                    <a:pt x="467643" y="679768"/>
                  </a:lnTo>
                  <a:lnTo>
                    <a:pt x="469922" y="675832"/>
                  </a:lnTo>
                  <a:lnTo>
                    <a:pt x="472201" y="671896"/>
                  </a:lnTo>
                  <a:lnTo>
                    <a:pt x="474480" y="667959"/>
                  </a:lnTo>
                  <a:lnTo>
                    <a:pt x="476759" y="664023"/>
                  </a:lnTo>
                  <a:lnTo>
                    <a:pt x="479038" y="660454"/>
                  </a:lnTo>
                  <a:lnTo>
                    <a:pt x="481317" y="660455"/>
                  </a:lnTo>
                  <a:lnTo>
                    <a:pt x="483596" y="660929"/>
                  </a:lnTo>
                  <a:lnTo>
                    <a:pt x="485875" y="661636"/>
                  </a:lnTo>
                  <a:lnTo>
                    <a:pt x="488154" y="662343"/>
                  </a:lnTo>
                  <a:lnTo>
                    <a:pt x="490433" y="663050"/>
                  </a:lnTo>
                  <a:lnTo>
                    <a:pt x="492712" y="663757"/>
                  </a:lnTo>
                  <a:lnTo>
                    <a:pt x="494991" y="664464"/>
                  </a:lnTo>
                  <a:lnTo>
                    <a:pt x="497270" y="665454"/>
                  </a:lnTo>
                  <a:lnTo>
                    <a:pt x="499549" y="666444"/>
                  </a:lnTo>
                  <a:lnTo>
                    <a:pt x="501828" y="667723"/>
                  </a:lnTo>
                  <a:lnTo>
                    <a:pt x="504107" y="669334"/>
                  </a:lnTo>
                  <a:lnTo>
                    <a:pt x="506386" y="670945"/>
                  </a:lnTo>
                  <a:lnTo>
                    <a:pt x="508665" y="673413"/>
                  </a:lnTo>
                  <a:lnTo>
                    <a:pt x="510944" y="675881"/>
                  </a:lnTo>
                  <a:lnTo>
                    <a:pt x="513223" y="679743"/>
                  </a:lnTo>
                  <a:lnTo>
                    <a:pt x="515502" y="684252"/>
                  </a:lnTo>
                  <a:lnTo>
                    <a:pt x="517781" y="688114"/>
                  </a:lnTo>
                  <a:lnTo>
                    <a:pt x="520060" y="691976"/>
                  </a:lnTo>
                  <a:lnTo>
                    <a:pt x="522339" y="696485"/>
                  </a:lnTo>
                  <a:lnTo>
                    <a:pt x="524617" y="700994"/>
                  </a:lnTo>
                  <a:lnTo>
                    <a:pt x="526896" y="706328"/>
                  </a:lnTo>
                  <a:lnTo>
                    <a:pt x="529175" y="713263"/>
                  </a:lnTo>
                  <a:lnTo>
                    <a:pt x="531454" y="720198"/>
                  </a:lnTo>
                  <a:lnTo>
                    <a:pt x="533733" y="728010"/>
                  </a:lnTo>
                  <a:lnTo>
                    <a:pt x="536012" y="736452"/>
                  </a:lnTo>
                  <a:lnTo>
                    <a:pt x="538291" y="745508"/>
                  </a:lnTo>
                  <a:lnTo>
                    <a:pt x="540570" y="755636"/>
                  </a:lnTo>
                  <a:lnTo>
                    <a:pt x="542849" y="765764"/>
                  </a:lnTo>
                  <a:lnTo>
                    <a:pt x="545128" y="775892"/>
                  </a:lnTo>
                  <a:lnTo>
                    <a:pt x="547407" y="786020"/>
                  </a:lnTo>
                  <a:lnTo>
                    <a:pt x="549686" y="794217"/>
                  </a:lnTo>
                  <a:lnTo>
                    <a:pt x="551965" y="802098"/>
                  </a:lnTo>
                  <a:lnTo>
                    <a:pt x="554244" y="809980"/>
                  </a:lnTo>
                  <a:lnTo>
                    <a:pt x="556523" y="817862"/>
                  </a:lnTo>
                  <a:lnTo>
                    <a:pt x="558802" y="825743"/>
                  </a:lnTo>
                  <a:lnTo>
                    <a:pt x="561081" y="832824"/>
                  </a:lnTo>
                  <a:lnTo>
                    <a:pt x="563360" y="842951"/>
                  </a:lnTo>
                  <a:lnTo>
                    <a:pt x="565639" y="853079"/>
                  </a:lnTo>
                  <a:lnTo>
                    <a:pt x="567918" y="861953"/>
                  </a:lnTo>
                  <a:lnTo>
                    <a:pt x="570197" y="870343"/>
                  </a:lnTo>
                  <a:lnTo>
                    <a:pt x="572476" y="877973"/>
                  </a:lnTo>
                  <a:lnTo>
                    <a:pt x="574755" y="884908"/>
                  </a:lnTo>
                  <a:lnTo>
                    <a:pt x="577034" y="890242"/>
                  </a:lnTo>
                  <a:lnTo>
                    <a:pt x="579313" y="894751"/>
                  </a:lnTo>
                  <a:lnTo>
                    <a:pt x="581592" y="898613"/>
                  </a:lnTo>
                  <a:lnTo>
                    <a:pt x="583871" y="903899"/>
                  </a:lnTo>
                  <a:lnTo>
                    <a:pt x="586150" y="909784"/>
                  </a:lnTo>
                  <a:lnTo>
                    <a:pt x="588429" y="915332"/>
                  </a:lnTo>
                  <a:lnTo>
                    <a:pt x="590707" y="920258"/>
                  </a:lnTo>
                  <a:lnTo>
                    <a:pt x="592030" y="922953"/>
                  </a:lnTo>
                  <a:lnTo>
                    <a:pt x="619592" y="922953"/>
                  </a:lnTo>
                  <a:lnTo>
                    <a:pt x="620334" y="922428"/>
                  </a:lnTo>
                  <a:lnTo>
                    <a:pt x="622613" y="920817"/>
                  </a:lnTo>
                  <a:lnTo>
                    <a:pt x="624892" y="918349"/>
                  </a:lnTo>
                  <a:lnTo>
                    <a:pt x="627171" y="915881"/>
                  </a:lnTo>
                  <a:lnTo>
                    <a:pt x="629450" y="912019"/>
                  </a:lnTo>
                  <a:lnTo>
                    <a:pt x="631729" y="907511"/>
                  </a:lnTo>
                  <a:lnTo>
                    <a:pt x="634008" y="904123"/>
                  </a:lnTo>
                  <a:lnTo>
                    <a:pt x="636287" y="900735"/>
                  </a:lnTo>
                  <a:lnTo>
                    <a:pt x="638566" y="896701"/>
                  </a:lnTo>
                  <a:lnTo>
                    <a:pt x="640845" y="892666"/>
                  </a:lnTo>
                  <a:lnTo>
                    <a:pt x="643124" y="887806"/>
                  </a:lnTo>
                  <a:lnTo>
                    <a:pt x="645403" y="881345"/>
                  </a:lnTo>
                  <a:lnTo>
                    <a:pt x="647682" y="874885"/>
                  </a:lnTo>
                  <a:lnTo>
                    <a:pt x="649961" y="867548"/>
                  </a:lnTo>
                  <a:lnTo>
                    <a:pt x="652240" y="860443"/>
                  </a:lnTo>
                  <a:lnTo>
                    <a:pt x="654519" y="856029"/>
                  </a:lnTo>
                  <a:lnTo>
                    <a:pt x="656798" y="850828"/>
                  </a:lnTo>
                  <a:lnTo>
                    <a:pt x="659076" y="845914"/>
                  </a:lnTo>
                  <a:lnTo>
                    <a:pt x="661355" y="841334"/>
                  </a:lnTo>
                  <a:lnTo>
                    <a:pt x="663634" y="836754"/>
                  </a:lnTo>
                  <a:lnTo>
                    <a:pt x="665913" y="834105"/>
                  </a:lnTo>
                  <a:lnTo>
                    <a:pt x="668192" y="831771"/>
                  </a:lnTo>
                  <a:lnTo>
                    <a:pt x="670471" y="829437"/>
                  </a:lnTo>
                  <a:lnTo>
                    <a:pt x="672750" y="827103"/>
                  </a:lnTo>
                  <a:lnTo>
                    <a:pt x="675029" y="824769"/>
                  </a:lnTo>
                  <a:lnTo>
                    <a:pt x="677308" y="823598"/>
                  </a:lnTo>
                  <a:lnTo>
                    <a:pt x="679587" y="822427"/>
                  </a:lnTo>
                  <a:lnTo>
                    <a:pt x="681866" y="821257"/>
                  </a:lnTo>
                  <a:lnTo>
                    <a:pt x="684145" y="821341"/>
                  </a:lnTo>
                  <a:lnTo>
                    <a:pt x="686424" y="821425"/>
                  </a:lnTo>
                  <a:lnTo>
                    <a:pt x="688703" y="819343"/>
                  </a:lnTo>
                  <a:lnTo>
                    <a:pt x="690982" y="817622"/>
                  </a:lnTo>
                  <a:lnTo>
                    <a:pt x="693261" y="817214"/>
                  </a:lnTo>
                  <a:lnTo>
                    <a:pt x="695540" y="817348"/>
                  </a:lnTo>
                  <a:lnTo>
                    <a:pt x="697819" y="818129"/>
                  </a:lnTo>
                  <a:lnTo>
                    <a:pt x="700098" y="817486"/>
                  </a:lnTo>
                  <a:lnTo>
                    <a:pt x="702377" y="816011"/>
                  </a:lnTo>
                  <a:lnTo>
                    <a:pt x="704656" y="814874"/>
                  </a:lnTo>
                  <a:lnTo>
                    <a:pt x="706935" y="814358"/>
                  </a:lnTo>
                  <a:lnTo>
                    <a:pt x="709214" y="814125"/>
                  </a:lnTo>
                  <a:lnTo>
                    <a:pt x="711493" y="813893"/>
                  </a:lnTo>
                  <a:lnTo>
                    <a:pt x="713772" y="813661"/>
                  </a:lnTo>
                  <a:lnTo>
                    <a:pt x="716051" y="811849"/>
                  </a:lnTo>
                  <a:lnTo>
                    <a:pt x="718330" y="808146"/>
                  </a:lnTo>
                  <a:lnTo>
                    <a:pt x="720609" y="804442"/>
                  </a:lnTo>
                  <a:lnTo>
                    <a:pt x="722888" y="801213"/>
                  </a:lnTo>
                  <a:lnTo>
                    <a:pt x="725166" y="797984"/>
                  </a:lnTo>
                  <a:lnTo>
                    <a:pt x="727445" y="794755"/>
                  </a:lnTo>
                  <a:lnTo>
                    <a:pt x="729724" y="791809"/>
                  </a:lnTo>
                  <a:lnTo>
                    <a:pt x="732003" y="788862"/>
                  </a:lnTo>
                  <a:lnTo>
                    <a:pt x="734282" y="785917"/>
                  </a:lnTo>
                  <a:lnTo>
                    <a:pt x="736561" y="782971"/>
                  </a:lnTo>
                  <a:lnTo>
                    <a:pt x="738840" y="777895"/>
                  </a:lnTo>
                  <a:lnTo>
                    <a:pt x="741119" y="772498"/>
                  </a:lnTo>
                  <a:lnTo>
                    <a:pt x="743398" y="767620"/>
                  </a:lnTo>
                  <a:lnTo>
                    <a:pt x="745677" y="762742"/>
                  </a:lnTo>
                  <a:lnTo>
                    <a:pt x="747956" y="757863"/>
                  </a:lnTo>
                  <a:lnTo>
                    <a:pt x="750235" y="753641"/>
                  </a:lnTo>
                  <a:lnTo>
                    <a:pt x="752514" y="751179"/>
                  </a:lnTo>
                  <a:lnTo>
                    <a:pt x="754793" y="748380"/>
                  </a:lnTo>
                  <a:lnTo>
                    <a:pt x="757072" y="745581"/>
                  </a:lnTo>
                  <a:lnTo>
                    <a:pt x="759351" y="742782"/>
                  </a:lnTo>
                  <a:lnTo>
                    <a:pt x="761630" y="739983"/>
                  </a:lnTo>
                  <a:lnTo>
                    <a:pt x="763909" y="737522"/>
                  </a:lnTo>
                  <a:lnTo>
                    <a:pt x="766188" y="735060"/>
                  </a:lnTo>
                  <a:lnTo>
                    <a:pt x="768467" y="732366"/>
                  </a:lnTo>
                  <a:lnTo>
                    <a:pt x="770746" y="729672"/>
                  </a:lnTo>
                  <a:lnTo>
                    <a:pt x="773025" y="728630"/>
                  </a:lnTo>
                  <a:lnTo>
                    <a:pt x="775304" y="724405"/>
                  </a:lnTo>
                  <a:lnTo>
                    <a:pt x="777583" y="719848"/>
                  </a:lnTo>
                  <a:lnTo>
                    <a:pt x="779862" y="715291"/>
                  </a:lnTo>
                  <a:lnTo>
                    <a:pt x="782141" y="711020"/>
                  </a:lnTo>
                  <a:lnTo>
                    <a:pt x="784420" y="707940"/>
                  </a:lnTo>
                  <a:lnTo>
                    <a:pt x="786699" y="706255"/>
                  </a:lnTo>
                  <a:lnTo>
                    <a:pt x="788978" y="705216"/>
                  </a:lnTo>
                  <a:lnTo>
                    <a:pt x="791256" y="704177"/>
                  </a:lnTo>
                  <a:lnTo>
                    <a:pt x="793535" y="700049"/>
                  </a:lnTo>
                  <a:lnTo>
                    <a:pt x="795814" y="696426"/>
                  </a:lnTo>
                  <a:lnTo>
                    <a:pt x="798093" y="692804"/>
                  </a:lnTo>
                  <a:lnTo>
                    <a:pt x="800372" y="689182"/>
                  </a:lnTo>
                  <a:lnTo>
                    <a:pt x="802651" y="686469"/>
                  </a:lnTo>
                  <a:lnTo>
                    <a:pt x="804930" y="683756"/>
                  </a:lnTo>
                  <a:lnTo>
                    <a:pt x="807209" y="681860"/>
                  </a:lnTo>
                  <a:lnTo>
                    <a:pt x="809488" y="683178"/>
                  </a:lnTo>
                  <a:lnTo>
                    <a:pt x="811767" y="684780"/>
                  </a:lnTo>
                  <a:lnTo>
                    <a:pt x="814046" y="686381"/>
                  </a:lnTo>
                  <a:lnTo>
                    <a:pt x="816325" y="687982"/>
                  </a:lnTo>
                  <a:lnTo>
                    <a:pt x="818604" y="688907"/>
                  </a:lnTo>
                  <a:lnTo>
                    <a:pt x="820883" y="689831"/>
                  </a:lnTo>
                  <a:lnTo>
                    <a:pt x="823162" y="689930"/>
                  </a:lnTo>
                  <a:lnTo>
                    <a:pt x="825441" y="690028"/>
                  </a:lnTo>
                  <a:lnTo>
                    <a:pt x="827720" y="693640"/>
                  </a:lnTo>
                  <a:lnTo>
                    <a:pt x="829999" y="697028"/>
                  </a:lnTo>
                  <a:lnTo>
                    <a:pt x="832278" y="702226"/>
                  </a:lnTo>
                  <a:lnTo>
                    <a:pt x="834557" y="708652"/>
                  </a:lnTo>
                  <a:lnTo>
                    <a:pt x="836836" y="714350"/>
                  </a:lnTo>
                  <a:lnTo>
                    <a:pt x="839115" y="720046"/>
                  </a:lnTo>
                  <a:lnTo>
                    <a:pt x="841394" y="725743"/>
                  </a:lnTo>
                  <a:lnTo>
                    <a:pt x="843673" y="731440"/>
                  </a:lnTo>
                  <a:lnTo>
                    <a:pt x="845952" y="736335"/>
                  </a:lnTo>
                  <a:lnTo>
                    <a:pt x="848231" y="740559"/>
                  </a:lnTo>
                  <a:lnTo>
                    <a:pt x="850510" y="744783"/>
                  </a:lnTo>
                  <a:lnTo>
                    <a:pt x="852789" y="749007"/>
                  </a:lnTo>
                  <a:lnTo>
                    <a:pt x="855068" y="754556"/>
                  </a:lnTo>
                  <a:lnTo>
                    <a:pt x="857347" y="760427"/>
                  </a:lnTo>
                  <a:lnTo>
                    <a:pt x="859625" y="765780"/>
                  </a:lnTo>
                  <a:lnTo>
                    <a:pt x="861904" y="771132"/>
                  </a:lnTo>
                  <a:lnTo>
                    <a:pt x="864183" y="776485"/>
                  </a:lnTo>
                  <a:lnTo>
                    <a:pt x="866462" y="780708"/>
                  </a:lnTo>
                  <a:lnTo>
                    <a:pt x="868741" y="783170"/>
                  </a:lnTo>
                  <a:lnTo>
                    <a:pt x="871020" y="785969"/>
                  </a:lnTo>
                  <a:lnTo>
                    <a:pt x="873299" y="788768"/>
                  </a:lnTo>
                  <a:lnTo>
                    <a:pt x="875578" y="791567"/>
                  </a:lnTo>
                  <a:lnTo>
                    <a:pt x="877857" y="794365"/>
                  </a:lnTo>
                  <a:lnTo>
                    <a:pt x="880136" y="797964"/>
                  </a:lnTo>
                  <a:lnTo>
                    <a:pt x="882415" y="801563"/>
                  </a:lnTo>
                  <a:lnTo>
                    <a:pt x="884694" y="805500"/>
                  </a:lnTo>
                  <a:lnTo>
                    <a:pt x="886973" y="809955"/>
                  </a:lnTo>
                  <a:lnTo>
                    <a:pt x="889252" y="812474"/>
                  </a:lnTo>
                  <a:lnTo>
                    <a:pt x="891531" y="817888"/>
                  </a:lnTo>
                  <a:lnTo>
                    <a:pt x="893810" y="822783"/>
                  </a:lnTo>
                  <a:lnTo>
                    <a:pt x="896089" y="827678"/>
                  </a:lnTo>
                  <a:lnTo>
                    <a:pt x="898368" y="832285"/>
                  </a:lnTo>
                  <a:lnTo>
                    <a:pt x="900647" y="836221"/>
                  </a:lnTo>
                  <a:lnTo>
                    <a:pt x="902926" y="839492"/>
                  </a:lnTo>
                  <a:lnTo>
                    <a:pt x="905205" y="842116"/>
                  </a:lnTo>
                  <a:lnTo>
                    <a:pt x="907484" y="846053"/>
                  </a:lnTo>
                  <a:lnTo>
                    <a:pt x="909763" y="853077"/>
                  </a:lnTo>
                  <a:lnTo>
                    <a:pt x="912042" y="859597"/>
                  </a:lnTo>
                  <a:lnTo>
                    <a:pt x="914321" y="864804"/>
                  </a:lnTo>
                  <a:lnTo>
                    <a:pt x="916600" y="870012"/>
                  </a:lnTo>
                  <a:lnTo>
                    <a:pt x="918879" y="874310"/>
                  </a:lnTo>
                  <a:lnTo>
                    <a:pt x="921158" y="878608"/>
                  </a:lnTo>
                  <a:lnTo>
                    <a:pt x="923437" y="882423"/>
                  </a:lnTo>
                  <a:lnTo>
                    <a:pt x="925715" y="883311"/>
                  </a:lnTo>
                  <a:lnTo>
                    <a:pt x="927994" y="880263"/>
                  </a:lnTo>
                  <a:lnTo>
                    <a:pt x="930273" y="877215"/>
                  </a:lnTo>
                  <a:lnTo>
                    <a:pt x="932552" y="874167"/>
                  </a:lnTo>
                  <a:lnTo>
                    <a:pt x="934831" y="872028"/>
                  </a:lnTo>
                  <a:lnTo>
                    <a:pt x="937110" y="869161"/>
                  </a:lnTo>
                  <a:lnTo>
                    <a:pt x="939389" y="867121"/>
                  </a:lnTo>
                  <a:lnTo>
                    <a:pt x="941668" y="863890"/>
                  </a:lnTo>
                  <a:lnTo>
                    <a:pt x="943947" y="857146"/>
                  </a:lnTo>
                  <a:lnTo>
                    <a:pt x="946226" y="849713"/>
                  </a:lnTo>
                  <a:lnTo>
                    <a:pt x="948505" y="837495"/>
                  </a:lnTo>
                  <a:lnTo>
                    <a:pt x="950784" y="825223"/>
                  </a:lnTo>
                  <a:lnTo>
                    <a:pt x="953063" y="813680"/>
                  </a:lnTo>
                  <a:lnTo>
                    <a:pt x="955342" y="802470"/>
                  </a:lnTo>
                  <a:lnTo>
                    <a:pt x="957621" y="791260"/>
                  </a:lnTo>
                  <a:lnTo>
                    <a:pt x="959900" y="779717"/>
                  </a:lnTo>
                  <a:lnTo>
                    <a:pt x="962179" y="771701"/>
                  </a:lnTo>
                  <a:lnTo>
                    <a:pt x="964458" y="764354"/>
                  </a:lnTo>
                  <a:lnTo>
                    <a:pt x="966737" y="757009"/>
                  </a:lnTo>
                  <a:lnTo>
                    <a:pt x="969016" y="749663"/>
                  </a:lnTo>
                  <a:lnTo>
                    <a:pt x="971295" y="742834"/>
                  </a:lnTo>
                  <a:lnTo>
                    <a:pt x="973574" y="736003"/>
                  </a:lnTo>
                  <a:lnTo>
                    <a:pt x="975853" y="729462"/>
                  </a:lnTo>
                  <a:lnTo>
                    <a:pt x="978132" y="722920"/>
                  </a:lnTo>
                  <a:lnTo>
                    <a:pt x="980411" y="717066"/>
                  </a:lnTo>
                  <a:lnTo>
                    <a:pt x="982690" y="713037"/>
                  </a:lnTo>
                  <a:lnTo>
                    <a:pt x="984969" y="709905"/>
                  </a:lnTo>
                  <a:lnTo>
                    <a:pt x="987248" y="706486"/>
                  </a:lnTo>
                  <a:lnTo>
                    <a:pt x="989527" y="702782"/>
                  </a:lnTo>
                  <a:lnTo>
                    <a:pt x="991806" y="699078"/>
                  </a:lnTo>
                  <a:lnTo>
                    <a:pt x="994084" y="695375"/>
                  </a:lnTo>
                  <a:lnTo>
                    <a:pt x="996363" y="690534"/>
                  </a:lnTo>
                  <a:lnTo>
                    <a:pt x="998642" y="685693"/>
                  </a:lnTo>
                  <a:lnTo>
                    <a:pt x="1000921" y="680799"/>
                  </a:lnTo>
                  <a:lnTo>
                    <a:pt x="1003200" y="675386"/>
                  </a:lnTo>
                  <a:lnTo>
                    <a:pt x="1005479" y="669972"/>
                  </a:lnTo>
                  <a:lnTo>
                    <a:pt x="1007758" y="664558"/>
                  </a:lnTo>
                  <a:lnTo>
                    <a:pt x="1010037" y="659380"/>
                  </a:lnTo>
                  <a:lnTo>
                    <a:pt x="1012316" y="654202"/>
                  </a:lnTo>
                  <a:lnTo>
                    <a:pt x="1014595" y="649206"/>
                  </a:lnTo>
                  <a:lnTo>
                    <a:pt x="1016874" y="647446"/>
                  </a:lnTo>
                  <a:lnTo>
                    <a:pt x="1019153" y="644956"/>
                  </a:lnTo>
                  <a:lnTo>
                    <a:pt x="1021432" y="642749"/>
                  </a:lnTo>
                  <a:lnTo>
                    <a:pt x="1023711" y="639231"/>
                  </a:lnTo>
                  <a:lnTo>
                    <a:pt x="1025990" y="636000"/>
                  </a:lnTo>
                  <a:lnTo>
                    <a:pt x="1028269" y="633103"/>
                  </a:lnTo>
                  <a:lnTo>
                    <a:pt x="1030548" y="631517"/>
                  </a:lnTo>
                  <a:lnTo>
                    <a:pt x="1032827" y="630270"/>
                  </a:lnTo>
                  <a:lnTo>
                    <a:pt x="1035106" y="628685"/>
                  </a:lnTo>
                  <a:lnTo>
                    <a:pt x="1037385" y="627100"/>
                  </a:lnTo>
                  <a:lnTo>
                    <a:pt x="1039664" y="625514"/>
                  </a:lnTo>
                  <a:lnTo>
                    <a:pt x="1041943" y="623929"/>
                  </a:lnTo>
                  <a:lnTo>
                    <a:pt x="1044222" y="626280"/>
                  </a:lnTo>
                  <a:lnTo>
                    <a:pt x="1046501" y="628631"/>
                  </a:lnTo>
                  <a:lnTo>
                    <a:pt x="1048780" y="631319"/>
                  </a:lnTo>
                  <a:lnTo>
                    <a:pt x="1051059" y="633671"/>
                  </a:lnTo>
                  <a:lnTo>
                    <a:pt x="1053338" y="636751"/>
                  </a:lnTo>
                  <a:lnTo>
                    <a:pt x="1055617" y="639497"/>
                  </a:lnTo>
                  <a:lnTo>
                    <a:pt x="1057896" y="643433"/>
                  </a:lnTo>
                  <a:lnTo>
                    <a:pt x="1060174" y="647082"/>
                  </a:lnTo>
                  <a:lnTo>
                    <a:pt x="1062453" y="651359"/>
                  </a:lnTo>
                  <a:lnTo>
                    <a:pt x="1064732" y="660422"/>
                  </a:lnTo>
                  <a:lnTo>
                    <a:pt x="1067011" y="669972"/>
                  </a:lnTo>
                  <a:lnTo>
                    <a:pt x="1069290" y="679521"/>
                  </a:lnTo>
                  <a:lnTo>
                    <a:pt x="1071569" y="688737"/>
                  </a:lnTo>
                  <a:lnTo>
                    <a:pt x="1073848" y="697954"/>
                  </a:lnTo>
                  <a:lnTo>
                    <a:pt x="1076127" y="707503"/>
                  </a:lnTo>
                  <a:lnTo>
                    <a:pt x="1078406" y="714046"/>
                  </a:lnTo>
                  <a:lnTo>
                    <a:pt x="1080685" y="717437"/>
                  </a:lnTo>
                  <a:lnTo>
                    <a:pt x="1082964" y="720043"/>
                  </a:lnTo>
                  <a:lnTo>
                    <a:pt x="1085243" y="722649"/>
                  </a:lnTo>
                  <a:lnTo>
                    <a:pt x="1087522" y="725543"/>
                  </a:lnTo>
                  <a:lnTo>
                    <a:pt x="1089801" y="728436"/>
                  </a:lnTo>
                  <a:lnTo>
                    <a:pt x="1092080" y="731042"/>
                  </a:lnTo>
                  <a:lnTo>
                    <a:pt x="1094359" y="733647"/>
                  </a:lnTo>
                  <a:lnTo>
                    <a:pt x="1096638" y="735565"/>
                  </a:lnTo>
                  <a:lnTo>
                    <a:pt x="1098917" y="732480"/>
                  </a:lnTo>
                  <a:lnTo>
                    <a:pt x="1101196" y="728499"/>
                  </a:lnTo>
                  <a:lnTo>
                    <a:pt x="1103475" y="724806"/>
                  </a:lnTo>
                  <a:lnTo>
                    <a:pt x="1105754" y="721680"/>
                  </a:lnTo>
                  <a:lnTo>
                    <a:pt x="1108033" y="718840"/>
                  </a:lnTo>
                  <a:lnTo>
                    <a:pt x="1110312" y="716003"/>
                  </a:lnTo>
                  <a:lnTo>
                    <a:pt x="1112591" y="713164"/>
                  </a:lnTo>
                  <a:lnTo>
                    <a:pt x="1114870" y="712906"/>
                  </a:lnTo>
                  <a:lnTo>
                    <a:pt x="1117149" y="712907"/>
                  </a:lnTo>
                  <a:lnTo>
                    <a:pt x="1119428" y="713528"/>
                  </a:lnTo>
                  <a:lnTo>
                    <a:pt x="1121707" y="714149"/>
                  </a:lnTo>
                  <a:lnTo>
                    <a:pt x="1123986" y="714770"/>
                  </a:lnTo>
                  <a:lnTo>
                    <a:pt x="1126264" y="716012"/>
                  </a:lnTo>
                  <a:lnTo>
                    <a:pt x="1128543" y="717254"/>
                  </a:lnTo>
                  <a:lnTo>
                    <a:pt x="1130822" y="718832"/>
                  </a:lnTo>
                  <a:lnTo>
                    <a:pt x="1133101" y="720074"/>
                  </a:lnTo>
                  <a:lnTo>
                    <a:pt x="1135380" y="721835"/>
                  </a:lnTo>
                  <a:lnTo>
                    <a:pt x="1137659" y="723313"/>
                  </a:lnTo>
                  <a:lnTo>
                    <a:pt x="1139938" y="724790"/>
                  </a:lnTo>
                  <a:lnTo>
                    <a:pt x="1142217" y="725461"/>
                  </a:lnTo>
                  <a:lnTo>
                    <a:pt x="1144496" y="725798"/>
                  </a:lnTo>
                  <a:lnTo>
                    <a:pt x="1146775" y="726655"/>
                  </a:lnTo>
                  <a:lnTo>
                    <a:pt x="1149054" y="727173"/>
                  </a:lnTo>
                  <a:lnTo>
                    <a:pt x="1151333" y="728030"/>
                  </a:lnTo>
                  <a:lnTo>
                    <a:pt x="1153612" y="728367"/>
                  </a:lnTo>
                  <a:lnTo>
                    <a:pt x="1155891" y="729224"/>
                  </a:lnTo>
                  <a:lnTo>
                    <a:pt x="1158170" y="730080"/>
                  </a:lnTo>
                  <a:lnTo>
                    <a:pt x="1160449" y="730418"/>
                  </a:lnTo>
                  <a:lnTo>
                    <a:pt x="1162728" y="730755"/>
                  </a:lnTo>
                  <a:lnTo>
                    <a:pt x="1165007" y="726849"/>
                  </a:lnTo>
                  <a:lnTo>
                    <a:pt x="1167286" y="722017"/>
                  </a:lnTo>
                  <a:lnTo>
                    <a:pt x="1169565" y="714671"/>
                  </a:lnTo>
                  <a:lnTo>
                    <a:pt x="1171844" y="707659"/>
                  </a:lnTo>
                  <a:lnTo>
                    <a:pt x="1174123" y="697924"/>
                  </a:lnTo>
                  <a:lnTo>
                    <a:pt x="1176402" y="688191"/>
                  </a:lnTo>
                  <a:lnTo>
                    <a:pt x="1178681" y="678742"/>
                  </a:lnTo>
                  <a:lnTo>
                    <a:pt x="1180960" y="668961"/>
                  </a:lnTo>
                  <a:lnTo>
                    <a:pt x="1183239" y="659411"/>
                  </a:lnTo>
                  <a:lnTo>
                    <a:pt x="1185518" y="648347"/>
                  </a:lnTo>
                  <a:lnTo>
                    <a:pt x="1187797" y="634006"/>
                  </a:lnTo>
                  <a:lnTo>
                    <a:pt x="1190076" y="619332"/>
                  </a:lnTo>
                  <a:lnTo>
                    <a:pt x="1192355" y="604992"/>
                  </a:lnTo>
                  <a:lnTo>
                    <a:pt x="1194633" y="589516"/>
                  </a:lnTo>
                  <a:lnTo>
                    <a:pt x="1196912" y="574496"/>
                  </a:lnTo>
                  <a:lnTo>
                    <a:pt x="1199191" y="561996"/>
                  </a:lnTo>
                  <a:lnTo>
                    <a:pt x="1201470" y="550029"/>
                  </a:lnTo>
                  <a:lnTo>
                    <a:pt x="1203749" y="537069"/>
                  </a:lnTo>
                  <a:lnTo>
                    <a:pt x="1206028" y="524443"/>
                  </a:lnTo>
                  <a:lnTo>
                    <a:pt x="1208307" y="513693"/>
                  </a:lnTo>
                  <a:lnTo>
                    <a:pt x="1210586" y="497836"/>
                  </a:lnTo>
                  <a:lnTo>
                    <a:pt x="1212865" y="480453"/>
                  </a:lnTo>
                  <a:lnTo>
                    <a:pt x="1215144" y="465643"/>
                  </a:lnTo>
                  <a:lnTo>
                    <a:pt x="1217423" y="451353"/>
                  </a:lnTo>
                  <a:lnTo>
                    <a:pt x="1219702" y="437234"/>
                  </a:lnTo>
                  <a:lnTo>
                    <a:pt x="1221981" y="423565"/>
                  </a:lnTo>
                  <a:lnTo>
                    <a:pt x="1224260" y="409946"/>
                  </a:lnTo>
                  <a:lnTo>
                    <a:pt x="1226539" y="395006"/>
                  </a:lnTo>
                  <a:lnTo>
                    <a:pt x="1228818" y="381010"/>
                  </a:lnTo>
                  <a:lnTo>
                    <a:pt x="1231097" y="365178"/>
                  </a:lnTo>
                  <a:lnTo>
                    <a:pt x="1233376" y="348437"/>
                  </a:lnTo>
                  <a:lnTo>
                    <a:pt x="1235655" y="331258"/>
                  </a:lnTo>
                  <a:lnTo>
                    <a:pt x="1237934" y="315789"/>
                  </a:lnTo>
                  <a:lnTo>
                    <a:pt x="1240213" y="299983"/>
                  </a:lnTo>
                  <a:lnTo>
                    <a:pt x="1242492" y="284273"/>
                  </a:lnTo>
                  <a:lnTo>
                    <a:pt x="1244771" y="274323"/>
                  </a:lnTo>
                  <a:lnTo>
                    <a:pt x="1247050" y="266075"/>
                  </a:lnTo>
                  <a:lnTo>
                    <a:pt x="1249329" y="254547"/>
                  </a:lnTo>
                  <a:lnTo>
                    <a:pt x="1251608" y="240313"/>
                  </a:lnTo>
                  <a:lnTo>
                    <a:pt x="1253887" y="226466"/>
                  </a:lnTo>
                  <a:lnTo>
                    <a:pt x="1256166" y="215594"/>
                  </a:lnTo>
                  <a:lnTo>
                    <a:pt x="1258445" y="204903"/>
                  </a:lnTo>
                  <a:lnTo>
                    <a:pt x="1260723" y="192831"/>
                  </a:lnTo>
                  <a:lnTo>
                    <a:pt x="1263002" y="178598"/>
                  </a:lnTo>
                  <a:lnTo>
                    <a:pt x="1265281" y="165608"/>
                  </a:lnTo>
                  <a:lnTo>
                    <a:pt x="1267560" y="151708"/>
                  </a:lnTo>
                  <a:lnTo>
                    <a:pt x="1269839" y="138664"/>
                  </a:lnTo>
                  <a:lnTo>
                    <a:pt x="1272118" y="125101"/>
                  </a:lnTo>
                  <a:lnTo>
                    <a:pt x="1274397" y="111539"/>
                  </a:lnTo>
                  <a:lnTo>
                    <a:pt x="1276676" y="98158"/>
                  </a:lnTo>
                  <a:lnTo>
                    <a:pt x="1278955" y="83168"/>
                  </a:lnTo>
                  <a:lnTo>
                    <a:pt x="1281234" y="71260"/>
                  </a:lnTo>
                  <a:lnTo>
                    <a:pt x="1283513" y="60615"/>
                  </a:lnTo>
                  <a:lnTo>
                    <a:pt x="1285792" y="52483"/>
                  </a:lnTo>
                  <a:lnTo>
                    <a:pt x="1288071" y="43093"/>
                  </a:lnTo>
                  <a:lnTo>
                    <a:pt x="1290350" y="35588"/>
                  </a:lnTo>
                  <a:lnTo>
                    <a:pt x="1292629" y="27054"/>
                  </a:lnTo>
                  <a:lnTo>
                    <a:pt x="1294908" y="20671"/>
                  </a:lnTo>
                  <a:lnTo>
                    <a:pt x="1297187" y="16737"/>
                  </a:lnTo>
                  <a:lnTo>
                    <a:pt x="1299466" y="12634"/>
                  </a:lnTo>
                  <a:lnTo>
                    <a:pt x="1301745" y="10214"/>
                  </a:lnTo>
                  <a:lnTo>
                    <a:pt x="1304024" y="7501"/>
                  </a:lnTo>
                  <a:lnTo>
                    <a:pt x="1306303" y="5154"/>
                  </a:lnTo>
                  <a:lnTo>
                    <a:pt x="1308582" y="2473"/>
                  </a:lnTo>
                  <a:lnTo>
                    <a:pt x="1310861" y="635"/>
                  </a:lnTo>
                  <a:lnTo>
                    <a:pt x="1313140" y="1106"/>
                  </a:lnTo>
                  <a:lnTo>
                    <a:pt x="1315419" y="521"/>
                  </a:lnTo>
                  <a:lnTo>
                    <a:pt x="1317698" y="0"/>
                  </a:lnTo>
                  <a:lnTo>
                    <a:pt x="1319977" y="2371"/>
                  </a:lnTo>
                  <a:lnTo>
                    <a:pt x="1322256" y="3122"/>
                  </a:lnTo>
                  <a:lnTo>
                    <a:pt x="1324535" y="2316"/>
                  </a:lnTo>
                  <a:lnTo>
                    <a:pt x="1326814" y="8624"/>
                  </a:lnTo>
                  <a:lnTo>
                    <a:pt x="1329092" y="17189"/>
                  </a:lnTo>
                  <a:lnTo>
                    <a:pt x="1331371" y="25627"/>
                  </a:lnTo>
                  <a:lnTo>
                    <a:pt x="1333650" y="34134"/>
                  </a:lnTo>
                  <a:lnTo>
                    <a:pt x="1335929" y="44316"/>
                  </a:lnTo>
                  <a:lnTo>
                    <a:pt x="1338208" y="57513"/>
                  </a:lnTo>
                  <a:lnTo>
                    <a:pt x="1340487" y="71131"/>
                  </a:lnTo>
                  <a:lnTo>
                    <a:pt x="1342766" y="85783"/>
                  </a:lnTo>
                  <a:lnTo>
                    <a:pt x="1345045" y="99975"/>
                  </a:lnTo>
                  <a:lnTo>
                    <a:pt x="1347324" y="116348"/>
                  </a:lnTo>
                  <a:lnTo>
                    <a:pt x="1349603" y="133089"/>
                  </a:lnTo>
                  <a:lnTo>
                    <a:pt x="1351882" y="149934"/>
                  </a:lnTo>
                  <a:lnTo>
                    <a:pt x="1354161" y="163536"/>
                  </a:lnTo>
                  <a:lnTo>
                    <a:pt x="1356440" y="178723"/>
                  </a:lnTo>
                  <a:lnTo>
                    <a:pt x="1358719" y="193473"/>
                  </a:lnTo>
                  <a:lnTo>
                    <a:pt x="1360998" y="201286"/>
                  </a:lnTo>
                  <a:lnTo>
                    <a:pt x="1363277" y="204130"/>
                  </a:lnTo>
                  <a:lnTo>
                    <a:pt x="1365556" y="206837"/>
                  </a:lnTo>
                  <a:lnTo>
                    <a:pt x="1367835" y="211732"/>
                  </a:lnTo>
                  <a:lnTo>
                    <a:pt x="1370114" y="216755"/>
                  </a:lnTo>
                  <a:lnTo>
                    <a:pt x="1372393" y="219092"/>
                  </a:lnTo>
                  <a:lnTo>
                    <a:pt x="1374672" y="219378"/>
                  </a:lnTo>
                  <a:lnTo>
                    <a:pt x="1376951" y="214835"/>
                  </a:lnTo>
                  <a:lnTo>
                    <a:pt x="1379230" y="210850"/>
                  </a:lnTo>
                  <a:lnTo>
                    <a:pt x="1381509" y="205622"/>
                  </a:lnTo>
                  <a:lnTo>
                    <a:pt x="1383788" y="202551"/>
                  </a:lnTo>
                  <a:lnTo>
                    <a:pt x="1386067" y="199144"/>
                  </a:lnTo>
                  <a:lnTo>
                    <a:pt x="1388346" y="195667"/>
                  </a:lnTo>
                  <a:lnTo>
                    <a:pt x="1390625" y="192428"/>
                  </a:lnTo>
                  <a:lnTo>
                    <a:pt x="1392904" y="189451"/>
                  </a:lnTo>
                  <a:lnTo>
                    <a:pt x="1395182" y="188580"/>
                  </a:lnTo>
                  <a:lnTo>
                    <a:pt x="1397461" y="190081"/>
                  </a:lnTo>
                  <a:lnTo>
                    <a:pt x="1399740" y="191583"/>
                  </a:lnTo>
                  <a:lnTo>
                    <a:pt x="1402019" y="191337"/>
                  </a:lnTo>
                  <a:lnTo>
                    <a:pt x="1404298" y="191227"/>
                  </a:lnTo>
                  <a:lnTo>
                    <a:pt x="1406577" y="191955"/>
                  </a:lnTo>
                  <a:lnTo>
                    <a:pt x="1408856" y="195181"/>
                  </a:lnTo>
                  <a:lnTo>
                    <a:pt x="1411135" y="203507"/>
                  </a:lnTo>
                  <a:lnTo>
                    <a:pt x="1413414" y="210672"/>
                  </a:lnTo>
                  <a:lnTo>
                    <a:pt x="1415693" y="215701"/>
                  </a:lnTo>
                  <a:lnTo>
                    <a:pt x="1417972" y="218863"/>
                  </a:lnTo>
                  <a:lnTo>
                    <a:pt x="1420251" y="225594"/>
                  </a:lnTo>
                  <a:lnTo>
                    <a:pt x="1422530" y="233694"/>
                  </a:lnTo>
                  <a:lnTo>
                    <a:pt x="1424809" y="243446"/>
                  </a:lnTo>
                  <a:lnTo>
                    <a:pt x="1427088" y="254889"/>
                  </a:lnTo>
                  <a:lnTo>
                    <a:pt x="1429367" y="266717"/>
                  </a:lnTo>
                  <a:lnTo>
                    <a:pt x="1431646" y="277866"/>
                  </a:lnTo>
                  <a:lnTo>
                    <a:pt x="1433925" y="288420"/>
                  </a:lnTo>
                  <a:lnTo>
                    <a:pt x="1436204" y="299941"/>
                  </a:lnTo>
                  <a:lnTo>
                    <a:pt x="1438483" y="313291"/>
                  </a:lnTo>
                  <a:lnTo>
                    <a:pt x="1440762" y="325985"/>
                  </a:lnTo>
                  <a:lnTo>
                    <a:pt x="1443041" y="336670"/>
                  </a:lnTo>
                  <a:lnTo>
                    <a:pt x="1445320" y="345721"/>
                  </a:lnTo>
                  <a:lnTo>
                    <a:pt x="1447599" y="355502"/>
                  </a:lnTo>
                  <a:lnTo>
                    <a:pt x="1449878" y="366392"/>
                  </a:lnTo>
                  <a:lnTo>
                    <a:pt x="1452157" y="374022"/>
                  </a:lnTo>
                  <a:lnTo>
                    <a:pt x="1454436" y="377904"/>
                  </a:lnTo>
                  <a:lnTo>
                    <a:pt x="1456715" y="380743"/>
                  </a:lnTo>
                  <a:lnTo>
                    <a:pt x="1458994" y="384152"/>
                  </a:lnTo>
                  <a:lnTo>
                    <a:pt x="1461273" y="386795"/>
                  </a:lnTo>
                  <a:lnTo>
                    <a:pt x="1463551" y="383102"/>
                  </a:lnTo>
                  <a:lnTo>
                    <a:pt x="1465830" y="372416"/>
                  </a:lnTo>
                  <a:lnTo>
                    <a:pt x="1468109" y="359645"/>
                  </a:lnTo>
                  <a:lnTo>
                    <a:pt x="1470388" y="346561"/>
                  </a:lnTo>
                  <a:lnTo>
                    <a:pt x="1472667" y="332232"/>
                  </a:lnTo>
                  <a:lnTo>
                    <a:pt x="1474946" y="317902"/>
                  </a:lnTo>
                  <a:lnTo>
                    <a:pt x="1477225" y="304752"/>
                  </a:lnTo>
                  <a:lnTo>
                    <a:pt x="1479504" y="294348"/>
                  </a:lnTo>
                  <a:lnTo>
                    <a:pt x="1481783" y="282419"/>
                  </a:lnTo>
                  <a:lnTo>
                    <a:pt x="1484062" y="271592"/>
                  </a:lnTo>
                  <a:lnTo>
                    <a:pt x="1486341" y="262066"/>
                  </a:lnTo>
                  <a:lnTo>
                    <a:pt x="1488620" y="252252"/>
                  </a:lnTo>
                  <a:lnTo>
                    <a:pt x="1490899" y="244827"/>
                  </a:lnTo>
                  <a:lnTo>
                    <a:pt x="1493178" y="243613"/>
                  </a:lnTo>
                  <a:lnTo>
                    <a:pt x="1495457" y="243481"/>
                  </a:lnTo>
                  <a:lnTo>
                    <a:pt x="1497736" y="245394"/>
                  </a:lnTo>
                  <a:lnTo>
                    <a:pt x="1500015" y="252459"/>
                  </a:lnTo>
                  <a:lnTo>
                    <a:pt x="1502294" y="261609"/>
                  </a:lnTo>
                  <a:lnTo>
                    <a:pt x="1504573" y="274712"/>
                  </a:lnTo>
                  <a:lnTo>
                    <a:pt x="1506852" y="287579"/>
                  </a:lnTo>
                  <a:lnTo>
                    <a:pt x="1509131" y="300518"/>
                  </a:lnTo>
                  <a:lnTo>
                    <a:pt x="1511410" y="312961"/>
                  </a:lnTo>
                  <a:lnTo>
                    <a:pt x="1513689" y="323858"/>
                  </a:lnTo>
                  <a:lnTo>
                    <a:pt x="1515968" y="338582"/>
                  </a:lnTo>
                  <a:lnTo>
                    <a:pt x="1518247" y="355162"/>
                  </a:lnTo>
                  <a:lnTo>
                    <a:pt x="1520526" y="372008"/>
                  </a:lnTo>
                  <a:lnTo>
                    <a:pt x="1522805" y="389191"/>
                  </a:lnTo>
                  <a:lnTo>
                    <a:pt x="1525084" y="405708"/>
                  </a:lnTo>
                  <a:lnTo>
                    <a:pt x="1527363" y="415704"/>
                  </a:lnTo>
                  <a:lnTo>
                    <a:pt x="1529641" y="424746"/>
                  </a:lnTo>
                  <a:lnTo>
                    <a:pt x="1531920" y="438230"/>
                  </a:lnTo>
                  <a:lnTo>
                    <a:pt x="1534199" y="452782"/>
                  </a:lnTo>
                  <a:lnTo>
                    <a:pt x="1536478" y="464029"/>
                  </a:lnTo>
                  <a:lnTo>
                    <a:pt x="1538757" y="473875"/>
                  </a:lnTo>
                  <a:lnTo>
                    <a:pt x="1541036" y="482068"/>
                  </a:lnTo>
                  <a:lnTo>
                    <a:pt x="1543315" y="489231"/>
                  </a:lnTo>
                  <a:lnTo>
                    <a:pt x="1545594" y="495094"/>
                  </a:lnTo>
                  <a:lnTo>
                    <a:pt x="1547873" y="502018"/>
                  </a:lnTo>
                  <a:lnTo>
                    <a:pt x="1550152" y="511361"/>
                  </a:lnTo>
                  <a:lnTo>
                    <a:pt x="1552431" y="517829"/>
                  </a:lnTo>
                  <a:lnTo>
                    <a:pt x="1554710" y="528191"/>
                  </a:lnTo>
                  <a:lnTo>
                    <a:pt x="1556989" y="533702"/>
                  </a:lnTo>
                  <a:lnTo>
                    <a:pt x="1559268" y="538147"/>
                  </a:lnTo>
                  <a:lnTo>
                    <a:pt x="1561547" y="543151"/>
                  </a:lnTo>
                  <a:lnTo>
                    <a:pt x="1563826" y="547422"/>
                  </a:lnTo>
                  <a:lnTo>
                    <a:pt x="1566105" y="549752"/>
                  </a:lnTo>
                  <a:lnTo>
                    <a:pt x="1568384" y="552307"/>
                  </a:lnTo>
                  <a:lnTo>
                    <a:pt x="1570663" y="554861"/>
                  </a:lnTo>
                  <a:lnTo>
                    <a:pt x="1572942" y="557700"/>
                  </a:lnTo>
                  <a:lnTo>
                    <a:pt x="1575221" y="560255"/>
                  </a:lnTo>
                  <a:lnTo>
                    <a:pt x="1577500" y="563268"/>
                  </a:lnTo>
                  <a:lnTo>
                    <a:pt x="1579779" y="570705"/>
                  </a:lnTo>
                  <a:lnTo>
                    <a:pt x="1582058" y="585135"/>
                  </a:lnTo>
                  <a:lnTo>
                    <a:pt x="1584337" y="598402"/>
                  </a:lnTo>
                  <a:lnTo>
                    <a:pt x="1586616" y="614698"/>
                  </a:lnTo>
                  <a:lnTo>
                    <a:pt x="1588895" y="626456"/>
                  </a:lnTo>
                  <a:lnTo>
                    <a:pt x="1591174" y="639249"/>
                  </a:lnTo>
                  <a:lnTo>
                    <a:pt x="1593453" y="656395"/>
                  </a:lnTo>
                  <a:lnTo>
                    <a:pt x="1595731" y="674294"/>
                  </a:lnTo>
                  <a:lnTo>
                    <a:pt x="1598010" y="693992"/>
                  </a:lnTo>
                  <a:lnTo>
                    <a:pt x="1600289" y="710589"/>
                  </a:lnTo>
                  <a:lnTo>
                    <a:pt x="1602568" y="727596"/>
                  </a:lnTo>
                  <a:lnTo>
                    <a:pt x="1604847" y="747339"/>
                  </a:lnTo>
                  <a:lnTo>
                    <a:pt x="1607126" y="767729"/>
                  </a:lnTo>
                  <a:lnTo>
                    <a:pt x="1609405" y="788119"/>
                  </a:lnTo>
                  <a:lnTo>
                    <a:pt x="1611684" y="808508"/>
                  </a:lnTo>
                  <a:lnTo>
                    <a:pt x="1613963" y="826854"/>
                  </a:lnTo>
                  <a:lnTo>
                    <a:pt x="1616242" y="838155"/>
                  </a:lnTo>
                  <a:lnTo>
                    <a:pt x="1618521" y="846704"/>
                  </a:lnTo>
                  <a:lnTo>
                    <a:pt x="1620800" y="850641"/>
                  </a:lnTo>
                  <a:lnTo>
                    <a:pt x="1623079" y="853720"/>
                  </a:lnTo>
                  <a:lnTo>
                    <a:pt x="1625358" y="856179"/>
                  </a:lnTo>
                  <a:lnTo>
                    <a:pt x="1627637" y="858354"/>
                  </a:lnTo>
                  <a:lnTo>
                    <a:pt x="1629916" y="860530"/>
                  </a:lnTo>
                  <a:lnTo>
                    <a:pt x="1632195" y="856727"/>
                  </a:lnTo>
                  <a:lnTo>
                    <a:pt x="1634474" y="851313"/>
                  </a:lnTo>
                  <a:lnTo>
                    <a:pt x="1636753" y="847044"/>
                  </a:lnTo>
                  <a:lnTo>
                    <a:pt x="1639032" y="840377"/>
                  </a:lnTo>
                  <a:lnTo>
                    <a:pt x="1641311" y="832512"/>
                  </a:lnTo>
                  <a:lnTo>
                    <a:pt x="1643590" y="825166"/>
                  </a:lnTo>
                  <a:lnTo>
                    <a:pt x="1645869" y="817821"/>
                  </a:lnTo>
                  <a:lnTo>
                    <a:pt x="1648148" y="809002"/>
                  </a:lnTo>
                  <a:lnTo>
                    <a:pt x="1650427" y="800814"/>
                  </a:lnTo>
                  <a:lnTo>
                    <a:pt x="1652706" y="795931"/>
                  </a:lnTo>
                  <a:lnTo>
                    <a:pt x="1654985" y="791049"/>
                  </a:lnTo>
                  <a:lnTo>
                    <a:pt x="1657264" y="786167"/>
                  </a:lnTo>
                  <a:lnTo>
                    <a:pt x="1659543" y="780916"/>
                  </a:lnTo>
                  <a:lnTo>
                    <a:pt x="1661822" y="775766"/>
                  </a:lnTo>
                  <a:lnTo>
                    <a:pt x="1664100" y="769220"/>
                  </a:lnTo>
                  <a:lnTo>
                    <a:pt x="1666379" y="762018"/>
                  </a:lnTo>
                  <a:lnTo>
                    <a:pt x="1668658" y="756067"/>
                  </a:lnTo>
                  <a:lnTo>
                    <a:pt x="1670937" y="745681"/>
                  </a:lnTo>
                  <a:lnTo>
                    <a:pt x="1673216" y="742239"/>
                  </a:lnTo>
                  <a:lnTo>
                    <a:pt x="1675495" y="740044"/>
                  </a:lnTo>
                  <a:lnTo>
                    <a:pt x="1677774" y="737530"/>
                  </a:lnTo>
                  <a:lnTo>
                    <a:pt x="1680053" y="734147"/>
                  </a:lnTo>
                  <a:lnTo>
                    <a:pt x="1682332" y="732248"/>
                  </a:lnTo>
                  <a:lnTo>
                    <a:pt x="1684611" y="735421"/>
                  </a:lnTo>
                  <a:lnTo>
                    <a:pt x="1686890" y="742618"/>
                  </a:lnTo>
                  <a:lnTo>
                    <a:pt x="1689169" y="749814"/>
                  </a:lnTo>
                  <a:lnTo>
                    <a:pt x="1691448" y="757010"/>
                  </a:lnTo>
                  <a:lnTo>
                    <a:pt x="1693727" y="765982"/>
                  </a:lnTo>
                  <a:lnTo>
                    <a:pt x="1696006" y="780313"/>
                  </a:lnTo>
                  <a:lnTo>
                    <a:pt x="1698285" y="796061"/>
                  </a:lnTo>
                  <a:lnTo>
                    <a:pt x="1700564" y="814769"/>
                  </a:lnTo>
                  <a:lnTo>
                    <a:pt x="1702843" y="832295"/>
                  </a:lnTo>
                  <a:lnTo>
                    <a:pt x="1705122" y="854359"/>
                  </a:lnTo>
                  <a:lnTo>
                    <a:pt x="1707401" y="875387"/>
                  </a:lnTo>
                  <a:lnTo>
                    <a:pt x="1709680" y="892063"/>
                  </a:lnTo>
                  <a:lnTo>
                    <a:pt x="1711959" y="907985"/>
                  </a:lnTo>
                  <a:lnTo>
                    <a:pt x="1713839" y="922953"/>
                  </a:lnTo>
                  <a:lnTo>
                    <a:pt x="1816928" y="922953"/>
                  </a:lnTo>
                  <a:lnTo>
                    <a:pt x="1819070" y="901498"/>
                  </a:lnTo>
                  <a:lnTo>
                    <a:pt x="1821349" y="877795"/>
                  </a:lnTo>
                  <a:lnTo>
                    <a:pt x="1823628" y="853364"/>
                  </a:lnTo>
                  <a:lnTo>
                    <a:pt x="1825907" y="828932"/>
                  </a:lnTo>
                  <a:lnTo>
                    <a:pt x="1828186" y="804500"/>
                  </a:lnTo>
                  <a:lnTo>
                    <a:pt x="1830465" y="779190"/>
                  </a:lnTo>
                  <a:lnTo>
                    <a:pt x="1832744" y="753829"/>
                  </a:lnTo>
                  <a:lnTo>
                    <a:pt x="1835023" y="733842"/>
                  </a:lnTo>
                  <a:lnTo>
                    <a:pt x="1837302" y="716902"/>
                  </a:lnTo>
                  <a:lnTo>
                    <a:pt x="1839581" y="702431"/>
                  </a:lnTo>
                  <a:lnTo>
                    <a:pt x="1841860" y="686819"/>
                  </a:lnTo>
                  <a:lnTo>
                    <a:pt x="1844139" y="672054"/>
                  </a:lnTo>
                  <a:lnTo>
                    <a:pt x="1846418" y="659388"/>
                  </a:lnTo>
                  <a:lnTo>
                    <a:pt x="1848697" y="647315"/>
                  </a:lnTo>
                  <a:lnTo>
                    <a:pt x="1850976" y="636841"/>
                  </a:lnTo>
                  <a:lnTo>
                    <a:pt x="1853255" y="626509"/>
                  </a:lnTo>
                  <a:lnTo>
                    <a:pt x="1855534" y="618134"/>
                  </a:lnTo>
                  <a:lnTo>
                    <a:pt x="1857813" y="611070"/>
                  </a:lnTo>
                  <a:lnTo>
                    <a:pt x="1860092" y="601776"/>
                  </a:lnTo>
                  <a:lnTo>
                    <a:pt x="1862371" y="591723"/>
                  </a:lnTo>
                  <a:lnTo>
                    <a:pt x="1864649" y="579337"/>
                  </a:lnTo>
                  <a:lnTo>
                    <a:pt x="1866928" y="569649"/>
                  </a:lnTo>
                  <a:lnTo>
                    <a:pt x="1869207" y="559962"/>
                  </a:lnTo>
                  <a:lnTo>
                    <a:pt x="1871486" y="550519"/>
                  </a:lnTo>
                  <a:lnTo>
                    <a:pt x="1873765" y="539349"/>
                  </a:lnTo>
                  <a:lnTo>
                    <a:pt x="1876044" y="529202"/>
                  </a:lnTo>
                  <a:lnTo>
                    <a:pt x="1878323" y="519055"/>
                  </a:lnTo>
                  <a:lnTo>
                    <a:pt x="1880602" y="511088"/>
                  </a:lnTo>
                  <a:lnTo>
                    <a:pt x="1882881" y="502646"/>
                  </a:lnTo>
                  <a:lnTo>
                    <a:pt x="1885160" y="494183"/>
                  </a:lnTo>
                  <a:lnTo>
                    <a:pt x="1887439" y="486765"/>
                  </a:lnTo>
                  <a:lnTo>
                    <a:pt x="1889718" y="478060"/>
                  </a:lnTo>
                  <a:lnTo>
                    <a:pt x="1891997" y="472106"/>
                  </a:lnTo>
                  <a:lnTo>
                    <a:pt x="1894276" y="469184"/>
                  </a:lnTo>
                  <a:lnTo>
                    <a:pt x="1896555" y="466293"/>
                  </a:lnTo>
                  <a:lnTo>
                    <a:pt x="1898834" y="467150"/>
                  </a:lnTo>
                  <a:lnTo>
                    <a:pt x="1901113" y="467309"/>
                  </a:lnTo>
                  <a:lnTo>
                    <a:pt x="1903392" y="466949"/>
                  </a:lnTo>
                  <a:lnTo>
                    <a:pt x="1905671" y="466590"/>
                  </a:lnTo>
                  <a:lnTo>
                    <a:pt x="1907950" y="467140"/>
                  </a:lnTo>
                  <a:lnTo>
                    <a:pt x="1910229" y="467019"/>
                  </a:lnTo>
                  <a:lnTo>
                    <a:pt x="1912508" y="468830"/>
                  </a:lnTo>
                  <a:lnTo>
                    <a:pt x="1914787" y="472453"/>
                  </a:lnTo>
                  <a:lnTo>
                    <a:pt x="1917066" y="479136"/>
                  </a:lnTo>
                  <a:lnTo>
                    <a:pt x="1919345" y="485432"/>
                  </a:lnTo>
                  <a:lnTo>
                    <a:pt x="1921624" y="492062"/>
                  </a:lnTo>
                  <a:lnTo>
                    <a:pt x="1923903" y="498692"/>
                  </a:lnTo>
                  <a:lnTo>
                    <a:pt x="1926182" y="502140"/>
                  </a:lnTo>
                  <a:lnTo>
                    <a:pt x="1928461" y="505429"/>
                  </a:lnTo>
                  <a:lnTo>
                    <a:pt x="1930739" y="509545"/>
                  </a:lnTo>
                  <a:lnTo>
                    <a:pt x="1933018" y="511404"/>
                  </a:lnTo>
                  <a:lnTo>
                    <a:pt x="1935297" y="515693"/>
                  </a:lnTo>
                  <a:lnTo>
                    <a:pt x="1937576" y="520862"/>
                  </a:lnTo>
                  <a:lnTo>
                    <a:pt x="1939855" y="527279"/>
                  </a:lnTo>
                  <a:lnTo>
                    <a:pt x="1942134" y="533696"/>
                  </a:lnTo>
                  <a:lnTo>
                    <a:pt x="1944413" y="540114"/>
                  </a:lnTo>
                  <a:lnTo>
                    <a:pt x="1946692" y="545649"/>
                  </a:lnTo>
                  <a:lnTo>
                    <a:pt x="1948971" y="549788"/>
                  </a:lnTo>
                  <a:lnTo>
                    <a:pt x="1951250" y="547792"/>
                  </a:lnTo>
                  <a:lnTo>
                    <a:pt x="1953529" y="545110"/>
                  </a:lnTo>
                  <a:lnTo>
                    <a:pt x="1955808" y="544488"/>
                  </a:lnTo>
                  <a:lnTo>
                    <a:pt x="1958087" y="545736"/>
                  </a:lnTo>
                  <a:lnTo>
                    <a:pt x="1960366" y="547654"/>
                  </a:lnTo>
                  <a:lnTo>
                    <a:pt x="1962645" y="552295"/>
                  </a:lnTo>
                  <a:lnTo>
                    <a:pt x="1964924" y="557886"/>
                  </a:lnTo>
                  <a:lnTo>
                    <a:pt x="1967203" y="563477"/>
                  </a:lnTo>
                  <a:lnTo>
                    <a:pt x="1969482" y="565396"/>
                  </a:lnTo>
                  <a:lnTo>
                    <a:pt x="1971761" y="568627"/>
                  </a:lnTo>
                  <a:lnTo>
                    <a:pt x="1974040" y="571857"/>
                  </a:lnTo>
                  <a:lnTo>
                    <a:pt x="1976319" y="576671"/>
                  </a:lnTo>
                  <a:lnTo>
                    <a:pt x="1978598" y="582889"/>
                  </a:lnTo>
                  <a:lnTo>
                    <a:pt x="1980877" y="591441"/>
                  </a:lnTo>
                  <a:lnTo>
                    <a:pt x="1983156" y="600259"/>
                  </a:lnTo>
                  <a:lnTo>
                    <a:pt x="1985435" y="611769"/>
                  </a:lnTo>
                  <a:lnTo>
                    <a:pt x="1987714" y="623595"/>
                  </a:lnTo>
                  <a:lnTo>
                    <a:pt x="1989993" y="635133"/>
                  </a:lnTo>
                  <a:lnTo>
                    <a:pt x="1992272" y="645647"/>
                  </a:lnTo>
                  <a:lnTo>
                    <a:pt x="1994551" y="656161"/>
                  </a:lnTo>
                  <a:lnTo>
                    <a:pt x="1996830" y="664496"/>
                  </a:lnTo>
                  <a:lnTo>
                    <a:pt x="1999108" y="672576"/>
                  </a:lnTo>
                  <a:lnTo>
                    <a:pt x="2001387" y="683747"/>
                  </a:lnTo>
                  <a:lnTo>
                    <a:pt x="2003666" y="698840"/>
                  </a:lnTo>
                  <a:lnTo>
                    <a:pt x="2005945" y="713143"/>
                  </a:lnTo>
                  <a:lnTo>
                    <a:pt x="2008224" y="727861"/>
                  </a:lnTo>
                  <a:lnTo>
                    <a:pt x="2010503" y="738766"/>
                  </a:lnTo>
                  <a:lnTo>
                    <a:pt x="2012782" y="746542"/>
                  </a:lnTo>
                  <a:lnTo>
                    <a:pt x="2015061" y="749575"/>
                  </a:lnTo>
                  <a:lnTo>
                    <a:pt x="2017340" y="753912"/>
                  </a:lnTo>
                  <a:lnTo>
                    <a:pt x="2019619" y="756480"/>
                  </a:lnTo>
                  <a:lnTo>
                    <a:pt x="2021898" y="758329"/>
                  </a:lnTo>
                  <a:lnTo>
                    <a:pt x="2024177" y="760177"/>
                  </a:lnTo>
                  <a:lnTo>
                    <a:pt x="2026456" y="762697"/>
                  </a:lnTo>
                  <a:lnTo>
                    <a:pt x="2028735" y="764243"/>
                  </a:lnTo>
                  <a:lnTo>
                    <a:pt x="2031014" y="763739"/>
                  </a:lnTo>
                  <a:lnTo>
                    <a:pt x="2033293" y="762897"/>
                  </a:lnTo>
                  <a:lnTo>
                    <a:pt x="2035572" y="762727"/>
                  </a:lnTo>
                  <a:lnTo>
                    <a:pt x="2037851" y="760705"/>
                  </a:lnTo>
                  <a:lnTo>
                    <a:pt x="2040130" y="758683"/>
                  </a:lnTo>
                  <a:lnTo>
                    <a:pt x="2042409" y="755653"/>
                  </a:lnTo>
                  <a:lnTo>
                    <a:pt x="2044688" y="753727"/>
                  </a:lnTo>
                  <a:lnTo>
                    <a:pt x="2046967" y="751834"/>
                  </a:lnTo>
                  <a:lnTo>
                    <a:pt x="2049246" y="753714"/>
                  </a:lnTo>
                  <a:lnTo>
                    <a:pt x="2051525" y="752864"/>
                  </a:lnTo>
                  <a:lnTo>
                    <a:pt x="2053804" y="754527"/>
                  </a:lnTo>
                  <a:lnTo>
                    <a:pt x="2056083" y="755922"/>
                  </a:lnTo>
                  <a:lnTo>
                    <a:pt x="2058362" y="756651"/>
                  </a:lnTo>
                  <a:lnTo>
                    <a:pt x="2060641" y="757379"/>
                  </a:lnTo>
                  <a:lnTo>
                    <a:pt x="2062920" y="758689"/>
                  </a:lnTo>
                  <a:lnTo>
                    <a:pt x="2065198" y="762625"/>
                  </a:lnTo>
                  <a:lnTo>
                    <a:pt x="2067477" y="769650"/>
                  </a:lnTo>
                  <a:lnTo>
                    <a:pt x="2069756" y="777661"/>
                  </a:lnTo>
                  <a:lnTo>
                    <a:pt x="2072035" y="785736"/>
                  </a:lnTo>
                  <a:lnTo>
                    <a:pt x="2074314" y="793082"/>
                  </a:lnTo>
                  <a:lnTo>
                    <a:pt x="2076593" y="799180"/>
                  </a:lnTo>
                  <a:lnTo>
                    <a:pt x="2078872" y="804941"/>
                  </a:lnTo>
                  <a:lnTo>
                    <a:pt x="2081151" y="810036"/>
                  </a:lnTo>
                  <a:lnTo>
                    <a:pt x="2083430" y="815469"/>
                  </a:lnTo>
                  <a:lnTo>
                    <a:pt x="2085709" y="824951"/>
                  </a:lnTo>
                  <a:lnTo>
                    <a:pt x="2087988" y="833263"/>
                  </a:lnTo>
                  <a:lnTo>
                    <a:pt x="2090267" y="841576"/>
                  </a:lnTo>
                  <a:lnTo>
                    <a:pt x="2092546" y="851264"/>
                  </a:lnTo>
                  <a:lnTo>
                    <a:pt x="2094825" y="860305"/>
                  </a:lnTo>
                  <a:lnTo>
                    <a:pt x="2097104" y="869346"/>
                  </a:lnTo>
                  <a:lnTo>
                    <a:pt x="2099383" y="877562"/>
                  </a:lnTo>
                  <a:lnTo>
                    <a:pt x="2101662" y="883086"/>
                  </a:lnTo>
                  <a:lnTo>
                    <a:pt x="2103941" y="888294"/>
                  </a:lnTo>
                  <a:lnTo>
                    <a:pt x="2106220" y="893257"/>
                  </a:lnTo>
                  <a:lnTo>
                    <a:pt x="2108499" y="897556"/>
                  </a:lnTo>
                  <a:lnTo>
                    <a:pt x="2110778" y="901853"/>
                  </a:lnTo>
                  <a:lnTo>
                    <a:pt x="2113057" y="906817"/>
                  </a:lnTo>
                  <a:lnTo>
                    <a:pt x="2115336" y="911781"/>
                  </a:lnTo>
                  <a:lnTo>
                    <a:pt x="2117615" y="914480"/>
                  </a:lnTo>
                  <a:lnTo>
                    <a:pt x="2119894" y="912215"/>
                  </a:lnTo>
                  <a:lnTo>
                    <a:pt x="2122173" y="908912"/>
                  </a:lnTo>
                  <a:lnTo>
                    <a:pt x="2124452" y="904547"/>
                  </a:lnTo>
                  <a:lnTo>
                    <a:pt x="2126731" y="900501"/>
                  </a:lnTo>
                  <a:lnTo>
                    <a:pt x="2129010" y="898079"/>
                  </a:lnTo>
                  <a:lnTo>
                    <a:pt x="2131289" y="895988"/>
                  </a:lnTo>
                  <a:lnTo>
                    <a:pt x="2133567" y="892379"/>
                  </a:lnTo>
                  <a:lnTo>
                    <a:pt x="2135846" y="891058"/>
                  </a:lnTo>
                  <a:lnTo>
                    <a:pt x="2138125" y="891123"/>
                  </a:lnTo>
                  <a:lnTo>
                    <a:pt x="2140404" y="891187"/>
                  </a:lnTo>
                  <a:lnTo>
                    <a:pt x="2142683" y="891251"/>
                  </a:lnTo>
                  <a:lnTo>
                    <a:pt x="2144962" y="892289"/>
                  </a:lnTo>
                  <a:lnTo>
                    <a:pt x="2147241" y="895044"/>
                  </a:lnTo>
                  <a:lnTo>
                    <a:pt x="2149520" y="897799"/>
                  </a:lnTo>
                  <a:lnTo>
                    <a:pt x="2151799" y="899888"/>
                  </a:lnTo>
                  <a:lnTo>
                    <a:pt x="2154078" y="903495"/>
                  </a:lnTo>
                  <a:lnTo>
                    <a:pt x="2156357" y="907102"/>
                  </a:lnTo>
                  <a:lnTo>
                    <a:pt x="2158636" y="912051"/>
                  </a:lnTo>
                  <a:lnTo>
                    <a:pt x="2160915" y="915895"/>
                  </a:lnTo>
                  <a:lnTo>
                    <a:pt x="2163194" y="919706"/>
                  </a:lnTo>
                  <a:lnTo>
                    <a:pt x="2164926" y="922953"/>
                  </a:lnTo>
                  <a:lnTo>
                    <a:pt x="2264864" y="922953"/>
                  </a:lnTo>
                  <a:lnTo>
                    <a:pt x="2265747" y="919562"/>
                  </a:lnTo>
                  <a:lnTo>
                    <a:pt x="2268026" y="911488"/>
                  </a:lnTo>
                  <a:lnTo>
                    <a:pt x="2270305" y="902894"/>
                  </a:lnTo>
                  <a:lnTo>
                    <a:pt x="2272584" y="891385"/>
                  </a:lnTo>
                  <a:lnTo>
                    <a:pt x="2274863" y="876756"/>
                  </a:lnTo>
                  <a:lnTo>
                    <a:pt x="2277142" y="862127"/>
                  </a:lnTo>
                  <a:lnTo>
                    <a:pt x="2279421" y="847498"/>
                  </a:lnTo>
                  <a:lnTo>
                    <a:pt x="2281700" y="832204"/>
                  </a:lnTo>
                  <a:lnTo>
                    <a:pt x="2283979" y="816263"/>
                  </a:lnTo>
                  <a:lnTo>
                    <a:pt x="2286258" y="800322"/>
                  </a:lnTo>
                  <a:lnTo>
                    <a:pt x="2288537" y="784381"/>
                  </a:lnTo>
                  <a:lnTo>
                    <a:pt x="2290816" y="766577"/>
                  </a:lnTo>
                  <a:lnTo>
                    <a:pt x="2293095" y="748539"/>
                  </a:lnTo>
                  <a:lnTo>
                    <a:pt x="2295374" y="730502"/>
                  </a:lnTo>
                  <a:lnTo>
                    <a:pt x="2297653" y="715418"/>
                  </a:lnTo>
                  <a:lnTo>
                    <a:pt x="2299932" y="703151"/>
                  </a:lnTo>
                  <a:lnTo>
                    <a:pt x="2302211" y="691212"/>
                  </a:lnTo>
                  <a:lnTo>
                    <a:pt x="2304490" y="679274"/>
                  </a:lnTo>
                  <a:lnTo>
                    <a:pt x="2306769" y="669868"/>
                  </a:lnTo>
                  <a:lnTo>
                    <a:pt x="2309048" y="664348"/>
                  </a:lnTo>
                  <a:lnTo>
                    <a:pt x="2311327" y="659163"/>
                  </a:lnTo>
                  <a:lnTo>
                    <a:pt x="2313606" y="652977"/>
                  </a:lnTo>
                  <a:lnTo>
                    <a:pt x="2315885" y="647793"/>
                  </a:lnTo>
                  <a:lnTo>
                    <a:pt x="2318164" y="643128"/>
                  </a:lnTo>
                  <a:lnTo>
                    <a:pt x="2320443" y="639192"/>
                  </a:lnTo>
                  <a:lnTo>
                    <a:pt x="2322722" y="636112"/>
                  </a:lnTo>
                  <a:lnTo>
                    <a:pt x="2325001" y="635353"/>
                  </a:lnTo>
                  <a:lnTo>
                    <a:pt x="2327280" y="635353"/>
                  </a:lnTo>
                  <a:lnTo>
                    <a:pt x="2329559" y="635353"/>
                  </a:lnTo>
                  <a:lnTo>
                    <a:pt x="2331838" y="636210"/>
                  </a:lnTo>
                  <a:lnTo>
                    <a:pt x="2334116" y="636547"/>
                  </a:lnTo>
                  <a:lnTo>
                    <a:pt x="2336395" y="637066"/>
                  </a:lnTo>
                  <a:lnTo>
                    <a:pt x="2338674" y="638313"/>
                  </a:lnTo>
                  <a:lnTo>
                    <a:pt x="2340953" y="638313"/>
                  </a:lnTo>
                  <a:lnTo>
                    <a:pt x="2343232" y="638313"/>
                  </a:lnTo>
                  <a:lnTo>
                    <a:pt x="2345511" y="639043"/>
                  </a:lnTo>
                  <a:lnTo>
                    <a:pt x="2347790" y="640290"/>
                  </a:lnTo>
                  <a:lnTo>
                    <a:pt x="2350069" y="641684"/>
                  </a:lnTo>
                  <a:lnTo>
                    <a:pt x="2352348" y="643078"/>
                  </a:lnTo>
                  <a:lnTo>
                    <a:pt x="2354627" y="643744"/>
                  </a:lnTo>
                  <a:lnTo>
                    <a:pt x="2356906" y="644410"/>
                  </a:lnTo>
                  <a:lnTo>
                    <a:pt x="2359185" y="645803"/>
                  </a:lnTo>
                  <a:lnTo>
                    <a:pt x="2361464" y="646469"/>
                  </a:lnTo>
                  <a:lnTo>
                    <a:pt x="2363743" y="647135"/>
                  </a:lnTo>
                  <a:lnTo>
                    <a:pt x="2366022" y="647135"/>
                  </a:lnTo>
                  <a:lnTo>
                    <a:pt x="2368301" y="647135"/>
                  </a:lnTo>
                  <a:lnTo>
                    <a:pt x="2370580" y="646406"/>
                  </a:lnTo>
                  <a:lnTo>
                    <a:pt x="2372859" y="645158"/>
                  </a:lnTo>
                  <a:lnTo>
                    <a:pt x="2375138" y="644639"/>
                  </a:lnTo>
                  <a:lnTo>
                    <a:pt x="2377417" y="643783"/>
                  </a:lnTo>
                  <a:lnTo>
                    <a:pt x="2379696" y="646346"/>
                  </a:lnTo>
                  <a:lnTo>
                    <a:pt x="2381975" y="652503"/>
                  </a:lnTo>
                  <a:lnTo>
                    <a:pt x="2384254" y="657855"/>
                  </a:lnTo>
                  <a:lnTo>
                    <a:pt x="2386533" y="663726"/>
                  </a:lnTo>
                  <a:lnTo>
                    <a:pt x="2388812" y="672039"/>
                  </a:lnTo>
                  <a:lnTo>
                    <a:pt x="2391091" y="683472"/>
                  </a:lnTo>
                  <a:lnTo>
                    <a:pt x="2393370" y="694904"/>
                  </a:lnTo>
                  <a:lnTo>
                    <a:pt x="2395649" y="706336"/>
                  </a:lnTo>
                  <a:lnTo>
                    <a:pt x="2397928" y="717768"/>
                  </a:lnTo>
                  <a:lnTo>
                    <a:pt x="2400206" y="729201"/>
                  </a:lnTo>
                  <a:lnTo>
                    <a:pt x="2402485" y="740633"/>
                  </a:lnTo>
                  <a:lnTo>
                    <a:pt x="2404764" y="752065"/>
                  </a:lnTo>
                  <a:lnTo>
                    <a:pt x="2407043" y="765360"/>
                  </a:lnTo>
                  <a:lnTo>
                    <a:pt x="2409322" y="778889"/>
                  </a:lnTo>
                  <a:lnTo>
                    <a:pt x="2411601" y="792418"/>
                  </a:lnTo>
                  <a:lnTo>
                    <a:pt x="2413880" y="803640"/>
                  </a:lnTo>
                  <a:lnTo>
                    <a:pt x="2416159" y="812045"/>
                  </a:lnTo>
                  <a:lnTo>
                    <a:pt x="2418438" y="820787"/>
                  </a:lnTo>
                  <a:lnTo>
                    <a:pt x="2420717" y="829529"/>
                  </a:lnTo>
                  <a:lnTo>
                    <a:pt x="2422996" y="835738"/>
                  </a:lnTo>
                  <a:lnTo>
                    <a:pt x="2425275" y="838063"/>
                  </a:lnTo>
                  <a:lnTo>
                    <a:pt x="2427554" y="840050"/>
                  </a:lnTo>
                  <a:lnTo>
                    <a:pt x="2429833" y="843365"/>
                  </a:lnTo>
                  <a:lnTo>
                    <a:pt x="2432112" y="846630"/>
                  </a:lnTo>
                  <a:lnTo>
                    <a:pt x="2434391" y="850566"/>
                  </a:lnTo>
                  <a:lnTo>
                    <a:pt x="2436670" y="854503"/>
                  </a:lnTo>
                  <a:lnTo>
                    <a:pt x="2438949" y="858439"/>
                  </a:lnTo>
                  <a:lnTo>
                    <a:pt x="2441228" y="859717"/>
                  </a:lnTo>
                  <a:lnTo>
                    <a:pt x="2443507" y="860573"/>
                  </a:lnTo>
                  <a:lnTo>
                    <a:pt x="2445786" y="861429"/>
                  </a:lnTo>
                  <a:lnTo>
                    <a:pt x="2448065" y="861429"/>
                  </a:lnTo>
                  <a:lnTo>
                    <a:pt x="2450344" y="862677"/>
                  </a:lnTo>
                  <a:lnTo>
                    <a:pt x="2452623" y="864071"/>
                  </a:lnTo>
                  <a:lnTo>
                    <a:pt x="2454902" y="864737"/>
                  </a:lnTo>
                  <a:lnTo>
                    <a:pt x="2457181" y="865402"/>
                  </a:lnTo>
                  <a:lnTo>
                    <a:pt x="2459460" y="866067"/>
                  </a:lnTo>
                  <a:lnTo>
                    <a:pt x="2461739" y="866733"/>
                  </a:lnTo>
                  <a:lnTo>
                    <a:pt x="2464018" y="866733"/>
                  </a:lnTo>
                  <a:lnTo>
                    <a:pt x="2466297" y="866067"/>
                  </a:lnTo>
                  <a:lnTo>
                    <a:pt x="2468575" y="866067"/>
                  </a:lnTo>
                  <a:lnTo>
                    <a:pt x="2470854" y="863604"/>
                  </a:lnTo>
                  <a:lnTo>
                    <a:pt x="2473133" y="859330"/>
                  </a:lnTo>
                  <a:lnTo>
                    <a:pt x="2475412" y="852049"/>
                  </a:lnTo>
                  <a:lnTo>
                    <a:pt x="2477691" y="844768"/>
                  </a:lnTo>
                  <a:lnTo>
                    <a:pt x="2479970" y="837488"/>
                  </a:lnTo>
                  <a:lnTo>
                    <a:pt x="2482249" y="831749"/>
                  </a:lnTo>
                  <a:lnTo>
                    <a:pt x="2484528" y="826011"/>
                  </a:lnTo>
                  <a:lnTo>
                    <a:pt x="2486807" y="821001"/>
                  </a:lnTo>
                  <a:lnTo>
                    <a:pt x="2489086" y="816510"/>
                  </a:lnTo>
                  <a:lnTo>
                    <a:pt x="2491365" y="813081"/>
                  </a:lnTo>
                  <a:lnTo>
                    <a:pt x="2493644" y="807427"/>
                  </a:lnTo>
                  <a:lnTo>
                    <a:pt x="2495923" y="803234"/>
                  </a:lnTo>
                  <a:lnTo>
                    <a:pt x="2498202" y="799039"/>
                  </a:lnTo>
                  <a:lnTo>
                    <a:pt x="2500481" y="795649"/>
                  </a:lnTo>
                  <a:lnTo>
                    <a:pt x="2502760" y="792259"/>
                  </a:lnTo>
                  <a:lnTo>
                    <a:pt x="2505039" y="790779"/>
                  </a:lnTo>
                  <a:lnTo>
                    <a:pt x="2507318" y="791245"/>
                  </a:lnTo>
                  <a:lnTo>
                    <a:pt x="2509597" y="795120"/>
                  </a:lnTo>
                  <a:lnTo>
                    <a:pt x="2511876" y="798996"/>
                  </a:lnTo>
                  <a:lnTo>
                    <a:pt x="2514155" y="802871"/>
                  </a:lnTo>
                  <a:lnTo>
                    <a:pt x="2516434" y="806746"/>
                  </a:lnTo>
                  <a:lnTo>
                    <a:pt x="2518713" y="810622"/>
                  </a:lnTo>
                  <a:lnTo>
                    <a:pt x="2520992" y="814497"/>
                  </a:lnTo>
                  <a:lnTo>
                    <a:pt x="2523271" y="818372"/>
                  </a:lnTo>
                  <a:lnTo>
                    <a:pt x="2525550" y="818998"/>
                  </a:lnTo>
                  <a:lnTo>
                    <a:pt x="2527829" y="822692"/>
                  </a:lnTo>
                  <a:lnTo>
                    <a:pt x="2530108" y="826385"/>
                  </a:lnTo>
                  <a:lnTo>
                    <a:pt x="2532387" y="826851"/>
                  </a:lnTo>
                  <a:lnTo>
                    <a:pt x="2534665" y="827316"/>
                  </a:lnTo>
                  <a:lnTo>
                    <a:pt x="2536944" y="826905"/>
                  </a:lnTo>
                  <a:lnTo>
                    <a:pt x="2539223" y="826495"/>
                  </a:lnTo>
                  <a:lnTo>
                    <a:pt x="2541502" y="826084"/>
                  </a:lnTo>
                  <a:lnTo>
                    <a:pt x="2543781" y="825672"/>
                  </a:lnTo>
                  <a:lnTo>
                    <a:pt x="2546060" y="823581"/>
                  </a:lnTo>
                  <a:lnTo>
                    <a:pt x="2548339" y="821201"/>
                  </a:lnTo>
                  <a:lnTo>
                    <a:pt x="2550618" y="818323"/>
                  </a:lnTo>
                  <a:lnTo>
                    <a:pt x="2552897" y="815444"/>
                  </a:lnTo>
                  <a:lnTo>
                    <a:pt x="2555176" y="812565"/>
                  </a:lnTo>
                  <a:lnTo>
                    <a:pt x="2557455" y="809686"/>
                  </a:lnTo>
                  <a:lnTo>
                    <a:pt x="2559734" y="809346"/>
                  </a:lnTo>
                  <a:lnTo>
                    <a:pt x="2562013" y="808276"/>
                  </a:lnTo>
                  <a:lnTo>
                    <a:pt x="2564292" y="807391"/>
                  </a:lnTo>
                  <a:lnTo>
                    <a:pt x="2566571" y="809529"/>
                  </a:lnTo>
                  <a:lnTo>
                    <a:pt x="2568850" y="809529"/>
                  </a:lnTo>
                  <a:lnTo>
                    <a:pt x="2571129" y="810175"/>
                  </a:lnTo>
                  <a:lnTo>
                    <a:pt x="2573408" y="810822"/>
                  </a:lnTo>
                  <a:lnTo>
                    <a:pt x="2575687" y="812295"/>
                  </a:lnTo>
                  <a:lnTo>
                    <a:pt x="2577966" y="813768"/>
                  </a:lnTo>
                  <a:lnTo>
                    <a:pt x="2580245" y="816816"/>
                  </a:lnTo>
                  <a:lnTo>
                    <a:pt x="2582524" y="819864"/>
                  </a:lnTo>
                  <a:lnTo>
                    <a:pt x="2584803" y="821337"/>
                  </a:lnTo>
                  <a:lnTo>
                    <a:pt x="2587082" y="824447"/>
                  </a:lnTo>
                  <a:lnTo>
                    <a:pt x="2589361" y="829367"/>
                  </a:lnTo>
                  <a:lnTo>
                    <a:pt x="2591640" y="837294"/>
                  </a:lnTo>
                  <a:lnTo>
                    <a:pt x="2593919" y="845222"/>
                  </a:lnTo>
                  <a:lnTo>
                    <a:pt x="2596198" y="853975"/>
                  </a:lnTo>
                  <a:lnTo>
                    <a:pt x="2598477" y="863451"/>
                  </a:lnTo>
                  <a:lnTo>
                    <a:pt x="2600756" y="872928"/>
                  </a:lnTo>
                  <a:lnTo>
                    <a:pt x="2603034" y="882405"/>
                  </a:lnTo>
                  <a:lnTo>
                    <a:pt x="2605313" y="892758"/>
                  </a:lnTo>
                  <a:lnTo>
                    <a:pt x="2607592" y="903111"/>
                  </a:lnTo>
                  <a:lnTo>
                    <a:pt x="2609871" y="916027"/>
                  </a:lnTo>
                  <a:lnTo>
                    <a:pt x="2611210" y="922953"/>
                  </a:lnTo>
                  <a:lnTo>
                    <a:pt x="3129756" y="922953"/>
                  </a:lnTo>
                  <a:lnTo>
                    <a:pt x="3131755" y="915136"/>
                  </a:lnTo>
                  <a:lnTo>
                    <a:pt x="3134034" y="906223"/>
                  </a:lnTo>
                  <a:lnTo>
                    <a:pt x="3136313" y="897310"/>
                  </a:lnTo>
                  <a:lnTo>
                    <a:pt x="3138591" y="889274"/>
                  </a:lnTo>
                  <a:lnTo>
                    <a:pt x="3140870" y="883919"/>
                  </a:lnTo>
                  <a:lnTo>
                    <a:pt x="3143149" y="879983"/>
                  </a:lnTo>
                  <a:lnTo>
                    <a:pt x="3145428" y="877783"/>
                  </a:lnTo>
                  <a:lnTo>
                    <a:pt x="3147707" y="874673"/>
                  </a:lnTo>
                  <a:lnTo>
                    <a:pt x="3149986" y="872210"/>
                  </a:lnTo>
                  <a:lnTo>
                    <a:pt x="3152265" y="868920"/>
                  </a:lnTo>
                  <a:lnTo>
                    <a:pt x="3154544" y="865649"/>
                  </a:lnTo>
                  <a:lnTo>
                    <a:pt x="3156823" y="863137"/>
                  </a:lnTo>
                  <a:lnTo>
                    <a:pt x="3159102" y="861743"/>
                  </a:lnTo>
                  <a:lnTo>
                    <a:pt x="3161381" y="859492"/>
                  </a:lnTo>
                  <a:lnTo>
                    <a:pt x="3163660" y="856594"/>
                  </a:lnTo>
                  <a:lnTo>
                    <a:pt x="3165939" y="855347"/>
                  </a:lnTo>
                  <a:lnTo>
                    <a:pt x="3168218" y="854099"/>
                  </a:lnTo>
                  <a:lnTo>
                    <a:pt x="3170497" y="852514"/>
                  </a:lnTo>
                  <a:lnTo>
                    <a:pt x="3172776" y="851785"/>
                  </a:lnTo>
                  <a:lnTo>
                    <a:pt x="3175055" y="851057"/>
                  </a:lnTo>
                  <a:lnTo>
                    <a:pt x="3177334" y="850328"/>
                  </a:lnTo>
                  <a:lnTo>
                    <a:pt x="3179613" y="849080"/>
                  </a:lnTo>
                  <a:lnTo>
                    <a:pt x="3181892" y="848562"/>
                  </a:lnTo>
                  <a:lnTo>
                    <a:pt x="3184171" y="847314"/>
                  </a:lnTo>
                  <a:lnTo>
                    <a:pt x="3186450" y="846066"/>
                  </a:lnTo>
                  <a:lnTo>
                    <a:pt x="3188729" y="844672"/>
                  </a:lnTo>
                  <a:lnTo>
                    <a:pt x="3191008" y="843943"/>
                  </a:lnTo>
                  <a:lnTo>
                    <a:pt x="3193287" y="843214"/>
                  </a:lnTo>
                  <a:lnTo>
                    <a:pt x="3195566" y="839921"/>
                  </a:lnTo>
                  <a:lnTo>
                    <a:pt x="3197845" y="835804"/>
                  </a:lnTo>
                  <a:lnTo>
                    <a:pt x="3200124" y="828457"/>
                  </a:lnTo>
                  <a:lnTo>
                    <a:pt x="3202403" y="818678"/>
                  </a:lnTo>
                  <a:lnTo>
                    <a:pt x="3204681" y="808324"/>
                  </a:lnTo>
                  <a:lnTo>
                    <a:pt x="3206960" y="797242"/>
                  </a:lnTo>
                  <a:lnTo>
                    <a:pt x="3209239" y="786889"/>
                  </a:lnTo>
                  <a:lnTo>
                    <a:pt x="3211518" y="776535"/>
                  </a:lnTo>
                  <a:lnTo>
                    <a:pt x="3213797" y="766182"/>
                  </a:lnTo>
                  <a:lnTo>
                    <a:pt x="3216076" y="755829"/>
                  </a:lnTo>
                  <a:lnTo>
                    <a:pt x="3218355" y="744958"/>
                  </a:lnTo>
                  <a:lnTo>
                    <a:pt x="3220634" y="733827"/>
                  </a:lnTo>
                  <a:lnTo>
                    <a:pt x="3222913" y="724465"/>
                  </a:lnTo>
                  <a:lnTo>
                    <a:pt x="3225192" y="716086"/>
                  </a:lnTo>
                  <a:lnTo>
                    <a:pt x="3227471" y="707707"/>
                  </a:lnTo>
                  <a:lnTo>
                    <a:pt x="3229750" y="700315"/>
                  </a:lnTo>
                  <a:lnTo>
                    <a:pt x="3232029" y="693311"/>
                  </a:lnTo>
                  <a:lnTo>
                    <a:pt x="3234308" y="687861"/>
                  </a:lnTo>
                  <a:lnTo>
                    <a:pt x="3236587" y="684582"/>
                  </a:lnTo>
                  <a:lnTo>
                    <a:pt x="3238866" y="683646"/>
                  </a:lnTo>
                  <a:lnTo>
                    <a:pt x="3241145" y="684189"/>
                  </a:lnTo>
                  <a:lnTo>
                    <a:pt x="3243424" y="683302"/>
                  </a:lnTo>
                  <a:lnTo>
                    <a:pt x="3245703" y="682417"/>
                  </a:lnTo>
                  <a:lnTo>
                    <a:pt x="3247982" y="682050"/>
                  </a:lnTo>
                  <a:lnTo>
                    <a:pt x="3250261" y="681164"/>
                  </a:lnTo>
                  <a:lnTo>
                    <a:pt x="3252540" y="681975"/>
                  </a:lnTo>
                  <a:lnTo>
                    <a:pt x="3254819" y="685026"/>
                  </a:lnTo>
                  <a:lnTo>
                    <a:pt x="3257098" y="686604"/>
                  </a:lnTo>
                  <a:lnTo>
                    <a:pt x="3259377" y="688158"/>
                  </a:lnTo>
                  <a:lnTo>
                    <a:pt x="3261656" y="691185"/>
                  </a:lnTo>
                  <a:lnTo>
                    <a:pt x="3263935" y="696031"/>
                  </a:lnTo>
                  <a:lnTo>
                    <a:pt x="3266214" y="698559"/>
                  </a:lnTo>
                  <a:lnTo>
                    <a:pt x="3268493" y="700985"/>
                  </a:lnTo>
                  <a:lnTo>
                    <a:pt x="3270772" y="704058"/>
                  </a:lnTo>
                  <a:lnTo>
                    <a:pt x="3273050" y="705706"/>
                  </a:lnTo>
                  <a:lnTo>
                    <a:pt x="3275329" y="706237"/>
                  </a:lnTo>
                  <a:lnTo>
                    <a:pt x="3277608" y="708502"/>
                  </a:lnTo>
                  <a:lnTo>
                    <a:pt x="3279887" y="711662"/>
                  </a:lnTo>
                  <a:lnTo>
                    <a:pt x="3282166" y="720524"/>
                  </a:lnTo>
                  <a:lnTo>
                    <a:pt x="3284445" y="731711"/>
                  </a:lnTo>
                  <a:lnTo>
                    <a:pt x="3286724" y="743237"/>
                  </a:lnTo>
                  <a:lnTo>
                    <a:pt x="3289003" y="753728"/>
                  </a:lnTo>
                  <a:lnTo>
                    <a:pt x="3291282" y="767345"/>
                  </a:lnTo>
                  <a:lnTo>
                    <a:pt x="3293561" y="786666"/>
                  </a:lnTo>
                  <a:lnTo>
                    <a:pt x="3295840" y="803352"/>
                  </a:lnTo>
                  <a:lnTo>
                    <a:pt x="3298119" y="816592"/>
                  </a:lnTo>
                  <a:lnTo>
                    <a:pt x="3300398" y="825231"/>
                  </a:lnTo>
                  <a:lnTo>
                    <a:pt x="3302677" y="829713"/>
                  </a:lnTo>
                  <a:lnTo>
                    <a:pt x="3304956" y="830023"/>
                  </a:lnTo>
                  <a:lnTo>
                    <a:pt x="3307235" y="830393"/>
                  </a:lnTo>
                  <a:lnTo>
                    <a:pt x="3309514" y="828570"/>
                  </a:lnTo>
                  <a:lnTo>
                    <a:pt x="3311793" y="828189"/>
                  </a:lnTo>
                  <a:lnTo>
                    <a:pt x="3314072" y="829114"/>
                  </a:lnTo>
                  <a:lnTo>
                    <a:pt x="3316351" y="832712"/>
                  </a:lnTo>
                  <a:lnTo>
                    <a:pt x="3318630" y="838745"/>
                  </a:lnTo>
                  <a:lnTo>
                    <a:pt x="3320909" y="845351"/>
                  </a:lnTo>
                  <a:lnTo>
                    <a:pt x="3323188" y="852723"/>
                  </a:lnTo>
                  <a:lnTo>
                    <a:pt x="3325467" y="860058"/>
                  </a:lnTo>
                  <a:lnTo>
                    <a:pt x="3327746" y="866452"/>
                  </a:lnTo>
                  <a:lnTo>
                    <a:pt x="3330025" y="875421"/>
                  </a:lnTo>
                  <a:lnTo>
                    <a:pt x="3332304" y="885679"/>
                  </a:lnTo>
                  <a:lnTo>
                    <a:pt x="3334583" y="898832"/>
                  </a:lnTo>
                  <a:lnTo>
                    <a:pt x="3336862" y="914889"/>
                  </a:lnTo>
                  <a:lnTo>
                    <a:pt x="3337838" y="922953"/>
                  </a:lnTo>
                  <a:lnTo>
                    <a:pt x="3405532" y="922953"/>
                  </a:lnTo>
                  <a:lnTo>
                    <a:pt x="3407509" y="909811"/>
                  </a:lnTo>
                  <a:lnTo>
                    <a:pt x="3409788" y="888960"/>
                  </a:lnTo>
                  <a:lnTo>
                    <a:pt x="3412067" y="870172"/>
                  </a:lnTo>
                  <a:lnTo>
                    <a:pt x="3414346" y="854572"/>
                  </a:lnTo>
                  <a:lnTo>
                    <a:pt x="3416625" y="843960"/>
                  </a:lnTo>
                  <a:lnTo>
                    <a:pt x="3418904" y="838466"/>
                  </a:lnTo>
                  <a:lnTo>
                    <a:pt x="3421183" y="835464"/>
                  </a:lnTo>
                  <a:lnTo>
                    <a:pt x="3423462" y="831145"/>
                  </a:lnTo>
                  <a:lnTo>
                    <a:pt x="3425741" y="827959"/>
                  </a:lnTo>
                  <a:lnTo>
                    <a:pt x="3428020" y="823519"/>
                  </a:lnTo>
                  <a:lnTo>
                    <a:pt x="3430299" y="821784"/>
                  </a:lnTo>
                  <a:lnTo>
                    <a:pt x="3432578" y="821233"/>
                  </a:lnTo>
                  <a:lnTo>
                    <a:pt x="3434857" y="820683"/>
                  </a:lnTo>
                  <a:lnTo>
                    <a:pt x="3437136" y="820132"/>
                  </a:lnTo>
                  <a:lnTo>
                    <a:pt x="3439415" y="820235"/>
                  </a:lnTo>
                  <a:lnTo>
                    <a:pt x="3441694" y="819684"/>
                  </a:lnTo>
                  <a:lnTo>
                    <a:pt x="3443973" y="819346"/>
                  </a:lnTo>
                  <a:lnTo>
                    <a:pt x="3446252" y="818570"/>
                  </a:lnTo>
                  <a:lnTo>
                    <a:pt x="3448531" y="814269"/>
                  </a:lnTo>
                  <a:lnTo>
                    <a:pt x="3450810" y="806681"/>
                  </a:lnTo>
                  <a:lnTo>
                    <a:pt x="3453089" y="796323"/>
                  </a:lnTo>
                  <a:lnTo>
                    <a:pt x="3455368" y="783872"/>
                  </a:lnTo>
                  <a:lnTo>
                    <a:pt x="3457647" y="773473"/>
                  </a:lnTo>
                  <a:lnTo>
                    <a:pt x="3459926" y="765202"/>
                  </a:lnTo>
                  <a:lnTo>
                    <a:pt x="3462205" y="761625"/>
                  </a:lnTo>
                  <a:lnTo>
                    <a:pt x="3464484" y="757792"/>
                  </a:lnTo>
                  <a:lnTo>
                    <a:pt x="3466763" y="752714"/>
                  </a:lnTo>
                  <a:lnTo>
                    <a:pt x="3469042" y="748009"/>
                  </a:lnTo>
                  <a:lnTo>
                    <a:pt x="3471321" y="740498"/>
                  </a:lnTo>
                  <a:lnTo>
                    <a:pt x="3473599" y="731328"/>
                  </a:lnTo>
                  <a:lnTo>
                    <a:pt x="3475878" y="723729"/>
                  </a:lnTo>
                  <a:lnTo>
                    <a:pt x="3478157" y="715465"/>
                  </a:lnTo>
                  <a:lnTo>
                    <a:pt x="3480436" y="706472"/>
                  </a:lnTo>
                  <a:lnTo>
                    <a:pt x="3482715" y="701090"/>
                  </a:lnTo>
                  <a:lnTo>
                    <a:pt x="3484994" y="695194"/>
                  </a:lnTo>
                  <a:lnTo>
                    <a:pt x="3487273" y="688542"/>
                  </a:lnTo>
                  <a:lnTo>
                    <a:pt x="3489552" y="682666"/>
                  </a:lnTo>
                  <a:lnTo>
                    <a:pt x="3491831" y="671829"/>
                  </a:lnTo>
                  <a:lnTo>
                    <a:pt x="3494110" y="659002"/>
                  </a:lnTo>
                  <a:lnTo>
                    <a:pt x="3496389" y="644354"/>
                  </a:lnTo>
                  <a:lnTo>
                    <a:pt x="3498668" y="629373"/>
                  </a:lnTo>
                  <a:lnTo>
                    <a:pt x="3500947" y="613676"/>
                  </a:lnTo>
                  <a:lnTo>
                    <a:pt x="3503226" y="597373"/>
                  </a:lnTo>
                  <a:lnTo>
                    <a:pt x="3505505" y="580782"/>
                  </a:lnTo>
                  <a:lnTo>
                    <a:pt x="3507784" y="563308"/>
                  </a:lnTo>
                  <a:lnTo>
                    <a:pt x="3510063" y="546780"/>
                  </a:lnTo>
                  <a:lnTo>
                    <a:pt x="3512342" y="533664"/>
                  </a:lnTo>
                  <a:lnTo>
                    <a:pt x="3514621" y="521128"/>
                  </a:lnTo>
                  <a:lnTo>
                    <a:pt x="3516900" y="508377"/>
                  </a:lnTo>
                  <a:lnTo>
                    <a:pt x="3519179" y="494640"/>
                  </a:lnTo>
                  <a:lnTo>
                    <a:pt x="3521458" y="482087"/>
                  </a:lnTo>
                  <a:lnTo>
                    <a:pt x="3523737" y="470547"/>
                  </a:lnTo>
                  <a:lnTo>
                    <a:pt x="3526016" y="464063"/>
                  </a:lnTo>
                  <a:lnTo>
                    <a:pt x="3528295" y="460067"/>
                  </a:lnTo>
                  <a:lnTo>
                    <a:pt x="3530574" y="456328"/>
                  </a:lnTo>
                  <a:lnTo>
                    <a:pt x="3532853" y="452203"/>
                  </a:lnTo>
                  <a:lnTo>
                    <a:pt x="3535132" y="446330"/>
                  </a:lnTo>
                  <a:lnTo>
                    <a:pt x="3537411" y="439535"/>
                  </a:lnTo>
                  <a:lnTo>
                    <a:pt x="3539689" y="436137"/>
                  </a:lnTo>
                  <a:lnTo>
                    <a:pt x="3541968" y="433801"/>
                  </a:lnTo>
                  <a:lnTo>
                    <a:pt x="3544247" y="433174"/>
                  </a:lnTo>
                  <a:lnTo>
                    <a:pt x="3546526" y="430756"/>
                  </a:lnTo>
                  <a:lnTo>
                    <a:pt x="3548805" y="430027"/>
                  </a:lnTo>
                  <a:lnTo>
                    <a:pt x="3551084" y="429141"/>
                  </a:lnTo>
                  <a:lnTo>
                    <a:pt x="3553363" y="428774"/>
                  </a:lnTo>
                  <a:lnTo>
                    <a:pt x="3555642" y="427198"/>
                  </a:lnTo>
                  <a:lnTo>
                    <a:pt x="3557921" y="426311"/>
                  </a:lnTo>
                  <a:lnTo>
                    <a:pt x="3560200" y="425944"/>
                  </a:lnTo>
                  <a:lnTo>
                    <a:pt x="3562479" y="423439"/>
                  </a:lnTo>
                  <a:lnTo>
                    <a:pt x="3564758" y="423170"/>
                  </a:lnTo>
                  <a:lnTo>
                    <a:pt x="3567037" y="424021"/>
                  </a:lnTo>
                  <a:lnTo>
                    <a:pt x="3569316" y="426109"/>
                  </a:lnTo>
                  <a:lnTo>
                    <a:pt x="3571595" y="431205"/>
                  </a:lnTo>
                  <a:lnTo>
                    <a:pt x="3573874" y="435653"/>
                  </a:lnTo>
                  <a:lnTo>
                    <a:pt x="3576153" y="439769"/>
                  </a:lnTo>
                  <a:lnTo>
                    <a:pt x="3578432" y="441841"/>
                  </a:lnTo>
                  <a:lnTo>
                    <a:pt x="3580711" y="442622"/>
                  </a:lnTo>
                  <a:lnTo>
                    <a:pt x="3582990" y="443687"/>
                  </a:lnTo>
                  <a:lnTo>
                    <a:pt x="3585269" y="446704"/>
                  </a:lnTo>
                  <a:lnTo>
                    <a:pt x="3587548" y="450481"/>
                  </a:lnTo>
                  <a:lnTo>
                    <a:pt x="3589827" y="449219"/>
                  </a:lnTo>
                  <a:lnTo>
                    <a:pt x="3592106" y="446348"/>
                  </a:lnTo>
                  <a:lnTo>
                    <a:pt x="3594385" y="443858"/>
                  </a:lnTo>
                  <a:lnTo>
                    <a:pt x="3596664" y="442098"/>
                  </a:lnTo>
                  <a:lnTo>
                    <a:pt x="3598943" y="438115"/>
                  </a:lnTo>
                  <a:lnTo>
                    <a:pt x="3601222" y="435861"/>
                  </a:lnTo>
                  <a:lnTo>
                    <a:pt x="3603501" y="434902"/>
                  </a:lnTo>
                  <a:lnTo>
                    <a:pt x="3605780" y="433556"/>
                  </a:lnTo>
                  <a:lnTo>
                    <a:pt x="3608058" y="436112"/>
                  </a:lnTo>
                  <a:lnTo>
                    <a:pt x="3610337" y="438334"/>
                  </a:lnTo>
                  <a:lnTo>
                    <a:pt x="3612616" y="441074"/>
                  </a:lnTo>
                  <a:lnTo>
                    <a:pt x="3614895" y="443296"/>
                  </a:lnTo>
                  <a:lnTo>
                    <a:pt x="3617174" y="445000"/>
                  </a:lnTo>
                  <a:lnTo>
                    <a:pt x="3619453" y="446246"/>
                  </a:lnTo>
                  <a:lnTo>
                    <a:pt x="3621732" y="447377"/>
                  </a:lnTo>
                  <a:lnTo>
                    <a:pt x="3624011" y="452448"/>
                  </a:lnTo>
                  <a:lnTo>
                    <a:pt x="3626290" y="457235"/>
                  </a:lnTo>
                  <a:lnTo>
                    <a:pt x="3628569" y="461385"/>
                  </a:lnTo>
                  <a:lnTo>
                    <a:pt x="3630848" y="465097"/>
                  </a:lnTo>
                  <a:lnTo>
                    <a:pt x="3633127" y="469024"/>
                  </a:lnTo>
                  <a:lnTo>
                    <a:pt x="3635406" y="471529"/>
                  </a:lnTo>
                  <a:lnTo>
                    <a:pt x="3637685" y="472568"/>
                  </a:lnTo>
                  <a:lnTo>
                    <a:pt x="3639964" y="474310"/>
                  </a:lnTo>
                  <a:lnTo>
                    <a:pt x="3642243" y="470636"/>
                  </a:lnTo>
                  <a:lnTo>
                    <a:pt x="3644522" y="462732"/>
                  </a:lnTo>
                  <a:lnTo>
                    <a:pt x="3646801" y="453388"/>
                  </a:lnTo>
                  <a:lnTo>
                    <a:pt x="3649080" y="443337"/>
                  </a:lnTo>
                  <a:lnTo>
                    <a:pt x="3651359" y="434744"/>
                  </a:lnTo>
                  <a:lnTo>
                    <a:pt x="3653638" y="429483"/>
                  </a:lnTo>
                  <a:lnTo>
                    <a:pt x="3655917" y="422079"/>
                  </a:lnTo>
                  <a:lnTo>
                    <a:pt x="3658196" y="416167"/>
                  </a:lnTo>
                  <a:lnTo>
                    <a:pt x="3660475" y="412511"/>
                  </a:lnTo>
                  <a:lnTo>
                    <a:pt x="3662754" y="407619"/>
                  </a:lnTo>
                  <a:lnTo>
                    <a:pt x="3665033" y="402651"/>
                  </a:lnTo>
                  <a:lnTo>
                    <a:pt x="3667312" y="397839"/>
                  </a:lnTo>
                  <a:lnTo>
                    <a:pt x="3669591" y="392568"/>
                  </a:lnTo>
                  <a:lnTo>
                    <a:pt x="3671870" y="385552"/>
                  </a:lnTo>
                  <a:lnTo>
                    <a:pt x="3674148" y="376775"/>
                  </a:lnTo>
                  <a:lnTo>
                    <a:pt x="3676427" y="369221"/>
                  </a:lnTo>
                  <a:lnTo>
                    <a:pt x="3678706" y="365457"/>
                  </a:lnTo>
                  <a:lnTo>
                    <a:pt x="3680985" y="363547"/>
                  </a:lnTo>
                  <a:lnTo>
                    <a:pt x="3683264" y="362992"/>
                  </a:lnTo>
                  <a:lnTo>
                    <a:pt x="3685543" y="361846"/>
                  </a:lnTo>
                  <a:lnTo>
                    <a:pt x="3687822" y="355781"/>
                  </a:lnTo>
                  <a:lnTo>
                    <a:pt x="3690101" y="346765"/>
                  </a:lnTo>
                  <a:lnTo>
                    <a:pt x="3692380" y="335013"/>
                  </a:lnTo>
                  <a:lnTo>
                    <a:pt x="3694659" y="322866"/>
                  </a:lnTo>
                  <a:lnTo>
                    <a:pt x="3696938" y="312393"/>
                  </a:lnTo>
                  <a:lnTo>
                    <a:pt x="3699217" y="301515"/>
                  </a:lnTo>
                  <a:lnTo>
                    <a:pt x="3701496" y="290636"/>
                  </a:lnTo>
                  <a:lnTo>
                    <a:pt x="3703775" y="281463"/>
                  </a:lnTo>
                  <a:lnTo>
                    <a:pt x="3706054" y="281142"/>
                  </a:lnTo>
                  <a:lnTo>
                    <a:pt x="3708333" y="282431"/>
                  </a:lnTo>
                  <a:lnTo>
                    <a:pt x="3710612" y="283534"/>
                  </a:lnTo>
                  <a:lnTo>
                    <a:pt x="3712891" y="283948"/>
                  </a:lnTo>
                  <a:lnTo>
                    <a:pt x="3715170" y="284361"/>
                  </a:lnTo>
                  <a:lnTo>
                    <a:pt x="3717449" y="282874"/>
                  </a:lnTo>
                  <a:lnTo>
                    <a:pt x="3719728" y="280781"/>
                  </a:lnTo>
                  <a:lnTo>
                    <a:pt x="3722007" y="281096"/>
                  </a:lnTo>
                  <a:lnTo>
                    <a:pt x="3724286" y="285171"/>
                  </a:lnTo>
                  <a:lnTo>
                    <a:pt x="3726565" y="294066"/>
                  </a:lnTo>
                  <a:lnTo>
                    <a:pt x="3728844" y="302926"/>
                  </a:lnTo>
                  <a:lnTo>
                    <a:pt x="3731123" y="311059"/>
                  </a:lnTo>
                  <a:lnTo>
                    <a:pt x="3733402" y="319709"/>
                  </a:lnTo>
                  <a:lnTo>
                    <a:pt x="3735681" y="329089"/>
                  </a:lnTo>
                  <a:lnTo>
                    <a:pt x="3737960" y="336890"/>
                  </a:lnTo>
                  <a:lnTo>
                    <a:pt x="3740239" y="340467"/>
                  </a:lnTo>
                  <a:lnTo>
                    <a:pt x="3742517" y="345707"/>
                  </a:lnTo>
                  <a:lnTo>
                    <a:pt x="3744796" y="347842"/>
                  </a:lnTo>
                  <a:lnTo>
                    <a:pt x="3747075" y="350532"/>
                  </a:lnTo>
                  <a:lnTo>
                    <a:pt x="3749354" y="353222"/>
                  </a:lnTo>
                  <a:lnTo>
                    <a:pt x="3751633" y="358447"/>
                  </a:lnTo>
                  <a:lnTo>
                    <a:pt x="3753912" y="363624"/>
                  </a:lnTo>
                  <a:lnTo>
                    <a:pt x="3756191" y="366751"/>
                  </a:lnTo>
                  <a:lnTo>
                    <a:pt x="3758470" y="370574"/>
                  </a:lnTo>
                  <a:lnTo>
                    <a:pt x="3760749" y="377230"/>
                  </a:lnTo>
                  <a:lnTo>
                    <a:pt x="3763028" y="385327"/>
                  </a:lnTo>
                  <a:lnTo>
                    <a:pt x="3765307" y="394129"/>
                  </a:lnTo>
                  <a:lnTo>
                    <a:pt x="3767586" y="401923"/>
                  </a:lnTo>
                  <a:lnTo>
                    <a:pt x="3769865" y="408137"/>
                  </a:lnTo>
                  <a:lnTo>
                    <a:pt x="3772144" y="414350"/>
                  </a:lnTo>
                  <a:lnTo>
                    <a:pt x="3774423" y="419072"/>
                  </a:lnTo>
                  <a:lnTo>
                    <a:pt x="3776702" y="422959"/>
                  </a:lnTo>
                  <a:lnTo>
                    <a:pt x="3778981" y="431059"/>
                  </a:lnTo>
                  <a:lnTo>
                    <a:pt x="3781260" y="439137"/>
                  </a:lnTo>
                  <a:lnTo>
                    <a:pt x="3783539" y="447214"/>
                  </a:lnTo>
                  <a:lnTo>
                    <a:pt x="3785818" y="455232"/>
                  </a:lnTo>
                  <a:lnTo>
                    <a:pt x="3788097" y="465513"/>
                  </a:lnTo>
                  <a:lnTo>
                    <a:pt x="3790376" y="477267"/>
                  </a:lnTo>
                  <a:lnTo>
                    <a:pt x="3792655" y="486997"/>
                  </a:lnTo>
                  <a:lnTo>
                    <a:pt x="3794934" y="492936"/>
                  </a:lnTo>
                  <a:lnTo>
                    <a:pt x="3797213" y="497022"/>
                  </a:lnTo>
                  <a:lnTo>
                    <a:pt x="3799492" y="500555"/>
                  </a:lnTo>
                  <a:lnTo>
                    <a:pt x="3801771" y="506958"/>
                  </a:lnTo>
                  <a:lnTo>
                    <a:pt x="3804050" y="518347"/>
                  </a:lnTo>
                  <a:lnTo>
                    <a:pt x="3806329" y="533563"/>
                  </a:lnTo>
                  <a:lnTo>
                    <a:pt x="3808607" y="551848"/>
                  </a:lnTo>
                  <a:lnTo>
                    <a:pt x="3810886" y="570529"/>
                  </a:lnTo>
                  <a:lnTo>
                    <a:pt x="3813165" y="588106"/>
                  </a:lnTo>
                  <a:lnTo>
                    <a:pt x="3815444" y="605806"/>
                  </a:lnTo>
                  <a:lnTo>
                    <a:pt x="3817723" y="623506"/>
                  </a:lnTo>
                  <a:lnTo>
                    <a:pt x="3820002" y="642606"/>
                  </a:lnTo>
                  <a:lnTo>
                    <a:pt x="3822281" y="659553"/>
                  </a:lnTo>
                  <a:lnTo>
                    <a:pt x="3824560" y="680261"/>
                  </a:lnTo>
                  <a:lnTo>
                    <a:pt x="3826839" y="704906"/>
                  </a:lnTo>
                  <a:lnTo>
                    <a:pt x="3829118" y="734621"/>
                  </a:lnTo>
                  <a:lnTo>
                    <a:pt x="3831397" y="770292"/>
                  </a:lnTo>
                  <a:lnTo>
                    <a:pt x="3833676" y="807863"/>
                  </a:lnTo>
                  <a:lnTo>
                    <a:pt x="3835955" y="849146"/>
                  </a:lnTo>
                  <a:lnTo>
                    <a:pt x="3838234" y="886607"/>
                  </a:lnTo>
                  <a:lnTo>
                    <a:pt x="3840513" y="920125"/>
                  </a:lnTo>
                  <a:lnTo>
                    <a:pt x="3840728" y="922953"/>
                  </a:lnTo>
                  <a:lnTo>
                    <a:pt x="3968862" y="922953"/>
                  </a:lnTo>
                  <a:lnTo>
                    <a:pt x="3970414" y="901992"/>
                  </a:lnTo>
                  <a:lnTo>
                    <a:pt x="3972693" y="875380"/>
                  </a:lnTo>
                  <a:lnTo>
                    <a:pt x="3974972" y="853895"/>
                  </a:lnTo>
                  <a:lnTo>
                    <a:pt x="3977251" y="832409"/>
                  </a:lnTo>
                  <a:lnTo>
                    <a:pt x="3979530" y="817361"/>
                  </a:lnTo>
                  <a:lnTo>
                    <a:pt x="3981809" y="808631"/>
                  </a:lnTo>
                  <a:lnTo>
                    <a:pt x="3984088" y="803137"/>
                  </a:lnTo>
                  <a:lnTo>
                    <a:pt x="3986367" y="799443"/>
                  </a:lnTo>
                  <a:lnTo>
                    <a:pt x="3988646" y="797254"/>
                  </a:lnTo>
                  <a:lnTo>
                    <a:pt x="3990925" y="795615"/>
                  </a:lnTo>
                  <a:lnTo>
                    <a:pt x="3993204" y="795555"/>
                  </a:lnTo>
                  <a:lnTo>
                    <a:pt x="3995483" y="793441"/>
                  </a:lnTo>
                  <a:lnTo>
                    <a:pt x="3997762" y="792515"/>
                  </a:lnTo>
                  <a:lnTo>
                    <a:pt x="4000041" y="792246"/>
                  </a:lnTo>
                  <a:lnTo>
                    <a:pt x="4002320" y="793163"/>
                  </a:lnTo>
                  <a:lnTo>
                    <a:pt x="4004599" y="794314"/>
                  </a:lnTo>
                  <a:lnTo>
                    <a:pt x="4006878" y="797601"/>
                  </a:lnTo>
                  <a:lnTo>
                    <a:pt x="4009156" y="798680"/>
                  </a:lnTo>
                  <a:lnTo>
                    <a:pt x="4011435" y="802085"/>
                  </a:lnTo>
                  <a:lnTo>
                    <a:pt x="4013714" y="805490"/>
                  </a:lnTo>
                  <a:lnTo>
                    <a:pt x="4015993" y="808895"/>
                  </a:lnTo>
                  <a:lnTo>
                    <a:pt x="4018272" y="812300"/>
                  </a:lnTo>
                  <a:lnTo>
                    <a:pt x="4020551" y="815499"/>
                  </a:lnTo>
                  <a:lnTo>
                    <a:pt x="4022830" y="817342"/>
                  </a:lnTo>
                  <a:lnTo>
                    <a:pt x="4025109" y="819672"/>
                  </a:lnTo>
                  <a:lnTo>
                    <a:pt x="4027388" y="821694"/>
                  </a:lnTo>
                  <a:lnTo>
                    <a:pt x="4029667" y="826221"/>
                  </a:lnTo>
                  <a:lnTo>
                    <a:pt x="4031946" y="832003"/>
                  </a:lnTo>
                  <a:lnTo>
                    <a:pt x="4034225" y="837294"/>
                  </a:lnTo>
                  <a:lnTo>
                    <a:pt x="4036504" y="841254"/>
                  </a:lnTo>
                  <a:lnTo>
                    <a:pt x="4038783" y="844222"/>
                  </a:lnTo>
                  <a:lnTo>
                    <a:pt x="4041062" y="845692"/>
                  </a:lnTo>
                  <a:lnTo>
                    <a:pt x="4043341" y="844107"/>
                  </a:lnTo>
                  <a:lnTo>
                    <a:pt x="4045620" y="842188"/>
                  </a:lnTo>
                  <a:lnTo>
                    <a:pt x="4047899" y="840946"/>
                  </a:lnTo>
                  <a:lnTo>
                    <a:pt x="4050178" y="839185"/>
                  </a:lnTo>
                  <a:lnTo>
                    <a:pt x="4052457" y="837708"/>
                  </a:lnTo>
                  <a:lnTo>
                    <a:pt x="4054736" y="836230"/>
                  </a:lnTo>
                  <a:lnTo>
                    <a:pt x="4057015" y="835272"/>
                  </a:lnTo>
                  <a:lnTo>
                    <a:pt x="4059294" y="834313"/>
                  </a:lnTo>
                  <a:lnTo>
                    <a:pt x="4061573" y="836404"/>
                  </a:lnTo>
                  <a:lnTo>
                    <a:pt x="4063852" y="838863"/>
                  </a:lnTo>
                  <a:lnTo>
                    <a:pt x="4066131" y="841322"/>
                  </a:lnTo>
                  <a:lnTo>
                    <a:pt x="4068410" y="844587"/>
                  </a:lnTo>
                  <a:lnTo>
                    <a:pt x="4070689" y="847565"/>
                  </a:lnTo>
                  <a:lnTo>
                    <a:pt x="4072968" y="850312"/>
                  </a:lnTo>
                  <a:lnTo>
                    <a:pt x="4075247" y="853058"/>
                  </a:lnTo>
                  <a:lnTo>
                    <a:pt x="4077525" y="855805"/>
                  </a:lnTo>
                  <a:lnTo>
                    <a:pt x="4079804" y="861352"/>
                  </a:lnTo>
                  <a:lnTo>
                    <a:pt x="4082083" y="867220"/>
                  </a:lnTo>
                  <a:lnTo>
                    <a:pt x="4084362" y="873089"/>
                  </a:lnTo>
                  <a:lnTo>
                    <a:pt x="4086641" y="878674"/>
                  </a:lnTo>
                  <a:lnTo>
                    <a:pt x="4088920" y="882864"/>
                  </a:lnTo>
                  <a:lnTo>
                    <a:pt x="4091199" y="885582"/>
                  </a:lnTo>
                  <a:lnTo>
                    <a:pt x="4093478" y="888871"/>
                  </a:lnTo>
                  <a:lnTo>
                    <a:pt x="4095757" y="889112"/>
                  </a:lnTo>
                  <a:lnTo>
                    <a:pt x="4098036" y="889325"/>
                  </a:lnTo>
                  <a:lnTo>
                    <a:pt x="4100315" y="888628"/>
                  </a:lnTo>
                  <a:lnTo>
                    <a:pt x="4102594" y="887579"/>
                  </a:lnTo>
                  <a:lnTo>
                    <a:pt x="4104873" y="886529"/>
                  </a:lnTo>
                  <a:lnTo>
                    <a:pt x="4107152" y="885143"/>
                  </a:lnTo>
                  <a:lnTo>
                    <a:pt x="4109431" y="884093"/>
                  </a:lnTo>
                  <a:lnTo>
                    <a:pt x="4111710" y="883044"/>
                  </a:lnTo>
                  <a:lnTo>
                    <a:pt x="4113989" y="878480"/>
                  </a:lnTo>
                  <a:lnTo>
                    <a:pt x="4116268" y="873494"/>
                  </a:lnTo>
                  <a:lnTo>
                    <a:pt x="4118547" y="869718"/>
                  </a:lnTo>
                  <a:lnTo>
                    <a:pt x="4120826" y="866850"/>
                  </a:lnTo>
                  <a:lnTo>
                    <a:pt x="4123105" y="863983"/>
                  </a:lnTo>
                  <a:lnTo>
                    <a:pt x="4125384" y="862589"/>
                  </a:lnTo>
                  <a:lnTo>
                    <a:pt x="4127663" y="860676"/>
                  </a:lnTo>
                  <a:lnTo>
                    <a:pt x="4129942" y="859281"/>
                  </a:lnTo>
                  <a:lnTo>
                    <a:pt x="4132221" y="857369"/>
                  </a:lnTo>
                  <a:lnTo>
                    <a:pt x="4134500" y="855974"/>
                  </a:lnTo>
                  <a:lnTo>
                    <a:pt x="4136779" y="855117"/>
                  </a:lnTo>
                  <a:lnTo>
                    <a:pt x="4139058" y="854261"/>
                  </a:lnTo>
                  <a:lnTo>
                    <a:pt x="4141337" y="854262"/>
                  </a:lnTo>
                  <a:lnTo>
                    <a:pt x="4143615" y="854262"/>
                  </a:lnTo>
                  <a:lnTo>
                    <a:pt x="4145894" y="854262"/>
                  </a:lnTo>
                  <a:lnTo>
                    <a:pt x="4148173" y="852952"/>
                  </a:lnTo>
                  <a:lnTo>
                    <a:pt x="4150452" y="849353"/>
                  </a:lnTo>
                  <a:lnTo>
                    <a:pt x="4152731" y="845417"/>
                  </a:lnTo>
                  <a:lnTo>
                    <a:pt x="4155010" y="841999"/>
                  </a:lnTo>
                  <a:lnTo>
                    <a:pt x="4157289" y="838582"/>
                  </a:lnTo>
                  <a:lnTo>
                    <a:pt x="4159568" y="834983"/>
                  </a:lnTo>
                  <a:lnTo>
                    <a:pt x="4161847" y="831718"/>
                  </a:lnTo>
                  <a:lnTo>
                    <a:pt x="4164126" y="828686"/>
                  </a:lnTo>
                  <a:lnTo>
                    <a:pt x="4166405" y="825654"/>
                  </a:lnTo>
                  <a:lnTo>
                    <a:pt x="4168684" y="820409"/>
                  </a:lnTo>
                  <a:lnTo>
                    <a:pt x="4170963" y="814541"/>
                  </a:lnTo>
                  <a:lnTo>
                    <a:pt x="4173242" y="809401"/>
                  </a:lnTo>
                  <a:lnTo>
                    <a:pt x="4175521" y="804261"/>
                  </a:lnTo>
                  <a:lnTo>
                    <a:pt x="4177800" y="800433"/>
                  </a:lnTo>
                  <a:lnTo>
                    <a:pt x="4180079" y="797432"/>
                  </a:lnTo>
                  <a:lnTo>
                    <a:pt x="4182358" y="794914"/>
                  </a:lnTo>
                  <a:lnTo>
                    <a:pt x="4184637" y="794208"/>
                  </a:lnTo>
                  <a:lnTo>
                    <a:pt x="4186916" y="793790"/>
                  </a:lnTo>
                  <a:lnTo>
                    <a:pt x="4189195" y="793085"/>
                  </a:lnTo>
                  <a:lnTo>
                    <a:pt x="4191474" y="793205"/>
                  </a:lnTo>
                  <a:lnTo>
                    <a:pt x="4193753" y="793326"/>
                  </a:lnTo>
                  <a:lnTo>
                    <a:pt x="4196032" y="793734"/>
                  </a:lnTo>
                  <a:lnTo>
                    <a:pt x="4198311" y="794142"/>
                  </a:lnTo>
                  <a:lnTo>
                    <a:pt x="4200590" y="794551"/>
                  </a:lnTo>
                  <a:lnTo>
                    <a:pt x="4202869" y="794701"/>
                  </a:lnTo>
                  <a:lnTo>
                    <a:pt x="4205148" y="795393"/>
                  </a:lnTo>
                  <a:lnTo>
                    <a:pt x="4207427" y="795259"/>
                  </a:lnTo>
                  <a:lnTo>
                    <a:pt x="4209705" y="793906"/>
                  </a:lnTo>
                  <a:lnTo>
                    <a:pt x="4211984" y="791160"/>
                  </a:lnTo>
                  <a:lnTo>
                    <a:pt x="4214263" y="788080"/>
                  </a:lnTo>
                  <a:lnTo>
                    <a:pt x="4216542" y="785000"/>
                  </a:lnTo>
                  <a:lnTo>
                    <a:pt x="4218821" y="781220"/>
                  </a:lnTo>
                  <a:lnTo>
                    <a:pt x="4221100" y="775122"/>
                  </a:lnTo>
                  <a:lnTo>
                    <a:pt x="4223379" y="768632"/>
                  </a:lnTo>
                  <a:lnTo>
                    <a:pt x="4225658" y="761286"/>
                  </a:lnTo>
                  <a:lnTo>
                    <a:pt x="4227937" y="753603"/>
                  </a:lnTo>
                  <a:lnTo>
                    <a:pt x="4230216" y="745919"/>
                  </a:lnTo>
                  <a:lnTo>
                    <a:pt x="4232495" y="738236"/>
                  </a:lnTo>
                  <a:lnTo>
                    <a:pt x="4234774" y="730371"/>
                  </a:lnTo>
                  <a:lnTo>
                    <a:pt x="4237053" y="724526"/>
                  </a:lnTo>
                  <a:lnTo>
                    <a:pt x="4239332" y="719112"/>
                  </a:lnTo>
                  <a:lnTo>
                    <a:pt x="4241611" y="713987"/>
                  </a:lnTo>
                  <a:lnTo>
                    <a:pt x="4243890" y="709380"/>
                  </a:lnTo>
                  <a:lnTo>
                    <a:pt x="4246169" y="704588"/>
                  </a:lnTo>
                  <a:lnTo>
                    <a:pt x="4248448" y="700314"/>
                  </a:lnTo>
                  <a:lnTo>
                    <a:pt x="4250727" y="695522"/>
                  </a:lnTo>
                  <a:lnTo>
                    <a:pt x="4253006" y="692809"/>
                  </a:lnTo>
                  <a:lnTo>
                    <a:pt x="4255285" y="693352"/>
                  </a:lnTo>
                  <a:lnTo>
                    <a:pt x="4257564" y="690664"/>
                  </a:lnTo>
                  <a:lnTo>
                    <a:pt x="4259843" y="687592"/>
                  </a:lnTo>
                  <a:lnTo>
                    <a:pt x="4262122" y="681101"/>
                  </a:lnTo>
                  <a:lnTo>
                    <a:pt x="4264401" y="674954"/>
                  </a:lnTo>
                  <a:lnTo>
                    <a:pt x="4266680" y="671922"/>
                  </a:lnTo>
                  <a:lnTo>
                    <a:pt x="4268959" y="668892"/>
                  </a:lnTo>
                  <a:lnTo>
                    <a:pt x="4271238" y="665342"/>
                  </a:lnTo>
                  <a:lnTo>
                    <a:pt x="4273517" y="661792"/>
                  </a:lnTo>
                  <a:lnTo>
                    <a:pt x="4275796" y="657380"/>
                  </a:lnTo>
                  <a:lnTo>
                    <a:pt x="4278074" y="650960"/>
                  </a:lnTo>
                  <a:lnTo>
                    <a:pt x="4280353" y="642367"/>
                  </a:lnTo>
                  <a:lnTo>
                    <a:pt x="4282632" y="632682"/>
                  </a:lnTo>
                  <a:lnTo>
                    <a:pt x="4284911" y="623738"/>
                  </a:lnTo>
                  <a:lnTo>
                    <a:pt x="4287190" y="613915"/>
                  </a:lnTo>
                  <a:lnTo>
                    <a:pt x="4289469" y="603823"/>
                  </a:lnTo>
                  <a:lnTo>
                    <a:pt x="4291748" y="596041"/>
                  </a:lnTo>
                  <a:lnTo>
                    <a:pt x="4294027" y="587618"/>
                  </a:lnTo>
                  <a:lnTo>
                    <a:pt x="4296306" y="578956"/>
                  </a:lnTo>
                  <a:lnTo>
                    <a:pt x="4298585" y="570869"/>
                  </a:lnTo>
                  <a:lnTo>
                    <a:pt x="4300864" y="560976"/>
                  </a:lnTo>
                  <a:lnTo>
                    <a:pt x="4303143" y="548723"/>
                  </a:lnTo>
                  <a:lnTo>
                    <a:pt x="4305422" y="535501"/>
                  </a:lnTo>
                  <a:lnTo>
                    <a:pt x="4307701" y="520947"/>
                  </a:lnTo>
                  <a:lnTo>
                    <a:pt x="4309980" y="508374"/>
                  </a:lnTo>
                  <a:lnTo>
                    <a:pt x="4312259" y="494498"/>
                  </a:lnTo>
                  <a:lnTo>
                    <a:pt x="4314538" y="482892"/>
                  </a:lnTo>
                  <a:lnTo>
                    <a:pt x="4316817" y="470687"/>
                  </a:lnTo>
                  <a:lnTo>
                    <a:pt x="4319096" y="459022"/>
                  </a:lnTo>
                  <a:lnTo>
                    <a:pt x="4321375" y="447621"/>
                  </a:lnTo>
                  <a:lnTo>
                    <a:pt x="4323654" y="433179"/>
                  </a:lnTo>
                  <a:lnTo>
                    <a:pt x="4325933" y="422248"/>
                  </a:lnTo>
                  <a:lnTo>
                    <a:pt x="4328212" y="409697"/>
                  </a:lnTo>
                  <a:lnTo>
                    <a:pt x="4330491" y="398794"/>
                  </a:lnTo>
                  <a:lnTo>
                    <a:pt x="4332770" y="387105"/>
                  </a:lnTo>
                  <a:lnTo>
                    <a:pt x="4335049" y="374966"/>
                  </a:lnTo>
                  <a:lnTo>
                    <a:pt x="4337328" y="364199"/>
                  </a:lnTo>
                  <a:lnTo>
                    <a:pt x="4339607" y="353482"/>
                  </a:lnTo>
                  <a:lnTo>
                    <a:pt x="4341886" y="341595"/>
                  </a:lnTo>
                  <a:lnTo>
                    <a:pt x="4344164" y="331142"/>
                  </a:lnTo>
                  <a:lnTo>
                    <a:pt x="4346443" y="323184"/>
                  </a:lnTo>
                  <a:lnTo>
                    <a:pt x="4348722" y="314412"/>
                  </a:lnTo>
                  <a:lnTo>
                    <a:pt x="4351001" y="308311"/>
                  </a:lnTo>
                  <a:lnTo>
                    <a:pt x="4353280" y="299324"/>
                  </a:lnTo>
                  <a:lnTo>
                    <a:pt x="4355559" y="289906"/>
                  </a:lnTo>
                  <a:lnTo>
                    <a:pt x="4357838" y="281175"/>
                  </a:lnTo>
                  <a:lnTo>
                    <a:pt x="4360117" y="272219"/>
                  </a:lnTo>
                  <a:lnTo>
                    <a:pt x="4362396" y="262928"/>
                  </a:lnTo>
                  <a:lnTo>
                    <a:pt x="4364675" y="253638"/>
                  </a:lnTo>
                  <a:lnTo>
                    <a:pt x="4366954" y="246149"/>
                  </a:lnTo>
                  <a:lnTo>
                    <a:pt x="4369233" y="239952"/>
                  </a:lnTo>
                  <a:lnTo>
                    <a:pt x="4371512" y="232766"/>
                  </a:lnTo>
                  <a:lnTo>
                    <a:pt x="4373791" y="232404"/>
                  </a:lnTo>
                  <a:lnTo>
                    <a:pt x="4376070" y="232800"/>
                  </a:lnTo>
                  <a:lnTo>
                    <a:pt x="4378349" y="236890"/>
                  </a:lnTo>
                  <a:lnTo>
                    <a:pt x="4380628" y="240274"/>
                  </a:lnTo>
                  <a:lnTo>
                    <a:pt x="4382907" y="240804"/>
                  </a:lnTo>
                  <a:lnTo>
                    <a:pt x="4385186" y="242181"/>
                  </a:lnTo>
                  <a:lnTo>
                    <a:pt x="4387465" y="245603"/>
                  </a:lnTo>
                  <a:lnTo>
                    <a:pt x="4389744" y="248602"/>
                  </a:lnTo>
                  <a:lnTo>
                    <a:pt x="4392023" y="251361"/>
                  </a:lnTo>
                  <a:lnTo>
                    <a:pt x="4394302" y="255163"/>
                  </a:lnTo>
                  <a:lnTo>
                    <a:pt x="4396581" y="260669"/>
                  </a:lnTo>
                  <a:lnTo>
                    <a:pt x="4398860" y="264318"/>
                  </a:lnTo>
                  <a:lnTo>
                    <a:pt x="4401139" y="269875"/>
                  </a:lnTo>
                  <a:lnTo>
                    <a:pt x="4403418" y="274962"/>
                  </a:lnTo>
                  <a:lnTo>
                    <a:pt x="4405697" y="281486"/>
                  </a:lnTo>
                  <a:lnTo>
                    <a:pt x="4407976" y="285702"/>
                  </a:lnTo>
                  <a:lnTo>
                    <a:pt x="4410255" y="289826"/>
                  </a:lnTo>
                  <a:lnTo>
                    <a:pt x="4412533" y="294296"/>
                  </a:lnTo>
                  <a:lnTo>
                    <a:pt x="4414812" y="300916"/>
                  </a:lnTo>
                  <a:lnTo>
                    <a:pt x="4417091" y="305488"/>
                  </a:lnTo>
                  <a:lnTo>
                    <a:pt x="4419370" y="315587"/>
                  </a:lnTo>
                  <a:lnTo>
                    <a:pt x="4421649" y="326046"/>
                  </a:lnTo>
                  <a:lnTo>
                    <a:pt x="4423928" y="334281"/>
                  </a:lnTo>
                  <a:lnTo>
                    <a:pt x="4426207" y="341645"/>
                  </a:lnTo>
                  <a:lnTo>
                    <a:pt x="4428486" y="350536"/>
                  </a:lnTo>
                  <a:lnTo>
                    <a:pt x="4430765" y="356139"/>
                  </a:lnTo>
                  <a:lnTo>
                    <a:pt x="4433044" y="363694"/>
                  </a:lnTo>
                  <a:lnTo>
                    <a:pt x="4435323" y="372088"/>
                  </a:lnTo>
                  <a:lnTo>
                    <a:pt x="4437602" y="380867"/>
                  </a:lnTo>
                  <a:lnTo>
                    <a:pt x="4439881" y="394719"/>
                  </a:lnTo>
                  <a:lnTo>
                    <a:pt x="4442160" y="405705"/>
                  </a:lnTo>
                  <a:lnTo>
                    <a:pt x="4444439" y="419410"/>
                  </a:lnTo>
                  <a:lnTo>
                    <a:pt x="4446718" y="431559"/>
                  </a:lnTo>
                  <a:lnTo>
                    <a:pt x="4448997" y="442207"/>
                  </a:lnTo>
                  <a:lnTo>
                    <a:pt x="4451276" y="453886"/>
                  </a:lnTo>
                  <a:lnTo>
                    <a:pt x="4453555" y="467373"/>
                  </a:lnTo>
                  <a:lnTo>
                    <a:pt x="4455834" y="482611"/>
                  </a:lnTo>
                  <a:lnTo>
                    <a:pt x="4458113" y="502379"/>
                  </a:lnTo>
                  <a:lnTo>
                    <a:pt x="4460392" y="522009"/>
                  </a:lnTo>
                  <a:lnTo>
                    <a:pt x="4462671" y="539546"/>
                  </a:lnTo>
                  <a:lnTo>
                    <a:pt x="4464950" y="561834"/>
                  </a:lnTo>
                  <a:lnTo>
                    <a:pt x="4467229" y="581115"/>
                  </a:lnTo>
                  <a:lnTo>
                    <a:pt x="4469508" y="601259"/>
                  </a:lnTo>
                  <a:lnTo>
                    <a:pt x="4471787" y="623642"/>
                  </a:lnTo>
                  <a:lnTo>
                    <a:pt x="4474066" y="645262"/>
                  </a:lnTo>
                  <a:lnTo>
                    <a:pt x="4476345" y="663663"/>
                  </a:lnTo>
                  <a:lnTo>
                    <a:pt x="4478623" y="682270"/>
                  </a:lnTo>
                  <a:lnTo>
                    <a:pt x="4480902" y="702757"/>
                  </a:lnTo>
                  <a:lnTo>
                    <a:pt x="4483181" y="721723"/>
                  </a:lnTo>
                  <a:lnTo>
                    <a:pt x="4485460" y="737973"/>
                  </a:lnTo>
                  <a:lnTo>
                    <a:pt x="4487739" y="753750"/>
                  </a:lnTo>
                  <a:lnTo>
                    <a:pt x="4490018" y="760304"/>
                  </a:lnTo>
                  <a:lnTo>
                    <a:pt x="4492297" y="764516"/>
                  </a:lnTo>
                  <a:lnTo>
                    <a:pt x="4494576" y="770749"/>
                  </a:lnTo>
                  <a:lnTo>
                    <a:pt x="4496855" y="778115"/>
                  </a:lnTo>
                  <a:lnTo>
                    <a:pt x="4499134" y="786499"/>
                  </a:lnTo>
                  <a:lnTo>
                    <a:pt x="4501413" y="793665"/>
                  </a:lnTo>
                  <a:lnTo>
                    <a:pt x="4503692" y="798485"/>
                  </a:lnTo>
                  <a:lnTo>
                    <a:pt x="4505971" y="801818"/>
                  </a:lnTo>
                  <a:lnTo>
                    <a:pt x="4508250" y="807477"/>
                  </a:lnTo>
                  <a:lnTo>
                    <a:pt x="4510529" y="815185"/>
                  </a:lnTo>
                  <a:lnTo>
                    <a:pt x="4512808" y="822857"/>
                  </a:lnTo>
                  <a:lnTo>
                    <a:pt x="4515087" y="832064"/>
                  </a:lnTo>
                  <a:lnTo>
                    <a:pt x="4517366" y="844980"/>
                  </a:lnTo>
                  <a:lnTo>
                    <a:pt x="4519645" y="860574"/>
                  </a:lnTo>
                  <a:lnTo>
                    <a:pt x="4521924" y="873600"/>
                  </a:lnTo>
                  <a:lnTo>
                    <a:pt x="4524203" y="889341"/>
                  </a:lnTo>
                  <a:lnTo>
                    <a:pt x="4526482" y="902742"/>
                  </a:lnTo>
                  <a:lnTo>
                    <a:pt x="4528761" y="915685"/>
                  </a:lnTo>
                  <a:lnTo>
                    <a:pt x="4531040" y="922714"/>
                  </a:lnTo>
                  <a:lnTo>
                    <a:pt x="4531096" y="922953"/>
                  </a:lnTo>
                  <a:lnTo>
                    <a:pt x="4586741" y="922953"/>
                  </a:lnTo>
                  <a:lnTo>
                    <a:pt x="4588014" y="914313"/>
                  </a:lnTo>
                  <a:lnTo>
                    <a:pt x="4590293" y="895880"/>
                  </a:lnTo>
                  <a:lnTo>
                    <a:pt x="4592572" y="878140"/>
                  </a:lnTo>
                  <a:lnTo>
                    <a:pt x="4594851" y="860071"/>
                  </a:lnTo>
                  <a:lnTo>
                    <a:pt x="4597130" y="839876"/>
                  </a:lnTo>
                  <a:lnTo>
                    <a:pt x="4599409" y="817630"/>
                  </a:lnTo>
                  <a:lnTo>
                    <a:pt x="4601688" y="796100"/>
                  </a:lnTo>
                  <a:lnTo>
                    <a:pt x="4603967" y="770980"/>
                  </a:lnTo>
                  <a:lnTo>
                    <a:pt x="4606246" y="752186"/>
                  </a:lnTo>
                  <a:lnTo>
                    <a:pt x="4608525" y="734663"/>
                  </a:lnTo>
                  <a:lnTo>
                    <a:pt x="4610804" y="713725"/>
                  </a:lnTo>
                  <a:lnTo>
                    <a:pt x="4613082" y="692862"/>
                  </a:lnTo>
                  <a:lnTo>
                    <a:pt x="4615361" y="674208"/>
                  </a:lnTo>
                  <a:lnTo>
                    <a:pt x="4617640" y="655783"/>
                  </a:lnTo>
                  <a:lnTo>
                    <a:pt x="4619919" y="640591"/>
                  </a:lnTo>
                  <a:lnTo>
                    <a:pt x="4622198" y="626381"/>
                  </a:lnTo>
                  <a:lnTo>
                    <a:pt x="4624477" y="612585"/>
                  </a:lnTo>
                  <a:lnTo>
                    <a:pt x="4626756" y="602715"/>
                  </a:lnTo>
                  <a:lnTo>
                    <a:pt x="4629035" y="592400"/>
                  </a:lnTo>
                  <a:lnTo>
                    <a:pt x="4631314" y="585355"/>
                  </a:lnTo>
                  <a:lnTo>
                    <a:pt x="4633593" y="575101"/>
                  </a:lnTo>
                  <a:lnTo>
                    <a:pt x="4635872" y="562266"/>
                  </a:lnTo>
                  <a:lnTo>
                    <a:pt x="4638151" y="551043"/>
                  </a:lnTo>
                  <a:lnTo>
                    <a:pt x="4640430" y="536279"/>
                  </a:lnTo>
                  <a:lnTo>
                    <a:pt x="4642709" y="523802"/>
                  </a:lnTo>
                  <a:lnTo>
                    <a:pt x="4644988" y="514818"/>
                  </a:lnTo>
                  <a:lnTo>
                    <a:pt x="4647267" y="509170"/>
                  </a:lnTo>
                  <a:lnTo>
                    <a:pt x="4649546" y="506829"/>
                  </a:lnTo>
                  <a:lnTo>
                    <a:pt x="4651825" y="507034"/>
                  </a:lnTo>
                  <a:lnTo>
                    <a:pt x="4654104" y="503777"/>
                  </a:lnTo>
                  <a:lnTo>
                    <a:pt x="4656383" y="499715"/>
                  </a:lnTo>
                  <a:lnTo>
                    <a:pt x="4658662" y="497984"/>
                  </a:lnTo>
                  <a:lnTo>
                    <a:pt x="4660941" y="498105"/>
                  </a:lnTo>
                  <a:lnTo>
                    <a:pt x="4663220" y="500798"/>
                  </a:lnTo>
                  <a:lnTo>
                    <a:pt x="4665499" y="506552"/>
                  </a:lnTo>
                  <a:lnTo>
                    <a:pt x="4667778" y="512841"/>
                  </a:lnTo>
                  <a:lnTo>
                    <a:pt x="4670057" y="519807"/>
                  </a:lnTo>
                  <a:lnTo>
                    <a:pt x="4672336" y="526829"/>
                  </a:lnTo>
                  <a:lnTo>
                    <a:pt x="4674615" y="536045"/>
                  </a:lnTo>
                  <a:lnTo>
                    <a:pt x="4676894" y="543869"/>
                  </a:lnTo>
                  <a:lnTo>
                    <a:pt x="4679172" y="549557"/>
                  </a:lnTo>
                  <a:lnTo>
                    <a:pt x="4681451" y="554952"/>
                  </a:lnTo>
                  <a:lnTo>
                    <a:pt x="4683730" y="558457"/>
                  </a:lnTo>
                  <a:lnTo>
                    <a:pt x="4686009" y="564818"/>
                  </a:lnTo>
                  <a:lnTo>
                    <a:pt x="4688288" y="573059"/>
                  </a:lnTo>
                  <a:lnTo>
                    <a:pt x="4690567" y="578708"/>
                  </a:lnTo>
                  <a:lnTo>
                    <a:pt x="4692846" y="583487"/>
                  </a:lnTo>
                  <a:lnTo>
                    <a:pt x="4695125" y="591895"/>
                  </a:lnTo>
                  <a:lnTo>
                    <a:pt x="4697404" y="601420"/>
                  </a:lnTo>
                  <a:lnTo>
                    <a:pt x="4699683" y="611179"/>
                  </a:lnTo>
                  <a:lnTo>
                    <a:pt x="4701962" y="619628"/>
                  </a:lnTo>
                  <a:lnTo>
                    <a:pt x="4704241" y="626240"/>
                  </a:lnTo>
                  <a:lnTo>
                    <a:pt x="4706520" y="638347"/>
                  </a:lnTo>
                  <a:lnTo>
                    <a:pt x="4708799" y="654392"/>
                  </a:lnTo>
                  <a:lnTo>
                    <a:pt x="4711078" y="671272"/>
                  </a:lnTo>
                  <a:lnTo>
                    <a:pt x="4713357" y="688996"/>
                  </a:lnTo>
                  <a:lnTo>
                    <a:pt x="4715636" y="710227"/>
                  </a:lnTo>
                  <a:lnTo>
                    <a:pt x="4717915" y="732045"/>
                  </a:lnTo>
                  <a:lnTo>
                    <a:pt x="4720194" y="751799"/>
                  </a:lnTo>
                  <a:lnTo>
                    <a:pt x="4722473" y="774108"/>
                  </a:lnTo>
                  <a:lnTo>
                    <a:pt x="4724752" y="797434"/>
                  </a:lnTo>
                  <a:lnTo>
                    <a:pt x="4727031" y="824715"/>
                  </a:lnTo>
                  <a:lnTo>
                    <a:pt x="4729310" y="850104"/>
                  </a:lnTo>
                  <a:lnTo>
                    <a:pt x="4731589" y="874990"/>
                  </a:lnTo>
                  <a:lnTo>
                    <a:pt x="4733868" y="900449"/>
                  </a:lnTo>
                  <a:lnTo>
                    <a:pt x="4735911" y="922953"/>
                  </a:lnTo>
                  <a:lnTo>
                    <a:pt x="4896883" y="922953"/>
                  </a:lnTo>
                  <a:lnTo>
                    <a:pt x="4897953" y="920855"/>
                  </a:lnTo>
                  <a:lnTo>
                    <a:pt x="4900232" y="919382"/>
                  </a:lnTo>
                  <a:lnTo>
                    <a:pt x="4902511" y="917244"/>
                  </a:lnTo>
                  <a:lnTo>
                    <a:pt x="4904790" y="916578"/>
                  </a:lnTo>
                  <a:lnTo>
                    <a:pt x="4907069" y="917307"/>
                  </a:lnTo>
                  <a:lnTo>
                    <a:pt x="4909348" y="918554"/>
                  </a:lnTo>
                  <a:lnTo>
                    <a:pt x="4911627" y="921044"/>
                  </a:lnTo>
                  <a:lnTo>
                    <a:pt x="4913809" y="922953"/>
                  </a:lnTo>
                  <a:lnTo>
                    <a:pt x="5116608" y="922953"/>
                  </a:lnTo>
                  <a:lnTo>
                    <a:pt x="5116734" y="922562"/>
                  </a:lnTo>
                  <a:lnTo>
                    <a:pt x="5119013" y="915470"/>
                  </a:lnTo>
                  <a:lnTo>
                    <a:pt x="5121292" y="908015"/>
                  </a:lnTo>
                  <a:lnTo>
                    <a:pt x="5123571" y="900277"/>
                  </a:lnTo>
                  <a:lnTo>
                    <a:pt x="5125850" y="892822"/>
                  </a:lnTo>
                  <a:lnTo>
                    <a:pt x="5128129" y="882279"/>
                  </a:lnTo>
                  <a:lnTo>
                    <a:pt x="5130408" y="870589"/>
                  </a:lnTo>
                  <a:lnTo>
                    <a:pt x="5132687" y="859538"/>
                  </a:lnTo>
                  <a:lnTo>
                    <a:pt x="5134966" y="846288"/>
                  </a:lnTo>
                  <a:lnTo>
                    <a:pt x="5137245" y="833374"/>
                  </a:lnTo>
                  <a:lnTo>
                    <a:pt x="5139524" y="820980"/>
                  </a:lnTo>
                  <a:lnTo>
                    <a:pt x="5141803" y="809315"/>
                  </a:lnTo>
                  <a:lnTo>
                    <a:pt x="5144082" y="798744"/>
                  </a:lnTo>
                  <a:lnTo>
                    <a:pt x="5146361" y="789925"/>
                  </a:lnTo>
                  <a:lnTo>
                    <a:pt x="5148639" y="779112"/>
                  </a:lnTo>
                  <a:lnTo>
                    <a:pt x="5150918" y="765242"/>
                  </a:lnTo>
                  <a:lnTo>
                    <a:pt x="5153197" y="752198"/>
                  </a:lnTo>
                  <a:lnTo>
                    <a:pt x="5155476" y="739154"/>
                  </a:lnTo>
                  <a:lnTo>
                    <a:pt x="5157755" y="725982"/>
                  </a:lnTo>
                  <a:lnTo>
                    <a:pt x="5160034" y="710505"/>
                  </a:lnTo>
                  <a:lnTo>
                    <a:pt x="5162313" y="697933"/>
                  </a:lnTo>
                  <a:lnTo>
                    <a:pt x="5164592" y="685503"/>
                  </a:lnTo>
                  <a:lnTo>
                    <a:pt x="5166871" y="672515"/>
                  </a:lnTo>
                  <a:lnTo>
                    <a:pt x="5169150" y="662338"/>
                  </a:lnTo>
                  <a:lnTo>
                    <a:pt x="5171429" y="652162"/>
                  </a:lnTo>
                  <a:lnTo>
                    <a:pt x="5173708" y="642503"/>
                  </a:lnTo>
                  <a:lnTo>
                    <a:pt x="5175987" y="632327"/>
                  </a:lnTo>
                  <a:lnTo>
                    <a:pt x="5178266" y="621324"/>
                  </a:lnTo>
                  <a:lnTo>
                    <a:pt x="5180545" y="611666"/>
                  </a:lnTo>
                  <a:lnTo>
                    <a:pt x="5182824" y="603724"/>
                  </a:lnTo>
                  <a:lnTo>
                    <a:pt x="5185103" y="599764"/>
                  </a:lnTo>
                  <a:lnTo>
                    <a:pt x="5187382" y="594459"/>
                  </a:lnTo>
                  <a:lnTo>
                    <a:pt x="5189661" y="588425"/>
                  </a:lnTo>
                  <a:lnTo>
                    <a:pt x="5191940" y="583281"/>
                  </a:lnTo>
                  <a:lnTo>
                    <a:pt x="5194219" y="581385"/>
                  </a:lnTo>
                  <a:lnTo>
                    <a:pt x="5196498" y="577081"/>
                  </a:lnTo>
                  <a:lnTo>
                    <a:pt x="5198777" y="573874"/>
                  </a:lnTo>
                  <a:lnTo>
                    <a:pt x="5201056" y="569076"/>
                  </a:lnTo>
                  <a:lnTo>
                    <a:pt x="5203335" y="562459"/>
                  </a:lnTo>
                  <a:lnTo>
                    <a:pt x="5205614" y="555842"/>
                  </a:lnTo>
                  <a:lnTo>
                    <a:pt x="5207893" y="549225"/>
                  </a:lnTo>
                  <a:lnTo>
                    <a:pt x="5210172" y="542398"/>
                  </a:lnTo>
                  <a:lnTo>
                    <a:pt x="5212451" y="535571"/>
                  </a:lnTo>
                  <a:lnTo>
                    <a:pt x="5214730" y="528225"/>
                  </a:lnTo>
                  <a:lnTo>
                    <a:pt x="5217008" y="520878"/>
                  </a:lnTo>
                  <a:lnTo>
                    <a:pt x="5219287" y="513870"/>
                  </a:lnTo>
                  <a:lnTo>
                    <a:pt x="5221566" y="507483"/>
                  </a:lnTo>
                  <a:lnTo>
                    <a:pt x="5223845" y="499533"/>
                  </a:lnTo>
                  <a:lnTo>
                    <a:pt x="5226124" y="491284"/>
                  </a:lnTo>
                  <a:lnTo>
                    <a:pt x="5228403" y="486342"/>
                  </a:lnTo>
                  <a:lnTo>
                    <a:pt x="5230682" y="483545"/>
                  </a:lnTo>
                  <a:lnTo>
                    <a:pt x="5232961" y="481376"/>
                  </a:lnTo>
                  <a:lnTo>
                    <a:pt x="5235240" y="480687"/>
                  </a:lnTo>
                  <a:lnTo>
                    <a:pt x="5237519" y="482164"/>
                  </a:lnTo>
                  <a:lnTo>
                    <a:pt x="5239798" y="483925"/>
                  </a:lnTo>
                  <a:lnTo>
                    <a:pt x="5242077" y="485402"/>
                  </a:lnTo>
                  <a:lnTo>
                    <a:pt x="5244356" y="491182"/>
                  </a:lnTo>
                  <a:lnTo>
                    <a:pt x="5246635" y="493388"/>
                  </a:lnTo>
                  <a:lnTo>
                    <a:pt x="5248914" y="497919"/>
                  </a:lnTo>
                  <a:lnTo>
                    <a:pt x="5251193" y="503824"/>
                  </a:lnTo>
                  <a:lnTo>
                    <a:pt x="5253472" y="510218"/>
                  </a:lnTo>
                  <a:lnTo>
                    <a:pt x="5255751" y="515266"/>
                  </a:lnTo>
                  <a:lnTo>
                    <a:pt x="5258030" y="521576"/>
                  </a:lnTo>
                  <a:lnTo>
                    <a:pt x="5260309" y="528211"/>
                  </a:lnTo>
                  <a:lnTo>
                    <a:pt x="5262588" y="531621"/>
                  </a:lnTo>
                  <a:lnTo>
                    <a:pt x="5264867" y="537025"/>
                  </a:lnTo>
                  <a:lnTo>
                    <a:pt x="5267146" y="546132"/>
                  </a:lnTo>
                  <a:lnTo>
                    <a:pt x="5269425" y="554414"/>
                  </a:lnTo>
                  <a:lnTo>
                    <a:pt x="5271704" y="562695"/>
                  </a:lnTo>
                  <a:lnTo>
                    <a:pt x="5273983" y="571931"/>
                  </a:lnTo>
                  <a:lnTo>
                    <a:pt x="5276262" y="583471"/>
                  </a:lnTo>
                  <a:lnTo>
                    <a:pt x="5278541" y="592291"/>
                  </a:lnTo>
                  <a:lnTo>
                    <a:pt x="5280820" y="605385"/>
                  </a:lnTo>
                  <a:lnTo>
                    <a:pt x="5283098" y="617126"/>
                  </a:lnTo>
                  <a:lnTo>
                    <a:pt x="5285377" y="626784"/>
                  </a:lnTo>
                  <a:lnTo>
                    <a:pt x="5287656" y="636105"/>
                  </a:lnTo>
                  <a:lnTo>
                    <a:pt x="5289935" y="645425"/>
                  </a:lnTo>
                  <a:lnTo>
                    <a:pt x="5292214" y="655083"/>
                  </a:lnTo>
                  <a:lnTo>
                    <a:pt x="5294493" y="666086"/>
                  </a:lnTo>
                  <a:lnTo>
                    <a:pt x="5296772" y="676263"/>
                  </a:lnTo>
                  <a:lnTo>
                    <a:pt x="5299051" y="685452"/>
                  </a:lnTo>
                  <a:lnTo>
                    <a:pt x="5301330" y="689930"/>
                  </a:lnTo>
                  <a:lnTo>
                    <a:pt x="5303609" y="695235"/>
                  </a:lnTo>
                  <a:lnTo>
                    <a:pt x="5305888" y="700540"/>
                  </a:lnTo>
                  <a:lnTo>
                    <a:pt x="5308167" y="705166"/>
                  </a:lnTo>
                  <a:lnTo>
                    <a:pt x="5310446" y="707061"/>
                  </a:lnTo>
                  <a:lnTo>
                    <a:pt x="5312725" y="712094"/>
                  </a:lnTo>
                  <a:lnTo>
                    <a:pt x="5315004" y="716031"/>
                  </a:lnTo>
                  <a:lnTo>
                    <a:pt x="5317283" y="721557"/>
                  </a:lnTo>
                  <a:lnTo>
                    <a:pt x="5319562" y="728904"/>
                  </a:lnTo>
                  <a:lnTo>
                    <a:pt x="5321841" y="736250"/>
                  </a:lnTo>
                  <a:lnTo>
                    <a:pt x="5324120" y="743595"/>
                  </a:lnTo>
                  <a:lnTo>
                    <a:pt x="5326399" y="751670"/>
                  </a:lnTo>
                  <a:lnTo>
                    <a:pt x="5328678" y="759016"/>
                  </a:lnTo>
                  <a:lnTo>
                    <a:pt x="5330957" y="766881"/>
                  </a:lnTo>
                  <a:lnTo>
                    <a:pt x="5333236" y="774227"/>
                  </a:lnTo>
                  <a:lnTo>
                    <a:pt x="5335515" y="781573"/>
                  </a:lnTo>
                  <a:lnTo>
                    <a:pt x="5337794" y="788919"/>
                  </a:lnTo>
                  <a:lnTo>
                    <a:pt x="5340073" y="798111"/>
                  </a:lnTo>
                  <a:lnTo>
                    <a:pt x="5342352" y="808984"/>
                  </a:lnTo>
                  <a:lnTo>
                    <a:pt x="5344631" y="818666"/>
                  </a:lnTo>
                  <a:lnTo>
                    <a:pt x="5346910" y="825684"/>
                  </a:lnTo>
                  <a:lnTo>
                    <a:pt x="5349189" y="832071"/>
                  </a:lnTo>
                  <a:lnTo>
                    <a:pt x="5351467" y="836980"/>
                  </a:lnTo>
                  <a:lnTo>
                    <a:pt x="5353746" y="839439"/>
                  </a:lnTo>
                  <a:lnTo>
                    <a:pt x="5356025" y="841614"/>
                  </a:lnTo>
                  <a:lnTo>
                    <a:pt x="5358304" y="843789"/>
                  </a:lnTo>
                  <a:lnTo>
                    <a:pt x="5360583" y="844751"/>
                  </a:lnTo>
                  <a:lnTo>
                    <a:pt x="5362862" y="849608"/>
                  </a:lnTo>
                  <a:lnTo>
                    <a:pt x="5365141" y="852609"/>
                  </a:lnTo>
                  <a:lnTo>
                    <a:pt x="5367420" y="856153"/>
                  </a:lnTo>
                  <a:lnTo>
                    <a:pt x="5369699" y="858871"/>
                  </a:lnTo>
                  <a:lnTo>
                    <a:pt x="5371978" y="862415"/>
                  </a:lnTo>
                  <a:lnTo>
                    <a:pt x="5374257" y="863968"/>
                  </a:lnTo>
                  <a:lnTo>
                    <a:pt x="5376536" y="864103"/>
                  </a:lnTo>
                  <a:lnTo>
                    <a:pt x="5378815" y="864884"/>
                  </a:lnTo>
                  <a:lnTo>
                    <a:pt x="5381094" y="865665"/>
                  </a:lnTo>
                  <a:lnTo>
                    <a:pt x="5383373" y="865799"/>
                  </a:lnTo>
                  <a:lnTo>
                    <a:pt x="5385652" y="865933"/>
                  </a:lnTo>
                  <a:lnTo>
                    <a:pt x="5387931" y="866352"/>
                  </a:lnTo>
                  <a:lnTo>
                    <a:pt x="5390210" y="865943"/>
                  </a:lnTo>
                  <a:lnTo>
                    <a:pt x="5392489" y="865535"/>
                  </a:lnTo>
                  <a:lnTo>
                    <a:pt x="5394768" y="867037"/>
                  </a:lnTo>
                  <a:lnTo>
                    <a:pt x="5397047" y="864786"/>
                  </a:lnTo>
                  <a:lnTo>
                    <a:pt x="5399326" y="864449"/>
                  </a:lnTo>
                  <a:lnTo>
                    <a:pt x="5401605" y="864449"/>
                  </a:lnTo>
                  <a:lnTo>
                    <a:pt x="5403884" y="864786"/>
                  </a:lnTo>
                  <a:lnTo>
                    <a:pt x="5406163" y="865124"/>
                  </a:lnTo>
                  <a:lnTo>
                    <a:pt x="5408442" y="865124"/>
                  </a:lnTo>
                  <a:lnTo>
                    <a:pt x="5410721" y="864269"/>
                  </a:lnTo>
                  <a:lnTo>
                    <a:pt x="5413000" y="863750"/>
                  </a:lnTo>
                  <a:lnTo>
                    <a:pt x="5415279" y="862503"/>
                  </a:lnTo>
                  <a:lnTo>
                    <a:pt x="5417557" y="861984"/>
                  </a:lnTo>
                  <a:lnTo>
                    <a:pt x="5419836" y="861466"/>
                  </a:lnTo>
                  <a:lnTo>
                    <a:pt x="5422115" y="860947"/>
                  </a:lnTo>
                  <a:lnTo>
                    <a:pt x="5424394" y="860947"/>
                  </a:lnTo>
                  <a:lnTo>
                    <a:pt x="5426673" y="860948"/>
                  </a:lnTo>
                  <a:lnTo>
                    <a:pt x="5428952" y="859363"/>
                  </a:lnTo>
                  <a:lnTo>
                    <a:pt x="5431231" y="857777"/>
                  </a:lnTo>
                  <a:lnTo>
                    <a:pt x="5433510" y="855859"/>
                  </a:lnTo>
                  <a:lnTo>
                    <a:pt x="5435789" y="853941"/>
                  </a:lnTo>
                  <a:lnTo>
                    <a:pt x="5438068" y="852022"/>
                  </a:lnTo>
                  <a:lnTo>
                    <a:pt x="5440347" y="850104"/>
                  </a:lnTo>
                  <a:lnTo>
                    <a:pt x="5442626" y="848856"/>
                  </a:lnTo>
                  <a:lnTo>
                    <a:pt x="5444905" y="848856"/>
                  </a:lnTo>
                  <a:lnTo>
                    <a:pt x="5447184" y="848337"/>
                  </a:lnTo>
                  <a:lnTo>
                    <a:pt x="5449463" y="848337"/>
                  </a:lnTo>
                  <a:lnTo>
                    <a:pt x="5451742" y="848337"/>
                  </a:lnTo>
                  <a:lnTo>
                    <a:pt x="5454021" y="848337"/>
                  </a:lnTo>
                  <a:lnTo>
                    <a:pt x="5456300" y="848000"/>
                  </a:lnTo>
                  <a:lnTo>
                    <a:pt x="5458579" y="847144"/>
                  </a:lnTo>
                  <a:lnTo>
                    <a:pt x="5460858" y="847143"/>
                  </a:lnTo>
                  <a:lnTo>
                    <a:pt x="5463137" y="847431"/>
                  </a:lnTo>
                  <a:lnTo>
                    <a:pt x="5465416" y="847718"/>
                  </a:lnTo>
                  <a:lnTo>
                    <a:pt x="5467695" y="848339"/>
                  </a:lnTo>
                  <a:lnTo>
                    <a:pt x="5469974" y="848960"/>
                  </a:lnTo>
                  <a:lnTo>
                    <a:pt x="5472253" y="849865"/>
                  </a:lnTo>
                  <a:lnTo>
                    <a:pt x="5474532" y="851107"/>
                  </a:lnTo>
                  <a:lnTo>
                    <a:pt x="5476811" y="851677"/>
                  </a:lnTo>
                  <a:lnTo>
                    <a:pt x="5479090" y="851961"/>
                  </a:lnTo>
                  <a:lnTo>
                    <a:pt x="5481369" y="851961"/>
                  </a:lnTo>
                  <a:lnTo>
                    <a:pt x="5483647" y="852244"/>
                  </a:lnTo>
                  <a:lnTo>
                    <a:pt x="5485926" y="853487"/>
                  </a:lnTo>
                  <a:lnTo>
                    <a:pt x="5488205" y="855248"/>
                  </a:lnTo>
                  <a:lnTo>
                    <a:pt x="5490484" y="857009"/>
                  </a:lnTo>
                  <a:lnTo>
                    <a:pt x="5492763" y="858770"/>
                  </a:lnTo>
                  <a:lnTo>
                    <a:pt x="5495042" y="860530"/>
                  </a:lnTo>
                  <a:lnTo>
                    <a:pt x="5497321" y="862291"/>
                  </a:lnTo>
                  <a:lnTo>
                    <a:pt x="5499600" y="864052"/>
                  </a:lnTo>
                  <a:lnTo>
                    <a:pt x="5501879" y="865813"/>
                  </a:lnTo>
                  <a:lnTo>
                    <a:pt x="5504158" y="867290"/>
                  </a:lnTo>
                  <a:lnTo>
                    <a:pt x="5506437" y="868767"/>
                  </a:lnTo>
                  <a:lnTo>
                    <a:pt x="5508716" y="870244"/>
                  </a:lnTo>
                  <a:lnTo>
                    <a:pt x="5510995" y="871100"/>
                  </a:lnTo>
                  <a:lnTo>
                    <a:pt x="5513274" y="872685"/>
                  </a:lnTo>
                  <a:lnTo>
                    <a:pt x="5515553" y="874936"/>
                  </a:lnTo>
                  <a:lnTo>
                    <a:pt x="5517832" y="876849"/>
                  </a:lnTo>
                  <a:lnTo>
                    <a:pt x="5520111" y="878097"/>
                  </a:lnTo>
                  <a:lnTo>
                    <a:pt x="5522390" y="878615"/>
                  </a:lnTo>
                  <a:lnTo>
                    <a:pt x="5524669" y="879134"/>
                  </a:lnTo>
                  <a:lnTo>
                    <a:pt x="5526948" y="879990"/>
                  </a:lnTo>
                  <a:lnTo>
                    <a:pt x="5529227" y="880509"/>
                  </a:lnTo>
                  <a:lnTo>
                    <a:pt x="5531506" y="881756"/>
                  </a:lnTo>
                  <a:lnTo>
                    <a:pt x="5533785" y="883004"/>
                  </a:lnTo>
                  <a:lnTo>
                    <a:pt x="5536064" y="884252"/>
                  </a:lnTo>
                  <a:lnTo>
                    <a:pt x="5538343" y="885499"/>
                  </a:lnTo>
                  <a:lnTo>
                    <a:pt x="5540622" y="886747"/>
                  </a:lnTo>
                  <a:lnTo>
                    <a:pt x="5542901" y="888788"/>
                  </a:lnTo>
                  <a:lnTo>
                    <a:pt x="5545180" y="892511"/>
                  </a:lnTo>
                  <a:lnTo>
                    <a:pt x="5547459" y="895408"/>
                  </a:lnTo>
                  <a:lnTo>
                    <a:pt x="5549738" y="898639"/>
                  </a:lnTo>
                  <a:lnTo>
                    <a:pt x="5552016" y="903605"/>
                  </a:lnTo>
                  <a:lnTo>
                    <a:pt x="5554295" y="908572"/>
                  </a:lnTo>
                  <a:lnTo>
                    <a:pt x="5556574" y="914229"/>
                  </a:lnTo>
                  <a:lnTo>
                    <a:pt x="5558853" y="920091"/>
                  </a:lnTo>
                  <a:lnTo>
                    <a:pt x="5559872" y="922953"/>
                  </a:lnTo>
                  <a:lnTo>
                    <a:pt x="5703535" y="922953"/>
                  </a:lnTo>
                  <a:lnTo>
                    <a:pt x="5704707" y="921580"/>
                  </a:lnTo>
                  <a:lnTo>
                    <a:pt x="5706986" y="919839"/>
                  </a:lnTo>
                  <a:lnTo>
                    <a:pt x="5709265" y="919160"/>
                  </a:lnTo>
                  <a:lnTo>
                    <a:pt x="5711544" y="917234"/>
                  </a:lnTo>
                  <a:lnTo>
                    <a:pt x="5713823" y="916732"/>
                  </a:lnTo>
                  <a:lnTo>
                    <a:pt x="5716102" y="916482"/>
                  </a:lnTo>
                  <a:lnTo>
                    <a:pt x="5718381" y="917412"/>
                  </a:lnTo>
                  <a:lnTo>
                    <a:pt x="5720660" y="918916"/>
                  </a:lnTo>
                  <a:lnTo>
                    <a:pt x="5722939" y="920132"/>
                  </a:lnTo>
                  <a:lnTo>
                    <a:pt x="5725218" y="921635"/>
                  </a:lnTo>
                  <a:lnTo>
                    <a:pt x="5727215" y="922953"/>
                  </a:lnTo>
                  <a:lnTo>
                    <a:pt x="5729333" y="922953"/>
                  </a:lnTo>
                  <a:lnTo>
                    <a:pt x="5729809" y="922953"/>
                  </a:lnTo>
                  <a:lnTo>
                    <a:pt x="5905005" y="922953"/>
                  </a:lnTo>
                  <a:lnTo>
                    <a:pt x="5905256" y="922541"/>
                  </a:lnTo>
                  <a:lnTo>
                    <a:pt x="5907535" y="919645"/>
                  </a:lnTo>
                  <a:lnTo>
                    <a:pt x="5909814" y="917085"/>
                  </a:lnTo>
                  <a:lnTo>
                    <a:pt x="5912093" y="915044"/>
                  </a:lnTo>
                  <a:lnTo>
                    <a:pt x="5914372" y="913003"/>
                  </a:lnTo>
                  <a:lnTo>
                    <a:pt x="5916651" y="910962"/>
                  </a:lnTo>
                  <a:lnTo>
                    <a:pt x="5918930" y="910315"/>
                  </a:lnTo>
                  <a:lnTo>
                    <a:pt x="5921209" y="909003"/>
                  </a:lnTo>
                  <a:lnTo>
                    <a:pt x="5923488" y="909003"/>
                  </a:lnTo>
                  <a:lnTo>
                    <a:pt x="5925767" y="908337"/>
                  </a:lnTo>
                  <a:lnTo>
                    <a:pt x="5928046" y="909002"/>
                  </a:lnTo>
                  <a:lnTo>
                    <a:pt x="5930325" y="909002"/>
                  </a:lnTo>
                  <a:lnTo>
                    <a:pt x="5932604" y="908356"/>
                  </a:lnTo>
                  <a:lnTo>
                    <a:pt x="5934883" y="907709"/>
                  </a:lnTo>
                  <a:lnTo>
                    <a:pt x="5937162" y="907063"/>
                  </a:lnTo>
                  <a:lnTo>
                    <a:pt x="5939441" y="905071"/>
                  </a:lnTo>
                  <a:lnTo>
                    <a:pt x="5941720" y="901961"/>
                  </a:lnTo>
                  <a:lnTo>
                    <a:pt x="5943999" y="897907"/>
                  </a:lnTo>
                  <a:lnTo>
                    <a:pt x="5946278" y="890561"/>
                  </a:lnTo>
                  <a:lnTo>
                    <a:pt x="5948557" y="883216"/>
                  </a:lnTo>
                  <a:lnTo>
                    <a:pt x="5950836" y="876535"/>
                  </a:lnTo>
                  <a:lnTo>
                    <a:pt x="5953114" y="869918"/>
                  </a:lnTo>
                  <a:lnTo>
                    <a:pt x="5955393" y="863301"/>
                  </a:lnTo>
                  <a:lnTo>
                    <a:pt x="5957672" y="855955"/>
                  </a:lnTo>
                  <a:lnTo>
                    <a:pt x="5959951" y="848609"/>
                  </a:lnTo>
                  <a:lnTo>
                    <a:pt x="5962230" y="840534"/>
                  </a:lnTo>
                  <a:lnTo>
                    <a:pt x="5964509" y="833189"/>
                  </a:lnTo>
                  <a:lnTo>
                    <a:pt x="5966788" y="826571"/>
                  </a:lnTo>
                  <a:lnTo>
                    <a:pt x="5969067" y="819954"/>
                  </a:lnTo>
                  <a:lnTo>
                    <a:pt x="5971346" y="813856"/>
                  </a:lnTo>
                  <a:lnTo>
                    <a:pt x="5973625" y="809367"/>
                  </a:lnTo>
                  <a:lnTo>
                    <a:pt x="5975904" y="805431"/>
                  </a:lnTo>
                  <a:lnTo>
                    <a:pt x="5978183" y="803710"/>
                  </a:lnTo>
                  <a:lnTo>
                    <a:pt x="5980462" y="804229"/>
                  </a:lnTo>
                  <a:lnTo>
                    <a:pt x="5982741" y="805476"/>
                  </a:lnTo>
                  <a:lnTo>
                    <a:pt x="5985020" y="806724"/>
                  </a:lnTo>
                  <a:lnTo>
                    <a:pt x="5987299" y="808637"/>
                  </a:lnTo>
                  <a:lnTo>
                    <a:pt x="5989578" y="810550"/>
                  </a:lnTo>
                  <a:lnTo>
                    <a:pt x="5991857" y="812591"/>
                  </a:lnTo>
                  <a:lnTo>
                    <a:pt x="5994136" y="814632"/>
                  </a:lnTo>
                  <a:lnTo>
                    <a:pt x="5996415" y="816673"/>
                  </a:lnTo>
                  <a:lnTo>
                    <a:pt x="5998694" y="819570"/>
                  </a:lnTo>
                  <a:lnTo>
                    <a:pt x="6000973" y="822468"/>
                  </a:lnTo>
                  <a:lnTo>
                    <a:pt x="6003252" y="825985"/>
                  </a:lnTo>
                  <a:lnTo>
                    <a:pt x="6005531" y="830330"/>
                  </a:lnTo>
                  <a:lnTo>
                    <a:pt x="6007810" y="834387"/>
                  </a:lnTo>
                  <a:lnTo>
                    <a:pt x="6010089" y="838110"/>
                  </a:lnTo>
                  <a:lnTo>
                    <a:pt x="6012368" y="841834"/>
                  </a:lnTo>
                  <a:lnTo>
                    <a:pt x="6014647" y="846467"/>
                  </a:lnTo>
                  <a:lnTo>
                    <a:pt x="6016926" y="850191"/>
                  </a:lnTo>
                  <a:lnTo>
                    <a:pt x="6019205" y="853914"/>
                  </a:lnTo>
                  <a:lnTo>
                    <a:pt x="6021483" y="858548"/>
                  </a:lnTo>
                  <a:lnTo>
                    <a:pt x="6023762" y="863181"/>
                  </a:lnTo>
                  <a:lnTo>
                    <a:pt x="6026041" y="867476"/>
                  </a:lnTo>
                  <a:lnTo>
                    <a:pt x="6028320" y="870344"/>
                  </a:lnTo>
                  <a:lnTo>
                    <a:pt x="6030599" y="873211"/>
                  </a:lnTo>
                  <a:lnTo>
                    <a:pt x="6032878" y="876988"/>
                  </a:lnTo>
                  <a:lnTo>
                    <a:pt x="6035157" y="879370"/>
                  </a:lnTo>
                  <a:lnTo>
                    <a:pt x="6037436" y="881509"/>
                  </a:lnTo>
                  <a:lnTo>
                    <a:pt x="6039715" y="883891"/>
                  </a:lnTo>
                  <a:lnTo>
                    <a:pt x="6041994" y="886029"/>
                  </a:lnTo>
                  <a:lnTo>
                    <a:pt x="6044273" y="887502"/>
                  </a:lnTo>
                  <a:lnTo>
                    <a:pt x="6046552" y="888975"/>
                  </a:lnTo>
                  <a:lnTo>
                    <a:pt x="6048831" y="890448"/>
                  </a:lnTo>
                  <a:lnTo>
                    <a:pt x="6051110" y="891921"/>
                  </a:lnTo>
                  <a:lnTo>
                    <a:pt x="6053389" y="893394"/>
                  </a:lnTo>
                  <a:lnTo>
                    <a:pt x="6055668" y="896211"/>
                  </a:lnTo>
                  <a:lnTo>
                    <a:pt x="6057947" y="901058"/>
                  </a:lnTo>
                  <a:lnTo>
                    <a:pt x="6060226" y="907494"/>
                  </a:lnTo>
                  <a:lnTo>
                    <a:pt x="6062505" y="917913"/>
                  </a:lnTo>
                  <a:lnTo>
                    <a:pt x="6063522" y="922953"/>
                  </a:lnTo>
                  <a:lnTo>
                    <a:pt x="6218920" y="922953"/>
                  </a:lnTo>
                  <a:lnTo>
                    <a:pt x="6219754" y="921175"/>
                  </a:lnTo>
                  <a:lnTo>
                    <a:pt x="6222032" y="916547"/>
                  </a:lnTo>
                  <a:lnTo>
                    <a:pt x="6224311" y="911919"/>
                  </a:lnTo>
                  <a:lnTo>
                    <a:pt x="6226590" y="906381"/>
                  </a:lnTo>
                  <a:lnTo>
                    <a:pt x="6228869" y="900153"/>
                  </a:lnTo>
                  <a:lnTo>
                    <a:pt x="6231148" y="894899"/>
                  </a:lnTo>
                  <a:lnTo>
                    <a:pt x="6233427" y="889644"/>
                  </a:lnTo>
                  <a:lnTo>
                    <a:pt x="6235706" y="882823"/>
                  </a:lnTo>
                  <a:lnTo>
                    <a:pt x="6237985" y="876002"/>
                  </a:lnTo>
                  <a:lnTo>
                    <a:pt x="6240264" y="869468"/>
                  </a:lnTo>
                  <a:lnTo>
                    <a:pt x="6242543" y="863268"/>
                  </a:lnTo>
                  <a:lnTo>
                    <a:pt x="6244822" y="857925"/>
                  </a:lnTo>
                  <a:lnTo>
                    <a:pt x="6247101" y="853827"/>
                  </a:lnTo>
                  <a:lnTo>
                    <a:pt x="6249380" y="854025"/>
                  </a:lnTo>
                  <a:lnTo>
                    <a:pt x="6251659" y="854223"/>
                  </a:lnTo>
                  <a:lnTo>
                    <a:pt x="6253938" y="855086"/>
                  </a:lnTo>
                  <a:lnTo>
                    <a:pt x="6256217" y="855284"/>
                  </a:lnTo>
                  <a:lnTo>
                    <a:pt x="6258496" y="856147"/>
                  </a:lnTo>
                  <a:lnTo>
                    <a:pt x="6260775" y="857011"/>
                  </a:lnTo>
                  <a:lnTo>
                    <a:pt x="6263054" y="858565"/>
                  </a:lnTo>
                  <a:lnTo>
                    <a:pt x="6265333" y="860119"/>
                  </a:lnTo>
                  <a:lnTo>
                    <a:pt x="6265333" y="922953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5997265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5997379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997265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439333" y="5636244"/>
              <a:ext cx="564835" cy="124158"/>
            </a:xfrm>
            <a:custGeom>
              <a:avLst/>
              <a:pathLst>
                <a:path w="564835" h="124158">
                  <a:moveTo>
                    <a:pt x="0" y="68421"/>
                  </a:moveTo>
                  <a:lnTo>
                    <a:pt x="455" y="66808"/>
                  </a:lnTo>
                  <a:lnTo>
                    <a:pt x="2734" y="65592"/>
                  </a:lnTo>
                  <a:lnTo>
                    <a:pt x="5013" y="63979"/>
                  </a:lnTo>
                  <a:lnTo>
                    <a:pt x="7292" y="62366"/>
                  </a:lnTo>
                  <a:lnTo>
                    <a:pt x="9571" y="60753"/>
                  </a:lnTo>
                  <a:lnTo>
                    <a:pt x="11850" y="59140"/>
                  </a:lnTo>
                  <a:lnTo>
                    <a:pt x="14129" y="57924"/>
                  </a:lnTo>
                  <a:lnTo>
                    <a:pt x="16408" y="56707"/>
                  </a:lnTo>
                  <a:lnTo>
                    <a:pt x="18687" y="55491"/>
                  </a:lnTo>
                  <a:lnTo>
                    <a:pt x="20966" y="54721"/>
                  </a:lnTo>
                  <a:lnTo>
                    <a:pt x="23245" y="53505"/>
                  </a:lnTo>
                  <a:lnTo>
                    <a:pt x="25524" y="52288"/>
                  </a:lnTo>
                  <a:lnTo>
                    <a:pt x="27803" y="51072"/>
                  </a:lnTo>
                  <a:lnTo>
                    <a:pt x="30082" y="49459"/>
                  </a:lnTo>
                  <a:lnTo>
                    <a:pt x="32361" y="47376"/>
                  </a:lnTo>
                  <a:lnTo>
                    <a:pt x="34640" y="45293"/>
                  </a:lnTo>
                  <a:lnTo>
                    <a:pt x="36919" y="42756"/>
                  </a:lnTo>
                  <a:lnTo>
                    <a:pt x="39198" y="40673"/>
                  </a:lnTo>
                  <a:lnTo>
                    <a:pt x="41477" y="38590"/>
                  </a:lnTo>
                  <a:lnTo>
                    <a:pt x="43756" y="36507"/>
                  </a:lnTo>
                  <a:lnTo>
                    <a:pt x="46035" y="34424"/>
                  </a:lnTo>
                  <a:lnTo>
                    <a:pt x="48314" y="31888"/>
                  </a:lnTo>
                  <a:lnTo>
                    <a:pt x="50593" y="28645"/>
                  </a:lnTo>
                  <a:lnTo>
                    <a:pt x="52872" y="25403"/>
                  </a:lnTo>
                  <a:lnTo>
                    <a:pt x="55150" y="22161"/>
                  </a:lnTo>
                  <a:lnTo>
                    <a:pt x="57429" y="18919"/>
                  </a:lnTo>
                  <a:lnTo>
                    <a:pt x="59708" y="15676"/>
                  </a:lnTo>
                  <a:lnTo>
                    <a:pt x="61987" y="13140"/>
                  </a:lnTo>
                  <a:lnTo>
                    <a:pt x="64266" y="11056"/>
                  </a:lnTo>
                  <a:lnTo>
                    <a:pt x="66545" y="9444"/>
                  </a:lnTo>
                  <a:lnTo>
                    <a:pt x="68824" y="7831"/>
                  </a:lnTo>
                  <a:lnTo>
                    <a:pt x="71103" y="6614"/>
                  </a:lnTo>
                  <a:lnTo>
                    <a:pt x="73382" y="5398"/>
                  </a:lnTo>
                  <a:lnTo>
                    <a:pt x="75661" y="4182"/>
                  </a:lnTo>
                  <a:lnTo>
                    <a:pt x="77940" y="2966"/>
                  </a:lnTo>
                  <a:lnTo>
                    <a:pt x="80219" y="1749"/>
                  </a:lnTo>
                  <a:lnTo>
                    <a:pt x="82498" y="978"/>
                  </a:lnTo>
                  <a:lnTo>
                    <a:pt x="84777" y="489"/>
                  </a:lnTo>
                  <a:lnTo>
                    <a:pt x="87056" y="0"/>
                  </a:lnTo>
                  <a:lnTo>
                    <a:pt x="89335" y="489"/>
                  </a:lnTo>
                  <a:lnTo>
                    <a:pt x="91614" y="1260"/>
                  </a:lnTo>
                  <a:lnTo>
                    <a:pt x="93893" y="2030"/>
                  </a:lnTo>
                  <a:lnTo>
                    <a:pt x="96172" y="2800"/>
                  </a:lnTo>
                  <a:lnTo>
                    <a:pt x="98451" y="4016"/>
                  </a:lnTo>
                  <a:lnTo>
                    <a:pt x="100730" y="5629"/>
                  </a:lnTo>
                  <a:lnTo>
                    <a:pt x="103009" y="7242"/>
                  </a:lnTo>
                  <a:lnTo>
                    <a:pt x="105288" y="8855"/>
                  </a:lnTo>
                  <a:lnTo>
                    <a:pt x="107567" y="10938"/>
                  </a:lnTo>
                  <a:lnTo>
                    <a:pt x="109846" y="13022"/>
                  </a:lnTo>
                  <a:lnTo>
                    <a:pt x="112125" y="15105"/>
                  </a:lnTo>
                  <a:lnTo>
                    <a:pt x="114404" y="17188"/>
                  </a:lnTo>
                  <a:lnTo>
                    <a:pt x="116683" y="19271"/>
                  </a:lnTo>
                  <a:lnTo>
                    <a:pt x="118962" y="21354"/>
                  </a:lnTo>
                  <a:lnTo>
                    <a:pt x="121240" y="23437"/>
                  </a:lnTo>
                  <a:lnTo>
                    <a:pt x="123519" y="25050"/>
                  </a:lnTo>
                  <a:lnTo>
                    <a:pt x="125798" y="26267"/>
                  </a:lnTo>
                  <a:lnTo>
                    <a:pt x="128077" y="27483"/>
                  </a:lnTo>
                  <a:lnTo>
                    <a:pt x="130356" y="28699"/>
                  </a:lnTo>
                  <a:lnTo>
                    <a:pt x="132635" y="29469"/>
                  </a:lnTo>
                  <a:lnTo>
                    <a:pt x="134914" y="29959"/>
                  </a:lnTo>
                  <a:lnTo>
                    <a:pt x="137193" y="30448"/>
                  </a:lnTo>
                  <a:lnTo>
                    <a:pt x="139472" y="30937"/>
                  </a:lnTo>
                  <a:lnTo>
                    <a:pt x="141751" y="30937"/>
                  </a:lnTo>
                  <a:lnTo>
                    <a:pt x="144030" y="30937"/>
                  </a:lnTo>
                  <a:lnTo>
                    <a:pt x="146309" y="30937"/>
                  </a:lnTo>
                  <a:lnTo>
                    <a:pt x="148588" y="30938"/>
                  </a:lnTo>
                  <a:lnTo>
                    <a:pt x="150867" y="30938"/>
                  </a:lnTo>
                  <a:lnTo>
                    <a:pt x="153146" y="30938"/>
                  </a:lnTo>
                  <a:lnTo>
                    <a:pt x="155425" y="30938"/>
                  </a:lnTo>
                  <a:lnTo>
                    <a:pt x="157704" y="30938"/>
                  </a:lnTo>
                  <a:lnTo>
                    <a:pt x="159983" y="30938"/>
                  </a:lnTo>
                  <a:lnTo>
                    <a:pt x="162262" y="30938"/>
                  </a:lnTo>
                  <a:lnTo>
                    <a:pt x="164541" y="30939"/>
                  </a:lnTo>
                  <a:lnTo>
                    <a:pt x="166820" y="30939"/>
                  </a:lnTo>
                  <a:lnTo>
                    <a:pt x="169099" y="30939"/>
                  </a:lnTo>
                  <a:lnTo>
                    <a:pt x="171378" y="30939"/>
                  </a:lnTo>
                  <a:lnTo>
                    <a:pt x="173657" y="30939"/>
                  </a:lnTo>
                  <a:lnTo>
                    <a:pt x="175936" y="30938"/>
                  </a:lnTo>
                  <a:lnTo>
                    <a:pt x="178215" y="30938"/>
                  </a:lnTo>
                  <a:lnTo>
                    <a:pt x="180494" y="30938"/>
                  </a:lnTo>
                  <a:lnTo>
                    <a:pt x="182773" y="30938"/>
                  </a:lnTo>
                  <a:lnTo>
                    <a:pt x="185052" y="30938"/>
                  </a:lnTo>
                  <a:lnTo>
                    <a:pt x="187331" y="30939"/>
                  </a:lnTo>
                  <a:lnTo>
                    <a:pt x="189609" y="30939"/>
                  </a:lnTo>
                  <a:lnTo>
                    <a:pt x="191888" y="30939"/>
                  </a:lnTo>
                  <a:lnTo>
                    <a:pt x="194167" y="30939"/>
                  </a:lnTo>
                  <a:lnTo>
                    <a:pt x="196446" y="30939"/>
                  </a:lnTo>
                  <a:lnTo>
                    <a:pt x="198725" y="30939"/>
                  </a:lnTo>
                  <a:lnTo>
                    <a:pt x="201004" y="30939"/>
                  </a:lnTo>
                  <a:lnTo>
                    <a:pt x="203283" y="30939"/>
                  </a:lnTo>
                  <a:lnTo>
                    <a:pt x="205562" y="30449"/>
                  </a:lnTo>
                  <a:lnTo>
                    <a:pt x="207841" y="29679"/>
                  </a:lnTo>
                  <a:lnTo>
                    <a:pt x="210120" y="28908"/>
                  </a:lnTo>
                  <a:lnTo>
                    <a:pt x="212399" y="28138"/>
                  </a:lnTo>
                  <a:lnTo>
                    <a:pt x="214678" y="26921"/>
                  </a:lnTo>
                  <a:lnTo>
                    <a:pt x="216957" y="25308"/>
                  </a:lnTo>
                  <a:lnTo>
                    <a:pt x="219236" y="23696"/>
                  </a:lnTo>
                  <a:lnTo>
                    <a:pt x="221515" y="22083"/>
                  </a:lnTo>
                  <a:lnTo>
                    <a:pt x="223794" y="19999"/>
                  </a:lnTo>
                  <a:lnTo>
                    <a:pt x="226073" y="17917"/>
                  </a:lnTo>
                  <a:lnTo>
                    <a:pt x="228352" y="15834"/>
                  </a:lnTo>
                  <a:lnTo>
                    <a:pt x="230631" y="13750"/>
                  </a:lnTo>
                  <a:lnTo>
                    <a:pt x="232910" y="11667"/>
                  </a:lnTo>
                  <a:lnTo>
                    <a:pt x="235189" y="9584"/>
                  </a:lnTo>
                  <a:lnTo>
                    <a:pt x="237468" y="7500"/>
                  </a:lnTo>
                  <a:lnTo>
                    <a:pt x="239747" y="5888"/>
                  </a:lnTo>
                  <a:lnTo>
                    <a:pt x="242026" y="4671"/>
                  </a:lnTo>
                  <a:lnTo>
                    <a:pt x="244305" y="3455"/>
                  </a:lnTo>
                  <a:lnTo>
                    <a:pt x="246584" y="2238"/>
                  </a:lnTo>
                  <a:lnTo>
                    <a:pt x="248863" y="1468"/>
                  </a:lnTo>
                  <a:lnTo>
                    <a:pt x="251142" y="978"/>
                  </a:lnTo>
                  <a:lnTo>
                    <a:pt x="253421" y="489"/>
                  </a:lnTo>
                  <a:lnTo>
                    <a:pt x="255699" y="0"/>
                  </a:lnTo>
                  <a:lnTo>
                    <a:pt x="257978" y="0"/>
                  </a:lnTo>
                  <a:lnTo>
                    <a:pt x="260257" y="0"/>
                  </a:lnTo>
                  <a:lnTo>
                    <a:pt x="262536" y="0"/>
                  </a:lnTo>
                  <a:lnTo>
                    <a:pt x="264815" y="0"/>
                  </a:lnTo>
                  <a:lnTo>
                    <a:pt x="267094" y="0"/>
                  </a:lnTo>
                  <a:lnTo>
                    <a:pt x="269373" y="0"/>
                  </a:lnTo>
                  <a:lnTo>
                    <a:pt x="271652" y="0"/>
                  </a:lnTo>
                  <a:lnTo>
                    <a:pt x="273931" y="0"/>
                  </a:lnTo>
                  <a:lnTo>
                    <a:pt x="276210" y="0"/>
                  </a:lnTo>
                  <a:lnTo>
                    <a:pt x="278489" y="0"/>
                  </a:lnTo>
                  <a:lnTo>
                    <a:pt x="280768" y="0"/>
                  </a:lnTo>
                  <a:lnTo>
                    <a:pt x="283047" y="0"/>
                  </a:lnTo>
                  <a:lnTo>
                    <a:pt x="285326" y="0"/>
                  </a:lnTo>
                  <a:lnTo>
                    <a:pt x="287605" y="0"/>
                  </a:lnTo>
                  <a:lnTo>
                    <a:pt x="289884" y="0"/>
                  </a:lnTo>
                  <a:lnTo>
                    <a:pt x="292163" y="0"/>
                  </a:lnTo>
                  <a:lnTo>
                    <a:pt x="294442" y="0"/>
                  </a:lnTo>
                  <a:lnTo>
                    <a:pt x="296721" y="0"/>
                  </a:lnTo>
                  <a:lnTo>
                    <a:pt x="299000" y="0"/>
                  </a:lnTo>
                  <a:lnTo>
                    <a:pt x="301279" y="0"/>
                  </a:lnTo>
                  <a:lnTo>
                    <a:pt x="303558" y="0"/>
                  </a:lnTo>
                  <a:lnTo>
                    <a:pt x="305837" y="0"/>
                  </a:lnTo>
                  <a:lnTo>
                    <a:pt x="308116" y="0"/>
                  </a:lnTo>
                  <a:lnTo>
                    <a:pt x="310395" y="0"/>
                  </a:lnTo>
                  <a:lnTo>
                    <a:pt x="312674" y="0"/>
                  </a:lnTo>
                  <a:lnTo>
                    <a:pt x="314953" y="0"/>
                  </a:lnTo>
                  <a:lnTo>
                    <a:pt x="317232" y="0"/>
                  </a:lnTo>
                  <a:lnTo>
                    <a:pt x="319511" y="0"/>
                  </a:lnTo>
                  <a:lnTo>
                    <a:pt x="321789" y="0"/>
                  </a:lnTo>
                  <a:lnTo>
                    <a:pt x="324068" y="0"/>
                  </a:lnTo>
                  <a:lnTo>
                    <a:pt x="326347" y="0"/>
                  </a:lnTo>
                  <a:lnTo>
                    <a:pt x="328626" y="0"/>
                  </a:lnTo>
                  <a:lnTo>
                    <a:pt x="330905" y="0"/>
                  </a:lnTo>
                  <a:lnTo>
                    <a:pt x="333184" y="0"/>
                  </a:lnTo>
                  <a:lnTo>
                    <a:pt x="335463" y="0"/>
                  </a:lnTo>
                  <a:lnTo>
                    <a:pt x="337742" y="0"/>
                  </a:lnTo>
                  <a:lnTo>
                    <a:pt x="340021" y="0"/>
                  </a:lnTo>
                  <a:lnTo>
                    <a:pt x="342300" y="0"/>
                  </a:lnTo>
                  <a:lnTo>
                    <a:pt x="344579" y="0"/>
                  </a:lnTo>
                  <a:lnTo>
                    <a:pt x="346858" y="0"/>
                  </a:lnTo>
                  <a:lnTo>
                    <a:pt x="349137" y="0"/>
                  </a:lnTo>
                  <a:lnTo>
                    <a:pt x="351416" y="0"/>
                  </a:lnTo>
                  <a:lnTo>
                    <a:pt x="353695" y="0"/>
                  </a:lnTo>
                  <a:lnTo>
                    <a:pt x="355974" y="0"/>
                  </a:lnTo>
                  <a:lnTo>
                    <a:pt x="358253" y="0"/>
                  </a:lnTo>
                  <a:lnTo>
                    <a:pt x="360532" y="0"/>
                  </a:lnTo>
                  <a:lnTo>
                    <a:pt x="362811" y="0"/>
                  </a:lnTo>
                  <a:lnTo>
                    <a:pt x="365090" y="0"/>
                  </a:lnTo>
                  <a:lnTo>
                    <a:pt x="367369" y="0"/>
                  </a:lnTo>
                  <a:lnTo>
                    <a:pt x="369648" y="0"/>
                  </a:lnTo>
                  <a:lnTo>
                    <a:pt x="371927" y="0"/>
                  </a:lnTo>
                  <a:lnTo>
                    <a:pt x="374206" y="0"/>
                  </a:lnTo>
                  <a:lnTo>
                    <a:pt x="376485" y="0"/>
                  </a:lnTo>
                  <a:lnTo>
                    <a:pt x="378764" y="0"/>
                  </a:lnTo>
                  <a:lnTo>
                    <a:pt x="381043" y="0"/>
                  </a:lnTo>
                  <a:lnTo>
                    <a:pt x="383322" y="0"/>
                  </a:lnTo>
                  <a:lnTo>
                    <a:pt x="385601" y="0"/>
                  </a:lnTo>
                  <a:lnTo>
                    <a:pt x="387880" y="0"/>
                  </a:lnTo>
                  <a:lnTo>
                    <a:pt x="390158" y="0"/>
                  </a:lnTo>
                  <a:lnTo>
                    <a:pt x="392437" y="0"/>
                  </a:lnTo>
                  <a:lnTo>
                    <a:pt x="394716" y="0"/>
                  </a:lnTo>
                  <a:lnTo>
                    <a:pt x="396995" y="0"/>
                  </a:lnTo>
                  <a:lnTo>
                    <a:pt x="399274" y="0"/>
                  </a:lnTo>
                  <a:lnTo>
                    <a:pt x="401553" y="0"/>
                  </a:lnTo>
                  <a:lnTo>
                    <a:pt x="403832" y="0"/>
                  </a:lnTo>
                  <a:lnTo>
                    <a:pt x="406111" y="0"/>
                  </a:lnTo>
                  <a:lnTo>
                    <a:pt x="408390" y="0"/>
                  </a:lnTo>
                  <a:lnTo>
                    <a:pt x="410669" y="0"/>
                  </a:lnTo>
                  <a:lnTo>
                    <a:pt x="412948" y="0"/>
                  </a:lnTo>
                  <a:lnTo>
                    <a:pt x="415227" y="0"/>
                  </a:lnTo>
                  <a:lnTo>
                    <a:pt x="417506" y="0"/>
                  </a:lnTo>
                  <a:lnTo>
                    <a:pt x="419785" y="0"/>
                  </a:lnTo>
                  <a:lnTo>
                    <a:pt x="422064" y="0"/>
                  </a:lnTo>
                  <a:lnTo>
                    <a:pt x="424343" y="0"/>
                  </a:lnTo>
                  <a:lnTo>
                    <a:pt x="426622" y="0"/>
                  </a:lnTo>
                  <a:lnTo>
                    <a:pt x="428901" y="0"/>
                  </a:lnTo>
                  <a:lnTo>
                    <a:pt x="431180" y="0"/>
                  </a:lnTo>
                  <a:lnTo>
                    <a:pt x="433459" y="0"/>
                  </a:lnTo>
                  <a:lnTo>
                    <a:pt x="435738" y="0"/>
                  </a:lnTo>
                  <a:lnTo>
                    <a:pt x="438017" y="0"/>
                  </a:lnTo>
                  <a:lnTo>
                    <a:pt x="440296" y="0"/>
                  </a:lnTo>
                  <a:lnTo>
                    <a:pt x="442575" y="0"/>
                  </a:lnTo>
                  <a:lnTo>
                    <a:pt x="444854" y="0"/>
                  </a:lnTo>
                  <a:lnTo>
                    <a:pt x="447133" y="0"/>
                  </a:lnTo>
                  <a:lnTo>
                    <a:pt x="449412" y="0"/>
                  </a:lnTo>
                  <a:lnTo>
                    <a:pt x="451691" y="0"/>
                  </a:lnTo>
                  <a:lnTo>
                    <a:pt x="453970" y="0"/>
                  </a:lnTo>
                  <a:lnTo>
                    <a:pt x="456248" y="0"/>
                  </a:lnTo>
                  <a:lnTo>
                    <a:pt x="458527" y="0"/>
                  </a:lnTo>
                  <a:lnTo>
                    <a:pt x="460806" y="0"/>
                  </a:lnTo>
                  <a:lnTo>
                    <a:pt x="463085" y="0"/>
                  </a:lnTo>
                  <a:lnTo>
                    <a:pt x="465364" y="0"/>
                  </a:lnTo>
                  <a:lnTo>
                    <a:pt x="467643" y="0"/>
                  </a:lnTo>
                  <a:lnTo>
                    <a:pt x="469922" y="0"/>
                  </a:lnTo>
                  <a:lnTo>
                    <a:pt x="472201" y="0"/>
                  </a:lnTo>
                  <a:lnTo>
                    <a:pt x="474480" y="0"/>
                  </a:lnTo>
                  <a:lnTo>
                    <a:pt x="476759" y="0"/>
                  </a:lnTo>
                  <a:lnTo>
                    <a:pt x="479038" y="0"/>
                  </a:lnTo>
                  <a:lnTo>
                    <a:pt x="481317" y="0"/>
                  </a:lnTo>
                  <a:lnTo>
                    <a:pt x="483596" y="0"/>
                  </a:lnTo>
                  <a:lnTo>
                    <a:pt x="485875" y="489"/>
                  </a:lnTo>
                  <a:lnTo>
                    <a:pt x="488154" y="978"/>
                  </a:lnTo>
                  <a:lnTo>
                    <a:pt x="490433" y="1468"/>
                  </a:lnTo>
                  <a:lnTo>
                    <a:pt x="492712" y="1957"/>
                  </a:lnTo>
                  <a:lnTo>
                    <a:pt x="494991" y="2446"/>
                  </a:lnTo>
                  <a:lnTo>
                    <a:pt x="497270" y="2935"/>
                  </a:lnTo>
                  <a:lnTo>
                    <a:pt x="499549" y="3424"/>
                  </a:lnTo>
                  <a:lnTo>
                    <a:pt x="501828" y="3914"/>
                  </a:lnTo>
                  <a:lnTo>
                    <a:pt x="504107" y="4403"/>
                  </a:lnTo>
                  <a:lnTo>
                    <a:pt x="506386" y="4892"/>
                  </a:lnTo>
                  <a:lnTo>
                    <a:pt x="508665" y="5382"/>
                  </a:lnTo>
                  <a:lnTo>
                    <a:pt x="510944" y="5871"/>
                  </a:lnTo>
                  <a:lnTo>
                    <a:pt x="513223" y="6360"/>
                  </a:lnTo>
                  <a:lnTo>
                    <a:pt x="515502" y="6849"/>
                  </a:lnTo>
                  <a:lnTo>
                    <a:pt x="517781" y="7339"/>
                  </a:lnTo>
                  <a:lnTo>
                    <a:pt x="520060" y="7339"/>
                  </a:lnTo>
                  <a:lnTo>
                    <a:pt x="522339" y="7339"/>
                  </a:lnTo>
                  <a:lnTo>
                    <a:pt x="524617" y="7339"/>
                  </a:lnTo>
                  <a:lnTo>
                    <a:pt x="526896" y="7339"/>
                  </a:lnTo>
                  <a:lnTo>
                    <a:pt x="529175" y="8109"/>
                  </a:lnTo>
                  <a:lnTo>
                    <a:pt x="531454" y="8880"/>
                  </a:lnTo>
                  <a:lnTo>
                    <a:pt x="533733" y="10492"/>
                  </a:lnTo>
                  <a:lnTo>
                    <a:pt x="536012" y="13735"/>
                  </a:lnTo>
                  <a:lnTo>
                    <a:pt x="538291" y="15190"/>
                  </a:lnTo>
                  <a:lnTo>
                    <a:pt x="540570" y="16976"/>
                  </a:lnTo>
                  <a:lnTo>
                    <a:pt x="542849" y="21478"/>
                  </a:lnTo>
                  <a:lnTo>
                    <a:pt x="545128" y="28053"/>
                  </a:lnTo>
                  <a:lnTo>
                    <a:pt x="547407" y="36734"/>
                  </a:lnTo>
                  <a:lnTo>
                    <a:pt x="549686" y="47173"/>
                  </a:lnTo>
                  <a:lnTo>
                    <a:pt x="551965" y="57230"/>
                  </a:lnTo>
                  <a:lnTo>
                    <a:pt x="554244" y="67289"/>
                  </a:lnTo>
                  <a:lnTo>
                    <a:pt x="556523" y="77347"/>
                  </a:lnTo>
                  <a:lnTo>
                    <a:pt x="558802" y="90182"/>
                  </a:lnTo>
                  <a:lnTo>
                    <a:pt x="561081" y="103017"/>
                  </a:lnTo>
                  <a:lnTo>
                    <a:pt x="563360" y="115852"/>
                  </a:lnTo>
                  <a:lnTo>
                    <a:pt x="564835" y="12415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116744" y="5314821"/>
              <a:ext cx="916938" cy="445581"/>
            </a:xfrm>
            <a:custGeom>
              <a:avLst/>
              <a:pathLst>
                <a:path w="916938" h="445581">
                  <a:moveTo>
                    <a:pt x="0" y="445581"/>
                  </a:moveTo>
                  <a:lnTo>
                    <a:pt x="2176" y="433788"/>
                  </a:lnTo>
                  <a:lnTo>
                    <a:pt x="4455" y="421443"/>
                  </a:lnTo>
                  <a:lnTo>
                    <a:pt x="6734" y="411874"/>
                  </a:lnTo>
                  <a:lnTo>
                    <a:pt x="9013" y="402587"/>
                  </a:lnTo>
                  <a:lnTo>
                    <a:pt x="11292" y="390524"/>
                  </a:lnTo>
                  <a:lnTo>
                    <a:pt x="13571" y="377272"/>
                  </a:lnTo>
                  <a:lnTo>
                    <a:pt x="15850" y="368322"/>
                  </a:lnTo>
                  <a:lnTo>
                    <a:pt x="18129" y="359371"/>
                  </a:lnTo>
                  <a:lnTo>
                    <a:pt x="20408" y="354009"/>
                  </a:lnTo>
                  <a:lnTo>
                    <a:pt x="22687" y="350605"/>
                  </a:lnTo>
                  <a:lnTo>
                    <a:pt x="24966" y="347180"/>
                  </a:lnTo>
                  <a:lnTo>
                    <a:pt x="27245" y="345414"/>
                  </a:lnTo>
                  <a:lnTo>
                    <a:pt x="29524" y="344101"/>
                  </a:lnTo>
                  <a:lnTo>
                    <a:pt x="31803" y="344382"/>
                  </a:lnTo>
                  <a:lnTo>
                    <a:pt x="34082" y="345152"/>
                  </a:lnTo>
                  <a:lnTo>
                    <a:pt x="36361" y="345152"/>
                  </a:lnTo>
                  <a:lnTo>
                    <a:pt x="38640" y="345152"/>
                  </a:lnTo>
                  <a:lnTo>
                    <a:pt x="40919" y="345152"/>
                  </a:lnTo>
                  <a:lnTo>
                    <a:pt x="43198" y="344662"/>
                  </a:lnTo>
                  <a:lnTo>
                    <a:pt x="45477" y="344173"/>
                  </a:lnTo>
                  <a:lnTo>
                    <a:pt x="47756" y="343684"/>
                  </a:lnTo>
                  <a:lnTo>
                    <a:pt x="50035" y="343194"/>
                  </a:lnTo>
                  <a:lnTo>
                    <a:pt x="52314" y="342424"/>
                  </a:lnTo>
                  <a:lnTo>
                    <a:pt x="54593" y="341653"/>
                  </a:lnTo>
                  <a:lnTo>
                    <a:pt x="56872" y="340883"/>
                  </a:lnTo>
                  <a:lnTo>
                    <a:pt x="59151" y="340112"/>
                  </a:lnTo>
                  <a:lnTo>
                    <a:pt x="61430" y="339342"/>
                  </a:lnTo>
                  <a:lnTo>
                    <a:pt x="63709" y="338571"/>
                  </a:lnTo>
                  <a:lnTo>
                    <a:pt x="65988" y="337801"/>
                  </a:lnTo>
                  <a:lnTo>
                    <a:pt x="68267" y="337030"/>
                  </a:lnTo>
                  <a:lnTo>
                    <a:pt x="70545" y="336541"/>
                  </a:lnTo>
                  <a:lnTo>
                    <a:pt x="72824" y="336052"/>
                  </a:lnTo>
                  <a:lnTo>
                    <a:pt x="75103" y="335563"/>
                  </a:lnTo>
                  <a:lnTo>
                    <a:pt x="77382" y="335073"/>
                  </a:lnTo>
                  <a:lnTo>
                    <a:pt x="79661" y="334584"/>
                  </a:lnTo>
                  <a:lnTo>
                    <a:pt x="81940" y="334584"/>
                  </a:lnTo>
                  <a:lnTo>
                    <a:pt x="84219" y="334585"/>
                  </a:lnTo>
                  <a:lnTo>
                    <a:pt x="86498" y="335355"/>
                  </a:lnTo>
                  <a:lnTo>
                    <a:pt x="88777" y="336126"/>
                  </a:lnTo>
                  <a:lnTo>
                    <a:pt x="91056" y="336897"/>
                  </a:lnTo>
                  <a:lnTo>
                    <a:pt x="93335" y="337667"/>
                  </a:lnTo>
                  <a:lnTo>
                    <a:pt x="95614" y="338438"/>
                  </a:lnTo>
                  <a:lnTo>
                    <a:pt x="97893" y="339208"/>
                  </a:lnTo>
                  <a:lnTo>
                    <a:pt x="100172" y="339979"/>
                  </a:lnTo>
                  <a:lnTo>
                    <a:pt x="102451" y="340749"/>
                  </a:lnTo>
                  <a:lnTo>
                    <a:pt x="104730" y="341519"/>
                  </a:lnTo>
                  <a:lnTo>
                    <a:pt x="107009" y="342290"/>
                  </a:lnTo>
                  <a:lnTo>
                    <a:pt x="109288" y="343060"/>
                  </a:lnTo>
                  <a:lnTo>
                    <a:pt x="111567" y="343830"/>
                  </a:lnTo>
                  <a:lnTo>
                    <a:pt x="113846" y="344600"/>
                  </a:lnTo>
                  <a:lnTo>
                    <a:pt x="116125" y="345090"/>
                  </a:lnTo>
                  <a:lnTo>
                    <a:pt x="118404" y="345371"/>
                  </a:lnTo>
                  <a:lnTo>
                    <a:pt x="120683" y="345371"/>
                  </a:lnTo>
                  <a:lnTo>
                    <a:pt x="122962" y="345652"/>
                  </a:lnTo>
                  <a:lnTo>
                    <a:pt x="125241" y="346097"/>
                  </a:lnTo>
                  <a:lnTo>
                    <a:pt x="127520" y="346940"/>
                  </a:lnTo>
                  <a:lnTo>
                    <a:pt x="129799" y="347782"/>
                  </a:lnTo>
                  <a:lnTo>
                    <a:pt x="132078" y="348624"/>
                  </a:lnTo>
                  <a:lnTo>
                    <a:pt x="134357" y="349467"/>
                  </a:lnTo>
                  <a:lnTo>
                    <a:pt x="136635" y="350779"/>
                  </a:lnTo>
                  <a:lnTo>
                    <a:pt x="138914" y="352091"/>
                  </a:lnTo>
                  <a:lnTo>
                    <a:pt x="141193" y="353404"/>
                  </a:lnTo>
                  <a:lnTo>
                    <a:pt x="143472" y="354717"/>
                  </a:lnTo>
                  <a:lnTo>
                    <a:pt x="145751" y="356030"/>
                  </a:lnTo>
                  <a:lnTo>
                    <a:pt x="148030" y="357343"/>
                  </a:lnTo>
                  <a:lnTo>
                    <a:pt x="150309" y="358655"/>
                  </a:lnTo>
                  <a:lnTo>
                    <a:pt x="152588" y="359779"/>
                  </a:lnTo>
                  <a:lnTo>
                    <a:pt x="154867" y="360903"/>
                  </a:lnTo>
                  <a:lnTo>
                    <a:pt x="157146" y="361630"/>
                  </a:lnTo>
                  <a:lnTo>
                    <a:pt x="159425" y="362400"/>
                  </a:lnTo>
                  <a:lnTo>
                    <a:pt x="161704" y="362890"/>
                  </a:lnTo>
                  <a:lnTo>
                    <a:pt x="163983" y="363380"/>
                  </a:lnTo>
                  <a:lnTo>
                    <a:pt x="166262" y="364150"/>
                  </a:lnTo>
                  <a:lnTo>
                    <a:pt x="168541" y="364921"/>
                  </a:lnTo>
                  <a:lnTo>
                    <a:pt x="170820" y="365411"/>
                  </a:lnTo>
                  <a:lnTo>
                    <a:pt x="173099" y="365900"/>
                  </a:lnTo>
                  <a:lnTo>
                    <a:pt x="175378" y="366671"/>
                  </a:lnTo>
                  <a:lnTo>
                    <a:pt x="177657" y="367441"/>
                  </a:lnTo>
                  <a:lnTo>
                    <a:pt x="179936" y="368658"/>
                  </a:lnTo>
                  <a:lnTo>
                    <a:pt x="182215" y="369874"/>
                  </a:lnTo>
                  <a:lnTo>
                    <a:pt x="184494" y="371090"/>
                  </a:lnTo>
                  <a:lnTo>
                    <a:pt x="186773" y="372307"/>
                  </a:lnTo>
                  <a:lnTo>
                    <a:pt x="189052" y="373523"/>
                  </a:lnTo>
                  <a:lnTo>
                    <a:pt x="191331" y="374739"/>
                  </a:lnTo>
                  <a:lnTo>
                    <a:pt x="193610" y="376352"/>
                  </a:lnTo>
                  <a:lnTo>
                    <a:pt x="195889" y="377965"/>
                  </a:lnTo>
                  <a:lnTo>
                    <a:pt x="198168" y="379559"/>
                  </a:lnTo>
                  <a:lnTo>
                    <a:pt x="200447" y="381152"/>
                  </a:lnTo>
                  <a:lnTo>
                    <a:pt x="202726" y="379991"/>
                  </a:lnTo>
                  <a:lnTo>
                    <a:pt x="205004" y="378830"/>
                  </a:lnTo>
                  <a:lnTo>
                    <a:pt x="207283" y="377669"/>
                  </a:lnTo>
                  <a:lnTo>
                    <a:pt x="209562" y="376509"/>
                  </a:lnTo>
                  <a:lnTo>
                    <a:pt x="211841" y="375348"/>
                  </a:lnTo>
                  <a:lnTo>
                    <a:pt x="214120" y="373481"/>
                  </a:lnTo>
                  <a:lnTo>
                    <a:pt x="216399" y="371614"/>
                  </a:lnTo>
                  <a:lnTo>
                    <a:pt x="218678" y="369747"/>
                  </a:lnTo>
                  <a:lnTo>
                    <a:pt x="220957" y="367880"/>
                  </a:lnTo>
                  <a:lnTo>
                    <a:pt x="223236" y="366013"/>
                  </a:lnTo>
                  <a:lnTo>
                    <a:pt x="225515" y="364146"/>
                  </a:lnTo>
                  <a:lnTo>
                    <a:pt x="227794" y="361163"/>
                  </a:lnTo>
                  <a:lnTo>
                    <a:pt x="230073" y="355696"/>
                  </a:lnTo>
                  <a:lnTo>
                    <a:pt x="232352" y="350040"/>
                  </a:lnTo>
                  <a:lnTo>
                    <a:pt x="234631" y="343706"/>
                  </a:lnTo>
                  <a:lnTo>
                    <a:pt x="236910" y="340073"/>
                  </a:lnTo>
                  <a:lnTo>
                    <a:pt x="239189" y="336159"/>
                  </a:lnTo>
                  <a:lnTo>
                    <a:pt x="241468" y="331310"/>
                  </a:lnTo>
                  <a:lnTo>
                    <a:pt x="243747" y="326064"/>
                  </a:lnTo>
                  <a:lnTo>
                    <a:pt x="246026" y="320819"/>
                  </a:lnTo>
                  <a:lnTo>
                    <a:pt x="248305" y="316062"/>
                  </a:lnTo>
                  <a:lnTo>
                    <a:pt x="250584" y="311588"/>
                  </a:lnTo>
                  <a:lnTo>
                    <a:pt x="252863" y="306642"/>
                  </a:lnTo>
                  <a:lnTo>
                    <a:pt x="255142" y="302143"/>
                  </a:lnTo>
                  <a:lnTo>
                    <a:pt x="257421" y="297643"/>
                  </a:lnTo>
                  <a:lnTo>
                    <a:pt x="259700" y="293540"/>
                  </a:lnTo>
                  <a:lnTo>
                    <a:pt x="261979" y="290120"/>
                  </a:lnTo>
                  <a:lnTo>
                    <a:pt x="264258" y="289650"/>
                  </a:lnTo>
                  <a:lnTo>
                    <a:pt x="266537" y="289650"/>
                  </a:lnTo>
                  <a:lnTo>
                    <a:pt x="268816" y="290574"/>
                  </a:lnTo>
                  <a:lnTo>
                    <a:pt x="271094" y="291497"/>
                  </a:lnTo>
                  <a:lnTo>
                    <a:pt x="273373" y="292816"/>
                  </a:lnTo>
                  <a:lnTo>
                    <a:pt x="275652" y="294582"/>
                  </a:lnTo>
                  <a:lnTo>
                    <a:pt x="277931" y="296629"/>
                  </a:lnTo>
                  <a:lnTo>
                    <a:pt x="280210" y="298675"/>
                  </a:lnTo>
                  <a:lnTo>
                    <a:pt x="282489" y="300440"/>
                  </a:lnTo>
                  <a:lnTo>
                    <a:pt x="284768" y="301753"/>
                  </a:lnTo>
                  <a:lnTo>
                    <a:pt x="287047" y="303347"/>
                  </a:lnTo>
                  <a:lnTo>
                    <a:pt x="289326" y="304470"/>
                  </a:lnTo>
                  <a:lnTo>
                    <a:pt x="291605" y="305783"/>
                  </a:lnTo>
                  <a:lnTo>
                    <a:pt x="293884" y="306626"/>
                  </a:lnTo>
                  <a:lnTo>
                    <a:pt x="296163" y="307023"/>
                  </a:lnTo>
                  <a:lnTo>
                    <a:pt x="298442" y="307419"/>
                  </a:lnTo>
                  <a:lnTo>
                    <a:pt x="300721" y="307419"/>
                  </a:lnTo>
                  <a:lnTo>
                    <a:pt x="303000" y="306973"/>
                  </a:lnTo>
                  <a:lnTo>
                    <a:pt x="305279" y="306528"/>
                  </a:lnTo>
                  <a:lnTo>
                    <a:pt x="307558" y="306082"/>
                  </a:lnTo>
                  <a:lnTo>
                    <a:pt x="309837" y="305239"/>
                  </a:lnTo>
                  <a:lnTo>
                    <a:pt x="312116" y="304397"/>
                  </a:lnTo>
                  <a:lnTo>
                    <a:pt x="314395" y="303084"/>
                  </a:lnTo>
                  <a:lnTo>
                    <a:pt x="316674" y="301491"/>
                  </a:lnTo>
                  <a:lnTo>
                    <a:pt x="318953" y="302370"/>
                  </a:lnTo>
                  <a:lnTo>
                    <a:pt x="321232" y="303250"/>
                  </a:lnTo>
                  <a:lnTo>
                    <a:pt x="323511" y="304130"/>
                  </a:lnTo>
                  <a:lnTo>
                    <a:pt x="325790" y="304520"/>
                  </a:lnTo>
                  <a:lnTo>
                    <a:pt x="328069" y="304911"/>
                  </a:lnTo>
                  <a:lnTo>
                    <a:pt x="330348" y="306007"/>
                  </a:lnTo>
                  <a:lnTo>
                    <a:pt x="332627" y="307104"/>
                  </a:lnTo>
                  <a:lnTo>
                    <a:pt x="334906" y="308689"/>
                  </a:lnTo>
                  <a:lnTo>
                    <a:pt x="337184" y="310276"/>
                  </a:lnTo>
                  <a:lnTo>
                    <a:pt x="339463" y="311861"/>
                  </a:lnTo>
                  <a:lnTo>
                    <a:pt x="341742" y="313447"/>
                  </a:lnTo>
                  <a:lnTo>
                    <a:pt x="344021" y="316150"/>
                  </a:lnTo>
                  <a:lnTo>
                    <a:pt x="346300" y="321335"/>
                  </a:lnTo>
                  <a:lnTo>
                    <a:pt x="348579" y="323698"/>
                  </a:lnTo>
                  <a:lnTo>
                    <a:pt x="350858" y="326117"/>
                  </a:lnTo>
                  <a:lnTo>
                    <a:pt x="353137" y="326117"/>
                  </a:lnTo>
                  <a:lnTo>
                    <a:pt x="355416" y="326398"/>
                  </a:lnTo>
                  <a:lnTo>
                    <a:pt x="357695" y="327169"/>
                  </a:lnTo>
                  <a:lnTo>
                    <a:pt x="359974" y="328385"/>
                  </a:lnTo>
                  <a:lnTo>
                    <a:pt x="362253" y="329602"/>
                  </a:lnTo>
                  <a:lnTo>
                    <a:pt x="364532" y="330329"/>
                  </a:lnTo>
                  <a:lnTo>
                    <a:pt x="366811" y="330775"/>
                  </a:lnTo>
                  <a:lnTo>
                    <a:pt x="369090" y="327776"/>
                  </a:lnTo>
                  <a:lnTo>
                    <a:pt x="371369" y="324183"/>
                  </a:lnTo>
                  <a:lnTo>
                    <a:pt x="373648" y="320591"/>
                  </a:lnTo>
                  <a:lnTo>
                    <a:pt x="375927" y="316602"/>
                  </a:lnTo>
                  <a:lnTo>
                    <a:pt x="378206" y="311929"/>
                  </a:lnTo>
                  <a:lnTo>
                    <a:pt x="380485" y="304307"/>
                  </a:lnTo>
                  <a:lnTo>
                    <a:pt x="382764" y="299028"/>
                  </a:lnTo>
                  <a:lnTo>
                    <a:pt x="385043" y="293629"/>
                  </a:lnTo>
                  <a:lnTo>
                    <a:pt x="387322" y="288231"/>
                  </a:lnTo>
                  <a:lnTo>
                    <a:pt x="389601" y="282551"/>
                  </a:lnTo>
                  <a:lnTo>
                    <a:pt x="391880" y="276871"/>
                  </a:lnTo>
                  <a:lnTo>
                    <a:pt x="394159" y="270702"/>
                  </a:lnTo>
                  <a:lnTo>
                    <a:pt x="396438" y="264533"/>
                  </a:lnTo>
                  <a:lnTo>
                    <a:pt x="398717" y="258854"/>
                  </a:lnTo>
                  <a:lnTo>
                    <a:pt x="400996" y="253627"/>
                  </a:lnTo>
                  <a:lnTo>
                    <a:pt x="403275" y="251838"/>
                  </a:lnTo>
                  <a:lnTo>
                    <a:pt x="405553" y="250715"/>
                  </a:lnTo>
                  <a:lnTo>
                    <a:pt x="407832" y="249121"/>
                  </a:lnTo>
                  <a:lnTo>
                    <a:pt x="410111" y="247997"/>
                  </a:lnTo>
                  <a:lnTo>
                    <a:pt x="412390" y="246874"/>
                  </a:lnTo>
                  <a:lnTo>
                    <a:pt x="414669" y="245750"/>
                  </a:lnTo>
                  <a:lnTo>
                    <a:pt x="416948" y="245023"/>
                  </a:lnTo>
                  <a:lnTo>
                    <a:pt x="419227" y="243319"/>
                  </a:lnTo>
                  <a:lnTo>
                    <a:pt x="421506" y="239686"/>
                  </a:lnTo>
                  <a:lnTo>
                    <a:pt x="423785" y="236499"/>
                  </a:lnTo>
                  <a:lnTo>
                    <a:pt x="426064" y="230612"/>
                  </a:lnTo>
                  <a:lnTo>
                    <a:pt x="428343" y="224278"/>
                  </a:lnTo>
                  <a:lnTo>
                    <a:pt x="430622" y="217945"/>
                  </a:lnTo>
                  <a:lnTo>
                    <a:pt x="432901" y="211447"/>
                  </a:lnTo>
                  <a:lnTo>
                    <a:pt x="435180" y="204949"/>
                  </a:lnTo>
                  <a:lnTo>
                    <a:pt x="437459" y="198450"/>
                  </a:lnTo>
                  <a:lnTo>
                    <a:pt x="439738" y="191953"/>
                  </a:lnTo>
                  <a:lnTo>
                    <a:pt x="442017" y="185944"/>
                  </a:lnTo>
                  <a:lnTo>
                    <a:pt x="444296" y="179934"/>
                  </a:lnTo>
                  <a:lnTo>
                    <a:pt x="446575" y="174371"/>
                  </a:lnTo>
                  <a:lnTo>
                    <a:pt x="448854" y="168808"/>
                  </a:lnTo>
                  <a:lnTo>
                    <a:pt x="451133" y="162755"/>
                  </a:lnTo>
                  <a:lnTo>
                    <a:pt x="453412" y="157622"/>
                  </a:lnTo>
                  <a:lnTo>
                    <a:pt x="455691" y="154270"/>
                  </a:lnTo>
                  <a:lnTo>
                    <a:pt x="457970" y="150638"/>
                  </a:lnTo>
                  <a:lnTo>
                    <a:pt x="460249" y="149865"/>
                  </a:lnTo>
                  <a:lnTo>
                    <a:pt x="462528" y="146233"/>
                  </a:lnTo>
                  <a:lnTo>
                    <a:pt x="464807" y="145894"/>
                  </a:lnTo>
                  <a:lnTo>
                    <a:pt x="467086" y="146175"/>
                  </a:lnTo>
                  <a:lnTo>
                    <a:pt x="469365" y="146455"/>
                  </a:lnTo>
                  <a:lnTo>
                    <a:pt x="471643" y="143462"/>
                  </a:lnTo>
                  <a:lnTo>
                    <a:pt x="473922" y="137986"/>
                  </a:lnTo>
                  <a:lnTo>
                    <a:pt x="476201" y="132063"/>
                  </a:lnTo>
                  <a:lnTo>
                    <a:pt x="478480" y="126141"/>
                  </a:lnTo>
                  <a:lnTo>
                    <a:pt x="480759" y="119773"/>
                  </a:lnTo>
                  <a:lnTo>
                    <a:pt x="483038" y="113590"/>
                  </a:lnTo>
                  <a:lnTo>
                    <a:pt x="485317" y="108629"/>
                  </a:lnTo>
                  <a:lnTo>
                    <a:pt x="487596" y="101893"/>
                  </a:lnTo>
                  <a:lnTo>
                    <a:pt x="489875" y="93378"/>
                  </a:lnTo>
                  <a:lnTo>
                    <a:pt x="492154" y="84665"/>
                  </a:lnTo>
                  <a:lnTo>
                    <a:pt x="494433" y="76052"/>
                  </a:lnTo>
                  <a:lnTo>
                    <a:pt x="496712" y="69389"/>
                  </a:lnTo>
                  <a:lnTo>
                    <a:pt x="498991" y="59915"/>
                  </a:lnTo>
                  <a:lnTo>
                    <a:pt x="501270" y="49710"/>
                  </a:lnTo>
                  <a:lnTo>
                    <a:pt x="503549" y="39504"/>
                  </a:lnTo>
                  <a:lnTo>
                    <a:pt x="505828" y="31617"/>
                  </a:lnTo>
                  <a:lnTo>
                    <a:pt x="508107" y="26422"/>
                  </a:lnTo>
                  <a:lnTo>
                    <a:pt x="510386" y="22112"/>
                  </a:lnTo>
                  <a:lnTo>
                    <a:pt x="512665" y="17802"/>
                  </a:lnTo>
                  <a:lnTo>
                    <a:pt x="514944" y="13003"/>
                  </a:lnTo>
                  <a:lnTo>
                    <a:pt x="517223" y="8468"/>
                  </a:lnTo>
                  <a:lnTo>
                    <a:pt x="519502" y="3008"/>
                  </a:lnTo>
                  <a:lnTo>
                    <a:pt x="521781" y="0"/>
                  </a:lnTo>
                  <a:lnTo>
                    <a:pt x="524060" y="733"/>
                  </a:lnTo>
                  <a:lnTo>
                    <a:pt x="526339" y="2327"/>
                  </a:lnTo>
                  <a:lnTo>
                    <a:pt x="528618" y="4374"/>
                  </a:lnTo>
                  <a:lnTo>
                    <a:pt x="530897" y="6421"/>
                  </a:lnTo>
                  <a:lnTo>
                    <a:pt x="533176" y="8468"/>
                  </a:lnTo>
                  <a:lnTo>
                    <a:pt x="535455" y="8988"/>
                  </a:lnTo>
                  <a:lnTo>
                    <a:pt x="537734" y="10753"/>
                  </a:lnTo>
                  <a:lnTo>
                    <a:pt x="540012" y="12073"/>
                  </a:lnTo>
                  <a:lnTo>
                    <a:pt x="542291" y="15640"/>
                  </a:lnTo>
                  <a:lnTo>
                    <a:pt x="544570" y="19183"/>
                  </a:lnTo>
                  <a:lnTo>
                    <a:pt x="546849" y="22727"/>
                  </a:lnTo>
                  <a:lnTo>
                    <a:pt x="549128" y="26716"/>
                  </a:lnTo>
                  <a:lnTo>
                    <a:pt x="551407" y="30705"/>
                  </a:lnTo>
                  <a:lnTo>
                    <a:pt x="553686" y="34694"/>
                  </a:lnTo>
                  <a:lnTo>
                    <a:pt x="555965" y="38684"/>
                  </a:lnTo>
                  <a:lnTo>
                    <a:pt x="558244" y="42276"/>
                  </a:lnTo>
                  <a:lnTo>
                    <a:pt x="560523" y="45423"/>
                  </a:lnTo>
                  <a:lnTo>
                    <a:pt x="562802" y="47842"/>
                  </a:lnTo>
                  <a:lnTo>
                    <a:pt x="565081" y="50261"/>
                  </a:lnTo>
                  <a:lnTo>
                    <a:pt x="567360" y="49683"/>
                  </a:lnTo>
                  <a:lnTo>
                    <a:pt x="569639" y="50520"/>
                  </a:lnTo>
                  <a:lnTo>
                    <a:pt x="571918" y="50238"/>
                  </a:lnTo>
                  <a:lnTo>
                    <a:pt x="574197" y="50238"/>
                  </a:lnTo>
                  <a:lnTo>
                    <a:pt x="576476" y="47378"/>
                  </a:lnTo>
                  <a:lnTo>
                    <a:pt x="578755" y="47378"/>
                  </a:lnTo>
                  <a:lnTo>
                    <a:pt x="581034" y="47378"/>
                  </a:lnTo>
                  <a:lnTo>
                    <a:pt x="583313" y="47097"/>
                  </a:lnTo>
                  <a:lnTo>
                    <a:pt x="585592" y="46326"/>
                  </a:lnTo>
                  <a:lnTo>
                    <a:pt x="587871" y="48549"/>
                  </a:lnTo>
                  <a:lnTo>
                    <a:pt x="590150" y="53255"/>
                  </a:lnTo>
                  <a:lnTo>
                    <a:pt x="592429" y="57961"/>
                  </a:lnTo>
                  <a:lnTo>
                    <a:pt x="594708" y="62667"/>
                  </a:lnTo>
                  <a:lnTo>
                    <a:pt x="596987" y="67819"/>
                  </a:lnTo>
                  <a:lnTo>
                    <a:pt x="599266" y="72786"/>
                  </a:lnTo>
                  <a:lnTo>
                    <a:pt x="601545" y="83411"/>
                  </a:lnTo>
                  <a:lnTo>
                    <a:pt x="603824" y="96156"/>
                  </a:lnTo>
                  <a:lnTo>
                    <a:pt x="606102" y="110681"/>
                  </a:lnTo>
                  <a:lnTo>
                    <a:pt x="608381" y="125403"/>
                  </a:lnTo>
                  <a:lnTo>
                    <a:pt x="610660" y="140026"/>
                  </a:lnTo>
                  <a:lnTo>
                    <a:pt x="612939" y="152697"/>
                  </a:lnTo>
                  <a:lnTo>
                    <a:pt x="615218" y="165368"/>
                  </a:lnTo>
                  <a:lnTo>
                    <a:pt x="617497" y="178436"/>
                  </a:lnTo>
                  <a:lnTo>
                    <a:pt x="619776" y="191503"/>
                  </a:lnTo>
                  <a:lnTo>
                    <a:pt x="622055" y="202534"/>
                  </a:lnTo>
                  <a:lnTo>
                    <a:pt x="624334" y="210873"/>
                  </a:lnTo>
                  <a:lnTo>
                    <a:pt x="626613" y="218815"/>
                  </a:lnTo>
                  <a:lnTo>
                    <a:pt x="628892" y="226758"/>
                  </a:lnTo>
                  <a:lnTo>
                    <a:pt x="631171" y="234700"/>
                  </a:lnTo>
                  <a:lnTo>
                    <a:pt x="633450" y="242379"/>
                  </a:lnTo>
                  <a:lnTo>
                    <a:pt x="635729" y="247546"/>
                  </a:lnTo>
                  <a:lnTo>
                    <a:pt x="638008" y="250065"/>
                  </a:lnTo>
                  <a:lnTo>
                    <a:pt x="640287" y="248842"/>
                  </a:lnTo>
                  <a:lnTo>
                    <a:pt x="642566" y="246759"/>
                  </a:lnTo>
                  <a:lnTo>
                    <a:pt x="644845" y="244223"/>
                  </a:lnTo>
                  <a:lnTo>
                    <a:pt x="647124" y="241687"/>
                  </a:lnTo>
                  <a:lnTo>
                    <a:pt x="649403" y="239151"/>
                  </a:lnTo>
                  <a:lnTo>
                    <a:pt x="651682" y="240053"/>
                  </a:lnTo>
                  <a:lnTo>
                    <a:pt x="653961" y="241639"/>
                  </a:lnTo>
                  <a:lnTo>
                    <a:pt x="656240" y="243225"/>
                  </a:lnTo>
                  <a:lnTo>
                    <a:pt x="658519" y="245264"/>
                  </a:lnTo>
                  <a:lnTo>
                    <a:pt x="660798" y="247773"/>
                  </a:lnTo>
                  <a:lnTo>
                    <a:pt x="663077" y="250283"/>
                  </a:lnTo>
                  <a:lnTo>
                    <a:pt x="665356" y="252792"/>
                  </a:lnTo>
                  <a:lnTo>
                    <a:pt x="667635" y="255300"/>
                  </a:lnTo>
                  <a:lnTo>
                    <a:pt x="669914" y="255385"/>
                  </a:lnTo>
                  <a:lnTo>
                    <a:pt x="672192" y="254543"/>
                  </a:lnTo>
                  <a:lnTo>
                    <a:pt x="674471" y="254097"/>
                  </a:lnTo>
                  <a:lnTo>
                    <a:pt x="676750" y="254096"/>
                  </a:lnTo>
                  <a:lnTo>
                    <a:pt x="679029" y="254378"/>
                  </a:lnTo>
                  <a:lnTo>
                    <a:pt x="681308" y="254659"/>
                  </a:lnTo>
                  <a:lnTo>
                    <a:pt x="683587" y="257939"/>
                  </a:lnTo>
                  <a:lnTo>
                    <a:pt x="685866" y="258603"/>
                  </a:lnTo>
                  <a:lnTo>
                    <a:pt x="688145" y="257613"/>
                  </a:lnTo>
                  <a:lnTo>
                    <a:pt x="690424" y="254467"/>
                  </a:lnTo>
                  <a:lnTo>
                    <a:pt x="692703" y="251320"/>
                  </a:lnTo>
                  <a:lnTo>
                    <a:pt x="694982" y="248900"/>
                  </a:lnTo>
                  <a:lnTo>
                    <a:pt x="697261" y="246480"/>
                  </a:lnTo>
                  <a:lnTo>
                    <a:pt x="699540" y="244927"/>
                  </a:lnTo>
                  <a:lnTo>
                    <a:pt x="701819" y="243864"/>
                  </a:lnTo>
                  <a:lnTo>
                    <a:pt x="704098" y="244637"/>
                  </a:lnTo>
                  <a:lnTo>
                    <a:pt x="706377" y="241596"/>
                  </a:lnTo>
                  <a:lnTo>
                    <a:pt x="708656" y="237757"/>
                  </a:lnTo>
                  <a:lnTo>
                    <a:pt x="710935" y="233918"/>
                  </a:lnTo>
                  <a:lnTo>
                    <a:pt x="713214" y="230079"/>
                  </a:lnTo>
                  <a:lnTo>
                    <a:pt x="715493" y="226693"/>
                  </a:lnTo>
                  <a:lnTo>
                    <a:pt x="717772" y="219869"/>
                  </a:lnTo>
                  <a:lnTo>
                    <a:pt x="720051" y="212851"/>
                  </a:lnTo>
                  <a:lnTo>
                    <a:pt x="722330" y="206630"/>
                  </a:lnTo>
                  <a:lnTo>
                    <a:pt x="724609" y="202388"/>
                  </a:lnTo>
                  <a:lnTo>
                    <a:pt x="726888" y="198145"/>
                  </a:lnTo>
                  <a:lnTo>
                    <a:pt x="729167" y="193448"/>
                  </a:lnTo>
                  <a:lnTo>
                    <a:pt x="731446" y="188752"/>
                  </a:lnTo>
                  <a:lnTo>
                    <a:pt x="733725" y="183189"/>
                  </a:lnTo>
                  <a:lnTo>
                    <a:pt x="736004" y="177626"/>
                  </a:lnTo>
                  <a:lnTo>
                    <a:pt x="738283" y="172210"/>
                  </a:lnTo>
                  <a:lnTo>
                    <a:pt x="740561" y="171831"/>
                  </a:lnTo>
                  <a:lnTo>
                    <a:pt x="742840" y="173048"/>
                  </a:lnTo>
                  <a:lnTo>
                    <a:pt x="745119" y="174264"/>
                  </a:lnTo>
                  <a:lnTo>
                    <a:pt x="747398" y="175481"/>
                  </a:lnTo>
                  <a:lnTo>
                    <a:pt x="749677" y="176251"/>
                  </a:lnTo>
                  <a:lnTo>
                    <a:pt x="751956" y="177022"/>
                  </a:lnTo>
                  <a:lnTo>
                    <a:pt x="754235" y="177793"/>
                  </a:lnTo>
                  <a:lnTo>
                    <a:pt x="756514" y="178563"/>
                  </a:lnTo>
                  <a:lnTo>
                    <a:pt x="758793" y="179334"/>
                  </a:lnTo>
                  <a:lnTo>
                    <a:pt x="761072" y="180104"/>
                  </a:lnTo>
                  <a:lnTo>
                    <a:pt x="763351" y="180594"/>
                  </a:lnTo>
                  <a:lnTo>
                    <a:pt x="765630" y="181083"/>
                  </a:lnTo>
                  <a:lnTo>
                    <a:pt x="767909" y="179197"/>
                  </a:lnTo>
                  <a:lnTo>
                    <a:pt x="770188" y="175564"/>
                  </a:lnTo>
                  <a:lnTo>
                    <a:pt x="772467" y="171931"/>
                  </a:lnTo>
                  <a:lnTo>
                    <a:pt x="774746" y="168298"/>
                  </a:lnTo>
                  <a:lnTo>
                    <a:pt x="777025" y="164177"/>
                  </a:lnTo>
                  <a:lnTo>
                    <a:pt x="779304" y="160055"/>
                  </a:lnTo>
                  <a:lnTo>
                    <a:pt x="781583" y="155932"/>
                  </a:lnTo>
                  <a:lnTo>
                    <a:pt x="783862" y="151810"/>
                  </a:lnTo>
                  <a:lnTo>
                    <a:pt x="786141" y="150112"/>
                  </a:lnTo>
                  <a:lnTo>
                    <a:pt x="788420" y="149341"/>
                  </a:lnTo>
                  <a:lnTo>
                    <a:pt x="790699" y="149060"/>
                  </a:lnTo>
                  <a:lnTo>
                    <a:pt x="792978" y="148779"/>
                  </a:lnTo>
                  <a:lnTo>
                    <a:pt x="795257" y="148497"/>
                  </a:lnTo>
                  <a:lnTo>
                    <a:pt x="797536" y="148216"/>
                  </a:lnTo>
                  <a:lnTo>
                    <a:pt x="799815" y="145217"/>
                  </a:lnTo>
                  <a:lnTo>
                    <a:pt x="802094" y="143873"/>
                  </a:lnTo>
                  <a:lnTo>
                    <a:pt x="804373" y="145142"/>
                  </a:lnTo>
                  <a:lnTo>
                    <a:pt x="806651" y="148569"/>
                  </a:lnTo>
                  <a:lnTo>
                    <a:pt x="808930" y="151998"/>
                  </a:lnTo>
                  <a:lnTo>
                    <a:pt x="811209" y="154699"/>
                  </a:lnTo>
                  <a:lnTo>
                    <a:pt x="813488" y="157400"/>
                  </a:lnTo>
                  <a:lnTo>
                    <a:pt x="815767" y="159235"/>
                  </a:lnTo>
                  <a:lnTo>
                    <a:pt x="818046" y="158977"/>
                  </a:lnTo>
                  <a:lnTo>
                    <a:pt x="820325" y="155827"/>
                  </a:lnTo>
                  <a:lnTo>
                    <a:pt x="822604" y="156491"/>
                  </a:lnTo>
                  <a:lnTo>
                    <a:pt x="824883" y="157673"/>
                  </a:lnTo>
                  <a:lnTo>
                    <a:pt x="827162" y="158855"/>
                  </a:lnTo>
                  <a:lnTo>
                    <a:pt x="829441" y="160037"/>
                  </a:lnTo>
                  <a:lnTo>
                    <a:pt x="831720" y="160038"/>
                  </a:lnTo>
                  <a:lnTo>
                    <a:pt x="833999" y="160620"/>
                  </a:lnTo>
                  <a:lnTo>
                    <a:pt x="836278" y="160199"/>
                  </a:lnTo>
                  <a:lnTo>
                    <a:pt x="838557" y="157634"/>
                  </a:lnTo>
                  <a:lnTo>
                    <a:pt x="840836" y="152832"/>
                  </a:lnTo>
                  <a:lnTo>
                    <a:pt x="843115" y="145808"/>
                  </a:lnTo>
                  <a:lnTo>
                    <a:pt x="845394" y="139237"/>
                  </a:lnTo>
                  <a:lnTo>
                    <a:pt x="847673" y="133112"/>
                  </a:lnTo>
                  <a:lnTo>
                    <a:pt x="849952" y="127853"/>
                  </a:lnTo>
                  <a:lnTo>
                    <a:pt x="852231" y="124179"/>
                  </a:lnTo>
                  <a:lnTo>
                    <a:pt x="854510" y="123282"/>
                  </a:lnTo>
                  <a:lnTo>
                    <a:pt x="856789" y="117348"/>
                  </a:lnTo>
                  <a:lnTo>
                    <a:pt x="859068" y="109819"/>
                  </a:lnTo>
                  <a:lnTo>
                    <a:pt x="861347" y="102290"/>
                  </a:lnTo>
                  <a:lnTo>
                    <a:pt x="863626" y="94761"/>
                  </a:lnTo>
                  <a:lnTo>
                    <a:pt x="865905" y="88612"/>
                  </a:lnTo>
                  <a:lnTo>
                    <a:pt x="868184" y="83828"/>
                  </a:lnTo>
                  <a:lnTo>
                    <a:pt x="870463" y="79662"/>
                  </a:lnTo>
                  <a:lnTo>
                    <a:pt x="872742" y="80677"/>
                  </a:lnTo>
                  <a:lnTo>
                    <a:pt x="875020" y="82310"/>
                  </a:lnTo>
                  <a:lnTo>
                    <a:pt x="877299" y="92415"/>
                  </a:lnTo>
                  <a:lnTo>
                    <a:pt x="879578" y="104759"/>
                  </a:lnTo>
                  <a:lnTo>
                    <a:pt x="881857" y="117104"/>
                  </a:lnTo>
                  <a:lnTo>
                    <a:pt x="884136" y="134111"/>
                  </a:lnTo>
                  <a:lnTo>
                    <a:pt x="886415" y="155116"/>
                  </a:lnTo>
                  <a:lnTo>
                    <a:pt x="888694" y="176122"/>
                  </a:lnTo>
                  <a:lnTo>
                    <a:pt x="890973" y="197126"/>
                  </a:lnTo>
                  <a:lnTo>
                    <a:pt x="893252" y="218620"/>
                  </a:lnTo>
                  <a:lnTo>
                    <a:pt x="895531" y="240114"/>
                  </a:lnTo>
                  <a:lnTo>
                    <a:pt x="897810" y="261609"/>
                  </a:lnTo>
                  <a:lnTo>
                    <a:pt x="900089" y="283102"/>
                  </a:lnTo>
                  <a:lnTo>
                    <a:pt x="902368" y="306117"/>
                  </a:lnTo>
                  <a:lnTo>
                    <a:pt x="904647" y="330758"/>
                  </a:lnTo>
                  <a:lnTo>
                    <a:pt x="906926" y="354909"/>
                  </a:lnTo>
                  <a:lnTo>
                    <a:pt x="909205" y="377843"/>
                  </a:lnTo>
                  <a:lnTo>
                    <a:pt x="911484" y="398641"/>
                  </a:lnTo>
                  <a:lnTo>
                    <a:pt x="913763" y="417245"/>
                  </a:lnTo>
                  <a:lnTo>
                    <a:pt x="916042" y="438568"/>
                  </a:lnTo>
                  <a:lnTo>
                    <a:pt x="916938" y="44558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3144932" y="4074334"/>
              <a:ext cx="4559734" cy="1686068"/>
            </a:xfrm>
            <a:custGeom>
              <a:avLst/>
              <a:pathLst>
                <a:path w="4559734" h="1686068">
                  <a:moveTo>
                    <a:pt x="0" y="1686068"/>
                  </a:moveTo>
                  <a:lnTo>
                    <a:pt x="1802" y="1676382"/>
                  </a:lnTo>
                  <a:lnTo>
                    <a:pt x="4081" y="1662648"/>
                  </a:lnTo>
                  <a:lnTo>
                    <a:pt x="6360" y="1651021"/>
                  </a:lnTo>
                  <a:lnTo>
                    <a:pt x="8639" y="1645758"/>
                  </a:lnTo>
                  <a:lnTo>
                    <a:pt x="10918" y="1644537"/>
                  </a:lnTo>
                  <a:lnTo>
                    <a:pt x="13197" y="1643598"/>
                  </a:lnTo>
                  <a:lnTo>
                    <a:pt x="15476" y="1641725"/>
                  </a:lnTo>
                  <a:lnTo>
                    <a:pt x="17755" y="1640560"/>
                  </a:lnTo>
                  <a:lnTo>
                    <a:pt x="20034" y="1640263"/>
                  </a:lnTo>
                  <a:lnTo>
                    <a:pt x="22313" y="1638697"/>
                  </a:lnTo>
                  <a:lnTo>
                    <a:pt x="24592" y="1634030"/>
                  </a:lnTo>
                  <a:lnTo>
                    <a:pt x="26870" y="1629363"/>
                  </a:lnTo>
                  <a:lnTo>
                    <a:pt x="29149" y="1624213"/>
                  </a:lnTo>
                  <a:lnTo>
                    <a:pt x="31428" y="1619459"/>
                  </a:lnTo>
                  <a:lnTo>
                    <a:pt x="33707" y="1613001"/>
                  </a:lnTo>
                  <a:lnTo>
                    <a:pt x="35986" y="1607127"/>
                  </a:lnTo>
                  <a:lnTo>
                    <a:pt x="38265" y="1601667"/>
                  </a:lnTo>
                  <a:lnTo>
                    <a:pt x="40544" y="1596201"/>
                  </a:lnTo>
                  <a:lnTo>
                    <a:pt x="42823" y="1591976"/>
                  </a:lnTo>
                  <a:lnTo>
                    <a:pt x="45102" y="1587477"/>
                  </a:lnTo>
                  <a:lnTo>
                    <a:pt x="47381" y="1582524"/>
                  </a:lnTo>
                  <a:lnTo>
                    <a:pt x="49660" y="1576844"/>
                  </a:lnTo>
                  <a:lnTo>
                    <a:pt x="51939" y="1569969"/>
                  </a:lnTo>
                  <a:lnTo>
                    <a:pt x="54218" y="1563094"/>
                  </a:lnTo>
                  <a:lnTo>
                    <a:pt x="56497" y="1556219"/>
                  </a:lnTo>
                  <a:lnTo>
                    <a:pt x="58776" y="1549344"/>
                  </a:lnTo>
                  <a:lnTo>
                    <a:pt x="61055" y="1542469"/>
                  </a:lnTo>
                  <a:lnTo>
                    <a:pt x="63334" y="1535594"/>
                  </a:lnTo>
                  <a:lnTo>
                    <a:pt x="65613" y="1528719"/>
                  </a:lnTo>
                  <a:lnTo>
                    <a:pt x="67892" y="1523956"/>
                  </a:lnTo>
                  <a:lnTo>
                    <a:pt x="70171" y="1520714"/>
                  </a:lnTo>
                  <a:lnTo>
                    <a:pt x="72450" y="1519254"/>
                  </a:lnTo>
                  <a:lnTo>
                    <a:pt x="74729" y="1519181"/>
                  </a:lnTo>
                  <a:lnTo>
                    <a:pt x="77008" y="1519108"/>
                  </a:lnTo>
                  <a:lnTo>
                    <a:pt x="79287" y="1521111"/>
                  </a:lnTo>
                  <a:lnTo>
                    <a:pt x="81566" y="1521794"/>
                  </a:lnTo>
                  <a:lnTo>
                    <a:pt x="83845" y="1521794"/>
                  </a:lnTo>
                  <a:lnTo>
                    <a:pt x="86124" y="1522953"/>
                  </a:lnTo>
                  <a:lnTo>
                    <a:pt x="88403" y="1522364"/>
                  </a:lnTo>
                  <a:lnTo>
                    <a:pt x="90682" y="1521330"/>
                  </a:lnTo>
                  <a:lnTo>
                    <a:pt x="92960" y="1519842"/>
                  </a:lnTo>
                  <a:lnTo>
                    <a:pt x="95239" y="1519694"/>
                  </a:lnTo>
                  <a:lnTo>
                    <a:pt x="97518" y="1516593"/>
                  </a:lnTo>
                  <a:lnTo>
                    <a:pt x="99797" y="1515092"/>
                  </a:lnTo>
                  <a:lnTo>
                    <a:pt x="102076" y="1515271"/>
                  </a:lnTo>
                  <a:lnTo>
                    <a:pt x="104355" y="1514250"/>
                  </a:lnTo>
                  <a:lnTo>
                    <a:pt x="106634" y="1509206"/>
                  </a:lnTo>
                  <a:lnTo>
                    <a:pt x="108913" y="1503011"/>
                  </a:lnTo>
                  <a:lnTo>
                    <a:pt x="111192" y="1496817"/>
                  </a:lnTo>
                  <a:lnTo>
                    <a:pt x="113471" y="1489730"/>
                  </a:lnTo>
                  <a:lnTo>
                    <a:pt x="115750" y="1484173"/>
                  </a:lnTo>
                  <a:lnTo>
                    <a:pt x="118029" y="1481523"/>
                  </a:lnTo>
                  <a:lnTo>
                    <a:pt x="120308" y="1481251"/>
                  </a:lnTo>
                  <a:lnTo>
                    <a:pt x="122587" y="1484030"/>
                  </a:lnTo>
                  <a:lnTo>
                    <a:pt x="124866" y="1487084"/>
                  </a:lnTo>
                  <a:lnTo>
                    <a:pt x="127145" y="1489964"/>
                  </a:lnTo>
                  <a:lnTo>
                    <a:pt x="129424" y="1492562"/>
                  </a:lnTo>
                  <a:lnTo>
                    <a:pt x="131703" y="1497440"/>
                  </a:lnTo>
                  <a:lnTo>
                    <a:pt x="133982" y="1500717"/>
                  </a:lnTo>
                  <a:lnTo>
                    <a:pt x="136261" y="1502173"/>
                  </a:lnTo>
                  <a:lnTo>
                    <a:pt x="138540" y="1504898"/>
                  </a:lnTo>
                  <a:lnTo>
                    <a:pt x="140819" y="1511677"/>
                  </a:lnTo>
                  <a:lnTo>
                    <a:pt x="143098" y="1518457"/>
                  </a:lnTo>
                  <a:lnTo>
                    <a:pt x="145377" y="1526189"/>
                  </a:lnTo>
                  <a:lnTo>
                    <a:pt x="147656" y="1533921"/>
                  </a:lnTo>
                  <a:lnTo>
                    <a:pt x="149935" y="1543358"/>
                  </a:lnTo>
                  <a:lnTo>
                    <a:pt x="152214" y="1551704"/>
                  </a:lnTo>
                  <a:lnTo>
                    <a:pt x="154493" y="1557560"/>
                  </a:lnTo>
                  <a:lnTo>
                    <a:pt x="156772" y="1563473"/>
                  </a:lnTo>
                  <a:lnTo>
                    <a:pt x="159050" y="1568095"/>
                  </a:lnTo>
                  <a:lnTo>
                    <a:pt x="161329" y="1572124"/>
                  </a:lnTo>
                  <a:lnTo>
                    <a:pt x="163608" y="1576153"/>
                  </a:lnTo>
                  <a:lnTo>
                    <a:pt x="165887" y="1580513"/>
                  </a:lnTo>
                  <a:lnTo>
                    <a:pt x="168166" y="1585362"/>
                  </a:lnTo>
                  <a:lnTo>
                    <a:pt x="170445" y="1590211"/>
                  </a:lnTo>
                  <a:lnTo>
                    <a:pt x="172724" y="1595457"/>
                  </a:lnTo>
                  <a:lnTo>
                    <a:pt x="175003" y="1600306"/>
                  </a:lnTo>
                  <a:lnTo>
                    <a:pt x="177282" y="1604709"/>
                  </a:lnTo>
                  <a:lnTo>
                    <a:pt x="179561" y="1609112"/>
                  </a:lnTo>
                  <a:lnTo>
                    <a:pt x="181840" y="1613516"/>
                  </a:lnTo>
                  <a:lnTo>
                    <a:pt x="184119" y="1615807"/>
                  </a:lnTo>
                  <a:lnTo>
                    <a:pt x="186398" y="1616577"/>
                  </a:lnTo>
                  <a:lnTo>
                    <a:pt x="188677" y="1616859"/>
                  </a:lnTo>
                  <a:lnTo>
                    <a:pt x="190956" y="1617139"/>
                  </a:lnTo>
                  <a:lnTo>
                    <a:pt x="193235" y="1617139"/>
                  </a:lnTo>
                  <a:lnTo>
                    <a:pt x="195514" y="1616016"/>
                  </a:lnTo>
                  <a:lnTo>
                    <a:pt x="197793" y="1616918"/>
                  </a:lnTo>
                  <a:lnTo>
                    <a:pt x="200072" y="1618504"/>
                  </a:lnTo>
                  <a:lnTo>
                    <a:pt x="202351" y="1618422"/>
                  </a:lnTo>
                  <a:lnTo>
                    <a:pt x="204630" y="1617416"/>
                  </a:lnTo>
                  <a:lnTo>
                    <a:pt x="206909" y="1616368"/>
                  </a:lnTo>
                  <a:lnTo>
                    <a:pt x="209188" y="1615319"/>
                  </a:lnTo>
                  <a:lnTo>
                    <a:pt x="211467" y="1614270"/>
                  </a:lnTo>
                  <a:lnTo>
                    <a:pt x="213746" y="1613222"/>
                  </a:lnTo>
                  <a:lnTo>
                    <a:pt x="216025" y="1611281"/>
                  </a:lnTo>
                  <a:lnTo>
                    <a:pt x="218304" y="1608459"/>
                  </a:lnTo>
                  <a:lnTo>
                    <a:pt x="220583" y="1605637"/>
                  </a:lnTo>
                  <a:lnTo>
                    <a:pt x="222862" y="1600845"/>
                  </a:lnTo>
                  <a:lnTo>
                    <a:pt x="225141" y="1596247"/>
                  </a:lnTo>
                  <a:lnTo>
                    <a:pt x="227419" y="1591648"/>
                  </a:lnTo>
                  <a:lnTo>
                    <a:pt x="229698" y="1587942"/>
                  </a:lnTo>
                  <a:lnTo>
                    <a:pt x="231977" y="1582706"/>
                  </a:lnTo>
                  <a:lnTo>
                    <a:pt x="234256" y="1576135"/>
                  </a:lnTo>
                  <a:lnTo>
                    <a:pt x="236535" y="1569865"/>
                  </a:lnTo>
                  <a:lnTo>
                    <a:pt x="238814" y="1562943"/>
                  </a:lnTo>
                  <a:lnTo>
                    <a:pt x="241093" y="1554526"/>
                  </a:lnTo>
                  <a:lnTo>
                    <a:pt x="243372" y="1545164"/>
                  </a:lnTo>
                  <a:lnTo>
                    <a:pt x="245651" y="1536273"/>
                  </a:lnTo>
                  <a:lnTo>
                    <a:pt x="247930" y="1526489"/>
                  </a:lnTo>
                  <a:lnTo>
                    <a:pt x="250209" y="1518757"/>
                  </a:lnTo>
                  <a:lnTo>
                    <a:pt x="252488" y="1511977"/>
                  </a:lnTo>
                  <a:lnTo>
                    <a:pt x="254767" y="1505198"/>
                  </a:lnTo>
                  <a:lnTo>
                    <a:pt x="257046" y="1500278"/>
                  </a:lnTo>
                  <a:lnTo>
                    <a:pt x="259325" y="1492693"/>
                  </a:lnTo>
                  <a:lnTo>
                    <a:pt x="261604" y="1484960"/>
                  </a:lnTo>
                  <a:lnTo>
                    <a:pt x="263883" y="1477227"/>
                  </a:lnTo>
                  <a:lnTo>
                    <a:pt x="266162" y="1470448"/>
                  </a:lnTo>
                  <a:lnTo>
                    <a:pt x="268441" y="1463669"/>
                  </a:lnTo>
                  <a:lnTo>
                    <a:pt x="270720" y="1458519"/>
                  </a:lnTo>
                  <a:lnTo>
                    <a:pt x="272999" y="1453765"/>
                  </a:lnTo>
                  <a:lnTo>
                    <a:pt x="275278" y="1449118"/>
                  </a:lnTo>
                  <a:lnTo>
                    <a:pt x="277557" y="1447114"/>
                  </a:lnTo>
                  <a:lnTo>
                    <a:pt x="279836" y="1444405"/>
                  </a:lnTo>
                  <a:lnTo>
                    <a:pt x="282115" y="1442093"/>
                  </a:lnTo>
                  <a:lnTo>
                    <a:pt x="284394" y="1438857"/>
                  </a:lnTo>
                  <a:lnTo>
                    <a:pt x="286673" y="1435621"/>
                  </a:lnTo>
                  <a:lnTo>
                    <a:pt x="288952" y="1431988"/>
                  </a:lnTo>
                  <a:lnTo>
                    <a:pt x="291231" y="1428752"/>
                  </a:lnTo>
                  <a:lnTo>
                    <a:pt x="293509" y="1429002"/>
                  </a:lnTo>
                  <a:lnTo>
                    <a:pt x="295788" y="1429448"/>
                  </a:lnTo>
                  <a:lnTo>
                    <a:pt x="298067" y="1430760"/>
                  </a:lnTo>
                  <a:lnTo>
                    <a:pt x="300346" y="1433232"/>
                  </a:lnTo>
                  <a:lnTo>
                    <a:pt x="302625" y="1435703"/>
                  </a:lnTo>
                  <a:lnTo>
                    <a:pt x="304904" y="1439128"/>
                  </a:lnTo>
                  <a:lnTo>
                    <a:pt x="307183" y="1444325"/>
                  </a:lnTo>
                  <a:lnTo>
                    <a:pt x="309462" y="1451134"/>
                  </a:lnTo>
                  <a:lnTo>
                    <a:pt x="311741" y="1457941"/>
                  </a:lnTo>
                  <a:lnTo>
                    <a:pt x="314020" y="1464749"/>
                  </a:lnTo>
                  <a:lnTo>
                    <a:pt x="316299" y="1471557"/>
                  </a:lnTo>
                  <a:lnTo>
                    <a:pt x="318578" y="1479327"/>
                  </a:lnTo>
                  <a:lnTo>
                    <a:pt x="320857" y="1489767"/>
                  </a:lnTo>
                  <a:lnTo>
                    <a:pt x="323136" y="1500697"/>
                  </a:lnTo>
                  <a:lnTo>
                    <a:pt x="325415" y="1511626"/>
                  </a:lnTo>
                  <a:lnTo>
                    <a:pt x="327694" y="1522556"/>
                  </a:lnTo>
                  <a:lnTo>
                    <a:pt x="329973" y="1533486"/>
                  </a:lnTo>
                  <a:lnTo>
                    <a:pt x="332252" y="1543088"/>
                  </a:lnTo>
                  <a:lnTo>
                    <a:pt x="334531" y="1550916"/>
                  </a:lnTo>
                  <a:lnTo>
                    <a:pt x="336810" y="1558744"/>
                  </a:lnTo>
                  <a:lnTo>
                    <a:pt x="339089" y="1568469"/>
                  </a:lnTo>
                  <a:lnTo>
                    <a:pt x="341368" y="1576842"/>
                  </a:lnTo>
                  <a:lnTo>
                    <a:pt x="343647" y="1584348"/>
                  </a:lnTo>
                  <a:lnTo>
                    <a:pt x="345926" y="1590638"/>
                  </a:lnTo>
                  <a:lnTo>
                    <a:pt x="348205" y="1596929"/>
                  </a:lnTo>
                  <a:lnTo>
                    <a:pt x="350484" y="1602937"/>
                  </a:lnTo>
                  <a:lnTo>
                    <a:pt x="352763" y="1607752"/>
                  </a:lnTo>
                  <a:lnTo>
                    <a:pt x="355042" y="1610169"/>
                  </a:lnTo>
                  <a:lnTo>
                    <a:pt x="357321" y="1613498"/>
                  </a:lnTo>
                  <a:lnTo>
                    <a:pt x="359600" y="1618664"/>
                  </a:lnTo>
                  <a:lnTo>
                    <a:pt x="361878" y="1623360"/>
                  </a:lnTo>
                  <a:lnTo>
                    <a:pt x="364157" y="1628057"/>
                  </a:lnTo>
                  <a:lnTo>
                    <a:pt x="366436" y="1631594"/>
                  </a:lnTo>
                  <a:lnTo>
                    <a:pt x="368715" y="1635131"/>
                  </a:lnTo>
                  <a:lnTo>
                    <a:pt x="370994" y="1638668"/>
                  </a:lnTo>
                  <a:lnTo>
                    <a:pt x="373273" y="1639393"/>
                  </a:lnTo>
                  <a:lnTo>
                    <a:pt x="375552" y="1642782"/>
                  </a:lnTo>
                  <a:lnTo>
                    <a:pt x="377831" y="1646319"/>
                  </a:lnTo>
                  <a:lnTo>
                    <a:pt x="380110" y="1649856"/>
                  </a:lnTo>
                  <a:lnTo>
                    <a:pt x="382389" y="1652440"/>
                  </a:lnTo>
                  <a:lnTo>
                    <a:pt x="384668" y="1656467"/>
                  </a:lnTo>
                  <a:lnTo>
                    <a:pt x="386947" y="1660493"/>
                  </a:lnTo>
                  <a:lnTo>
                    <a:pt x="389226" y="1664519"/>
                  </a:lnTo>
                  <a:lnTo>
                    <a:pt x="391505" y="1668043"/>
                  </a:lnTo>
                  <a:lnTo>
                    <a:pt x="393784" y="1669204"/>
                  </a:lnTo>
                  <a:lnTo>
                    <a:pt x="396063" y="1671071"/>
                  </a:lnTo>
                  <a:lnTo>
                    <a:pt x="398342" y="1672938"/>
                  </a:lnTo>
                  <a:lnTo>
                    <a:pt x="400621" y="1675728"/>
                  </a:lnTo>
                  <a:lnTo>
                    <a:pt x="402900" y="1678518"/>
                  </a:lnTo>
                  <a:lnTo>
                    <a:pt x="405179" y="1681308"/>
                  </a:lnTo>
                  <a:lnTo>
                    <a:pt x="407458" y="1684099"/>
                  </a:lnTo>
                  <a:lnTo>
                    <a:pt x="409737" y="1683848"/>
                  </a:lnTo>
                  <a:lnTo>
                    <a:pt x="412016" y="1683402"/>
                  </a:lnTo>
                  <a:lnTo>
                    <a:pt x="414295" y="1682535"/>
                  </a:lnTo>
                  <a:lnTo>
                    <a:pt x="416574" y="1680510"/>
                  </a:lnTo>
                  <a:lnTo>
                    <a:pt x="418853" y="1678483"/>
                  </a:lnTo>
                  <a:lnTo>
                    <a:pt x="421132" y="1675505"/>
                  </a:lnTo>
                  <a:lnTo>
                    <a:pt x="423411" y="1670752"/>
                  </a:lnTo>
                  <a:lnTo>
                    <a:pt x="425690" y="1664672"/>
                  </a:lnTo>
                  <a:lnTo>
                    <a:pt x="427968" y="1658145"/>
                  </a:lnTo>
                  <a:lnTo>
                    <a:pt x="430247" y="1651619"/>
                  </a:lnTo>
                  <a:lnTo>
                    <a:pt x="432526" y="1645538"/>
                  </a:lnTo>
                  <a:lnTo>
                    <a:pt x="434805" y="1639457"/>
                  </a:lnTo>
                  <a:lnTo>
                    <a:pt x="437084" y="1633377"/>
                  </a:lnTo>
                  <a:lnTo>
                    <a:pt x="439363" y="1627296"/>
                  </a:lnTo>
                  <a:lnTo>
                    <a:pt x="441642" y="1621216"/>
                  </a:lnTo>
                  <a:lnTo>
                    <a:pt x="443921" y="1615135"/>
                  </a:lnTo>
                  <a:lnTo>
                    <a:pt x="446200" y="1609055"/>
                  </a:lnTo>
                  <a:lnTo>
                    <a:pt x="448479" y="1603857"/>
                  </a:lnTo>
                  <a:lnTo>
                    <a:pt x="450758" y="1600432"/>
                  </a:lnTo>
                  <a:lnTo>
                    <a:pt x="453037" y="1596726"/>
                  </a:lnTo>
                  <a:lnTo>
                    <a:pt x="455316" y="1593974"/>
                  </a:lnTo>
                  <a:lnTo>
                    <a:pt x="457595" y="1592380"/>
                  </a:lnTo>
                  <a:lnTo>
                    <a:pt x="459874" y="1591653"/>
                  </a:lnTo>
                  <a:lnTo>
                    <a:pt x="462153" y="1592142"/>
                  </a:lnTo>
                  <a:lnTo>
                    <a:pt x="464432" y="1592632"/>
                  </a:lnTo>
                  <a:lnTo>
                    <a:pt x="466711" y="1593121"/>
                  </a:lnTo>
                  <a:lnTo>
                    <a:pt x="468990" y="1593611"/>
                  </a:lnTo>
                  <a:lnTo>
                    <a:pt x="471269" y="1594101"/>
                  </a:lnTo>
                  <a:lnTo>
                    <a:pt x="473548" y="1594590"/>
                  </a:lnTo>
                  <a:lnTo>
                    <a:pt x="475827" y="1595079"/>
                  </a:lnTo>
                  <a:lnTo>
                    <a:pt x="478106" y="1595568"/>
                  </a:lnTo>
                  <a:lnTo>
                    <a:pt x="480385" y="1596057"/>
                  </a:lnTo>
                  <a:lnTo>
                    <a:pt x="482664" y="1596547"/>
                  </a:lnTo>
                  <a:lnTo>
                    <a:pt x="484943" y="1597036"/>
                  </a:lnTo>
                  <a:lnTo>
                    <a:pt x="487222" y="1597526"/>
                  </a:lnTo>
                  <a:lnTo>
                    <a:pt x="489501" y="1598015"/>
                  </a:lnTo>
                  <a:lnTo>
                    <a:pt x="491780" y="1598504"/>
                  </a:lnTo>
                  <a:lnTo>
                    <a:pt x="494059" y="1598993"/>
                  </a:lnTo>
                  <a:lnTo>
                    <a:pt x="496337" y="1599764"/>
                  </a:lnTo>
                  <a:lnTo>
                    <a:pt x="498616" y="1600534"/>
                  </a:lnTo>
                  <a:lnTo>
                    <a:pt x="500895" y="1600534"/>
                  </a:lnTo>
                  <a:lnTo>
                    <a:pt x="503174" y="1598467"/>
                  </a:lnTo>
                  <a:lnTo>
                    <a:pt x="505453" y="1594834"/>
                  </a:lnTo>
                  <a:lnTo>
                    <a:pt x="507732" y="1591202"/>
                  </a:lnTo>
                  <a:lnTo>
                    <a:pt x="510011" y="1587288"/>
                  </a:lnTo>
                  <a:lnTo>
                    <a:pt x="512290" y="1583374"/>
                  </a:lnTo>
                  <a:lnTo>
                    <a:pt x="514569" y="1579460"/>
                  </a:lnTo>
                  <a:lnTo>
                    <a:pt x="516848" y="1575546"/>
                  </a:lnTo>
                  <a:lnTo>
                    <a:pt x="519127" y="1571632"/>
                  </a:lnTo>
                  <a:lnTo>
                    <a:pt x="521406" y="1568000"/>
                  </a:lnTo>
                  <a:lnTo>
                    <a:pt x="523685" y="1561666"/>
                  </a:lnTo>
                  <a:lnTo>
                    <a:pt x="525964" y="1554887"/>
                  </a:lnTo>
                  <a:lnTo>
                    <a:pt x="528243" y="1545332"/>
                  </a:lnTo>
                  <a:lnTo>
                    <a:pt x="530522" y="1534057"/>
                  </a:lnTo>
                  <a:lnTo>
                    <a:pt x="532801" y="1521573"/>
                  </a:lnTo>
                  <a:lnTo>
                    <a:pt x="535080" y="1509090"/>
                  </a:lnTo>
                  <a:lnTo>
                    <a:pt x="537359" y="1497939"/>
                  </a:lnTo>
                  <a:lnTo>
                    <a:pt x="539638" y="1488384"/>
                  </a:lnTo>
                  <a:lnTo>
                    <a:pt x="541917" y="1478829"/>
                  </a:lnTo>
                  <a:lnTo>
                    <a:pt x="544196" y="1470117"/>
                  </a:lnTo>
                  <a:lnTo>
                    <a:pt x="546475" y="1461404"/>
                  </a:lnTo>
                  <a:lnTo>
                    <a:pt x="548754" y="1452716"/>
                  </a:lnTo>
                  <a:lnTo>
                    <a:pt x="551033" y="1444028"/>
                  </a:lnTo>
                  <a:lnTo>
                    <a:pt x="553312" y="1435339"/>
                  </a:lnTo>
                  <a:lnTo>
                    <a:pt x="555591" y="1426181"/>
                  </a:lnTo>
                  <a:lnTo>
                    <a:pt x="557870" y="1419360"/>
                  </a:lnTo>
                  <a:lnTo>
                    <a:pt x="560149" y="1412977"/>
                  </a:lnTo>
                  <a:lnTo>
                    <a:pt x="562427" y="1409742"/>
                  </a:lnTo>
                  <a:lnTo>
                    <a:pt x="564706" y="1408302"/>
                  </a:lnTo>
                  <a:lnTo>
                    <a:pt x="566985" y="1406150"/>
                  </a:lnTo>
                  <a:lnTo>
                    <a:pt x="569264" y="1404111"/>
                  </a:lnTo>
                  <a:lnTo>
                    <a:pt x="571543" y="1402073"/>
                  </a:lnTo>
                  <a:lnTo>
                    <a:pt x="573822" y="1399564"/>
                  </a:lnTo>
                  <a:lnTo>
                    <a:pt x="576101" y="1397525"/>
                  </a:lnTo>
                  <a:lnTo>
                    <a:pt x="578380" y="1395486"/>
                  </a:lnTo>
                  <a:lnTo>
                    <a:pt x="580659" y="1393900"/>
                  </a:lnTo>
                  <a:lnTo>
                    <a:pt x="582938" y="1391861"/>
                  </a:lnTo>
                  <a:lnTo>
                    <a:pt x="585217" y="1387425"/>
                  </a:lnTo>
                  <a:lnTo>
                    <a:pt x="587496" y="1382693"/>
                  </a:lnTo>
                  <a:lnTo>
                    <a:pt x="589775" y="1377961"/>
                  </a:lnTo>
                  <a:lnTo>
                    <a:pt x="592054" y="1373228"/>
                  </a:lnTo>
                  <a:lnTo>
                    <a:pt x="594333" y="1368496"/>
                  </a:lnTo>
                  <a:lnTo>
                    <a:pt x="596612" y="1363763"/>
                  </a:lnTo>
                  <a:lnTo>
                    <a:pt x="598891" y="1359031"/>
                  </a:lnTo>
                  <a:lnTo>
                    <a:pt x="601170" y="1356354"/>
                  </a:lnTo>
                  <a:lnTo>
                    <a:pt x="603449" y="1353844"/>
                  </a:lnTo>
                  <a:lnTo>
                    <a:pt x="605728" y="1351335"/>
                  </a:lnTo>
                  <a:lnTo>
                    <a:pt x="608007" y="1348826"/>
                  </a:lnTo>
                  <a:lnTo>
                    <a:pt x="610286" y="1345921"/>
                  </a:lnTo>
                  <a:lnTo>
                    <a:pt x="612565" y="1342288"/>
                  </a:lnTo>
                  <a:lnTo>
                    <a:pt x="614844" y="1338373"/>
                  </a:lnTo>
                  <a:lnTo>
                    <a:pt x="617123" y="1334741"/>
                  </a:lnTo>
                  <a:lnTo>
                    <a:pt x="619402" y="1335929"/>
                  </a:lnTo>
                  <a:lnTo>
                    <a:pt x="621681" y="1339562"/>
                  </a:lnTo>
                  <a:lnTo>
                    <a:pt x="623960" y="1343195"/>
                  </a:lnTo>
                  <a:lnTo>
                    <a:pt x="626239" y="1346827"/>
                  </a:lnTo>
                  <a:lnTo>
                    <a:pt x="628517" y="1350460"/>
                  </a:lnTo>
                  <a:lnTo>
                    <a:pt x="630796" y="1354093"/>
                  </a:lnTo>
                  <a:lnTo>
                    <a:pt x="633075" y="1358007"/>
                  </a:lnTo>
                  <a:lnTo>
                    <a:pt x="635354" y="1361920"/>
                  </a:lnTo>
                  <a:lnTo>
                    <a:pt x="637633" y="1365998"/>
                  </a:lnTo>
                  <a:lnTo>
                    <a:pt x="639912" y="1372777"/>
                  </a:lnTo>
                  <a:lnTo>
                    <a:pt x="642191" y="1380002"/>
                  </a:lnTo>
                  <a:lnTo>
                    <a:pt x="644470" y="1390003"/>
                  </a:lnTo>
                  <a:lnTo>
                    <a:pt x="646749" y="1401278"/>
                  </a:lnTo>
                  <a:lnTo>
                    <a:pt x="649028" y="1414158"/>
                  </a:lnTo>
                  <a:lnTo>
                    <a:pt x="651307" y="1427039"/>
                  </a:lnTo>
                  <a:lnTo>
                    <a:pt x="653586" y="1438585"/>
                  </a:lnTo>
                  <a:lnTo>
                    <a:pt x="655865" y="1448537"/>
                  </a:lnTo>
                  <a:lnTo>
                    <a:pt x="658144" y="1458488"/>
                  </a:lnTo>
                  <a:lnTo>
                    <a:pt x="660423" y="1468044"/>
                  </a:lnTo>
                  <a:lnTo>
                    <a:pt x="662702" y="1477599"/>
                  </a:lnTo>
                  <a:lnTo>
                    <a:pt x="664981" y="1486683"/>
                  </a:lnTo>
                  <a:lnTo>
                    <a:pt x="667260" y="1495372"/>
                  </a:lnTo>
                  <a:lnTo>
                    <a:pt x="669539" y="1504060"/>
                  </a:lnTo>
                  <a:lnTo>
                    <a:pt x="671818" y="1512773"/>
                  </a:lnTo>
                  <a:lnTo>
                    <a:pt x="674097" y="1519148"/>
                  </a:lnTo>
                  <a:lnTo>
                    <a:pt x="676376" y="1525085"/>
                  </a:lnTo>
                  <a:lnTo>
                    <a:pt x="678655" y="1527875"/>
                  </a:lnTo>
                  <a:lnTo>
                    <a:pt x="680934" y="1529315"/>
                  </a:lnTo>
                  <a:lnTo>
                    <a:pt x="683213" y="1531186"/>
                  </a:lnTo>
                  <a:lnTo>
                    <a:pt x="685492" y="1533224"/>
                  </a:lnTo>
                  <a:lnTo>
                    <a:pt x="687771" y="1535263"/>
                  </a:lnTo>
                  <a:lnTo>
                    <a:pt x="690050" y="1537283"/>
                  </a:lnTo>
                  <a:lnTo>
                    <a:pt x="692329" y="1538833"/>
                  </a:lnTo>
                  <a:lnTo>
                    <a:pt x="694608" y="1540383"/>
                  </a:lnTo>
                  <a:lnTo>
                    <a:pt x="696886" y="1541479"/>
                  </a:lnTo>
                  <a:lnTo>
                    <a:pt x="699165" y="1543029"/>
                  </a:lnTo>
                  <a:lnTo>
                    <a:pt x="701444" y="1547464"/>
                  </a:lnTo>
                  <a:lnTo>
                    <a:pt x="703723" y="1552197"/>
                  </a:lnTo>
                  <a:lnTo>
                    <a:pt x="706002" y="1556929"/>
                  </a:lnTo>
                  <a:lnTo>
                    <a:pt x="708281" y="1561662"/>
                  </a:lnTo>
                  <a:lnTo>
                    <a:pt x="710560" y="1566394"/>
                  </a:lnTo>
                  <a:lnTo>
                    <a:pt x="712839" y="1571127"/>
                  </a:lnTo>
                  <a:lnTo>
                    <a:pt x="715118" y="1575860"/>
                  </a:lnTo>
                  <a:lnTo>
                    <a:pt x="717397" y="1578536"/>
                  </a:lnTo>
                  <a:lnTo>
                    <a:pt x="719676" y="1581327"/>
                  </a:lnTo>
                  <a:lnTo>
                    <a:pt x="721955" y="1584117"/>
                  </a:lnTo>
                  <a:lnTo>
                    <a:pt x="724234" y="1586907"/>
                  </a:lnTo>
                  <a:lnTo>
                    <a:pt x="726513" y="1590540"/>
                  </a:lnTo>
                  <a:lnTo>
                    <a:pt x="728792" y="1594618"/>
                  </a:lnTo>
                  <a:lnTo>
                    <a:pt x="731071" y="1598978"/>
                  </a:lnTo>
                  <a:lnTo>
                    <a:pt x="733350" y="1603338"/>
                  </a:lnTo>
                  <a:lnTo>
                    <a:pt x="735629" y="1604498"/>
                  </a:lnTo>
                  <a:lnTo>
                    <a:pt x="737908" y="1604779"/>
                  </a:lnTo>
                  <a:lnTo>
                    <a:pt x="740187" y="1605061"/>
                  </a:lnTo>
                  <a:lnTo>
                    <a:pt x="742466" y="1605342"/>
                  </a:lnTo>
                  <a:lnTo>
                    <a:pt x="744745" y="1606068"/>
                  </a:lnTo>
                  <a:lnTo>
                    <a:pt x="747024" y="1606795"/>
                  </a:lnTo>
                  <a:lnTo>
                    <a:pt x="749303" y="1607241"/>
                  </a:lnTo>
                  <a:lnTo>
                    <a:pt x="751582" y="1607686"/>
                  </a:lnTo>
                  <a:lnTo>
                    <a:pt x="753861" y="1607241"/>
                  </a:lnTo>
                  <a:lnTo>
                    <a:pt x="756140" y="1606795"/>
                  </a:lnTo>
                  <a:lnTo>
                    <a:pt x="758419" y="1606349"/>
                  </a:lnTo>
                  <a:lnTo>
                    <a:pt x="760698" y="1605622"/>
                  </a:lnTo>
                  <a:lnTo>
                    <a:pt x="762976" y="1604895"/>
                  </a:lnTo>
                  <a:lnTo>
                    <a:pt x="765255" y="1604052"/>
                  </a:lnTo>
                  <a:lnTo>
                    <a:pt x="767534" y="1603210"/>
                  </a:lnTo>
                  <a:lnTo>
                    <a:pt x="769813" y="1603210"/>
                  </a:lnTo>
                  <a:lnTo>
                    <a:pt x="772092" y="1603210"/>
                  </a:lnTo>
                  <a:lnTo>
                    <a:pt x="774371" y="1603210"/>
                  </a:lnTo>
                  <a:lnTo>
                    <a:pt x="776650" y="1603210"/>
                  </a:lnTo>
                  <a:lnTo>
                    <a:pt x="778929" y="1602814"/>
                  </a:lnTo>
                  <a:lnTo>
                    <a:pt x="781208" y="1603285"/>
                  </a:lnTo>
                  <a:lnTo>
                    <a:pt x="783487" y="1604604"/>
                  </a:lnTo>
                  <a:lnTo>
                    <a:pt x="785766" y="1606630"/>
                  </a:lnTo>
                  <a:lnTo>
                    <a:pt x="788045" y="1610055"/>
                  </a:lnTo>
                  <a:lnTo>
                    <a:pt x="790324" y="1611948"/>
                  </a:lnTo>
                  <a:lnTo>
                    <a:pt x="792603" y="1612633"/>
                  </a:lnTo>
                  <a:lnTo>
                    <a:pt x="794882" y="1613318"/>
                  </a:lnTo>
                  <a:lnTo>
                    <a:pt x="797161" y="1614002"/>
                  </a:lnTo>
                  <a:lnTo>
                    <a:pt x="799440" y="1614076"/>
                  </a:lnTo>
                  <a:lnTo>
                    <a:pt x="801719" y="1614149"/>
                  </a:lnTo>
                  <a:lnTo>
                    <a:pt x="803998" y="1613269"/>
                  </a:lnTo>
                  <a:lnTo>
                    <a:pt x="806277" y="1612879"/>
                  </a:lnTo>
                  <a:lnTo>
                    <a:pt x="808556" y="1612489"/>
                  </a:lnTo>
                  <a:lnTo>
                    <a:pt x="810835" y="1611109"/>
                  </a:lnTo>
                  <a:lnTo>
                    <a:pt x="813114" y="1605750"/>
                  </a:lnTo>
                  <a:lnTo>
                    <a:pt x="815393" y="1599437"/>
                  </a:lnTo>
                  <a:lnTo>
                    <a:pt x="817672" y="1592635"/>
                  </a:lnTo>
                  <a:lnTo>
                    <a:pt x="819951" y="1585127"/>
                  </a:lnTo>
                  <a:lnTo>
                    <a:pt x="822230" y="1576695"/>
                  </a:lnTo>
                  <a:lnTo>
                    <a:pt x="824509" y="1569188"/>
                  </a:lnTo>
                  <a:lnTo>
                    <a:pt x="826788" y="1562690"/>
                  </a:lnTo>
                  <a:lnTo>
                    <a:pt x="829067" y="1556191"/>
                  </a:lnTo>
                  <a:lnTo>
                    <a:pt x="831345" y="1549694"/>
                  </a:lnTo>
                  <a:lnTo>
                    <a:pt x="833624" y="1543195"/>
                  </a:lnTo>
                  <a:lnTo>
                    <a:pt x="835903" y="1536415"/>
                  </a:lnTo>
                  <a:lnTo>
                    <a:pt x="838182" y="1529636"/>
                  </a:lnTo>
                  <a:lnTo>
                    <a:pt x="840461" y="1522856"/>
                  </a:lnTo>
                  <a:lnTo>
                    <a:pt x="842740" y="1515631"/>
                  </a:lnTo>
                  <a:lnTo>
                    <a:pt x="845019" y="1509752"/>
                  </a:lnTo>
                  <a:lnTo>
                    <a:pt x="847298" y="1509306"/>
                  </a:lnTo>
                  <a:lnTo>
                    <a:pt x="849577" y="1508580"/>
                  </a:lnTo>
                  <a:lnTo>
                    <a:pt x="851856" y="1508298"/>
                  </a:lnTo>
                  <a:lnTo>
                    <a:pt x="854135" y="1508018"/>
                  </a:lnTo>
                  <a:lnTo>
                    <a:pt x="856414" y="1507736"/>
                  </a:lnTo>
                  <a:lnTo>
                    <a:pt x="858693" y="1507455"/>
                  </a:lnTo>
                  <a:lnTo>
                    <a:pt x="860972" y="1506728"/>
                  </a:lnTo>
                  <a:lnTo>
                    <a:pt x="863251" y="1506001"/>
                  </a:lnTo>
                  <a:lnTo>
                    <a:pt x="865530" y="1506000"/>
                  </a:lnTo>
                  <a:lnTo>
                    <a:pt x="867809" y="1506000"/>
                  </a:lnTo>
                  <a:lnTo>
                    <a:pt x="870088" y="1506843"/>
                  </a:lnTo>
                  <a:lnTo>
                    <a:pt x="872367" y="1507685"/>
                  </a:lnTo>
                  <a:lnTo>
                    <a:pt x="874646" y="1507007"/>
                  </a:lnTo>
                  <a:lnTo>
                    <a:pt x="876925" y="1504498"/>
                  </a:lnTo>
                  <a:lnTo>
                    <a:pt x="879204" y="1501592"/>
                  </a:lnTo>
                  <a:lnTo>
                    <a:pt x="881483" y="1498405"/>
                  </a:lnTo>
                  <a:lnTo>
                    <a:pt x="883762" y="1495218"/>
                  </a:lnTo>
                  <a:lnTo>
                    <a:pt x="886041" y="1491189"/>
                  </a:lnTo>
                  <a:lnTo>
                    <a:pt x="888320" y="1487159"/>
                  </a:lnTo>
                  <a:lnTo>
                    <a:pt x="890599" y="1483131"/>
                  </a:lnTo>
                  <a:lnTo>
                    <a:pt x="892878" y="1479498"/>
                  </a:lnTo>
                  <a:lnTo>
                    <a:pt x="895157" y="1470869"/>
                  </a:lnTo>
                  <a:lnTo>
                    <a:pt x="897435" y="1461314"/>
                  </a:lnTo>
                  <a:lnTo>
                    <a:pt x="899714" y="1448918"/>
                  </a:lnTo>
                  <a:lnTo>
                    <a:pt x="901993" y="1434855"/>
                  </a:lnTo>
                  <a:lnTo>
                    <a:pt x="904272" y="1419392"/>
                  </a:lnTo>
                  <a:lnTo>
                    <a:pt x="906551" y="1405906"/>
                  </a:lnTo>
                  <a:lnTo>
                    <a:pt x="908830" y="1394591"/>
                  </a:lnTo>
                  <a:lnTo>
                    <a:pt x="911109" y="1383400"/>
                  </a:lnTo>
                  <a:lnTo>
                    <a:pt x="913388" y="1371123"/>
                  </a:lnTo>
                  <a:lnTo>
                    <a:pt x="915667" y="1360135"/>
                  </a:lnTo>
                  <a:lnTo>
                    <a:pt x="917946" y="1349148"/>
                  </a:lnTo>
                  <a:lnTo>
                    <a:pt x="920225" y="1339113"/>
                  </a:lnTo>
                  <a:lnTo>
                    <a:pt x="922504" y="1329079"/>
                  </a:lnTo>
                  <a:lnTo>
                    <a:pt x="924783" y="1319514"/>
                  </a:lnTo>
                  <a:lnTo>
                    <a:pt x="927062" y="1310938"/>
                  </a:lnTo>
                  <a:lnTo>
                    <a:pt x="929341" y="1311473"/>
                  </a:lnTo>
                  <a:lnTo>
                    <a:pt x="931620" y="1313089"/>
                  </a:lnTo>
                  <a:lnTo>
                    <a:pt x="933899" y="1316543"/>
                  </a:lnTo>
                  <a:lnTo>
                    <a:pt x="936178" y="1322012"/>
                  </a:lnTo>
                  <a:lnTo>
                    <a:pt x="938457" y="1325554"/>
                  </a:lnTo>
                  <a:lnTo>
                    <a:pt x="940736" y="1327406"/>
                  </a:lnTo>
                  <a:lnTo>
                    <a:pt x="943015" y="1328248"/>
                  </a:lnTo>
                  <a:lnTo>
                    <a:pt x="945294" y="1330769"/>
                  </a:lnTo>
                  <a:lnTo>
                    <a:pt x="947573" y="1334759"/>
                  </a:lnTo>
                  <a:lnTo>
                    <a:pt x="949852" y="1338352"/>
                  </a:lnTo>
                  <a:lnTo>
                    <a:pt x="952131" y="1341944"/>
                  </a:lnTo>
                  <a:lnTo>
                    <a:pt x="954410" y="1345933"/>
                  </a:lnTo>
                  <a:lnTo>
                    <a:pt x="956689" y="1349922"/>
                  </a:lnTo>
                  <a:lnTo>
                    <a:pt x="958968" y="1353911"/>
                  </a:lnTo>
                  <a:lnTo>
                    <a:pt x="961247" y="1357024"/>
                  </a:lnTo>
                  <a:lnTo>
                    <a:pt x="963525" y="1353531"/>
                  </a:lnTo>
                  <a:lnTo>
                    <a:pt x="965804" y="1349504"/>
                  </a:lnTo>
                  <a:lnTo>
                    <a:pt x="968083" y="1346430"/>
                  </a:lnTo>
                  <a:lnTo>
                    <a:pt x="970362" y="1344250"/>
                  </a:lnTo>
                  <a:lnTo>
                    <a:pt x="972641" y="1345762"/>
                  </a:lnTo>
                  <a:lnTo>
                    <a:pt x="974920" y="1347609"/>
                  </a:lnTo>
                  <a:lnTo>
                    <a:pt x="977199" y="1349455"/>
                  </a:lnTo>
                  <a:lnTo>
                    <a:pt x="979478" y="1351302"/>
                  </a:lnTo>
                  <a:lnTo>
                    <a:pt x="981757" y="1352422"/>
                  </a:lnTo>
                  <a:lnTo>
                    <a:pt x="984036" y="1353541"/>
                  </a:lnTo>
                  <a:lnTo>
                    <a:pt x="986315" y="1355258"/>
                  </a:lnTo>
                  <a:lnTo>
                    <a:pt x="988594" y="1352835"/>
                  </a:lnTo>
                  <a:lnTo>
                    <a:pt x="990873" y="1353260"/>
                  </a:lnTo>
                  <a:lnTo>
                    <a:pt x="993152" y="1355798"/>
                  </a:lnTo>
                  <a:lnTo>
                    <a:pt x="995431" y="1357403"/>
                  </a:lnTo>
                  <a:lnTo>
                    <a:pt x="997710" y="1359649"/>
                  </a:lnTo>
                  <a:lnTo>
                    <a:pt x="999989" y="1362628"/>
                  </a:lnTo>
                  <a:lnTo>
                    <a:pt x="1002268" y="1364654"/>
                  </a:lnTo>
                  <a:lnTo>
                    <a:pt x="1004547" y="1365973"/>
                  </a:lnTo>
                  <a:lnTo>
                    <a:pt x="1006826" y="1368000"/>
                  </a:lnTo>
                  <a:lnTo>
                    <a:pt x="1009105" y="1366929"/>
                  </a:lnTo>
                  <a:lnTo>
                    <a:pt x="1011384" y="1371757"/>
                  </a:lnTo>
                  <a:lnTo>
                    <a:pt x="1013663" y="1377538"/>
                  </a:lnTo>
                  <a:lnTo>
                    <a:pt x="1015942" y="1385706"/>
                  </a:lnTo>
                  <a:lnTo>
                    <a:pt x="1018221" y="1395716"/>
                  </a:lnTo>
                  <a:lnTo>
                    <a:pt x="1020500" y="1405588"/>
                  </a:lnTo>
                  <a:lnTo>
                    <a:pt x="1022779" y="1418746"/>
                  </a:lnTo>
                  <a:lnTo>
                    <a:pt x="1025058" y="1429168"/>
                  </a:lnTo>
                  <a:lnTo>
                    <a:pt x="1027337" y="1441241"/>
                  </a:lnTo>
                  <a:lnTo>
                    <a:pt x="1029616" y="1455726"/>
                  </a:lnTo>
                  <a:lnTo>
                    <a:pt x="1031894" y="1469816"/>
                  </a:lnTo>
                  <a:lnTo>
                    <a:pt x="1034173" y="1483905"/>
                  </a:lnTo>
                  <a:lnTo>
                    <a:pt x="1036452" y="1495748"/>
                  </a:lnTo>
                  <a:lnTo>
                    <a:pt x="1038731" y="1507959"/>
                  </a:lnTo>
                  <a:lnTo>
                    <a:pt x="1041010" y="1519700"/>
                  </a:lnTo>
                  <a:lnTo>
                    <a:pt x="1043289" y="1535288"/>
                  </a:lnTo>
                  <a:lnTo>
                    <a:pt x="1045568" y="1545096"/>
                  </a:lnTo>
                  <a:lnTo>
                    <a:pt x="1047847" y="1552777"/>
                  </a:lnTo>
                  <a:lnTo>
                    <a:pt x="1050126" y="1560139"/>
                  </a:lnTo>
                  <a:lnTo>
                    <a:pt x="1052405" y="1566191"/>
                  </a:lnTo>
                  <a:lnTo>
                    <a:pt x="1054684" y="1573577"/>
                  </a:lnTo>
                  <a:lnTo>
                    <a:pt x="1056963" y="1579350"/>
                  </a:lnTo>
                  <a:lnTo>
                    <a:pt x="1059242" y="1584726"/>
                  </a:lnTo>
                  <a:lnTo>
                    <a:pt x="1061521" y="1588424"/>
                  </a:lnTo>
                  <a:lnTo>
                    <a:pt x="1063800" y="1589454"/>
                  </a:lnTo>
                  <a:lnTo>
                    <a:pt x="1066079" y="1590881"/>
                  </a:lnTo>
                  <a:lnTo>
                    <a:pt x="1068358" y="1592308"/>
                  </a:lnTo>
                  <a:lnTo>
                    <a:pt x="1070637" y="1592868"/>
                  </a:lnTo>
                  <a:lnTo>
                    <a:pt x="1072916" y="1592630"/>
                  </a:lnTo>
                  <a:lnTo>
                    <a:pt x="1075195" y="1593660"/>
                  </a:lnTo>
                  <a:lnTo>
                    <a:pt x="1077474" y="1591623"/>
                  </a:lnTo>
                  <a:lnTo>
                    <a:pt x="1079753" y="1593022"/>
                  </a:lnTo>
                  <a:lnTo>
                    <a:pt x="1082032" y="1595749"/>
                  </a:lnTo>
                  <a:lnTo>
                    <a:pt x="1084311" y="1596641"/>
                  </a:lnTo>
                  <a:lnTo>
                    <a:pt x="1086590" y="1596641"/>
                  </a:lnTo>
                  <a:lnTo>
                    <a:pt x="1088869" y="1592948"/>
                  </a:lnTo>
                  <a:lnTo>
                    <a:pt x="1091148" y="1589068"/>
                  </a:lnTo>
                  <a:lnTo>
                    <a:pt x="1093427" y="1585041"/>
                  </a:lnTo>
                  <a:lnTo>
                    <a:pt x="1095706" y="1581013"/>
                  </a:lnTo>
                  <a:lnTo>
                    <a:pt x="1097984" y="1577867"/>
                  </a:lnTo>
                  <a:lnTo>
                    <a:pt x="1100263" y="1574720"/>
                  </a:lnTo>
                  <a:lnTo>
                    <a:pt x="1102542" y="1570580"/>
                  </a:lnTo>
                  <a:lnTo>
                    <a:pt x="1104821" y="1570907"/>
                  </a:lnTo>
                  <a:lnTo>
                    <a:pt x="1107100" y="1570953"/>
                  </a:lnTo>
                  <a:lnTo>
                    <a:pt x="1109379" y="1570045"/>
                  </a:lnTo>
                  <a:lnTo>
                    <a:pt x="1111658" y="1570465"/>
                  </a:lnTo>
                  <a:lnTo>
                    <a:pt x="1113937" y="1568616"/>
                  </a:lnTo>
                  <a:lnTo>
                    <a:pt x="1116216" y="1566504"/>
                  </a:lnTo>
                  <a:lnTo>
                    <a:pt x="1118495" y="1565345"/>
                  </a:lnTo>
                  <a:lnTo>
                    <a:pt x="1120774" y="1565345"/>
                  </a:lnTo>
                  <a:lnTo>
                    <a:pt x="1123053" y="1565345"/>
                  </a:lnTo>
                  <a:lnTo>
                    <a:pt x="1125332" y="1571859"/>
                  </a:lnTo>
                  <a:lnTo>
                    <a:pt x="1127611" y="1577644"/>
                  </a:lnTo>
                  <a:lnTo>
                    <a:pt x="1129890" y="1580002"/>
                  </a:lnTo>
                  <a:lnTo>
                    <a:pt x="1132169" y="1581503"/>
                  </a:lnTo>
                  <a:lnTo>
                    <a:pt x="1134448" y="1581324"/>
                  </a:lnTo>
                  <a:lnTo>
                    <a:pt x="1136727" y="1582929"/>
                  </a:lnTo>
                  <a:lnTo>
                    <a:pt x="1139006" y="1580803"/>
                  </a:lnTo>
                  <a:lnTo>
                    <a:pt x="1141285" y="1581967"/>
                  </a:lnTo>
                  <a:lnTo>
                    <a:pt x="1143564" y="1583430"/>
                  </a:lnTo>
                  <a:lnTo>
                    <a:pt x="1145843" y="1583565"/>
                  </a:lnTo>
                  <a:lnTo>
                    <a:pt x="1148122" y="1583680"/>
                  </a:lnTo>
                  <a:lnTo>
                    <a:pt x="1150401" y="1583387"/>
                  </a:lnTo>
                  <a:lnTo>
                    <a:pt x="1152680" y="1586664"/>
                  </a:lnTo>
                  <a:lnTo>
                    <a:pt x="1154959" y="1590351"/>
                  </a:lnTo>
                  <a:lnTo>
                    <a:pt x="1157238" y="1593064"/>
                  </a:lnTo>
                  <a:lnTo>
                    <a:pt x="1159517" y="1589400"/>
                  </a:lnTo>
                  <a:lnTo>
                    <a:pt x="1161796" y="1586517"/>
                  </a:lnTo>
                  <a:lnTo>
                    <a:pt x="1164075" y="1586762"/>
                  </a:lnTo>
                  <a:lnTo>
                    <a:pt x="1166353" y="1583155"/>
                  </a:lnTo>
                  <a:lnTo>
                    <a:pt x="1168632" y="1579548"/>
                  </a:lnTo>
                  <a:lnTo>
                    <a:pt x="1170911" y="1576659"/>
                  </a:lnTo>
                  <a:lnTo>
                    <a:pt x="1173190" y="1576785"/>
                  </a:lnTo>
                  <a:lnTo>
                    <a:pt x="1175469" y="1576630"/>
                  </a:lnTo>
                  <a:lnTo>
                    <a:pt x="1177748" y="1574772"/>
                  </a:lnTo>
                  <a:lnTo>
                    <a:pt x="1180027" y="1573421"/>
                  </a:lnTo>
                  <a:lnTo>
                    <a:pt x="1182306" y="1572486"/>
                  </a:lnTo>
                  <a:lnTo>
                    <a:pt x="1184585" y="1571258"/>
                  </a:lnTo>
                  <a:lnTo>
                    <a:pt x="1186864" y="1569529"/>
                  </a:lnTo>
                  <a:lnTo>
                    <a:pt x="1189143" y="1569406"/>
                  </a:lnTo>
                  <a:lnTo>
                    <a:pt x="1191422" y="1569653"/>
                  </a:lnTo>
                  <a:lnTo>
                    <a:pt x="1193701" y="1575232"/>
                  </a:lnTo>
                  <a:lnTo>
                    <a:pt x="1195980" y="1578543"/>
                  </a:lnTo>
                  <a:lnTo>
                    <a:pt x="1198259" y="1582485"/>
                  </a:lnTo>
                  <a:lnTo>
                    <a:pt x="1200538" y="1588826"/>
                  </a:lnTo>
                  <a:lnTo>
                    <a:pt x="1202817" y="1594767"/>
                  </a:lnTo>
                  <a:lnTo>
                    <a:pt x="1205096" y="1600840"/>
                  </a:lnTo>
                  <a:lnTo>
                    <a:pt x="1207375" y="1604806"/>
                  </a:lnTo>
                  <a:lnTo>
                    <a:pt x="1209654" y="1609583"/>
                  </a:lnTo>
                  <a:lnTo>
                    <a:pt x="1211933" y="1613383"/>
                  </a:lnTo>
                  <a:lnTo>
                    <a:pt x="1214212" y="1614448"/>
                  </a:lnTo>
                  <a:lnTo>
                    <a:pt x="1216491" y="1613279"/>
                  </a:lnTo>
                  <a:lnTo>
                    <a:pt x="1218770" y="1610440"/>
                  </a:lnTo>
                  <a:lnTo>
                    <a:pt x="1221049" y="1608529"/>
                  </a:lnTo>
                  <a:lnTo>
                    <a:pt x="1223328" y="1603099"/>
                  </a:lnTo>
                  <a:lnTo>
                    <a:pt x="1225607" y="1598623"/>
                  </a:lnTo>
                  <a:lnTo>
                    <a:pt x="1227886" y="1594328"/>
                  </a:lnTo>
                  <a:lnTo>
                    <a:pt x="1230165" y="1593663"/>
                  </a:lnTo>
                  <a:lnTo>
                    <a:pt x="1232443" y="1591061"/>
                  </a:lnTo>
                  <a:lnTo>
                    <a:pt x="1234722" y="1586409"/>
                  </a:lnTo>
                  <a:lnTo>
                    <a:pt x="1237001" y="1581303"/>
                  </a:lnTo>
                  <a:lnTo>
                    <a:pt x="1239280" y="1576059"/>
                  </a:lnTo>
                  <a:lnTo>
                    <a:pt x="1241559" y="1566793"/>
                  </a:lnTo>
                  <a:lnTo>
                    <a:pt x="1243838" y="1554353"/>
                  </a:lnTo>
                  <a:lnTo>
                    <a:pt x="1246117" y="1546492"/>
                  </a:lnTo>
                  <a:lnTo>
                    <a:pt x="1248396" y="1539986"/>
                  </a:lnTo>
                  <a:lnTo>
                    <a:pt x="1250675" y="1532736"/>
                  </a:lnTo>
                  <a:lnTo>
                    <a:pt x="1252954" y="1523897"/>
                  </a:lnTo>
                  <a:lnTo>
                    <a:pt x="1255233" y="1515136"/>
                  </a:lnTo>
                  <a:lnTo>
                    <a:pt x="1257512" y="1505170"/>
                  </a:lnTo>
                  <a:lnTo>
                    <a:pt x="1259791" y="1493132"/>
                  </a:lnTo>
                  <a:lnTo>
                    <a:pt x="1262070" y="1481094"/>
                  </a:lnTo>
                  <a:lnTo>
                    <a:pt x="1264349" y="1465631"/>
                  </a:lnTo>
                  <a:lnTo>
                    <a:pt x="1266628" y="1451252"/>
                  </a:lnTo>
                  <a:lnTo>
                    <a:pt x="1268907" y="1436271"/>
                  </a:lnTo>
                  <a:lnTo>
                    <a:pt x="1271186" y="1419932"/>
                  </a:lnTo>
                  <a:lnTo>
                    <a:pt x="1273465" y="1404030"/>
                  </a:lnTo>
                  <a:lnTo>
                    <a:pt x="1275744" y="1392047"/>
                  </a:lnTo>
                  <a:lnTo>
                    <a:pt x="1278023" y="1382475"/>
                  </a:lnTo>
                  <a:lnTo>
                    <a:pt x="1280302" y="1369408"/>
                  </a:lnTo>
                  <a:lnTo>
                    <a:pt x="1282581" y="1355342"/>
                  </a:lnTo>
                  <a:lnTo>
                    <a:pt x="1284860" y="1341776"/>
                  </a:lnTo>
                  <a:lnTo>
                    <a:pt x="1287139" y="1328105"/>
                  </a:lnTo>
                  <a:lnTo>
                    <a:pt x="1289418" y="1314240"/>
                  </a:lnTo>
                  <a:lnTo>
                    <a:pt x="1291697" y="1300693"/>
                  </a:lnTo>
                  <a:lnTo>
                    <a:pt x="1293976" y="1285522"/>
                  </a:lnTo>
                  <a:lnTo>
                    <a:pt x="1296255" y="1269327"/>
                  </a:lnTo>
                  <a:lnTo>
                    <a:pt x="1298534" y="1253080"/>
                  </a:lnTo>
                  <a:lnTo>
                    <a:pt x="1300812" y="1236905"/>
                  </a:lnTo>
                  <a:lnTo>
                    <a:pt x="1303091" y="1220709"/>
                  </a:lnTo>
                  <a:lnTo>
                    <a:pt x="1305370" y="1205064"/>
                  </a:lnTo>
                  <a:lnTo>
                    <a:pt x="1307649" y="1185598"/>
                  </a:lnTo>
                  <a:lnTo>
                    <a:pt x="1309928" y="1161961"/>
                  </a:lnTo>
                  <a:lnTo>
                    <a:pt x="1312207" y="1138035"/>
                  </a:lnTo>
                  <a:lnTo>
                    <a:pt x="1314486" y="1114684"/>
                  </a:lnTo>
                  <a:lnTo>
                    <a:pt x="1316765" y="1091434"/>
                  </a:lnTo>
                  <a:lnTo>
                    <a:pt x="1319044" y="1070181"/>
                  </a:lnTo>
                  <a:lnTo>
                    <a:pt x="1321323" y="1048794"/>
                  </a:lnTo>
                  <a:lnTo>
                    <a:pt x="1323602" y="1028566"/>
                  </a:lnTo>
                  <a:lnTo>
                    <a:pt x="1325881" y="1006313"/>
                  </a:lnTo>
                  <a:lnTo>
                    <a:pt x="1328160" y="987565"/>
                  </a:lnTo>
                  <a:lnTo>
                    <a:pt x="1330439" y="972445"/>
                  </a:lnTo>
                  <a:lnTo>
                    <a:pt x="1332718" y="958976"/>
                  </a:lnTo>
                  <a:lnTo>
                    <a:pt x="1334997" y="945352"/>
                  </a:lnTo>
                  <a:lnTo>
                    <a:pt x="1337276" y="931319"/>
                  </a:lnTo>
                  <a:lnTo>
                    <a:pt x="1339555" y="918455"/>
                  </a:lnTo>
                  <a:lnTo>
                    <a:pt x="1341834" y="907562"/>
                  </a:lnTo>
                  <a:lnTo>
                    <a:pt x="1344113" y="898734"/>
                  </a:lnTo>
                  <a:lnTo>
                    <a:pt x="1346392" y="886653"/>
                  </a:lnTo>
                  <a:lnTo>
                    <a:pt x="1348671" y="874184"/>
                  </a:lnTo>
                  <a:lnTo>
                    <a:pt x="1350950" y="862937"/>
                  </a:lnTo>
                  <a:lnTo>
                    <a:pt x="1353229" y="849079"/>
                  </a:lnTo>
                  <a:lnTo>
                    <a:pt x="1355508" y="833610"/>
                  </a:lnTo>
                  <a:lnTo>
                    <a:pt x="1357787" y="820191"/>
                  </a:lnTo>
                  <a:lnTo>
                    <a:pt x="1360066" y="811845"/>
                  </a:lnTo>
                  <a:lnTo>
                    <a:pt x="1362345" y="802073"/>
                  </a:lnTo>
                  <a:lnTo>
                    <a:pt x="1364624" y="791340"/>
                  </a:lnTo>
                  <a:lnTo>
                    <a:pt x="1366902" y="783535"/>
                  </a:lnTo>
                  <a:lnTo>
                    <a:pt x="1369181" y="779071"/>
                  </a:lnTo>
                  <a:lnTo>
                    <a:pt x="1371460" y="775127"/>
                  </a:lnTo>
                  <a:lnTo>
                    <a:pt x="1373739" y="772324"/>
                  </a:lnTo>
                  <a:lnTo>
                    <a:pt x="1376018" y="768816"/>
                  </a:lnTo>
                  <a:lnTo>
                    <a:pt x="1378297" y="766012"/>
                  </a:lnTo>
                  <a:lnTo>
                    <a:pt x="1380576" y="767976"/>
                  </a:lnTo>
                  <a:lnTo>
                    <a:pt x="1382855" y="771522"/>
                  </a:lnTo>
                  <a:lnTo>
                    <a:pt x="1385134" y="776448"/>
                  </a:lnTo>
                  <a:lnTo>
                    <a:pt x="1387413" y="785785"/>
                  </a:lnTo>
                  <a:lnTo>
                    <a:pt x="1389692" y="797748"/>
                  </a:lnTo>
                  <a:lnTo>
                    <a:pt x="1391971" y="806667"/>
                  </a:lnTo>
                  <a:lnTo>
                    <a:pt x="1394250" y="813043"/>
                  </a:lnTo>
                  <a:lnTo>
                    <a:pt x="1396529" y="822466"/>
                  </a:lnTo>
                  <a:lnTo>
                    <a:pt x="1398808" y="837249"/>
                  </a:lnTo>
                  <a:lnTo>
                    <a:pt x="1401087" y="852002"/>
                  </a:lnTo>
                  <a:lnTo>
                    <a:pt x="1403366" y="867658"/>
                  </a:lnTo>
                  <a:lnTo>
                    <a:pt x="1405645" y="882875"/>
                  </a:lnTo>
                  <a:lnTo>
                    <a:pt x="1407924" y="895157"/>
                  </a:lnTo>
                  <a:lnTo>
                    <a:pt x="1410203" y="910425"/>
                  </a:lnTo>
                  <a:lnTo>
                    <a:pt x="1412482" y="926940"/>
                  </a:lnTo>
                  <a:lnTo>
                    <a:pt x="1414761" y="943093"/>
                  </a:lnTo>
                  <a:lnTo>
                    <a:pt x="1417040" y="958801"/>
                  </a:lnTo>
                  <a:lnTo>
                    <a:pt x="1419319" y="973020"/>
                  </a:lnTo>
                  <a:lnTo>
                    <a:pt x="1421598" y="986803"/>
                  </a:lnTo>
                  <a:lnTo>
                    <a:pt x="1423877" y="1002768"/>
                  </a:lnTo>
                  <a:lnTo>
                    <a:pt x="1426156" y="1020170"/>
                  </a:lnTo>
                  <a:lnTo>
                    <a:pt x="1428435" y="1037866"/>
                  </a:lnTo>
                  <a:lnTo>
                    <a:pt x="1430714" y="1053842"/>
                  </a:lnTo>
                  <a:lnTo>
                    <a:pt x="1432992" y="1067755"/>
                  </a:lnTo>
                  <a:lnTo>
                    <a:pt x="1435271" y="1074791"/>
                  </a:lnTo>
                  <a:lnTo>
                    <a:pt x="1437550" y="1077997"/>
                  </a:lnTo>
                  <a:lnTo>
                    <a:pt x="1439829" y="1082006"/>
                  </a:lnTo>
                  <a:lnTo>
                    <a:pt x="1442108" y="1089213"/>
                  </a:lnTo>
                  <a:lnTo>
                    <a:pt x="1444387" y="1094104"/>
                  </a:lnTo>
                  <a:lnTo>
                    <a:pt x="1446666" y="1097222"/>
                  </a:lnTo>
                  <a:lnTo>
                    <a:pt x="1448945" y="1101629"/>
                  </a:lnTo>
                  <a:lnTo>
                    <a:pt x="1451224" y="1107588"/>
                  </a:lnTo>
                  <a:lnTo>
                    <a:pt x="1453503" y="1114513"/>
                  </a:lnTo>
                  <a:lnTo>
                    <a:pt x="1455782" y="1121820"/>
                  </a:lnTo>
                  <a:lnTo>
                    <a:pt x="1458061" y="1125559"/>
                  </a:lnTo>
                  <a:lnTo>
                    <a:pt x="1460340" y="1126872"/>
                  </a:lnTo>
                  <a:lnTo>
                    <a:pt x="1462619" y="1129436"/>
                  </a:lnTo>
                  <a:lnTo>
                    <a:pt x="1464898" y="1133855"/>
                  </a:lnTo>
                  <a:lnTo>
                    <a:pt x="1467177" y="1139976"/>
                  </a:lnTo>
                  <a:lnTo>
                    <a:pt x="1469456" y="1152304"/>
                  </a:lnTo>
                  <a:lnTo>
                    <a:pt x="1471735" y="1164947"/>
                  </a:lnTo>
                  <a:lnTo>
                    <a:pt x="1474014" y="1173785"/>
                  </a:lnTo>
                  <a:lnTo>
                    <a:pt x="1476293" y="1180944"/>
                  </a:lnTo>
                  <a:lnTo>
                    <a:pt x="1478572" y="1187487"/>
                  </a:lnTo>
                  <a:lnTo>
                    <a:pt x="1480851" y="1194493"/>
                  </a:lnTo>
                  <a:lnTo>
                    <a:pt x="1483130" y="1199134"/>
                  </a:lnTo>
                  <a:lnTo>
                    <a:pt x="1485409" y="1199157"/>
                  </a:lnTo>
                  <a:lnTo>
                    <a:pt x="1487688" y="1197714"/>
                  </a:lnTo>
                  <a:lnTo>
                    <a:pt x="1489967" y="1191488"/>
                  </a:lnTo>
                  <a:lnTo>
                    <a:pt x="1492246" y="1187085"/>
                  </a:lnTo>
                  <a:lnTo>
                    <a:pt x="1494525" y="1180805"/>
                  </a:lnTo>
                  <a:lnTo>
                    <a:pt x="1496804" y="1172171"/>
                  </a:lnTo>
                  <a:lnTo>
                    <a:pt x="1499083" y="1160210"/>
                  </a:lnTo>
                  <a:lnTo>
                    <a:pt x="1501361" y="1146060"/>
                  </a:lnTo>
                  <a:lnTo>
                    <a:pt x="1503640" y="1128317"/>
                  </a:lnTo>
                  <a:lnTo>
                    <a:pt x="1505919" y="1110210"/>
                  </a:lnTo>
                  <a:lnTo>
                    <a:pt x="1508198" y="1095168"/>
                  </a:lnTo>
                  <a:lnTo>
                    <a:pt x="1510477" y="1080581"/>
                  </a:lnTo>
                  <a:lnTo>
                    <a:pt x="1512756" y="1065309"/>
                  </a:lnTo>
                  <a:lnTo>
                    <a:pt x="1515035" y="1046350"/>
                  </a:lnTo>
                  <a:lnTo>
                    <a:pt x="1517314" y="1026313"/>
                  </a:lnTo>
                  <a:lnTo>
                    <a:pt x="1519593" y="1007504"/>
                  </a:lnTo>
                  <a:lnTo>
                    <a:pt x="1521872" y="989035"/>
                  </a:lnTo>
                  <a:lnTo>
                    <a:pt x="1524151" y="976958"/>
                  </a:lnTo>
                  <a:lnTo>
                    <a:pt x="1526430" y="963842"/>
                  </a:lnTo>
                  <a:lnTo>
                    <a:pt x="1528709" y="952409"/>
                  </a:lnTo>
                  <a:lnTo>
                    <a:pt x="1530988" y="942227"/>
                  </a:lnTo>
                  <a:lnTo>
                    <a:pt x="1533267" y="934146"/>
                  </a:lnTo>
                  <a:lnTo>
                    <a:pt x="1535546" y="928491"/>
                  </a:lnTo>
                  <a:lnTo>
                    <a:pt x="1537825" y="922268"/>
                  </a:lnTo>
                  <a:lnTo>
                    <a:pt x="1540104" y="919039"/>
                  </a:lnTo>
                  <a:lnTo>
                    <a:pt x="1542383" y="915811"/>
                  </a:lnTo>
                  <a:lnTo>
                    <a:pt x="1544662" y="912112"/>
                  </a:lnTo>
                  <a:lnTo>
                    <a:pt x="1546941" y="908413"/>
                  </a:lnTo>
                  <a:lnTo>
                    <a:pt x="1549220" y="907787"/>
                  </a:lnTo>
                  <a:lnTo>
                    <a:pt x="1551499" y="915735"/>
                  </a:lnTo>
                  <a:lnTo>
                    <a:pt x="1553778" y="928437"/>
                  </a:lnTo>
                  <a:lnTo>
                    <a:pt x="1556057" y="942797"/>
                  </a:lnTo>
                  <a:lnTo>
                    <a:pt x="1558336" y="955321"/>
                  </a:lnTo>
                  <a:lnTo>
                    <a:pt x="1560615" y="968315"/>
                  </a:lnTo>
                  <a:lnTo>
                    <a:pt x="1562894" y="980626"/>
                  </a:lnTo>
                  <a:lnTo>
                    <a:pt x="1565173" y="992230"/>
                  </a:lnTo>
                  <a:lnTo>
                    <a:pt x="1567451" y="1004108"/>
                  </a:lnTo>
                  <a:lnTo>
                    <a:pt x="1569730" y="1014174"/>
                  </a:lnTo>
                  <a:lnTo>
                    <a:pt x="1572009" y="1026054"/>
                  </a:lnTo>
                  <a:lnTo>
                    <a:pt x="1574288" y="1039028"/>
                  </a:lnTo>
                  <a:lnTo>
                    <a:pt x="1576567" y="1054303"/>
                  </a:lnTo>
                  <a:lnTo>
                    <a:pt x="1578846" y="1074603"/>
                  </a:lnTo>
                  <a:lnTo>
                    <a:pt x="1581125" y="1094904"/>
                  </a:lnTo>
                  <a:lnTo>
                    <a:pt x="1583404" y="1113111"/>
                  </a:lnTo>
                  <a:lnTo>
                    <a:pt x="1585683" y="1128419"/>
                  </a:lnTo>
                  <a:lnTo>
                    <a:pt x="1587962" y="1144821"/>
                  </a:lnTo>
                  <a:lnTo>
                    <a:pt x="1590241" y="1160032"/>
                  </a:lnTo>
                  <a:lnTo>
                    <a:pt x="1592520" y="1170853"/>
                  </a:lnTo>
                  <a:lnTo>
                    <a:pt x="1594799" y="1179579"/>
                  </a:lnTo>
                  <a:lnTo>
                    <a:pt x="1597078" y="1186427"/>
                  </a:lnTo>
                  <a:lnTo>
                    <a:pt x="1599357" y="1193581"/>
                  </a:lnTo>
                  <a:lnTo>
                    <a:pt x="1601636" y="1201120"/>
                  </a:lnTo>
                  <a:lnTo>
                    <a:pt x="1603915" y="1205724"/>
                  </a:lnTo>
                  <a:lnTo>
                    <a:pt x="1606194" y="1212787"/>
                  </a:lnTo>
                  <a:lnTo>
                    <a:pt x="1608473" y="1218440"/>
                  </a:lnTo>
                  <a:lnTo>
                    <a:pt x="1610752" y="1225264"/>
                  </a:lnTo>
                  <a:lnTo>
                    <a:pt x="1613031" y="1233355"/>
                  </a:lnTo>
                  <a:lnTo>
                    <a:pt x="1615310" y="1241849"/>
                  </a:lnTo>
                  <a:lnTo>
                    <a:pt x="1617589" y="1250116"/>
                  </a:lnTo>
                  <a:lnTo>
                    <a:pt x="1619868" y="1256215"/>
                  </a:lnTo>
                  <a:lnTo>
                    <a:pt x="1622147" y="1260943"/>
                  </a:lnTo>
                  <a:lnTo>
                    <a:pt x="1624426" y="1265979"/>
                  </a:lnTo>
                  <a:lnTo>
                    <a:pt x="1626705" y="1271885"/>
                  </a:lnTo>
                  <a:lnTo>
                    <a:pt x="1628984" y="1277704"/>
                  </a:lnTo>
                  <a:lnTo>
                    <a:pt x="1631263" y="1285357"/>
                  </a:lnTo>
                  <a:lnTo>
                    <a:pt x="1633542" y="1289557"/>
                  </a:lnTo>
                  <a:lnTo>
                    <a:pt x="1635820" y="1290588"/>
                  </a:lnTo>
                  <a:lnTo>
                    <a:pt x="1638099" y="1293481"/>
                  </a:lnTo>
                  <a:lnTo>
                    <a:pt x="1640378" y="1290564"/>
                  </a:lnTo>
                  <a:lnTo>
                    <a:pt x="1642657" y="1288720"/>
                  </a:lnTo>
                  <a:lnTo>
                    <a:pt x="1644936" y="1284907"/>
                  </a:lnTo>
                  <a:lnTo>
                    <a:pt x="1647215" y="1279951"/>
                  </a:lnTo>
                  <a:lnTo>
                    <a:pt x="1649494" y="1272645"/>
                  </a:lnTo>
                  <a:lnTo>
                    <a:pt x="1651773" y="1266376"/>
                  </a:lnTo>
                  <a:lnTo>
                    <a:pt x="1654052" y="1259692"/>
                  </a:lnTo>
                  <a:lnTo>
                    <a:pt x="1656331" y="1249765"/>
                  </a:lnTo>
                  <a:lnTo>
                    <a:pt x="1658610" y="1239591"/>
                  </a:lnTo>
                  <a:lnTo>
                    <a:pt x="1660889" y="1230323"/>
                  </a:lnTo>
                  <a:lnTo>
                    <a:pt x="1663168" y="1222288"/>
                  </a:lnTo>
                  <a:lnTo>
                    <a:pt x="1665447" y="1210564"/>
                  </a:lnTo>
                  <a:lnTo>
                    <a:pt x="1667726" y="1197355"/>
                  </a:lnTo>
                  <a:lnTo>
                    <a:pt x="1670005" y="1187205"/>
                  </a:lnTo>
                  <a:lnTo>
                    <a:pt x="1672284" y="1174503"/>
                  </a:lnTo>
                  <a:lnTo>
                    <a:pt x="1674563" y="1161801"/>
                  </a:lnTo>
                  <a:lnTo>
                    <a:pt x="1676842" y="1148417"/>
                  </a:lnTo>
                  <a:lnTo>
                    <a:pt x="1679121" y="1135715"/>
                  </a:lnTo>
                  <a:lnTo>
                    <a:pt x="1681400" y="1123013"/>
                  </a:lnTo>
                  <a:lnTo>
                    <a:pt x="1683679" y="1108168"/>
                  </a:lnTo>
                  <a:lnTo>
                    <a:pt x="1685958" y="1091980"/>
                  </a:lnTo>
                  <a:lnTo>
                    <a:pt x="1688237" y="1076243"/>
                  </a:lnTo>
                  <a:lnTo>
                    <a:pt x="1690516" y="1064040"/>
                  </a:lnTo>
                  <a:lnTo>
                    <a:pt x="1692795" y="1050116"/>
                  </a:lnTo>
                  <a:lnTo>
                    <a:pt x="1695074" y="1032820"/>
                  </a:lnTo>
                  <a:lnTo>
                    <a:pt x="1697353" y="1015524"/>
                  </a:lnTo>
                  <a:lnTo>
                    <a:pt x="1699632" y="999449"/>
                  </a:lnTo>
                  <a:lnTo>
                    <a:pt x="1701910" y="980532"/>
                  </a:lnTo>
                  <a:lnTo>
                    <a:pt x="1704189" y="959208"/>
                  </a:lnTo>
                  <a:lnTo>
                    <a:pt x="1706468" y="938069"/>
                  </a:lnTo>
                  <a:lnTo>
                    <a:pt x="1708747" y="918827"/>
                  </a:lnTo>
                  <a:lnTo>
                    <a:pt x="1711026" y="902097"/>
                  </a:lnTo>
                  <a:lnTo>
                    <a:pt x="1713305" y="886100"/>
                  </a:lnTo>
                  <a:lnTo>
                    <a:pt x="1715584" y="870478"/>
                  </a:lnTo>
                  <a:lnTo>
                    <a:pt x="1717863" y="857705"/>
                  </a:lnTo>
                  <a:lnTo>
                    <a:pt x="1720142" y="851921"/>
                  </a:lnTo>
                  <a:lnTo>
                    <a:pt x="1722421" y="847007"/>
                  </a:lnTo>
                  <a:lnTo>
                    <a:pt x="1724700" y="839517"/>
                  </a:lnTo>
                  <a:lnTo>
                    <a:pt x="1726979" y="830818"/>
                  </a:lnTo>
                  <a:lnTo>
                    <a:pt x="1729258" y="821058"/>
                  </a:lnTo>
                  <a:lnTo>
                    <a:pt x="1731537" y="811612"/>
                  </a:lnTo>
                  <a:lnTo>
                    <a:pt x="1733816" y="802477"/>
                  </a:lnTo>
                  <a:lnTo>
                    <a:pt x="1736095" y="795273"/>
                  </a:lnTo>
                  <a:lnTo>
                    <a:pt x="1738374" y="785184"/>
                  </a:lnTo>
                  <a:lnTo>
                    <a:pt x="1740653" y="773521"/>
                  </a:lnTo>
                  <a:lnTo>
                    <a:pt x="1742932" y="760018"/>
                  </a:lnTo>
                  <a:lnTo>
                    <a:pt x="1745211" y="746111"/>
                  </a:lnTo>
                  <a:lnTo>
                    <a:pt x="1747490" y="732889"/>
                  </a:lnTo>
                  <a:lnTo>
                    <a:pt x="1749769" y="722244"/>
                  </a:lnTo>
                  <a:lnTo>
                    <a:pt x="1752048" y="712820"/>
                  </a:lnTo>
                  <a:lnTo>
                    <a:pt x="1754327" y="700107"/>
                  </a:lnTo>
                  <a:lnTo>
                    <a:pt x="1756606" y="688534"/>
                  </a:lnTo>
                  <a:lnTo>
                    <a:pt x="1758885" y="677092"/>
                  </a:lnTo>
                  <a:lnTo>
                    <a:pt x="1761164" y="666346"/>
                  </a:lnTo>
                  <a:lnTo>
                    <a:pt x="1763443" y="654047"/>
                  </a:lnTo>
                  <a:lnTo>
                    <a:pt x="1765722" y="640666"/>
                  </a:lnTo>
                  <a:lnTo>
                    <a:pt x="1768000" y="622503"/>
                  </a:lnTo>
                  <a:lnTo>
                    <a:pt x="1770279" y="602718"/>
                  </a:lnTo>
                  <a:lnTo>
                    <a:pt x="1772558" y="584278"/>
                  </a:lnTo>
                  <a:lnTo>
                    <a:pt x="1774837" y="565687"/>
                  </a:lnTo>
                  <a:lnTo>
                    <a:pt x="1777116" y="545736"/>
                  </a:lnTo>
                  <a:lnTo>
                    <a:pt x="1779395" y="524625"/>
                  </a:lnTo>
                  <a:lnTo>
                    <a:pt x="1781674" y="504575"/>
                  </a:lnTo>
                  <a:lnTo>
                    <a:pt x="1783953" y="483215"/>
                  </a:lnTo>
                  <a:lnTo>
                    <a:pt x="1786232" y="456939"/>
                  </a:lnTo>
                  <a:lnTo>
                    <a:pt x="1788511" y="430591"/>
                  </a:lnTo>
                  <a:lnTo>
                    <a:pt x="1790790" y="403815"/>
                  </a:lnTo>
                  <a:lnTo>
                    <a:pt x="1793069" y="376829"/>
                  </a:lnTo>
                  <a:lnTo>
                    <a:pt x="1795348" y="348987"/>
                  </a:lnTo>
                  <a:lnTo>
                    <a:pt x="1797627" y="321640"/>
                  </a:lnTo>
                  <a:lnTo>
                    <a:pt x="1799906" y="296952"/>
                  </a:lnTo>
                  <a:lnTo>
                    <a:pt x="1802185" y="276382"/>
                  </a:lnTo>
                  <a:lnTo>
                    <a:pt x="1804464" y="256964"/>
                  </a:lnTo>
                  <a:lnTo>
                    <a:pt x="1806743" y="235210"/>
                  </a:lnTo>
                  <a:lnTo>
                    <a:pt x="1809022" y="214064"/>
                  </a:lnTo>
                  <a:lnTo>
                    <a:pt x="1811301" y="193305"/>
                  </a:lnTo>
                  <a:lnTo>
                    <a:pt x="1813580" y="172653"/>
                  </a:lnTo>
                  <a:lnTo>
                    <a:pt x="1815859" y="150852"/>
                  </a:lnTo>
                  <a:lnTo>
                    <a:pt x="1818138" y="129568"/>
                  </a:lnTo>
                  <a:lnTo>
                    <a:pt x="1820417" y="109578"/>
                  </a:lnTo>
                  <a:lnTo>
                    <a:pt x="1822696" y="94230"/>
                  </a:lnTo>
                  <a:lnTo>
                    <a:pt x="1824975" y="83652"/>
                  </a:lnTo>
                  <a:lnTo>
                    <a:pt x="1827254" y="74495"/>
                  </a:lnTo>
                  <a:lnTo>
                    <a:pt x="1829533" y="67897"/>
                  </a:lnTo>
                  <a:lnTo>
                    <a:pt x="1831812" y="60603"/>
                  </a:lnTo>
                  <a:lnTo>
                    <a:pt x="1834091" y="52731"/>
                  </a:lnTo>
                  <a:lnTo>
                    <a:pt x="1836369" y="42451"/>
                  </a:lnTo>
                  <a:lnTo>
                    <a:pt x="1838648" y="30895"/>
                  </a:lnTo>
                  <a:lnTo>
                    <a:pt x="1840927" y="22862"/>
                  </a:lnTo>
                  <a:lnTo>
                    <a:pt x="1843206" y="16366"/>
                  </a:lnTo>
                  <a:lnTo>
                    <a:pt x="1845485" y="11435"/>
                  </a:lnTo>
                  <a:lnTo>
                    <a:pt x="1847764" y="5921"/>
                  </a:lnTo>
                  <a:lnTo>
                    <a:pt x="1850043" y="2387"/>
                  </a:lnTo>
                  <a:lnTo>
                    <a:pt x="1852322" y="0"/>
                  </a:lnTo>
                  <a:lnTo>
                    <a:pt x="1854601" y="2766"/>
                  </a:lnTo>
                  <a:lnTo>
                    <a:pt x="1856880" y="5154"/>
                  </a:lnTo>
                  <a:lnTo>
                    <a:pt x="1859159" y="5179"/>
                  </a:lnTo>
                  <a:lnTo>
                    <a:pt x="1861438" y="3531"/>
                  </a:lnTo>
                  <a:lnTo>
                    <a:pt x="1863717" y="1209"/>
                  </a:lnTo>
                  <a:lnTo>
                    <a:pt x="1865996" y="1864"/>
                  </a:lnTo>
                  <a:lnTo>
                    <a:pt x="1868275" y="3630"/>
                  </a:lnTo>
                  <a:lnTo>
                    <a:pt x="1870554" y="6482"/>
                  </a:lnTo>
                  <a:lnTo>
                    <a:pt x="1872833" y="12254"/>
                  </a:lnTo>
                  <a:lnTo>
                    <a:pt x="1875112" y="17925"/>
                  </a:lnTo>
                  <a:lnTo>
                    <a:pt x="1877391" y="23179"/>
                  </a:lnTo>
                  <a:lnTo>
                    <a:pt x="1879670" y="30119"/>
                  </a:lnTo>
                  <a:lnTo>
                    <a:pt x="1881949" y="39859"/>
                  </a:lnTo>
                  <a:lnTo>
                    <a:pt x="1884228" y="50734"/>
                  </a:lnTo>
                  <a:lnTo>
                    <a:pt x="1886507" y="65140"/>
                  </a:lnTo>
                  <a:lnTo>
                    <a:pt x="1888786" y="78658"/>
                  </a:lnTo>
                  <a:lnTo>
                    <a:pt x="1891065" y="91088"/>
                  </a:lnTo>
                  <a:lnTo>
                    <a:pt x="1893344" y="106567"/>
                  </a:lnTo>
                  <a:lnTo>
                    <a:pt x="1895623" y="124124"/>
                  </a:lnTo>
                  <a:lnTo>
                    <a:pt x="1897902" y="142872"/>
                  </a:lnTo>
                  <a:lnTo>
                    <a:pt x="1900181" y="162851"/>
                  </a:lnTo>
                  <a:lnTo>
                    <a:pt x="1902459" y="184235"/>
                  </a:lnTo>
                  <a:lnTo>
                    <a:pt x="1904738" y="205094"/>
                  </a:lnTo>
                  <a:lnTo>
                    <a:pt x="1907017" y="224109"/>
                  </a:lnTo>
                  <a:lnTo>
                    <a:pt x="1909296" y="242500"/>
                  </a:lnTo>
                  <a:lnTo>
                    <a:pt x="1911575" y="262274"/>
                  </a:lnTo>
                  <a:lnTo>
                    <a:pt x="1913854" y="279863"/>
                  </a:lnTo>
                  <a:lnTo>
                    <a:pt x="1916133" y="297382"/>
                  </a:lnTo>
                  <a:lnTo>
                    <a:pt x="1918412" y="313913"/>
                  </a:lnTo>
                  <a:lnTo>
                    <a:pt x="1920691" y="325315"/>
                  </a:lnTo>
                  <a:lnTo>
                    <a:pt x="1922970" y="335878"/>
                  </a:lnTo>
                  <a:lnTo>
                    <a:pt x="1925249" y="346917"/>
                  </a:lnTo>
                  <a:lnTo>
                    <a:pt x="1927528" y="356438"/>
                  </a:lnTo>
                  <a:lnTo>
                    <a:pt x="1929807" y="367229"/>
                  </a:lnTo>
                  <a:lnTo>
                    <a:pt x="1932086" y="379170"/>
                  </a:lnTo>
                  <a:lnTo>
                    <a:pt x="1934365" y="391813"/>
                  </a:lnTo>
                  <a:lnTo>
                    <a:pt x="1936644" y="402119"/>
                  </a:lnTo>
                  <a:lnTo>
                    <a:pt x="1938923" y="410080"/>
                  </a:lnTo>
                  <a:lnTo>
                    <a:pt x="1941202" y="415306"/>
                  </a:lnTo>
                  <a:lnTo>
                    <a:pt x="1943481" y="420245"/>
                  </a:lnTo>
                  <a:lnTo>
                    <a:pt x="1945760" y="424842"/>
                  </a:lnTo>
                  <a:lnTo>
                    <a:pt x="1948039" y="432135"/>
                  </a:lnTo>
                  <a:lnTo>
                    <a:pt x="1950318" y="438436"/>
                  </a:lnTo>
                  <a:lnTo>
                    <a:pt x="1952597" y="444561"/>
                  </a:lnTo>
                  <a:lnTo>
                    <a:pt x="1954876" y="453765"/>
                  </a:lnTo>
                  <a:lnTo>
                    <a:pt x="1957155" y="463061"/>
                  </a:lnTo>
                  <a:lnTo>
                    <a:pt x="1959434" y="473685"/>
                  </a:lnTo>
                  <a:lnTo>
                    <a:pt x="1961713" y="483571"/>
                  </a:lnTo>
                  <a:lnTo>
                    <a:pt x="1963992" y="490720"/>
                  </a:lnTo>
                  <a:lnTo>
                    <a:pt x="1966271" y="494424"/>
                  </a:lnTo>
                  <a:lnTo>
                    <a:pt x="1968550" y="496611"/>
                  </a:lnTo>
                  <a:lnTo>
                    <a:pt x="1970828" y="498699"/>
                  </a:lnTo>
                  <a:lnTo>
                    <a:pt x="1973107" y="501931"/>
                  </a:lnTo>
                  <a:lnTo>
                    <a:pt x="1975386" y="510068"/>
                  </a:lnTo>
                  <a:lnTo>
                    <a:pt x="1977665" y="519063"/>
                  </a:lnTo>
                  <a:lnTo>
                    <a:pt x="1979944" y="527298"/>
                  </a:lnTo>
                  <a:lnTo>
                    <a:pt x="1982223" y="532855"/>
                  </a:lnTo>
                  <a:lnTo>
                    <a:pt x="1984502" y="536865"/>
                  </a:lnTo>
                  <a:lnTo>
                    <a:pt x="1986781" y="540876"/>
                  </a:lnTo>
                  <a:lnTo>
                    <a:pt x="1989060" y="544998"/>
                  </a:lnTo>
                  <a:lnTo>
                    <a:pt x="1991339" y="550554"/>
                  </a:lnTo>
                  <a:lnTo>
                    <a:pt x="1993618" y="554098"/>
                  </a:lnTo>
                  <a:lnTo>
                    <a:pt x="1995897" y="556089"/>
                  </a:lnTo>
                  <a:lnTo>
                    <a:pt x="1998176" y="557637"/>
                  </a:lnTo>
                  <a:lnTo>
                    <a:pt x="2000455" y="563275"/>
                  </a:lnTo>
                  <a:lnTo>
                    <a:pt x="2002734" y="568406"/>
                  </a:lnTo>
                  <a:lnTo>
                    <a:pt x="2005013" y="573645"/>
                  </a:lnTo>
                  <a:lnTo>
                    <a:pt x="2007292" y="581848"/>
                  </a:lnTo>
                  <a:lnTo>
                    <a:pt x="2009571" y="589237"/>
                  </a:lnTo>
                  <a:lnTo>
                    <a:pt x="2011850" y="592640"/>
                  </a:lnTo>
                  <a:lnTo>
                    <a:pt x="2014129" y="595208"/>
                  </a:lnTo>
                  <a:lnTo>
                    <a:pt x="2016408" y="596656"/>
                  </a:lnTo>
                  <a:lnTo>
                    <a:pt x="2018687" y="598929"/>
                  </a:lnTo>
                  <a:lnTo>
                    <a:pt x="2020966" y="603467"/>
                  </a:lnTo>
                  <a:lnTo>
                    <a:pt x="2023245" y="610274"/>
                  </a:lnTo>
                  <a:lnTo>
                    <a:pt x="2025524" y="616757"/>
                  </a:lnTo>
                  <a:lnTo>
                    <a:pt x="2027803" y="624978"/>
                  </a:lnTo>
                  <a:lnTo>
                    <a:pt x="2030082" y="637659"/>
                  </a:lnTo>
                  <a:lnTo>
                    <a:pt x="2032361" y="653944"/>
                  </a:lnTo>
                  <a:lnTo>
                    <a:pt x="2034640" y="666330"/>
                  </a:lnTo>
                  <a:lnTo>
                    <a:pt x="2036918" y="678202"/>
                  </a:lnTo>
                  <a:lnTo>
                    <a:pt x="2039197" y="690216"/>
                  </a:lnTo>
                  <a:lnTo>
                    <a:pt x="2041476" y="700352"/>
                  </a:lnTo>
                  <a:lnTo>
                    <a:pt x="2043755" y="710320"/>
                  </a:lnTo>
                  <a:lnTo>
                    <a:pt x="2046034" y="722524"/>
                  </a:lnTo>
                  <a:lnTo>
                    <a:pt x="2048313" y="735572"/>
                  </a:lnTo>
                  <a:lnTo>
                    <a:pt x="2050592" y="749544"/>
                  </a:lnTo>
                  <a:lnTo>
                    <a:pt x="2052871" y="765594"/>
                  </a:lnTo>
                  <a:lnTo>
                    <a:pt x="2055150" y="780996"/>
                  </a:lnTo>
                  <a:lnTo>
                    <a:pt x="2057429" y="796853"/>
                  </a:lnTo>
                  <a:lnTo>
                    <a:pt x="2059708" y="811162"/>
                  </a:lnTo>
                  <a:lnTo>
                    <a:pt x="2061987" y="824399"/>
                  </a:lnTo>
                  <a:lnTo>
                    <a:pt x="2064266" y="835932"/>
                  </a:lnTo>
                  <a:lnTo>
                    <a:pt x="2066545" y="847019"/>
                  </a:lnTo>
                  <a:lnTo>
                    <a:pt x="2068824" y="859560"/>
                  </a:lnTo>
                  <a:lnTo>
                    <a:pt x="2071103" y="873887"/>
                  </a:lnTo>
                  <a:lnTo>
                    <a:pt x="2073382" y="887468"/>
                  </a:lnTo>
                  <a:lnTo>
                    <a:pt x="2075661" y="899675"/>
                  </a:lnTo>
                  <a:lnTo>
                    <a:pt x="2077940" y="911882"/>
                  </a:lnTo>
                  <a:lnTo>
                    <a:pt x="2080219" y="927760"/>
                  </a:lnTo>
                  <a:lnTo>
                    <a:pt x="2082498" y="945104"/>
                  </a:lnTo>
                  <a:lnTo>
                    <a:pt x="2084777" y="962820"/>
                  </a:lnTo>
                  <a:lnTo>
                    <a:pt x="2087056" y="979218"/>
                  </a:lnTo>
                  <a:lnTo>
                    <a:pt x="2089335" y="996853"/>
                  </a:lnTo>
                  <a:lnTo>
                    <a:pt x="2091614" y="1012461"/>
                  </a:lnTo>
                  <a:lnTo>
                    <a:pt x="2093893" y="1029658"/>
                  </a:lnTo>
                  <a:lnTo>
                    <a:pt x="2096172" y="1048276"/>
                  </a:lnTo>
                  <a:lnTo>
                    <a:pt x="2098451" y="1068233"/>
                  </a:lnTo>
                  <a:lnTo>
                    <a:pt x="2100730" y="1089911"/>
                  </a:lnTo>
                  <a:lnTo>
                    <a:pt x="2103008" y="1111591"/>
                  </a:lnTo>
                  <a:lnTo>
                    <a:pt x="2105287" y="1131810"/>
                  </a:lnTo>
                  <a:lnTo>
                    <a:pt x="2107566" y="1150871"/>
                  </a:lnTo>
                  <a:lnTo>
                    <a:pt x="2109845" y="1172421"/>
                  </a:lnTo>
                  <a:lnTo>
                    <a:pt x="2112124" y="1195282"/>
                  </a:lnTo>
                  <a:lnTo>
                    <a:pt x="2114403" y="1217782"/>
                  </a:lnTo>
                  <a:lnTo>
                    <a:pt x="2116682" y="1238859"/>
                  </a:lnTo>
                  <a:lnTo>
                    <a:pt x="2118961" y="1257723"/>
                  </a:lnTo>
                  <a:lnTo>
                    <a:pt x="2121240" y="1275083"/>
                  </a:lnTo>
                  <a:lnTo>
                    <a:pt x="2123519" y="1291650"/>
                  </a:lnTo>
                  <a:lnTo>
                    <a:pt x="2125798" y="1308168"/>
                  </a:lnTo>
                  <a:lnTo>
                    <a:pt x="2128077" y="1328464"/>
                  </a:lnTo>
                  <a:lnTo>
                    <a:pt x="2130356" y="1348405"/>
                  </a:lnTo>
                  <a:lnTo>
                    <a:pt x="2132635" y="1368942"/>
                  </a:lnTo>
                  <a:lnTo>
                    <a:pt x="2134914" y="1386086"/>
                  </a:lnTo>
                  <a:lnTo>
                    <a:pt x="2137193" y="1402457"/>
                  </a:lnTo>
                  <a:lnTo>
                    <a:pt x="2139472" y="1418828"/>
                  </a:lnTo>
                  <a:lnTo>
                    <a:pt x="2141751" y="1436358"/>
                  </a:lnTo>
                  <a:lnTo>
                    <a:pt x="2144030" y="1454399"/>
                  </a:lnTo>
                  <a:lnTo>
                    <a:pt x="2146309" y="1468335"/>
                  </a:lnTo>
                  <a:lnTo>
                    <a:pt x="2148588" y="1477670"/>
                  </a:lnTo>
                  <a:lnTo>
                    <a:pt x="2150867" y="1489117"/>
                  </a:lnTo>
                  <a:lnTo>
                    <a:pt x="2153146" y="1505087"/>
                  </a:lnTo>
                  <a:lnTo>
                    <a:pt x="2155425" y="1524172"/>
                  </a:lnTo>
                  <a:lnTo>
                    <a:pt x="2157704" y="1543357"/>
                  </a:lnTo>
                  <a:lnTo>
                    <a:pt x="2159983" y="1560004"/>
                  </a:lnTo>
                  <a:lnTo>
                    <a:pt x="2162262" y="1572989"/>
                  </a:lnTo>
                  <a:lnTo>
                    <a:pt x="2164541" y="1582580"/>
                  </a:lnTo>
                  <a:lnTo>
                    <a:pt x="2166820" y="1590082"/>
                  </a:lnTo>
                  <a:lnTo>
                    <a:pt x="2169099" y="1597310"/>
                  </a:lnTo>
                  <a:lnTo>
                    <a:pt x="2171377" y="1605599"/>
                  </a:lnTo>
                  <a:lnTo>
                    <a:pt x="2173656" y="1613181"/>
                  </a:lnTo>
                  <a:lnTo>
                    <a:pt x="2175935" y="1620764"/>
                  </a:lnTo>
                  <a:lnTo>
                    <a:pt x="2178214" y="1630419"/>
                  </a:lnTo>
                  <a:lnTo>
                    <a:pt x="2180493" y="1641784"/>
                  </a:lnTo>
                  <a:lnTo>
                    <a:pt x="2182772" y="1652296"/>
                  </a:lnTo>
                  <a:lnTo>
                    <a:pt x="2185051" y="1660757"/>
                  </a:lnTo>
                  <a:lnTo>
                    <a:pt x="2187330" y="1664110"/>
                  </a:lnTo>
                  <a:lnTo>
                    <a:pt x="2189609" y="1667463"/>
                  </a:lnTo>
                  <a:lnTo>
                    <a:pt x="2191888" y="1669261"/>
                  </a:lnTo>
                  <a:lnTo>
                    <a:pt x="2194167" y="1669850"/>
                  </a:lnTo>
                  <a:lnTo>
                    <a:pt x="2196446" y="1669240"/>
                  </a:lnTo>
                  <a:lnTo>
                    <a:pt x="2198725" y="1669325"/>
                  </a:lnTo>
                  <a:lnTo>
                    <a:pt x="2201004" y="1671461"/>
                  </a:lnTo>
                  <a:lnTo>
                    <a:pt x="2203283" y="1673632"/>
                  </a:lnTo>
                  <a:lnTo>
                    <a:pt x="2205562" y="1673957"/>
                  </a:lnTo>
                  <a:lnTo>
                    <a:pt x="2207841" y="1674030"/>
                  </a:lnTo>
                  <a:lnTo>
                    <a:pt x="2210120" y="1671121"/>
                  </a:lnTo>
                  <a:lnTo>
                    <a:pt x="2212399" y="1664812"/>
                  </a:lnTo>
                  <a:lnTo>
                    <a:pt x="2214678" y="1657874"/>
                  </a:lnTo>
                  <a:lnTo>
                    <a:pt x="2216957" y="1649975"/>
                  </a:lnTo>
                  <a:lnTo>
                    <a:pt x="2219236" y="1639830"/>
                  </a:lnTo>
                  <a:lnTo>
                    <a:pt x="2221515" y="1629155"/>
                  </a:lnTo>
                  <a:lnTo>
                    <a:pt x="2223794" y="1618481"/>
                  </a:lnTo>
                  <a:lnTo>
                    <a:pt x="2226073" y="1606819"/>
                  </a:lnTo>
                  <a:lnTo>
                    <a:pt x="2228352" y="1595417"/>
                  </a:lnTo>
                  <a:lnTo>
                    <a:pt x="2230631" y="1582991"/>
                  </a:lnTo>
                  <a:lnTo>
                    <a:pt x="2232910" y="1569106"/>
                  </a:lnTo>
                  <a:lnTo>
                    <a:pt x="2235189" y="1555602"/>
                  </a:lnTo>
                  <a:lnTo>
                    <a:pt x="2237467" y="1543285"/>
                  </a:lnTo>
                  <a:lnTo>
                    <a:pt x="2239746" y="1530283"/>
                  </a:lnTo>
                  <a:lnTo>
                    <a:pt x="2242025" y="1516023"/>
                  </a:lnTo>
                  <a:lnTo>
                    <a:pt x="2244304" y="1501909"/>
                  </a:lnTo>
                  <a:lnTo>
                    <a:pt x="2246583" y="1488185"/>
                  </a:lnTo>
                  <a:lnTo>
                    <a:pt x="2248862" y="1472717"/>
                  </a:lnTo>
                  <a:lnTo>
                    <a:pt x="2251141" y="1455643"/>
                  </a:lnTo>
                  <a:lnTo>
                    <a:pt x="2253420" y="1440350"/>
                  </a:lnTo>
                  <a:lnTo>
                    <a:pt x="2255699" y="1425804"/>
                  </a:lnTo>
                  <a:lnTo>
                    <a:pt x="2257978" y="1411258"/>
                  </a:lnTo>
                  <a:lnTo>
                    <a:pt x="2260257" y="1395393"/>
                  </a:lnTo>
                  <a:lnTo>
                    <a:pt x="2262536" y="1381890"/>
                  </a:lnTo>
                  <a:lnTo>
                    <a:pt x="2264815" y="1367538"/>
                  </a:lnTo>
                  <a:lnTo>
                    <a:pt x="2267094" y="1355426"/>
                  </a:lnTo>
                  <a:lnTo>
                    <a:pt x="2269373" y="1340174"/>
                  </a:lnTo>
                  <a:lnTo>
                    <a:pt x="2271652" y="1321090"/>
                  </a:lnTo>
                  <a:lnTo>
                    <a:pt x="2273931" y="1302772"/>
                  </a:lnTo>
                  <a:lnTo>
                    <a:pt x="2276210" y="1285152"/>
                  </a:lnTo>
                  <a:lnTo>
                    <a:pt x="2278489" y="1266819"/>
                  </a:lnTo>
                  <a:lnTo>
                    <a:pt x="2280768" y="1249682"/>
                  </a:lnTo>
                  <a:lnTo>
                    <a:pt x="2283047" y="1234266"/>
                  </a:lnTo>
                  <a:lnTo>
                    <a:pt x="2285326" y="1223632"/>
                  </a:lnTo>
                  <a:lnTo>
                    <a:pt x="2287605" y="1213257"/>
                  </a:lnTo>
                  <a:lnTo>
                    <a:pt x="2289884" y="1203191"/>
                  </a:lnTo>
                  <a:lnTo>
                    <a:pt x="2292163" y="1193126"/>
                  </a:lnTo>
                  <a:lnTo>
                    <a:pt x="2294442" y="1180988"/>
                  </a:lnTo>
                  <a:lnTo>
                    <a:pt x="2296721" y="1167140"/>
                  </a:lnTo>
                  <a:lnTo>
                    <a:pt x="2299000" y="1156944"/>
                  </a:lnTo>
                  <a:lnTo>
                    <a:pt x="2301279" y="1146151"/>
                  </a:lnTo>
                  <a:lnTo>
                    <a:pt x="2303558" y="1138783"/>
                  </a:lnTo>
                  <a:lnTo>
                    <a:pt x="2305836" y="1132283"/>
                  </a:lnTo>
                  <a:lnTo>
                    <a:pt x="2308115" y="1126568"/>
                  </a:lnTo>
                  <a:lnTo>
                    <a:pt x="2310394" y="1124548"/>
                  </a:lnTo>
                  <a:lnTo>
                    <a:pt x="2312673" y="1124877"/>
                  </a:lnTo>
                  <a:lnTo>
                    <a:pt x="2314952" y="1126807"/>
                  </a:lnTo>
                  <a:lnTo>
                    <a:pt x="2317231" y="1128022"/>
                  </a:lnTo>
                  <a:lnTo>
                    <a:pt x="2319510" y="1127993"/>
                  </a:lnTo>
                  <a:lnTo>
                    <a:pt x="2321789" y="1127669"/>
                  </a:lnTo>
                  <a:lnTo>
                    <a:pt x="2324068" y="1127596"/>
                  </a:lnTo>
                  <a:lnTo>
                    <a:pt x="2326347" y="1130224"/>
                  </a:lnTo>
                  <a:lnTo>
                    <a:pt x="2328626" y="1132809"/>
                  </a:lnTo>
                  <a:lnTo>
                    <a:pt x="2330905" y="1134832"/>
                  </a:lnTo>
                  <a:lnTo>
                    <a:pt x="2333184" y="1137251"/>
                  </a:lnTo>
                  <a:lnTo>
                    <a:pt x="2335463" y="1141917"/>
                  </a:lnTo>
                  <a:lnTo>
                    <a:pt x="2337742" y="1147111"/>
                  </a:lnTo>
                  <a:lnTo>
                    <a:pt x="2340021" y="1152307"/>
                  </a:lnTo>
                  <a:lnTo>
                    <a:pt x="2342300" y="1158490"/>
                  </a:lnTo>
                  <a:lnTo>
                    <a:pt x="2344579" y="1163923"/>
                  </a:lnTo>
                  <a:lnTo>
                    <a:pt x="2346858" y="1170380"/>
                  </a:lnTo>
                  <a:lnTo>
                    <a:pt x="2349137" y="1177962"/>
                  </a:lnTo>
                  <a:lnTo>
                    <a:pt x="2351416" y="1181108"/>
                  </a:lnTo>
                  <a:lnTo>
                    <a:pt x="2353695" y="1183591"/>
                  </a:lnTo>
                  <a:lnTo>
                    <a:pt x="2355974" y="1185557"/>
                  </a:lnTo>
                  <a:lnTo>
                    <a:pt x="2358253" y="1185557"/>
                  </a:lnTo>
                  <a:lnTo>
                    <a:pt x="2360532" y="1183464"/>
                  </a:lnTo>
                  <a:lnTo>
                    <a:pt x="2362811" y="1182691"/>
                  </a:lnTo>
                  <a:lnTo>
                    <a:pt x="2365090" y="1183226"/>
                  </a:lnTo>
                  <a:lnTo>
                    <a:pt x="2367369" y="1187466"/>
                  </a:lnTo>
                  <a:lnTo>
                    <a:pt x="2369648" y="1188161"/>
                  </a:lnTo>
                  <a:lnTo>
                    <a:pt x="2371926" y="1187390"/>
                  </a:lnTo>
                  <a:lnTo>
                    <a:pt x="2374205" y="1186620"/>
                  </a:lnTo>
                  <a:lnTo>
                    <a:pt x="2376484" y="1184390"/>
                  </a:lnTo>
                  <a:lnTo>
                    <a:pt x="2378763" y="1181137"/>
                  </a:lnTo>
                  <a:lnTo>
                    <a:pt x="2381042" y="1179282"/>
                  </a:lnTo>
                  <a:lnTo>
                    <a:pt x="2383321" y="1175422"/>
                  </a:lnTo>
                  <a:lnTo>
                    <a:pt x="2385600" y="1177625"/>
                  </a:lnTo>
                  <a:lnTo>
                    <a:pt x="2387879" y="1181271"/>
                  </a:lnTo>
                  <a:lnTo>
                    <a:pt x="2390158" y="1185043"/>
                  </a:lnTo>
                  <a:lnTo>
                    <a:pt x="2392437" y="1192849"/>
                  </a:lnTo>
                  <a:lnTo>
                    <a:pt x="2394716" y="1201906"/>
                  </a:lnTo>
                  <a:lnTo>
                    <a:pt x="2396995" y="1212317"/>
                  </a:lnTo>
                  <a:lnTo>
                    <a:pt x="2399274" y="1223096"/>
                  </a:lnTo>
                  <a:lnTo>
                    <a:pt x="2401553" y="1230660"/>
                  </a:lnTo>
                  <a:lnTo>
                    <a:pt x="2403832" y="1237559"/>
                  </a:lnTo>
                  <a:lnTo>
                    <a:pt x="2406111" y="1241222"/>
                  </a:lnTo>
                  <a:lnTo>
                    <a:pt x="2408390" y="1239299"/>
                  </a:lnTo>
                  <a:lnTo>
                    <a:pt x="2410669" y="1237053"/>
                  </a:lnTo>
                  <a:lnTo>
                    <a:pt x="2412948" y="1234700"/>
                  </a:lnTo>
                  <a:lnTo>
                    <a:pt x="2415227" y="1228051"/>
                  </a:lnTo>
                  <a:lnTo>
                    <a:pt x="2417506" y="1221999"/>
                  </a:lnTo>
                  <a:lnTo>
                    <a:pt x="2419785" y="1214039"/>
                  </a:lnTo>
                  <a:lnTo>
                    <a:pt x="2422064" y="1202486"/>
                  </a:lnTo>
                  <a:lnTo>
                    <a:pt x="2424343" y="1185991"/>
                  </a:lnTo>
                  <a:lnTo>
                    <a:pt x="2426622" y="1166007"/>
                  </a:lnTo>
                  <a:lnTo>
                    <a:pt x="2428901" y="1144478"/>
                  </a:lnTo>
                  <a:lnTo>
                    <a:pt x="2431180" y="1120651"/>
                  </a:lnTo>
                  <a:lnTo>
                    <a:pt x="2433459" y="1095049"/>
                  </a:lnTo>
                  <a:lnTo>
                    <a:pt x="2435738" y="1066086"/>
                  </a:lnTo>
                  <a:lnTo>
                    <a:pt x="2438017" y="1036088"/>
                  </a:lnTo>
                  <a:lnTo>
                    <a:pt x="2440295" y="1007746"/>
                  </a:lnTo>
                  <a:lnTo>
                    <a:pt x="2442574" y="980739"/>
                  </a:lnTo>
                  <a:lnTo>
                    <a:pt x="2444853" y="956458"/>
                  </a:lnTo>
                  <a:lnTo>
                    <a:pt x="2447132" y="933270"/>
                  </a:lnTo>
                  <a:lnTo>
                    <a:pt x="2449411" y="911034"/>
                  </a:lnTo>
                  <a:lnTo>
                    <a:pt x="2451690" y="886634"/>
                  </a:lnTo>
                  <a:lnTo>
                    <a:pt x="2453969" y="861883"/>
                  </a:lnTo>
                  <a:lnTo>
                    <a:pt x="2456248" y="837132"/>
                  </a:lnTo>
                  <a:lnTo>
                    <a:pt x="2458527" y="816853"/>
                  </a:lnTo>
                  <a:lnTo>
                    <a:pt x="2460806" y="796992"/>
                  </a:lnTo>
                  <a:lnTo>
                    <a:pt x="2463085" y="776853"/>
                  </a:lnTo>
                  <a:lnTo>
                    <a:pt x="2465364" y="756432"/>
                  </a:lnTo>
                  <a:lnTo>
                    <a:pt x="2467643" y="740520"/>
                  </a:lnTo>
                  <a:lnTo>
                    <a:pt x="2469922" y="727672"/>
                  </a:lnTo>
                  <a:lnTo>
                    <a:pt x="2472201" y="717603"/>
                  </a:lnTo>
                  <a:lnTo>
                    <a:pt x="2474480" y="708538"/>
                  </a:lnTo>
                  <a:lnTo>
                    <a:pt x="2476759" y="701014"/>
                  </a:lnTo>
                  <a:lnTo>
                    <a:pt x="2479038" y="691864"/>
                  </a:lnTo>
                  <a:lnTo>
                    <a:pt x="2481317" y="681941"/>
                  </a:lnTo>
                  <a:lnTo>
                    <a:pt x="2483596" y="668578"/>
                  </a:lnTo>
                  <a:lnTo>
                    <a:pt x="2485875" y="653789"/>
                  </a:lnTo>
                  <a:lnTo>
                    <a:pt x="2488154" y="638062"/>
                  </a:lnTo>
                  <a:lnTo>
                    <a:pt x="2490433" y="622875"/>
                  </a:lnTo>
                  <a:lnTo>
                    <a:pt x="2492712" y="606540"/>
                  </a:lnTo>
                  <a:lnTo>
                    <a:pt x="2494991" y="590681"/>
                  </a:lnTo>
                  <a:lnTo>
                    <a:pt x="2497270" y="570098"/>
                  </a:lnTo>
                  <a:lnTo>
                    <a:pt x="2499549" y="548696"/>
                  </a:lnTo>
                  <a:lnTo>
                    <a:pt x="2501828" y="523730"/>
                  </a:lnTo>
                  <a:lnTo>
                    <a:pt x="2504107" y="498087"/>
                  </a:lnTo>
                  <a:lnTo>
                    <a:pt x="2506385" y="470829"/>
                  </a:lnTo>
                  <a:lnTo>
                    <a:pt x="2508664" y="439412"/>
                  </a:lnTo>
                  <a:lnTo>
                    <a:pt x="2510943" y="406679"/>
                  </a:lnTo>
                  <a:lnTo>
                    <a:pt x="2513222" y="372693"/>
                  </a:lnTo>
                  <a:lnTo>
                    <a:pt x="2515501" y="337714"/>
                  </a:lnTo>
                  <a:lnTo>
                    <a:pt x="2517780" y="303125"/>
                  </a:lnTo>
                  <a:lnTo>
                    <a:pt x="2520059" y="272553"/>
                  </a:lnTo>
                  <a:lnTo>
                    <a:pt x="2522338" y="247190"/>
                  </a:lnTo>
                  <a:lnTo>
                    <a:pt x="2524617" y="228269"/>
                  </a:lnTo>
                  <a:lnTo>
                    <a:pt x="2526896" y="210717"/>
                  </a:lnTo>
                  <a:lnTo>
                    <a:pt x="2529175" y="193706"/>
                  </a:lnTo>
                  <a:lnTo>
                    <a:pt x="2531454" y="184213"/>
                  </a:lnTo>
                  <a:lnTo>
                    <a:pt x="2533733" y="176217"/>
                  </a:lnTo>
                  <a:lnTo>
                    <a:pt x="2536012" y="168222"/>
                  </a:lnTo>
                  <a:lnTo>
                    <a:pt x="2538291" y="164083"/>
                  </a:lnTo>
                  <a:lnTo>
                    <a:pt x="2540570" y="166890"/>
                  </a:lnTo>
                  <a:lnTo>
                    <a:pt x="2542849" y="173964"/>
                  </a:lnTo>
                  <a:lnTo>
                    <a:pt x="2545128" y="183306"/>
                  </a:lnTo>
                  <a:lnTo>
                    <a:pt x="2547407" y="194457"/>
                  </a:lnTo>
                  <a:lnTo>
                    <a:pt x="2549686" y="208618"/>
                  </a:lnTo>
                  <a:lnTo>
                    <a:pt x="2551965" y="230220"/>
                  </a:lnTo>
                  <a:lnTo>
                    <a:pt x="2554244" y="248580"/>
                  </a:lnTo>
                  <a:lnTo>
                    <a:pt x="2556523" y="260967"/>
                  </a:lnTo>
                  <a:lnTo>
                    <a:pt x="2558802" y="270209"/>
                  </a:lnTo>
                  <a:lnTo>
                    <a:pt x="2561081" y="276225"/>
                  </a:lnTo>
                  <a:lnTo>
                    <a:pt x="2563360" y="281867"/>
                  </a:lnTo>
                  <a:lnTo>
                    <a:pt x="2565639" y="286216"/>
                  </a:lnTo>
                  <a:lnTo>
                    <a:pt x="2567918" y="293181"/>
                  </a:lnTo>
                  <a:lnTo>
                    <a:pt x="2570197" y="300498"/>
                  </a:lnTo>
                  <a:lnTo>
                    <a:pt x="2572475" y="304721"/>
                  </a:lnTo>
                  <a:lnTo>
                    <a:pt x="2574754" y="302779"/>
                  </a:lnTo>
                  <a:lnTo>
                    <a:pt x="2577033" y="298950"/>
                  </a:lnTo>
                  <a:lnTo>
                    <a:pt x="2579312" y="295048"/>
                  </a:lnTo>
                  <a:lnTo>
                    <a:pt x="2581591" y="291558"/>
                  </a:lnTo>
                  <a:lnTo>
                    <a:pt x="2583870" y="287211"/>
                  </a:lnTo>
                  <a:lnTo>
                    <a:pt x="2586149" y="279072"/>
                  </a:lnTo>
                  <a:lnTo>
                    <a:pt x="2588428" y="269701"/>
                  </a:lnTo>
                  <a:lnTo>
                    <a:pt x="2590707" y="264055"/>
                  </a:lnTo>
                  <a:lnTo>
                    <a:pt x="2592986" y="259300"/>
                  </a:lnTo>
                  <a:lnTo>
                    <a:pt x="2595265" y="255349"/>
                  </a:lnTo>
                  <a:lnTo>
                    <a:pt x="2597544" y="250480"/>
                  </a:lnTo>
                  <a:lnTo>
                    <a:pt x="2599823" y="247457"/>
                  </a:lnTo>
                  <a:lnTo>
                    <a:pt x="2602102" y="244498"/>
                  </a:lnTo>
                  <a:lnTo>
                    <a:pt x="2604381" y="243392"/>
                  </a:lnTo>
                  <a:lnTo>
                    <a:pt x="2606660" y="241845"/>
                  </a:lnTo>
                  <a:lnTo>
                    <a:pt x="2608939" y="244344"/>
                  </a:lnTo>
                  <a:lnTo>
                    <a:pt x="2611218" y="246397"/>
                  </a:lnTo>
                  <a:lnTo>
                    <a:pt x="2613497" y="253930"/>
                  </a:lnTo>
                  <a:lnTo>
                    <a:pt x="2615776" y="260402"/>
                  </a:lnTo>
                  <a:lnTo>
                    <a:pt x="2618055" y="268668"/>
                  </a:lnTo>
                  <a:lnTo>
                    <a:pt x="2620334" y="277252"/>
                  </a:lnTo>
                  <a:lnTo>
                    <a:pt x="2622613" y="287472"/>
                  </a:lnTo>
                  <a:lnTo>
                    <a:pt x="2624892" y="299298"/>
                  </a:lnTo>
                  <a:lnTo>
                    <a:pt x="2627171" y="311338"/>
                  </a:lnTo>
                  <a:lnTo>
                    <a:pt x="2629450" y="324227"/>
                  </a:lnTo>
                  <a:lnTo>
                    <a:pt x="2631729" y="335851"/>
                  </a:lnTo>
                  <a:lnTo>
                    <a:pt x="2634008" y="346697"/>
                  </a:lnTo>
                  <a:lnTo>
                    <a:pt x="2636287" y="358924"/>
                  </a:lnTo>
                  <a:lnTo>
                    <a:pt x="2638566" y="370058"/>
                  </a:lnTo>
                  <a:lnTo>
                    <a:pt x="2640844" y="381577"/>
                  </a:lnTo>
                  <a:lnTo>
                    <a:pt x="2643123" y="392396"/>
                  </a:lnTo>
                  <a:lnTo>
                    <a:pt x="2645402" y="405457"/>
                  </a:lnTo>
                  <a:lnTo>
                    <a:pt x="2647681" y="412044"/>
                  </a:lnTo>
                  <a:lnTo>
                    <a:pt x="2649960" y="417132"/>
                  </a:lnTo>
                  <a:lnTo>
                    <a:pt x="2652239" y="423977"/>
                  </a:lnTo>
                  <a:lnTo>
                    <a:pt x="2654518" y="429404"/>
                  </a:lnTo>
                  <a:lnTo>
                    <a:pt x="2656797" y="434187"/>
                  </a:lnTo>
                  <a:lnTo>
                    <a:pt x="2659076" y="435705"/>
                  </a:lnTo>
                  <a:lnTo>
                    <a:pt x="2661355" y="436785"/>
                  </a:lnTo>
                  <a:lnTo>
                    <a:pt x="2663634" y="438957"/>
                  </a:lnTo>
                  <a:lnTo>
                    <a:pt x="2665913" y="445815"/>
                  </a:lnTo>
                  <a:lnTo>
                    <a:pt x="2668192" y="451003"/>
                  </a:lnTo>
                  <a:lnTo>
                    <a:pt x="2670471" y="458374"/>
                  </a:lnTo>
                  <a:lnTo>
                    <a:pt x="2672750" y="469001"/>
                  </a:lnTo>
                  <a:lnTo>
                    <a:pt x="2675029" y="483294"/>
                  </a:lnTo>
                  <a:lnTo>
                    <a:pt x="2677308" y="500690"/>
                  </a:lnTo>
                  <a:lnTo>
                    <a:pt x="2679587" y="521001"/>
                  </a:lnTo>
                  <a:lnTo>
                    <a:pt x="2681866" y="541159"/>
                  </a:lnTo>
                  <a:lnTo>
                    <a:pt x="2684145" y="560863"/>
                  </a:lnTo>
                  <a:lnTo>
                    <a:pt x="2686424" y="580567"/>
                  </a:lnTo>
                  <a:lnTo>
                    <a:pt x="2688703" y="602404"/>
                  </a:lnTo>
                  <a:lnTo>
                    <a:pt x="2690982" y="625788"/>
                  </a:lnTo>
                  <a:lnTo>
                    <a:pt x="2693261" y="649173"/>
                  </a:lnTo>
                  <a:lnTo>
                    <a:pt x="2695540" y="671918"/>
                  </a:lnTo>
                  <a:lnTo>
                    <a:pt x="2697819" y="694230"/>
                  </a:lnTo>
                  <a:lnTo>
                    <a:pt x="2700098" y="712664"/>
                  </a:lnTo>
                  <a:lnTo>
                    <a:pt x="2702377" y="732247"/>
                  </a:lnTo>
                  <a:lnTo>
                    <a:pt x="2704656" y="750755"/>
                  </a:lnTo>
                  <a:lnTo>
                    <a:pt x="2706934" y="766643"/>
                  </a:lnTo>
                  <a:lnTo>
                    <a:pt x="2709213" y="776990"/>
                  </a:lnTo>
                  <a:lnTo>
                    <a:pt x="2711492" y="784983"/>
                  </a:lnTo>
                  <a:lnTo>
                    <a:pt x="2713771" y="795420"/>
                  </a:lnTo>
                  <a:lnTo>
                    <a:pt x="2716050" y="808112"/>
                  </a:lnTo>
                  <a:lnTo>
                    <a:pt x="2718329" y="821900"/>
                  </a:lnTo>
                  <a:lnTo>
                    <a:pt x="2720608" y="835304"/>
                  </a:lnTo>
                  <a:lnTo>
                    <a:pt x="2722887" y="848397"/>
                  </a:lnTo>
                  <a:lnTo>
                    <a:pt x="2725166" y="859084"/>
                  </a:lnTo>
                  <a:lnTo>
                    <a:pt x="2727445" y="870561"/>
                  </a:lnTo>
                  <a:lnTo>
                    <a:pt x="2729724" y="881443"/>
                  </a:lnTo>
                  <a:lnTo>
                    <a:pt x="2732003" y="894358"/>
                  </a:lnTo>
                  <a:lnTo>
                    <a:pt x="2734282" y="907762"/>
                  </a:lnTo>
                  <a:lnTo>
                    <a:pt x="2736561" y="921516"/>
                  </a:lnTo>
                  <a:lnTo>
                    <a:pt x="2738840" y="935044"/>
                  </a:lnTo>
                  <a:lnTo>
                    <a:pt x="2741119" y="948846"/>
                  </a:lnTo>
                  <a:lnTo>
                    <a:pt x="2743398" y="962457"/>
                  </a:lnTo>
                  <a:lnTo>
                    <a:pt x="2745677" y="975056"/>
                  </a:lnTo>
                  <a:lnTo>
                    <a:pt x="2747956" y="989203"/>
                  </a:lnTo>
                  <a:lnTo>
                    <a:pt x="2750235" y="1002973"/>
                  </a:lnTo>
                  <a:lnTo>
                    <a:pt x="2752514" y="1013602"/>
                  </a:lnTo>
                  <a:lnTo>
                    <a:pt x="2754793" y="1026201"/>
                  </a:lnTo>
                  <a:lnTo>
                    <a:pt x="2757072" y="1038611"/>
                  </a:lnTo>
                  <a:lnTo>
                    <a:pt x="2759351" y="1052166"/>
                  </a:lnTo>
                  <a:lnTo>
                    <a:pt x="2761630" y="1063048"/>
                  </a:lnTo>
                  <a:lnTo>
                    <a:pt x="2763909" y="1075241"/>
                  </a:lnTo>
                  <a:lnTo>
                    <a:pt x="2766188" y="1087568"/>
                  </a:lnTo>
                  <a:lnTo>
                    <a:pt x="2768467" y="1097493"/>
                  </a:lnTo>
                  <a:lnTo>
                    <a:pt x="2770746" y="1106713"/>
                  </a:lnTo>
                  <a:lnTo>
                    <a:pt x="2773025" y="1113640"/>
                  </a:lnTo>
                  <a:lnTo>
                    <a:pt x="2775303" y="1121537"/>
                  </a:lnTo>
                  <a:lnTo>
                    <a:pt x="2777582" y="1126549"/>
                  </a:lnTo>
                  <a:lnTo>
                    <a:pt x="2779861" y="1132281"/>
                  </a:lnTo>
                  <a:lnTo>
                    <a:pt x="2782140" y="1132001"/>
                  </a:lnTo>
                  <a:lnTo>
                    <a:pt x="2784419" y="1130180"/>
                  </a:lnTo>
                  <a:lnTo>
                    <a:pt x="2786698" y="1128051"/>
                  </a:lnTo>
                  <a:lnTo>
                    <a:pt x="2788977" y="1125212"/>
                  </a:lnTo>
                  <a:lnTo>
                    <a:pt x="2791256" y="1119038"/>
                  </a:lnTo>
                  <a:lnTo>
                    <a:pt x="2793535" y="1112053"/>
                  </a:lnTo>
                  <a:lnTo>
                    <a:pt x="2795814" y="1101365"/>
                  </a:lnTo>
                  <a:lnTo>
                    <a:pt x="2798093" y="1091017"/>
                  </a:lnTo>
                  <a:lnTo>
                    <a:pt x="2800372" y="1081073"/>
                  </a:lnTo>
                  <a:lnTo>
                    <a:pt x="2802651" y="1070220"/>
                  </a:lnTo>
                  <a:lnTo>
                    <a:pt x="2804930" y="1058992"/>
                  </a:lnTo>
                  <a:lnTo>
                    <a:pt x="2807209" y="1046682"/>
                  </a:lnTo>
                  <a:lnTo>
                    <a:pt x="2809488" y="1035394"/>
                  </a:lnTo>
                  <a:lnTo>
                    <a:pt x="2811767" y="1026638"/>
                  </a:lnTo>
                  <a:lnTo>
                    <a:pt x="2814046" y="1019114"/>
                  </a:lnTo>
                  <a:lnTo>
                    <a:pt x="2816325" y="1015407"/>
                  </a:lnTo>
                  <a:lnTo>
                    <a:pt x="2818604" y="1009909"/>
                  </a:lnTo>
                  <a:lnTo>
                    <a:pt x="2820883" y="1005348"/>
                  </a:lnTo>
                  <a:lnTo>
                    <a:pt x="2823162" y="1001949"/>
                  </a:lnTo>
                  <a:lnTo>
                    <a:pt x="2825441" y="1000782"/>
                  </a:lnTo>
                  <a:lnTo>
                    <a:pt x="2827720" y="1000098"/>
                  </a:lnTo>
                  <a:lnTo>
                    <a:pt x="2829999" y="999352"/>
                  </a:lnTo>
                  <a:lnTo>
                    <a:pt x="2832278" y="998654"/>
                  </a:lnTo>
                  <a:lnTo>
                    <a:pt x="2834557" y="998908"/>
                  </a:lnTo>
                  <a:lnTo>
                    <a:pt x="2836836" y="1000338"/>
                  </a:lnTo>
                  <a:lnTo>
                    <a:pt x="2839115" y="1004313"/>
                  </a:lnTo>
                  <a:lnTo>
                    <a:pt x="2841393" y="1007012"/>
                  </a:lnTo>
                  <a:lnTo>
                    <a:pt x="2843672" y="1004578"/>
                  </a:lnTo>
                  <a:lnTo>
                    <a:pt x="2845951" y="1003324"/>
                  </a:lnTo>
                  <a:lnTo>
                    <a:pt x="2848230" y="1001006"/>
                  </a:lnTo>
                  <a:lnTo>
                    <a:pt x="2850509" y="994688"/>
                  </a:lnTo>
                  <a:lnTo>
                    <a:pt x="2852788" y="987684"/>
                  </a:lnTo>
                  <a:lnTo>
                    <a:pt x="2855067" y="979310"/>
                  </a:lnTo>
                  <a:lnTo>
                    <a:pt x="2857346" y="969903"/>
                  </a:lnTo>
                  <a:lnTo>
                    <a:pt x="2859625" y="959567"/>
                  </a:lnTo>
                  <a:lnTo>
                    <a:pt x="2861904" y="949993"/>
                  </a:lnTo>
                  <a:lnTo>
                    <a:pt x="2864183" y="939927"/>
                  </a:lnTo>
                  <a:lnTo>
                    <a:pt x="2866462" y="929609"/>
                  </a:lnTo>
                  <a:lnTo>
                    <a:pt x="2868741" y="916761"/>
                  </a:lnTo>
                  <a:lnTo>
                    <a:pt x="2871020" y="900820"/>
                  </a:lnTo>
                  <a:lnTo>
                    <a:pt x="2873299" y="883949"/>
                  </a:lnTo>
                  <a:lnTo>
                    <a:pt x="2875578" y="863703"/>
                  </a:lnTo>
                  <a:lnTo>
                    <a:pt x="2877857" y="846035"/>
                  </a:lnTo>
                  <a:lnTo>
                    <a:pt x="2880136" y="829228"/>
                  </a:lnTo>
                  <a:lnTo>
                    <a:pt x="2882415" y="810340"/>
                  </a:lnTo>
                  <a:lnTo>
                    <a:pt x="2884694" y="792954"/>
                  </a:lnTo>
                  <a:lnTo>
                    <a:pt x="2886973" y="775975"/>
                  </a:lnTo>
                  <a:lnTo>
                    <a:pt x="2889252" y="760786"/>
                  </a:lnTo>
                  <a:lnTo>
                    <a:pt x="2891531" y="744320"/>
                  </a:lnTo>
                  <a:lnTo>
                    <a:pt x="2893810" y="730239"/>
                  </a:lnTo>
                  <a:lnTo>
                    <a:pt x="2896089" y="710038"/>
                  </a:lnTo>
                  <a:lnTo>
                    <a:pt x="2898368" y="687835"/>
                  </a:lnTo>
                  <a:lnTo>
                    <a:pt x="2900647" y="664652"/>
                  </a:lnTo>
                  <a:lnTo>
                    <a:pt x="2902926" y="645911"/>
                  </a:lnTo>
                  <a:lnTo>
                    <a:pt x="2905205" y="629952"/>
                  </a:lnTo>
                  <a:lnTo>
                    <a:pt x="2907483" y="616074"/>
                  </a:lnTo>
                  <a:lnTo>
                    <a:pt x="2909762" y="602975"/>
                  </a:lnTo>
                  <a:lnTo>
                    <a:pt x="2912041" y="589908"/>
                  </a:lnTo>
                  <a:lnTo>
                    <a:pt x="2914320" y="576966"/>
                  </a:lnTo>
                  <a:lnTo>
                    <a:pt x="2916599" y="563775"/>
                  </a:lnTo>
                  <a:lnTo>
                    <a:pt x="2918878" y="551618"/>
                  </a:lnTo>
                  <a:lnTo>
                    <a:pt x="2921157" y="541584"/>
                  </a:lnTo>
                  <a:lnTo>
                    <a:pt x="2923436" y="532083"/>
                  </a:lnTo>
                  <a:lnTo>
                    <a:pt x="2925715" y="524961"/>
                  </a:lnTo>
                  <a:lnTo>
                    <a:pt x="2927994" y="515459"/>
                  </a:lnTo>
                  <a:lnTo>
                    <a:pt x="2930273" y="507696"/>
                  </a:lnTo>
                  <a:lnTo>
                    <a:pt x="2932552" y="504638"/>
                  </a:lnTo>
                  <a:lnTo>
                    <a:pt x="2934831" y="504683"/>
                  </a:lnTo>
                  <a:lnTo>
                    <a:pt x="2937110" y="503387"/>
                  </a:lnTo>
                  <a:lnTo>
                    <a:pt x="2939389" y="496220"/>
                  </a:lnTo>
                  <a:lnTo>
                    <a:pt x="2941668" y="489366"/>
                  </a:lnTo>
                  <a:lnTo>
                    <a:pt x="2943947" y="482454"/>
                  </a:lnTo>
                  <a:lnTo>
                    <a:pt x="2946226" y="475372"/>
                  </a:lnTo>
                  <a:lnTo>
                    <a:pt x="2948505" y="469730"/>
                  </a:lnTo>
                  <a:lnTo>
                    <a:pt x="2950784" y="461350"/>
                  </a:lnTo>
                  <a:lnTo>
                    <a:pt x="2953063" y="453720"/>
                  </a:lnTo>
                  <a:lnTo>
                    <a:pt x="2955342" y="444331"/>
                  </a:lnTo>
                  <a:lnTo>
                    <a:pt x="2957621" y="439604"/>
                  </a:lnTo>
                  <a:lnTo>
                    <a:pt x="2959900" y="438268"/>
                  </a:lnTo>
                  <a:lnTo>
                    <a:pt x="2962179" y="437083"/>
                  </a:lnTo>
                  <a:lnTo>
                    <a:pt x="2964458" y="437557"/>
                  </a:lnTo>
                  <a:lnTo>
                    <a:pt x="2966737" y="437779"/>
                  </a:lnTo>
                  <a:lnTo>
                    <a:pt x="2969016" y="436908"/>
                  </a:lnTo>
                  <a:lnTo>
                    <a:pt x="2971295" y="439015"/>
                  </a:lnTo>
                  <a:lnTo>
                    <a:pt x="2973574" y="444638"/>
                  </a:lnTo>
                  <a:lnTo>
                    <a:pt x="2975852" y="455744"/>
                  </a:lnTo>
                  <a:lnTo>
                    <a:pt x="2978131" y="470453"/>
                  </a:lnTo>
                  <a:lnTo>
                    <a:pt x="2980410" y="485190"/>
                  </a:lnTo>
                  <a:lnTo>
                    <a:pt x="2982689" y="500668"/>
                  </a:lnTo>
                  <a:lnTo>
                    <a:pt x="2984968" y="514543"/>
                  </a:lnTo>
                  <a:lnTo>
                    <a:pt x="2987247" y="527552"/>
                  </a:lnTo>
                  <a:lnTo>
                    <a:pt x="2989526" y="538879"/>
                  </a:lnTo>
                  <a:lnTo>
                    <a:pt x="2991805" y="551624"/>
                  </a:lnTo>
                  <a:lnTo>
                    <a:pt x="2994084" y="562068"/>
                  </a:lnTo>
                  <a:lnTo>
                    <a:pt x="2996363" y="569991"/>
                  </a:lnTo>
                  <a:lnTo>
                    <a:pt x="2998642" y="579893"/>
                  </a:lnTo>
                  <a:lnTo>
                    <a:pt x="3000921" y="591142"/>
                  </a:lnTo>
                  <a:lnTo>
                    <a:pt x="3003200" y="601875"/>
                  </a:lnTo>
                  <a:lnTo>
                    <a:pt x="3005479" y="611812"/>
                  </a:lnTo>
                  <a:lnTo>
                    <a:pt x="3007758" y="620879"/>
                  </a:lnTo>
                  <a:lnTo>
                    <a:pt x="3010037" y="626880"/>
                  </a:lnTo>
                  <a:lnTo>
                    <a:pt x="3012316" y="635069"/>
                  </a:lnTo>
                  <a:lnTo>
                    <a:pt x="3014595" y="645047"/>
                  </a:lnTo>
                  <a:lnTo>
                    <a:pt x="3016874" y="655244"/>
                  </a:lnTo>
                  <a:lnTo>
                    <a:pt x="3019153" y="664076"/>
                  </a:lnTo>
                  <a:lnTo>
                    <a:pt x="3021432" y="673632"/>
                  </a:lnTo>
                  <a:lnTo>
                    <a:pt x="3023711" y="682096"/>
                  </a:lnTo>
                  <a:lnTo>
                    <a:pt x="3025990" y="689369"/>
                  </a:lnTo>
                  <a:lnTo>
                    <a:pt x="3028269" y="697607"/>
                  </a:lnTo>
                  <a:lnTo>
                    <a:pt x="3030548" y="705874"/>
                  </a:lnTo>
                  <a:lnTo>
                    <a:pt x="3032827" y="714724"/>
                  </a:lnTo>
                  <a:lnTo>
                    <a:pt x="3035106" y="723939"/>
                  </a:lnTo>
                  <a:lnTo>
                    <a:pt x="3037385" y="733542"/>
                  </a:lnTo>
                  <a:lnTo>
                    <a:pt x="3039664" y="745262"/>
                  </a:lnTo>
                  <a:lnTo>
                    <a:pt x="3041942" y="755804"/>
                  </a:lnTo>
                  <a:lnTo>
                    <a:pt x="3044221" y="769725"/>
                  </a:lnTo>
                  <a:lnTo>
                    <a:pt x="3046500" y="782674"/>
                  </a:lnTo>
                  <a:lnTo>
                    <a:pt x="3048779" y="794438"/>
                  </a:lnTo>
                  <a:lnTo>
                    <a:pt x="3051058" y="805344"/>
                  </a:lnTo>
                  <a:lnTo>
                    <a:pt x="3053337" y="817464"/>
                  </a:lnTo>
                  <a:lnTo>
                    <a:pt x="3055616" y="833113"/>
                  </a:lnTo>
                  <a:lnTo>
                    <a:pt x="3057895" y="848010"/>
                  </a:lnTo>
                  <a:lnTo>
                    <a:pt x="3060174" y="862702"/>
                  </a:lnTo>
                  <a:lnTo>
                    <a:pt x="3062453" y="879349"/>
                  </a:lnTo>
                  <a:lnTo>
                    <a:pt x="3064732" y="894832"/>
                  </a:lnTo>
                  <a:lnTo>
                    <a:pt x="3067011" y="911925"/>
                  </a:lnTo>
                  <a:lnTo>
                    <a:pt x="3069290" y="927280"/>
                  </a:lnTo>
                  <a:lnTo>
                    <a:pt x="3071569" y="940900"/>
                  </a:lnTo>
                  <a:lnTo>
                    <a:pt x="3073848" y="951096"/>
                  </a:lnTo>
                  <a:lnTo>
                    <a:pt x="3076127" y="963422"/>
                  </a:lnTo>
                  <a:lnTo>
                    <a:pt x="3078406" y="975826"/>
                  </a:lnTo>
                  <a:lnTo>
                    <a:pt x="3080685" y="987239"/>
                  </a:lnTo>
                  <a:lnTo>
                    <a:pt x="3082964" y="998246"/>
                  </a:lnTo>
                  <a:lnTo>
                    <a:pt x="3085243" y="1008732"/>
                  </a:lnTo>
                  <a:lnTo>
                    <a:pt x="3087522" y="1017222"/>
                  </a:lnTo>
                  <a:lnTo>
                    <a:pt x="3089801" y="1023294"/>
                  </a:lnTo>
                  <a:lnTo>
                    <a:pt x="3092080" y="1027335"/>
                  </a:lnTo>
                  <a:lnTo>
                    <a:pt x="3094359" y="1030979"/>
                  </a:lnTo>
                  <a:lnTo>
                    <a:pt x="3096638" y="1035799"/>
                  </a:lnTo>
                  <a:lnTo>
                    <a:pt x="3098917" y="1040611"/>
                  </a:lnTo>
                  <a:lnTo>
                    <a:pt x="3101196" y="1047965"/>
                  </a:lnTo>
                  <a:lnTo>
                    <a:pt x="3103475" y="1054122"/>
                  </a:lnTo>
                  <a:lnTo>
                    <a:pt x="3105754" y="1061392"/>
                  </a:lnTo>
                  <a:lnTo>
                    <a:pt x="3108033" y="1068849"/>
                  </a:lnTo>
                  <a:lnTo>
                    <a:pt x="3110311" y="1076753"/>
                  </a:lnTo>
                  <a:lnTo>
                    <a:pt x="3112590" y="1085907"/>
                  </a:lnTo>
                  <a:lnTo>
                    <a:pt x="3114869" y="1095029"/>
                  </a:lnTo>
                  <a:lnTo>
                    <a:pt x="3117148" y="1102693"/>
                  </a:lnTo>
                  <a:lnTo>
                    <a:pt x="3119427" y="1113414"/>
                  </a:lnTo>
                  <a:lnTo>
                    <a:pt x="3121706" y="1124562"/>
                  </a:lnTo>
                  <a:lnTo>
                    <a:pt x="3123985" y="1136886"/>
                  </a:lnTo>
                  <a:lnTo>
                    <a:pt x="3126264" y="1151344"/>
                  </a:lnTo>
                  <a:lnTo>
                    <a:pt x="3128543" y="1166111"/>
                  </a:lnTo>
                  <a:lnTo>
                    <a:pt x="3130822" y="1180692"/>
                  </a:lnTo>
                  <a:lnTo>
                    <a:pt x="3133101" y="1195634"/>
                  </a:lnTo>
                  <a:lnTo>
                    <a:pt x="3135380" y="1211061"/>
                  </a:lnTo>
                  <a:lnTo>
                    <a:pt x="3137659" y="1227801"/>
                  </a:lnTo>
                  <a:lnTo>
                    <a:pt x="3139938" y="1247456"/>
                  </a:lnTo>
                  <a:lnTo>
                    <a:pt x="3142217" y="1268335"/>
                  </a:lnTo>
                  <a:lnTo>
                    <a:pt x="3144496" y="1288426"/>
                  </a:lnTo>
                  <a:lnTo>
                    <a:pt x="3146775" y="1308517"/>
                  </a:lnTo>
                  <a:lnTo>
                    <a:pt x="3149054" y="1328763"/>
                  </a:lnTo>
                  <a:lnTo>
                    <a:pt x="3151333" y="1348521"/>
                  </a:lnTo>
                  <a:lnTo>
                    <a:pt x="3153612" y="1367103"/>
                  </a:lnTo>
                  <a:lnTo>
                    <a:pt x="3155891" y="1384263"/>
                  </a:lnTo>
                  <a:lnTo>
                    <a:pt x="3158170" y="1401154"/>
                  </a:lnTo>
                  <a:lnTo>
                    <a:pt x="3160449" y="1415509"/>
                  </a:lnTo>
                  <a:lnTo>
                    <a:pt x="3162728" y="1428502"/>
                  </a:lnTo>
                  <a:lnTo>
                    <a:pt x="3165007" y="1438416"/>
                  </a:lnTo>
                  <a:lnTo>
                    <a:pt x="3167286" y="1447162"/>
                  </a:lnTo>
                  <a:lnTo>
                    <a:pt x="3169565" y="1454439"/>
                  </a:lnTo>
                  <a:lnTo>
                    <a:pt x="3171844" y="1462301"/>
                  </a:lnTo>
                  <a:lnTo>
                    <a:pt x="3174123" y="1470165"/>
                  </a:lnTo>
                  <a:lnTo>
                    <a:pt x="3176401" y="1478995"/>
                  </a:lnTo>
                  <a:lnTo>
                    <a:pt x="3178680" y="1484576"/>
                  </a:lnTo>
                  <a:lnTo>
                    <a:pt x="3180959" y="1489169"/>
                  </a:lnTo>
                  <a:lnTo>
                    <a:pt x="3183238" y="1495971"/>
                  </a:lnTo>
                  <a:lnTo>
                    <a:pt x="3185517" y="1502773"/>
                  </a:lnTo>
                  <a:lnTo>
                    <a:pt x="3187796" y="1510734"/>
                  </a:lnTo>
                  <a:lnTo>
                    <a:pt x="3190075" y="1518523"/>
                  </a:lnTo>
                  <a:lnTo>
                    <a:pt x="3192354" y="1525104"/>
                  </a:lnTo>
                  <a:lnTo>
                    <a:pt x="3194633" y="1530118"/>
                  </a:lnTo>
                  <a:lnTo>
                    <a:pt x="3196912" y="1529100"/>
                  </a:lnTo>
                  <a:lnTo>
                    <a:pt x="3199191" y="1528983"/>
                  </a:lnTo>
                  <a:lnTo>
                    <a:pt x="3201470" y="1530446"/>
                  </a:lnTo>
                  <a:lnTo>
                    <a:pt x="3203749" y="1531909"/>
                  </a:lnTo>
                  <a:lnTo>
                    <a:pt x="3206028" y="1533029"/>
                  </a:lnTo>
                  <a:lnTo>
                    <a:pt x="3208307" y="1532436"/>
                  </a:lnTo>
                  <a:lnTo>
                    <a:pt x="3210586" y="1529735"/>
                  </a:lnTo>
                  <a:lnTo>
                    <a:pt x="3212865" y="1527034"/>
                  </a:lnTo>
                  <a:lnTo>
                    <a:pt x="3215144" y="1523324"/>
                  </a:lnTo>
                  <a:lnTo>
                    <a:pt x="3217423" y="1517847"/>
                  </a:lnTo>
                  <a:lnTo>
                    <a:pt x="3219702" y="1515071"/>
                  </a:lnTo>
                  <a:lnTo>
                    <a:pt x="3221981" y="1512741"/>
                  </a:lnTo>
                  <a:lnTo>
                    <a:pt x="3224260" y="1510247"/>
                  </a:lnTo>
                  <a:lnTo>
                    <a:pt x="3226539" y="1507026"/>
                  </a:lnTo>
                  <a:lnTo>
                    <a:pt x="3228818" y="1503804"/>
                  </a:lnTo>
                  <a:lnTo>
                    <a:pt x="3231097" y="1505678"/>
                  </a:lnTo>
                  <a:lnTo>
                    <a:pt x="3233376" y="1507631"/>
                  </a:lnTo>
                  <a:lnTo>
                    <a:pt x="3235655" y="1507631"/>
                  </a:lnTo>
                  <a:lnTo>
                    <a:pt x="3237934" y="1507631"/>
                  </a:lnTo>
                  <a:lnTo>
                    <a:pt x="3240213" y="1508077"/>
                  </a:lnTo>
                  <a:lnTo>
                    <a:pt x="3242492" y="1508920"/>
                  </a:lnTo>
                  <a:lnTo>
                    <a:pt x="3244770" y="1509762"/>
                  </a:lnTo>
                  <a:lnTo>
                    <a:pt x="3247049" y="1506616"/>
                  </a:lnTo>
                  <a:lnTo>
                    <a:pt x="3249328" y="1504053"/>
                  </a:lnTo>
                  <a:lnTo>
                    <a:pt x="3251607" y="1502894"/>
                  </a:lnTo>
                  <a:lnTo>
                    <a:pt x="3253886" y="1498684"/>
                  </a:lnTo>
                  <a:lnTo>
                    <a:pt x="3256165" y="1492047"/>
                  </a:lnTo>
                  <a:lnTo>
                    <a:pt x="3258444" y="1485863"/>
                  </a:lnTo>
                  <a:lnTo>
                    <a:pt x="3260723" y="1480571"/>
                  </a:lnTo>
                  <a:lnTo>
                    <a:pt x="3263002" y="1475279"/>
                  </a:lnTo>
                  <a:lnTo>
                    <a:pt x="3265281" y="1469096"/>
                  </a:lnTo>
                  <a:lnTo>
                    <a:pt x="3267560" y="1460665"/>
                  </a:lnTo>
                  <a:lnTo>
                    <a:pt x="3269839" y="1451334"/>
                  </a:lnTo>
                  <a:lnTo>
                    <a:pt x="3272118" y="1442003"/>
                  </a:lnTo>
                  <a:lnTo>
                    <a:pt x="3274397" y="1432219"/>
                  </a:lnTo>
                  <a:lnTo>
                    <a:pt x="3276676" y="1421965"/>
                  </a:lnTo>
                  <a:lnTo>
                    <a:pt x="3278955" y="1411313"/>
                  </a:lnTo>
                  <a:lnTo>
                    <a:pt x="3281234" y="1404701"/>
                  </a:lnTo>
                  <a:lnTo>
                    <a:pt x="3283513" y="1399044"/>
                  </a:lnTo>
                  <a:lnTo>
                    <a:pt x="3285792" y="1393364"/>
                  </a:lnTo>
                  <a:lnTo>
                    <a:pt x="3288071" y="1388137"/>
                  </a:lnTo>
                  <a:lnTo>
                    <a:pt x="3290350" y="1384223"/>
                  </a:lnTo>
                  <a:lnTo>
                    <a:pt x="3292629" y="1380101"/>
                  </a:lnTo>
                  <a:lnTo>
                    <a:pt x="3294908" y="1375979"/>
                  </a:lnTo>
                  <a:lnTo>
                    <a:pt x="3297187" y="1371856"/>
                  </a:lnTo>
                  <a:lnTo>
                    <a:pt x="3299466" y="1367734"/>
                  </a:lnTo>
                  <a:lnTo>
                    <a:pt x="3301745" y="1366095"/>
                  </a:lnTo>
                  <a:lnTo>
                    <a:pt x="3304024" y="1365606"/>
                  </a:lnTo>
                  <a:lnTo>
                    <a:pt x="3306303" y="1364836"/>
                  </a:lnTo>
                  <a:lnTo>
                    <a:pt x="3308582" y="1364065"/>
                  </a:lnTo>
                  <a:lnTo>
                    <a:pt x="3310860" y="1363295"/>
                  </a:lnTo>
                  <a:lnTo>
                    <a:pt x="3313139" y="1369045"/>
                  </a:lnTo>
                  <a:lnTo>
                    <a:pt x="3315418" y="1375543"/>
                  </a:lnTo>
                  <a:lnTo>
                    <a:pt x="3317697" y="1382041"/>
                  </a:lnTo>
                  <a:lnTo>
                    <a:pt x="3319976" y="1388540"/>
                  </a:lnTo>
                  <a:lnTo>
                    <a:pt x="3322255" y="1395037"/>
                  </a:lnTo>
                  <a:lnTo>
                    <a:pt x="3324534" y="1401535"/>
                  </a:lnTo>
                  <a:lnTo>
                    <a:pt x="3326813" y="1407588"/>
                  </a:lnTo>
                  <a:lnTo>
                    <a:pt x="3329092" y="1413640"/>
                  </a:lnTo>
                  <a:lnTo>
                    <a:pt x="3331371" y="1420702"/>
                  </a:lnTo>
                  <a:lnTo>
                    <a:pt x="3333650" y="1429530"/>
                  </a:lnTo>
                  <a:lnTo>
                    <a:pt x="3335929" y="1438358"/>
                  </a:lnTo>
                  <a:lnTo>
                    <a:pt x="3338208" y="1447186"/>
                  </a:lnTo>
                  <a:lnTo>
                    <a:pt x="3340487" y="1457186"/>
                  </a:lnTo>
                  <a:lnTo>
                    <a:pt x="3342766" y="1467187"/>
                  </a:lnTo>
                  <a:lnTo>
                    <a:pt x="3345045" y="1477188"/>
                  </a:lnTo>
                  <a:lnTo>
                    <a:pt x="3347324" y="1481648"/>
                  </a:lnTo>
                  <a:lnTo>
                    <a:pt x="3349603" y="1485281"/>
                  </a:lnTo>
                  <a:lnTo>
                    <a:pt x="3351882" y="1488914"/>
                  </a:lnTo>
                  <a:lnTo>
                    <a:pt x="3354161" y="1492546"/>
                  </a:lnTo>
                  <a:lnTo>
                    <a:pt x="3356440" y="1495733"/>
                  </a:lnTo>
                  <a:lnTo>
                    <a:pt x="3358719" y="1498969"/>
                  </a:lnTo>
                  <a:lnTo>
                    <a:pt x="3360998" y="1502602"/>
                  </a:lnTo>
                  <a:lnTo>
                    <a:pt x="3363277" y="1509381"/>
                  </a:lnTo>
                  <a:lnTo>
                    <a:pt x="3365556" y="1515106"/>
                  </a:lnTo>
                  <a:lnTo>
                    <a:pt x="3367835" y="1518268"/>
                  </a:lnTo>
                  <a:lnTo>
                    <a:pt x="3370114" y="1521430"/>
                  </a:lnTo>
                  <a:lnTo>
                    <a:pt x="3372393" y="1524593"/>
                  </a:lnTo>
                  <a:lnTo>
                    <a:pt x="3374672" y="1526460"/>
                  </a:lnTo>
                  <a:lnTo>
                    <a:pt x="3376950" y="1529169"/>
                  </a:lnTo>
                  <a:lnTo>
                    <a:pt x="3379229" y="1531879"/>
                  </a:lnTo>
                  <a:lnTo>
                    <a:pt x="3381508" y="1534588"/>
                  </a:lnTo>
                  <a:lnTo>
                    <a:pt x="3383787" y="1539543"/>
                  </a:lnTo>
                  <a:lnTo>
                    <a:pt x="3386066" y="1545399"/>
                  </a:lnTo>
                  <a:lnTo>
                    <a:pt x="3388345" y="1551255"/>
                  </a:lnTo>
                  <a:lnTo>
                    <a:pt x="3390624" y="1557565"/>
                  </a:lnTo>
                  <a:lnTo>
                    <a:pt x="3392903" y="1564344"/>
                  </a:lnTo>
                  <a:lnTo>
                    <a:pt x="3395182" y="1571520"/>
                  </a:lnTo>
                  <a:lnTo>
                    <a:pt x="3397461" y="1575549"/>
                  </a:lnTo>
                  <a:lnTo>
                    <a:pt x="3399740" y="1579579"/>
                  </a:lnTo>
                  <a:lnTo>
                    <a:pt x="3402019" y="1584335"/>
                  </a:lnTo>
                  <a:lnTo>
                    <a:pt x="3404298" y="1589091"/>
                  </a:lnTo>
                  <a:lnTo>
                    <a:pt x="3406577" y="1593848"/>
                  </a:lnTo>
                  <a:lnTo>
                    <a:pt x="3408856" y="1599093"/>
                  </a:lnTo>
                  <a:lnTo>
                    <a:pt x="3411135" y="1603497"/>
                  </a:lnTo>
                  <a:lnTo>
                    <a:pt x="3413414" y="1607900"/>
                  </a:lnTo>
                  <a:lnTo>
                    <a:pt x="3415693" y="1612303"/>
                  </a:lnTo>
                  <a:lnTo>
                    <a:pt x="3417972" y="1614669"/>
                  </a:lnTo>
                  <a:lnTo>
                    <a:pt x="3420251" y="1615886"/>
                  </a:lnTo>
                  <a:lnTo>
                    <a:pt x="3422530" y="1617102"/>
                  </a:lnTo>
                  <a:lnTo>
                    <a:pt x="3424809" y="1618715"/>
                  </a:lnTo>
                  <a:lnTo>
                    <a:pt x="3427088" y="1619746"/>
                  </a:lnTo>
                  <a:lnTo>
                    <a:pt x="3429367" y="1616841"/>
                  </a:lnTo>
                  <a:lnTo>
                    <a:pt x="3431646" y="1614332"/>
                  </a:lnTo>
                  <a:lnTo>
                    <a:pt x="3433925" y="1611822"/>
                  </a:lnTo>
                  <a:lnTo>
                    <a:pt x="3436204" y="1609313"/>
                  </a:lnTo>
                  <a:lnTo>
                    <a:pt x="3438483" y="1606804"/>
                  </a:lnTo>
                  <a:lnTo>
                    <a:pt x="3440762" y="1604294"/>
                  </a:lnTo>
                  <a:lnTo>
                    <a:pt x="3443041" y="1601785"/>
                  </a:lnTo>
                  <a:lnTo>
                    <a:pt x="3445319" y="1597030"/>
                  </a:lnTo>
                  <a:lnTo>
                    <a:pt x="3447598" y="1591374"/>
                  </a:lnTo>
                  <a:lnTo>
                    <a:pt x="3449877" y="1585718"/>
                  </a:lnTo>
                  <a:lnTo>
                    <a:pt x="3452156" y="1579666"/>
                  </a:lnTo>
                  <a:lnTo>
                    <a:pt x="3454435" y="1574010"/>
                  </a:lnTo>
                  <a:lnTo>
                    <a:pt x="3456714" y="1567627"/>
                  </a:lnTo>
                  <a:lnTo>
                    <a:pt x="3458993" y="1560848"/>
                  </a:lnTo>
                  <a:lnTo>
                    <a:pt x="3461272" y="1554069"/>
                  </a:lnTo>
                  <a:lnTo>
                    <a:pt x="3463551" y="1550882"/>
                  </a:lnTo>
                  <a:lnTo>
                    <a:pt x="3465830" y="1547249"/>
                  </a:lnTo>
                  <a:lnTo>
                    <a:pt x="3468109" y="1544062"/>
                  </a:lnTo>
                  <a:lnTo>
                    <a:pt x="3470388" y="1540875"/>
                  </a:lnTo>
                  <a:lnTo>
                    <a:pt x="3472667" y="1537688"/>
                  </a:lnTo>
                  <a:lnTo>
                    <a:pt x="3474946" y="1534452"/>
                  </a:lnTo>
                  <a:lnTo>
                    <a:pt x="3477225" y="1530819"/>
                  </a:lnTo>
                  <a:lnTo>
                    <a:pt x="3479504" y="1529669"/>
                  </a:lnTo>
                  <a:lnTo>
                    <a:pt x="3481783" y="1529669"/>
                  </a:lnTo>
                  <a:lnTo>
                    <a:pt x="3484062" y="1529669"/>
                  </a:lnTo>
                  <a:lnTo>
                    <a:pt x="3486341" y="1529669"/>
                  </a:lnTo>
                  <a:lnTo>
                    <a:pt x="3488620" y="1529273"/>
                  </a:lnTo>
                  <a:lnTo>
                    <a:pt x="3490899" y="1529719"/>
                  </a:lnTo>
                  <a:lnTo>
                    <a:pt x="3493178" y="1529322"/>
                  </a:lnTo>
                  <a:lnTo>
                    <a:pt x="3495457" y="1528925"/>
                  </a:lnTo>
                  <a:lnTo>
                    <a:pt x="3497736" y="1528083"/>
                  </a:lnTo>
                  <a:lnTo>
                    <a:pt x="3500015" y="1527241"/>
                  </a:lnTo>
                  <a:lnTo>
                    <a:pt x="3502294" y="1526398"/>
                  </a:lnTo>
                  <a:lnTo>
                    <a:pt x="3504573" y="1525556"/>
                  </a:lnTo>
                  <a:lnTo>
                    <a:pt x="3506852" y="1525159"/>
                  </a:lnTo>
                  <a:lnTo>
                    <a:pt x="3509131" y="1524317"/>
                  </a:lnTo>
                  <a:lnTo>
                    <a:pt x="3511409" y="1524317"/>
                  </a:lnTo>
                  <a:lnTo>
                    <a:pt x="3513688" y="1524317"/>
                  </a:lnTo>
                  <a:lnTo>
                    <a:pt x="3515967" y="1524317"/>
                  </a:lnTo>
                  <a:lnTo>
                    <a:pt x="3518246" y="1524788"/>
                  </a:lnTo>
                  <a:lnTo>
                    <a:pt x="3520525" y="1525258"/>
                  </a:lnTo>
                  <a:lnTo>
                    <a:pt x="3522804" y="1526181"/>
                  </a:lnTo>
                  <a:lnTo>
                    <a:pt x="3525083" y="1527104"/>
                  </a:lnTo>
                  <a:lnTo>
                    <a:pt x="3527362" y="1528870"/>
                  </a:lnTo>
                  <a:lnTo>
                    <a:pt x="3529641" y="1530635"/>
                  </a:lnTo>
                  <a:lnTo>
                    <a:pt x="3531920" y="1532401"/>
                  </a:lnTo>
                  <a:lnTo>
                    <a:pt x="3534199" y="1533721"/>
                  </a:lnTo>
                  <a:lnTo>
                    <a:pt x="3536478" y="1534588"/>
                  </a:lnTo>
                  <a:lnTo>
                    <a:pt x="3538757" y="1535455"/>
                  </a:lnTo>
                  <a:lnTo>
                    <a:pt x="3541036" y="1535455"/>
                  </a:lnTo>
                  <a:lnTo>
                    <a:pt x="3543315" y="1536507"/>
                  </a:lnTo>
                  <a:lnTo>
                    <a:pt x="3545594" y="1540140"/>
                  </a:lnTo>
                  <a:lnTo>
                    <a:pt x="3547873" y="1543376"/>
                  </a:lnTo>
                  <a:lnTo>
                    <a:pt x="3550152" y="1546612"/>
                  </a:lnTo>
                  <a:lnTo>
                    <a:pt x="3552431" y="1549402"/>
                  </a:lnTo>
                  <a:lnTo>
                    <a:pt x="3554710" y="1552192"/>
                  </a:lnTo>
                  <a:lnTo>
                    <a:pt x="3556989" y="1554701"/>
                  </a:lnTo>
                  <a:lnTo>
                    <a:pt x="3559268" y="1557211"/>
                  </a:lnTo>
                  <a:lnTo>
                    <a:pt x="3561547" y="1561966"/>
                  </a:lnTo>
                  <a:lnTo>
                    <a:pt x="3563826" y="1567622"/>
                  </a:lnTo>
                  <a:lnTo>
                    <a:pt x="3566105" y="1573278"/>
                  </a:lnTo>
                  <a:lnTo>
                    <a:pt x="3568384" y="1579330"/>
                  </a:lnTo>
                  <a:lnTo>
                    <a:pt x="3570663" y="1584986"/>
                  </a:lnTo>
                  <a:lnTo>
                    <a:pt x="3572942" y="1590642"/>
                  </a:lnTo>
                  <a:lnTo>
                    <a:pt x="3575221" y="1596695"/>
                  </a:lnTo>
                  <a:lnTo>
                    <a:pt x="3577500" y="1602257"/>
                  </a:lnTo>
                  <a:lnTo>
                    <a:pt x="3579778" y="1605163"/>
                  </a:lnTo>
                  <a:lnTo>
                    <a:pt x="3582057" y="1608515"/>
                  </a:lnTo>
                  <a:lnTo>
                    <a:pt x="3584336" y="1608645"/>
                  </a:lnTo>
                  <a:lnTo>
                    <a:pt x="3586615" y="1607918"/>
                  </a:lnTo>
                  <a:lnTo>
                    <a:pt x="3588894" y="1607472"/>
                  </a:lnTo>
                  <a:lnTo>
                    <a:pt x="3591173" y="1606630"/>
                  </a:lnTo>
                  <a:lnTo>
                    <a:pt x="3593452" y="1605788"/>
                  </a:lnTo>
                  <a:lnTo>
                    <a:pt x="3595731" y="1602462"/>
                  </a:lnTo>
                  <a:lnTo>
                    <a:pt x="3598010" y="1597988"/>
                  </a:lnTo>
                  <a:lnTo>
                    <a:pt x="3600289" y="1593512"/>
                  </a:lnTo>
                  <a:lnTo>
                    <a:pt x="3602568" y="1587787"/>
                  </a:lnTo>
                  <a:lnTo>
                    <a:pt x="3604847" y="1581404"/>
                  </a:lnTo>
                  <a:lnTo>
                    <a:pt x="3607126" y="1575022"/>
                  </a:lnTo>
                  <a:lnTo>
                    <a:pt x="3609405" y="1568639"/>
                  </a:lnTo>
                  <a:lnTo>
                    <a:pt x="3611684" y="1562256"/>
                  </a:lnTo>
                  <a:lnTo>
                    <a:pt x="3613963" y="1556319"/>
                  </a:lnTo>
                  <a:lnTo>
                    <a:pt x="3616242" y="1550382"/>
                  </a:lnTo>
                  <a:lnTo>
                    <a:pt x="3618521" y="1546764"/>
                  </a:lnTo>
                  <a:lnTo>
                    <a:pt x="3620800" y="1543974"/>
                  </a:lnTo>
                  <a:lnTo>
                    <a:pt x="3623079" y="1540341"/>
                  </a:lnTo>
                  <a:lnTo>
                    <a:pt x="3625358" y="1537154"/>
                  </a:lnTo>
                  <a:lnTo>
                    <a:pt x="3627637" y="1533125"/>
                  </a:lnTo>
                  <a:lnTo>
                    <a:pt x="3629916" y="1529096"/>
                  </a:lnTo>
                  <a:lnTo>
                    <a:pt x="3632195" y="1525934"/>
                  </a:lnTo>
                  <a:lnTo>
                    <a:pt x="3634474" y="1522301"/>
                  </a:lnTo>
                  <a:lnTo>
                    <a:pt x="3636753" y="1520495"/>
                  </a:lnTo>
                  <a:lnTo>
                    <a:pt x="3639032" y="1519571"/>
                  </a:lnTo>
                  <a:lnTo>
                    <a:pt x="3641311" y="1518648"/>
                  </a:lnTo>
                  <a:lnTo>
                    <a:pt x="3643590" y="1517725"/>
                  </a:lnTo>
                  <a:lnTo>
                    <a:pt x="3645868" y="1516801"/>
                  </a:lnTo>
                  <a:lnTo>
                    <a:pt x="3648147" y="1515481"/>
                  </a:lnTo>
                  <a:lnTo>
                    <a:pt x="3650426" y="1514161"/>
                  </a:lnTo>
                  <a:lnTo>
                    <a:pt x="3652705" y="1513295"/>
                  </a:lnTo>
                  <a:lnTo>
                    <a:pt x="3654984" y="1512428"/>
                  </a:lnTo>
                  <a:lnTo>
                    <a:pt x="3657263" y="1512031"/>
                  </a:lnTo>
                  <a:lnTo>
                    <a:pt x="3659542" y="1511561"/>
                  </a:lnTo>
                  <a:lnTo>
                    <a:pt x="3661821" y="1511957"/>
                  </a:lnTo>
                  <a:lnTo>
                    <a:pt x="3664100" y="1512354"/>
                  </a:lnTo>
                  <a:lnTo>
                    <a:pt x="3666379" y="1511908"/>
                  </a:lnTo>
                  <a:lnTo>
                    <a:pt x="3668658" y="1511908"/>
                  </a:lnTo>
                  <a:lnTo>
                    <a:pt x="3670937" y="1511627"/>
                  </a:lnTo>
                  <a:lnTo>
                    <a:pt x="3673216" y="1511627"/>
                  </a:lnTo>
                  <a:lnTo>
                    <a:pt x="3675495" y="1511627"/>
                  </a:lnTo>
                  <a:lnTo>
                    <a:pt x="3677774" y="1511627"/>
                  </a:lnTo>
                  <a:lnTo>
                    <a:pt x="3680053" y="1511627"/>
                  </a:lnTo>
                  <a:lnTo>
                    <a:pt x="3682332" y="1511627"/>
                  </a:lnTo>
                  <a:lnTo>
                    <a:pt x="3684611" y="1511627"/>
                  </a:lnTo>
                  <a:lnTo>
                    <a:pt x="3686890" y="1511627"/>
                  </a:lnTo>
                  <a:lnTo>
                    <a:pt x="3689169" y="1511908"/>
                  </a:lnTo>
                  <a:lnTo>
                    <a:pt x="3691448" y="1512189"/>
                  </a:lnTo>
                  <a:lnTo>
                    <a:pt x="3693727" y="1512679"/>
                  </a:lnTo>
                  <a:lnTo>
                    <a:pt x="3696006" y="1512679"/>
                  </a:lnTo>
                  <a:lnTo>
                    <a:pt x="3698285" y="1512679"/>
                  </a:lnTo>
                  <a:lnTo>
                    <a:pt x="3700564" y="1515454"/>
                  </a:lnTo>
                  <a:lnTo>
                    <a:pt x="3702843" y="1519087"/>
                  </a:lnTo>
                  <a:lnTo>
                    <a:pt x="3705122" y="1522719"/>
                  </a:lnTo>
                  <a:lnTo>
                    <a:pt x="3707401" y="1526352"/>
                  </a:lnTo>
                  <a:lnTo>
                    <a:pt x="3709680" y="1529984"/>
                  </a:lnTo>
                  <a:lnTo>
                    <a:pt x="3711958" y="1533617"/>
                  </a:lnTo>
                  <a:lnTo>
                    <a:pt x="3714237" y="1537249"/>
                  </a:lnTo>
                  <a:lnTo>
                    <a:pt x="3716516" y="1540882"/>
                  </a:lnTo>
                  <a:lnTo>
                    <a:pt x="3718795" y="1545764"/>
                  </a:lnTo>
                  <a:lnTo>
                    <a:pt x="3721074" y="1551701"/>
                  </a:lnTo>
                  <a:lnTo>
                    <a:pt x="3723353" y="1557357"/>
                  </a:lnTo>
                  <a:lnTo>
                    <a:pt x="3725632" y="1563013"/>
                  </a:lnTo>
                  <a:lnTo>
                    <a:pt x="3727911" y="1568669"/>
                  </a:lnTo>
                  <a:lnTo>
                    <a:pt x="3730190" y="1574325"/>
                  </a:lnTo>
                  <a:lnTo>
                    <a:pt x="3732469" y="1579981"/>
                  </a:lnTo>
                  <a:lnTo>
                    <a:pt x="3734748" y="1583317"/>
                  </a:lnTo>
                  <a:lnTo>
                    <a:pt x="3737027" y="1585826"/>
                  </a:lnTo>
                  <a:lnTo>
                    <a:pt x="3739306" y="1588243"/>
                  </a:lnTo>
                  <a:lnTo>
                    <a:pt x="3741585" y="1590659"/>
                  </a:lnTo>
                  <a:lnTo>
                    <a:pt x="3743864" y="1593076"/>
                  </a:lnTo>
                  <a:lnTo>
                    <a:pt x="3746143" y="1595492"/>
                  </a:lnTo>
                  <a:lnTo>
                    <a:pt x="3748422" y="1597042"/>
                  </a:lnTo>
                  <a:lnTo>
                    <a:pt x="3750701" y="1598591"/>
                  </a:lnTo>
                  <a:lnTo>
                    <a:pt x="3752980" y="1598314"/>
                  </a:lnTo>
                  <a:lnTo>
                    <a:pt x="3755259" y="1596702"/>
                  </a:lnTo>
                  <a:lnTo>
                    <a:pt x="3757538" y="1595089"/>
                  </a:lnTo>
                  <a:lnTo>
                    <a:pt x="3759817" y="1593476"/>
                  </a:lnTo>
                  <a:lnTo>
                    <a:pt x="3762096" y="1591863"/>
                  </a:lnTo>
                  <a:lnTo>
                    <a:pt x="3764375" y="1590647"/>
                  </a:lnTo>
                  <a:lnTo>
                    <a:pt x="3766654" y="1589432"/>
                  </a:lnTo>
                  <a:lnTo>
                    <a:pt x="3768933" y="1588215"/>
                  </a:lnTo>
                  <a:lnTo>
                    <a:pt x="3771212" y="1586999"/>
                  </a:lnTo>
                  <a:lnTo>
                    <a:pt x="3773491" y="1585783"/>
                  </a:lnTo>
                  <a:lnTo>
                    <a:pt x="3775770" y="1584170"/>
                  </a:lnTo>
                  <a:lnTo>
                    <a:pt x="3778049" y="1582557"/>
                  </a:lnTo>
                  <a:lnTo>
                    <a:pt x="3780327" y="1581434"/>
                  </a:lnTo>
                  <a:lnTo>
                    <a:pt x="3782606" y="1581153"/>
                  </a:lnTo>
                  <a:lnTo>
                    <a:pt x="3784885" y="1580872"/>
                  </a:lnTo>
                  <a:lnTo>
                    <a:pt x="3787164" y="1580872"/>
                  </a:lnTo>
                  <a:lnTo>
                    <a:pt x="3789443" y="1580872"/>
                  </a:lnTo>
                  <a:lnTo>
                    <a:pt x="3791722" y="1580872"/>
                  </a:lnTo>
                  <a:lnTo>
                    <a:pt x="3794001" y="1580872"/>
                  </a:lnTo>
                  <a:lnTo>
                    <a:pt x="3796280" y="1580871"/>
                  </a:lnTo>
                  <a:lnTo>
                    <a:pt x="3798559" y="1580871"/>
                  </a:lnTo>
                  <a:lnTo>
                    <a:pt x="3800838" y="1580871"/>
                  </a:lnTo>
                  <a:lnTo>
                    <a:pt x="3803117" y="1581598"/>
                  </a:lnTo>
                  <a:lnTo>
                    <a:pt x="3805396" y="1582043"/>
                  </a:lnTo>
                  <a:lnTo>
                    <a:pt x="3807675" y="1582489"/>
                  </a:lnTo>
                  <a:lnTo>
                    <a:pt x="3809954" y="1583612"/>
                  </a:lnTo>
                  <a:lnTo>
                    <a:pt x="3812233" y="1584736"/>
                  </a:lnTo>
                  <a:lnTo>
                    <a:pt x="3814512" y="1585463"/>
                  </a:lnTo>
                  <a:lnTo>
                    <a:pt x="3816791" y="1586190"/>
                  </a:lnTo>
                  <a:lnTo>
                    <a:pt x="3819070" y="1586917"/>
                  </a:lnTo>
                  <a:lnTo>
                    <a:pt x="3821349" y="1587363"/>
                  </a:lnTo>
                  <a:lnTo>
                    <a:pt x="3823628" y="1587808"/>
                  </a:lnTo>
                  <a:lnTo>
                    <a:pt x="3825907" y="1588254"/>
                  </a:lnTo>
                  <a:lnTo>
                    <a:pt x="3828186" y="1588700"/>
                  </a:lnTo>
                  <a:lnTo>
                    <a:pt x="3830465" y="1589146"/>
                  </a:lnTo>
                  <a:lnTo>
                    <a:pt x="3832744" y="1590458"/>
                  </a:lnTo>
                  <a:lnTo>
                    <a:pt x="3835023" y="1592223"/>
                  </a:lnTo>
                  <a:lnTo>
                    <a:pt x="3837302" y="1593989"/>
                  </a:lnTo>
                  <a:lnTo>
                    <a:pt x="3839581" y="1596742"/>
                  </a:lnTo>
                  <a:lnTo>
                    <a:pt x="3841860" y="1599495"/>
                  </a:lnTo>
                  <a:lnTo>
                    <a:pt x="3844139" y="1601542"/>
                  </a:lnTo>
                  <a:lnTo>
                    <a:pt x="3846417" y="1603588"/>
                  </a:lnTo>
                  <a:lnTo>
                    <a:pt x="3848696" y="1605635"/>
                  </a:lnTo>
                  <a:lnTo>
                    <a:pt x="3850975" y="1607682"/>
                  </a:lnTo>
                  <a:lnTo>
                    <a:pt x="3853254" y="1610435"/>
                  </a:lnTo>
                  <a:lnTo>
                    <a:pt x="3855533" y="1614630"/>
                  </a:lnTo>
                  <a:lnTo>
                    <a:pt x="3857812" y="1618826"/>
                  </a:lnTo>
                  <a:lnTo>
                    <a:pt x="3860091" y="1623021"/>
                  </a:lnTo>
                  <a:lnTo>
                    <a:pt x="3862370" y="1627216"/>
                  </a:lnTo>
                  <a:lnTo>
                    <a:pt x="3864649" y="1631412"/>
                  </a:lnTo>
                  <a:lnTo>
                    <a:pt x="3866928" y="1631704"/>
                  </a:lnTo>
                  <a:lnTo>
                    <a:pt x="3869207" y="1631313"/>
                  </a:lnTo>
                  <a:lnTo>
                    <a:pt x="3871486" y="1629764"/>
                  </a:lnTo>
                  <a:lnTo>
                    <a:pt x="3873765" y="1628215"/>
                  </a:lnTo>
                  <a:lnTo>
                    <a:pt x="3876044" y="1626665"/>
                  </a:lnTo>
                  <a:lnTo>
                    <a:pt x="3878323" y="1625116"/>
                  </a:lnTo>
                  <a:lnTo>
                    <a:pt x="3880602" y="1623566"/>
                  </a:lnTo>
                  <a:lnTo>
                    <a:pt x="3882881" y="1622017"/>
                  </a:lnTo>
                  <a:lnTo>
                    <a:pt x="3885160" y="1620920"/>
                  </a:lnTo>
                  <a:lnTo>
                    <a:pt x="3887439" y="1618900"/>
                  </a:lnTo>
                  <a:lnTo>
                    <a:pt x="3889718" y="1616484"/>
                  </a:lnTo>
                  <a:lnTo>
                    <a:pt x="3891997" y="1614068"/>
                  </a:lnTo>
                  <a:lnTo>
                    <a:pt x="3894276" y="1610502"/>
                  </a:lnTo>
                  <a:lnTo>
                    <a:pt x="3896555" y="1604846"/>
                  </a:lnTo>
                  <a:lnTo>
                    <a:pt x="3898834" y="1599190"/>
                  </a:lnTo>
                  <a:lnTo>
                    <a:pt x="3901113" y="1596488"/>
                  </a:lnTo>
                  <a:lnTo>
                    <a:pt x="3903392" y="1594449"/>
                  </a:lnTo>
                  <a:lnTo>
                    <a:pt x="3905671" y="1592864"/>
                  </a:lnTo>
                  <a:lnTo>
                    <a:pt x="3907950" y="1591277"/>
                  </a:lnTo>
                  <a:lnTo>
                    <a:pt x="3910229" y="1589692"/>
                  </a:lnTo>
                  <a:lnTo>
                    <a:pt x="3912508" y="1588106"/>
                  </a:lnTo>
                  <a:lnTo>
                    <a:pt x="3914786" y="1586520"/>
                  </a:lnTo>
                  <a:lnTo>
                    <a:pt x="3917065" y="1585641"/>
                  </a:lnTo>
                  <a:lnTo>
                    <a:pt x="3919344" y="1583328"/>
                  </a:lnTo>
                  <a:lnTo>
                    <a:pt x="3921623" y="1581015"/>
                  </a:lnTo>
                  <a:lnTo>
                    <a:pt x="3923902" y="1578702"/>
                  </a:lnTo>
                  <a:lnTo>
                    <a:pt x="3926181" y="1575540"/>
                  </a:lnTo>
                  <a:lnTo>
                    <a:pt x="3928460" y="1574745"/>
                  </a:lnTo>
                  <a:lnTo>
                    <a:pt x="3930739" y="1576065"/>
                  </a:lnTo>
                  <a:lnTo>
                    <a:pt x="3933018" y="1577385"/>
                  </a:lnTo>
                  <a:lnTo>
                    <a:pt x="3935297" y="1578252"/>
                  </a:lnTo>
                  <a:lnTo>
                    <a:pt x="3937576" y="1579119"/>
                  </a:lnTo>
                  <a:lnTo>
                    <a:pt x="3939855" y="1579515"/>
                  </a:lnTo>
                  <a:lnTo>
                    <a:pt x="3942134" y="1579516"/>
                  </a:lnTo>
                  <a:lnTo>
                    <a:pt x="3944413" y="1579516"/>
                  </a:lnTo>
                  <a:lnTo>
                    <a:pt x="3946692" y="1579516"/>
                  </a:lnTo>
                  <a:lnTo>
                    <a:pt x="3948971" y="1578649"/>
                  </a:lnTo>
                  <a:lnTo>
                    <a:pt x="3951250" y="1576884"/>
                  </a:lnTo>
                  <a:lnTo>
                    <a:pt x="3953529" y="1575118"/>
                  </a:lnTo>
                  <a:lnTo>
                    <a:pt x="3955808" y="1572646"/>
                  </a:lnTo>
                  <a:lnTo>
                    <a:pt x="3958087" y="1570174"/>
                  </a:lnTo>
                  <a:lnTo>
                    <a:pt x="3960366" y="1568854"/>
                  </a:lnTo>
                  <a:lnTo>
                    <a:pt x="3962645" y="1567088"/>
                  </a:lnTo>
                  <a:lnTo>
                    <a:pt x="3964924" y="1565323"/>
                  </a:lnTo>
                  <a:lnTo>
                    <a:pt x="3967203" y="1563557"/>
                  </a:lnTo>
                  <a:lnTo>
                    <a:pt x="3969482" y="1561084"/>
                  </a:lnTo>
                  <a:lnTo>
                    <a:pt x="3971761" y="1558105"/>
                  </a:lnTo>
                  <a:lnTo>
                    <a:pt x="3974040" y="1555126"/>
                  </a:lnTo>
                  <a:lnTo>
                    <a:pt x="3976319" y="1552148"/>
                  </a:lnTo>
                  <a:lnTo>
                    <a:pt x="3978598" y="1549169"/>
                  </a:lnTo>
                  <a:lnTo>
                    <a:pt x="3980876" y="1546190"/>
                  </a:lnTo>
                  <a:lnTo>
                    <a:pt x="3983155" y="1547510"/>
                  </a:lnTo>
                  <a:lnTo>
                    <a:pt x="3985434" y="1549513"/>
                  </a:lnTo>
                  <a:lnTo>
                    <a:pt x="3987713" y="1552676"/>
                  </a:lnTo>
                  <a:lnTo>
                    <a:pt x="3989992" y="1555838"/>
                  </a:lnTo>
                  <a:lnTo>
                    <a:pt x="3992271" y="1559001"/>
                  </a:lnTo>
                  <a:lnTo>
                    <a:pt x="3994550" y="1561767"/>
                  </a:lnTo>
                  <a:lnTo>
                    <a:pt x="3996829" y="1564086"/>
                  </a:lnTo>
                  <a:lnTo>
                    <a:pt x="3999108" y="1566852"/>
                  </a:lnTo>
                  <a:lnTo>
                    <a:pt x="4001387" y="1569165"/>
                  </a:lnTo>
                  <a:lnTo>
                    <a:pt x="4003666" y="1572401"/>
                  </a:lnTo>
                  <a:lnTo>
                    <a:pt x="4005945" y="1575588"/>
                  </a:lnTo>
                  <a:lnTo>
                    <a:pt x="4008224" y="1578775"/>
                  </a:lnTo>
                  <a:lnTo>
                    <a:pt x="4010503" y="1583112"/>
                  </a:lnTo>
                  <a:lnTo>
                    <a:pt x="4012782" y="1589049"/>
                  </a:lnTo>
                  <a:lnTo>
                    <a:pt x="4015061" y="1594986"/>
                  </a:lnTo>
                  <a:lnTo>
                    <a:pt x="4017340" y="1597688"/>
                  </a:lnTo>
                  <a:lnTo>
                    <a:pt x="4019619" y="1599727"/>
                  </a:lnTo>
                  <a:lnTo>
                    <a:pt x="4021898" y="1601594"/>
                  </a:lnTo>
                  <a:lnTo>
                    <a:pt x="4024177" y="1603461"/>
                  </a:lnTo>
                  <a:lnTo>
                    <a:pt x="4026456" y="1605328"/>
                  </a:lnTo>
                  <a:lnTo>
                    <a:pt x="4028735" y="1607195"/>
                  </a:lnTo>
                  <a:lnTo>
                    <a:pt x="4031014" y="1609062"/>
                  </a:lnTo>
                  <a:lnTo>
                    <a:pt x="4033293" y="1609942"/>
                  </a:lnTo>
                  <a:lnTo>
                    <a:pt x="4035572" y="1611527"/>
                  </a:lnTo>
                  <a:lnTo>
                    <a:pt x="4037851" y="1613840"/>
                  </a:lnTo>
                  <a:lnTo>
                    <a:pt x="4040130" y="1616153"/>
                  </a:lnTo>
                  <a:lnTo>
                    <a:pt x="4042409" y="1618919"/>
                  </a:lnTo>
                  <a:lnTo>
                    <a:pt x="4044688" y="1619317"/>
                  </a:lnTo>
                  <a:lnTo>
                    <a:pt x="4046966" y="1617997"/>
                  </a:lnTo>
                  <a:lnTo>
                    <a:pt x="4049245" y="1616677"/>
                  </a:lnTo>
                  <a:lnTo>
                    <a:pt x="4051524" y="1615810"/>
                  </a:lnTo>
                  <a:lnTo>
                    <a:pt x="4053803" y="1614943"/>
                  </a:lnTo>
                  <a:lnTo>
                    <a:pt x="4056082" y="1614101"/>
                  </a:lnTo>
                  <a:lnTo>
                    <a:pt x="4058361" y="1614101"/>
                  </a:lnTo>
                  <a:lnTo>
                    <a:pt x="4060640" y="1614101"/>
                  </a:lnTo>
                  <a:lnTo>
                    <a:pt x="4062919" y="1614498"/>
                  </a:lnTo>
                  <a:lnTo>
                    <a:pt x="4065198" y="1614895"/>
                  </a:lnTo>
                  <a:lnTo>
                    <a:pt x="4067477" y="1615737"/>
                  </a:lnTo>
                  <a:lnTo>
                    <a:pt x="4069756" y="1616580"/>
                  </a:lnTo>
                  <a:lnTo>
                    <a:pt x="4072035" y="1616580"/>
                  </a:lnTo>
                  <a:lnTo>
                    <a:pt x="4074314" y="1616579"/>
                  </a:lnTo>
                  <a:lnTo>
                    <a:pt x="4076593" y="1616134"/>
                  </a:lnTo>
                  <a:lnTo>
                    <a:pt x="4078872" y="1616134"/>
                  </a:lnTo>
                  <a:lnTo>
                    <a:pt x="4081151" y="1616134"/>
                  </a:lnTo>
                  <a:lnTo>
                    <a:pt x="4083430" y="1616580"/>
                  </a:lnTo>
                  <a:lnTo>
                    <a:pt x="4085709" y="1617893"/>
                  </a:lnTo>
                  <a:lnTo>
                    <a:pt x="4087988" y="1618760"/>
                  </a:lnTo>
                  <a:lnTo>
                    <a:pt x="4090267" y="1619626"/>
                  </a:lnTo>
                  <a:lnTo>
                    <a:pt x="4092546" y="1620023"/>
                  </a:lnTo>
                  <a:lnTo>
                    <a:pt x="4094825" y="1620419"/>
                  </a:lnTo>
                  <a:lnTo>
                    <a:pt x="4097104" y="1620419"/>
                  </a:lnTo>
                  <a:lnTo>
                    <a:pt x="4099383" y="1620419"/>
                  </a:lnTo>
                  <a:lnTo>
                    <a:pt x="4101662" y="1620419"/>
                  </a:lnTo>
                  <a:lnTo>
                    <a:pt x="4103941" y="1620889"/>
                  </a:lnTo>
                  <a:lnTo>
                    <a:pt x="4106220" y="1621360"/>
                  </a:lnTo>
                  <a:lnTo>
                    <a:pt x="4108499" y="1621830"/>
                  </a:lnTo>
                  <a:lnTo>
                    <a:pt x="4110778" y="1623149"/>
                  </a:lnTo>
                  <a:lnTo>
                    <a:pt x="4113057" y="1625621"/>
                  </a:lnTo>
                  <a:lnTo>
                    <a:pt x="4115335" y="1627647"/>
                  </a:lnTo>
                  <a:lnTo>
                    <a:pt x="4117614" y="1628967"/>
                  </a:lnTo>
                  <a:lnTo>
                    <a:pt x="4119893" y="1629363"/>
                  </a:lnTo>
                  <a:lnTo>
                    <a:pt x="4122172" y="1630206"/>
                  </a:lnTo>
                  <a:lnTo>
                    <a:pt x="4124451" y="1631518"/>
                  </a:lnTo>
                  <a:lnTo>
                    <a:pt x="4126730" y="1632831"/>
                  </a:lnTo>
                  <a:lnTo>
                    <a:pt x="4129009" y="1634145"/>
                  </a:lnTo>
                  <a:lnTo>
                    <a:pt x="4131288" y="1635457"/>
                  </a:lnTo>
                  <a:lnTo>
                    <a:pt x="4133567" y="1636581"/>
                  </a:lnTo>
                  <a:lnTo>
                    <a:pt x="4135846" y="1637705"/>
                  </a:lnTo>
                  <a:lnTo>
                    <a:pt x="4138125" y="1638151"/>
                  </a:lnTo>
                  <a:lnTo>
                    <a:pt x="4140404" y="1638596"/>
                  </a:lnTo>
                  <a:lnTo>
                    <a:pt x="4142683" y="1639438"/>
                  </a:lnTo>
                  <a:lnTo>
                    <a:pt x="4144962" y="1640281"/>
                  </a:lnTo>
                  <a:lnTo>
                    <a:pt x="4147241" y="1640726"/>
                  </a:lnTo>
                  <a:lnTo>
                    <a:pt x="4149520" y="1641454"/>
                  </a:lnTo>
                  <a:lnTo>
                    <a:pt x="4151799" y="1642180"/>
                  </a:lnTo>
                  <a:lnTo>
                    <a:pt x="4154078" y="1642180"/>
                  </a:lnTo>
                  <a:lnTo>
                    <a:pt x="4156357" y="1642180"/>
                  </a:lnTo>
                  <a:lnTo>
                    <a:pt x="4158636" y="1641734"/>
                  </a:lnTo>
                  <a:lnTo>
                    <a:pt x="4160915" y="1641288"/>
                  </a:lnTo>
                  <a:lnTo>
                    <a:pt x="4163194" y="1640842"/>
                  </a:lnTo>
                  <a:lnTo>
                    <a:pt x="4165473" y="1640397"/>
                  </a:lnTo>
                  <a:lnTo>
                    <a:pt x="4167752" y="1639951"/>
                  </a:lnTo>
                  <a:lnTo>
                    <a:pt x="4170031" y="1639505"/>
                  </a:lnTo>
                  <a:lnTo>
                    <a:pt x="4172310" y="1639505"/>
                  </a:lnTo>
                  <a:lnTo>
                    <a:pt x="4174589" y="1639059"/>
                  </a:lnTo>
                  <a:lnTo>
                    <a:pt x="4176868" y="1638332"/>
                  </a:lnTo>
                  <a:lnTo>
                    <a:pt x="4179147" y="1636719"/>
                  </a:lnTo>
                  <a:lnTo>
                    <a:pt x="4181425" y="1635107"/>
                  </a:lnTo>
                  <a:lnTo>
                    <a:pt x="4183704" y="1633493"/>
                  </a:lnTo>
                  <a:lnTo>
                    <a:pt x="4185983" y="1631880"/>
                  </a:lnTo>
                  <a:lnTo>
                    <a:pt x="4188262" y="1631110"/>
                  </a:lnTo>
                  <a:lnTo>
                    <a:pt x="4190541" y="1630339"/>
                  </a:lnTo>
                  <a:lnTo>
                    <a:pt x="4192820" y="1629569"/>
                  </a:lnTo>
                  <a:lnTo>
                    <a:pt x="4195099" y="1628798"/>
                  </a:lnTo>
                  <a:lnTo>
                    <a:pt x="4197378" y="1628028"/>
                  </a:lnTo>
                  <a:lnTo>
                    <a:pt x="4199657" y="1626811"/>
                  </a:lnTo>
                  <a:lnTo>
                    <a:pt x="4201936" y="1624728"/>
                  </a:lnTo>
                  <a:lnTo>
                    <a:pt x="4204215" y="1622645"/>
                  </a:lnTo>
                  <a:lnTo>
                    <a:pt x="4206494" y="1620562"/>
                  </a:lnTo>
                  <a:lnTo>
                    <a:pt x="4208773" y="1618949"/>
                  </a:lnTo>
                  <a:lnTo>
                    <a:pt x="4211052" y="1617336"/>
                  </a:lnTo>
                  <a:lnTo>
                    <a:pt x="4213331" y="1616120"/>
                  </a:lnTo>
                  <a:lnTo>
                    <a:pt x="4215610" y="1614507"/>
                  </a:lnTo>
                  <a:lnTo>
                    <a:pt x="4217889" y="1612894"/>
                  </a:lnTo>
                  <a:lnTo>
                    <a:pt x="4220168" y="1611300"/>
                  </a:lnTo>
                  <a:lnTo>
                    <a:pt x="4222447" y="1609988"/>
                  </a:lnTo>
                  <a:lnTo>
                    <a:pt x="4224726" y="1608675"/>
                  </a:lnTo>
                  <a:lnTo>
                    <a:pt x="4227005" y="1606910"/>
                  </a:lnTo>
                  <a:lnTo>
                    <a:pt x="4229284" y="1604438"/>
                  </a:lnTo>
                  <a:lnTo>
                    <a:pt x="4231563" y="1601967"/>
                  </a:lnTo>
                  <a:lnTo>
                    <a:pt x="4233842" y="1600201"/>
                  </a:lnTo>
                  <a:lnTo>
                    <a:pt x="4236121" y="1599358"/>
                  </a:lnTo>
                  <a:lnTo>
                    <a:pt x="4238400" y="1598516"/>
                  </a:lnTo>
                  <a:lnTo>
                    <a:pt x="4240679" y="1597203"/>
                  </a:lnTo>
                  <a:lnTo>
                    <a:pt x="4242958" y="1595890"/>
                  </a:lnTo>
                  <a:lnTo>
                    <a:pt x="4245237" y="1594578"/>
                  </a:lnTo>
                  <a:lnTo>
                    <a:pt x="4247516" y="1593265"/>
                  </a:lnTo>
                  <a:lnTo>
                    <a:pt x="4249794" y="1592422"/>
                  </a:lnTo>
                  <a:lnTo>
                    <a:pt x="4252073" y="1591580"/>
                  </a:lnTo>
                  <a:lnTo>
                    <a:pt x="4254352" y="1590852"/>
                  </a:lnTo>
                  <a:lnTo>
                    <a:pt x="4256631" y="1589636"/>
                  </a:lnTo>
                  <a:lnTo>
                    <a:pt x="4258910" y="1588023"/>
                  </a:lnTo>
                  <a:lnTo>
                    <a:pt x="4261189" y="1586410"/>
                  </a:lnTo>
                  <a:lnTo>
                    <a:pt x="4263468" y="1585194"/>
                  </a:lnTo>
                  <a:lnTo>
                    <a:pt x="4265747" y="1583978"/>
                  </a:lnTo>
                  <a:lnTo>
                    <a:pt x="4268026" y="1582761"/>
                  </a:lnTo>
                  <a:lnTo>
                    <a:pt x="4270305" y="1581545"/>
                  </a:lnTo>
                  <a:lnTo>
                    <a:pt x="4272584" y="1580329"/>
                  </a:lnTo>
                  <a:lnTo>
                    <a:pt x="4274863" y="1579558"/>
                  </a:lnTo>
                  <a:lnTo>
                    <a:pt x="4277142" y="1578787"/>
                  </a:lnTo>
                  <a:lnTo>
                    <a:pt x="4279421" y="1578017"/>
                  </a:lnTo>
                  <a:lnTo>
                    <a:pt x="4281700" y="1577246"/>
                  </a:lnTo>
                  <a:lnTo>
                    <a:pt x="4283979" y="1576476"/>
                  </a:lnTo>
                  <a:lnTo>
                    <a:pt x="4286258" y="1575706"/>
                  </a:lnTo>
                  <a:lnTo>
                    <a:pt x="4288537" y="1574935"/>
                  </a:lnTo>
                  <a:lnTo>
                    <a:pt x="4290816" y="1574165"/>
                  </a:lnTo>
                  <a:lnTo>
                    <a:pt x="4293095" y="1573676"/>
                  </a:lnTo>
                  <a:lnTo>
                    <a:pt x="4295374" y="1573676"/>
                  </a:lnTo>
                  <a:lnTo>
                    <a:pt x="4297653" y="1570901"/>
                  </a:lnTo>
                  <a:lnTo>
                    <a:pt x="4299932" y="1567268"/>
                  </a:lnTo>
                  <a:lnTo>
                    <a:pt x="4302211" y="1563636"/>
                  </a:lnTo>
                  <a:lnTo>
                    <a:pt x="4304490" y="1560003"/>
                  </a:lnTo>
                  <a:lnTo>
                    <a:pt x="4306769" y="1553520"/>
                  </a:lnTo>
                  <a:lnTo>
                    <a:pt x="4309048" y="1546741"/>
                  </a:lnTo>
                  <a:lnTo>
                    <a:pt x="4311327" y="1539962"/>
                  </a:lnTo>
                  <a:lnTo>
                    <a:pt x="4313606" y="1533182"/>
                  </a:lnTo>
                  <a:lnTo>
                    <a:pt x="4315884" y="1526403"/>
                  </a:lnTo>
                  <a:lnTo>
                    <a:pt x="4318163" y="1519623"/>
                  </a:lnTo>
                  <a:lnTo>
                    <a:pt x="4320442" y="1512843"/>
                  </a:lnTo>
                  <a:lnTo>
                    <a:pt x="4322721" y="1506064"/>
                  </a:lnTo>
                  <a:lnTo>
                    <a:pt x="4325000" y="1499285"/>
                  </a:lnTo>
                  <a:lnTo>
                    <a:pt x="4327279" y="1492505"/>
                  </a:lnTo>
                  <a:lnTo>
                    <a:pt x="4329558" y="1486215"/>
                  </a:lnTo>
                  <a:lnTo>
                    <a:pt x="4331837" y="1482245"/>
                  </a:lnTo>
                  <a:lnTo>
                    <a:pt x="4334116" y="1479101"/>
                  </a:lnTo>
                  <a:lnTo>
                    <a:pt x="4336395" y="1475469"/>
                  </a:lnTo>
                  <a:lnTo>
                    <a:pt x="4338674" y="1471554"/>
                  </a:lnTo>
                  <a:lnTo>
                    <a:pt x="4340953" y="1470883"/>
                  </a:lnTo>
                  <a:lnTo>
                    <a:pt x="4343232" y="1470602"/>
                  </a:lnTo>
                  <a:lnTo>
                    <a:pt x="4345511" y="1470320"/>
                  </a:lnTo>
                  <a:lnTo>
                    <a:pt x="4347790" y="1470040"/>
                  </a:lnTo>
                  <a:lnTo>
                    <a:pt x="4350069" y="1469758"/>
                  </a:lnTo>
                  <a:lnTo>
                    <a:pt x="4352348" y="1469758"/>
                  </a:lnTo>
                  <a:lnTo>
                    <a:pt x="4354627" y="1469758"/>
                  </a:lnTo>
                  <a:lnTo>
                    <a:pt x="4356906" y="1470203"/>
                  </a:lnTo>
                  <a:lnTo>
                    <a:pt x="4359185" y="1471046"/>
                  </a:lnTo>
                  <a:lnTo>
                    <a:pt x="4361464" y="1471888"/>
                  </a:lnTo>
                  <a:lnTo>
                    <a:pt x="4363743" y="1472334"/>
                  </a:lnTo>
                  <a:lnTo>
                    <a:pt x="4366022" y="1472780"/>
                  </a:lnTo>
                  <a:lnTo>
                    <a:pt x="4368301" y="1473622"/>
                  </a:lnTo>
                  <a:lnTo>
                    <a:pt x="4370580" y="1474746"/>
                  </a:lnTo>
                  <a:lnTo>
                    <a:pt x="4372859" y="1476829"/>
                  </a:lnTo>
                  <a:lnTo>
                    <a:pt x="4375138" y="1478912"/>
                  </a:lnTo>
                  <a:lnTo>
                    <a:pt x="4377417" y="1480995"/>
                  </a:lnTo>
                  <a:lnTo>
                    <a:pt x="4379696" y="1483078"/>
                  </a:lnTo>
                  <a:lnTo>
                    <a:pt x="4381975" y="1485161"/>
                  </a:lnTo>
                  <a:lnTo>
                    <a:pt x="4384253" y="1488404"/>
                  </a:lnTo>
                  <a:lnTo>
                    <a:pt x="4386532" y="1491646"/>
                  </a:lnTo>
                  <a:lnTo>
                    <a:pt x="4388811" y="1494888"/>
                  </a:lnTo>
                  <a:lnTo>
                    <a:pt x="4391090" y="1498130"/>
                  </a:lnTo>
                  <a:lnTo>
                    <a:pt x="4393369" y="1501372"/>
                  </a:lnTo>
                  <a:lnTo>
                    <a:pt x="4395648" y="1504615"/>
                  </a:lnTo>
                  <a:lnTo>
                    <a:pt x="4397927" y="1507858"/>
                  </a:lnTo>
                  <a:lnTo>
                    <a:pt x="4400206" y="1512053"/>
                  </a:lnTo>
                  <a:lnTo>
                    <a:pt x="4402485" y="1517141"/>
                  </a:lnTo>
                  <a:lnTo>
                    <a:pt x="4404764" y="1523110"/>
                  </a:lnTo>
                  <a:lnTo>
                    <a:pt x="4407043" y="1529079"/>
                  </a:lnTo>
                  <a:lnTo>
                    <a:pt x="4409322" y="1535048"/>
                  </a:lnTo>
                  <a:lnTo>
                    <a:pt x="4411601" y="1542345"/>
                  </a:lnTo>
                  <a:lnTo>
                    <a:pt x="4413880" y="1552417"/>
                  </a:lnTo>
                  <a:lnTo>
                    <a:pt x="4416159" y="1563347"/>
                  </a:lnTo>
                  <a:lnTo>
                    <a:pt x="4418438" y="1574277"/>
                  </a:lnTo>
                  <a:lnTo>
                    <a:pt x="4420717" y="1581278"/>
                  </a:lnTo>
                  <a:lnTo>
                    <a:pt x="4422996" y="1590097"/>
                  </a:lnTo>
                  <a:lnTo>
                    <a:pt x="4425275" y="1598062"/>
                  </a:lnTo>
                  <a:lnTo>
                    <a:pt x="4427554" y="1603150"/>
                  </a:lnTo>
                  <a:lnTo>
                    <a:pt x="4429833" y="1609118"/>
                  </a:lnTo>
                  <a:lnTo>
                    <a:pt x="4432112" y="1615087"/>
                  </a:lnTo>
                  <a:lnTo>
                    <a:pt x="4434391" y="1620175"/>
                  </a:lnTo>
                  <a:lnTo>
                    <a:pt x="4436670" y="1624370"/>
                  </a:lnTo>
                  <a:lnTo>
                    <a:pt x="4438949" y="1627612"/>
                  </a:lnTo>
                  <a:lnTo>
                    <a:pt x="4441228" y="1630149"/>
                  </a:lnTo>
                  <a:lnTo>
                    <a:pt x="4443507" y="1632685"/>
                  </a:lnTo>
                  <a:lnTo>
                    <a:pt x="4445786" y="1633808"/>
                  </a:lnTo>
                  <a:lnTo>
                    <a:pt x="4448065" y="1632612"/>
                  </a:lnTo>
                  <a:lnTo>
                    <a:pt x="4450343" y="1630192"/>
                  </a:lnTo>
                  <a:lnTo>
                    <a:pt x="4452622" y="1627772"/>
                  </a:lnTo>
                  <a:lnTo>
                    <a:pt x="4454901" y="1627510"/>
                  </a:lnTo>
                  <a:lnTo>
                    <a:pt x="4457180" y="1624994"/>
                  </a:lnTo>
                  <a:lnTo>
                    <a:pt x="4459459" y="1623297"/>
                  </a:lnTo>
                  <a:lnTo>
                    <a:pt x="4461738" y="1623578"/>
                  </a:lnTo>
                  <a:lnTo>
                    <a:pt x="4464017" y="1623578"/>
                  </a:lnTo>
                  <a:lnTo>
                    <a:pt x="4466296" y="1623578"/>
                  </a:lnTo>
                  <a:lnTo>
                    <a:pt x="4468575" y="1623297"/>
                  </a:lnTo>
                  <a:lnTo>
                    <a:pt x="4470854" y="1622526"/>
                  </a:lnTo>
                  <a:lnTo>
                    <a:pt x="4473133" y="1621799"/>
                  </a:lnTo>
                  <a:lnTo>
                    <a:pt x="4475412" y="1620676"/>
                  </a:lnTo>
                  <a:lnTo>
                    <a:pt x="4477691" y="1619552"/>
                  </a:lnTo>
                  <a:lnTo>
                    <a:pt x="4479970" y="1618825"/>
                  </a:lnTo>
                  <a:lnTo>
                    <a:pt x="4482249" y="1618099"/>
                  </a:lnTo>
                  <a:lnTo>
                    <a:pt x="4484528" y="1617256"/>
                  </a:lnTo>
                  <a:lnTo>
                    <a:pt x="4486807" y="1616859"/>
                  </a:lnTo>
                  <a:lnTo>
                    <a:pt x="4489086" y="1615993"/>
                  </a:lnTo>
                  <a:lnTo>
                    <a:pt x="4491365" y="1615126"/>
                  </a:lnTo>
                  <a:lnTo>
                    <a:pt x="4493644" y="1614259"/>
                  </a:lnTo>
                  <a:lnTo>
                    <a:pt x="4495923" y="1614259"/>
                  </a:lnTo>
                  <a:lnTo>
                    <a:pt x="4498202" y="1614259"/>
                  </a:lnTo>
                  <a:lnTo>
                    <a:pt x="4500481" y="1613100"/>
                  </a:lnTo>
                  <a:lnTo>
                    <a:pt x="4502760" y="1611941"/>
                  </a:lnTo>
                  <a:lnTo>
                    <a:pt x="4505039" y="1610782"/>
                  </a:lnTo>
                  <a:lnTo>
                    <a:pt x="4507318" y="1609153"/>
                  </a:lnTo>
                  <a:lnTo>
                    <a:pt x="4509597" y="1607523"/>
                  </a:lnTo>
                  <a:lnTo>
                    <a:pt x="4511876" y="1605894"/>
                  </a:lnTo>
                  <a:lnTo>
                    <a:pt x="4514155" y="1604265"/>
                  </a:lnTo>
                  <a:lnTo>
                    <a:pt x="4516433" y="1602605"/>
                  </a:lnTo>
                  <a:lnTo>
                    <a:pt x="4518712" y="1599601"/>
                  </a:lnTo>
                  <a:lnTo>
                    <a:pt x="4520991" y="1595245"/>
                  </a:lnTo>
                  <a:lnTo>
                    <a:pt x="4523270" y="1590889"/>
                  </a:lnTo>
                  <a:lnTo>
                    <a:pt x="4525549" y="1587004"/>
                  </a:lnTo>
                  <a:lnTo>
                    <a:pt x="4527828" y="1581790"/>
                  </a:lnTo>
                  <a:lnTo>
                    <a:pt x="4530107" y="1575710"/>
                  </a:lnTo>
                  <a:lnTo>
                    <a:pt x="4532386" y="1569629"/>
                  </a:lnTo>
                  <a:lnTo>
                    <a:pt x="4534665" y="1563549"/>
                  </a:lnTo>
                  <a:lnTo>
                    <a:pt x="4536944" y="1561397"/>
                  </a:lnTo>
                  <a:lnTo>
                    <a:pt x="4539223" y="1560277"/>
                  </a:lnTo>
                  <a:lnTo>
                    <a:pt x="4541502" y="1560308"/>
                  </a:lnTo>
                  <a:lnTo>
                    <a:pt x="4543781" y="1563216"/>
                  </a:lnTo>
                  <a:lnTo>
                    <a:pt x="4546060" y="1565243"/>
                  </a:lnTo>
                  <a:lnTo>
                    <a:pt x="4548339" y="1567270"/>
                  </a:lnTo>
                  <a:lnTo>
                    <a:pt x="4550618" y="1569450"/>
                  </a:lnTo>
                  <a:lnTo>
                    <a:pt x="4552897" y="1572524"/>
                  </a:lnTo>
                  <a:lnTo>
                    <a:pt x="4555176" y="1576550"/>
                  </a:lnTo>
                  <a:lnTo>
                    <a:pt x="4557455" y="1581283"/>
                  </a:lnTo>
                  <a:lnTo>
                    <a:pt x="4559734" y="1585526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628943" y="5760402"/>
              <a:ext cx="5697415" cy="0"/>
            </a:xfrm>
            <a:custGeom>
              <a:avLst/>
              <a:pathLst>
                <a:path w="5697415" h="0">
                  <a:moveTo>
                    <a:pt x="0" y="0"/>
                  </a:moveTo>
                  <a:lnTo>
                    <a:pt x="5697415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628943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76842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907909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5047392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6186875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732635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>
              <a:off x="1241097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52230000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238058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52240000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3520063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52250000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659546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52260000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799029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52270000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693851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52280000</a:t>
              </a:r>
            </a:p>
          </p:txBody>
        </p:sp>
        <p:sp>
          <p:nvSpPr>
            <p:cNvPr id="51" name="pl50"/>
            <p:cNvSpPr/>
            <p:nvPr/>
          </p:nvSpPr>
          <p:spPr>
            <a:xfrm>
              <a:off x="1188720" y="4362660"/>
              <a:ext cx="0" cy="1249587"/>
            </a:xfrm>
            <a:custGeom>
              <a:avLst/>
              <a:pathLst>
                <a:path w="0" h="1249587">
                  <a:moveTo>
                    <a:pt x="0" y="124958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097280" y="561224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097280" y="519571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1097280" y="477919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1097280" y="436266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 rot="-5400000">
              <a:off x="790447" y="555461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57" name="tx56"/>
            <p:cNvSpPr/>
            <p:nvPr/>
          </p:nvSpPr>
          <p:spPr>
            <a:xfrm rot="-5400000">
              <a:off x="791451" y="5139090"/>
              <a:ext cx="242366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58" name="tx57"/>
            <p:cNvSpPr/>
            <p:nvPr/>
          </p:nvSpPr>
          <p:spPr>
            <a:xfrm rot="-5400000">
              <a:off x="790447" y="472155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59" name="tx58"/>
            <p:cNvSpPr/>
            <p:nvPr/>
          </p:nvSpPr>
          <p:spPr>
            <a:xfrm rot="-5400000">
              <a:off x="790447" y="43050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60" name="pg59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63" name="pg62"/>
            <p:cNvSpPr/>
            <p:nvPr/>
          </p:nvSpPr>
          <p:spPr>
            <a:xfrm>
              <a:off x="1439333" y="4074334"/>
              <a:ext cx="6265333" cy="1686068"/>
            </a:xfrm>
            <a:custGeom>
              <a:avLst/>
              <a:pathLst>
                <a:path w="6265333" h="1686068">
                  <a:moveTo>
                    <a:pt x="0" y="1630331"/>
                  </a:moveTo>
                  <a:lnTo>
                    <a:pt x="455" y="1628718"/>
                  </a:lnTo>
                  <a:lnTo>
                    <a:pt x="2734" y="1627502"/>
                  </a:lnTo>
                  <a:lnTo>
                    <a:pt x="5013" y="1625889"/>
                  </a:lnTo>
                  <a:lnTo>
                    <a:pt x="7292" y="1624276"/>
                  </a:lnTo>
                  <a:lnTo>
                    <a:pt x="9571" y="1622663"/>
                  </a:lnTo>
                  <a:lnTo>
                    <a:pt x="11850" y="1621051"/>
                  </a:lnTo>
                  <a:lnTo>
                    <a:pt x="14129" y="1619834"/>
                  </a:lnTo>
                  <a:lnTo>
                    <a:pt x="16408" y="1618617"/>
                  </a:lnTo>
                  <a:lnTo>
                    <a:pt x="18687" y="1617402"/>
                  </a:lnTo>
                  <a:lnTo>
                    <a:pt x="20966" y="1616631"/>
                  </a:lnTo>
                  <a:lnTo>
                    <a:pt x="23245" y="1615415"/>
                  </a:lnTo>
                  <a:lnTo>
                    <a:pt x="25524" y="1614199"/>
                  </a:lnTo>
                  <a:lnTo>
                    <a:pt x="27803" y="1612982"/>
                  </a:lnTo>
                  <a:lnTo>
                    <a:pt x="30082" y="1611370"/>
                  </a:lnTo>
                  <a:lnTo>
                    <a:pt x="32361" y="1609286"/>
                  </a:lnTo>
                  <a:lnTo>
                    <a:pt x="34640" y="1607203"/>
                  </a:lnTo>
                  <a:lnTo>
                    <a:pt x="36919" y="1604667"/>
                  </a:lnTo>
                  <a:lnTo>
                    <a:pt x="39198" y="1602584"/>
                  </a:lnTo>
                  <a:lnTo>
                    <a:pt x="41477" y="1600500"/>
                  </a:lnTo>
                  <a:lnTo>
                    <a:pt x="43756" y="1598417"/>
                  </a:lnTo>
                  <a:lnTo>
                    <a:pt x="46035" y="1596334"/>
                  </a:lnTo>
                  <a:lnTo>
                    <a:pt x="48314" y="1593798"/>
                  </a:lnTo>
                  <a:lnTo>
                    <a:pt x="50593" y="1590555"/>
                  </a:lnTo>
                  <a:lnTo>
                    <a:pt x="52872" y="1587313"/>
                  </a:lnTo>
                  <a:lnTo>
                    <a:pt x="55150" y="1584071"/>
                  </a:lnTo>
                  <a:lnTo>
                    <a:pt x="57429" y="1580829"/>
                  </a:lnTo>
                  <a:lnTo>
                    <a:pt x="59708" y="1577586"/>
                  </a:lnTo>
                  <a:lnTo>
                    <a:pt x="61987" y="1575050"/>
                  </a:lnTo>
                  <a:lnTo>
                    <a:pt x="64266" y="1572967"/>
                  </a:lnTo>
                  <a:lnTo>
                    <a:pt x="66545" y="1571354"/>
                  </a:lnTo>
                  <a:lnTo>
                    <a:pt x="68824" y="1569741"/>
                  </a:lnTo>
                  <a:lnTo>
                    <a:pt x="71103" y="1568524"/>
                  </a:lnTo>
                  <a:lnTo>
                    <a:pt x="73382" y="1567308"/>
                  </a:lnTo>
                  <a:lnTo>
                    <a:pt x="75661" y="1566092"/>
                  </a:lnTo>
                  <a:lnTo>
                    <a:pt x="77940" y="1564876"/>
                  </a:lnTo>
                  <a:lnTo>
                    <a:pt x="80219" y="1563659"/>
                  </a:lnTo>
                  <a:lnTo>
                    <a:pt x="82498" y="1562888"/>
                  </a:lnTo>
                  <a:lnTo>
                    <a:pt x="84777" y="1562399"/>
                  </a:lnTo>
                  <a:lnTo>
                    <a:pt x="87056" y="1561910"/>
                  </a:lnTo>
                  <a:lnTo>
                    <a:pt x="89335" y="1562399"/>
                  </a:lnTo>
                  <a:lnTo>
                    <a:pt x="91614" y="1563170"/>
                  </a:lnTo>
                  <a:lnTo>
                    <a:pt x="93893" y="1563940"/>
                  </a:lnTo>
                  <a:lnTo>
                    <a:pt x="96172" y="1564711"/>
                  </a:lnTo>
                  <a:lnTo>
                    <a:pt x="98451" y="1565926"/>
                  </a:lnTo>
                  <a:lnTo>
                    <a:pt x="100730" y="1567540"/>
                  </a:lnTo>
                  <a:lnTo>
                    <a:pt x="103009" y="1569152"/>
                  </a:lnTo>
                  <a:lnTo>
                    <a:pt x="105288" y="1570765"/>
                  </a:lnTo>
                  <a:lnTo>
                    <a:pt x="107567" y="1572848"/>
                  </a:lnTo>
                  <a:lnTo>
                    <a:pt x="109846" y="1574932"/>
                  </a:lnTo>
                  <a:lnTo>
                    <a:pt x="112125" y="1577015"/>
                  </a:lnTo>
                  <a:lnTo>
                    <a:pt x="114404" y="1579098"/>
                  </a:lnTo>
                  <a:lnTo>
                    <a:pt x="116683" y="1581181"/>
                  </a:lnTo>
                  <a:lnTo>
                    <a:pt x="118962" y="1583264"/>
                  </a:lnTo>
                  <a:lnTo>
                    <a:pt x="121240" y="1585348"/>
                  </a:lnTo>
                  <a:lnTo>
                    <a:pt x="123519" y="1586960"/>
                  </a:lnTo>
                  <a:lnTo>
                    <a:pt x="125798" y="1588177"/>
                  </a:lnTo>
                  <a:lnTo>
                    <a:pt x="128077" y="1589393"/>
                  </a:lnTo>
                  <a:lnTo>
                    <a:pt x="130356" y="1590609"/>
                  </a:lnTo>
                  <a:lnTo>
                    <a:pt x="132635" y="1591380"/>
                  </a:lnTo>
                  <a:lnTo>
                    <a:pt x="134914" y="1591869"/>
                  </a:lnTo>
                  <a:lnTo>
                    <a:pt x="137193" y="1592358"/>
                  </a:lnTo>
                  <a:lnTo>
                    <a:pt x="139472" y="1592847"/>
                  </a:lnTo>
                  <a:lnTo>
                    <a:pt x="141751" y="1592847"/>
                  </a:lnTo>
                  <a:lnTo>
                    <a:pt x="144030" y="1592847"/>
                  </a:lnTo>
                  <a:lnTo>
                    <a:pt x="146309" y="1592847"/>
                  </a:lnTo>
                  <a:lnTo>
                    <a:pt x="148588" y="1592848"/>
                  </a:lnTo>
                  <a:lnTo>
                    <a:pt x="150867" y="1592848"/>
                  </a:lnTo>
                  <a:lnTo>
                    <a:pt x="153146" y="1592848"/>
                  </a:lnTo>
                  <a:lnTo>
                    <a:pt x="155425" y="1592848"/>
                  </a:lnTo>
                  <a:lnTo>
                    <a:pt x="157704" y="1592848"/>
                  </a:lnTo>
                  <a:lnTo>
                    <a:pt x="159983" y="1592849"/>
                  </a:lnTo>
                  <a:lnTo>
                    <a:pt x="162262" y="1592849"/>
                  </a:lnTo>
                  <a:lnTo>
                    <a:pt x="164541" y="1592849"/>
                  </a:lnTo>
                  <a:lnTo>
                    <a:pt x="166820" y="1592849"/>
                  </a:lnTo>
                  <a:lnTo>
                    <a:pt x="169099" y="1592849"/>
                  </a:lnTo>
                  <a:lnTo>
                    <a:pt x="171378" y="1592849"/>
                  </a:lnTo>
                  <a:lnTo>
                    <a:pt x="173657" y="1592849"/>
                  </a:lnTo>
                  <a:lnTo>
                    <a:pt x="175936" y="1592849"/>
                  </a:lnTo>
                  <a:lnTo>
                    <a:pt x="178215" y="1592849"/>
                  </a:lnTo>
                  <a:lnTo>
                    <a:pt x="180494" y="1592849"/>
                  </a:lnTo>
                  <a:lnTo>
                    <a:pt x="182773" y="1592849"/>
                  </a:lnTo>
                  <a:lnTo>
                    <a:pt x="185052" y="1592849"/>
                  </a:lnTo>
                  <a:lnTo>
                    <a:pt x="187331" y="1592849"/>
                  </a:lnTo>
                  <a:lnTo>
                    <a:pt x="189609" y="1592849"/>
                  </a:lnTo>
                  <a:lnTo>
                    <a:pt x="191888" y="1592849"/>
                  </a:lnTo>
                  <a:lnTo>
                    <a:pt x="194167" y="1592849"/>
                  </a:lnTo>
                  <a:lnTo>
                    <a:pt x="196446" y="1592849"/>
                  </a:lnTo>
                  <a:lnTo>
                    <a:pt x="198725" y="1592849"/>
                  </a:lnTo>
                  <a:lnTo>
                    <a:pt x="201004" y="1592849"/>
                  </a:lnTo>
                  <a:lnTo>
                    <a:pt x="203283" y="1592849"/>
                  </a:lnTo>
                  <a:lnTo>
                    <a:pt x="205562" y="1592360"/>
                  </a:lnTo>
                  <a:lnTo>
                    <a:pt x="207841" y="1591589"/>
                  </a:lnTo>
                  <a:lnTo>
                    <a:pt x="210120" y="1590818"/>
                  </a:lnTo>
                  <a:lnTo>
                    <a:pt x="212399" y="1590048"/>
                  </a:lnTo>
                  <a:lnTo>
                    <a:pt x="214678" y="1588831"/>
                  </a:lnTo>
                  <a:lnTo>
                    <a:pt x="216957" y="1587219"/>
                  </a:lnTo>
                  <a:lnTo>
                    <a:pt x="219236" y="1585606"/>
                  </a:lnTo>
                  <a:lnTo>
                    <a:pt x="221515" y="1583993"/>
                  </a:lnTo>
                  <a:lnTo>
                    <a:pt x="223794" y="1581910"/>
                  </a:lnTo>
                  <a:lnTo>
                    <a:pt x="226073" y="1579827"/>
                  </a:lnTo>
                  <a:lnTo>
                    <a:pt x="228352" y="1577744"/>
                  </a:lnTo>
                  <a:lnTo>
                    <a:pt x="230631" y="1575660"/>
                  </a:lnTo>
                  <a:lnTo>
                    <a:pt x="232910" y="1573577"/>
                  </a:lnTo>
                  <a:lnTo>
                    <a:pt x="235189" y="1571494"/>
                  </a:lnTo>
                  <a:lnTo>
                    <a:pt x="237468" y="1569411"/>
                  </a:lnTo>
                  <a:lnTo>
                    <a:pt x="239747" y="1567798"/>
                  </a:lnTo>
                  <a:lnTo>
                    <a:pt x="242026" y="1566581"/>
                  </a:lnTo>
                  <a:lnTo>
                    <a:pt x="244305" y="1565365"/>
                  </a:lnTo>
                  <a:lnTo>
                    <a:pt x="246584" y="1564148"/>
                  </a:lnTo>
                  <a:lnTo>
                    <a:pt x="248863" y="1563378"/>
                  </a:lnTo>
                  <a:lnTo>
                    <a:pt x="251142" y="1562888"/>
                  </a:lnTo>
                  <a:lnTo>
                    <a:pt x="253421" y="1562399"/>
                  </a:lnTo>
                  <a:lnTo>
                    <a:pt x="255699" y="1561910"/>
                  </a:lnTo>
                  <a:lnTo>
                    <a:pt x="257978" y="1561910"/>
                  </a:lnTo>
                  <a:lnTo>
                    <a:pt x="260257" y="1561910"/>
                  </a:lnTo>
                  <a:lnTo>
                    <a:pt x="262536" y="1561910"/>
                  </a:lnTo>
                  <a:lnTo>
                    <a:pt x="264815" y="1561910"/>
                  </a:lnTo>
                  <a:lnTo>
                    <a:pt x="267094" y="1561910"/>
                  </a:lnTo>
                  <a:lnTo>
                    <a:pt x="269373" y="1561910"/>
                  </a:lnTo>
                  <a:lnTo>
                    <a:pt x="271652" y="1561910"/>
                  </a:lnTo>
                  <a:lnTo>
                    <a:pt x="273931" y="1561910"/>
                  </a:lnTo>
                  <a:lnTo>
                    <a:pt x="276210" y="1561910"/>
                  </a:lnTo>
                  <a:lnTo>
                    <a:pt x="278489" y="1561910"/>
                  </a:lnTo>
                  <a:lnTo>
                    <a:pt x="280768" y="1561910"/>
                  </a:lnTo>
                  <a:lnTo>
                    <a:pt x="283047" y="1561910"/>
                  </a:lnTo>
                  <a:lnTo>
                    <a:pt x="285326" y="1561910"/>
                  </a:lnTo>
                  <a:lnTo>
                    <a:pt x="287605" y="1561910"/>
                  </a:lnTo>
                  <a:lnTo>
                    <a:pt x="289884" y="1561910"/>
                  </a:lnTo>
                  <a:lnTo>
                    <a:pt x="292163" y="1561910"/>
                  </a:lnTo>
                  <a:lnTo>
                    <a:pt x="294442" y="1561910"/>
                  </a:lnTo>
                  <a:lnTo>
                    <a:pt x="296721" y="1561910"/>
                  </a:lnTo>
                  <a:lnTo>
                    <a:pt x="299000" y="1561910"/>
                  </a:lnTo>
                  <a:lnTo>
                    <a:pt x="301279" y="1561910"/>
                  </a:lnTo>
                  <a:lnTo>
                    <a:pt x="303558" y="1561910"/>
                  </a:lnTo>
                  <a:lnTo>
                    <a:pt x="305837" y="1561910"/>
                  </a:lnTo>
                  <a:lnTo>
                    <a:pt x="308116" y="1561910"/>
                  </a:lnTo>
                  <a:lnTo>
                    <a:pt x="310395" y="1561910"/>
                  </a:lnTo>
                  <a:lnTo>
                    <a:pt x="312674" y="1561910"/>
                  </a:lnTo>
                  <a:lnTo>
                    <a:pt x="314953" y="1561910"/>
                  </a:lnTo>
                  <a:lnTo>
                    <a:pt x="317232" y="1561910"/>
                  </a:lnTo>
                  <a:lnTo>
                    <a:pt x="319511" y="1561910"/>
                  </a:lnTo>
                  <a:lnTo>
                    <a:pt x="321789" y="1561910"/>
                  </a:lnTo>
                  <a:lnTo>
                    <a:pt x="324068" y="1561910"/>
                  </a:lnTo>
                  <a:lnTo>
                    <a:pt x="326347" y="1561910"/>
                  </a:lnTo>
                  <a:lnTo>
                    <a:pt x="328626" y="1561910"/>
                  </a:lnTo>
                  <a:lnTo>
                    <a:pt x="330905" y="1561910"/>
                  </a:lnTo>
                  <a:lnTo>
                    <a:pt x="333184" y="1561910"/>
                  </a:lnTo>
                  <a:lnTo>
                    <a:pt x="335463" y="1561910"/>
                  </a:lnTo>
                  <a:lnTo>
                    <a:pt x="337742" y="1561910"/>
                  </a:lnTo>
                  <a:lnTo>
                    <a:pt x="340021" y="1561910"/>
                  </a:lnTo>
                  <a:lnTo>
                    <a:pt x="342300" y="1561910"/>
                  </a:lnTo>
                  <a:lnTo>
                    <a:pt x="344579" y="1561910"/>
                  </a:lnTo>
                  <a:lnTo>
                    <a:pt x="346858" y="1561910"/>
                  </a:lnTo>
                  <a:lnTo>
                    <a:pt x="349137" y="1561910"/>
                  </a:lnTo>
                  <a:lnTo>
                    <a:pt x="351416" y="1561910"/>
                  </a:lnTo>
                  <a:lnTo>
                    <a:pt x="353695" y="1561910"/>
                  </a:lnTo>
                  <a:lnTo>
                    <a:pt x="355974" y="1561910"/>
                  </a:lnTo>
                  <a:lnTo>
                    <a:pt x="358253" y="1561910"/>
                  </a:lnTo>
                  <a:lnTo>
                    <a:pt x="360532" y="1561910"/>
                  </a:lnTo>
                  <a:lnTo>
                    <a:pt x="362811" y="1561910"/>
                  </a:lnTo>
                  <a:lnTo>
                    <a:pt x="365090" y="1561910"/>
                  </a:lnTo>
                  <a:lnTo>
                    <a:pt x="367369" y="1561910"/>
                  </a:lnTo>
                  <a:lnTo>
                    <a:pt x="369648" y="1561910"/>
                  </a:lnTo>
                  <a:lnTo>
                    <a:pt x="371927" y="1561910"/>
                  </a:lnTo>
                  <a:lnTo>
                    <a:pt x="374206" y="1561910"/>
                  </a:lnTo>
                  <a:lnTo>
                    <a:pt x="376485" y="1561910"/>
                  </a:lnTo>
                  <a:lnTo>
                    <a:pt x="378764" y="1561910"/>
                  </a:lnTo>
                  <a:lnTo>
                    <a:pt x="381043" y="1561910"/>
                  </a:lnTo>
                  <a:lnTo>
                    <a:pt x="383322" y="1561910"/>
                  </a:lnTo>
                  <a:lnTo>
                    <a:pt x="385601" y="1561910"/>
                  </a:lnTo>
                  <a:lnTo>
                    <a:pt x="387880" y="1561910"/>
                  </a:lnTo>
                  <a:lnTo>
                    <a:pt x="390158" y="1561910"/>
                  </a:lnTo>
                  <a:lnTo>
                    <a:pt x="392437" y="1561910"/>
                  </a:lnTo>
                  <a:lnTo>
                    <a:pt x="394716" y="1561910"/>
                  </a:lnTo>
                  <a:lnTo>
                    <a:pt x="396995" y="1561910"/>
                  </a:lnTo>
                  <a:lnTo>
                    <a:pt x="399274" y="1561910"/>
                  </a:lnTo>
                  <a:lnTo>
                    <a:pt x="401553" y="1561910"/>
                  </a:lnTo>
                  <a:lnTo>
                    <a:pt x="403832" y="1561910"/>
                  </a:lnTo>
                  <a:lnTo>
                    <a:pt x="406111" y="1561910"/>
                  </a:lnTo>
                  <a:lnTo>
                    <a:pt x="408390" y="1561910"/>
                  </a:lnTo>
                  <a:lnTo>
                    <a:pt x="410669" y="1561910"/>
                  </a:lnTo>
                  <a:lnTo>
                    <a:pt x="412948" y="1561910"/>
                  </a:lnTo>
                  <a:lnTo>
                    <a:pt x="415227" y="1561910"/>
                  </a:lnTo>
                  <a:lnTo>
                    <a:pt x="417506" y="1561910"/>
                  </a:lnTo>
                  <a:lnTo>
                    <a:pt x="419785" y="1561910"/>
                  </a:lnTo>
                  <a:lnTo>
                    <a:pt x="422064" y="1561910"/>
                  </a:lnTo>
                  <a:lnTo>
                    <a:pt x="424343" y="1561910"/>
                  </a:lnTo>
                  <a:lnTo>
                    <a:pt x="426622" y="1561910"/>
                  </a:lnTo>
                  <a:lnTo>
                    <a:pt x="428901" y="1561910"/>
                  </a:lnTo>
                  <a:lnTo>
                    <a:pt x="431180" y="1561910"/>
                  </a:lnTo>
                  <a:lnTo>
                    <a:pt x="433459" y="1561910"/>
                  </a:lnTo>
                  <a:lnTo>
                    <a:pt x="435738" y="1561910"/>
                  </a:lnTo>
                  <a:lnTo>
                    <a:pt x="438017" y="1561910"/>
                  </a:lnTo>
                  <a:lnTo>
                    <a:pt x="440296" y="1561910"/>
                  </a:lnTo>
                  <a:lnTo>
                    <a:pt x="442575" y="1561910"/>
                  </a:lnTo>
                  <a:lnTo>
                    <a:pt x="444854" y="1561910"/>
                  </a:lnTo>
                  <a:lnTo>
                    <a:pt x="447133" y="1561910"/>
                  </a:lnTo>
                  <a:lnTo>
                    <a:pt x="449412" y="1561910"/>
                  </a:lnTo>
                  <a:lnTo>
                    <a:pt x="451691" y="1561910"/>
                  </a:lnTo>
                  <a:lnTo>
                    <a:pt x="453970" y="1561910"/>
                  </a:lnTo>
                  <a:lnTo>
                    <a:pt x="456248" y="1561910"/>
                  </a:lnTo>
                  <a:lnTo>
                    <a:pt x="458527" y="1561910"/>
                  </a:lnTo>
                  <a:lnTo>
                    <a:pt x="460806" y="1561910"/>
                  </a:lnTo>
                  <a:lnTo>
                    <a:pt x="463085" y="1561910"/>
                  </a:lnTo>
                  <a:lnTo>
                    <a:pt x="465364" y="1561910"/>
                  </a:lnTo>
                  <a:lnTo>
                    <a:pt x="467643" y="1561910"/>
                  </a:lnTo>
                  <a:lnTo>
                    <a:pt x="469922" y="1561910"/>
                  </a:lnTo>
                  <a:lnTo>
                    <a:pt x="472201" y="1561910"/>
                  </a:lnTo>
                  <a:lnTo>
                    <a:pt x="474480" y="1561910"/>
                  </a:lnTo>
                  <a:lnTo>
                    <a:pt x="476759" y="1561910"/>
                  </a:lnTo>
                  <a:lnTo>
                    <a:pt x="479038" y="1561910"/>
                  </a:lnTo>
                  <a:lnTo>
                    <a:pt x="481317" y="1561910"/>
                  </a:lnTo>
                  <a:lnTo>
                    <a:pt x="483596" y="1561910"/>
                  </a:lnTo>
                  <a:lnTo>
                    <a:pt x="485875" y="1562399"/>
                  </a:lnTo>
                  <a:lnTo>
                    <a:pt x="488154" y="1562888"/>
                  </a:lnTo>
                  <a:lnTo>
                    <a:pt x="490433" y="1563378"/>
                  </a:lnTo>
                  <a:lnTo>
                    <a:pt x="492712" y="1563867"/>
                  </a:lnTo>
                  <a:lnTo>
                    <a:pt x="494991" y="1564356"/>
                  </a:lnTo>
                  <a:lnTo>
                    <a:pt x="497270" y="1564846"/>
                  </a:lnTo>
                  <a:lnTo>
                    <a:pt x="499549" y="1565335"/>
                  </a:lnTo>
                  <a:lnTo>
                    <a:pt x="501828" y="1565824"/>
                  </a:lnTo>
                  <a:lnTo>
                    <a:pt x="504107" y="1566313"/>
                  </a:lnTo>
                  <a:lnTo>
                    <a:pt x="506386" y="1566802"/>
                  </a:lnTo>
                  <a:lnTo>
                    <a:pt x="508665" y="1567292"/>
                  </a:lnTo>
                  <a:lnTo>
                    <a:pt x="510944" y="1567781"/>
                  </a:lnTo>
                  <a:lnTo>
                    <a:pt x="513223" y="1568270"/>
                  </a:lnTo>
                  <a:lnTo>
                    <a:pt x="515502" y="1568760"/>
                  </a:lnTo>
                  <a:lnTo>
                    <a:pt x="517781" y="1569249"/>
                  </a:lnTo>
                  <a:lnTo>
                    <a:pt x="520060" y="1569249"/>
                  </a:lnTo>
                  <a:lnTo>
                    <a:pt x="522339" y="1569249"/>
                  </a:lnTo>
                  <a:lnTo>
                    <a:pt x="524617" y="1569249"/>
                  </a:lnTo>
                  <a:lnTo>
                    <a:pt x="526896" y="1569249"/>
                  </a:lnTo>
                  <a:lnTo>
                    <a:pt x="529175" y="1570019"/>
                  </a:lnTo>
                  <a:lnTo>
                    <a:pt x="531454" y="1570790"/>
                  </a:lnTo>
                  <a:lnTo>
                    <a:pt x="533733" y="1572403"/>
                  </a:lnTo>
                  <a:lnTo>
                    <a:pt x="536012" y="1575645"/>
                  </a:lnTo>
                  <a:lnTo>
                    <a:pt x="538291" y="1577100"/>
                  </a:lnTo>
                  <a:lnTo>
                    <a:pt x="540570" y="1578886"/>
                  </a:lnTo>
                  <a:lnTo>
                    <a:pt x="542849" y="1583388"/>
                  </a:lnTo>
                  <a:lnTo>
                    <a:pt x="545128" y="1589963"/>
                  </a:lnTo>
                  <a:lnTo>
                    <a:pt x="547407" y="1598645"/>
                  </a:lnTo>
                  <a:lnTo>
                    <a:pt x="549686" y="1609083"/>
                  </a:lnTo>
                  <a:lnTo>
                    <a:pt x="551965" y="1619141"/>
                  </a:lnTo>
                  <a:lnTo>
                    <a:pt x="554244" y="1629199"/>
                  </a:lnTo>
                  <a:lnTo>
                    <a:pt x="556523" y="1639257"/>
                  </a:lnTo>
                  <a:lnTo>
                    <a:pt x="558802" y="1652092"/>
                  </a:lnTo>
                  <a:lnTo>
                    <a:pt x="561081" y="1664927"/>
                  </a:lnTo>
                  <a:lnTo>
                    <a:pt x="563360" y="1677762"/>
                  </a:lnTo>
                  <a:lnTo>
                    <a:pt x="564835" y="1686068"/>
                  </a:lnTo>
                  <a:lnTo>
                    <a:pt x="677410" y="1686068"/>
                  </a:lnTo>
                  <a:lnTo>
                    <a:pt x="679587" y="1674275"/>
                  </a:lnTo>
                  <a:lnTo>
                    <a:pt x="681866" y="1661930"/>
                  </a:lnTo>
                  <a:lnTo>
                    <a:pt x="684145" y="1652361"/>
                  </a:lnTo>
                  <a:lnTo>
                    <a:pt x="686424" y="1643074"/>
                  </a:lnTo>
                  <a:lnTo>
                    <a:pt x="688703" y="1631011"/>
                  </a:lnTo>
                  <a:lnTo>
                    <a:pt x="690982" y="1617759"/>
                  </a:lnTo>
                  <a:lnTo>
                    <a:pt x="693261" y="1608809"/>
                  </a:lnTo>
                  <a:lnTo>
                    <a:pt x="695540" y="1599858"/>
                  </a:lnTo>
                  <a:lnTo>
                    <a:pt x="697819" y="1594496"/>
                  </a:lnTo>
                  <a:lnTo>
                    <a:pt x="700098" y="1591092"/>
                  </a:lnTo>
                  <a:lnTo>
                    <a:pt x="702377" y="1587667"/>
                  </a:lnTo>
                  <a:lnTo>
                    <a:pt x="704656" y="1585901"/>
                  </a:lnTo>
                  <a:lnTo>
                    <a:pt x="706935" y="1584588"/>
                  </a:lnTo>
                  <a:lnTo>
                    <a:pt x="709214" y="1584869"/>
                  </a:lnTo>
                  <a:lnTo>
                    <a:pt x="711493" y="1585639"/>
                  </a:lnTo>
                  <a:lnTo>
                    <a:pt x="713772" y="1585639"/>
                  </a:lnTo>
                  <a:lnTo>
                    <a:pt x="716051" y="1585639"/>
                  </a:lnTo>
                  <a:lnTo>
                    <a:pt x="718330" y="1585639"/>
                  </a:lnTo>
                  <a:lnTo>
                    <a:pt x="720609" y="1585149"/>
                  </a:lnTo>
                  <a:lnTo>
                    <a:pt x="722888" y="1584660"/>
                  </a:lnTo>
                  <a:lnTo>
                    <a:pt x="725166" y="1584171"/>
                  </a:lnTo>
                  <a:lnTo>
                    <a:pt x="727445" y="1583681"/>
                  </a:lnTo>
                  <a:lnTo>
                    <a:pt x="729724" y="1582911"/>
                  </a:lnTo>
                  <a:lnTo>
                    <a:pt x="732003" y="1582140"/>
                  </a:lnTo>
                  <a:lnTo>
                    <a:pt x="734282" y="1581370"/>
                  </a:lnTo>
                  <a:lnTo>
                    <a:pt x="736561" y="1580599"/>
                  </a:lnTo>
                  <a:lnTo>
                    <a:pt x="738840" y="1579828"/>
                  </a:lnTo>
                  <a:lnTo>
                    <a:pt x="741119" y="1579058"/>
                  </a:lnTo>
                  <a:lnTo>
                    <a:pt x="743398" y="1578288"/>
                  </a:lnTo>
                  <a:lnTo>
                    <a:pt x="745677" y="1577517"/>
                  </a:lnTo>
                  <a:lnTo>
                    <a:pt x="747956" y="1577028"/>
                  </a:lnTo>
                  <a:lnTo>
                    <a:pt x="750235" y="1576539"/>
                  </a:lnTo>
                  <a:lnTo>
                    <a:pt x="752514" y="1576050"/>
                  </a:lnTo>
                  <a:lnTo>
                    <a:pt x="754793" y="1575560"/>
                  </a:lnTo>
                  <a:lnTo>
                    <a:pt x="757072" y="1575071"/>
                  </a:lnTo>
                  <a:lnTo>
                    <a:pt x="759351" y="1575071"/>
                  </a:lnTo>
                  <a:lnTo>
                    <a:pt x="761630" y="1575072"/>
                  </a:lnTo>
                  <a:lnTo>
                    <a:pt x="763909" y="1575842"/>
                  </a:lnTo>
                  <a:lnTo>
                    <a:pt x="766188" y="1576613"/>
                  </a:lnTo>
                  <a:lnTo>
                    <a:pt x="768467" y="1577383"/>
                  </a:lnTo>
                  <a:lnTo>
                    <a:pt x="770746" y="1578154"/>
                  </a:lnTo>
                  <a:lnTo>
                    <a:pt x="773025" y="1578925"/>
                  </a:lnTo>
                  <a:lnTo>
                    <a:pt x="775304" y="1579695"/>
                  </a:lnTo>
                  <a:lnTo>
                    <a:pt x="777583" y="1580466"/>
                  </a:lnTo>
                  <a:lnTo>
                    <a:pt x="779862" y="1581236"/>
                  </a:lnTo>
                  <a:lnTo>
                    <a:pt x="782141" y="1582006"/>
                  </a:lnTo>
                  <a:lnTo>
                    <a:pt x="784420" y="1582777"/>
                  </a:lnTo>
                  <a:lnTo>
                    <a:pt x="786699" y="1583547"/>
                  </a:lnTo>
                  <a:lnTo>
                    <a:pt x="788978" y="1584317"/>
                  </a:lnTo>
                  <a:lnTo>
                    <a:pt x="791256" y="1585087"/>
                  </a:lnTo>
                  <a:lnTo>
                    <a:pt x="793535" y="1585577"/>
                  </a:lnTo>
                  <a:lnTo>
                    <a:pt x="795814" y="1585858"/>
                  </a:lnTo>
                  <a:lnTo>
                    <a:pt x="798093" y="1585858"/>
                  </a:lnTo>
                  <a:lnTo>
                    <a:pt x="800372" y="1586138"/>
                  </a:lnTo>
                  <a:lnTo>
                    <a:pt x="802651" y="1586584"/>
                  </a:lnTo>
                  <a:lnTo>
                    <a:pt x="804930" y="1587427"/>
                  </a:lnTo>
                  <a:lnTo>
                    <a:pt x="807209" y="1588269"/>
                  </a:lnTo>
                  <a:lnTo>
                    <a:pt x="809488" y="1589111"/>
                  </a:lnTo>
                  <a:lnTo>
                    <a:pt x="811767" y="1589954"/>
                  </a:lnTo>
                  <a:lnTo>
                    <a:pt x="814046" y="1591266"/>
                  </a:lnTo>
                  <a:lnTo>
                    <a:pt x="816325" y="1592578"/>
                  </a:lnTo>
                  <a:lnTo>
                    <a:pt x="818604" y="1593891"/>
                  </a:lnTo>
                  <a:lnTo>
                    <a:pt x="820883" y="1595204"/>
                  </a:lnTo>
                  <a:lnTo>
                    <a:pt x="823162" y="1596517"/>
                  </a:lnTo>
                  <a:lnTo>
                    <a:pt x="825441" y="1597830"/>
                  </a:lnTo>
                  <a:lnTo>
                    <a:pt x="827720" y="1599142"/>
                  </a:lnTo>
                  <a:lnTo>
                    <a:pt x="829999" y="1600266"/>
                  </a:lnTo>
                  <a:lnTo>
                    <a:pt x="832278" y="1601390"/>
                  </a:lnTo>
                  <a:lnTo>
                    <a:pt x="834557" y="1602117"/>
                  </a:lnTo>
                  <a:lnTo>
                    <a:pt x="836836" y="1602887"/>
                  </a:lnTo>
                  <a:lnTo>
                    <a:pt x="839115" y="1603377"/>
                  </a:lnTo>
                  <a:lnTo>
                    <a:pt x="841394" y="1603867"/>
                  </a:lnTo>
                  <a:lnTo>
                    <a:pt x="843673" y="1604637"/>
                  </a:lnTo>
                  <a:lnTo>
                    <a:pt x="845952" y="1605408"/>
                  </a:lnTo>
                  <a:lnTo>
                    <a:pt x="848231" y="1605898"/>
                  </a:lnTo>
                  <a:lnTo>
                    <a:pt x="850510" y="1606387"/>
                  </a:lnTo>
                  <a:lnTo>
                    <a:pt x="852789" y="1607158"/>
                  </a:lnTo>
                  <a:lnTo>
                    <a:pt x="855068" y="1607928"/>
                  </a:lnTo>
                  <a:lnTo>
                    <a:pt x="857347" y="1609145"/>
                  </a:lnTo>
                  <a:lnTo>
                    <a:pt x="859625" y="1610361"/>
                  </a:lnTo>
                  <a:lnTo>
                    <a:pt x="861904" y="1611577"/>
                  </a:lnTo>
                  <a:lnTo>
                    <a:pt x="864183" y="1612794"/>
                  </a:lnTo>
                  <a:lnTo>
                    <a:pt x="866462" y="1614010"/>
                  </a:lnTo>
                  <a:lnTo>
                    <a:pt x="868741" y="1615226"/>
                  </a:lnTo>
                  <a:lnTo>
                    <a:pt x="871020" y="1616839"/>
                  </a:lnTo>
                  <a:lnTo>
                    <a:pt x="873299" y="1618452"/>
                  </a:lnTo>
                  <a:lnTo>
                    <a:pt x="875578" y="1620046"/>
                  </a:lnTo>
                  <a:lnTo>
                    <a:pt x="877857" y="1621639"/>
                  </a:lnTo>
                  <a:lnTo>
                    <a:pt x="880136" y="1620478"/>
                  </a:lnTo>
                  <a:lnTo>
                    <a:pt x="882415" y="1619317"/>
                  </a:lnTo>
                  <a:lnTo>
                    <a:pt x="884694" y="1618156"/>
                  </a:lnTo>
                  <a:lnTo>
                    <a:pt x="886973" y="1616996"/>
                  </a:lnTo>
                  <a:lnTo>
                    <a:pt x="889252" y="1615835"/>
                  </a:lnTo>
                  <a:lnTo>
                    <a:pt x="891531" y="1613968"/>
                  </a:lnTo>
                  <a:lnTo>
                    <a:pt x="893810" y="1612101"/>
                  </a:lnTo>
                  <a:lnTo>
                    <a:pt x="896089" y="1610234"/>
                  </a:lnTo>
                  <a:lnTo>
                    <a:pt x="898368" y="1608367"/>
                  </a:lnTo>
                  <a:lnTo>
                    <a:pt x="900647" y="1606500"/>
                  </a:lnTo>
                  <a:lnTo>
                    <a:pt x="902926" y="1604633"/>
                  </a:lnTo>
                  <a:lnTo>
                    <a:pt x="905205" y="1601650"/>
                  </a:lnTo>
                  <a:lnTo>
                    <a:pt x="907484" y="1596183"/>
                  </a:lnTo>
                  <a:lnTo>
                    <a:pt x="909763" y="1590527"/>
                  </a:lnTo>
                  <a:lnTo>
                    <a:pt x="912042" y="1584193"/>
                  </a:lnTo>
                  <a:lnTo>
                    <a:pt x="914321" y="1580560"/>
                  </a:lnTo>
                  <a:lnTo>
                    <a:pt x="916600" y="1576646"/>
                  </a:lnTo>
                  <a:lnTo>
                    <a:pt x="918879" y="1571797"/>
                  </a:lnTo>
                  <a:lnTo>
                    <a:pt x="921158" y="1566551"/>
                  </a:lnTo>
                  <a:lnTo>
                    <a:pt x="923437" y="1561306"/>
                  </a:lnTo>
                  <a:lnTo>
                    <a:pt x="925715" y="1556549"/>
                  </a:lnTo>
                  <a:lnTo>
                    <a:pt x="927994" y="1552075"/>
                  </a:lnTo>
                  <a:lnTo>
                    <a:pt x="930273" y="1547129"/>
                  </a:lnTo>
                  <a:lnTo>
                    <a:pt x="932552" y="1542630"/>
                  </a:lnTo>
                  <a:lnTo>
                    <a:pt x="934831" y="1538130"/>
                  </a:lnTo>
                  <a:lnTo>
                    <a:pt x="937110" y="1534027"/>
                  </a:lnTo>
                  <a:lnTo>
                    <a:pt x="939389" y="1530607"/>
                  </a:lnTo>
                  <a:lnTo>
                    <a:pt x="941668" y="1530137"/>
                  </a:lnTo>
                  <a:lnTo>
                    <a:pt x="943947" y="1530137"/>
                  </a:lnTo>
                  <a:lnTo>
                    <a:pt x="946226" y="1531061"/>
                  </a:lnTo>
                  <a:lnTo>
                    <a:pt x="948505" y="1531984"/>
                  </a:lnTo>
                  <a:lnTo>
                    <a:pt x="950784" y="1533303"/>
                  </a:lnTo>
                  <a:lnTo>
                    <a:pt x="953063" y="1535069"/>
                  </a:lnTo>
                  <a:lnTo>
                    <a:pt x="955342" y="1537116"/>
                  </a:lnTo>
                  <a:lnTo>
                    <a:pt x="957621" y="1539162"/>
                  </a:lnTo>
                  <a:lnTo>
                    <a:pt x="959900" y="1540927"/>
                  </a:lnTo>
                  <a:lnTo>
                    <a:pt x="962179" y="1542240"/>
                  </a:lnTo>
                  <a:lnTo>
                    <a:pt x="964458" y="1543834"/>
                  </a:lnTo>
                  <a:lnTo>
                    <a:pt x="966737" y="1544957"/>
                  </a:lnTo>
                  <a:lnTo>
                    <a:pt x="969016" y="1546270"/>
                  </a:lnTo>
                  <a:lnTo>
                    <a:pt x="971295" y="1547113"/>
                  </a:lnTo>
                  <a:lnTo>
                    <a:pt x="973574" y="1547510"/>
                  </a:lnTo>
                  <a:lnTo>
                    <a:pt x="975853" y="1547906"/>
                  </a:lnTo>
                  <a:lnTo>
                    <a:pt x="978132" y="1547906"/>
                  </a:lnTo>
                  <a:lnTo>
                    <a:pt x="980411" y="1547460"/>
                  </a:lnTo>
                  <a:lnTo>
                    <a:pt x="982690" y="1547015"/>
                  </a:lnTo>
                  <a:lnTo>
                    <a:pt x="984969" y="1546569"/>
                  </a:lnTo>
                  <a:lnTo>
                    <a:pt x="987248" y="1545726"/>
                  </a:lnTo>
                  <a:lnTo>
                    <a:pt x="989527" y="1544884"/>
                  </a:lnTo>
                  <a:lnTo>
                    <a:pt x="991806" y="1543571"/>
                  </a:lnTo>
                  <a:lnTo>
                    <a:pt x="994084" y="1541978"/>
                  </a:lnTo>
                  <a:lnTo>
                    <a:pt x="996363" y="1542857"/>
                  </a:lnTo>
                  <a:lnTo>
                    <a:pt x="998642" y="1543737"/>
                  </a:lnTo>
                  <a:lnTo>
                    <a:pt x="1000921" y="1544616"/>
                  </a:lnTo>
                  <a:lnTo>
                    <a:pt x="1003200" y="1545007"/>
                  </a:lnTo>
                  <a:lnTo>
                    <a:pt x="1005479" y="1545397"/>
                  </a:lnTo>
                  <a:lnTo>
                    <a:pt x="1007758" y="1546494"/>
                  </a:lnTo>
                  <a:lnTo>
                    <a:pt x="1010037" y="1547591"/>
                  </a:lnTo>
                  <a:lnTo>
                    <a:pt x="1012316" y="1549176"/>
                  </a:lnTo>
                  <a:lnTo>
                    <a:pt x="1014595" y="1550762"/>
                  </a:lnTo>
                  <a:lnTo>
                    <a:pt x="1016874" y="1552348"/>
                  </a:lnTo>
                  <a:lnTo>
                    <a:pt x="1019153" y="1553934"/>
                  </a:lnTo>
                  <a:lnTo>
                    <a:pt x="1021432" y="1556637"/>
                  </a:lnTo>
                  <a:lnTo>
                    <a:pt x="1023711" y="1561822"/>
                  </a:lnTo>
                  <a:lnTo>
                    <a:pt x="1025990" y="1564185"/>
                  </a:lnTo>
                  <a:lnTo>
                    <a:pt x="1028269" y="1566604"/>
                  </a:lnTo>
                  <a:lnTo>
                    <a:pt x="1030548" y="1566604"/>
                  </a:lnTo>
                  <a:lnTo>
                    <a:pt x="1032827" y="1566885"/>
                  </a:lnTo>
                  <a:lnTo>
                    <a:pt x="1035106" y="1567656"/>
                  </a:lnTo>
                  <a:lnTo>
                    <a:pt x="1037385" y="1568872"/>
                  </a:lnTo>
                  <a:lnTo>
                    <a:pt x="1039664" y="1570089"/>
                  </a:lnTo>
                  <a:lnTo>
                    <a:pt x="1041943" y="1570816"/>
                  </a:lnTo>
                  <a:lnTo>
                    <a:pt x="1044222" y="1571262"/>
                  </a:lnTo>
                  <a:lnTo>
                    <a:pt x="1046501" y="1568263"/>
                  </a:lnTo>
                  <a:lnTo>
                    <a:pt x="1048780" y="1564670"/>
                  </a:lnTo>
                  <a:lnTo>
                    <a:pt x="1051059" y="1561078"/>
                  </a:lnTo>
                  <a:lnTo>
                    <a:pt x="1053338" y="1557089"/>
                  </a:lnTo>
                  <a:lnTo>
                    <a:pt x="1055617" y="1552416"/>
                  </a:lnTo>
                  <a:lnTo>
                    <a:pt x="1057896" y="1544794"/>
                  </a:lnTo>
                  <a:lnTo>
                    <a:pt x="1060174" y="1539515"/>
                  </a:lnTo>
                  <a:lnTo>
                    <a:pt x="1062453" y="1534116"/>
                  </a:lnTo>
                  <a:lnTo>
                    <a:pt x="1064732" y="1528718"/>
                  </a:lnTo>
                  <a:lnTo>
                    <a:pt x="1067011" y="1523038"/>
                  </a:lnTo>
                  <a:lnTo>
                    <a:pt x="1069290" y="1517358"/>
                  </a:lnTo>
                  <a:lnTo>
                    <a:pt x="1071569" y="1511189"/>
                  </a:lnTo>
                  <a:lnTo>
                    <a:pt x="1073848" y="1505020"/>
                  </a:lnTo>
                  <a:lnTo>
                    <a:pt x="1076127" y="1499341"/>
                  </a:lnTo>
                  <a:lnTo>
                    <a:pt x="1078406" y="1494114"/>
                  </a:lnTo>
                  <a:lnTo>
                    <a:pt x="1080685" y="1492325"/>
                  </a:lnTo>
                  <a:lnTo>
                    <a:pt x="1082964" y="1491202"/>
                  </a:lnTo>
                  <a:lnTo>
                    <a:pt x="1085243" y="1489608"/>
                  </a:lnTo>
                  <a:lnTo>
                    <a:pt x="1087522" y="1488484"/>
                  </a:lnTo>
                  <a:lnTo>
                    <a:pt x="1089801" y="1487361"/>
                  </a:lnTo>
                  <a:lnTo>
                    <a:pt x="1092080" y="1486237"/>
                  </a:lnTo>
                  <a:lnTo>
                    <a:pt x="1094359" y="1485510"/>
                  </a:lnTo>
                  <a:lnTo>
                    <a:pt x="1096638" y="1483806"/>
                  </a:lnTo>
                  <a:lnTo>
                    <a:pt x="1098917" y="1480173"/>
                  </a:lnTo>
                  <a:lnTo>
                    <a:pt x="1101196" y="1476986"/>
                  </a:lnTo>
                  <a:lnTo>
                    <a:pt x="1103475" y="1471099"/>
                  </a:lnTo>
                  <a:lnTo>
                    <a:pt x="1105754" y="1464765"/>
                  </a:lnTo>
                  <a:lnTo>
                    <a:pt x="1108033" y="1458432"/>
                  </a:lnTo>
                  <a:lnTo>
                    <a:pt x="1110312" y="1451934"/>
                  </a:lnTo>
                  <a:lnTo>
                    <a:pt x="1112591" y="1445436"/>
                  </a:lnTo>
                  <a:lnTo>
                    <a:pt x="1114870" y="1438937"/>
                  </a:lnTo>
                  <a:lnTo>
                    <a:pt x="1117149" y="1432439"/>
                  </a:lnTo>
                  <a:lnTo>
                    <a:pt x="1119428" y="1426430"/>
                  </a:lnTo>
                  <a:lnTo>
                    <a:pt x="1121707" y="1420421"/>
                  </a:lnTo>
                  <a:lnTo>
                    <a:pt x="1123986" y="1414858"/>
                  </a:lnTo>
                  <a:lnTo>
                    <a:pt x="1126264" y="1409295"/>
                  </a:lnTo>
                  <a:lnTo>
                    <a:pt x="1128543" y="1403242"/>
                  </a:lnTo>
                  <a:lnTo>
                    <a:pt x="1130822" y="1398109"/>
                  </a:lnTo>
                  <a:lnTo>
                    <a:pt x="1133101" y="1394757"/>
                  </a:lnTo>
                  <a:lnTo>
                    <a:pt x="1135380" y="1391125"/>
                  </a:lnTo>
                  <a:lnTo>
                    <a:pt x="1137659" y="1390352"/>
                  </a:lnTo>
                  <a:lnTo>
                    <a:pt x="1139938" y="1386719"/>
                  </a:lnTo>
                  <a:lnTo>
                    <a:pt x="1142217" y="1386381"/>
                  </a:lnTo>
                  <a:lnTo>
                    <a:pt x="1144496" y="1386661"/>
                  </a:lnTo>
                  <a:lnTo>
                    <a:pt x="1146775" y="1386942"/>
                  </a:lnTo>
                  <a:lnTo>
                    <a:pt x="1149054" y="1383949"/>
                  </a:lnTo>
                  <a:lnTo>
                    <a:pt x="1151333" y="1378473"/>
                  </a:lnTo>
                  <a:lnTo>
                    <a:pt x="1153612" y="1372550"/>
                  </a:lnTo>
                  <a:lnTo>
                    <a:pt x="1155891" y="1366628"/>
                  </a:lnTo>
                  <a:lnTo>
                    <a:pt x="1158170" y="1360260"/>
                  </a:lnTo>
                  <a:lnTo>
                    <a:pt x="1160449" y="1354076"/>
                  </a:lnTo>
                  <a:lnTo>
                    <a:pt x="1162728" y="1349116"/>
                  </a:lnTo>
                  <a:lnTo>
                    <a:pt x="1165007" y="1342380"/>
                  </a:lnTo>
                  <a:lnTo>
                    <a:pt x="1167286" y="1333865"/>
                  </a:lnTo>
                  <a:lnTo>
                    <a:pt x="1169565" y="1325152"/>
                  </a:lnTo>
                  <a:lnTo>
                    <a:pt x="1171844" y="1316539"/>
                  </a:lnTo>
                  <a:lnTo>
                    <a:pt x="1174123" y="1309876"/>
                  </a:lnTo>
                  <a:lnTo>
                    <a:pt x="1176402" y="1300402"/>
                  </a:lnTo>
                  <a:lnTo>
                    <a:pt x="1178681" y="1290197"/>
                  </a:lnTo>
                  <a:lnTo>
                    <a:pt x="1180960" y="1279991"/>
                  </a:lnTo>
                  <a:lnTo>
                    <a:pt x="1183239" y="1272104"/>
                  </a:lnTo>
                  <a:lnTo>
                    <a:pt x="1185518" y="1266909"/>
                  </a:lnTo>
                  <a:lnTo>
                    <a:pt x="1187797" y="1262599"/>
                  </a:lnTo>
                  <a:lnTo>
                    <a:pt x="1190076" y="1258289"/>
                  </a:lnTo>
                  <a:lnTo>
                    <a:pt x="1192355" y="1253490"/>
                  </a:lnTo>
                  <a:lnTo>
                    <a:pt x="1194633" y="1248955"/>
                  </a:lnTo>
                  <a:lnTo>
                    <a:pt x="1196912" y="1243495"/>
                  </a:lnTo>
                  <a:lnTo>
                    <a:pt x="1199191" y="1240486"/>
                  </a:lnTo>
                  <a:lnTo>
                    <a:pt x="1201470" y="1241220"/>
                  </a:lnTo>
                  <a:lnTo>
                    <a:pt x="1203749" y="1242814"/>
                  </a:lnTo>
                  <a:lnTo>
                    <a:pt x="1206028" y="1244861"/>
                  </a:lnTo>
                  <a:lnTo>
                    <a:pt x="1208307" y="1246908"/>
                  </a:lnTo>
                  <a:lnTo>
                    <a:pt x="1210586" y="1248955"/>
                  </a:lnTo>
                  <a:lnTo>
                    <a:pt x="1212865" y="1249475"/>
                  </a:lnTo>
                  <a:lnTo>
                    <a:pt x="1215144" y="1251240"/>
                  </a:lnTo>
                  <a:lnTo>
                    <a:pt x="1217423" y="1252560"/>
                  </a:lnTo>
                  <a:lnTo>
                    <a:pt x="1219702" y="1256127"/>
                  </a:lnTo>
                  <a:lnTo>
                    <a:pt x="1221981" y="1259670"/>
                  </a:lnTo>
                  <a:lnTo>
                    <a:pt x="1224260" y="1263214"/>
                  </a:lnTo>
                  <a:lnTo>
                    <a:pt x="1226539" y="1267203"/>
                  </a:lnTo>
                  <a:lnTo>
                    <a:pt x="1228818" y="1271192"/>
                  </a:lnTo>
                  <a:lnTo>
                    <a:pt x="1231097" y="1275181"/>
                  </a:lnTo>
                  <a:lnTo>
                    <a:pt x="1233376" y="1279171"/>
                  </a:lnTo>
                  <a:lnTo>
                    <a:pt x="1235655" y="1282763"/>
                  </a:lnTo>
                  <a:lnTo>
                    <a:pt x="1237934" y="1285910"/>
                  </a:lnTo>
                  <a:lnTo>
                    <a:pt x="1240213" y="1288329"/>
                  </a:lnTo>
                  <a:lnTo>
                    <a:pt x="1242492" y="1290748"/>
                  </a:lnTo>
                  <a:lnTo>
                    <a:pt x="1244771" y="1290170"/>
                  </a:lnTo>
                  <a:lnTo>
                    <a:pt x="1247050" y="1291007"/>
                  </a:lnTo>
                  <a:lnTo>
                    <a:pt x="1249329" y="1290725"/>
                  </a:lnTo>
                  <a:lnTo>
                    <a:pt x="1251608" y="1290725"/>
                  </a:lnTo>
                  <a:lnTo>
                    <a:pt x="1253887" y="1287865"/>
                  </a:lnTo>
                  <a:lnTo>
                    <a:pt x="1256166" y="1287865"/>
                  </a:lnTo>
                  <a:lnTo>
                    <a:pt x="1258445" y="1287865"/>
                  </a:lnTo>
                  <a:lnTo>
                    <a:pt x="1260723" y="1287584"/>
                  </a:lnTo>
                  <a:lnTo>
                    <a:pt x="1263002" y="1286813"/>
                  </a:lnTo>
                  <a:lnTo>
                    <a:pt x="1265281" y="1289035"/>
                  </a:lnTo>
                  <a:lnTo>
                    <a:pt x="1267560" y="1293742"/>
                  </a:lnTo>
                  <a:lnTo>
                    <a:pt x="1269839" y="1298448"/>
                  </a:lnTo>
                  <a:lnTo>
                    <a:pt x="1272118" y="1303154"/>
                  </a:lnTo>
                  <a:lnTo>
                    <a:pt x="1274397" y="1308306"/>
                  </a:lnTo>
                  <a:lnTo>
                    <a:pt x="1276676" y="1313273"/>
                  </a:lnTo>
                  <a:lnTo>
                    <a:pt x="1278955" y="1323898"/>
                  </a:lnTo>
                  <a:lnTo>
                    <a:pt x="1281234" y="1336643"/>
                  </a:lnTo>
                  <a:lnTo>
                    <a:pt x="1283513" y="1351168"/>
                  </a:lnTo>
                  <a:lnTo>
                    <a:pt x="1285792" y="1365890"/>
                  </a:lnTo>
                  <a:lnTo>
                    <a:pt x="1288071" y="1380513"/>
                  </a:lnTo>
                  <a:lnTo>
                    <a:pt x="1290350" y="1393184"/>
                  </a:lnTo>
                  <a:lnTo>
                    <a:pt x="1292629" y="1405855"/>
                  </a:lnTo>
                  <a:lnTo>
                    <a:pt x="1294908" y="1418923"/>
                  </a:lnTo>
                  <a:lnTo>
                    <a:pt x="1297187" y="1431990"/>
                  </a:lnTo>
                  <a:lnTo>
                    <a:pt x="1299466" y="1443021"/>
                  </a:lnTo>
                  <a:lnTo>
                    <a:pt x="1301745" y="1451360"/>
                  </a:lnTo>
                  <a:lnTo>
                    <a:pt x="1304024" y="1459302"/>
                  </a:lnTo>
                  <a:lnTo>
                    <a:pt x="1306303" y="1467245"/>
                  </a:lnTo>
                  <a:lnTo>
                    <a:pt x="1308582" y="1475187"/>
                  </a:lnTo>
                  <a:lnTo>
                    <a:pt x="1310861" y="1482866"/>
                  </a:lnTo>
                  <a:lnTo>
                    <a:pt x="1313140" y="1488033"/>
                  </a:lnTo>
                  <a:lnTo>
                    <a:pt x="1315419" y="1490552"/>
                  </a:lnTo>
                  <a:lnTo>
                    <a:pt x="1317698" y="1489329"/>
                  </a:lnTo>
                  <a:lnTo>
                    <a:pt x="1319977" y="1487246"/>
                  </a:lnTo>
                  <a:lnTo>
                    <a:pt x="1322256" y="1484710"/>
                  </a:lnTo>
                  <a:lnTo>
                    <a:pt x="1324535" y="1482174"/>
                  </a:lnTo>
                  <a:lnTo>
                    <a:pt x="1326814" y="1479638"/>
                  </a:lnTo>
                  <a:lnTo>
                    <a:pt x="1329092" y="1480540"/>
                  </a:lnTo>
                  <a:lnTo>
                    <a:pt x="1331371" y="1482126"/>
                  </a:lnTo>
                  <a:lnTo>
                    <a:pt x="1333650" y="1483712"/>
                  </a:lnTo>
                  <a:lnTo>
                    <a:pt x="1335929" y="1485751"/>
                  </a:lnTo>
                  <a:lnTo>
                    <a:pt x="1338208" y="1488260"/>
                  </a:lnTo>
                  <a:lnTo>
                    <a:pt x="1340487" y="1490770"/>
                  </a:lnTo>
                  <a:lnTo>
                    <a:pt x="1342766" y="1493278"/>
                  </a:lnTo>
                  <a:lnTo>
                    <a:pt x="1345045" y="1495787"/>
                  </a:lnTo>
                  <a:lnTo>
                    <a:pt x="1347324" y="1495872"/>
                  </a:lnTo>
                  <a:lnTo>
                    <a:pt x="1349603" y="1495029"/>
                  </a:lnTo>
                  <a:lnTo>
                    <a:pt x="1351882" y="1494584"/>
                  </a:lnTo>
                  <a:lnTo>
                    <a:pt x="1354161" y="1494583"/>
                  </a:lnTo>
                  <a:lnTo>
                    <a:pt x="1356440" y="1494865"/>
                  </a:lnTo>
                  <a:lnTo>
                    <a:pt x="1358719" y="1495146"/>
                  </a:lnTo>
                  <a:lnTo>
                    <a:pt x="1360998" y="1498426"/>
                  </a:lnTo>
                  <a:lnTo>
                    <a:pt x="1363277" y="1499090"/>
                  </a:lnTo>
                  <a:lnTo>
                    <a:pt x="1365556" y="1498100"/>
                  </a:lnTo>
                  <a:lnTo>
                    <a:pt x="1367835" y="1494954"/>
                  </a:lnTo>
                  <a:lnTo>
                    <a:pt x="1370114" y="1491807"/>
                  </a:lnTo>
                  <a:lnTo>
                    <a:pt x="1372393" y="1489387"/>
                  </a:lnTo>
                  <a:lnTo>
                    <a:pt x="1374672" y="1486967"/>
                  </a:lnTo>
                  <a:lnTo>
                    <a:pt x="1376951" y="1485414"/>
                  </a:lnTo>
                  <a:lnTo>
                    <a:pt x="1379230" y="1484351"/>
                  </a:lnTo>
                  <a:lnTo>
                    <a:pt x="1381509" y="1485124"/>
                  </a:lnTo>
                  <a:lnTo>
                    <a:pt x="1383788" y="1482083"/>
                  </a:lnTo>
                  <a:lnTo>
                    <a:pt x="1386067" y="1478244"/>
                  </a:lnTo>
                  <a:lnTo>
                    <a:pt x="1388346" y="1474405"/>
                  </a:lnTo>
                  <a:lnTo>
                    <a:pt x="1390625" y="1470566"/>
                  </a:lnTo>
                  <a:lnTo>
                    <a:pt x="1392904" y="1467179"/>
                  </a:lnTo>
                  <a:lnTo>
                    <a:pt x="1395182" y="1460356"/>
                  </a:lnTo>
                  <a:lnTo>
                    <a:pt x="1397461" y="1453337"/>
                  </a:lnTo>
                  <a:lnTo>
                    <a:pt x="1399740" y="1447117"/>
                  </a:lnTo>
                  <a:lnTo>
                    <a:pt x="1402019" y="1442875"/>
                  </a:lnTo>
                  <a:lnTo>
                    <a:pt x="1404298" y="1438631"/>
                  </a:lnTo>
                  <a:lnTo>
                    <a:pt x="1406577" y="1433935"/>
                  </a:lnTo>
                  <a:lnTo>
                    <a:pt x="1408856" y="1429239"/>
                  </a:lnTo>
                  <a:lnTo>
                    <a:pt x="1411135" y="1423676"/>
                  </a:lnTo>
                  <a:lnTo>
                    <a:pt x="1413414" y="1418113"/>
                  </a:lnTo>
                  <a:lnTo>
                    <a:pt x="1415693" y="1412697"/>
                  </a:lnTo>
                  <a:lnTo>
                    <a:pt x="1417972" y="1412318"/>
                  </a:lnTo>
                  <a:lnTo>
                    <a:pt x="1420251" y="1413535"/>
                  </a:lnTo>
                  <a:lnTo>
                    <a:pt x="1422530" y="1414751"/>
                  </a:lnTo>
                  <a:lnTo>
                    <a:pt x="1424809" y="1415968"/>
                  </a:lnTo>
                  <a:lnTo>
                    <a:pt x="1427088" y="1416738"/>
                  </a:lnTo>
                  <a:lnTo>
                    <a:pt x="1429367" y="1417509"/>
                  </a:lnTo>
                  <a:lnTo>
                    <a:pt x="1431646" y="1418280"/>
                  </a:lnTo>
                  <a:lnTo>
                    <a:pt x="1433925" y="1419050"/>
                  </a:lnTo>
                  <a:lnTo>
                    <a:pt x="1436204" y="1419821"/>
                  </a:lnTo>
                  <a:lnTo>
                    <a:pt x="1438483" y="1420591"/>
                  </a:lnTo>
                  <a:lnTo>
                    <a:pt x="1440762" y="1421081"/>
                  </a:lnTo>
                  <a:lnTo>
                    <a:pt x="1443041" y="1421570"/>
                  </a:lnTo>
                  <a:lnTo>
                    <a:pt x="1445320" y="1419683"/>
                  </a:lnTo>
                  <a:lnTo>
                    <a:pt x="1447599" y="1416051"/>
                  </a:lnTo>
                  <a:lnTo>
                    <a:pt x="1449878" y="1412418"/>
                  </a:lnTo>
                  <a:lnTo>
                    <a:pt x="1452157" y="1408785"/>
                  </a:lnTo>
                  <a:lnTo>
                    <a:pt x="1454436" y="1404664"/>
                  </a:lnTo>
                  <a:lnTo>
                    <a:pt x="1456715" y="1400542"/>
                  </a:lnTo>
                  <a:lnTo>
                    <a:pt x="1458994" y="1396419"/>
                  </a:lnTo>
                  <a:lnTo>
                    <a:pt x="1461273" y="1392297"/>
                  </a:lnTo>
                  <a:lnTo>
                    <a:pt x="1463551" y="1390599"/>
                  </a:lnTo>
                  <a:lnTo>
                    <a:pt x="1465830" y="1389828"/>
                  </a:lnTo>
                  <a:lnTo>
                    <a:pt x="1468109" y="1389547"/>
                  </a:lnTo>
                  <a:lnTo>
                    <a:pt x="1470388" y="1389266"/>
                  </a:lnTo>
                  <a:lnTo>
                    <a:pt x="1472667" y="1388984"/>
                  </a:lnTo>
                  <a:lnTo>
                    <a:pt x="1474946" y="1388703"/>
                  </a:lnTo>
                  <a:lnTo>
                    <a:pt x="1477225" y="1385704"/>
                  </a:lnTo>
                  <a:lnTo>
                    <a:pt x="1479504" y="1384360"/>
                  </a:lnTo>
                  <a:lnTo>
                    <a:pt x="1481783" y="1385629"/>
                  </a:lnTo>
                  <a:lnTo>
                    <a:pt x="1484062" y="1389056"/>
                  </a:lnTo>
                  <a:lnTo>
                    <a:pt x="1486341" y="1392485"/>
                  </a:lnTo>
                  <a:lnTo>
                    <a:pt x="1488620" y="1395186"/>
                  </a:lnTo>
                  <a:lnTo>
                    <a:pt x="1490899" y="1397887"/>
                  </a:lnTo>
                  <a:lnTo>
                    <a:pt x="1493178" y="1399722"/>
                  </a:lnTo>
                  <a:lnTo>
                    <a:pt x="1495457" y="1399464"/>
                  </a:lnTo>
                  <a:lnTo>
                    <a:pt x="1497736" y="1396314"/>
                  </a:lnTo>
                  <a:lnTo>
                    <a:pt x="1500015" y="1396978"/>
                  </a:lnTo>
                  <a:lnTo>
                    <a:pt x="1502294" y="1398160"/>
                  </a:lnTo>
                  <a:lnTo>
                    <a:pt x="1504573" y="1399342"/>
                  </a:lnTo>
                  <a:lnTo>
                    <a:pt x="1506852" y="1400524"/>
                  </a:lnTo>
                  <a:lnTo>
                    <a:pt x="1509131" y="1400525"/>
                  </a:lnTo>
                  <a:lnTo>
                    <a:pt x="1511410" y="1401106"/>
                  </a:lnTo>
                  <a:lnTo>
                    <a:pt x="1513689" y="1400686"/>
                  </a:lnTo>
                  <a:lnTo>
                    <a:pt x="1515968" y="1398121"/>
                  </a:lnTo>
                  <a:lnTo>
                    <a:pt x="1518247" y="1393319"/>
                  </a:lnTo>
                  <a:lnTo>
                    <a:pt x="1520526" y="1386295"/>
                  </a:lnTo>
                  <a:lnTo>
                    <a:pt x="1522805" y="1379724"/>
                  </a:lnTo>
                  <a:lnTo>
                    <a:pt x="1525084" y="1373599"/>
                  </a:lnTo>
                  <a:lnTo>
                    <a:pt x="1527363" y="1368340"/>
                  </a:lnTo>
                  <a:lnTo>
                    <a:pt x="1529641" y="1364666"/>
                  </a:lnTo>
                  <a:lnTo>
                    <a:pt x="1531920" y="1363769"/>
                  </a:lnTo>
                  <a:lnTo>
                    <a:pt x="1534199" y="1357835"/>
                  </a:lnTo>
                  <a:lnTo>
                    <a:pt x="1536478" y="1350306"/>
                  </a:lnTo>
                  <a:lnTo>
                    <a:pt x="1538757" y="1342777"/>
                  </a:lnTo>
                  <a:lnTo>
                    <a:pt x="1541036" y="1335248"/>
                  </a:lnTo>
                  <a:lnTo>
                    <a:pt x="1543315" y="1329099"/>
                  </a:lnTo>
                  <a:lnTo>
                    <a:pt x="1545594" y="1324315"/>
                  </a:lnTo>
                  <a:lnTo>
                    <a:pt x="1547873" y="1320149"/>
                  </a:lnTo>
                  <a:lnTo>
                    <a:pt x="1550152" y="1321164"/>
                  </a:lnTo>
                  <a:lnTo>
                    <a:pt x="1552431" y="1322797"/>
                  </a:lnTo>
                  <a:lnTo>
                    <a:pt x="1554710" y="1332902"/>
                  </a:lnTo>
                  <a:lnTo>
                    <a:pt x="1556989" y="1345246"/>
                  </a:lnTo>
                  <a:lnTo>
                    <a:pt x="1559268" y="1357591"/>
                  </a:lnTo>
                  <a:lnTo>
                    <a:pt x="1561547" y="1374598"/>
                  </a:lnTo>
                  <a:lnTo>
                    <a:pt x="1563826" y="1395603"/>
                  </a:lnTo>
                  <a:lnTo>
                    <a:pt x="1566105" y="1416608"/>
                  </a:lnTo>
                  <a:lnTo>
                    <a:pt x="1568384" y="1437613"/>
                  </a:lnTo>
                  <a:lnTo>
                    <a:pt x="1570663" y="1459107"/>
                  </a:lnTo>
                  <a:lnTo>
                    <a:pt x="1572942" y="1480601"/>
                  </a:lnTo>
                  <a:lnTo>
                    <a:pt x="1575221" y="1502096"/>
                  </a:lnTo>
                  <a:lnTo>
                    <a:pt x="1577500" y="1523589"/>
                  </a:lnTo>
                  <a:lnTo>
                    <a:pt x="1579779" y="1546604"/>
                  </a:lnTo>
                  <a:lnTo>
                    <a:pt x="1582058" y="1571245"/>
                  </a:lnTo>
                  <a:lnTo>
                    <a:pt x="1584337" y="1595396"/>
                  </a:lnTo>
                  <a:lnTo>
                    <a:pt x="1586616" y="1618329"/>
                  </a:lnTo>
                  <a:lnTo>
                    <a:pt x="1588895" y="1639128"/>
                  </a:lnTo>
                  <a:lnTo>
                    <a:pt x="1591174" y="1657732"/>
                  </a:lnTo>
                  <a:lnTo>
                    <a:pt x="1593453" y="1679054"/>
                  </a:lnTo>
                  <a:lnTo>
                    <a:pt x="1594348" y="1686068"/>
                  </a:lnTo>
                  <a:lnTo>
                    <a:pt x="1705598" y="1686068"/>
                  </a:lnTo>
                  <a:lnTo>
                    <a:pt x="1707401" y="1676382"/>
                  </a:lnTo>
                  <a:lnTo>
                    <a:pt x="1709680" y="1662648"/>
                  </a:lnTo>
                  <a:lnTo>
                    <a:pt x="1711959" y="1651021"/>
                  </a:lnTo>
                  <a:lnTo>
                    <a:pt x="1714238" y="1645758"/>
                  </a:lnTo>
                  <a:lnTo>
                    <a:pt x="1716517" y="1644537"/>
                  </a:lnTo>
                  <a:lnTo>
                    <a:pt x="1718796" y="1643598"/>
                  </a:lnTo>
                  <a:lnTo>
                    <a:pt x="1721075" y="1641725"/>
                  </a:lnTo>
                  <a:lnTo>
                    <a:pt x="1723354" y="1640560"/>
                  </a:lnTo>
                  <a:lnTo>
                    <a:pt x="1725633" y="1640263"/>
                  </a:lnTo>
                  <a:lnTo>
                    <a:pt x="1727912" y="1638697"/>
                  </a:lnTo>
                  <a:lnTo>
                    <a:pt x="1730190" y="1634030"/>
                  </a:lnTo>
                  <a:lnTo>
                    <a:pt x="1732469" y="1629363"/>
                  </a:lnTo>
                  <a:lnTo>
                    <a:pt x="1734748" y="1624213"/>
                  </a:lnTo>
                  <a:lnTo>
                    <a:pt x="1737027" y="1619459"/>
                  </a:lnTo>
                  <a:lnTo>
                    <a:pt x="1739306" y="1613001"/>
                  </a:lnTo>
                  <a:lnTo>
                    <a:pt x="1741585" y="1607127"/>
                  </a:lnTo>
                  <a:lnTo>
                    <a:pt x="1743864" y="1601667"/>
                  </a:lnTo>
                  <a:lnTo>
                    <a:pt x="1746143" y="1596201"/>
                  </a:lnTo>
                  <a:lnTo>
                    <a:pt x="1748422" y="1591976"/>
                  </a:lnTo>
                  <a:lnTo>
                    <a:pt x="1750701" y="1587477"/>
                  </a:lnTo>
                  <a:lnTo>
                    <a:pt x="1752980" y="1582524"/>
                  </a:lnTo>
                  <a:lnTo>
                    <a:pt x="1755259" y="1576844"/>
                  </a:lnTo>
                  <a:lnTo>
                    <a:pt x="1757538" y="1569969"/>
                  </a:lnTo>
                  <a:lnTo>
                    <a:pt x="1759817" y="1563094"/>
                  </a:lnTo>
                  <a:lnTo>
                    <a:pt x="1762096" y="1556219"/>
                  </a:lnTo>
                  <a:lnTo>
                    <a:pt x="1764375" y="1549344"/>
                  </a:lnTo>
                  <a:lnTo>
                    <a:pt x="1766654" y="1542469"/>
                  </a:lnTo>
                  <a:lnTo>
                    <a:pt x="1768933" y="1535594"/>
                  </a:lnTo>
                  <a:lnTo>
                    <a:pt x="1771212" y="1528719"/>
                  </a:lnTo>
                  <a:lnTo>
                    <a:pt x="1773491" y="1523956"/>
                  </a:lnTo>
                  <a:lnTo>
                    <a:pt x="1775770" y="1520714"/>
                  </a:lnTo>
                  <a:lnTo>
                    <a:pt x="1778049" y="1519254"/>
                  </a:lnTo>
                  <a:lnTo>
                    <a:pt x="1780328" y="1519181"/>
                  </a:lnTo>
                  <a:lnTo>
                    <a:pt x="1782607" y="1519108"/>
                  </a:lnTo>
                  <a:lnTo>
                    <a:pt x="1784886" y="1521111"/>
                  </a:lnTo>
                  <a:lnTo>
                    <a:pt x="1787165" y="1521794"/>
                  </a:lnTo>
                  <a:lnTo>
                    <a:pt x="1789444" y="1521794"/>
                  </a:lnTo>
                  <a:lnTo>
                    <a:pt x="1791723" y="1522953"/>
                  </a:lnTo>
                  <a:lnTo>
                    <a:pt x="1794002" y="1522364"/>
                  </a:lnTo>
                  <a:lnTo>
                    <a:pt x="1796281" y="1521330"/>
                  </a:lnTo>
                  <a:lnTo>
                    <a:pt x="1798559" y="1519842"/>
                  </a:lnTo>
                  <a:lnTo>
                    <a:pt x="1800838" y="1519694"/>
                  </a:lnTo>
                  <a:lnTo>
                    <a:pt x="1803117" y="1516593"/>
                  </a:lnTo>
                  <a:lnTo>
                    <a:pt x="1805396" y="1515092"/>
                  </a:lnTo>
                  <a:lnTo>
                    <a:pt x="1807675" y="1515271"/>
                  </a:lnTo>
                  <a:lnTo>
                    <a:pt x="1809954" y="1514250"/>
                  </a:lnTo>
                  <a:lnTo>
                    <a:pt x="1812233" y="1509206"/>
                  </a:lnTo>
                  <a:lnTo>
                    <a:pt x="1814512" y="1503011"/>
                  </a:lnTo>
                  <a:lnTo>
                    <a:pt x="1816791" y="1496817"/>
                  </a:lnTo>
                  <a:lnTo>
                    <a:pt x="1819070" y="1489730"/>
                  </a:lnTo>
                  <a:lnTo>
                    <a:pt x="1821349" y="1484173"/>
                  </a:lnTo>
                  <a:lnTo>
                    <a:pt x="1823628" y="1481523"/>
                  </a:lnTo>
                  <a:lnTo>
                    <a:pt x="1825907" y="1481251"/>
                  </a:lnTo>
                  <a:lnTo>
                    <a:pt x="1828186" y="1484030"/>
                  </a:lnTo>
                  <a:lnTo>
                    <a:pt x="1830465" y="1487084"/>
                  </a:lnTo>
                  <a:lnTo>
                    <a:pt x="1832744" y="1489964"/>
                  </a:lnTo>
                  <a:lnTo>
                    <a:pt x="1835023" y="1492562"/>
                  </a:lnTo>
                  <a:lnTo>
                    <a:pt x="1837302" y="1497440"/>
                  </a:lnTo>
                  <a:lnTo>
                    <a:pt x="1839581" y="1500717"/>
                  </a:lnTo>
                  <a:lnTo>
                    <a:pt x="1841860" y="1502173"/>
                  </a:lnTo>
                  <a:lnTo>
                    <a:pt x="1844139" y="1504898"/>
                  </a:lnTo>
                  <a:lnTo>
                    <a:pt x="1846418" y="1511677"/>
                  </a:lnTo>
                  <a:lnTo>
                    <a:pt x="1848697" y="1518457"/>
                  </a:lnTo>
                  <a:lnTo>
                    <a:pt x="1850976" y="1526189"/>
                  </a:lnTo>
                  <a:lnTo>
                    <a:pt x="1853255" y="1533921"/>
                  </a:lnTo>
                  <a:lnTo>
                    <a:pt x="1855534" y="1543358"/>
                  </a:lnTo>
                  <a:lnTo>
                    <a:pt x="1857813" y="1551704"/>
                  </a:lnTo>
                  <a:lnTo>
                    <a:pt x="1860092" y="1557560"/>
                  </a:lnTo>
                  <a:lnTo>
                    <a:pt x="1862371" y="1563473"/>
                  </a:lnTo>
                  <a:lnTo>
                    <a:pt x="1864649" y="1568095"/>
                  </a:lnTo>
                  <a:lnTo>
                    <a:pt x="1866928" y="1572124"/>
                  </a:lnTo>
                  <a:lnTo>
                    <a:pt x="1869207" y="1576153"/>
                  </a:lnTo>
                  <a:lnTo>
                    <a:pt x="1871486" y="1580513"/>
                  </a:lnTo>
                  <a:lnTo>
                    <a:pt x="1873765" y="1585362"/>
                  </a:lnTo>
                  <a:lnTo>
                    <a:pt x="1876044" y="1590211"/>
                  </a:lnTo>
                  <a:lnTo>
                    <a:pt x="1878323" y="1595457"/>
                  </a:lnTo>
                  <a:lnTo>
                    <a:pt x="1880602" y="1600306"/>
                  </a:lnTo>
                  <a:lnTo>
                    <a:pt x="1882881" y="1604709"/>
                  </a:lnTo>
                  <a:lnTo>
                    <a:pt x="1885160" y="1609112"/>
                  </a:lnTo>
                  <a:lnTo>
                    <a:pt x="1887439" y="1613516"/>
                  </a:lnTo>
                  <a:lnTo>
                    <a:pt x="1889718" y="1615807"/>
                  </a:lnTo>
                  <a:lnTo>
                    <a:pt x="1891997" y="1616577"/>
                  </a:lnTo>
                  <a:lnTo>
                    <a:pt x="1894276" y="1616859"/>
                  </a:lnTo>
                  <a:lnTo>
                    <a:pt x="1896555" y="1617139"/>
                  </a:lnTo>
                  <a:lnTo>
                    <a:pt x="1898834" y="1617139"/>
                  </a:lnTo>
                  <a:lnTo>
                    <a:pt x="1901113" y="1616016"/>
                  </a:lnTo>
                  <a:lnTo>
                    <a:pt x="1903392" y="1616918"/>
                  </a:lnTo>
                  <a:lnTo>
                    <a:pt x="1905671" y="1618504"/>
                  </a:lnTo>
                  <a:lnTo>
                    <a:pt x="1907950" y="1618422"/>
                  </a:lnTo>
                  <a:lnTo>
                    <a:pt x="1910229" y="1617416"/>
                  </a:lnTo>
                  <a:lnTo>
                    <a:pt x="1912508" y="1616368"/>
                  </a:lnTo>
                  <a:lnTo>
                    <a:pt x="1914787" y="1615319"/>
                  </a:lnTo>
                  <a:lnTo>
                    <a:pt x="1917066" y="1614270"/>
                  </a:lnTo>
                  <a:lnTo>
                    <a:pt x="1919345" y="1613222"/>
                  </a:lnTo>
                  <a:lnTo>
                    <a:pt x="1921624" y="1611281"/>
                  </a:lnTo>
                  <a:lnTo>
                    <a:pt x="1923903" y="1608459"/>
                  </a:lnTo>
                  <a:lnTo>
                    <a:pt x="1926182" y="1605637"/>
                  </a:lnTo>
                  <a:lnTo>
                    <a:pt x="1928461" y="1600845"/>
                  </a:lnTo>
                  <a:lnTo>
                    <a:pt x="1930739" y="1596247"/>
                  </a:lnTo>
                  <a:lnTo>
                    <a:pt x="1933018" y="1591648"/>
                  </a:lnTo>
                  <a:lnTo>
                    <a:pt x="1935297" y="1587942"/>
                  </a:lnTo>
                  <a:lnTo>
                    <a:pt x="1937576" y="1582706"/>
                  </a:lnTo>
                  <a:lnTo>
                    <a:pt x="1939855" y="1576135"/>
                  </a:lnTo>
                  <a:lnTo>
                    <a:pt x="1942134" y="1569865"/>
                  </a:lnTo>
                  <a:lnTo>
                    <a:pt x="1944413" y="1562943"/>
                  </a:lnTo>
                  <a:lnTo>
                    <a:pt x="1946692" y="1554526"/>
                  </a:lnTo>
                  <a:lnTo>
                    <a:pt x="1948971" y="1545164"/>
                  </a:lnTo>
                  <a:lnTo>
                    <a:pt x="1951250" y="1536273"/>
                  </a:lnTo>
                  <a:lnTo>
                    <a:pt x="1953529" y="1526489"/>
                  </a:lnTo>
                  <a:lnTo>
                    <a:pt x="1955808" y="1518757"/>
                  </a:lnTo>
                  <a:lnTo>
                    <a:pt x="1958087" y="1511977"/>
                  </a:lnTo>
                  <a:lnTo>
                    <a:pt x="1960366" y="1505198"/>
                  </a:lnTo>
                  <a:lnTo>
                    <a:pt x="1962645" y="1500278"/>
                  </a:lnTo>
                  <a:lnTo>
                    <a:pt x="1964924" y="1492693"/>
                  </a:lnTo>
                  <a:lnTo>
                    <a:pt x="1967203" y="1484960"/>
                  </a:lnTo>
                  <a:lnTo>
                    <a:pt x="1969482" y="1477227"/>
                  </a:lnTo>
                  <a:lnTo>
                    <a:pt x="1971761" y="1470448"/>
                  </a:lnTo>
                  <a:lnTo>
                    <a:pt x="1974040" y="1463669"/>
                  </a:lnTo>
                  <a:lnTo>
                    <a:pt x="1976319" y="1458519"/>
                  </a:lnTo>
                  <a:lnTo>
                    <a:pt x="1978598" y="1453765"/>
                  </a:lnTo>
                  <a:lnTo>
                    <a:pt x="1980877" y="1449118"/>
                  </a:lnTo>
                  <a:lnTo>
                    <a:pt x="1983156" y="1447114"/>
                  </a:lnTo>
                  <a:lnTo>
                    <a:pt x="1985435" y="1444405"/>
                  </a:lnTo>
                  <a:lnTo>
                    <a:pt x="1987714" y="1442093"/>
                  </a:lnTo>
                  <a:lnTo>
                    <a:pt x="1989993" y="1438857"/>
                  </a:lnTo>
                  <a:lnTo>
                    <a:pt x="1992272" y="1435621"/>
                  </a:lnTo>
                  <a:lnTo>
                    <a:pt x="1994551" y="1431988"/>
                  </a:lnTo>
                  <a:lnTo>
                    <a:pt x="1996830" y="1428752"/>
                  </a:lnTo>
                  <a:lnTo>
                    <a:pt x="1999108" y="1429002"/>
                  </a:lnTo>
                  <a:lnTo>
                    <a:pt x="2001387" y="1429448"/>
                  </a:lnTo>
                  <a:lnTo>
                    <a:pt x="2003666" y="1430760"/>
                  </a:lnTo>
                  <a:lnTo>
                    <a:pt x="2005945" y="1433232"/>
                  </a:lnTo>
                  <a:lnTo>
                    <a:pt x="2008224" y="1435703"/>
                  </a:lnTo>
                  <a:lnTo>
                    <a:pt x="2010503" y="1439128"/>
                  </a:lnTo>
                  <a:lnTo>
                    <a:pt x="2012782" y="1444325"/>
                  </a:lnTo>
                  <a:lnTo>
                    <a:pt x="2015061" y="1451134"/>
                  </a:lnTo>
                  <a:lnTo>
                    <a:pt x="2017340" y="1457941"/>
                  </a:lnTo>
                  <a:lnTo>
                    <a:pt x="2019619" y="1464749"/>
                  </a:lnTo>
                  <a:lnTo>
                    <a:pt x="2021898" y="1471557"/>
                  </a:lnTo>
                  <a:lnTo>
                    <a:pt x="2024177" y="1479327"/>
                  </a:lnTo>
                  <a:lnTo>
                    <a:pt x="2026456" y="1489767"/>
                  </a:lnTo>
                  <a:lnTo>
                    <a:pt x="2028735" y="1500697"/>
                  </a:lnTo>
                  <a:lnTo>
                    <a:pt x="2031014" y="1511626"/>
                  </a:lnTo>
                  <a:lnTo>
                    <a:pt x="2033293" y="1522556"/>
                  </a:lnTo>
                  <a:lnTo>
                    <a:pt x="2035572" y="1533486"/>
                  </a:lnTo>
                  <a:lnTo>
                    <a:pt x="2037851" y="1543088"/>
                  </a:lnTo>
                  <a:lnTo>
                    <a:pt x="2040130" y="1550916"/>
                  </a:lnTo>
                  <a:lnTo>
                    <a:pt x="2042409" y="1558744"/>
                  </a:lnTo>
                  <a:lnTo>
                    <a:pt x="2044688" y="1568469"/>
                  </a:lnTo>
                  <a:lnTo>
                    <a:pt x="2046967" y="1576842"/>
                  </a:lnTo>
                  <a:lnTo>
                    <a:pt x="2049246" y="1584348"/>
                  </a:lnTo>
                  <a:lnTo>
                    <a:pt x="2051525" y="1590638"/>
                  </a:lnTo>
                  <a:lnTo>
                    <a:pt x="2053804" y="1596929"/>
                  </a:lnTo>
                  <a:lnTo>
                    <a:pt x="2056083" y="1602937"/>
                  </a:lnTo>
                  <a:lnTo>
                    <a:pt x="2058362" y="1607752"/>
                  </a:lnTo>
                  <a:lnTo>
                    <a:pt x="2060641" y="1610169"/>
                  </a:lnTo>
                  <a:lnTo>
                    <a:pt x="2062920" y="1613498"/>
                  </a:lnTo>
                  <a:lnTo>
                    <a:pt x="2065198" y="1618664"/>
                  </a:lnTo>
                  <a:lnTo>
                    <a:pt x="2067477" y="1623360"/>
                  </a:lnTo>
                  <a:lnTo>
                    <a:pt x="2069756" y="1628057"/>
                  </a:lnTo>
                  <a:lnTo>
                    <a:pt x="2072035" y="1631594"/>
                  </a:lnTo>
                  <a:lnTo>
                    <a:pt x="2074314" y="1635131"/>
                  </a:lnTo>
                  <a:lnTo>
                    <a:pt x="2076593" y="1638668"/>
                  </a:lnTo>
                  <a:lnTo>
                    <a:pt x="2078872" y="1639393"/>
                  </a:lnTo>
                  <a:lnTo>
                    <a:pt x="2081151" y="1642782"/>
                  </a:lnTo>
                  <a:lnTo>
                    <a:pt x="2083430" y="1646319"/>
                  </a:lnTo>
                  <a:lnTo>
                    <a:pt x="2085709" y="1649856"/>
                  </a:lnTo>
                  <a:lnTo>
                    <a:pt x="2087988" y="1652440"/>
                  </a:lnTo>
                  <a:lnTo>
                    <a:pt x="2090267" y="1656467"/>
                  </a:lnTo>
                  <a:lnTo>
                    <a:pt x="2092546" y="1660493"/>
                  </a:lnTo>
                  <a:lnTo>
                    <a:pt x="2094825" y="1664519"/>
                  </a:lnTo>
                  <a:lnTo>
                    <a:pt x="2097104" y="1668043"/>
                  </a:lnTo>
                  <a:lnTo>
                    <a:pt x="2099383" y="1669204"/>
                  </a:lnTo>
                  <a:lnTo>
                    <a:pt x="2101662" y="1671071"/>
                  </a:lnTo>
                  <a:lnTo>
                    <a:pt x="2103941" y="1672938"/>
                  </a:lnTo>
                  <a:lnTo>
                    <a:pt x="2106220" y="1675728"/>
                  </a:lnTo>
                  <a:lnTo>
                    <a:pt x="2108499" y="1678518"/>
                  </a:lnTo>
                  <a:lnTo>
                    <a:pt x="2110778" y="1681308"/>
                  </a:lnTo>
                  <a:lnTo>
                    <a:pt x="2113057" y="1684099"/>
                  </a:lnTo>
                  <a:lnTo>
                    <a:pt x="2115336" y="1683848"/>
                  </a:lnTo>
                  <a:lnTo>
                    <a:pt x="2117615" y="1683402"/>
                  </a:lnTo>
                  <a:lnTo>
                    <a:pt x="2119894" y="1682535"/>
                  </a:lnTo>
                  <a:lnTo>
                    <a:pt x="2122173" y="1680510"/>
                  </a:lnTo>
                  <a:lnTo>
                    <a:pt x="2124452" y="1678483"/>
                  </a:lnTo>
                  <a:lnTo>
                    <a:pt x="2126731" y="1675505"/>
                  </a:lnTo>
                  <a:lnTo>
                    <a:pt x="2129010" y="1670752"/>
                  </a:lnTo>
                  <a:lnTo>
                    <a:pt x="2131289" y="1664672"/>
                  </a:lnTo>
                  <a:lnTo>
                    <a:pt x="2133567" y="1658145"/>
                  </a:lnTo>
                  <a:lnTo>
                    <a:pt x="2135846" y="1651619"/>
                  </a:lnTo>
                  <a:lnTo>
                    <a:pt x="2138125" y="1645538"/>
                  </a:lnTo>
                  <a:lnTo>
                    <a:pt x="2140404" y="1639457"/>
                  </a:lnTo>
                  <a:lnTo>
                    <a:pt x="2142683" y="1633377"/>
                  </a:lnTo>
                  <a:lnTo>
                    <a:pt x="2144962" y="1627296"/>
                  </a:lnTo>
                  <a:lnTo>
                    <a:pt x="2147241" y="1621216"/>
                  </a:lnTo>
                  <a:lnTo>
                    <a:pt x="2149520" y="1615135"/>
                  </a:lnTo>
                  <a:lnTo>
                    <a:pt x="2151799" y="1609055"/>
                  </a:lnTo>
                  <a:lnTo>
                    <a:pt x="2154078" y="1603857"/>
                  </a:lnTo>
                  <a:lnTo>
                    <a:pt x="2156357" y="1600432"/>
                  </a:lnTo>
                  <a:lnTo>
                    <a:pt x="2158636" y="1596726"/>
                  </a:lnTo>
                  <a:lnTo>
                    <a:pt x="2160915" y="1593974"/>
                  </a:lnTo>
                  <a:lnTo>
                    <a:pt x="2163194" y="1592380"/>
                  </a:lnTo>
                  <a:lnTo>
                    <a:pt x="2165473" y="1591653"/>
                  </a:lnTo>
                  <a:lnTo>
                    <a:pt x="2167752" y="1592142"/>
                  </a:lnTo>
                  <a:lnTo>
                    <a:pt x="2170031" y="1592632"/>
                  </a:lnTo>
                  <a:lnTo>
                    <a:pt x="2172310" y="1593121"/>
                  </a:lnTo>
                  <a:lnTo>
                    <a:pt x="2174589" y="1593611"/>
                  </a:lnTo>
                  <a:lnTo>
                    <a:pt x="2176868" y="1594101"/>
                  </a:lnTo>
                  <a:lnTo>
                    <a:pt x="2179147" y="1594590"/>
                  </a:lnTo>
                  <a:lnTo>
                    <a:pt x="2181426" y="1595079"/>
                  </a:lnTo>
                  <a:lnTo>
                    <a:pt x="2183705" y="1595568"/>
                  </a:lnTo>
                  <a:lnTo>
                    <a:pt x="2185984" y="1596057"/>
                  </a:lnTo>
                  <a:lnTo>
                    <a:pt x="2188263" y="1596547"/>
                  </a:lnTo>
                  <a:lnTo>
                    <a:pt x="2190542" y="1597036"/>
                  </a:lnTo>
                  <a:lnTo>
                    <a:pt x="2192821" y="1597526"/>
                  </a:lnTo>
                  <a:lnTo>
                    <a:pt x="2195100" y="1598015"/>
                  </a:lnTo>
                  <a:lnTo>
                    <a:pt x="2197379" y="1598504"/>
                  </a:lnTo>
                  <a:lnTo>
                    <a:pt x="2199657" y="1598993"/>
                  </a:lnTo>
                  <a:lnTo>
                    <a:pt x="2201936" y="1599764"/>
                  </a:lnTo>
                  <a:lnTo>
                    <a:pt x="2204215" y="1600534"/>
                  </a:lnTo>
                  <a:lnTo>
                    <a:pt x="2206494" y="1600534"/>
                  </a:lnTo>
                  <a:lnTo>
                    <a:pt x="2208773" y="1598467"/>
                  </a:lnTo>
                  <a:lnTo>
                    <a:pt x="2211052" y="1594834"/>
                  </a:lnTo>
                  <a:lnTo>
                    <a:pt x="2213331" y="1591202"/>
                  </a:lnTo>
                  <a:lnTo>
                    <a:pt x="2215610" y="1587288"/>
                  </a:lnTo>
                  <a:lnTo>
                    <a:pt x="2217889" y="1583374"/>
                  </a:lnTo>
                  <a:lnTo>
                    <a:pt x="2220168" y="1579460"/>
                  </a:lnTo>
                  <a:lnTo>
                    <a:pt x="2222447" y="1575546"/>
                  </a:lnTo>
                  <a:lnTo>
                    <a:pt x="2224726" y="1571632"/>
                  </a:lnTo>
                  <a:lnTo>
                    <a:pt x="2227005" y="1568000"/>
                  </a:lnTo>
                  <a:lnTo>
                    <a:pt x="2229284" y="1561666"/>
                  </a:lnTo>
                  <a:lnTo>
                    <a:pt x="2231563" y="1554887"/>
                  </a:lnTo>
                  <a:lnTo>
                    <a:pt x="2233842" y="1545332"/>
                  </a:lnTo>
                  <a:lnTo>
                    <a:pt x="2236121" y="1534057"/>
                  </a:lnTo>
                  <a:lnTo>
                    <a:pt x="2238400" y="1521573"/>
                  </a:lnTo>
                  <a:lnTo>
                    <a:pt x="2240679" y="1509090"/>
                  </a:lnTo>
                  <a:lnTo>
                    <a:pt x="2242958" y="1497939"/>
                  </a:lnTo>
                  <a:lnTo>
                    <a:pt x="2245237" y="1488384"/>
                  </a:lnTo>
                  <a:lnTo>
                    <a:pt x="2247516" y="1478829"/>
                  </a:lnTo>
                  <a:lnTo>
                    <a:pt x="2249795" y="1470117"/>
                  </a:lnTo>
                  <a:lnTo>
                    <a:pt x="2252074" y="1461404"/>
                  </a:lnTo>
                  <a:lnTo>
                    <a:pt x="2254353" y="1452716"/>
                  </a:lnTo>
                  <a:lnTo>
                    <a:pt x="2256632" y="1444028"/>
                  </a:lnTo>
                  <a:lnTo>
                    <a:pt x="2258911" y="1435339"/>
                  </a:lnTo>
                  <a:lnTo>
                    <a:pt x="2261190" y="1426181"/>
                  </a:lnTo>
                  <a:lnTo>
                    <a:pt x="2263469" y="1419360"/>
                  </a:lnTo>
                  <a:lnTo>
                    <a:pt x="2265747" y="1412977"/>
                  </a:lnTo>
                  <a:lnTo>
                    <a:pt x="2268026" y="1409742"/>
                  </a:lnTo>
                  <a:lnTo>
                    <a:pt x="2270305" y="1408302"/>
                  </a:lnTo>
                  <a:lnTo>
                    <a:pt x="2272584" y="1406150"/>
                  </a:lnTo>
                  <a:lnTo>
                    <a:pt x="2274863" y="1404111"/>
                  </a:lnTo>
                  <a:lnTo>
                    <a:pt x="2277142" y="1402073"/>
                  </a:lnTo>
                  <a:lnTo>
                    <a:pt x="2279421" y="1399564"/>
                  </a:lnTo>
                  <a:lnTo>
                    <a:pt x="2281700" y="1397525"/>
                  </a:lnTo>
                  <a:lnTo>
                    <a:pt x="2283979" y="1395486"/>
                  </a:lnTo>
                  <a:lnTo>
                    <a:pt x="2286258" y="1393900"/>
                  </a:lnTo>
                  <a:lnTo>
                    <a:pt x="2288537" y="1391861"/>
                  </a:lnTo>
                  <a:lnTo>
                    <a:pt x="2290816" y="1387425"/>
                  </a:lnTo>
                  <a:lnTo>
                    <a:pt x="2293095" y="1382693"/>
                  </a:lnTo>
                  <a:lnTo>
                    <a:pt x="2295374" y="1377961"/>
                  </a:lnTo>
                  <a:lnTo>
                    <a:pt x="2297653" y="1373228"/>
                  </a:lnTo>
                  <a:lnTo>
                    <a:pt x="2299932" y="1368496"/>
                  </a:lnTo>
                  <a:lnTo>
                    <a:pt x="2302211" y="1363763"/>
                  </a:lnTo>
                  <a:lnTo>
                    <a:pt x="2304490" y="1359031"/>
                  </a:lnTo>
                  <a:lnTo>
                    <a:pt x="2306769" y="1356354"/>
                  </a:lnTo>
                  <a:lnTo>
                    <a:pt x="2309048" y="1353844"/>
                  </a:lnTo>
                  <a:lnTo>
                    <a:pt x="2311327" y="1351335"/>
                  </a:lnTo>
                  <a:lnTo>
                    <a:pt x="2313606" y="1348826"/>
                  </a:lnTo>
                  <a:lnTo>
                    <a:pt x="2315885" y="1345921"/>
                  </a:lnTo>
                  <a:lnTo>
                    <a:pt x="2318164" y="1342288"/>
                  </a:lnTo>
                  <a:lnTo>
                    <a:pt x="2320443" y="1338373"/>
                  </a:lnTo>
                  <a:lnTo>
                    <a:pt x="2322722" y="1334741"/>
                  </a:lnTo>
                  <a:lnTo>
                    <a:pt x="2325001" y="1335929"/>
                  </a:lnTo>
                  <a:lnTo>
                    <a:pt x="2327280" y="1339562"/>
                  </a:lnTo>
                  <a:lnTo>
                    <a:pt x="2329559" y="1343195"/>
                  </a:lnTo>
                  <a:lnTo>
                    <a:pt x="2331838" y="1346827"/>
                  </a:lnTo>
                  <a:lnTo>
                    <a:pt x="2334116" y="1350460"/>
                  </a:lnTo>
                  <a:lnTo>
                    <a:pt x="2336395" y="1354093"/>
                  </a:lnTo>
                  <a:lnTo>
                    <a:pt x="2338674" y="1358007"/>
                  </a:lnTo>
                  <a:lnTo>
                    <a:pt x="2340953" y="1361920"/>
                  </a:lnTo>
                  <a:lnTo>
                    <a:pt x="2343232" y="1365998"/>
                  </a:lnTo>
                  <a:lnTo>
                    <a:pt x="2345511" y="1372777"/>
                  </a:lnTo>
                  <a:lnTo>
                    <a:pt x="2347790" y="1380002"/>
                  </a:lnTo>
                  <a:lnTo>
                    <a:pt x="2350069" y="1390003"/>
                  </a:lnTo>
                  <a:lnTo>
                    <a:pt x="2352348" y="1401278"/>
                  </a:lnTo>
                  <a:lnTo>
                    <a:pt x="2354627" y="1414158"/>
                  </a:lnTo>
                  <a:lnTo>
                    <a:pt x="2356906" y="1427039"/>
                  </a:lnTo>
                  <a:lnTo>
                    <a:pt x="2359185" y="1438585"/>
                  </a:lnTo>
                  <a:lnTo>
                    <a:pt x="2361464" y="1448537"/>
                  </a:lnTo>
                  <a:lnTo>
                    <a:pt x="2363743" y="1458488"/>
                  </a:lnTo>
                  <a:lnTo>
                    <a:pt x="2366022" y="1468044"/>
                  </a:lnTo>
                  <a:lnTo>
                    <a:pt x="2368301" y="1477599"/>
                  </a:lnTo>
                  <a:lnTo>
                    <a:pt x="2370580" y="1486683"/>
                  </a:lnTo>
                  <a:lnTo>
                    <a:pt x="2372859" y="1495372"/>
                  </a:lnTo>
                  <a:lnTo>
                    <a:pt x="2375138" y="1504060"/>
                  </a:lnTo>
                  <a:lnTo>
                    <a:pt x="2377417" y="1512773"/>
                  </a:lnTo>
                  <a:lnTo>
                    <a:pt x="2379696" y="1519148"/>
                  </a:lnTo>
                  <a:lnTo>
                    <a:pt x="2381975" y="1525085"/>
                  </a:lnTo>
                  <a:lnTo>
                    <a:pt x="2384254" y="1527875"/>
                  </a:lnTo>
                  <a:lnTo>
                    <a:pt x="2386533" y="1529315"/>
                  </a:lnTo>
                  <a:lnTo>
                    <a:pt x="2388812" y="1531186"/>
                  </a:lnTo>
                  <a:lnTo>
                    <a:pt x="2391091" y="1533224"/>
                  </a:lnTo>
                  <a:lnTo>
                    <a:pt x="2393370" y="1535263"/>
                  </a:lnTo>
                  <a:lnTo>
                    <a:pt x="2395649" y="1537283"/>
                  </a:lnTo>
                  <a:lnTo>
                    <a:pt x="2397928" y="1538833"/>
                  </a:lnTo>
                  <a:lnTo>
                    <a:pt x="2400206" y="1540383"/>
                  </a:lnTo>
                  <a:lnTo>
                    <a:pt x="2402485" y="1541479"/>
                  </a:lnTo>
                  <a:lnTo>
                    <a:pt x="2404764" y="1543029"/>
                  </a:lnTo>
                  <a:lnTo>
                    <a:pt x="2407043" y="1547464"/>
                  </a:lnTo>
                  <a:lnTo>
                    <a:pt x="2409322" y="1552197"/>
                  </a:lnTo>
                  <a:lnTo>
                    <a:pt x="2411601" y="1556929"/>
                  </a:lnTo>
                  <a:lnTo>
                    <a:pt x="2413880" y="1561662"/>
                  </a:lnTo>
                  <a:lnTo>
                    <a:pt x="2416159" y="1566394"/>
                  </a:lnTo>
                  <a:lnTo>
                    <a:pt x="2418438" y="1571127"/>
                  </a:lnTo>
                  <a:lnTo>
                    <a:pt x="2420717" y="1575860"/>
                  </a:lnTo>
                  <a:lnTo>
                    <a:pt x="2422996" y="1578536"/>
                  </a:lnTo>
                  <a:lnTo>
                    <a:pt x="2425275" y="1581327"/>
                  </a:lnTo>
                  <a:lnTo>
                    <a:pt x="2427554" y="1584117"/>
                  </a:lnTo>
                  <a:lnTo>
                    <a:pt x="2429833" y="1586907"/>
                  </a:lnTo>
                  <a:lnTo>
                    <a:pt x="2432112" y="1590540"/>
                  </a:lnTo>
                  <a:lnTo>
                    <a:pt x="2434391" y="1594618"/>
                  </a:lnTo>
                  <a:lnTo>
                    <a:pt x="2436670" y="1598978"/>
                  </a:lnTo>
                  <a:lnTo>
                    <a:pt x="2438949" y="1603338"/>
                  </a:lnTo>
                  <a:lnTo>
                    <a:pt x="2441228" y="1604498"/>
                  </a:lnTo>
                  <a:lnTo>
                    <a:pt x="2443507" y="1604779"/>
                  </a:lnTo>
                  <a:lnTo>
                    <a:pt x="2445786" y="1605061"/>
                  </a:lnTo>
                  <a:lnTo>
                    <a:pt x="2448065" y="1605342"/>
                  </a:lnTo>
                  <a:lnTo>
                    <a:pt x="2450344" y="1606068"/>
                  </a:lnTo>
                  <a:lnTo>
                    <a:pt x="2452623" y="1606795"/>
                  </a:lnTo>
                  <a:lnTo>
                    <a:pt x="2454902" y="1607241"/>
                  </a:lnTo>
                  <a:lnTo>
                    <a:pt x="2457181" y="1607686"/>
                  </a:lnTo>
                  <a:lnTo>
                    <a:pt x="2459460" y="1607241"/>
                  </a:lnTo>
                  <a:lnTo>
                    <a:pt x="2461739" y="1606795"/>
                  </a:lnTo>
                  <a:lnTo>
                    <a:pt x="2464018" y="1606349"/>
                  </a:lnTo>
                  <a:lnTo>
                    <a:pt x="2466297" y="1605622"/>
                  </a:lnTo>
                  <a:lnTo>
                    <a:pt x="2468575" y="1604895"/>
                  </a:lnTo>
                  <a:lnTo>
                    <a:pt x="2470854" y="1604052"/>
                  </a:lnTo>
                  <a:lnTo>
                    <a:pt x="2473133" y="1603210"/>
                  </a:lnTo>
                  <a:lnTo>
                    <a:pt x="2475412" y="1603210"/>
                  </a:lnTo>
                  <a:lnTo>
                    <a:pt x="2477691" y="1603210"/>
                  </a:lnTo>
                  <a:lnTo>
                    <a:pt x="2479970" y="1603210"/>
                  </a:lnTo>
                  <a:lnTo>
                    <a:pt x="2482249" y="1603210"/>
                  </a:lnTo>
                  <a:lnTo>
                    <a:pt x="2484528" y="1602814"/>
                  </a:lnTo>
                  <a:lnTo>
                    <a:pt x="2486807" y="1603285"/>
                  </a:lnTo>
                  <a:lnTo>
                    <a:pt x="2489086" y="1604604"/>
                  </a:lnTo>
                  <a:lnTo>
                    <a:pt x="2491365" y="1606630"/>
                  </a:lnTo>
                  <a:lnTo>
                    <a:pt x="2493644" y="1610055"/>
                  </a:lnTo>
                  <a:lnTo>
                    <a:pt x="2495923" y="1611948"/>
                  </a:lnTo>
                  <a:lnTo>
                    <a:pt x="2498202" y="1612633"/>
                  </a:lnTo>
                  <a:lnTo>
                    <a:pt x="2500481" y="1613318"/>
                  </a:lnTo>
                  <a:lnTo>
                    <a:pt x="2502760" y="1614002"/>
                  </a:lnTo>
                  <a:lnTo>
                    <a:pt x="2505039" y="1614076"/>
                  </a:lnTo>
                  <a:lnTo>
                    <a:pt x="2507318" y="1614149"/>
                  </a:lnTo>
                  <a:lnTo>
                    <a:pt x="2509597" y="1613269"/>
                  </a:lnTo>
                  <a:lnTo>
                    <a:pt x="2511876" y="1612879"/>
                  </a:lnTo>
                  <a:lnTo>
                    <a:pt x="2514155" y="1612489"/>
                  </a:lnTo>
                  <a:lnTo>
                    <a:pt x="2516434" y="1611109"/>
                  </a:lnTo>
                  <a:lnTo>
                    <a:pt x="2518713" y="1605750"/>
                  </a:lnTo>
                  <a:lnTo>
                    <a:pt x="2520992" y="1599437"/>
                  </a:lnTo>
                  <a:lnTo>
                    <a:pt x="2523271" y="1592635"/>
                  </a:lnTo>
                  <a:lnTo>
                    <a:pt x="2525550" y="1585127"/>
                  </a:lnTo>
                  <a:lnTo>
                    <a:pt x="2527829" y="1576695"/>
                  </a:lnTo>
                  <a:lnTo>
                    <a:pt x="2530108" y="1569188"/>
                  </a:lnTo>
                  <a:lnTo>
                    <a:pt x="2532387" y="1562690"/>
                  </a:lnTo>
                  <a:lnTo>
                    <a:pt x="2534665" y="1556191"/>
                  </a:lnTo>
                  <a:lnTo>
                    <a:pt x="2536944" y="1549694"/>
                  </a:lnTo>
                  <a:lnTo>
                    <a:pt x="2539223" y="1543195"/>
                  </a:lnTo>
                  <a:lnTo>
                    <a:pt x="2541502" y="1536415"/>
                  </a:lnTo>
                  <a:lnTo>
                    <a:pt x="2543781" y="1529636"/>
                  </a:lnTo>
                  <a:lnTo>
                    <a:pt x="2546060" y="1522856"/>
                  </a:lnTo>
                  <a:lnTo>
                    <a:pt x="2548339" y="1515631"/>
                  </a:lnTo>
                  <a:lnTo>
                    <a:pt x="2550618" y="1509752"/>
                  </a:lnTo>
                  <a:lnTo>
                    <a:pt x="2552897" y="1509306"/>
                  </a:lnTo>
                  <a:lnTo>
                    <a:pt x="2555176" y="1508580"/>
                  </a:lnTo>
                  <a:lnTo>
                    <a:pt x="2557455" y="1508298"/>
                  </a:lnTo>
                  <a:lnTo>
                    <a:pt x="2559734" y="1508018"/>
                  </a:lnTo>
                  <a:lnTo>
                    <a:pt x="2562013" y="1507736"/>
                  </a:lnTo>
                  <a:lnTo>
                    <a:pt x="2564292" y="1507455"/>
                  </a:lnTo>
                  <a:lnTo>
                    <a:pt x="2566571" y="1506728"/>
                  </a:lnTo>
                  <a:lnTo>
                    <a:pt x="2568850" y="1506001"/>
                  </a:lnTo>
                  <a:lnTo>
                    <a:pt x="2571129" y="1506000"/>
                  </a:lnTo>
                  <a:lnTo>
                    <a:pt x="2573408" y="1506000"/>
                  </a:lnTo>
                  <a:lnTo>
                    <a:pt x="2575687" y="1506843"/>
                  </a:lnTo>
                  <a:lnTo>
                    <a:pt x="2577966" y="1507685"/>
                  </a:lnTo>
                  <a:lnTo>
                    <a:pt x="2580245" y="1507007"/>
                  </a:lnTo>
                  <a:lnTo>
                    <a:pt x="2582524" y="1504498"/>
                  </a:lnTo>
                  <a:lnTo>
                    <a:pt x="2584803" y="1501592"/>
                  </a:lnTo>
                  <a:lnTo>
                    <a:pt x="2587082" y="1498405"/>
                  </a:lnTo>
                  <a:lnTo>
                    <a:pt x="2589361" y="1495218"/>
                  </a:lnTo>
                  <a:lnTo>
                    <a:pt x="2591640" y="1491189"/>
                  </a:lnTo>
                  <a:lnTo>
                    <a:pt x="2593919" y="1487159"/>
                  </a:lnTo>
                  <a:lnTo>
                    <a:pt x="2596198" y="1483131"/>
                  </a:lnTo>
                  <a:lnTo>
                    <a:pt x="2598477" y="1479498"/>
                  </a:lnTo>
                  <a:lnTo>
                    <a:pt x="2600756" y="1470869"/>
                  </a:lnTo>
                  <a:lnTo>
                    <a:pt x="2603034" y="1461314"/>
                  </a:lnTo>
                  <a:lnTo>
                    <a:pt x="2605313" y="1448918"/>
                  </a:lnTo>
                  <a:lnTo>
                    <a:pt x="2607592" y="1434855"/>
                  </a:lnTo>
                  <a:lnTo>
                    <a:pt x="2609871" y="1419392"/>
                  </a:lnTo>
                  <a:lnTo>
                    <a:pt x="2612150" y="1405906"/>
                  </a:lnTo>
                  <a:lnTo>
                    <a:pt x="2614429" y="1394591"/>
                  </a:lnTo>
                  <a:lnTo>
                    <a:pt x="2616708" y="1383400"/>
                  </a:lnTo>
                  <a:lnTo>
                    <a:pt x="2618987" y="1371123"/>
                  </a:lnTo>
                  <a:lnTo>
                    <a:pt x="2621266" y="1360135"/>
                  </a:lnTo>
                  <a:lnTo>
                    <a:pt x="2623545" y="1349148"/>
                  </a:lnTo>
                  <a:lnTo>
                    <a:pt x="2625824" y="1339113"/>
                  </a:lnTo>
                  <a:lnTo>
                    <a:pt x="2628103" y="1329079"/>
                  </a:lnTo>
                  <a:lnTo>
                    <a:pt x="2630382" y="1319514"/>
                  </a:lnTo>
                  <a:lnTo>
                    <a:pt x="2632661" y="1310938"/>
                  </a:lnTo>
                  <a:lnTo>
                    <a:pt x="2634940" y="1311473"/>
                  </a:lnTo>
                  <a:lnTo>
                    <a:pt x="2637219" y="1313089"/>
                  </a:lnTo>
                  <a:lnTo>
                    <a:pt x="2639498" y="1316543"/>
                  </a:lnTo>
                  <a:lnTo>
                    <a:pt x="2641777" y="1322012"/>
                  </a:lnTo>
                  <a:lnTo>
                    <a:pt x="2644056" y="1325554"/>
                  </a:lnTo>
                  <a:lnTo>
                    <a:pt x="2646335" y="1327406"/>
                  </a:lnTo>
                  <a:lnTo>
                    <a:pt x="2648614" y="1328248"/>
                  </a:lnTo>
                  <a:lnTo>
                    <a:pt x="2650893" y="1330769"/>
                  </a:lnTo>
                  <a:lnTo>
                    <a:pt x="2653172" y="1334759"/>
                  </a:lnTo>
                  <a:lnTo>
                    <a:pt x="2655451" y="1338352"/>
                  </a:lnTo>
                  <a:lnTo>
                    <a:pt x="2657730" y="1341944"/>
                  </a:lnTo>
                  <a:lnTo>
                    <a:pt x="2660009" y="1345933"/>
                  </a:lnTo>
                  <a:lnTo>
                    <a:pt x="2662288" y="1349922"/>
                  </a:lnTo>
                  <a:lnTo>
                    <a:pt x="2664567" y="1353911"/>
                  </a:lnTo>
                  <a:lnTo>
                    <a:pt x="2666846" y="1357024"/>
                  </a:lnTo>
                  <a:lnTo>
                    <a:pt x="2669124" y="1353531"/>
                  </a:lnTo>
                  <a:lnTo>
                    <a:pt x="2671403" y="1349504"/>
                  </a:lnTo>
                  <a:lnTo>
                    <a:pt x="2673682" y="1346430"/>
                  </a:lnTo>
                  <a:lnTo>
                    <a:pt x="2675961" y="1344250"/>
                  </a:lnTo>
                  <a:lnTo>
                    <a:pt x="2678240" y="1345762"/>
                  </a:lnTo>
                  <a:lnTo>
                    <a:pt x="2680519" y="1347609"/>
                  </a:lnTo>
                  <a:lnTo>
                    <a:pt x="2682798" y="1349455"/>
                  </a:lnTo>
                  <a:lnTo>
                    <a:pt x="2685077" y="1351302"/>
                  </a:lnTo>
                  <a:lnTo>
                    <a:pt x="2687356" y="1352422"/>
                  </a:lnTo>
                  <a:lnTo>
                    <a:pt x="2689635" y="1353541"/>
                  </a:lnTo>
                  <a:lnTo>
                    <a:pt x="2691914" y="1355258"/>
                  </a:lnTo>
                  <a:lnTo>
                    <a:pt x="2694193" y="1352835"/>
                  </a:lnTo>
                  <a:lnTo>
                    <a:pt x="2696472" y="1353260"/>
                  </a:lnTo>
                  <a:lnTo>
                    <a:pt x="2698751" y="1355798"/>
                  </a:lnTo>
                  <a:lnTo>
                    <a:pt x="2701030" y="1357403"/>
                  </a:lnTo>
                  <a:lnTo>
                    <a:pt x="2703309" y="1359649"/>
                  </a:lnTo>
                  <a:lnTo>
                    <a:pt x="2705588" y="1362628"/>
                  </a:lnTo>
                  <a:lnTo>
                    <a:pt x="2707867" y="1364654"/>
                  </a:lnTo>
                  <a:lnTo>
                    <a:pt x="2710146" y="1365973"/>
                  </a:lnTo>
                  <a:lnTo>
                    <a:pt x="2712425" y="1368000"/>
                  </a:lnTo>
                  <a:lnTo>
                    <a:pt x="2714704" y="1366929"/>
                  </a:lnTo>
                  <a:lnTo>
                    <a:pt x="2716983" y="1371757"/>
                  </a:lnTo>
                  <a:lnTo>
                    <a:pt x="2719262" y="1377538"/>
                  </a:lnTo>
                  <a:lnTo>
                    <a:pt x="2721541" y="1385706"/>
                  </a:lnTo>
                  <a:lnTo>
                    <a:pt x="2723820" y="1395716"/>
                  </a:lnTo>
                  <a:lnTo>
                    <a:pt x="2726099" y="1405588"/>
                  </a:lnTo>
                  <a:lnTo>
                    <a:pt x="2728378" y="1418746"/>
                  </a:lnTo>
                  <a:lnTo>
                    <a:pt x="2730657" y="1429168"/>
                  </a:lnTo>
                  <a:lnTo>
                    <a:pt x="2732936" y="1441241"/>
                  </a:lnTo>
                  <a:lnTo>
                    <a:pt x="2735214" y="1455726"/>
                  </a:lnTo>
                  <a:lnTo>
                    <a:pt x="2737493" y="1469816"/>
                  </a:lnTo>
                  <a:lnTo>
                    <a:pt x="2739772" y="1483905"/>
                  </a:lnTo>
                  <a:lnTo>
                    <a:pt x="2742051" y="1495748"/>
                  </a:lnTo>
                  <a:lnTo>
                    <a:pt x="2744330" y="1507959"/>
                  </a:lnTo>
                  <a:lnTo>
                    <a:pt x="2746609" y="1519700"/>
                  </a:lnTo>
                  <a:lnTo>
                    <a:pt x="2748888" y="1535288"/>
                  </a:lnTo>
                  <a:lnTo>
                    <a:pt x="2751167" y="1545096"/>
                  </a:lnTo>
                  <a:lnTo>
                    <a:pt x="2753446" y="1552777"/>
                  </a:lnTo>
                  <a:lnTo>
                    <a:pt x="2755725" y="1560139"/>
                  </a:lnTo>
                  <a:lnTo>
                    <a:pt x="2758004" y="1566191"/>
                  </a:lnTo>
                  <a:lnTo>
                    <a:pt x="2760283" y="1573577"/>
                  </a:lnTo>
                  <a:lnTo>
                    <a:pt x="2762562" y="1579350"/>
                  </a:lnTo>
                  <a:lnTo>
                    <a:pt x="2764841" y="1584726"/>
                  </a:lnTo>
                  <a:lnTo>
                    <a:pt x="2767120" y="1588424"/>
                  </a:lnTo>
                  <a:lnTo>
                    <a:pt x="2769399" y="1589454"/>
                  </a:lnTo>
                  <a:lnTo>
                    <a:pt x="2771678" y="1590881"/>
                  </a:lnTo>
                  <a:lnTo>
                    <a:pt x="2773957" y="1592308"/>
                  </a:lnTo>
                  <a:lnTo>
                    <a:pt x="2776236" y="1592868"/>
                  </a:lnTo>
                  <a:lnTo>
                    <a:pt x="2778515" y="1592630"/>
                  </a:lnTo>
                  <a:lnTo>
                    <a:pt x="2780794" y="1593660"/>
                  </a:lnTo>
                  <a:lnTo>
                    <a:pt x="2783073" y="1591623"/>
                  </a:lnTo>
                  <a:lnTo>
                    <a:pt x="2785352" y="1593022"/>
                  </a:lnTo>
                  <a:lnTo>
                    <a:pt x="2787631" y="1595749"/>
                  </a:lnTo>
                  <a:lnTo>
                    <a:pt x="2789910" y="1596641"/>
                  </a:lnTo>
                  <a:lnTo>
                    <a:pt x="2792189" y="1596641"/>
                  </a:lnTo>
                  <a:lnTo>
                    <a:pt x="2794468" y="1592948"/>
                  </a:lnTo>
                  <a:lnTo>
                    <a:pt x="2796747" y="1589068"/>
                  </a:lnTo>
                  <a:lnTo>
                    <a:pt x="2799026" y="1585041"/>
                  </a:lnTo>
                  <a:lnTo>
                    <a:pt x="2801305" y="1581013"/>
                  </a:lnTo>
                  <a:lnTo>
                    <a:pt x="2803583" y="1577867"/>
                  </a:lnTo>
                  <a:lnTo>
                    <a:pt x="2805862" y="1574720"/>
                  </a:lnTo>
                  <a:lnTo>
                    <a:pt x="2808141" y="1570580"/>
                  </a:lnTo>
                  <a:lnTo>
                    <a:pt x="2810420" y="1570907"/>
                  </a:lnTo>
                  <a:lnTo>
                    <a:pt x="2812699" y="1570953"/>
                  </a:lnTo>
                  <a:lnTo>
                    <a:pt x="2814978" y="1570045"/>
                  </a:lnTo>
                  <a:lnTo>
                    <a:pt x="2817257" y="1570465"/>
                  </a:lnTo>
                  <a:lnTo>
                    <a:pt x="2819536" y="1568616"/>
                  </a:lnTo>
                  <a:lnTo>
                    <a:pt x="2821815" y="1566504"/>
                  </a:lnTo>
                  <a:lnTo>
                    <a:pt x="2824094" y="1565345"/>
                  </a:lnTo>
                  <a:lnTo>
                    <a:pt x="2826373" y="1565345"/>
                  </a:lnTo>
                  <a:lnTo>
                    <a:pt x="2828652" y="1565345"/>
                  </a:lnTo>
                  <a:lnTo>
                    <a:pt x="2830931" y="1571859"/>
                  </a:lnTo>
                  <a:lnTo>
                    <a:pt x="2833210" y="1577644"/>
                  </a:lnTo>
                  <a:lnTo>
                    <a:pt x="2835489" y="1580002"/>
                  </a:lnTo>
                  <a:lnTo>
                    <a:pt x="2837768" y="1581503"/>
                  </a:lnTo>
                  <a:lnTo>
                    <a:pt x="2840047" y="1581324"/>
                  </a:lnTo>
                  <a:lnTo>
                    <a:pt x="2842326" y="1582929"/>
                  </a:lnTo>
                  <a:lnTo>
                    <a:pt x="2844605" y="1580803"/>
                  </a:lnTo>
                  <a:lnTo>
                    <a:pt x="2846884" y="1581967"/>
                  </a:lnTo>
                  <a:lnTo>
                    <a:pt x="2849163" y="1583430"/>
                  </a:lnTo>
                  <a:lnTo>
                    <a:pt x="2851442" y="1583565"/>
                  </a:lnTo>
                  <a:lnTo>
                    <a:pt x="2853721" y="1583680"/>
                  </a:lnTo>
                  <a:lnTo>
                    <a:pt x="2856000" y="1583387"/>
                  </a:lnTo>
                  <a:lnTo>
                    <a:pt x="2858279" y="1586664"/>
                  </a:lnTo>
                  <a:lnTo>
                    <a:pt x="2860558" y="1590351"/>
                  </a:lnTo>
                  <a:lnTo>
                    <a:pt x="2862837" y="1593064"/>
                  </a:lnTo>
                  <a:lnTo>
                    <a:pt x="2865116" y="1589400"/>
                  </a:lnTo>
                  <a:lnTo>
                    <a:pt x="2867395" y="1586517"/>
                  </a:lnTo>
                  <a:lnTo>
                    <a:pt x="2869673" y="1586762"/>
                  </a:lnTo>
                  <a:lnTo>
                    <a:pt x="2871952" y="1583155"/>
                  </a:lnTo>
                  <a:lnTo>
                    <a:pt x="2874231" y="1579548"/>
                  </a:lnTo>
                  <a:lnTo>
                    <a:pt x="2876510" y="1576659"/>
                  </a:lnTo>
                  <a:lnTo>
                    <a:pt x="2878789" y="1576785"/>
                  </a:lnTo>
                  <a:lnTo>
                    <a:pt x="2881068" y="1576630"/>
                  </a:lnTo>
                  <a:lnTo>
                    <a:pt x="2883347" y="1574772"/>
                  </a:lnTo>
                  <a:lnTo>
                    <a:pt x="2885626" y="1573421"/>
                  </a:lnTo>
                  <a:lnTo>
                    <a:pt x="2887905" y="1572486"/>
                  </a:lnTo>
                  <a:lnTo>
                    <a:pt x="2890184" y="1571258"/>
                  </a:lnTo>
                  <a:lnTo>
                    <a:pt x="2892463" y="1569529"/>
                  </a:lnTo>
                  <a:lnTo>
                    <a:pt x="2894742" y="1569406"/>
                  </a:lnTo>
                  <a:lnTo>
                    <a:pt x="2897021" y="1569653"/>
                  </a:lnTo>
                  <a:lnTo>
                    <a:pt x="2899300" y="1575232"/>
                  </a:lnTo>
                  <a:lnTo>
                    <a:pt x="2901579" y="1578543"/>
                  </a:lnTo>
                  <a:lnTo>
                    <a:pt x="2903858" y="1582485"/>
                  </a:lnTo>
                  <a:lnTo>
                    <a:pt x="2906137" y="1588826"/>
                  </a:lnTo>
                  <a:lnTo>
                    <a:pt x="2908416" y="1594767"/>
                  </a:lnTo>
                  <a:lnTo>
                    <a:pt x="2910695" y="1600840"/>
                  </a:lnTo>
                  <a:lnTo>
                    <a:pt x="2912974" y="1604806"/>
                  </a:lnTo>
                  <a:lnTo>
                    <a:pt x="2915253" y="1609583"/>
                  </a:lnTo>
                  <a:lnTo>
                    <a:pt x="2917532" y="1613383"/>
                  </a:lnTo>
                  <a:lnTo>
                    <a:pt x="2919811" y="1614448"/>
                  </a:lnTo>
                  <a:lnTo>
                    <a:pt x="2922090" y="1613279"/>
                  </a:lnTo>
                  <a:lnTo>
                    <a:pt x="2924369" y="1610440"/>
                  </a:lnTo>
                  <a:lnTo>
                    <a:pt x="2926648" y="1608529"/>
                  </a:lnTo>
                  <a:lnTo>
                    <a:pt x="2928927" y="1603099"/>
                  </a:lnTo>
                  <a:lnTo>
                    <a:pt x="2931206" y="1598623"/>
                  </a:lnTo>
                  <a:lnTo>
                    <a:pt x="2933485" y="1594328"/>
                  </a:lnTo>
                  <a:lnTo>
                    <a:pt x="2935764" y="1593663"/>
                  </a:lnTo>
                  <a:lnTo>
                    <a:pt x="2938042" y="1591061"/>
                  </a:lnTo>
                  <a:lnTo>
                    <a:pt x="2940321" y="1586409"/>
                  </a:lnTo>
                  <a:lnTo>
                    <a:pt x="2942600" y="1581303"/>
                  </a:lnTo>
                  <a:lnTo>
                    <a:pt x="2944879" y="1576059"/>
                  </a:lnTo>
                  <a:lnTo>
                    <a:pt x="2947158" y="1566793"/>
                  </a:lnTo>
                  <a:lnTo>
                    <a:pt x="2949437" y="1554353"/>
                  </a:lnTo>
                  <a:lnTo>
                    <a:pt x="2951716" y="1546492"/>
                  </a:lnTo>
                  <a:lnTo>
                    <a:pt x="2953995" y="1539986"/>
                  </a:lnTo>
                  <a:lnTo>
                    <a:pt x="2956274" y="1532736"/>
                  </a:lnTo>
                  <a:lnTo>
                    <a:pt x="2958553" y="1523897"/>
                  </a:lnTo>
                  <a:lnTo>
                    <a:pt x="2960832" y="1515136"/>
                  </a:lnTo>
                  <a:lnTo>
                    <a:pt x="2963111" y="1505170"/>
                  </a:lnTo>
                  <a:lnTo>
                    <a:pt x="2965390" y="1493132"/>
                  </a:lnTo>
                  <a:lnTo>
                    <a:pt x="2967669" y="1481094"/>
                  </a:lnTo>
                  <a:lnTo>
                    <a:pt x="2969948" y="1465631"/>
                  </a:lnTo>
                  <a:lnTo>
                    <a:pt x="2972227" y="1451252"/>
                  </a:lnTo>
                  <a:lnTo>
                    <a:pt x="2974506" y="1436271"/>
                  </a:lnTo>
                  <a:lnTo>
                    <a:pt x="2976785" y="1419932"/>
                  </a:lnTo>
                  <a:lnTo>
                    <a:pt x="2979064" y="1404030"/>
                  </a:lnTo>
                  <a:lnTo>
                    <a:pt x="2981343" y="1392047"/>
                  </a:lnTo>
                  <a:lnTo>
                    <a:pt x="2983622" y="1382475"/>
                  </a:lnTo>
                  <a:lnTo>
                    <a:pt x="2985901" y="1369408"/>
                  </a:lnTo>
                  <a:lnTo>
                    <a:pt x="2988180" y="1355342"/>
                  </a:lnTo>
                  <a:lnTo>
                    <a:pt x="2990459" y="1341776"/>
                  </a:lnTo>
                  <a:lnTo>
                    <a:pt x="2992738" y="1328105"/>
                  </a:lnTo>
                  <a:lnTo>
                    <a:pt x="2995017" y="1314240"/>
                  </a:lnTo>
                  <a:lnTo>
                    <a:pt x="2997296" y="1300693"/>
                  </a:lnTo>
                  <a:lnTo>
                    <a:pt x="2999575" y="1285522"/>
                  </a:lnTo>
                  <a:lnTo>
                    <a:pt x="3001854" y="1269327"/>
                  </a:lnTo>
                  <a:lnTo>
                    <a:pt x="3004132" y="1253080"/>
                  </a:lnTo>
                  <a:lnTo>
                    <a:pt x="3006411" y="1236905"/>
                  </a:lnTo>
                  <a:lnTo>
                    <a:pt x="3008690" y="1220709"/>
                  </a:lnTo>
                  <a:lnTo>
                    <a:pt x="3010969" y="1205064"/>
                  </a:lnTo>
                  <a:lnTo>
                    <a:pt x="3013248" y="1185598"/>
                  </a:lnTo>
                  <a:lnTo>
                    <a:pt x="3015527" y="1161961"/>
                  </a:lnTo>
                  <a:lnTo>
                    <a:pt x="3017806" y="1138035"/>
                  </a:lnTo>
                  <a:lnTo>
                    <a:pt x="3020085" y="1114684"/>
                  </a:lnTo>
                  <a:lnTo>
                    <a:pt x="3022364" y="1091434"/>
                  </a:lnTo>
                  <a:lnTo>
                    <a:pt x="3024643" y="1070181"/>
                  </a:lnTo>
                  <a:lnTo>
                    <a:pt x="3026922" y="1048794"/>
                  </a:lnTo>
                  <a:lnTo>
                    <a:pt x="3029201" y="1028566"/>
                  </a:lnTo>
                  <a:lnTo>
                    <a:pt x="3031480" y="1006313"/>
                  </a:lnTo>
                  <a:lnTo>
                    <a:pt x="3033759" y="987565"/>
                  </a:lnTo>
                  <a:lnTo>
                    <a:pt x="3036038" y="972445"/>
                  </a:lnTo>
                  <a:lnTo>
                    <a:pt x="3038317" y="958976"/>
                  </a:lnTo>
                  <a:lnTo>
                    <a:pt x="3040596" y="945352"/>
                  </a:lnTo>
                  <a:lnTo>
                    <a:pt x="3042875" y="931319"/>
                  </a:lnTo>
                  <a:lnTo>
                    <a:pt x="3045154" y="918455"/>
                  </a:lnTo>
                  <a:lnTo>
                    <a:pt x="3047433" y="907562"/>
                  </a:lnTo>
                  <a:lnTo>
                    <a:pt x="3049712" y="898734"/>
                  </a:lnTo>
                  <a:lnTo>
                    <a:pt x="3051991" y="886653"/>
                  </a:lnTo>
                  <a:lnTo>
                    <a:pt x="3054270" y="874184"/>
                  </a:lnTo>
                  <a:lnTo>
                    <a:pt x="3056549" y="862937"/>
                  </a:lnTo>
                  <a:lnTo>
                    <a:pt x="3058828" y="849079"/>
                  </a:lnTo>
                  <a:lnTo>
                    <a:pt x="3061107" y="833610"/>
                  </a:lnTo>
                  <a:lnTo>
                    <a:pt x="3063386" y="820191"/>
                  </a:lnTo>
                  <a:lnTo>
                    <a:pt x="3065665" y="811845"/>
                  </a:lnTo>
                  <a:lnTo>
                    <a:pt x="3067944" y="802073"/>
                  </a:lnTo>
                  <a:lnTo>
                    <a:pt x="3070222" y="791340"/>
                  </a:lnTo>
                  <a:lnTo>
                    <a:pt x="3072501" y="783535"/>
                  </a:lnTo>
                  <a:lnTo>
                    <a:pt x="3074780" y="779071"/>
                  </a:lnTo>
                  <a:lnTo>
                    <a:pt x="3077059" y="775127"/>
                  </a:lnTo>
                  <a:lnTo>
                    <a:pt x="3079338" y="772324"/>
                  </a:lnTo>
                  <a:lnTo>
                    <a:pt x="3081617" y="768816"/>
                  </a:lnTo>
                  <a:lnTo>
                    <a:pt x="3083896" y="766012"/>
                  </a:lnTo>
                  <a:lnTo>
                    <a:pt x="3086175" y="767976"/>
                  </a:lnTo>
                  <a:lnTo>
                    <a:pt x="3088454" y="771522"/>
                  </a:lnTo>
                  <a:lnTo>
                    <a:pt x="3090733" y="776448"/>
                  </a:lnTo>
                  <a:lnTo>
                    <a:pt x="3093012" y="785785"/>
                  </a:lnTo>
                  <a:lnTo>
                    <a:pt x="3095291" y="797748"/>
                  </a:lnTo>
                  <a:lnTo>
                    <a:pt x="3097570" y="806667"/>
                  </a:lnTo>
                  <a:lnTo>
                    <a:pt x="3099849" y="813043"/>
                  </a:lnTo>
                  <a:lnTo>
                    <a:pt x="3102128" y="822466"/>
                  </a:lnTo>
                  <a:lnTo>
                    <a:pt x="3104407" y="837249"/>
                  </a:lnTo>
                  <a:lnTo>
                    <a:pt x="3106686" y="852002"/>
                  </a:lnTo>
                  <a:lnTo>
                    <a:pt x="3108965" y="867658"/>
                  </a:lnTo>
                  <a:lnTo>
                    <a:pt x="3111244" y="882875"/>
                  </a:lnTo>
                  <a:lnTo>
                    <a:pt x="3113523" y="895157"/>
                  </a:lnTo>
                  <a:lnTo>
                    <a:pt x="3115802" y="910425"/>
                  </a:lnTo>
                  <a:lnTo>
                    <a:pt x="3118081" y="926940"/>
                  </a:lnTo>
                  <a:lnTo>
                    <a:pt x="3120360" y="943093"/>
                  </a:lnTo>
                  <a:lnTo>
                    <a:pt x="3122639" y="958801"/>
                  </a:lnTo>
                  <a:lnTo>
                    <a:pt x="3124918" y="973020"/>
                  </a:lnTo>
                  <a:lnTo>
                    <a:pt x="3127197" y="986803"/>
                  </a:lnTo>
                  <a:lnTo>
                    <a:pt x="3129476" y="1002768"/>
                  </a:lnTo>
                  <a:lnTo>
                    <a:pt x="3131755" y="1020170"/>
                  </a:lnTo>
                  <a:lnTo>
                    <a:pt x="3134034" y="1037866"/>
                  </a:lnTo>
                  <a:lnTo>
                    <a:pt x="3136313" y="1053842"/>
                  </a:lnTo>
                  <a:lnTo>
                    <a:pt x="3138591" y="1067755"/>
                  </a:lnTo>
                  <a:lnTo>
                    <a:pt x="3140870" y="1074791"/>
                  </a:lnTo>
                  <a:lnTo>
                    <a:pt x="3143149" y="1077997"/>
                  </a:lnTo>
                  <a:lnTo>
                    <a:pt x="3145428" y="1082006"/>
                  </a:lnTo>
                  <a:lnTo>
                    <a:pt x="3147707" y="1089213"/>
                  </a:lnTo>
                  <a:lnTo>
                    <a:pt x="3149986" y="1094104"/>
                  </a:lnTo>
                  <a:lnTo>
                    <a:pt x="3152265" y="1097222"/>
                  </a:lnTo>
                  <a:lnTo>
                    <a:pt x="3154544" y="1101629"/>
                  </a:lnTo>
                  <a:lnTo>
                    <a:pt x="3156823" y="1107588"/>
                  </a:lnTo>
                  <a:lnTo>
                    <a:pt x="3159102" y="1114513"/>
                  </a:lnTo>
                  <a:lnTo>
                    <a:pt x="3161381" y="1121820"/>
                  </a:lnTo>
                  <a:lnTo>
                    <a:pt x="3163660" y="1125559"/>
                  </a:lnTo>
                  <a:lnTo>
                    <a:pt x="3165939" y="1126872"/>
                  </a:lnTo>
                  <a:lnTo>
                    <a:pt x="3168218" y="1129436"/>
                  </a:lnTo>
                  <a:lnTo>
                    <a:pt x="3170497" y="1133855"/>
                  </a:lnTo>
                  <a:lnTo>
                    <a:pt x="3172776" y="1139976"/>
                  </a:lnTo>
                  <a:lnTo>
                    <a:pt x="3175055" y="1152304"/>
                  </a:lnTo>
                  <a:lnTo>
                    <a:pt x="3177334" y="1164947"/>
                  </a:lnTo>
                  <a:lnTo>
                    <a:pt x="3179613" y="1173785"/>
                  </a:lnTo>
                  <a:lnTo>
                    <a:pt x="3181892" y="1180944"/>
                  </a:lnTo>
                  <a:lnTo>
                    <a:pt x="3184171" y="1187487"/>
                  </a:lnTo>
                  <a:lnTo>
                    <a:pt x="3186450" y="1194493"/>
                  </a:lnTo>
                  <a:lnTo>
                    <a:pt x="3188729" y="1199134"/>
                  </a:lnTo>
                  <a:lnTo>
                    <a:pt x="3191008" y="1199157"/>
                  </a:lnTo>
                  <a:lnTo>
                    <a:pt x="3193287" y="1197714"/>
                  </a:lnTo>
                  <a:lnTo>
                    <a:pt x="3195566" y="1191488"/>
                  </a:lnTo>
                  <a:lnTo>
                    <a:pt x="3197845" y="1187085"/>
                  </a:lnTo>
                  <a:lnTo>
                    <a:pt x="3200124" y="1180805"/>
                  </a:lnTo>
                  <a:lnTo>
                    <a:pt x="3202403" y="1172171"/>
                  </a:lnTo>
                  <a:lnTo>
                    <a:pt x="3204681" y="1160210"/>
                  </a:lnTo>
                  <a:lnTo>
                    <a:pt x="3206960" y="1146060"/>
                  </a:lnTo>
                  <a:lnTo>
                    <a:pt x="3209239" y="1128317"/>
                  </a:lnTo>
                  <a:lnTo>
                    <a:pt x="3211518" y="1110210"/>
                  </a:lnTo>
                  <a:lnTo>
                    <a:pt x="3213797" y="1095168"/>
                  </a:lnTo>
                  <a:lnTo>
                    <a:pt x="3216076" y="1080581"/>
                  </a:lnTo>
                  <a:lnTo>
                    <a:pt x="3218355" y="1065309"/>
                  </a:lnTo>
                  <a:lnTo>
                    <a:pt x="3220634" y="1046350"/>
                  </a:lnTo>
                  <a:lnTo>
                    <a:pt x="3222913" y="1026313"/>
                  </a:lnTo>
                  <a:lnTo>
                    <a:pt x="3225192" y="1007504"/>
                  </a:lnTo>
                  <a:lnTo>
                    <a:pt x="3227471" y="989035"/>
                  </a:lnTo>
                  <a:lnTo>
                    <a:pt x="3229750" y="976958"/>
                  </a:lnTo>
                  <a:lnTo>
                    <a:pt x="3232029" y="963842"/>
                  </a:lnTo>
                  <a:lnTo>
                    <a:pt x="3234308" y="952409"/>
                  </a:lnTo>
                  <a:lnTo>
                    <a:pt x="3236587" y="942227"/>
                  </a:lnTo>
                  <a:lnTo>
                    <a:pt x="3238866" y="934146"/>
                  </a:lnTo>
                  <a:lnTo>
                    <a:pt x="3241145" y="928491"/>
                  </a:lnTo>
                  <a:lnTo>
                    <a:pt x="3243424" y="922268"/>
                  </a:lnTo>
                  <a:lnTo>
                    <a:pt x="3245703" y="919039"/>
                  </a:lnTo>
                  <a:lnTo>
                    <a:pt x="3247982" y="915811"/>
                  </a:lnTo>
                  <a:lnTo>
                    <a:pt x="3250261" y="912112"/>
                  </a:lnTo>
                  <a:lnTo>
                    <a:pt x="3252540" y="908413"/>
                  </a:lnTo>
                  <a:lnTo>
                    <a:pt x="3254819" y="907787"/>
                  </a:lnTo>
                  <a:lnTo>
                    <a:pt x="3257098" y="915735"/>
                  </a:lnTo>
                  <a:lnTo>
                    <a:pt x="3259377" y="928437"/>
                  </a:lnTo>
                  <a:lnTo>
                    <a:pt x="3261656" y="942797"/>
                  </a:lnTo>
                  <a:lnTo>
                    <a:pt x="3263935" y="955321"/>
                  </a:lnTo>
                  <a:lnTo>
                    <a:pt x="3266214" y="968315"/>
                  </a:lnTo>
                  <a:lnTo>
                    <a:pt x="3268493" y="980626"/>
                  </a:lnTo>
                  <a:lnTo>
                    <a:pt x="3270772" y="992230"/>
                  </a:lnTo>
                  <a:lnTo>
                    <a:pt x="3273050" y="1004108"/>
                  </a:lnTo>
                  <a:lnTo>
                    <a:pt x="3275329" y="1014174"/>
                  </a:lnTo>
                  <a:lnTo>
                    <a:pt x="3277608" y="1026054"/>
                  </a:lnTo>
                  <a:lnTo>
                    <a:pt x="3279887" y="1039028"/>
                  </a:lnTo>
                  <a:lnTo>
                    <a:pt x="3282166" y="1054303"/>
                  </a:lnTo>
                  <a:lnTo>
                    <a:pt x="3284445" y="1074603"/>
                  </a:lnTo>
                  <a:lnTo>
                    <a:pt x="3286724" y="1094904"/>
                  </a:lnTo>
                  <a:lnTo>
                    <a:pt x="3289003" y="1113111"/>
                  </a:lnTo>
                  <a:lnTo>
                    <a:pt x="3291282" y="1128419"/>
                  </a:lnTo>
                  <a:lnTo>
                    <a:pt x="3293561" y="1144821"/>
                  </a:lnTo>
                  <a:lnTo>
                    <a:pt x="3295840" y="1160032"/>
                  </a:lnTo>
                  <a:lnTo>
                    <a:pt x="3298119" y="1170853"/>
                  </a:lnTo>
                  <a:lnTo>
                    <a:pt x="3300398" y="1179579"/>
                  </a:lnTo>
                  <a:lnTo>
                    <a:pt x="3302677" y="1186427"/>
                  </a:lnTo>
                  <a:lnTo>
                    <a:pt x="3304956" y="1193581"/>
                  </a:lnTo>
                  <a:lnTo>
                    <a:pt x="3307235" y="1201120"/>
                  </a:lnTo>
                  <a:lnTo>
                    <a:pt x="3309514" y="1205724"/>
                  </a:lnTo>
                  <a:lnTo>
                    <a:pt x="3311793" y="1212787"/>
                  </a:lnTo>
                  <a:lnTo>
                    <a:pt x="3314072" y="1218440"/>
                  </a:lnTo>
                  <a:lnTo>
                    <a:pt x="3316351" y="1225264"/>
                  </a:lnTo>
                  <a:lnTo>
                    <a:pt x="3318630" y="1233355"/>
                  </a:lnTo>
                  <a:lnTo>
                    <a:pt x="3320909" y="1241849"/>
                  </a:lnTo>
                  <a:lnTo>
                    <a:pt x="3323188" y="1250116"/>
                  </a:lnTo>
                  <a:lnTo>
                    <a:pt x="3325467" y="1256215"/>
                  </a:lnTo>
                  <a:lnTo>
                    <a:pt x="3327746" y="1260943"/>
                  </a:lnTo>
                  <a:lnTo>
                    <a:pt x="3330025" y="1265979"/>
                  </a:lnTo>
                  <a:lnTo>
                    <a:pt x="3332304" y="1271885"/>
                  </a:lnTo>
                  <a:lnTo>
                    <a:pt x="3334583" y="1277704"/>
                  </a:lnTo>
                  <a:lnTo>
                    <a:pt x="3336862" y="1285357"/>
                  </a:lnTo>
                  <a:lnTo>
                    <a:pt x="3339140" y="1289557"/>
                  </a:lnTo>
                  <a:lnTo>
                    <a:pt x="3341419" y="1290588"/>
                  </a:lnTo>
                  <a:lnTo>
                    <a:pt x="3343698" y="1293481"/>
                  </a:lnTo>
                  <a:lnTo>
                    <a:pt x="3345977" y="1290564"/>
                  </a:lnTo>
                  <a:lnTo>
                    <a:pt x="3348256" y="1288720"/>
                  </a:lnTo>
                  <a:lnTo>
                    <a:pt x="3350535" y="1284907"/>
                  </a:lnTo>
                  <a:lnTo>
                    <a:pt x="3352814" y="1279951"/>
                  </a:lnTo>
                  <a:lnTo>
                    <a:pt x="3355093" y="1272645"/>
                  </a:lnTo>
                  <a:lnTo>
                    <a:pt x="3357372" y="1266376"/>
                  </a:lnTo>
                  <a:lnTo>
                    <a:pt x="3359651" y="1259692"/>
                  </a:lnTo>
                  <a:lnTo>
                    <a:pt x="3361930" y="1249765"/>
                  </a:lnTo>
                  <a:lnTo>
                    <a:pt x="3364209" y="1239591"/>
                  </a:lnTo>
                  <a:lnTo>
                    <a:pt x="3366488" y="1230323"/>
                  </a:lnTo>
                  <a:lnTo>
                    <a:pt x="3368767" y="1222288"/>
                  </a:lnTo>
                  <a:lnTo>
                    <a:pt x="3371046" y="1210564"/>
                  </a:lnTo>
                  <a:lnTo>
                    <a:pt x="3373325" y="1197355"/>
                  </a:lnTo>
                  <a:lnTo>
                    <a:pt x="3375604" y="1187205"/>
                  </a:lnTo>
                  <a:lnTo>
                    <a:pt x="3377883" y="1174503"/>
                  </a:lnTo>
                  <a:lnTo>
                    <a:pt x="3380162" y="1161801"/>
                  </a:lnTo>
                  <a:lnTo>
                    <a:pt x="3382441" y="1148417"/>
                  </a:lnTo>
                  <a:lnTo>
                    <a:pt x="3384720" y="1135715"/>
                  </a:lnTo>
                  <a:lnTo>
                    <a:pt x="3386999" y="1123013"/>
                  </a:lnTo>
                  <a:lnTo>
                    <a:pt x="3389278" y="1108168"/>
                  </a:lnTo>
                  <a:lnTo>
                    <a:pt x="3391557" y="1091980"/>
                  </a:lnTo>
                  <a:lnTo>
                    <a:pt x="3393836" y="1076243"/>
                  </a:lnTo>
                  <a:lnTo>
                    <a:pt x="3396115" y="1064040"/>
                  </a:lnTo>
                  <a:lnTo>
                    <a:pt x="3398394" y="1050116"/>
                  </a:lnTo>
                  <a:lnTo>
                    <a:pt x="3400673" y="1032820"/>
                  </a:lnTo>
                  <a:lnTo>
                    <a:pt x="3402952" y="1015524"/>
                  </a:lnTo>
                  <a:lnTo>
                    <a:pt x="3405231" y="999449"/>
                  </a:lnTo>
                  <a:lnTo>
                    <a:pt x="3407509" y="980532"/>
                  </a:lnTo>
                  <a:lnTo>
                    <a:pt x="3409788" y="959208"/>
                  </a:lnTo>
                  <a:lnTo>
                    <a:pt x="3412067" y="938069"/>
                  </a:lnTo>
                  <a:lnTo>
                    <a:pt x="3414346" y="918827"/>
                  </a:lnTo>
                  <a:lnTo>
                    <a:pt x="3416625" y="902097"/>
                  </a:lnTo>
                  <a:lnTo>
                    <a:pt x="3418904" y="886100"/>
                  </a:lnTo>
                  <a:lnTo>
                    <a:pt x="3421183" y="870478"/>
                  </a:lnTo>
                  <a:lnTo>
                    <a:pt x="3423462" y="857705"/>
                  </a:lnTo>
                  <a:lnTo>
                    <a:pt x="3425741" y="851921"/>
                  </a:lnTo>
                  <a:lnTo>
                    <a:pt x="3428020" y="847007"/>
                  </a:lnTo>
                  <a:lnTo>
                    <a:pt x="3430299" y="839517"/>
                  </a:lnTo>
                  <a:lnTo>
                    <a:pt x="3432578" y="830818"/>
                  </a:lnTo>
                  <a:lnTo>
                    <a:pt x="3434857" y="821058"/>
                  </a:lnTo>
                  <a:lnTo>
                    <a:pt x="3437136" y="811612"/>
                  </a:lnTo>
                  <a:lnTo>
                    <a:pt x="3439415" y="802477"/>
                  </a:lnTo>
                  <a:lnTo>
                    <a:pt x="3441694" y="795273"/>
                  </a:lnTo>
                  <a:lnTo>
                    <a:pt x="3443973" y="785184"/>
                  </a:lnTo>
                  <a:lnTo>
                    <a:pt x="3446252" y="773521"/>
                  </a:lnTo>
                  <a:lnTo>
                    <a:pt x="3448531" y="760018"/>
                  </a:lnTo>
                  <a:lnTo>
                    <a:pt x="3450810" y="746111"/>
                  </a:lnTo>
                  <a:lnTo>
                    <a:pt x="3453089" y="732889"/>
                  </a:lnTo>
                  <a:lnTo>
                    <a:pt x="3455368" y="722244"/>
                  </a:lnTo>
                  <a:lnTo>
                    <a:pt x="3457647" y="712820"/>
                  </a:lnTo>
                  <a:lnTo>
                    <a:pt x="3459926" y="700107"/>
                  </a:lnTo>
                  <a:lnTo>
                    <a:pt x="3462205" y="688534"/>
                  </a:lnTo>
                  <a:lnTo>
                    <a:pt x="3464484" y="677092"/>
                  </a:lnTo>
                  <a:lnTo>
                    <a:pt x="3466763" y="666346"/>
                  </a:lnTo>
                  <a:lnTo>
                    <a:pt x="3469042" y="654047"/>
                  </a:lnTo>
                  <a:lnTo>
                    <a:pt x="3471321" y="640666"/>
                  </a:lnTo>
                  <a:lnTo>
                    <a:pt x="3473599" y="622503"/>
                  </a:lnTo>
                  <a:lnTo>
                    <a:pt x="3475878" y="602718"/>
                  </a:lnTo>
                  <a:lnTo>
                    <a:pt x="3478157" y="584278"/>
                  </a:lnTo>
                  <a:lnTo>
                    <a:pt x="3480436" y="565687"/>
                  </a:lnTo>
                  <a:lnTo>
                    <a:pt x="3482715" y="545736"/>
                  </a:lnTo>
                  <a:lnTo>
                    <a:pt x="3484994" y="524625"/>
                  </a:lnTo>
                  <a:lnTo>
                    <a:pt x="3487273" y="504575"/>
                  </a:lnTo>
                  <a:lnTo>
                    <a:pt x="3489552" y="483215"/>
                  </a:lnTo>
                  <a:lnTo>
                    <a:pt x="3491831" y="456939"/>
                  </a:lnTo>
                  <a:lnTo>
                    <a:pt x="3494110" y="430591"/>
                  </a:lnTo>
                  <a:lnTo>
                    <a:pt x="3496389" y="403815"/>
                  </a:lnTo>
                  <a:lnTo>
                    <a:pt x="3498668" y="376829"/>
                  </a:lnTo>
                  <a:lnTo>
                    <a:pt x="3500947" y="348987"/>
                  </a:lnTo>
                  <a:lnTo>
                    <a:pt x="3503226" y="321640"/>
                  </a:lnTo>
                  <a:lnTo>
                    <a:pt x="3505505" y="296952"/>
                  </a:lnTo>
                  <a:lnTo>
                    <a:pt x="3507784" y="276382"/>
                  </a:lnTo>
                  <a:lnTo>
                    <a:pt x="3510063" y="256964"/>
                  </a:lnTo>
                  <a:lnTo>
                    <a:pt x="3512342" y="235210"/>
                  </a:lnTo>
                  <a:lnTo>
                    <a:pt x="3514621" y="214064"/>
                  </a:lnTo>
                  <a:lnTo>
                    <a:pt x="3516900" y="193305"/>
                  </a:lnTo>
                  <a:lnTo>
                    <a:pt x="3519179" y="172653"/>
                  </a:lnTo>
                  <a:lnTo>
                    <a:pt x="3521458" y="150852"/>
                  </a:lnTo>
                  <a:lnTo>
                    <a:pt x="3523737" y="129568"/>
                  </a:lnTo>
                  <a:lnTo>
                    <a:pt x="3526016" y="109578"/>
                  </a:lnTo>
                  <a:lnTo>
                    <a:pt x="3528295" y="94230"/>
                  </a:lnTo>
                  <a:lnTo>
                    <a:pt x="3530574" y="83652"/>
                  </a:lnTo>
                  <a:lnTo>
                    <a:pt x="3532853" y="74495"/>
                  </a:lnTo>
                  <a:lnTo>
                    <a:pt x="3535132" y="67897"/>
                  </a:lnTo>
                  <a:lnTo>
                    <a:pt x="3537411" y="60603"/>
                  </a:lnTo>
                  <a:lnTo>
                    <a:pt x="3539689" y="52731"/>
                  </a:lnTo>
                  <a:lnTo>
                    <a:pt x="3541968" y="42451"/>
                  </a:lnTo>
                  <a:lnTo>
                    <a:pt x="3544247" y="30895"/>
                  </a:lnTo>
                  <a:lnTo>
                    <a:pt x="3546526" y="22862"/>
                  </a:lnTo>
                  <a:lnTo>
                    <a:pt x="3548805" y="16366"/>
                  </a:lnTo>
                  <a:lnTo>
                    <a:pt x="3551084" y="11435"/>
                  </a:lnTo>
                  <a:lnTo>
                    <a:pt x="3553363" y="5921"/>
                  </a:lnTo>
                  <a:lnTo>
                    <a:pt x="3555642" y="2387"/>
                  </a:lnTo>
                  <a:lnTo>
                    <a:pt x="3557921" y="0"/>
                  </a:lnTo>
                  <a:lnTo>
                    <a:pt x="3560200" y="2766"/>
                  </a:lnTo>
                  <a:lnTo>
                    <a:pt x="3562479" y="5154"/>
                  </a:lnTo>
                  <a:lnTo>
                    <a:pt x="3564758" y="5179"/>
                  </a:lnTo>
                  <a:lnTo>
                    <a:pt x="3567037" y="3531"/>
                  </a:lnTo>
                  <a:lnTo>
                    <a:pt x="3569316" y="1209"/>
                  </a:lnTo>
                  <a:lnTo>
                    <a:pt x="3571595" y="1864"/>
                  </a:lnTo>
                  <a:lnTo>
                    <a:pt x="3573874" y="3630"/>
                  </a:lnTo>
                  <a:lnTo>
                    <a:pt x="3576153" y="6482"/>
                  </a:lnTo>
                  <a:lnTo>
                    <a:pt x="3578432" y="12254"/>
                  </a:lnTo>
                  <a:lnTo>
                    <a:pt x="3580711" y="17925"/>
                  </a:lnTo>
                  <a:lnTo>
                    <a:pt x="3582990" y="23179"/>
                  </a:lnTo>
                  <a:lnTo>
                    <a:pt x="3585269" y="30119"/>
                  </a:lnTo>
                  <a:lnTo>
                    <a:pt x="3587548" y="39859"/>
                  </a:lnTo>
                  <a:lnTo>
                    <a:pt x="3589827" y="50734"/>
                  </a:lnTo>
                  <a:lnTo>
                    <a:pt x="3592106" y="65140"/>
                  </a:lnTo>
                  <a:lnTo>
                    <a:pt x="3594385" y="78658"/>
                  </a:lnTo>
                  <a:lnTo>
                    <a:pt x="3596664" y="91088"/>
                  </a:lnTo>
                  <a:lnTo>
                    <a:pt x="3598943" y="106567"/>
                  </a:lnTo>
                  <a:lnTo>
                    <a:pt x="3601222" y="124124"/>
                  </a:lnTo>
                  <a:lnTo>
                    <a:pt x="3603501" y="142872"/>
                  </a:lnTo>
                  <a:lnTo>
                    <a:pt x="3605780" y="162851"/>
                  </a:lnTo>
                  <a:lnTo>
                    <a:pt x="3608058" y="184235"/>
                  </a:lnTo>
                  <a:lnTo>
                    <a:pt x="3610337" y="205094"/>
                  </a:lnTo>
                  <a:lnTo>
                    <a:pt x="3612616" y="224109"/>
                  </a:lnTo>
                  <a:lnTo>
                    <a:pt x="3614895" y="242500"/>
                  </a:lnTo>
                  <a:lnTo>
                    <a:pt x="3617174" y="262274"/>
                  </a:lnTo>
                  <a:lnTo>
                    <a:pt x="3619453" y="279863"/>
                  </a:lnTo>
                  <a:lnTo>
                    <a:pt x="3621732" y="297382"/>
                  </a:lnTo>
                  <a:lnTo>
                    <a:pt x="3624011" y="313913"/>
                  </a:lnTo>
                  <a:lnTo>
                    <a:pt x="3626290" y="325315"/>
                  </a:lnTo>
                  <a:lnTo>
                    <a:pt x="3628569" y="335878"/>
                  </a:lnTo>
                  <a:lnTo>
                    <a:pt x="3630848" y="346917"/>
                  </a:lnTo>
                  <a:lnTo>
                    <a:pt x="3633127" y="356438"/>
                  </a:lnTo>
                  <a:lnTo>
                    <a:pt x="3635406" y="367229"/>
                  </a:lnTo>
                  <a:lnTo>
                    <a:pt x="3637685" y="379170"/>
                  </a:lnTo>
                  <a:lnTo>
                    <a:pt x="3639964" y="391813"/>
                  </a:lnTo>
                  <a:lnTo>
                    <a:pt x="3642243" y="402119"/>
                  </a:lnTo>
                  <a:lnTo>
                    <a:pt x="3644522" y="410080"/>
                  </a:lnTo>
                  <a:lnTo>
                    <a:pt x="3646801" y="415306"/>
                  </a:lnTo>
                  <a:lnTo>
                    <a:pt x="3649080" y="420245"/>
                  </a:lnTo>
                  <a:lnTo>
                    <a:pt x="3651359" y="424842"/>
                  </a:lnTo>
                  <a:lnTo>
                    <a:pt x="3653638" y="432135"/>
                  </a:lnTo>
                  <a:lnTo>
                    <a:pt x="3655917" y="438436"/>
                  </a:lnTo>
                  <a:lnTo>
                    <a:pt x="3658196" y="444561"/>
                  </a:lnTo>
                  <a:lnTo>
                    <a:pt x="3660475" y="453765"/>
                  </a:lnTo>
                  <a:lnTo>
                    <a:pt x="3662754" y="463061"/>
                  </a:lnTo>
                  <a:lnTo>
                    <a:pt x="3665033" y="473685"/>
                  </a:lnTo>
                  <a:lnTo>
                    <a:pt x="3667312" y="483571"/>
                  </a:lnTo>
                  <a:lnTo>
                    <a:pt x="3669591" y="490720"/>
                  </a:lnTo>
                  <a:lnTo>
                    <a:pt x="3671870" y="494424"/>
                  </a:lnTo>
                  <a:lnTo>
                    <a:pt x="3674148" y="496611"/>
                  </a:lnTo>
                  <a:lnTo>
                    <a:pt x="3676427" y="498699"/>
                  </a:lnTo>
                  <a:lnTo>
                    <a:pt x="3678706" y="501931"/>
                  </a:lnTo>
                  <a:lnTo>
                    <a:pt x="3680985" y="510068"/>
                  </a:lnTo>
                  <a:lnTo>
                    <a:pt x="3683264" y="519063"/>
                  </a:lnTo>
                  <a:lnTo>
                    <a:pt x="3685543" y="527298"/>
                  </a:lnTo>
                  <a:lnTo>
                    <a:pt x="3687822" y="532855"/>
                  </a:lnTo>
                  <a:lnTo>
                    <a:pt x="3690101" y="536865"/>
                  </a:lnTo>
                  <a:lnTo>
                    <a:pt x="3692380" y="540876"/>
                  </a:lnTo>
                  <a:lnTo>
                    <a:pt x="3694659" y="544998"/>
                  </a:lnTo>
                  <a:lnTo>
                    <a:pt x="3696938" y="550554"/>
                  </a:lnTo>
                  <a:lnTo>
                    <a:pt x="3699217" y="554098"/>
                  </a:lnTo>
                  <a:lnTo>
                    <a:pt x="3701496" y="556089"/>
                  </a:lnTo>
                  <a:lnTo>
                    <a:pt x="3703775" y="557637"/>
                  </a:lnTo>
                  <a:lnTo>
                    <a:pt x="3706054" y="563275"/>
                  </a:lnTo>
                  <a:lnTo>
                    <a:pt x="3708333" y="568406"/>
                  </a:lnTo>
                  <a:lnTo>
                    <a:pt x="3710612" y="573645"/>
                  </a:lnTo>
                  <a:lnTo>
                    <a:pt x="3712891" y="581848"/>
                  </a:lnTo>
                  <a:lnTo>
                    <a:pt x="3715170" y="589237"/>
                  </a:lnTo>
                  <a:lnTo>
                    <a:pt x="3717449" y="592640"/>
                  </a:lnTo>
                  <a:lnTo>
                    <a:pt x="3719728" y="595208"/>
                  </a:lnTo>
                  <a:lnTo>
                    <a:pt x="3722007" y="596656"/>
                  </a:lnTo>
                  <a:lnTo>
                    <a:pt x="3724286" y="598929"/>
                  </a:lnTo>
                  <a:lnTo>
                    <a:pt x="3726565" y="603467"/>
                  </a:lnTo>
                  <a:lnTo>
                    <a:pt x="3728844" y="610274"/>
                  </a:lnTo>
                  <a:lnTo>
                    <a:pt x="3731123" y="616757"/>
                  </a:lnTo>
                  <a:lnTo>
                    <a:pt x="3733402" y="624978"/>
                  </a:lnTo>
                  <a:lnTo>
                    <a:pt x="3735681" y="637659"/>
                  </a:lnTo>
                  <a:lnTo>
                    <a:pt x="3737960" y="653944"/>
                  </a:lnTo>
                  <a:lnTo>
                    <a:pt x="3740239" y="666330"/>
                  </a:lnTo>
                  <a:lnTo>
                    <a:pt x="3742517" y="678202"/>
                  </a:lnTo>
                  <a:lnTo>
                    <a:pt x="3744796" y="690216"/>
                  </a:lnTo>
                  <a:lnTo>
                    <a:pt x="3747075" y="700352"/>
                  </a:lnTo>
                  <a:lnTo>
                    <a:pt x="3749354" y="710320"/>
                  </a:lnTo>
                  <a:lnTo>
                    <a:pt x="3751633" y="722524"/>
                  </a:lnTo>
                  <a:lnTo>
                    <a:pt x="3753912" y="735572"/>
                  </a:lnTo>
                  <a:lnTo>
                    <a:pt x="3756191" y="749544"/>
                  </a:lnTo>
                  <a:lnTo>
                    <a:pt x="3758470" y="765594"/>
                  </a:lnTo>
                  <a:lnTo>
                    <a:pt x="3760749" y="780996"/>
                  </a:lnTo>
                  <a:lnTo>
                    <a:pt x="3763028" y="796853"/>
                  </a:lnTo>
                  <a:lnTo>
                    <a:pt x="3765307" y="811162"/>
                  </a:lnTo>
                  <a:lnTo>
                    <a:pt x="3767586" y="824399"/>
                  </a:lnTo>
                  <a:lnTo>
                    <a:pt x="3769865" y="835932"/>
                  </a:lnTo>
                  <a:lnTo>
                    <a:pt x="3772144" y="847019"/>
                  </a:lnTo>
                  <a:lnTo>
                    <a:pt x="3774423" y="859560"/>
                  </a:lnTo>
                  <a:lnTo>
                    <a:pt x="3776702" y="873887"/>
                  </a:lnTo>
                  <a:lnTo>
                    <a:pt x="3778981" y="887468"/>
                  </a:lnTo>
                  <a:lnTo>
                    <a:pt x="3781260" y="899675"/>
                  </a:lnTo>
                  <a:lnTo>
                    <a:pt x="3783539" y="911882"/>
                  </a:lnTo>
                  <a:lnTo>
                    <a:pt x="3785818" y="927760"/>
                  </a:lnTo>
                  <a:lnTo>
                    <a:pt x="3788097" y="945104"/>
                  </a:lnTo>
                  <a:lnTo>
                    <a:pt x="3790376" y="962820"/>
                  </a:lnTo>
                  <a:lnTo>
                    <a:pt x="3792655" y="979218"/>
                  </a:lnTo>
                  <a:lnTo>
                    <a:pt x="3794934" y="996853"/>
                  </a:lnTo>
                  <a:lnTo>
                    <a:pt x="3797213" y="1012461"/>
                  </a:lnTo>
                  <a:lnTo>
                    <a:pt x="3799492" y="1029658"/>
                  </a:lnTo>
                  <a:lnTo>
                    <a:pt x="3801771" y="1048276"/>
                  </a:lnTo>
                  <a:lnTo>
                    <a:pt x="3804050" y="1068233"/>
                  </a:lnTo>
                  <a:lnTo>
                    <a:pt x="3806329" y="1089911"/>
                  </a:lnTo>
                  <a:lnTo>
                    <a:pt x="3808607" y="1111591"/>
                  </a:lnTo>
                  <a:lnTo>
                    <a:pt x="3810886" y="1131810"/>
                  </a:lnTo>
                  <a:lnTo>
                    <a:pt x="3813165" y="1150871"/>
                  </a:lnTo>
                  <a:lnTo>
                    <a:pt x="3815444" y="1172421"/>
                  </a:lnTo>
                  <a:lnTo>
                    <a:pt x="3817723" y="1195282"/>
                  </a:lnTo>
                  <a:lnTo>
                    <a:pt x="3820002" y="1217782"/>
                  </a:lnTo>
                  <a:lnTo>
                    <a:pt x="3822281" y="1238859"/>
                  </a:lnTo>
                  <a:lnTo>
                    <a:pt x="3824560" y="1257723"/>
                  </a:lnTo>
                  <a:lnTo>
                    <a:pt x="3826839" y="1275083"/>
                  </a:lnTo>
                  <a:lnTo>
                    <a:pt x="3829118" y="1291650"/>
                  </a:lnTo>
                  <a:lnTo>
                    <a:pt x="3831397" y="1308168"/>
                  </a:lnTo>
                  <a:lnTo>
                    <a:pt x="3833676" y="1328464"/>
                  </a:lnTo>
                  <a:lnTo>
                    <a:pt x="3835955" y="1348405"/>
                  </a:lnTo>
                  <a:lnTo>
                    <a:pt x="3838234" y="1368942"/>
                  </a:lnTo>
                  <a:lnTo>
                    <a:pt x="3840513" y="1386086"/>
                  </a:lnTo>
                  <a:lnTo>
                    <a:pt x="3842792" y="1402457"/>
                  </a:lnTo>
                  <a:lnTo>
                    <a:pt x="3845071" y="1418828"/>
                  </a:lnTo>
                  <a:lnTo>
                    <a:pt x="3847350" y="1436358"/>
                  </a:lnTo>
                  <a:lnTo>
                    <a:pt x="3849629" y="1454399"/>
                  </a:lnTo>
                  <a:lnTo>
                    <a:pt x="3851908" y="1468335"/>
                  </a:lnTo>
                  <a:lnTo>
                    <a:pt x="3854187" y="1477670"/>
                  </a:lnTo>
                  <a:lnTo>
                    <a:pt x="3856466" y="1489117"/>
                  </a:lnTo>
                  <a:lnTo>
                    <a:pt x="3858745" y="1505087"/>
                  </a:lnTo>
                  <a:lnTo>
                    <a:pt x="3861024" y="1524172"/>
                  </a:lnTo>
                  <a:lnTo>
                    <a:pt x="3863303" y="1543357"/>
                  </a:lnTo>
                  <a:lnTo>
                    <a:pt x="3865582" y="1560004"/>
                  </a:lnTo>
                  <a:lnTo>
                    <a:pt x="3867861" y="1572989"/>
                  </a:lnTo>
                  <a:lnTo>
                    <a:pt x="3870140" y="1582580"/>
                  </a:lnTo>
                  <a:lnTo>
                    <a:pt x="3872419" y="1590082"/>
                  </a:lnTo>
                  <a:lnTo>
                    <a:pt x="3874697" y="1597310"/>
                  </a:lnTo>
                  <a:lnTo>
                    <a:pt x="3876976" y="1605599"/>
                  </a:lnTo>
                  <a:lnTo>
                    <a:pt x="3879255" y="1613181"/>
                  </a:lnTo>
                  <a:lnTo>
                    <a:pt x="3881534" y="1620764"/>
                  </a:lnTo>
                  <a:lnTo>
                    <a:pt x="3883813" y="1630419"/>
                  </a:lnTo>
                  <a:lnTo>
                    <a:pt x="3886092" y="1641784"/>
                  </a:lnTo>
                  <a:lnTo>
                    <a:pt x="3888371" y="1652296"/>
                  </a:lnTo>
                  <a:lnTo>
                    <a:pt x="3890650" y="1660757"/>
                  </a:lnTo>
                  <a:lnTo>
                    <a:pt x="3892929" y="1664110"/>
                  </a:lnTo>
                  <a:lnTo>
                    <a:pt x="3895208" y="1667463"/>
                  </a:lnTo>
                  <a:lnTo>
                    <a:pt x="3897487" y="1669261"/>
                  </a:lnTo>
                  <a:lnTo>
                    <a:pt x="3899766" y="1669850"/>
                  </a:lnTo>
                  <a:lnTo>
                    <a:pt x="3902045" y="1669240"/>
                  </a:lnTo>
                  <a:lnTo>
                    <a:pt x="3904324" y="1669325"/>
                  </a:lnTo>
                  <a:lnTo>
                    <a:pt x="3906603" y="1671461"/>
                  </a:lnTo>
                  <a:lnTo>
                    <a:pt x="3908882" y="1673632"/>
                  </a:lnTo>
                  <a:lnTo>
                    <a:pt x="3911161" y="1673957"/>
                  </a:lnTo>
                  <a:lnTo>
                    <a:pt x="3913440" y="1674030"/>
                  </a:lnTo>
                  <a:lnTo>
                    <a:pt x="3915719" y="1671121"/>
                  </a:lnTo>
                  <a:lnTo>
                    <a:pt x="3917998" y="1664812"/>
                  </a:lnTo>
                  <a:lnTo>
                    <a:pt x="3920277" y="1657874"/>
                  </a:lnTo>
                  <a:lnTo>
                    <a:pt x="3922556" y="1649975"/>
                  </a:lnTo>
                  <a:lnTo>
                    <a:pt x="3924835" y="1639830"/>
                  </a:lnTo>
                  <a:lnTo>
                    <a:pt x="3927114" y="1629155"/>
                  </a:lnTo>
                  <a:lnTo>
                    <a:pt x="3929393" y="1618481"/>
                  </a:lnTo>
                  <a:lnTo>
                    <a:pt x="3931672" y="1606819"/>
                  </a:lnTo>
                  <a:lnTo>
                    <a:pt x="3933951" y="1595417"/>
                  </a:lnTo>
                  <a:lnTo>
                    <a:pt x="3936230" y="1582991"/>
                  </a:lnTo>
                  <a:lnTo>
                    <a:pt x="3938509" y="1569106"/>
                  </a:lnTo>
                  <a:lnTo>
                    <a:pt x="3940788" y="1555602"/>
                  </a:lnTo>
                  <a:lnTo>
                    <a:pt x="3943066" y="1543285"/>
                  </a:lnTo>
                  <a:lnTo>
                    <a:pt x="3945345" y="1530283"/>
                  </a:lnTo>
                  <a:lnTo>
                    <a:pt x="3947624" y="1516023"/>
                  </a:lnTo>
                  <a:lnTo>
                    <a:pt x="3949903" y="1501909"/>
                  </a:lnTo>
                  <a:lnTo>
                    <a:pt x="3952182" y="1488185"/>
                  </a:lnTo>
                  <a:lnTo>
                    <a:pt x="3954461" y="1472717"/>
                  </a:lnTo>
                  <a:lnTo>
                    <a:pt x="3956740" y="1455643"/>
                  </a:lnTo>
                  <a:lnTo>
                    <a:pt x="3959019" y="1440350"/>
                  </a:lnTo>
                  <a:lnTo>
                    <a:pt x="3961298" y="1425804"/>
                  </a:lnTo>
                  <a:lnTo>
                    <a:pt x="3963577" y="1411258"/>
                  </a:lnTo>
                  <a:lnTo>
                    <a:pt x="3965856" y="1395393"/>
                  </a:lnTo>
                  <a:lnTo>
                    <a:pt x="3968135" y="1381890"/>
                  </a:lnTo>
                  <a:lnTo>
                    <a:pt x="3970414" y="1367538"/>
                  </a:lnTo>
                  <a:lnTo>
                    <a:pt x="3972693" y="1355426"/>
                  </a:lnTo>
                  <a:lnTo>
                    <a:pt x="3974972" y="1340174"/>
                  </a:lnTo>
                  <a:lnTo>
                    <a:pt x="3977251" y="1321090"/>
                  </a:lnTo>
                  <a:lnTo>
                    <a:pt x="3979530" y="1302772"/>
                  </a:lnTo>
                  <a:lnTo>
                    <a:pt x="3981809" y="1285152"/>
                  </a:lnTo>
                  <a:lnTo>
                    <a:pt x="3984088" y="1266819"/>
                  </a:lnTo>
                  <a:lnTo>
                    <a:pt x="3986367" y="1249682"/>
                  </a:lnTo>
                  <a:lnTo>
                    <a:pt x="3988646" y="1234266"/>
                  </a:lnTo>
                  <a:lnTo>
                    <a:pt x="3990925" y="1223632"/>
                  </a:lnTo>
                  <a:lnTo>
                    <a:pt x="3993204" y="1213257"/>
                  </a:lnTo>
                  <a:lnTo>
                    <a:pt x="3995483" y="1203191"/>
                  </a:lnTo>
                  <a:lnTo>
                    <a:pt x="3997762" y="1193126"/>
                  </a:lnTo>
                  <a:lnTo>
                    <a:pt x="4000041" y="1180988"/>
                  </a:lnTo>
                  <a:lnTo>
                    <a:pt x="4002320" y="1167140"/>
                  </a:lnTo>
                  <a:lnTo>
                    <a:pt x="4004599" y="1156944"/>
                  </a:lnTo>
                  <a:lnTo>
                    <a:pt x="4006878" y="1146151"/>
                  </a:lnTo>
                  <a:lnTo>
                    <a:pt x="4009156" y="1138783"/>
                  </a:lnTo>
                  <a:lnTo>
                    <a:pt x="4011435" y="1132283"/>
                  </a:lnTo>
                  <a:lnTo>
                    <a:pt x="4013714" y="1126568"/>
                  </a:lnTo>
                  <a:lnTo>
                    <a:pt x="4015993" y="1124548"/>
                  </a:lnTo>
                  <a:lnTo>
                    <a:pt x="4018272" y="1124877"/>
                  </a:lnTo>
                  <a:lnTo>
                    <a:pt x="4020551" y="1126807"/>
                  </a:lnTo>
                  <a:lnTo>
                    <a:pt x="4022830" y="1128022"/>
                  </a:lnTo>
                  <a:lnTo>
                    <a:pt x="4025109" y="1127993"/>
                  </a:lnTo>
                  <a:lnTo>
                    <a:pt x="4027388" y="1127669"/>
                  </a:lnTo>
                  <a:lnTo>
                    <a:pt x="4029667" y="1127596"/>
                  </a:lnTo>
                  <a:lnTo>
                    <a:pt x="4031946" y="1130224"/>
                  </a:lnTo>
                  <a:lnTo>
                    <a:pt x="4034225" y="1132809"/>
                  </a:lnTo>
                  <a:lnTo>
                    <a:pt x="4036504" y="1134832"/>
                  </a:lnTo>
                  <a:lnTo>
                    <a:pt x="4038783" y="1137251"/>
                  </a:lnTo>
                  <a:lnTo>
                    <a:pt x="4041062" y="1141917"/>
                  </a:lnTo>
                  <a:lnTo>
                    <a:pt x="4043341" y="1147111"/>
                  </a:lnTo>
                  <a:lnTo>
                    <a:pt x="4045620" y="1152307"/>
                  </a:lnTo>
                  <a:lnTo>
                    <a:pt x="4047899" y="1158490"/>
                  </a:lnTo>
                  <a:lnTo>
                    <a:pt x="4050178" y="1163923"/>
                  </a:lnTo>
                  <a:lnTo>
                    <a:pt x="4052457" y="1170380"/>
                  </a:lnTo>
                  <a:lnTo>
                    <a:pt x="4054736" y="1177962"/>
                  </a:lnTo>
                  <a:lnTo>
                    <a:pt x="4057015" y="1181108"/>
                  </a:lnTo>
                  <a:lnTo>
                    <a:pt x="4059294" y="1183591"/>
                  </a:lnTo>
                  <a:lnTo>
                    <a:pt x="4061573" y="1185557"/>
                  </a:lnTo>
                  <a:lnTo>
                    <a:pt x="4063852" y="1185557"/>
                  </a:lnTo>
                  <a:lnTo>
                    <a:pt x="4066131" y="1183464"/>
                  </a:lnTo>
                  <a:lnTo>
                    <a:pt x="4068410" y="1182691"/>
                  </a:lnTo>
                  <a:lnTo>
                    <a:pt x="4070689" y="1183226"/>
                  </a:lnTo>
                  <a:lnTo>
                    <a:pt x="4072968" y="1187466"/>
                  </a:lnTo>
                  <a:lnTo>
                    <a:pt x="4075247" y="1188161"/>
                  </a:lnTo>
                  <a:lnTo>
                    <a:pt x="4077525" y="1187390"/>
                  </a:lnTo>
                  <a:lnTo>
                    <a:pt x="4079804" y="1186620"/>
                  </a:lnTo>
                  <a:lnTo>
                    <a:pt x="4082083" y="1184390"/>
                  </a:lnTo>
                  <a:lnTo>
                    <a:pt x="4084362" y="1181137"/>
                  </a:lnTo>
                  <a:lnTo>
                    <a:pt x="4086641" y="1179282"/>
                  </a:lnTo>
                  <a:lnTo>
                    <a:pt x="4088920" y="1175422"/>
                  </a:lnTo>
                  <a:lnTo>
                    <a:pt x="4091199" y="1177625"/>
                  </a:lnTo>
                  <a:lnTo>
                    <a:pt x="4093478" y="1181271"/>
                  </a:lnTo>
                  <a:lnTo>
                    <a:pt x="4095757" y="1185043"/>
                  </a:lnTo>
                  <a:lnTo>
                    <a:pt x="4098036" y="1192849"/>
                  </a:lnTo>
                  <a:lnTo>
                    <a:pt x="4100315" y="1201906"/>
                  </a:lnTo>
                  <a:lnTo>
                    <a:pt x="4102594" y="1212317"/>
                  </a:lnTo>
                  <a:lnTo>
                    <a:pt x="4104873" y="1223096"/>
                  </a:lnTo>
                  <a:lnTo>
                    <a:pt x="4107152" y="1230660"/>
                  </a:lnTo>
                  <a:lnTo>
                    <a:pt x="4109431" y="1237559"/>
                  </a:lnTo>
                  <a:lnTo>
                    <a:pt x="4111710" y="1241222"/>
                  </a:lnTo>
                  <a:lnTo>
                    <a:pt x="4113989" y="1239299"/>
                  </a:lnTo>
                  <a:lnTo>
                    <a:pt x="4116268" y="1237053"/>
                  </a:lnTo>
                  <a:lnTo>
                    <a:pt x="4118547" y="1234700"/>
                  </a:lnTo>
                  <a:lnTo>
                    <a:pt x="4120826" y="1228051"/>
                  </a:lnTo>
                  <a:lnTo>
                    <a:pt x="4123105" y="1221999"/>
                  </a:lnTo>
                  <a:lnTo>
                    <a:pt x="4125384" y="1214039"/>
                  </a:lnTo>
                  <a:lnTo>
                    <a:pt x="4127663" y="1202486"/>
                  </a:lnTo>
                  <a:lnTo>
                    <a:pt x="4129942" y="1185991"/>
                  </a:lnTo>
                  <a:lnTo>
                    <a:pt x="4132221" y="1166007"/>
                  </a:lnTo>
                  <a:lnTo>
                    <a:pt x="4134500" y="1144478"/>
                  </a:lnTo>
                  <a:lnTo>
                    <a:pt x="4136779" y="1120651"/>
                  </a:lnTo>
                  <a:lnTo>
                    <a:pt x="4139058" y="1095049"/>
                  </a:lnTo>
                  <a:lnTo>
                    <a:pt x="4141337" y="1066086"/>
                  </a:lnTo>
                  <a:lnTo>
                    <a:pt x="4143615" y="1036088"/>
                  </a:lnTo>
                  <a:lnTo>
                    <a:pt x="4145894" y="1007746"/>
                  </a:lnTo>
                  <a:lnTo>
                    <a:pt x="4148173" y="980739"/>
                  </a:lnTo>
                  <a:lnTo>
                    <a:pt x="4150452" y="956458"/>
                  </a:lnTo>
                  <a:lnTo>
                    <a:pt x="4152731" y="933270"/>
                  </a:lnTo>
                  <a:lnTo>
                    <a:pt x="4155010" y="911034"/>
                  </a:lnTo>
                  <a:lnTo>
                    <a:pt x="4157289" y="886634"/>
                  </a:lnTo>
                  <a:lnTo>
                    <a:pt x="4159568" y="861883"/>
                  </a:lnTo>
                  <a:lnTo>
                    <a:pt x="4161847" y="837132"/>
                  </a:lnTo>
                  <a:lnTo>
                    <a:pt x="4164126" y="816853"/>
                  </a:lnTo>
                  <a:lnTo>
                    <a:pt x="4166405" y="796992"/>
                  </a:lnTo>
                  <a:lnTo>
                    <a:pt x="4168684" y="776853"/>
                  </a:lnTo>
                  <a:lnTo>
                    <a:pt x="4170963" y="756432"/>
                  </a:lnTo>
                  <a:lnTo>
                    <a:pt x="4173242" y="740520"/>
                  </a:lnTo>
                  <a:lnTo>
                    <a:pt x="4175521" y="727672"/>
                  </a:lnTo>
                  <a:lnTo>
                    <a:pt x="4177800" y="717603"/>
                  </a:lnTo>
                  <a:lnTo>
                    <a:pt x="4180079" y="708538"/>
                  </a:lnTo>
                  <a:lnTo>
                    <a:pt x="4182358" y="701014"/>
                  </a:lnTo>
                  <a:lnTo>
                    <a:pt x="4184637" y="691864"/>
                  </a:lnTo>
                  <a:lnTo>
                    <a:pt x="4186916" y="681941"/>
                  </a:lnTo>
                  <a:lnTo>
                    <a:pt x="4189195" y="668578"/>
                  </a:lnTo>
                  <a:lnTo>
                    <a:pt x="4191474" y="653789"/>
                  </a:lnTo>
                  <a:lnTo>
                    <a:pt x="4193753" y="638062"/>
                  </a:lnTo>
                  <a:lnTo>
                    <a:pt x="4196032" y="622875"/>
                  </a:lnTo>
                  <a:lnTo>
                    <a:pt x="4198311" y="606540"/>
                  </a:lnTo>
                  <a:lnTo>
                    <a:pt x="4200590" y="590681"/>
                  </a:lnTo>
                  <a:lnTo>
                    <a:pt x="4202869" y="570098"/>
                  </a:lnTo>
                  <a:lnTo>
                    <a:pt x="4205148" y="548696"/>
                  </a:lnTo>
                  <a:lnTo>
                    <a:pt x="4207427" y="523730"/>
                  </a:lnTo>
                  <a:lnTo>
                    <a:pt x="4209705" y="498087"/>
                  </a:lnTo>
                  <a:lnTo>
                    <a:pt x="4211984" y="470829"/>
                  </a:lnTo>
                  <a:lnTo>
                    <a:pt x="4214263" y="439412"/>
                  </a:lnTo>
                  <a:lnTo>
                    <a:pt x="4216542" y="406679"/>
                  </a:lnTo>
                  <a:lnTo>
                    <a:pt x="4218821" y="372693"/>
                  </a:lnTo>
                  <a:lnTo>
                    <a:pt x="4221100" y="337714"/>
                  </a:lnTo>
                  <a:lnTo>
                    <a:pt x="4223379" y="303125"/>
                  </a:lnTo>
                  <a:lnTo>
                    <a:pt x="4225658" y="272553"/>
                  </a:lnTo>
                  <a:lnTo>
                    <a:pt x="4227937" y="247190"/>
                  </a:lnTo>
                  <a:lnTo>
                    <a:pt x="4230216" y="228269"/>
                  </a:lnTo>
                  <a:lnTo>
                    <a:pt x="4232495" y="210717"/>
                  </a:lnTo>
                  <a:lnTo>
                    <a:pt x="4234774" y="193706"/>
                  </a:lnTo>
                  <a:lnTo>
                    <a:pt x="4237053" y="184213"/>
                  </a:lnTo>
                  <a:lnTo>
                    <a:pt x="4239332" y="176217"/>
                  </a:lnTo>
                  <a:lnTo>
                    <a:pt x="4241611" y="168222"/>
                  </a:lnTo>
                  <a:lnTo>
                    <a:pt x="4243890" y="164083"/>
                  </a:lnTo>
                  <a:lnTo>
                    <a:pt x="4246169" y="166890"/>
                  </a:lnTo>
                  <a:lnTo>
                    <a:pt x="4248448" y="173964"/>
                  </a:lnTo>
                  <a:lnTo>
                    <a:pt x="4250727" y="183306"/>
                  </a:lnTo>
                  <a:lnTo>
                    <a:pt x="4253006" y="194457"/>
                  </a:lnTo>
                  <a:lnTo>
                    <a:pt x="4255285" y="208618"/>
                  </a:lnTo>
                  <a:lnTo>
                    <a:pt x="4257564" y="230220"/>
                  </a:lnTo>
                  <a:lnTo>
                    <a:pt x="4259843" y="248580"/>
                  </a:lnTo>
                  <a:lnTo>
                    <a:pt x="4262122" y="260967"/>
                  </a:lnTo>
                  <a:lnTo>
                    <a:pt x="4264401" y="270209"/>
                  </a:lnTo>
                  <a:lnTo>
                    <a:pt x="4266680" y="276225"/>
                  </a:lnTo>
                  <a:lnTo>
                    <a:pt x="4268959" y="281867"/>
                  </a:lnTo>
                  <a:lnTo>
                    <a:pt x="4271238" y="286216"/>
                  </a:lnTo>
                  <a:lnTo>
                    <a:pt x="4273517" y="293181"/>
                  </a:lnTo>
                  <a:lnTo>
                    <a:pt x="4275796" y="300498"/>
                  </a:lnTo>
                  <a:lnTo>
                    <a:pt x="4278074" y="304721"/>
                  </a:lnTo>
                  <a:lnTo>
                    <a:pt x="4280353" y="302779"/>
                  </a:lnTo>
                  <a:lnTo>
                    <a:pt x="4282632" y="298950"/>
                  </a:lnTo>
                  <a:lnTo>
                    <a:pt x="4284911" y="295048"/>
                  </a:lnTo>
                  <a:lnTo>
                    <a:pt x="4287190" y="291558"/>
                  </a:lnTo>
                  <a:lnTo>
                    <a:pt x="4289469" y="287211"/>
                  </a:lnTo>
                  <a:lnTo>
                    <a:pt x="4291748" y="279072"/>
                  </a:lnTo>
                  <a:lnTo>
                    <a:pt x="4294027" y="269701"/>
                  </a:lnTo>
                  <a:lnTo>
                    <a:pt x="4296306" y="264055"/>
                  </a:lnTo>
                  <a:lnTo>
                    <a:pt x="4298585" y="259300"/>
                  </a:lnTo>
                  <a:lnTo>
                    <a:pt x="4300864" y="255349"/>
                  </a:lnTo>
                  <a:lnTo>
                    <a:pt x="4303143" y="250480"/>
                  </a:lnTo>
                  <a:lnTo>
                    <a:pt x="4305422" y="247457"/>
                  </a:lnTo>
                  <a:lnTo>
                    <a:pt x="4307701" y="244498"/>
                  </a:lnTo>
                  <a:lnTo>
                    <a:pt x="4309980" y="243392"/>
                  </a:lnTo>
                  <a:lnTo>
                    <a:pt x="4312259" y="241845"/>
                  </a:lnTo>
                  <a:lnTo>
                    <a:pt x="4314538" y="244344"/>
                  </a:lnTo>
                  <a:lnTo>
                    <a:pt x="4316817" y="246397"/>
                  </a:lnTo>
                  <a:lnTo>
                    <a:pt x="4319096" y="253930"/>
                  </a:lnTo>
                  <a:lnTo>
                    <a:pt x="4321375" y="260402"/>
                  </a:lnTo>
                  <a:lnTo>
                    <a:pt x="4323654" y="268668"/>
                  </a:lnTo>
                  <a:lnTo>
                    <a:pt x="4325933" y="277252"/>
                  </a:lnTo>
                  <a:lnTo>
                    <a:pt x="4328212" y="287472"/>
                  </a:lnTo>
                  <a:lnTo>
                    <a:pt x="4330491" y="299298"/>
                  </a:lnTo>
                  <a:lnTo>
                    <a:pt x="4332770" y="311338"/>
                  </a:lnTo>
                  <a:lnTo>
                    <a:pt x="4335049" y="324227"/>
                  </a:lnTo>
                  <a:lnTo>
                    <a:pt x="4337328" y="335851"/>
                  </a:lnTo>
                  <a:lnTo>
                    <a:pt x="4339607" y="346697"/>
                  </a:lnTo>
                  <a:lnTo>
                    <a:pt x="4341886" y="358924"/>
                  </a:lnTo>
                  <a:lnTo>
                    <a:pt x="4344164" y="370058"/>
                  </a:lnTo>
                  <a:lnTo>
                    <a:pt x="4346443" y="381577"/>
                  </a:lnTo>
                  <a:lnTo>
                    <a:pt x="4348722" y="392396"/>
                  </a:lnTo>
                  <a:lnTo>
                    <a:pt x="4351001" y="405457"/>
                  </a:lnTo>
                  <a:lnTo>
                    <a:pt x="4353280" y="412044"/>
                  </a:lnTo>
                  <a:lnTo>
                    <a:pt x="4355559" y="417132"/>
                  </a:lnTo>
                  <a:lnTo>
                    <a:pt x="4357838" y="423977"/>
                  </a:lnTo>
                  <a:lnTo>
                    <a:pt x="4360117" y="429404"/>
                  </a:lnTo>
                  <a:lnTo>
                    <a:pt x="4362396" y="434187"/>
                  </a:lnTo>
                  <a:lnTo>
                    <a:pt x="4364675" y="435705"/>
                  </a:lnTo>
                  <a:lnTo>
                    <a:pt x="4366954" y="436785"/>
                  </a:lnTo>
                  <a:lnTo>
                    <a:pt x="4369233" y="438957"/>
                  </a:lnTo>
                  <a:lnTo>
                    <a:pt x="4371512" y="445815"/>
                  </a:lnTo>
                  <a:lnTo>
                    <a:pt x="4373791" y="451003"/>
                  </a:lnTo>
                  <a:lnTo>
                    <a:pt x="4376070" y="458374"/>
                  </a:lnTo>
                  <a:lnTo>
                    <a:pt x="4378349" y="469001"/>
                  </a:lnTo>
                  <a:lnTo>
                    <a:pt x="4380628" y="483294"/>
                  </a:lnTo>
                  <a:lnTo>
                    <a:pt x="4382907" y="500690"/>
                  </a:lnTo>
                  <a:lnTo>
                    <a:pt x="4385186" y="521001"/>
                  </a:lnTo>
                  <a:lnTo>
                    <a:pt x="4387465" y="541159"/>
                  </a:lnTo>
                  <a:lnTo>
                    <a:pt x="4389744" y="560863"/>
                  </a:lnTo>
                  <a:lnTo>
                    <a:pt x="4392023" y="580567"/>
                  </a:lnTo>
                  <a:lnTo>
                    <a:pt x="4394302" y="602404"/>
                  </a:lnTo>
                  <a:lnTo>
                    <a:pt x="4396581" y="625788"/>
                  </a:lnTo>
                  <a:lnTo>
                    <a:pt x="4398860" y="649173"/>
                  </a:lnTo>
                  <a:lnTo>
                    <a:pt x="4401139" y="671918"/>
                  </a:lnTo>
                  <a:lnTo>
                    <a:pt x="4403418" y="694230"/>
                  </a:lnTo>
                  <a:lnTo>
                    <a:pt x="4405697" y="712664"/>
                  </a:lnTo>
                  <a:lnTo>
                    <a:pt x="4407976" y="732247"/>
                  </a:lnTo>
                  <a:lnTo>
                    <a:pt x="4410255" y="750755"/>
                  </a:lnTo>
                  <a:lnTo>
                    <a:pt x="4412533" y="766643"/>
                  </a:lnTo>
                  <a:lnTo>
                    <a:pt x="4414812" y="776990"/>
                  </a:lnTo>
                  <a:lnTo>
                    <a:pt x="4417091" y="784983"/>
                  </a:lnTo>
                  <a:lnTo>
                    <a:pt x="4419370" y="795420"/>
                  </a:lnTo>
                  <a:lnTo>
                    <a:pt x="4421649" y="808112"/>
                  </a:lnTo>
                  <a:lnTo>
                    <a:pt x="4423928" y="821900"/>
                  </a:lnTo>
                  <a:lnTo>
                    <a:pt x="4426207" y="835304"/>
                  </a:lnTo>
                  <a:lnTo>
                    <a:pt x="4428486" y="848397"/>
                  </a:lnTo>
                  <a:lnTo>
                    <a:pt x="4430765" y="859084"/>
                  </a:lnTo>
                  <a:lnTo>
                    <a:pt x="4433044" y="870561"/>
                  </a:lnTo>
                  <a:lnTo>
                    <a:pt x="4435323" y="881443"/>
                  </a:lnTo>
                  <a:lnTo>
                    <a:pt x="4437602" y="894358"/>
                  </a:lnTo>
                  <a:lnTo>
                    <a:pt x="4439881" y="907762"/>
                  </a:lnTo>
                  <a:lnTo>
                    <a:pt x="4442160" y="921516"/>
                  </a:lnTo>
                  <a:lnTo>
                    <a:pt x="4444439" y="935044"/>
                  </a:lnTo>
                  <a:lnTo>
                    <a:pt x="4446718" y="948846"/>
                  </a:lnTo>
                  <a:lnTo>
                    <a:pt x="4448997" y="962457"/>
                  </a:lnTo>
                  <a:lnTo>
                    <a:pt x="4451276" y="975056"/>
                  </a:lnTo>
                  <a:lnTo>
                    <a:pt x="4453555" y="989203"/>
                  </a:lnTo>
                  <a:lnTo>
                    <a:pt x="4455834" y="1002973"/>
                  </a:lnTo>
                  <a:lnTo>
                    <a:pt x="4458113" y="1013602"/>
                  </a:lnTo>
                  <a:lnTo>
                    <a:pt x="4460392" y="1026201"/>
                  </a:lnTo>
                  <a:lnTo>
                    <a:pt x="4462671" y="1038611"/>
                  </a:lnTo>
                  <a:lnTo>
                    <a:pt x="4464950" y="1052166"/>
                  </a:lnTo>
                  <a:lnTo>
                    <a:pt x="4467229" y="1063048"/>
                  </a:lnTo>
                  <a:lnTo>
                    <a:pt x="4469508" y="1075241"/>
                  </a:lnTo>
                  <a:lnTo>
                    <a:pt x="4471787" y="1087568"/>
                  </a:lnTo>
                  <a:lnTo>
                    <a:pt x="4474066" y="1097493"/>
                  </a:lnTo>
                  <a:lnTo>
                    <a:pt x="4476345" y="1106713"/>
                  </a:lnTo>
                  <a:lnTo>
                    <a:pt x="4478623" y="1113640"/>
                  </a:lnTo>
                  <a:lnTo>
                    <a:pt x="4480902" y="1121537"/>
                  </a:lnTo>
                  <a:lnTo>
                    <a:pt x="4483181" y="1126549"/>
                  </a:lnTo>
                  <a:lnTo>
                    <a:pt x="4485460" y="1132281"/>
                  </a:lnTo>
                  <a:lnTo>
                    <a:pt x="4487739" y="1132001"/>
                  </a:lnTo>
                  <a:lnTo>
                    <a:pt x="4490018" y="1130180"/>
                  </a:lnTo>
                  <a:lnTo>
                    <a:pt x="4492297" y="1128051"/>
                  </a:lnTo>
                  <a:lnTo>
                    <a:pt x="4494576" y="1125212"/>
                  </a:lnTo>
                  <a:lnTo>
                    <a:pt x="4496855" y="1119038"/>
                  </a:lnTo>
                  <a:lnTo>
                    <a:pt x="4499134" y="1112053"/>
                  </a:lnTo>
                  <a:lnTo>
                    <a:pt x="4501413" y="1101365"/>
                  </a:lnTo>
                  <a:lnTo>
                    <a:pt x="4503692" y="1091017"/>
                  </a:lnTo>
                  <a:lnTo>
                    <a:pt x="4505971" y="1081073"/>
                  </a:lnTo>
                  <a:lnTo>
                    <a:pt x="4508250" y="1070220"/>
                  </a:lnTo>
                  <a:lnTo>
                    <a:pt x="4510529" y="1058992"/>
                  </a:lnTo>
                  <a:lnTo>
                    <a:pt x="4512808" y="1046682"/>
                  </a:lnTo>
                  <a:lnTo>
                    <a:pt x="4515087" y="1035394"/>
                  </a:lnTo>
                  <a:lnTo>
                    <a:pt x="4517366" y="1026638"/>
                  </a:lnTo>
                  <a:lnTo>
                    <a:pt x="4519645" y="1019114"/>
                  </a:lnTo>
                  <a:lnTo>
                    <a:pt x="4521924" y="1015407"/>
                  </a:lnTo>
                  <a:lnTo>
                    <a:pt x="4524203" y="1009909"/>
                  </a:lnTo>
                  <a:lnTo>
                    <a:pt x="4526482" y="1005348"/>
                  </a:lnTo>
                  <a:lnTo>
                    <a:pt x="4528761" y="1001949"/>
                  </a:lnTo>
                  <a:lnTo>
                    <a:pt x="4531040" y="1000782"/>
                  </a:lnTo>
                  <a:lnTo>
                    <a:pt x="4533319" y="1000098"/>
                  </a:lnTo>
                  <a:lnTo>
                    <a:pt x="4535598" y="999352"/>
                  </a:lnTo>
                  <a:lnTo>
                    <a:pt x="4537877" y="998654"/>
                  </a:lnTo>
                  <a:lnTo>
                    <a:pt x="4540156" y="998908"/>
                  </a:lnTo>
                  <a:lnTo>
                    <a:pt x="4542435" y="1000338"/>
                  </a:lnTo>
                  <a:lnTo>
                    <a:pt x="4544714" y="1004313"/>
                  </a:lnTo>
                  <a:lnTo>
                    <a:pt x="4546992" y="1007012"/>
                  </a:lnTo>
                  <a:lnTo>
                    <a:pt x="4549271" y="1004578"/>
                  </a:lnTo>
                  <a:lnTo>
                    <a:pt x="4551550" y="1003324"/>
                  </a:lnTo>
                  <a:lnTo>
                    <a:pt x="4553829" y="1001006"/>
                  </a:lnTo>
                  <a:lnTo>
                    <a:pt x="4556108" y="994688"/>
                  </a:lnTo>
                  <a:lnTo>
                    <a:pt x="4558387" y="987684"/>
                  </a:lnTo>
                  <a:lnTo>
                    <a:pt x="4560666" y="979310"/>
                  </a:lnTo>
                  <a:lnTo>
                    <a:pt x="4562945" y="969903"/>
                  </a:lnTo>
                  <a:lnTo>
                    <a:pt x="4565224" y="959567"/>
                  </a:lnTo>
                  <a:lnTo>
                    <a:pt x="4567503" y="949993"/>
                  </a:lnTo>
                  <a:lnTo>
                    <a:pt x="4569782" y="939927"/>
                  </a:lnTo>
                  <a:lnTo>
                    <a:pt x="4572061" y="929609"/>
                  </a:lnTo>
                  <a:lnTo>
                    <a:pt x="4574340" y="916761"/>
                  </a:lnTo>
                  <a:lnTo>
                    <a:pt x="4576619" y="900820"/>
                  </a:lnTo>
                  <a:lnTo>
                    <a:pt x="4578898" y="883949"/>
                  </a:lnTo>
                  <a:lnTo>
                    <a:pt x="4581177" y="863703"/>
                  </a:lnTo>
                  <a:lnTo>
                    <a:pt x="4583456" y="846035"/>
                  </a:lnTo>
                  <a:lnTo>
                    <a:pt x="4585735" y="829228"/>
                  </a:lnTo>
                  <a:lnTo>
                    <a:pt x="4588014" y="810340"/>
                  </a:lnTo>
                  <a:lnTo>
                    <a:pt x="4590293" y="792954"/>
                  </a:lnTo>
                  <a:lnTo>
                    <a:pt x="4592572" y="775975"/>
                  </a:lnTo>
                  <a:lnTo>
                    <a:pt x="4594851" y="760786"/>
                  </a:lnTo>
                  <a:lnTo>
                    <a:pt x="4597130" y="744320"/>
                  </a:lnTo>
                  <a:lnTo>
                    <a:pt x="4599409" y="730239"/>
                  </a:lnTo>
                  <a:lnTo>
                    <a:pt x="4601688" y="710038"/>
                  </a:lnTo>
                  <a:lnTo>
                    <a:pt x="4603967" y="687835"/>
                  </a:lnTo>
                  <a:lnTo>
                    <a:pt x="4606246" y="664652"/>
                  </a:lnTo>
                  <a:lnTo>
                    <a:pt x="4608525" y="645911"/>
                  </a:lnTo>
                  <a:lnTo>
                    <a:pt x="4610804" y="629952"/>
                  </a:lnTo>
                  <a:lnTo>
                    <a:pt x="4613082" y="616074"/>
                  </a:lnTo>
                  <a:lnTo>
                    <a:pt x="4615361" y="602975"/>
                  </a:lnTo>
                  <a:lnTo>
                    <a:pt x="4617640" y="589908"/>
                  </a:lnTo>
                  <a:lnTo>
                    <a:pt x="4619919" y="576966"/>
                  </a:lnTo>
                  <a:lnTo>
                    <a:pt x="4622198" y="563775"/>
                  </a:lnTo>
                  <a:lnTo>
                    <a:pt x="4624477" y="551618"/>
                  </a:lnTo>
                  <a:lnTo>
                    <a:pt x="4626756" y="541584"/>
                  </a:lnTo>
                  <a:lnTo>
                    <a:pt x="4629035" y="532083"/>
                  </a:lnTo>
                  <a:lnTo>
                    <a:pt x="4631314" y="524961"/>
                  </a:lnTo>
                  <a:lnTo>
                    <a:pt x="4633593" y="515459"/>
                  </a:lnTo>
                  <a:lnTo>
                    <a:pt x="4635872" y="507696"/>
                  </a:lnTo>
                  <a:lnTo>
                    <a:pt x="4638151" y="504638"/>
                  </a:lnTo>
                  <a:lnTo>
                    <a:pt x="4640430" y="504683"/>
                  </a:lnTo>
                  <a:lnTo>
                    <a:pt x="4642709" y="503387"/>
                  </a:lnTo>
                  <a:lnTo>
                    <a:pt x="4644988" y="496220"/>
                  </a:lnTo>
                  <a:lnTo>
                    <a:pt x="4647267" y="489366"/>
                  </a:lnTo>
                  <a:lnTo>
                    <a:pt x="4649546" y="482454"/>
                  </a:lnTo>
                  <a:lnTo>
                    <a:pt x="4651825" y="475372"/>
                  </a:lnTo>
                  <a:lnTo>
                    <a:pt x="4654104" y="469730"/>
                  </a:lnTo>
                  <a:lnTo>
                    <a:pt x="4656383" y="461350"/>
                  </a:lnTo>
                  <a:lnTo>
                    <a:pt x="4658662" y="453720"/>
                  </a:lnTo>
                  <a:lnTo>
                    <a:pt x="4660941" y="444331"/>
                  </a:lnTo>
                  <a:lnTo>
                    <a:pt x="4663220" y="439604"/>
                  </a:lnTo>
                  <a:lnTo>
                    <a:pt x="4665499" y="438268"/>
                  </a:lnTo>
                  <a:lnTo>
                    <a:pt x="4667778" y="437083"/>
                  </a:lnTo>
                  <a:lnTo>
                    <a:pt x="4670057" y="437557"/>
                  </a:lnTo>
                  <a:lnTo>
                    <a:pt x="4672336" y="437779"/>
                  </a:lnTo>
                  <a:lnTo>
                    <a:pt x="4674615" y="436908"/>
                  </a:lnTo>
                  <a:lnTo>
                    <a:pt x="4676894" y="439015"/>
                  </a:lnTo>
                  <a:lnTo>
                    <a:pt x="4679172" y="444638"/>
                  </a:lnTo>
                  <a:lnTo>
                    <a:pt x="4681451" y="455744"/>
                  </a:lnTo>
                  <a:lnTo>
                    <a:pt x="4683730" y="470453"/>
                  </a:lnTo>
                  <a:lnTo>
                    <a:pt x="4686009" y="485190"/>
                  </a:lnTo>
                  <a:lnTo>
                    <a:pt x="4688288" y="500668"/>
                  </a:lnTo>
                  <a:lnTo>
                    <a:pt x="4690567" y="514543"/>
                  </a:lnTo>
                  <a:lnTo>
                    <a:pt x="4692846" y="527552"/>
                  </a:lnTo>
                  <a:lnTo>
                    <a:pt x="4695125" y="538879"/>
                  </a:lnTo>
                  <a:lnTo>
                    <a:pt x="4697404" y="551624"/>
                  </a:lnTo>
                  <a:lnTo>
                    <a:pt x="4699683" y="562068"/>
                  </a:lnTo>
                  <a:lnTo>
                    <a:pt x="4701962" y="569991"/>
                  </a:lnTo>
                  <a:lnTo>
                    <a:pt x="4704241" y="579893"/>
                  </a:lnTo>
                  <a:lnTo>
                    <a:pt x="4706520" y="591142"/>
                  </a:lnTo>
                  <a:lnTo>
                    <a:pt x="4708799" y="601875"/>
                  </a:lnTo>
                  <a:lnTo>
                    <a:pt x="4711078" y="611812"/>
                  </a:lnTo>
                  <a:lnTo>
                    <a:pt x="4713357" y="620879"/>
                  </a:lnTo>
                  <a:lnTo>
                    <a:pt x="4715636" y="626880"/>
                  </a:lnTo>
                  <a:lnTo>
                    <a:pt x="4717915" y="635069"/>
                  </a:lnTo>
                  <a:lnTo>
                    <a:pt x="4720194" y="645047"/>
                  </a:lnTo>
                  <a:lnTo>
                    <a:pt x="4722473" y="655244"/>
                  </a:lnTo>
                  <a:lnTo>
                    <a:pt x="4724752" y="664076"/>
                  </a:lnTo>
                  <a:lnTo>
                    <a:pt x="4727031" y="673632"/>
                  </a:lnTo>
                  <a:lnTo>
                    <a:pt x="4729310" y="682096"/>
                  </a:lnTo>
                  <a:lnTo>
                    <a:pt x="4731589" y="689369"/>
                  </a:lnTo>
                  <a:lnTo>
                    <a:pt x="4733868" y="697607"/>
                  </a:lnTo>
                  <a:lnTo>
                    <a:pt x="4736147" y="705874"/>
                  </a:lnTo>
                  <a:lnTo>
                    <a:pt x="4738426" y="714724"/>
                  </a:lnTo>
                  <a:lnTo>
                    <a:pt x="4740705" y="723939"/>
                  </a:lnTo>
                  <a:lnTo>
                    <a:pt x="4742984" y="733542"/>
                  </a:lnTo>
                  <a:lnTo>
                    <a:pt x="4745263" y="745262"/>
                  </a:lnTo>
                  <a:lnTo>
                    <a:pt x="4747541" y="755804"/>
                  </a:lnTo>
                  <a:lnTo>
                    <a:pt x="4749820" y="769725"/>
                  </a:lnTo>
                  <a:lnTo>
                    <a:pt x="4752099" y="782674"/>
                  </a:lnTo>
                  <a:lnTo>
                    <a:pt x="4754378" y="794438"/>
                  </a:lnTo>
                  <a:lnTo>
                    <a:pt x="4756657" y="805344"/>
                  </a:lnTo>
                  <a:lnTo>
                    <a:pt x="4758936" y="817464"/>
                  </a:lnTo>
                  <a:lnTo>
                    <a:pt x="4761215" y="833113"/>
                  </a:lnTo>
                  <a:lnTo>
                    <a:pt x="4763494" y="848010"/>
                  </a:lnTo>
                  <a:lnTo>
                    <a:pt x="4765773" y="862702"/>
                  </a:lnTo>
                  <a:lnTo>
                    <a:pt x="4768052" y="879349"/>
                  </a:lnTo>
                  <a:lnTo>
                    <a:pt x="4770331" y="894832"/>
                  </a:lnTo>
                  <a:lnTo>
                    <a:pt x="4772610" y="911925"/>
                  </a:lnTo>
                  <a:lnTo>
                    <a:pt x="4774889" y="927280"/>
                  </a:lnTo>
                  <a:lnTo>
                    <a:pt x="4777168" y="940900"/>
                  </a:lnTo>
                  <a:lnTo>
                    <a:pt x="4779447" y="951096"/>
                  </a:lnTo>
                  <a:lnTo>
                    <a:pt x="4781726" y="963422"/>
                  </a:lnTo>
                  <a:lnTo>
                    <a:pt x="4784005" y="975826"/>
                  </a:lnTo>
                  <a:lnTo>
                    <a:pt x="4786284" y="987239"/>
                  </a:lnTo>
                  <a:lnTo>
                    <a:pt x="4788563" y="998246"/>
                  </a:lnTo>
                  <a:lnTo>
                    <a:pt x="4790842" y="1008732"/>
                  </a:lnTo>
                  <a:lnTo>
                    <a:pt x="4793121" y="1017222"/>
                  </a:lnTo>
                  <a:lnTo>
                    <a:pt x="4795400" y="1023294"/>
                  </a:lnTo>
                  <a:lnTo>
                    <a:pt x="4797679" y="1027335"/>
                  </a:lnTo>
                  <a:lnTo>
                    <a:pt x="4799958" y="1030979"/>
                  </a:lnTo>
                  <a:lnTo>
                    <a:pt x="4802237" y="1035799"/>
                  </a:lnTo>
                  <a:lnTo>
                    <a:pt x="4804516" y="1040611"/>
                  </a:lnTo>
                  <a:lnTo>
                    <a:pt x="4806795" y="1047965"/>
                  </a:lnTo>
                  <a:lnTo>
                    <a:pt x="4809074" y="1054122"/>
                  </a:lnTo>
                  <a:lnTo>
                    <a:pt x="4811353" y="1061392"/>
                  </a:lnTo>
                  <a:lnTo>
                    <a:pt x="4813631" y="1068849"/>
                  </a:lnTo>
                  <a:lnTo>
                    <a:pt x="4815910" y="1076753"/>
                  </a:lnTo>
                  <a:lnTo>
                    <a:pt x="4818189" y="1085907"/>
                  </a:lnTo>
                  <a:lnTo>
                    <a:pt x="4820468" y="1095029"/>
                  </a:lnTo>
                  <a:lnTo>
                    <a:pt x="4822747" y="1102693"/>
                  </a:lnTo>
                  <a:lnTo>
                    <a:pt x="4825026" y="1113414"/>
                  </a:lnTo>
                  <a:lnTo>
                    <a:pt x="4827305" y="1124562"/>
                  </a:lnTo>
                  <a:lnTo>
                    <a:pt x="4829584" y="1136886"/>
                  </a:lnTo>
                  <a:lnTo>
                    <a:pt x="4831863" y="1151344"/>
                  </a:lnTo>
                  <a:lnTo>
                    <a:pt x="4834142" y="1166111"/>
                  </a:lnTo>
                  <a:lnTo>
                    <a:pt x="4836421" y="1180692"/>
                  </a:lnTo>
                  <a:lnTo>
                    <a:pt x="4838700" y="1195634"/>
                  </a:lnTo>
                  <a:lnTo>
                    <a:pt x="4840979" y="1211061"/>
                  </a:lnTo>
                  <a:lnTo>
                    <a:pt x="4843258" y="1227801"/>
                  </a:lnTo>
                  <a:lnTo>
                    <a:pt x="4845537" y="1247456"/>
                  </a:lnTo>
                  <a:lnTo>
                    <a:pt x="4847816" y="1268335"/>
                  </a:lnTo>
                  <a:lnTo>
                    <a:pt x="4850095" y="1288426"/>
                  </a:lnTo>
                  <a:lnTo>
                    <a:pt x="4852374" y="1308517"/>
                  </a:lnTo>
                  <a:lnTo>
                    <a:pt x="4854653" y="1328763"/>
                  </a:lnTo>
                  <a:lnTo>
                    <a:pt x="4856932" y="1348521"/>
                  </a:lnTo>
                  <a:lnTo>
                    <a:pt x="4859211" y="1367103"/>
                  </a:lnTo>
                  <a:lnTo>
                    <a:pt x="4861490" y="1384263"/>
                  </a:lnTo>
                  <a:lnTo>
                    <a:pt x="4863769" y="1401154"/>
                  </a:lnTo>
                  <a:lnTo>
                    <a:pt x="4866048" y="1415509"/>
                  </a:lnTo>
                  <a:lnTo>
                    <a:pt x="4868327" y="1428502"/>
                  </a:lnTo>
                  <a:lnTo>
                    <a:pt x="4870606" y="1438416"/>
                  </a:lnTo>
                  <a:lnTo>
                    <a:pt x="4872885" y="1447162"/>
                  </a:lnTo>
                  <a:lnTo>
                    <a:pt x="4875164" y="1454439"/>
                  </a:lnTo>
                  <a:lnTo>
                    <a:pt x="4877443" y="1462301"/>
                  </a:lnTo>
                  <a:lnTo>
                    <a:pt x="4879722" y="1470165"/>
                  </a:lnTo>
                  <a:lnTo>
                    <a:pt x="4882000" y="1478995"/>
                  </a:lnTo>
                  <a:lnTo>
                    <a:pt x="4884279" y="1484576"/>
                  </a:lnTo>
                  <a:lnTo>
                    <a:pt x="4886558" y="1489169"/>
                  </a:lnTo>
                  <a:lnTo>
                    <a:pt x="4888837" y="1495971"/>
                  </a:lnTo>
                  <a:lnTo>
                    <a:pt x="4891116" y="1502773"/>
                  </a:lnTo>
                  <a:lnTo>
                    <a:pt x="4893395" y="1510734"/>
                  </a:lnTo>
                  <a:lnTo>
                    <a:pt x="4895674" y="1518523"/>
                  </a:lnTo>
                  <a:lnTo>
                    <a:pt x="4897953" y="1525104"/>
                  </a:lnTo>
                  <a:lnTo>
                    <a:pt x="4900232" y="1530118"/>
                  </a:lnTo>
                  <a:lnTo>
                    <a:pt x="4902511" y="1529100"/>
                  </a:lnTo>
                  <a:lnTo>
                    <a:pt x="4904790" y="1528983"/>
                  </a:lnTo>
                  <a:lnTo>
                    <a:pt x="4907069" y="1530446"/>
                  </a:lnTo>
                  <a:lnTo>
                    <a:pt x="4909348" y="1531909"/>
                  </a:lnTo>
                  <a:lnTo>
                    <a:pt x="4911627" y="1533029"/>
                  </a:lnTo>
                  <a:lnTo>
                    <a:pt x="4913906" y="1532436"/>
                  </a:lnTo>
                  <a:lnTo>
                    <a:pt x="4916185" y="1529735"/>
                  </a:lnTo>
                  <a:lnTo>
                    <a:pt x="4918464" y="1527034"/>
                  </a:lnTo>
                  <a:lnTo>
                    <a:pt x="4920743" y="1523324"/>
                  </a:lnTo>
                  <a:lnTo>
                    <a:pt x="4923022" y="1517847"/>
                  </a:lnTo>
                  <a:lnTo>
                    <a:pt x="4925301" y="1515071"/>
                  </a:lnTo>
                  <a:lnTo>
                    <a:pt x="4927580" y="1512741"/>
                  </a:lnTo>
                  <a:lnTo>
                    <a:pt x="4929859" y="1510247"/>
                  </a:lnTo>
                  <a:lnTo>
                    <a:pt x="4932138" y="1507026"/>
                  </a:lnTo>
                  <a:lnTo>
                    <a:pt x="4934417" y="1503804"/>
                  </a:lnTo>
                  <a:lnTo>
                    <a:pt x="4936696" y="1505678"/>
                  </a:lnTo>
                  <a:lnTo>
                    <a:pt x="4938975" y="1507631"/>
                  </a:lnTo>
                  <a:lnTo>
                    <a:pt x="4941254" y="1507631"/>
                  </a:lnTo>
                  <a:lnTo>
                    <a:pt x="4943533" y="1507631"/>
                  </a:lnTo>
                  <a:lnTo>
                    <a:pt x="4945812" y="1508077"/>
                  </a:lnTo>
                  <a:lnTo>
                    <a:pt x="4948090" y="1508920"/>
                  </a:lnTo>
                  <a:lnTo>
                    <a:pt x="4950369" y="1509762"/>
                  </a:lnTo>
                  <a:lnTo>
                    <a:pt x="4952648" y="1506616"/>
                  </a:lnTo>
                  <a:lnTo>
                    <a:pt x="4954927" y="1504053"/>
                  </a:lnTo>
                  <a:lnTo>
                    <a:pt x="4957206" y="1502894"/>
                  </a:lnTo>
                  <a:lnTo>
                    <a:pt x="4959485" y="1498684"/>
                  </a:lnTo>
                  <a:lnTo>
                    <a:pt x="4961764" y="1492047"/>
                  </a:lnTo>
                  <a:lnTo>
                    <a:pt x="4964043" y="1485863"/>
                  </a:lnTo>
                  <a:lnTo>
                    <a:pt x="4966322" y="1480571"/>
                  </a:lnTo>
                  <a:lnTo>
                    <a:pt x="4968601" y="1475279"/>
                  </a:lnTo>
                  <a:lnTo>
                    <a:pt x="4970880" y="1469096"/>
                  </a:lnTo>
                  <a:lnTo>
                    <a:pt x="4973159" y="1460665"/>
                  </a:lnTo>
                  <a:lnTo>
                    <a:pt x="4975438" y="1451334"/>
                  </a:lnTo>
                  <a:lnTo>
                    <a:pt x="4977717" y="1442003"/>
                  </a:lnTo>
                  <a:lnTo>
                    <a:pt x="4979996" y="1432219"/>
                  </a:lnTo>
                  <a:lnTo>
                    <a:pt x="4982275" y="1421965"/>
                  </a:lnTo>
                  <a:lnTo>
                    <a:pt x="4984554" y="1411313"/>
                  </a:lnTo>
                  <a:lnTo>
                    <a:pt x="4986833" y="1404701"/>
                  </a:lnTo>
                  <a:lnTo>
                    <a:pt x="4989112" y="1399044"/>
                  </a:lnTo>
                  <a:lnTo>
                    <a:pt x="4991391" y="1393364"/>
                  </a:lnTo>
                  <a:lnTo>
                    <a:pt x="4993670" y="1388137"/>
                  </a:lnTo>
                  <a:lnTo>
                    <a:pt x="4995949" y="1384223"/>
                  </a:lnTo>
                  <a:lnTo>
                    <a:pt x="4998228" y="1380101"/>
                  </a:lnTo>
                  <a:lnTo>
                    <a:pt x="5000507" y="1375979"/>
                  </a:lnTo>
                  <a:lnTo>
                    <a:pt x="5002786" y="1371856"/>
                  </a:lnTo>
                  <a:lnTo>
                    <a:pt x="5005065" y="1367734"/>
                  </a:lnTo>
                  <a:lnTo>
                    <a:pt x="5007344" y="1366095"/>
                  </a:lnTo>
                  <a:lnTo>
                    <a:pt x="5009623" y="1365606"/>
                  </a:lnTo>
                  <a:lnTo>
                    <a:pt x="5011902" y="1364836"/>
                  </a:lnTo>
                  <a:lnTo>
                    <a:pt x="5014180" y="1364065"/>
                  </a:lnTo>
                  <a:lnTo>
                    <a:pt x="5016459" y="1363295"/>
                  </a:lnTo>
                  <a:lnTo>
                    <a:pt x="5018738" y="1369045"/>
                  </a:lnTo>
                  <a:lnTo>
                    <a:pt x="5021017" y="1375543"/>
                  </a:lnTo>
                  <a:lnTo>
                    <a:pt x="5023296" y="1382041"/>
                  </a:lnTo>
                  <a:lnTo>
                    <a:pt x="5025575" y="1388540"/>
                  </a:lnTo>
                  <a:lnTo>
                    <a:pt x="5027854" y="1395037"/>
                  </a:lnTo>
                  <a:lnTo>
                    <a:pt x="5030133" y="1401535"/>
                  </a:lnTo>
                  <a:lnTo>
                    <a:pt x="5032412" y="1407588"/>
                  </a:lnTo>
                  <a:lnTo>
                    <a:pt x="5034691" y="1413640"/>
                  </a:lnTo>
                  <a:lnTo>
                    <a:pt x="5036970" y="1420702"/>
                  </a:lnTo>
                  <a:lnTo>
                    <a:pt x="5039249" y="1429530"/>
                  </a:lnTo>
                  <a:lnTo>
                    <a:pt x="5041528" y="1438358"/>
                  </a:lnTo>
                  <a:lnTo>
                    <a:pt x="5043807" y="1447186"/>
                  </a:lnTo>
                  <a:lnTo>
                    <a:pt x="5046086" y="1457186"/>
                  </a:lnTo>
                  <a:lnTo>
                    <a:pt x="5048365" y="1467187"/>
                  </a:lnTo>
                  <a:lnTo>
                    <a:pt x="5050644" y="1477188"/>
                  </a:lnTo>
                  <a:lnTo>
                    <a:pt x="5052923" y="1481648"/>
                  </a:lnTo>
                  <a:lnTo>
                    <a:pt x="5055202" y="1485281"/>
                  </a:lnTo>
                  <a:lnTo>
                    <a:pt x="5057481" y="1488914"/>
                  </a:lnTo>
                  <a:lnTo>
                    <a:pt x="5059760" y="1492546"/>
                  </a:lnTo>
                  <a:lnTo>
                    <a:pt x="5062039" y="1495733"/>
                  </a:lnTo>
                  <a:lnTo>
                    <a:pt x="5064318" y="1498969"/>
                  </a:lnTo>
                  <a:lnTo>
                    <a:pt x="5066597" y="1502602"/>
                  </a:lnTo>
                  <a:lnTo>
                    <a:pt x="5068876" y="1509381"/>
                  </a:lnTo>
                  <a:lnTo>
                    <a:pt x="5071155" y="1515106"/>
                  </a:lnTo>
                  <a:lnTo>
                    <a:pt x="5073434" y="1518268"/>
                  </a:lnTo>
                  <a:lnTo>
                    <a:pt x="5075713" y="1521430"/>
                  </a:lnTo>
                  <a:lnTo>
                    <a:pt x="5077992" y="1524593"/>
                  </a:lnTo>
                  <a:lnTo>
                    <a:pt x="5080271" y="1526460"/>
                  </a:lnTo>
                  <a:lnTo>
                    <a:pt x="5082549" y="1529169"/>
                  </a:lnTo>
                  <a:lnTo>
                    <a:pt x="5084828" y="1531879"/>
                  </a:lnTo>
                  <a:lnTo>
                    <a:pt x="5087107" y="1534588"/>
                  </a:lnTo>
                  <a:lnTo>
                    <a:pt x="5089386" y="1539543"/>
                  </a:lnTo>
                  <a:lnTo>
                    <a:pt x="5091665" y="1545399"/>
                  </a:lnTo>
                  <a:lnTo>
                    <a:pt x="5093944" y="1551255"/>
                  </a:lnTo>
                  <a:lnTo>
                    <a:pt x="5096223" y="1557565"/>
                  </a:lnTo>
                  <a:lnTo>
                    <a:pt x="5098502" y="1564344"/>
                  </a:lnTo>
                  <a:lnTo>
                    <a:pt x="5100781" y="1571520"/>
                  </a:lnTo>
                  <a:lnTo>
                    <a:pt x="5103060" y="1575549"/>
                  </a:lnTo>
                  <a:lnTo>
                    <a:pt x="5105339" y="1579579"/>
                  </a:lnTo>
                  <a:lnTo>
                    <a:pt x="5107618" y="1584335"/>
                  </a:lnTo>
                  <a:lnTo>
                    <a:pt x="5109897" y="1589091"/>
                  </a:lnTo>
                  <a:lnTo>
                    <a:pt x="5112176" y="1593848"/>
                  </a:lnTo>
                  <a:lnTo>
                    <a:pt x="5114455" y="1599093"/>
                  </a:lnTo>
                  <a:lnTo>
                    <a:pt x="5116734" y="1603497"/>
                  </a:lnTo>
                  <a:lnTo>
                    <a:pt x="5119013" y="1607900"/>
                  </a:lnTo>
                  <a:lnTo>
                    <a:pt x="5121292" y="1612303"/>
                  </a:lnTo>
                  <a:lnTo>
                    <a:pt x="5123571" y="1614669"/>
                  </a:lnTo>
                  <a:lnTo>
                    <a:pt x="5125850" y="1615886"/>
                  </a:lnTo>
                  <a:lnTo>
                    <a:pt x="5128129" y="1617102"/>
                  </a:lnTo>
                  <a:lnTo>
                    <a:pt x="5130408" y="1618715"/>
                  </a:lnTo>
                  <a:lnTo>
                    <a:pt x="5132687" y="1619746"/>
                  </a:lnTo>
                  <a:lnTo>
                    <a:pt x="5134966" y="1616841"/>
                  </a:lnTo>
                  <a:lnTo>
                    <a:pt x="5137245" y="1614332"/>
                  </a:lnTo>
                  <a:lnTo>
                    <a:pt x="5139524" y="1611822"/>
                  </a:lnTo>
                  <a:lnTo>
                    <a:pt x="5141803" y="1609313"/>
                  </a:lnTo>
                  <a:lnTo>
                    <a:pt x="5144082" y="1606804"/>
                  </a:lnTo>
                  <a:lnTo>
                    <a:pt x="5146361" y="1604294"/>
                  </a:lnTo>
                  <a:lnTo>
                    <a:pt x="5148639" y="1601785"/>
                  </a:lnTo>
                  <a:lnTo>
                    <a:pt x="5150918" y="1597030"/>
                  </a:lnTo>
                  <a:lnTo>
                    <a:pt x="5153197" y="1591374"/>
                  </a:lnTo>
                  <a:lnTo>
                    <a:pt x="5155476" y="1585718"/>
                  </a:lnTo>
                  <a:lnTo>
                    <a:pt x="5157755" y="1579666"/>
                  </a:lnTo>
                  <a:lnTo>
                    <a:pt x="5160034" y="1574010"/>
                  </a:lnTo>
                  <a:lnTo>
                    <a:pt x="5162313" y="1567627"/>
                  </a:lnTo>
                  <a:lnTo>
                    <a:pt x="5164592" y="1560848"/>
                  </a:lnTo>
                  <a:lnTo>
                    <a:pt x="5166871" y="1554069"/>
                  </a:lnTo>
                  <a:lnTo>
                    <a:pt x="5169150" y="1550882"/>
                  </a:lnTo>
                  <a:lnTo>
                    <a:pt x="5171429" y="1547249"/>
                  </a:lnTo>
                  <a:lnTo>
                    <a:pt x="5173708" y="1544062"/>
                  </a:lnTo>
                  <a:lnTo>
                    <a:pt x="5175987" y="1540875"/>
                  </a:lnTo>
                  <a:lnTo>
                    <a:pt x="5178266" y="1537688"/>
                  </a:lnTo>
                  <a:lnTo>
                    <a:pt x="5180545" y="1534452"/>
                  </a:lnTo>
                  <a:lnTo>
                    <a:pt x="5182824" y="1530819"/>
                  </a:lnTo>
                  <a:lnTo>
                    <a:pt x="5185103" y="1529669"/>
                  </a:lnTo>
                  <a:lnTo>
                    <a:pt x="5187382" y="1529669"/>
                  </a:lnTo>
                  <a:lnTo>
                    <a:pt x="5189661" y="1529669"/>
                  </a:lnTo>
                  <a:lnTo>
                    <a:pt x="5191940" y="1529669"/>
                  </a:lnTo>
                  <a:lnTo>
                    <a:pt x="5194219" y="1529273"/>
                  </a:lnTo>
                  <a:lnTo>
                    <a:pt x="5196498" y="1529719"/>
                  </a:lnTo>
                  <a:lnTo>
                    <a:pt x="5198777" y="1529322"/>
                  </a:lnTo>
                  <a:lnTo>
                    <a:pt x="5201056" y="1528925"/>
                  </a:lnTo>
                  <a:lnTo>
                    <a:pt x="5203335" y="1528083"/>
                  </a:lnTo>
                  <a:lnTo>
                    <a:pt x="5205614" y="1527241"/>
                  </a:lnTo>
                  <a:lnTo>
                    <a:pt x="5207893" y="1526398"/>
                  </a:lnTo>
                  <a:lnTo>
                    <a:pt x="5210172" y="1525556"/>
                  </a:lnTo>
                  <a:lnTo>
                    <a:pt x="5212451" y="1525159"/>
                  </a:lnTo>
                  <a:lnTo>
                    <a:pt x="5214730" y="1524317"/>
                  </a:lnTo>
                  <a:lnTo>
                    <a:pt x="5217008" y="1524317"/>
                  </a:lnTo>
                  <a:lnTo>
                    <a:pt x="5219287" y="1524317"/>
                  </a:lnTo>
                  <a:lnTo>
                    <a:pt x="5221566" y="1524317"/>
                  </a:lnTo>
                  <a:lnTo>
                    <a:pt x="5223845" y="1524788"/>
                  </a:lnTo>
                  <a:lnTo>
                    <a:pt x="5226124" y="1525258"/>
                  </a:lnTo>
                  <a:lnTo>
                    <a:pt x="5228403" y="1526181"/>
                  </a:lnTo>
                  <a:lnTo>
                    <a:pt x="5230682" y="1527104"/>
                  </a:lnTo>
                  <a:lnTo>
                    <a:pt x="5232961" y="1528870"/>
                  </a:lnTo>
                  <a:lnTo>
                    <a:pt x="5235240" y="1530635"/>
                  </a:lnTo>
                  <a:lnTo>
                    <a:pt x="5237519" y="1532401"/>
                  </a:lnTo>
                  <a:lnTo>
                    <a:pt x="5239798" y="1533721"/>
                  </a:lnTo>
                  <a:lnTo>
                    <a:pt x="5242077" y="1534588"/>
                  </a:lnTo>
                  <a:lnTo>
                    <a:pt x="5244356" y="1535455"/>
                  </a:lnTo>
                  <a:lnTo>
                    <a:pt x="5246635" y="1535455"/>
                  </a:lnTo>
                  <a:lnTo>
                    <a:pt x="5248914" y="1536507"/>
                  </a:lnTo>
                  <a:lnTo>
                    <a:pt x="5251193" y="1540140"/>
                  </a:lnTo>
                  <a:lnTo>
                    <a:pt x="5253472" y="1543376"/>
                  </a:lnTo>
                  <a:lnTo>
                    <a:pt x="5255751" y="1546612"/>
                  </a:lnTo>
                  <a:lnTo>
                    <a:pt x="5258030" y="1549402"/>
                  </a:lnTo>
                  <a:lnTo>
                    <a:pt x="5260309" y="1552192"/>
                  </a:lnTo>
                  <a:lnTo>
                    <a:pt x="5262588" y="1554701"/>
                  </a:lnTo>
                  <a:lnTo>
                    <a:pt x="5264867" y="1557211"/>
                  </a:lnTo>
                  <a:lnTo>
                    <a:pt x="5267146" y="1561966"/>
                  </a:lnTo>
                  <a:lnTo>
                    <a:pt x="5269425" y="1567622"/>
                  </a:lnTo>
                  <a:lnTo>
                    <a:pt x="5271704" y="1573278"/>
                  </a:lnTo>
                  <a:lnTo>
                    <a:pt x="5273983" y="1579330"/>
                  </a:lnTo>
                  <a:lnTo>
                    <a:pt x="5276262" y="1584986"/>
                  </a:lnTo>
                  <a:lnTo>
                    <a:pt x="5278541" y="1590642"/>
                  </a:lnTo>
                  <a:lnTo>
                    <a:pt x="5280820" y="1596695"/>
                  </a:lnTo>
                  <a:lnTo>
                    <a:pt x="5283098" y="1602257"/>
                  </a:lnTo>
                  <a:lnTo>
                    <a:pt x="5285377" y="1605163"/>
                  </a:lnTo>
                  <a:lnTo>
                    <a:pt x="5287656" y="1608515"/>
                  </a:lnTo>
                  <a:lnTo>
                    <a:pt x="5289935" y="1608645"/>
                  </a:lnTo>
                  <a:lnTo>
                    <a:pt x="5292214" y="1607918"/>
                  </a:lnTo>
                  <a:lnTo>
                    <a:pt x="5294493" y="1607472"/>
                  </a:lnTo>
                  <a:lnTo>
                    <a:pt x="5296772" y="1606630"/>
                  </a:lnTo>
                  <a:lnTo>
                    <a:pt x="5299051" y="1605788"/>
                  </a:lnTo>
                  <a:lnTo>
                    <a:pt x="5301330" y="1602462"/>
                  </a:lnTo>
                  <a:lnTo>
                    <a:pt x="5303609" y="1597988"/>
                  </a:lnTo>
                  <a:lnTo>
                    <a:pt x="5305888" y="1593512"/>
                  </a:lnTo>
                  <a:lnTo>
                    <a:pt x="5308167" y="1587787"/>
                  </a:lnTo>
                  <a:lnTo>
                    <a:pt x="5310446" y="1581404"/>
                  </a:lnTo>
                  <a:lnTo>
                    <a:pt x="5312725" y="1575022"/>
                  </a:lnTo>
                  <a:lnTo>
                    <a:pt x="5315004" y="1568639"/>
                  </a:lnTo>
                  <a:lnTo>
                    <a:pt x="5317283" y="1562256"/>
                  </a:lnTo>
                  <a:lnTo>
                    <a:pt x="5319562" y="1556319"/>
                  </a:lnTo>
                  <a:lnTo>
                    <a:pt x="5321841" y="1550382"/>
                  </a:lnTo>
                  <a:lnTo>
                    <a:pt x="5324120" y="1546764"/>
                  </a:lnTo>
                  <a:lnTo>
                    <a:pt x="5326399" y="1543974"/>
                  </a:lnTo>
                  <a:lnTo>
                    <a:pt x="5328678" y="1540341"/>
                  </a:lnTo>
                  <a:lnTo>
                    <a:pt x="5330957" y="1537154"/>
                  </a:lnTo>
                  <a:lnTo>
                    <a:pt x="5333236" y="1533125"/>
                  </a:lnTo>
                  <a:lnTo>
                    <a:pt x="5335515" y="1529096"/>
                  </a:lnTo>
                  <a:lnTo>
                    <a:pt x="5337794" y="1525934"/>
                  </a:lnTo>
                  <a:lnTo>
                    <a:pt x="5340073" y="1522301"/>
                  </a:lnTo>
                  <a:lnTo>
                    <a:pt x="5342352" y="1520495"/>
                  </a:lnTo>
                  <a:lnTo>
                    <a:pt x="5344631" y="1519571"/>
                  </a:lnTo>
                  <a:lnTo>
                    <a:pt x="5346910" y="1518648"/>
                  </a:lnTo>
                  <a:lnTo>
                    <a:pt x="5349189" y="1517725"/>
                  </a:lnTo>
                  <a:lnTo>
                    <a:pt x="5351467" y="1516801"/>
                  </a:lnTo>
                  <a:lnTo>
                    <a:pt x="5353746" y="1515481"/>
                  </a:lnTo>
                  <a:lnTo>
                    <a:pt x="5356025" y="1514161"/>
                  </a:lnTo>
                  <a:lnTo>
                    <a:pt x="5358304" y="1513295"/>
                  </a:lnTo>
                  <a:lnTo>
                    <a:pt x="5360583" y="1512428"/>
                  </a:lnTo>
                  <a:lnTo>
                    <a:pt x="5362862" y="1512031"/>
                  </a:lnTo>
                  <a:lnTo>
                    <a:pt x="5365141" y="1511561"/>
                  </a:lnTo>
                  <a:lnTo>
                    <a:pt x="5367420" y="1511957"/>
                  </a:lnTo>
                  <a:lnTo>
                    <a:pt x="5369699" y="1512354"/>
                  </a:lnTo>
                  <a:lnTo>
                    <a:pt x="5371978" y="1511908"/>
                  </a:lnTo>
                  <a:lnTo>
                    <a:pt x="5374257" y="1511908"/>
                  </a:lnTo>
                  <a:lnTo>
                    <a:pt x="5376536" y="1511627"/>
                  </a:lnTo>
                  <a:lnTo>
                    <a:pt x="5378815" y="1511627"/>
                  </a:lnTo>
                  <a:lnTo>
                    <a:pt x="5381094" y="1511627"/>
                  </a:lnTo>
                  <a:lnTo>
                    <a:pt x="5383373" y="1511627"/>
                  </a:lnTo>
                  <a:lnTo>
                    <a:pt x="5385652" y="1511627"/>
                  </a:lnTo>
                  <a:lnTo>
                    <a:pt x="5387931" y="1511627"/>
                  </a:lnTo>
                  <a:lnTo>
                    <a:pt x="5390210" y="1511627"/>
                  </a:lnTo>
                  <a:lnTo>
                    <a:pt x="5392489" y="1511627"/>
                  </a:lnTo>
                  <a:lnTo>
                    <a:pt x="5394768" y="1511908"/>
                  </a:lnTo>
                  <a:lnTo>
                    <a:pt x="5397047" y="1512189"/>
                  </a:lnTo>
                  <a:lnTo>
                    <a:pt x="5399326" y="1512679"/>
                  </a:lnTo>
                  <a:lnTo>
                    <a:pt x="5401605" y="1512679"/>
                  </a:lnTo>
                  <a:lnTo>
                    <a:pt x="5403884" y="1512679"/>
                  </a:lnTo>
                  <a:lnTo>
                    <a:pt x="5406163" y="1515454"/>
                  </a:lnTo>
                  <a:lnTo>
                    <a:pt x="5408442" y="1519087"/>
                  </a:lnTo>
                  <a:lnTo>
                    <a:pt x="5410721" y="1522719"/>
                  </a:lnTo>
                  <a:lnTo>
                    <a:pt x="5413000" y="1526352"/>
                  </a:lnTo>
                  <a:lnTo>
                    <a:pt x="5415279" y="1529984"/>
                  </a:lnTo>
                  <a:lnTo>
                    <a:pt x="5417557" y="1533617"/>
                  </a:lnTo>
                  <a:lnTo>
                    <a:pt x="5419836" y="1537249"/>
                  </a:lnTo>
                  <a:lnTo>
                    <a:pt x="5422115" y="1540882"/>
                  </a:lnTo>
                  <a:lnTo>
                    <a:pt x="5424394" y="1545764"/>
                  </a:lnTo>
                  <a:lnTo>
                    <a:pt x="5426673" y="1551701"/>
                  </a:lnTo>
                  <a:lnTo>
                    <a:pt x="5428952" y="1557357"/>
                  </a:lnTo>
                  <a:lnTo>
                    <a:pt x="5431231" y="1563013"/>
                  </a:lnTo>
                  <a:lnTo>
                    <a:pt x="5433510" y="1568669"/>
                  </a:lnTo>
                  <a:lnTo>
                    <a:pt x="5435789" y="1574325"/>
                  </a:lnTo>
                  <a:lnTo>
                    <a:pt x="5438068" y="1579981"/>
                  </a:lnTo>
                  <a:lnTo>
                    <a:pt x="5440347" y="1583317"/>
                  </a:lnTo>
                  <a:lnTo>
                    <a:pt x="5442626" y="1585826"/>
                  </a:lnTo>
                  <a:lnTo>
                    <a:pt x="5444905" y="1588243"/>
                  </a:lnTo>
                  <a:lnTo>
                    <a:pt x="5447184" y="1590659"/>
                  </a:lnTo>
                  <a:lnTo>
                    <a:pt x="5449463" y="1593076"/>
                  </a:lnTo>
                  <a:lnTo>
                    <a:pt x="5451742" y="1595492"/>
                  </a:lnTo>
                  <a:lnTo>
                    <a:pt x="5454021" y="1597042"/>
                  </a:lnTo>
                  <a:lnTo>
                    <a:pt x="5456300" y="1598591"/>
                  </a:lnTo>
                  <a:lnTo>
                    <a:pt x="5458579" y="1598314"/>
                  </a:lnTo>
                  <a:lnTo>
                    <a:pt x="5460858" y="1596702"/>
                  </a:lnTo>
                  <a:lnTo>
                    <a:pt x="5463137" y="1595089"/>
                  </a:lnTo>
                  <a:lnTo>
                    <a:pt x="5465416" y="1593476"/>
                  </a:lnTo>
                  <a:lnTo>
                    <a:pt x="5467695" y="1591863"/>
                  </a:lnTo>
                  <a:lnTo>
                    <a:pt x="5469974" y="1590647"/>
                  </a:lnTo>
                  <a:lnTo>
                    <a:pt x="5472253" y="1589432"/>
                  </a:lnTo>
                  <a:lnTo>
                    <a:pt x="5474532" y="1588215"/>
                  </a:lnTo>
                  <a:lnTo>
                    <a:pt x="5476811" y="1586999"/>
                  </a:lnTo>
                  <a:lnTo>
                    <a:pt x="5479090" y="1585783"/>
                  </a:lnTo>
                  <a:lnTo>
                    <a:pt x="5481369" y="1584170"/>
                  </a:lnTo>
                  <a:lnTo>
                    <a:pt x="5483647" y="1582557"/>
                  </a:lnTo>
                  <a:lnTo>
                    <a:pt x="5485926" y="1581434"/>
                  </a:lnTo>
                  <a:lnTo>
                    <a:pt x="5488205" y="1581153"/>
                  </a:lnTo>
                  <a:lnTo>
                    <a:pt x="5490484" y="1580872"/>
                  </a:lnTo>
                  <a:lnTo>
                    <a:pt x="5492763" y="1580872"/>
                  </a:lnTo>
                  <a:lnTo>
                    <a:pt x="5495042" y="1580872"/>
                  </a:lnTo>
                  <a:lnTo>
                    <a:pt x="5497321" y="1580872"/>
                  </a:lnTo>
                  <a:lnTo>
                    <a:pt x="5499600" y="1580872"/>
                  </a:lnTo>
                  <a:lnTo>
                    <a:pt x="5501879" y="1580871"/>
                  </a:lnTo>
                  <a:lnTo>
                    <a:pt x="5504158" y="1580871"/>
                  </a:lnTo>
                  <a:lnTo>
                    <a:pt x="5506437" y="1580871"/>
                  </a:lnTo>
                  <a:lnTo>
                    <a:pt x="5508716" y="1581598"/>
                  </a:lnTo>
                  <a:lnTo>
                    <a:pt x="5510995" y="1582043"/>
                  </a:lnTo>
                  <a:lnTo>
                    <a:pt x="5513274" y="1582489"/>
                  </a:lnTo>
                  <a:lnTo>
                    <a:pt x="5515553" y="1583612"/>
                  </a:lnTo>
                  <a:lnTo>
                    <a:pt x="5517832" y="1584736"/>
                  </a:lnTo>
                  <a:lnTo>
                    <a:pt x="5520111" y="1585463"/>
                  </a:lnTo>
                  <a:lnTo>
                    <a:pt x="5522390" y="1586190"/>
                  </a:lnTo>
                  <a:lnTo>
                    <a:pt x="5524669" y="1586917"/>
                  </a:lnTo>
                  <a:lnTo>
                    <a:pt x="5526948" y="1587363"/>
                  </a:lnTo>
                  <a:lnTo>
                    <a:pt x="5529227" y="1587808"/>
                  </a:lnTo>
                  <a:lnTo>
                    <a:pt x="5531506" y="1588254"/>
                  </a:lnTo>
                  <a:lnTo>
                    <a:pt x="5533785" y="1588700"/>
                  </a:lnTo>
                  <a:lnTo>
                    <a:pt x="5536064" y="1589146"/>
                  </a:lnTo>
                  <a:lnTo>
                    <a:pt x="5538343" y="1590458"/>
                  </a:lnTo>
                  <a:lnTo>
                    <a:pt x="5540622" y="1592223"/>
                  </a:lnTo>
                  <a:lnTo>
                    <a:pt x="5542901" y="1593989"/>
                  </a:lnTo>
                  <a:lnTo>
                    <a:pt x="5545180" y="1596742"/>
                  </a:lnTo>
                  <a:lnTo>
                    <a:pt x="5547459" y="1599495"/>
                  </a:lnTo>
                  <a:lnTo>
                    <a:pt x="5549738" y="1601542"/>
                  </a:lnTo>
                  <a:lnTo>
                    <a:pt x="5552016" y="1603588"/>
                  </a:lnTo>
                  <a:lnTo>
                    <a:pt x="5554295" y="1605635"/>
                  </a:lnTo>
                  <a:lnTo>
                    <a:pt x="5556574" y="1607682"/>
                  </a:lnTo>
                  <a:lnTo>
                    <a:pt x="5558853" y="1610435"/>
                  </a:lnTo>
                  <a:lnTo>
                    <a:pt x="5561132" y="1614630"/>
                  </a:lnTo>
                  <a:lnTo>
                    <a:pt x="5563411" y="1618826"/>
                  </a:lnTo>
                  <a:lnTo>
                    <a:pt x="5565690" y="1623021"/>
                  </a:lnTo>
                  <a:lnTo>
                    <a:pt x="5567969" y="1627216"/>
                  </a:lnTo>
                  <a:lnTo>
                    <a:pt x="5570248" y="1631412"/>
                  </a:lnTo>
                  <a:lnTo>
                    <a:pt x="5572527" y="1631704"/>
                  </a:lnTo>
                  <a:lnTo>
                    <a:pt x="5574806" y="1631313"/>
                  </a:lnTo>
                  <a:lnTo>
                    <a:pt x="5577085" y="1629764"/>
                  </a:lnTo>
                  <a:lnTo>
                    <a:pt x="5579364" y="1628215"/>
                  </a:lnTo>
                  <a:lnTo>
                    <a:pt x="5581643" y="1626665"/>
                  </a:lnTo>
                  <a:lnTo>
                    <a:pt x="5583922" y="1625116"/>
                  </a:lnTo>
                  <a:lnTo>
                    <a:pt x="5586201" y="1623566"/>
                  </a:lnTo>
                  <a:lnTo>
                    <a:pt x="5588480" y="1622017"/>
                  </a:lnTo>
                  <a:lnTo>
                    <a:pt x="5590759" y="1620920"/>
                  </a:lnTo>
                  <a:lnTo>
                    <a:pt x="5593038" y="1618900"/>
                  </a:lnTo>
                  <a:lnTo>
                    <a:pt x="5595317" y="1616484"/>
                  </a:lnTo>
                  <a:lnTo>
                    <a:pt x="5597596" y="1614068"/>
                  </a:lnTo>
                  <a:lnTo>
                    <a:pt x="5599875" y="1610502"/>
                  </a:lnTo>
                  <a:lnTo>
                    <a:pt x="5602154" y="1604846"/>
                  </a:lnTo>
                  <a:lnTo>
                    <a:pt x="5604433" y="1599190"/>
                  </a:lnTo>
                  <a:lnTo>
                    <a:pt x="5606712" y="1596488"/>
                  </a:lnTo>
                  <a:lnTo>
                    <a:pt x="5608991" y="1594449"/>
                  </a:lnTo>
                  <a:lnTo>
                    <a:pt x="5611270" y="1592864"/>
                  </a:lnTo>
                  <a:lnTo>
                    <a:pt x="5613549" y="1591277"/>
                  </a:lnTo>
                  <a:lnTo>
                    <a:pt x="5615828" y="1589692"/>
                  </a:lnTo>
                  <a:lnTo>
                    <a:pt x="5618106" y="1588106"/>
                  </a:lnTo>
                  <a:lnTo>
                    <a:pt x="5620385" y="1586520"/>
                  </a:lnTo>
                  <a:lnTo>
                    <a:pt x="5622664" y="1585641"/>
                  </a:lnTo>
                  <a:lnTo>
                    <a:pt x="5624943" y="1583328"/>
                  </a:lnTo>
                  <a:lnTo>
                    <a:pt x="5627222" y="1581015"/>
                  </a:lnTo>
                  <a:lnTo>
                    <a:pt x="5629501" y="1578702"/>
                  </a:lnTo>
                  <a:lnTo>
                    <a:pt x="5631780" y="1575540"/>
                  </a:lnTo>
                  <a:lnTo>
                    <a:pt x="5634059" y="1574745"/>
                  </a:lnTo>
                  <a:lnTo>
                    <a:pt x="5636338" y="1576065"/>
                  </a:lnTo>
                  <a:lnTo>
                    <a:pt x="5638617" y="1577385"/>
                  </a:lnTo>
                  <a:lnTo>
                    <a:pt x="5640896" y="1578252"/>
                  </a:lnTo>
                  <a:lnTo>
                    <a:pt x="5643175" y="1579119"/>
                  </a:lnTo>
                  <a:lnTo>
                    <a:pt x="5645454" y="1579515"/>
                  </a:lnTo>
                  <a:lnTo>
                    <a:pt x="5647733" y="1579516"/>
                  </a:lnTo>
                  <a:lnTo>
                    <a:pt x="5650012" y="1579516"/>
                  </a:lnTo>
                  <a:lnTo>
                    <a:pt x="5652291" y="1579516"/>
                  </a:lnTo>
                  <a:lnTo>
                    <a:pt x="5654570" y="1578649"/>
                  </a:lnTo>
                  <a:lnTo>
                    <a:pt x="5656849" y="1576884"/>
                  </a:lnTo>
                  <a:lnTo>
                    <a:pt x="5659128" y="1575118"/>
                  </a:lnTo>
                  <a:lnTo>
                    <a:pt x="5661407" y="1572646"/>
                  </a:lnTo>
                  <a:lnTo>
                    <a:pt x="5663686" y="1570174"/>
                  </a:lnTo>
                  <a:lnTo>
                    <a:pt x="5665965" y="1568854"/>
                  </a:lnTo>
                  <a:lnTo>
                    <a:pt x="5668244" y="1567088"/>
                  </a:lnTo>
                  <a:lnTo>
                    <a:pt x="5670523" y="1565323"/>
                  </a:lnTo>
                  <a:lnTo>
                    <a:pt x="5672802" y="1563557"/>
                  </a:lnTo>
                  <a:lnTo>
                    <a:pt x="5675081" y="1561084"/>
                  </a:lnTo>
                  <a:lnTo>
                    <a:pt x="5677360" y="1558105"/>
                  </a:lnTo>
                  <a:lnTo>
                    <a:pt x="5679639" y="1555126"/>
                  </a:lnTo>
                  <a:lnTo>
                    <a:pt x="5681918" y="1552148"/>
                  </a:lnTo>
                  <a:lnTo>
                    <a:pt x="5684197" y="1549169"/>
                  </a:lnTo>
                  <a:lnTo>
                    <a:pt x="5686475" y="1546190"/>
                  </a:lnTo>
                  <a:lnTo>
                    <a:pt x="5688754" y="1547510"/>
                  </a:lnTo>
                  <a:lnTo>
                    <a:pt x="5691033" y="1549513"/>
                  </a:lnTo>
                  <a:lnTo>
                    <a:pt x="5693312" y="1552676"/>
                  </a:lnTo>
                  <a:lnTo>
                    <a:pt x="5695591" y="1555838"/>
                  </a:lnTo>
                  <a:lnTo>
                    <a:pt x="5697870" y="1559001"/>
                  </a:lnTo>
                  <a:lnTo>
                    <a:pt x="5700149" y="1561767"/>
                  </a:lnTo>
                  <a:lnTo>
                    <a:pt x="5702428" y="1564086"/>
                  </a:lnTo>
                  <a:lnTo>
                    <a:pt x="5704707" y="1566852"/>
                  </a:lnTo>
                  <a:lnTo>
                    <a:pt x="5706986" y="1569165"/>
                  </a:lnTo>
                  <a:lnTo>
                    <a:pt x="5709265" y="1572401"/>
                  </a:lnTo>
                  <a:lnTo>
                    <a:pt x="5711544" y="1575588"/>
                  </a:lnTo>
                  <a:lnTo>
                    <a:pt x="5713823" y="1578775"/>
                  </a:lnTo>
                  <a:lnTo>
                    <a:pt x="5716102" y="1583112"/>
                  </a:lnTo>
                  <a:lnTo>
                    <a:pt x="5718381" y="1589049"/>
                  </a:lnTo>
                  <a:lnTo>
                    <a:pt x="5720660" y="1594986"/>
                  </a:lnTo>
                  <a:lnTo>
                    <a:pt x="5722939" y="1597688"/>
                  </a:lnTo>
                  <a:lnTo>
                    <a:pt x="5725218" y="1599727"/>
                  </a:lnTo>
                  <a:lnTo>
                    <a:pt x="5727497" y="1601594"/>
                  </a:lnTo>
                  <a:lnTo>
                    <a:pt x="5729776" y="1603461"/>
                  </a:lnTo>
                  <a:lnTo>
                    <a:pt x="5732055" y="1605328"/>
                  </a:lnTo>
                  <a:lnTo>
                    <a:pt x="5734334" y="1607195"/>
                  </a:lnTo>
                  <a:lnTo>
                    <a:pt x="5736613" y="1609062"/>
                  </a:lnTo>
                  <a:lnTo>
                    <a:pt x="5738892" y="1609942"/>
                  </a:lnTo>
                  <a:lnTo>
                    <a:pt x="5741171" y="1611527"/>
                  </a:lnTo>
                  <a:lnTo>
                    <a:pt x="5743450" y="1613840"/>
                  </a:lnTo>
                  <a:lnTo>
                    <a:pt x="5745729" y="1616153"/>
                  </a:lnTo>
                  <a:lnTo>
                    <a:pt x="5748008" y="1618919"/>
                  </a:lnTo>
                  <a:lnTo>
                    <a:pt x="5750287" y="1619317"/>
                  </a:lnTo>
                  <a:lnTo>
                    <a:pt x="5752565" y="1617997"/>
                  </a:lnTo>
                  <a:lnTo>
                    <a:pt x="5754844" y="1616677"/>
                  </a:lnTo>
                  <a:lnTo>
                    <a:pt x="5757123" y="1615810"/>
                  </a:lnTo>
                  <a:lnTo>
                    <a:pt x="5759402" y="1614943"/>
                  </a:lnTo>
                  <a:lnTo>
                    <a:pt x="5761681" y="1614101"/>
                  </a:lnTo>
                  <a:lnTo>
                    <a:pt x="5763960" y="1614101"/>
                  </a:lnTo>
                  <a:lnTo>
                    <a:pt x="5766239" y="1614101"/>
                  </a:lnTo>
                  <a:lnTo>
                    <a:pt x="5768518" y="1614498"/>
                  </a:lnTo>
                  <a:lnTo>
                    <a:pt x="5770797" y="1614895"/>
                  </a:lnTo>
                  <a:lnTo>
                    <a:pt x="5773076" y="1615737"/>
                  </a:lnTo>
                  <a:lnTo>
                    <a:pt x="5775355" y="1616580"/>
                  </a:lnTo>
                  <a:lnTo>
                    <a:pt x="5777634" y="1616580"/>
                  </a:lnTo>
                  <a:lnTo>
                    <a:pt x="5779913" y="1616579"/>
                  </a:lnTo>
                  <a:lnTo>
                    <a:pt x="5782192" y="1616134"/>
                  </a:lnTo>
                  <a:lnTo>
                    <a:pt x="5784471" y="1616134"/>
                  </a:lnTo>
                  <a:lnTo>
                    <a:pt x="5786750" y="1616134"/>
                  </a:lnTo>
                  <a:lnTo>
                    <a:pt x="5789029" y="1616580"/>
                  </a:lnTo>
                  <a:lnTo>
                    <a:pt x="5791308" y="1617893"/>
                  </a:lnTo>
                  <a:lnTo>
                    <a:pt x="5793587" y="1618760"/>
                  </a:lnTo>
                  <a:lnTo>
                    <a:pt x="5795866" y="1619626"/>
                  </a:lnTo>
                  <a:lnTo>
                    <a:pt x="5798145" y="1620023"/>
                  </a:lnTo>
                  <a:lnTo>
                    <a:pt x="5800424" y="1620419"/>
                  </a:lnTo>
                  <a:lnTo>
                    <a:pt x="5802703" y="1620419"/>
                  </a:lnTo>
                  <a:lnTo>
                    <a:pt x="5804982" y="1620419"/>
                  </a:lnTo>
                  <a:lnTo>
                    <a:pt x="5807261" y="1620419"/>
                  </a:lnTo>
                  <a:lnTo>
                    <a:pt x="5809540" y="1620889"/>
                  </a:lnTo>
                  <a:lnTo>
                    <a:pt x="5811819" y="1621360"/>
                  </a:lnTo>
                  <a:lnTo>
                    <a:pt x="5814098" y="1621830"/>
                  </a:lnTo>
                  <a:lnTo>
                    <a:pt x="5816377" y="1623149"/>
                  </a:lnTo>
                  <a:lnTo>
                    <a:pt x="5818655" y="1625621"/>
                  </a:lnTo>
                  <a:lnTo>
                    <a:pt x="5820934" y="1627647"/>
                  </a:lnTo>
                  <a:lnTo>
                    <a:pt x="5823213" y="1628967"/>
                  </a:lnTo>
                  <a:lnTo>
                    <a:pt x="5825492" y="1629363"/>
                  </a:lnTo>
                  <a:lnTo>
                    <a:pt x="5827771" y="1630206"/>
                  </a:lnTo>
                  <a:lnTo>
                    <a:pt x="5830050" y="1631518"/>
                  </a:lnTo>
                  <a:lnTo>
                    <a:pt x="5832329" y="1632831"/>
                  </a:lnTo>
                  <a:lnTo>
                    <a:pt x="5834608" y="1634145"/>
                  </a:lnTo>
                  <a:lnTo>
                    <a:pt x="5836887" y="1635457"/>
                  </a:lnTo>
                  <a:lnTo>
                    <a:pt x="5839166" y="1636581"/>
                  </a:lnTo>
                  <a:lnTo>
                    <a:pt x="5841445" y="1637705"/>
                  </a:lnTo>
                  <a:lnTo>
                    <a:pt x="5843724" y="1638151"/>
                  </a:lnTo>
                  <a:lnTo>
                    <a:pt x="5846003" y="1638596"/>
                  </a:lnTo>
                  <a:lnTo>
                    <a:pt x="5848282" y="1639438"/>
                  </a:lnTo>
                  <a:lnTo>
                    <a:pt x="5850561" y="1640281"/>
                  </a:lnTo>
                  <a:lnTo>
                    <a:pt x="5852840" y="1640726"/>
                  </a:lnTo>
                  <a:lnTo>
                    <a:pt x="5855119" y="1641454"/>
                  </a:lnTo>
                  <a:lnTo>
                    <a:pt x="5857398" y="1642180"/>
                  </a:lnTo>
                  <a:lnTo>
                    <a:pt x="5859677" y="1642180"/>
                  </a:lnTo>
                  <a:lnTo>
                    <a:pt x="5861956" y="1642180"/>
                  </a:lnTo>
                  <a:lnTo>
                    <a:pt x="5864235" y="1641734"/>
                  </a:lnTo>
                  <a:lnTo>
                    <a:pt x="5866514" y="1641288"/>
                  </a:lnTo>
                  <a:lnTo>
                    <a:pt x="5868793" y="1640842"/>
                  </a:lnTo>
                  <a:lnTo>
                    <a:pt x="5871072" y="1640397"/>
                  </a:lnTo>
                  <a:lnTo>
                    <a:pt x="5873351" y="1639951"/>
                  </a:lnTo>
                  <a:lnTo>
                    <a:pt x="5875630" y="1639505"/>
                  </a:lnTo>
                  <a:lnTo>
                    <a:pt x="5877909" y="1639505"/>
                  </a:lnTo>
                  <a:lnTo>
                    <a:pt x="5880188" y="1639059"/>
                  </a:lnTo>
                  <a:lnTo>
                    <a:pt x="5882467" y="1638332"/>
                  </a:lnTo>
                  <a:lnTo>
                    <a:pt x="5884746" y="1636719"/>
                  </a:lnTo>
                  <a:lnTo>
                    <a:pt x="5887024" y="1635107"/>
                  </a:lnTo>
                  <a:lnTo>
                    <a:pt x="5889303" y="1633493"/>
                  </a:lnTo>
                  <a:lnTo>
                    <a:pt x="5891582" y="1631880"/>
                  </a:lnTo>
                  <a:lnTo>
                    <a:pt x="5893861" y="1631110"/>
                  </a:lnTo>
                  <a:lnTo>
                    <a:pt x="5896140" y="1630339"/>
                  </a:lnTo>
                  <a:lnTo>
                    <a:pt x="5898419" y="1629569"/>
                  </a:lnTo>
                  <a:lnTo>
                    <a:pt x="5900698" y="1628798"/>
                  </a:lnTo>
                  <a:lnTo>
                    <a:pt x="5902977" y="1628028"/>
                  </a:lnTo>
                  <a:lnTo>
                    <a:pt x="5905256" y="1626811"/>
                  </a:lnTo>
                  <a:lnTo>
                    <a:pt x="5907535" y="1624728"/>
                  </a:lnTo>
                  <a:lnTo>
                    <a:pt x="5909814" y="1622645"/>
                  </a:lnTo>
                  <a:lnTo>
                    <a:pt x="5912093" y="1620562"/>
                  </a:lnTo>
                  <a:lnTo>
                    <a:pt x="5914372" y="1618949"/>
                  </a:lnTo>
                  <a:lnTo>
                    <a:pt x="5916651" y="1617336"/>
                  </a:lnTo>
                  <a:lnTo>
                    <a:pt x="5918930" y="1616120"/>
                  </a:lnTo>
                  <a:lnTo>
                    <a:pt x="5921209" y="1614507"/>
                  </a:lnTo>
                  <a:lnTo>
                    <a:pt x="5923488" y="1612894"/>
                  </a:lnTo>
                  <a:lnTo>
                    <a:pt x="5925767" y="1611300"/>
                  </a:lnTo>
                  <a:lnTo>
                    <a:pt x="5928046" y="1609988"/>
                  </a:lnTo>
                  <a:lnTo>
                    <a:pt x="5930325" y="1608675"/>
                  </a:lnTo>
                  <a:lnTo>
                    <a:pt x="5932604" y="1606910"/>
                  </a:lnTo>
                  <a:lnTo>
                    <a:pt x="5934883" y="1604438"/>
                  </a:lnTo>
                  <a:lnTo>
                    <a:pt x="5937162" y="1601967"/>
                  </a:lnTo>
                  <a:lnTo>
                    <a:pt x="5939441" y="1600201"/>
                  </a:lnTo>
                  <a:lnTo>
                    <a:pt x="5941720" y="1599358"/>
                  </a:lnTo>
                  <a:lnTo>
                    <a:pt x="5943999" y="1598516"/>
                  </a:lnTo>
                  <a:lnTo>
                    <a:pt x="5946278" y="1597203"/>
                  </a:lnTo>
                  <a:lnTo>
                    <a:pt x="5948557" y="1595890"/>
                  </a:lnTo>
                  <a:lnTo>
                    <a:pt x="5950836" y="1594578"/>
                  </a:lnTo>
                  <a:lnTo>
                    <a:pt x="5953114" y="1593265"/>
                  </a:lnTo>
                  <a:lnTo>
                    <a:pt x="5955393" y="1592422"/>
                  </a:lnTo>
                  <a:lnTo>
                    <a:pt x="5957672" y="1591580"/>
                  </a:lnTo>
                  <a:lnTo>
                    <a:pt x="5959951" y="1590852"/>
                  </a:lnTo>
                  <a:lnTo>
                    <a:pt x="5962230" y="1589636"/>
                  </a:lnTo>
                  <a:lnTo>
                    <a:pt x="5964509" y="1588023"/>
                  </a:lnTo>
                  <a:lnTo>
                    <a:pt x="5966788" y="1586410"/>
                  </a:lnTo>
                  <a:lnTo>
                    <a:pt x="5969067" y="1585194"/>
                  </a:lnTo>
                  <a:lnTo>
                    <a:pt x="5971346" y="1583978"/>
                  </a:lnTo>
                  <a:lnTo>
                    <a:pt x="5973625" y="1582761"/>
                  </a:lnTo>
                  <a:lnTo>
                    <a:pt x="5975904" y="1581545"/>
                  </a:lnTo>
                  <a:lnTo>
                    <a:pt x="5978183" y="1580329"/>
                  </a:lnTo>
                  <a:lnTo>
                    <a:pt x="5980462" y="1579558"/>
                  </a:lnTo>
                  <a:lnTo>
                    <a:pt x="5982741" y="1578787"/>
                  </a:lnTo>
                  <a:lnTo>
                    <a:pt x="5985020" y="1578017"/>
                  </a:lnTo>
                  <a:lnTo>
                    <a:pt x="5987299" y="1577246"/>
                  </a:lnTo>
                  <a:lnTo>
                    <a:pt x="5989578" y="1576476"/>
                  </a:lnTo>
                  <a:lnTo>
                    <a:pt x="5991857" y="1575706"/>
                  </a:lnTo>
                  <a:lnTo>
                    <a:pt x="5994136" y="1574935"/>
                  </a:lnTo>
                  <a:lnTo>
                    <a:pt x="5996415" y="1574165"/>
                  </a:lnTo>
                  <a:lnTo>
                    <a:pt x="5998694" y="1573676"/>
                  </a:lnTo>
                  <a:lnTo>
                    <a:pt x="6000973" y="1573676"/>
                  </a:lnTo>
                  <a:lnTo>
                    <a:pt x="6003252" y="1570901"/>
                  </a:lnTo>
                  <a:lnTo>
                    <a:pt x="6005531" y="1567268"/>
                  </a:lnTo>
                  <a:lnTo>
                    <a:pt x="6007810" y="1563636"/>
                  </a:lnTo>
                  <a:lnTo>
                    <a:pt x="6010089" y="1560003"/>
                  </a:lnTo>
                  <a:lnTo>
                    <a:pt x="6012368" y="1553520"/>
                  </a:lnTo>
                  <a:lnTo>
                    <a:pt x="6014647" y="1546741"/>
                  </a:lnTo>
                  <a:lnTo>
                    <a:pt x="6016926" y="1539962"/>
                  </a:lnTo>
                  <a:lnTo>
                    <a:pt x="6019205" y="1533182"/>
                  </a:lnTo>
                  <a:lnTo>
                    <a:pt x="6021483" y="1526403"/>
                  </a:lnTo>
                  <a:lnTo>
                    <a:pt x="6023762" y="1519623"/>
                  </a:lnTo>
                  <a:lnTo>
                    <a:pt x="6026041" y="1512843"/>
                  </a:lnTo>
                  <a:lnTo>
                    <a:pt x="6028320" y="1506064"/>
                  </a:lnTo>
                  <a:lnTo>
                    <a:pt x="6030599" y="1499285"/>
                  </a:lnTo>
                  <a:lnTo>
                    <a:pt x="6032878" y="1492505"/>
                  </a:lnTo>
                  <a:lnTo>
                    <a:pt x="6035157" y="1486215"/>
                  </a:lnTo>
                  <a:lnTo>
                    <a:pt x="6037436" y="1482245"/>
                  </a:lnTo>
                  <a:lnTo>
                    <a:pt x="6039715" y="1479101"/>
                  </a:lnTo>
                  <a:lnTo>
                    <a:pt x="6041994" y="1475469"/>
                  </a:lnTo>
                  <a:lnTo>
                    <a:pt x="6044273" y="1471554"/>
                  </a:lnTo>
                  <a:lnTo>
                    <a:pt x="6046552" y="1470883"/>
                  </a:lnTo>
                  <a:lnTo>
                    <a:pt x="6048831" y="1470602"/>
                  </a:lnTo>
                  <a:lnTo>
                    <a:pt x="6051110" y="1470320"/>
                  </a:lnTo>
                  <a:lnTo>
                    <a:pt x="6053389" y="1470040"/>
                  </a:lnTo>
                  <a:lnTo>
                    <a:pt x="6055668" y="1469758"/>
                  </a:lnTo>
                  <a:lnTo>
                    <a:pt x="6057947" y="1469758"/>
                  </a:lnTo>
                  <a:lnTo>
                    <a:pt x="6060226" y="1469758"/>
                  </a:lnTo>
                  <a:lnTo>
                    <a:pt x="6062505" y="1470203"/>
                  </a:lnTo>
                  <a:lnTo>
                    <a:pt x="6064784" y="1471046"/>
                  </a:lnTo>
                  <a:lnTo>
                    <a:pt x="6067063" y="1471888"/>
                  </a:lnTo>
                  <a:lnTo>
                    <a:pt x="6069342" y="1472334"/>
                  </a:lnTo>
                  <a:lnTo>
                    <a:pt x="6071621" y="1472780"/>
                  </a:lnTo>
                  <a:lnTo>
                    <a:pt x="6073900" y="1473622"/>
                  </a:lnTo>
                  <a:lnTo>
                    <a:pt x="6076179" y="1474746"/>
                  </a:lnTo>
                  <a:lnTo>
                    <a:pt x="6078458" y="1476829"/>
                  </a:lnTo>
                  <a:lnTo>
                    <a:pt x="6080737" y="1478912"/>
                  </a:lnTo>
                  <a:lnTo>
                    <a:pt x="6083016" y="1480995"/>
                  </a:lnTo>
                  <a:lnTo>
                    <a:pt x="6085295" y="1483078"/>
                  </a:lnTo>
                  <a:lnTo>
                    <a:pt x="6087573" y="1485161"/>
                  </a:lnTo>
                  <a:lnTo>
                    <a:pt x="6089852" y="1488404"/>
                  </a:lnTo>
                  <a:lnTo>
                    <a:pt x="6092131" y="1491646"/>
                  </a:lnTo>
                  <a:lnTo>
                    <a:pt x="6094410" y="1494888"/>
                  </a:lnTo>
                  <a:lnTo>
                    <a:pt x="6096689" y="1498130"/>
                  </a:lnTo>
                  <a:lnTo>
                    <a:pt x="6098968" y="1501372"/>
                  </a:lnTo>
                  <a:lnTo>
                    <a:pt x="6101247" y="1504615"/>
                  </a:lnTo>
                  <a:lnTo>
                    <a:pt x="6103526" y="1507858"/>
                  </a:lnTo>
                  <a:lnTo>
                    <a:pt x="6105805" y="1512053"/>
                  </a:lnTo>
                  <a:lnTo>
                    <a:pt x="6108084" y="1517141"/>
                  </a:lnTo>
                  <a:lnTo>
                    <a:pt x="6110363" y="1523110"/>
                  </a:lnTo>
                  <a:lnTo>
                    <a:pt x="6112642" y="1529079"/>
                  </a:lnTo>
                  <a:lnTo>
                    <a:pt x="6114921" y="1535048"/>
                  </a:lnTo>
                  <a:lnTo>
                    <a:pt x="6117200" y="1542345"/>
                  </a:lnTo>
                  <a:lnTo>
                    <a:pt x="6119479" y="1552417"/>
                  </a:lnTo>
                  <a:lnTo>
                    <a:pt x="6121758" y="1563347"/>
                  </a:lnTo>
                  <a:lnTo>
                    <a:pt x="6124037" y="1574277"/>
                  </a:lnTo>
                  <a:lnTo>
                    <a:pt x="6126316" y="1581278"/>
                  </a:lnTo>
                  <a:lnTo>
                    <a:pt x="6128595" y="1590097"/>
                  </a:lnTo>
                  <a:lnTo>
                    <a:pt x="6130874" y="1598062"/>
                  </a:lnTo>
                  <a:lnTo>
                    <a:pt x="6133153" y="1603150"/>
                  </a:lnTo>
                  <a:lnTo>
                    <a:pt x="6135432" y="1609118"/>
                  </a:lnTo>
                  <a:lnTo>
                    <a:pt x="6137711" y="1615087"/>
                  </a:lnTo>
                  <a:lnTo>
                    <a:pt x="6139990" y="1620175"/>
                  </a:lnTo>
                  <a:lnTo>
                    <a:pt x="6142269" y="1624370"/>
                  </a:lnTo>
                  <a:lnTo>
                    <a:pt x="6144548" y="1627612"/>
                  </a:lnTo>
                  <a:lnTo>
                    <a:pt x="6146827" y="1630149"/>
                  </a:lnTo>
                  <a:lnTo>
                    <a:pt x="6149106" y="1632685"/>
                  </a:lnTo>
                  <a:lnTo>
                    <a:pt x="6151385" y="1633808"/>
                  </a:lnTo>
                  <a:lnTo>
                    <a:pt x="6153663" y="1632612"/>
                  </a:lnTo>
                  <a:lnTo>
                    <a:pt x="6155942" y="1630192"/>
                  </a:lnTo>
                  <a:lnTo>
                    <a:pt x="6158221" y="1627772"/>
                  </a:lnTo>
                  <a:lnTo>
                    <a:pt x="6160500" y="1627510"/>
                  </a:lnTo>
                  <a:lnTo>
                    <a:pt x="6162779" y="1624994"/>
                  </a:lnTo>
                  <a:lnTo>
                    <a:pt x="6165058" y="1623297"/>
                  </a:lnTo>
                  <a:lnTo>
                    <a:pt x="6167337" y="1623578"/>
                  </a:lnTo>
                  <a:lnTo>
                    <a:pt x="6169616" y="1623578"/>
                  </a:lnTo>
                  <a:lnTo>
                    <a:pt x="6171895" y="1623578"/>
                  </a:lnTo>
                  <a:lnTo>
                    <a:pt x="6174174" y="1623297"/>
                  </a:lnTo>
                  <a:lnTo>
                    <a:pt x="6176453" y="1622526"/>
                  </a:lnTo>
                  <a:lnTo>
                    <a:pt x="6178732" y="1621799"/>
                  </a:lnTo>
                  <a:lnTo>
                    <a:pt x="6181011" y="1620676"/>
                  </a:lnTo>
                  <a:lnTo>
                    <a:pt x="6183290" y="1619552"/>
                  </a:lnTo>
                  <a:lnTo>
                    <a:pt x="6185569" y="1618825"/>
                  </a:lnTo>
                  <a:lnTo>
                    <a:pt x="6187848" y="1618099"/>
                  </a:lnTo>
                  <a:lnTo>
                    <a:pt x="6190127" y="1617256"/>
                  </a:lnTo>
                  <a:lnTo>
                    <a:pt x="6192406" y="1616859"/>
                  </a:lnTo>
                  <a:lnTo>
                    <a:pt x="6194685" y="1615993"/>
                  </a:lnTo>
                  <a:lnTo>
                    <a:pt x="6196964" y="1615126"/>
                  </a:lnTo>
                  <a:lnTo>
                    <a:pt x="6199243" y="1614259"/>
                  </a:lnTo>
                  <a:lnTo>
                    <a:pt x="6201522" y="1614259"/>
                  </a:lnTo>
                  <a:lnTo>
                    <a:pt x="6203801" y="1614259"/>
                  </a:lnTo>
                  <a:lnTo>
                    <a:pt x="6206080" y="1613100"/>
                  </a:lnTo>
                  <a:lnTo>
                    <a:pt x="6208359" y="1611941"/>
                  </a:lnTo>
                  <a:lnTo>
                    <a:pt x="6210638" y="1610782"/>
                  </a:lnTo>
                  <a:lnTo>
                    <a:pt x="6212917" y="1609153"/>
                  </a:lnTo>
                  <a:lnTo>
                    <a:pt x="6215196" y="1607523"/>
                  </a:lnTo>
                  <a:lnTo>
                    <a:pt x="6217475" y="1605894"/>
                  </a:lnTo>
                  <a:lnTo>
                    <a:pt x="6219754" y="1604265"/>
                  </a:lnTo>
                  <a:lnTo>
                    <a:pt x="6222032" y="1602605"/>
                  </a:lnTo>
                  <a:lnTo>
                    <a:pt x="6224311" y="1599601"/>
                  </a:lnTo>
                  <a:lnTo>
                    <a:pt x="6226590" y="1595245"/>
                  </a:lnTo>
                  <a:lnTo>
                    <a:pt x="6228869" y="1590889"/>
                  </a:lnTo>
                  <a:lnTo>
                    <a:pt x="6231148" y="1587004"/>
                  </a:lnTo>
                  <a:lnTo>
                    <a:pt x="6233427" y="1581790"/>
                  </a:lnTo>
                  <a:lnTo>
                    <a:pt x="6235706" y="1575710"/>
                  </a:lnTo>
                  <a:lnTo>
                    <a:pt x="6237985" y="1569629"/>
                  </a:lnTo>
                  <a:lnTo>
                    <a:pt x="6240264" y="1563549"/>
                  </a:lnTo>
                  <a:lnTo>
                    <a:pt x="6242543" y="1561397"/>
                  </a:lnTo>
                  <a:lnTo>
                    <a:pt x="6244822" y="1560277"/>
                  </a:lnTo>
                  <a:lnTo>
                    <a:pt x="6247101" y="1560308"/>
                  </a:lnTo>
                  <a:lnTo>
                    <a:pt x="6249380" y="1563216"/>
                  </a:lnTo>
                  <a:lnTo>
                    <a:pt x="6251659" y="1565243"/>
                  </a:lnTo>
                  <a:lnTo>
                    <a:pt x="6253938" y="1567270"/>
                  </a:lnTo>
                  <a:lnTo>
                    <a:pt x="6256217" y="1569450"/>
                  </a:lnTo>
                  <a:lnTo>
                    <a:pt x="6258496" y="1572524"/>
                  </a:lnTo>
                  <a:lnTo>
                    <a:pt x="6260775" y="1576550"/>
                  </a:lnTo>
                  <a:lnTo>
                    <a:pt x="6263054" y="1581283"/>
                  </a:lnTo>
                  <a:lnTo>
                    <a:pt x="6265333" y="1585526"/>
                  </a:lnTo>
                  <a:lnTo>
                    <a:pt x="6265333" y="1686068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5997265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5997379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5997265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2026-03-09T12:26:14Z</dcterms:modified>
  <cp:category/>
</cp:coreProperties>
</file>